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Tek Tall Arabic" charset="1" panose="00000000000000000000"/>
      <p:regular r:id="rId10"/>
    </p:embeddedFont>
    <p:embeddedFont>
      <p:font typeface="IBM Plex Sans Condensed" charset="1" panose="020B05060502030002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31033" y="-246337"/>
            <a:ext cx="12327937" cy="10779673"/>
            <a:chOff x="0" y="0"/>
            <a:chExt cx="16437249" cy="14372898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6279" r="0" b="6279"/>
            <a:stretch>
              <a:fillRect/>
            </a:stretch>
          </p:blipFill>
          <p:spPr>
            <a:xfrm flipH="false" flipV="false">
              <a:off x="0" y="0"/>
              <a:ext cx="16437249" cy="14372898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6192933" y="-486797"/>
            <a:ext cx="6244511" cy="11260594"/>
          </a:xfrm>
          <a:custGeom>
            <a:avLst/>
            <a:gdLst/>
            <a:ahLst/>
            <a:cxnLst/>
            <a:rect r="r" b="b" t="t" l="l"/>
            <a:pathLst>
              <a:path h="11260594" w="6244511">
                <a:moveTo>
                  <a:pt x="0" y="0"/>
                </a:moveTo>
                <a:lnTo>
                  <a:pt x="6244511" y="0"/>
                </a:lnTo>
                <a:lnTo>
                  <a:pt x="6244511" y="11260594"/>
                </a:lnTo>
                <a:lnTo>
                  <a:pt x="0" y="11260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-299307" y="7502838"/>
            <a:ext cx="1152468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239925"/>
            <a:ext cx="10196674" cy="184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1"/>
              </a:lnSpc>
            </a:pPr>
            <a:r>
              <a:rPr lang="en-US" sz="12882">
                <a:solidFill>
                  <a:srgbClr val="6CADCD"/>
                </a:solidFill>
                <a:latin typeface="Tek Tall Arabic"/>
                <a:ea typeface="Tek Tall Arabic"/>
                <a:cs typeface="Tek Tall Arabic"/>
                <a:sym typeface="Tek Tall Arabic"/>
              </a:rPr>
              <a:t>WHAT DRIVES ME?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542" y="8094979"/>
            <a:ext cx="8771058" cy="181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19" indent="-291459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Exploring AI &amp; robotics</a:t>
            </a:r>
          </a:p>
          <a:p>
            <a:pPr algn="l" marL="582919" indent="-291459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Solving complex problems</a:t>
            </a:r>
          </a:p>
          <a:p>
            <a:pPr algn="l" marL="582919" indent="-291459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Creating real-world applications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44000" y="5665488"/>
            <a:ext cx="1231160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743354" y="-492673"/>
            <a:ext cx="8231979" cy="10779673"/>
            <a:chOff x="0" y="0"/>
            <a:chExt cx="10975972" cy="14372898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30001" t="0" r="30001" b="0"/>
            <a:stretch>
              <a:fillRect/>
            </a:stretch>
          </p:blipFill>
          <p:spPr>
            <a:xfrm flipH="false" flipV="false">
              <a:off x="0" y="0"/>
              <a:ext cx="10975972" cy="14372898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985041" y="-492673"/>
            <a:ext cx="6351183" cy="22905907"/>
            <a:chOff x="0" y="0"/>
            <a:chExt cx="8468244" cy="30541210"/>
          </a:xfrm>
        </p:grpSpPr>
        <p:sp>
          <p:nvSpPr>
            <p:cNvPr name="Freeform 6" id="6"/>
            <p:cNvSpPr/>
            <p:nvPr/>
          </p:nvSpPr>
          <p:spPr>
            <a:xfrm flipH="false" flipV="false" rot="-10800000">
              <a:off x="0" y="15270605"/>
              <a:ext cx="8468244" cy="15270605"/>
            </a:xfrm>
            <a:custGeom>
              <a:avLst/>
              <a:gdLst/>
              <a:ahLst/>
              <a:cxnLst/>
              <a:rect r="r" b="b" t="t" l="l"/>
              <a:pathLst>
                <a:path h="15270605" w="8468244">
                  <a:moveTo>
                    <a:pt x="0" y="0"/>
                  </a:moveTo>
                  <a:lnTo>
                    <a:pt x="8468244" y="0"/>
                  </a:lnTo>
                  <a:lnTo>
                    <a:pt x="8468244" y="15270605"/>
                  </a:lnTo>
                  <a:lnTo>
                    <a:pt x="0" y="15270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0"/>
              <a:ext cx="8468244" cy="15270605"/>
            </a:xfrm>
            <a:custGeom>
              <a:avLst/>
              <a:gdLst/>
              <a:ahLst/>
              <a:cxnLst/>
              <a:rect r="r" b="b" t="t" l="l"/>
              <a:pathLst>
                <a:path h="15270605" w="8468244">
                  <a:moveTo>
                    <a:pt x="0" y="0"/>
                  </a:moveTo>
                  <a:lnTo>
                    <a:pt x="8468244" y="0"/>
                  </a:lnTo>
                  <a:lnTo>
                    <a:pt x="8468244" y="15270605"/>
                  </a:lnTo>
                  <a:lnTo>
                    <a:pt x="0" y="15270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0" y="2863443"/>
            <a:ext cx="5437849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6CADCD"/>
                </a:solidFill>
                <a:latin typeface="Tek Tall Arabic"/>
                <a:ea typeface="Tek Tall Arabic"/>
                <a:cs typeface="Tek Tall Arabic"/>
                <a:sym typeface="Tek Tall Arabic"/>
              </a:rPr>
              <a:t>HOW I WANT TO MAKE AN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6409213"/>
            <a:ext cx="8014032" cy="1859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1" indent="-302256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AI</a:t>
            </a:r>
            <a:r>
              <a:rPr lang="en-US" sz="2799" strike="noStrike" u="none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for healthcare &amp; safety</a:t>
            </a:r>
          </a:p>
          <a:p>
            <a:pPr algn="l" marL="582922" indent="-291461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Smart robotics solutions</a:t>
            </a:r>
          </a:p>
          <a:p>
            <a:pPr algn="l" marL="604511" indent="-302256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Accessible technology for all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78541" y="-119302"/>
            <a:ext cx="8213977" cy="10525605"/>
            <a:chOff x="0" y="0"/>
            <a:chExt cx="10951969" cy="1403413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8132" t="0" r="28132" b="0"/>
            <a:stretch>
              <a:fillRect/>
            </a:stretch>
          </p:blipFill>
          <p:spPr>
            <a:xfrm flipH="false" flipV="false">
              <a:off x="0" y="0"/>
              <a:ext cx="10951969" cy="14034139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0269016" y="-486797"/>
            <a:ext cx="6244511" cy="11260594"/>
          </a:xfrm>
          <a:custGeom>
            <a:avLst/>
            <a:gdLst/>
            <a:ahLst/>
            <a:cxnLst/>
            <a:rect r="r" b="b" t="t" l="l"/>
            <a:pathLst>
              <a:path h="11260594" w="6244511">
                <a:moveTo>
                  <a:pt x="0" y="0"/>
                </a:moveTo>
                <a:lnTo>
                  <a:pt x="6244511" y="0"/>
                </a:lnTo>
                <a:lnTo>
                  <a:pt x="6244511" y="11260594"/>
                </a:lnTo>
                <a:lnTo>
                  <a:pt x="0" y="11260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0" y="6864353"/>
            <a:ext cx="992707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176272"/>
            <a:ext cx="7759796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6CADCD"/>
                </a:solidFill>
                <a:latin typeface="Tek Tall Arabic"/>
                <a:ea typeface="Tek Tall Arabic"/>
                <a:cs typeface="Tek Tall Arabic"/>
                <a:sym typeface="Tek Tall Arabic"/>
              </a:rPr>
              <a:t>MY DREAM FIRST JOB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66" y="7640319"/>
            <a:ext cx="8805127" cy="188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2" indent="-291461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Role: AI/Robotics Engineer</a:t>
            </a:r>
          </a:p>
          <a:p>
            <a:pPr algn="l" marL="582922" indent="-291461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Team: Innovative &amp; collaborative</a:t>
            </a:r>
          </a:p>
          <a:p>
            <a:pPr algn="l" marL="582922" indent="-291461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Company: AI start-up or research lab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50076" y="-1186920"/>
            <a:ext cx="18738076" cy="6917346"/>
            <a:chOff x="0" y="0"/>
            <a:chExt cx="24984101" cy="9223128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4865" r="0" b="24865"/>
            <a:stretch>
              <a:fillRect/>
            </a:stretch>
          </p:blipFill>
          <p:spPr>
            <a:xfrm flipH="false" flipV="false">
              <a:off x="0" y="0"/>
              <a:ext cx="24984101" cy="9223128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4713844" y="845889"/>
            <a:ext cx="23303524" cy="5196265"/>
            <a:chOff x="0" y="0"/>
            <a:chExt cx="6137554" cy="13685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37554" cy="1368564"/>
            </a:xfrm>
            <a:custGeom>
              <a:avLst/>
              <a:gdLst/>
              <a:ahLst/>
              <a:cxnLst/>
              <a:rect r="r" b="b" t="t" l="l"/>
              <a:pathLst>
                <a:path h="1368564" w="6137554">
                  <a:moveTo>
                    <a:pt x="0" y="0"/>
                  </a:moveTo>
                  <a:lnTo>
                    <a:pt x="6137554" y="0"/>
                  </a:lnTo>
                  <a:lnTo>
                    <a:pt x="6137554" y="1368564"/>
                  </a:lnTo>
                  <a:lnTo>
                    <a:pt x="0" y="136856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1B191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137554" cy="1416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18849" y="7456388"/>
            <a:ext cx="11897018" cy="243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0"/>
              </a:lnSpc>
            </a:pPr>
            <a:r>
              <a:rPr lang="en-US" sz="17000">
                <a:solidFill>
                  <a:srgbClr val="6CADCD"/>
                </a:solidFill>
                <a:latin typeface="Tek Tall Arabic"/>
                <a:ea typeface="Tek Tall Arabic"/>
                <a:cs typeface="Tek Tall Arabic"/>
                <a:sym typeface="Tek Tall Arabi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DAGYy-MqdPQ</dc:identifier>
  <dcterms:modified xsi:type="dcterms:W3CDTF">2011-08-01T06:04:30Z</dcterms:modified>
  <cp:revision>1</cp:revision>
  <dc:title>Đề xuất Kinh doanh Thuyết trình Kinh doanh theo Phong cách Khối màu Xanh dương Đậm Xám</dc:title>
</cp:coreProperties>
</file>