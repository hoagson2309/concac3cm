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6" r:id="rId4"/>
    <p:sldId id="275" r:id="rId5"/>
    <p:sldId id="309" r:id="rId6"/>
    <p:sldId id="312" r:id="rId7"/>
    <p:sldId id="311" r:id="rId8"/>
    <p:sldId id="313" r:id="rId9"/>
    <p:sldId id="314" r:id="rId10"/>
    <p:sldId id="348" r:id="rId11"/>
    <p:sldId id="317" r:id="rId12"/>
    <p:sldId id="318" r:id="rId13"/>
    <p:sldId id="319" r:id="rId14"/>
    <p:sldId id="320" r:id="rId15"/>
    <p:sldId id="300" r:id="rId16"/>
    <p:sldId id="297" r:id="rId17"/>
    <p:sldId id="321" r:id="rId18"/>
    <p:sldId id="322" r:id="rId19"/>
    <p:sldId id="323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15" r:id="rId31"/>
    <p:sldId id="304" r:id="rId32"/>
    <p:sldId id="305" r:id="rId33"/>
    <p:sldId id="324" r:id="rId34"/>
    <p:sldId id="306" r:id="rId35"/>
    <p:sldId id="359" r:id="rId36"/>
    <p:sldId id="336" r:id="rId37"/>
    <p:sldId id="338" r:id="rId38"/>
    <p:sldId id="337" r:id="rId39"/>
    <p:sldId id="357" r:id="rId40"/>
    <p:sldId id="354" r:id="rId41"/>
    <p:sldId id="356" r:id="rId42"/>
    <p:sldId id="346" r:id="rId43"/>
    <p:sldId id="340" r:id="rId44"/>
    <p:sldId id="349" r:id="rId45"/>
    <p:sldId id="344" r:id="rId46"/>
    <p:sldId id="345" r:id="rId47"/>
    <p:sldId id="347" r:id="rId48"/>
    <p:sldId id="308" r:id="rId49"/>
    <p:sldId id="350" r:id="rId50"/>
    <p:sldId id="30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27DC0-94DD-4221-BDA8-C26CE314FA9F}" v="25233" dt="2025-09-30T08:18:44.0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3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e Groote" userId="2ce5265b-80a0-4fb8-a62a-8035e9b0c45a" providerId="ADAL" clId="{77748BC8-6171-4919-A5F7-EF7C30C5EE0A}"/>
    <pc:docChg chg="undo custSel addSld delSld modSld sldOrd">
      <pc:chgData name="Robert de Groote" userId="2ce5265b-80a0-4fb8-a62a-8035e9b0c45a" providerId="ADAL" clId="{77748BC8-6171-4919-A5F7-EF7C30C5EE0A}" dt="2025-07-17T13:19:48.170" v="4029" actId="20577"/>
      <pc:docMkLst>
        <pc:docMk/>
      </pc:docMkLst>
      <pc:sldChg chg="modSp mod">
        <pc:chgData name="Robert de Groote" userId="2ce5265b-80a0-4fb8-a62a-8035e9b0c45a" providerId="ADAL" clId="{77748BC8-6171-4919-A5F7-EF7C30C5EE0A}" dt="2025-07-16T17:20:45.052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77748BC8-6171-4919-A5F7-EF7C30C5EE0A}" dt="2025-07-16T17:21:58.340" v="144" actId="20577"/>
        <pc:sldMkLst>
          <pc:docMk/>
          <pc:sldMk cId="3346646082" sldId="257"/>
        </pc:sldMkLst>
      </pc:sldChg>
      <pc:sldChg chg="modSp mod">
        <pc:chgData name="Robert de Groote" userId="2ce5265b-80a0-4fb8-a62a-8035e9b0c45a" providerId="ADAL" clId="{77748BC8-6171-4919-A5F7-EF7C30C5EE0A}" dt="2025-07-17T10:38:49.095" v="914" actId="6549"/>
        <pc:sldMkLst>
          <pc:docMk/>
          <pc:sldMk cId="2437096053" sldId="260"/>
        </pc:sldMkLst>
      </pc:sldChg>
      <pc:sldChg chg="modSp mod">
        <pc:chgData name="Robert de Groote" userId="2ce5265b-80a0-4fb8-a62a-8035e9b0c45a" providerId="ADAL" clId="{77748BC8-6171-4919-A5F7-EF7C30C5EE0A}" dt="2025-07-17T11:22:01.326" v="1533" actId="20577"/>
        <pc:sldMkLst>
          <pc:docMk/>
          <pc:sldMk cId="2593846471" sldId="261"/>
        </pc:sldMkLst>
      </pc:sldChg>
      <pc:sldChg chg="add del">
        <pc:chgData name="Robert de Groote" userId="2ce5265b-80a0-4fb8-a62a-8035e9b0c45a" providerId="ADAL" clId="{77748BC8-6171-4919-A5F7-EF7C30C5EE0A}" dt="2025-07-17T10:41:49.365" v="1083" actId="4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77748BC8-6171-4919-A5F7-EF7C30C5EE0A}" dt="2025-07-17T10:55:48.933" v="1345" actId="2057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77748BC8-6171-4919-A5F7-EF7C30C5EE0A}" dt="2025-07-17T10:40:28.696" v="960" actId="6549"/>
        <pc:sldMkLst>
          <pc:docMk/>
          <pc:sldMk cId="2050195976" sldId="266"/>
        </pc:sldMkLst>
      </pc:sldChg>
      <pc:sldChg chg="modSp add del mod">
        <pc:chgData name="Robert de Groote" userId="2ce5265b-80a0-4fb8-a62a-8035e9b0c45a" providerId="ADAL" clId="{77748BC8-6171-4919-A5F7-EF7C30C5EE0A}" dt="2025-07-17T10:41:43.383" v="1082" actId="20577"/>
        <pc:sldMkLst>
          <pc:docMk/>
          <pc:sldMk cId="3359679964" sldId="268"/>
        </pc:sldMkLst>
      </pc:sldChg>
      <pc:sldChg chg="modSp mod">
        <pc:chgData name="Robert de Groote" userId="2ce5265b-80a0-4fb8-a62a-8035e9b0c45a" providerId="ADAL" clId="{77748BC8-6171-4919-A5F7-EF7C30C5EE0A}" dt="2025-07-17T10:40:49.157" v="990" actId="20577"/>
        <pc:sldMkLst>
          <pc:docMk/>
          <pc:sldMk cId="3909891326" sldId="272"/>
        </pc:sldMkLst>
      </pc:sldChg>
      <pc:sldChg chg="modSp add mod">
        <pc:chgData name="Robert de Groote" userId="2ce5265b-80a0-4fb8-a62a-8035e9b0c45a" providerId="ADAL" clId="{77748BC8-6171-4919-A5F7-EF7C30C5EE0A}" dt="2025-07-16T17:38:56.393" v="912" actId="20577"/>
        <pc:sldMkLst>
          <pc:docMk/>
          <pc:sldMk cId="4230653011" sldId="273"/>
        </pc:sldMkLst>
      </pc:sldChg>
      <pc:sldChg chg="add">
        <pc:chgData name="Robert de Groote" userId="2ce5265b-80a0-4fb8-a62a-8035e9b0c45a" providerId="ADAL" clId="{77748BC8-6171-4919-A5F7-EF7C30C5EE0A}" dt="2025-07-17T10:39:49.044" v="915" actId="2890"/>
        <pc:sldMkLst>
          <pc:docMk/>
          <pc:sldMk cId="3657166026" sldId="274"/>
        </pc:sldMkLst>
      </pc:sldChg>
      <pc:sldChg chg="modSp add mod ord">
        <pc:chgData name="Robert de Groote" userId="2ce5265b-80a0-4fb8-a62a-8035e9b0c45a" providerId="ADAL" clId="{77748BC8-6171-4919-A5F7-EF7C30C5EE0A}" dt="2025-07-17T12:11:55.681" v="2627" actId="20577"/>
        <pc:sldMkLst>
          <pc:docMk/>
          <pc:sldMk cId="1598828328" sldId="275"/>
        </pc:sldMkLst>
      </pc:sldChg>
      <pc:sldChg chg="modSp add mod">
        <pc:chgData name="Robert de Groote" userId="2ce5265b-80a0-4fb8-a62a-8035e9b0c45a" providerId="ADAL" clId="{77748BC8-6171-4919-A5F7-EF7C30C5EE0A}" dt="2025-07-17T11:28:23.497" v="1971" actId="20577"/>
        <pc:sldMkLst>
          <pc:docMk/>
          <pc:sldMk cId="1258586967" sldId="276"/>
        </pc:sldMkLst>
      </pc:sldChg>
      <pc:sldChg chg="modSp add mod">
        <pc:chgData name="Robert de Groote" userId="2ce5265b-80a0-4fb8-a62a-8035e9b0c45a" providerId="ADAL" clId="{77748BC8-6171-4919-A5F7-EF7C30C5EE0A}" dt="2025-07-17T11:35:50.433" v="2232" actId="20577"/>
        <pc:sldMkLst>
          <pc:docMk/>
          <pc:sldMk cId="3755024446" sldId="277"/>
        </pc:sldMkLst>
      </pc:sldChg>
      <pc:sldChg chg="modSp add mod">
        <pc:chgData name="Robert de Groote" userId="2ce5265b-80a0-4fb8-a62a-8035e9b0c45a" providerId="ADAL" clId="{77748BC8-6171-4919-A5F7-EF7C30C5EE0A}" dt="2025-07-17T11:39:57.073" v="2428" actId="113"/>
        <pc:sldMkLst>
          <pc:docMk/>
          <pc:sldMk cId="2214709890" sldId="278"/>
        </pc:sldMkLst>
      </pc:sldChg>
      <pc:sldChg chg="modSp add mod ord">
        <pc:chgData name="Robert de Groote" userId="2ce5265b-80a0-4fb8-a62a-8035e9b0c45a" providerId="ADAL" clId="{77748BC8-6171-4919-A5F7-EF7C30C5EE0A}" dt="2025-07-17T12:34:31.889" v="3027"/>
        <pc:sldMkLst>
          <pc:docMk/>
          <pc:sldMk cId="2729225412" sldId="279"/>
        </pc:sldMkLst>
      </pc:sldChg>
      <pc:sldChg chg="addSp modSp add mod ord">
        <pc:chgData name="Robert de Groote" userId="2ce5265b-80a0-4fb8-a62a-8035e9b0c45a" providerId="ADAL" clId="{77748BC8-6171-4919-A5F7-EF7C30C5EE0A}" dt="2025-07-17T13:18:38.909" v="3943"/>
        <pc:sldMkLst>
          <pc:docMk/>
          <pc:sldMk cId="2288260186" sldId="280"/>
        </pc:sldMkLst>
      </pc:sldChg>
      <pc:sldChg chg="addSp delSp modSp add mod ord">
        <pc:chgData name="Robert de Groote" userId="2ce5265b-80a0-4fb8-a62a-8035e9b0c45a" providerId="ADAL" clId="{77748BC8-6171-4919-A5F7-EF7C30C5EE0A}" dt="2025-07-17T13:19:48.170" v="4029" actId="20577"/>
        <pc:sldMkLst>
          <pc:docMk/>
          <pc:sldMk cId="942638718" sldId="281"/>
        </pc:sldMkLst>
      </pc:sldChg>
    </pc:docChg>
  </pc:docChgLst>
  <pc:docChgLst>
    <pc:chgData name="Robert de Groote" userId="2ce5265b-80a0-4fb8-a62a-8035e9b0c45a" providerId="ADAL" clId="{2F427DC0-94DD-4221-BDA8-C26CE314FA9F}"/>
    <pc:docChg chg="undo redo custSel addSld delSld modSld sldOrd">
      <pc:chgData name="Robert de Groote" userId="2ce5265b-80a0-4fb8-a62a-8035e9b0c45a" providerId="ADAL" clId="{2F427DC0-94DD-4221-BDA8-C26CE314FA9F}" dt="2025-09-30T08:18:44.060" v="57772" actId="20577"/>
      <pc:docMkLst>
        <pc:docMk/>
      </pc:docMkLst>
      <pc:sldChg chg="modSp mod">
        <pc:chgData name="Robert de Groote" userId="2ce5265b-80a0-4fb8-a62a-8035e9b0c45a" providerId="ADAL" clId="{2F427DC0-94DD-4221-BDA8-C26CE314FA9F}" dt="2025-09-19T13:43:26.562" v="21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2F427DC0-94DD-4221-BDA8-C26CE314FA9F}" dt="2025-09-19T13:43:26.562" v="21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modSp mod modAnim">
        <pc:chgData name="Robert de Groote" userId="2ce5265b-80a0-4fb8-a62a-8035e9b0c45a" providerId="ADAL" clId="{2F427DC0-94DD-4221-BDA8-C26CE314FA9F}" dt="2025-09-30T06:12:35.941" v="57726" actId="113"/>
        <pc:sldMkLst>
          <pc:docMk/>
          <pc:sldMk cId="3346646082" sldId="257"/>
        </pc:sldMkLst>
        <pc:spChg chg="mod">
          <ac:chgData name="Robert de Groote" userId="2ce5265b-80a0-4fb8-a62a-8035e9b0c45a" providerId="ADAL" clId="{2F427DC0-94DD-4221-BDA8-C26CE314FA9F}" dt="2025-09-19T13:43:34.861" v="22" actId="6549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F427DC0-94DD-4221-BDA8-C26CE314FA9F}" dt="2025-09-30T06:12:35.941" v="57726" actId="113"/>
          <ac:spMkLst>
            <pc:docMk/>
            <pc:sldMk cId="3346646082" sldId="257"/>
            <ac:spMk id="3" creationId="{81853582-0C43-5257-5530-A00EA0178D3B}"/>
          </ac:spMkLst>
        </pc:spChg>
        <pc:picChg chg="mod">
          <ac:chgData name="Robert de Groote" userId="2ce5265b-80a0-4fb8-a62a-8035e9b0c45a" providerId="ADAL" clId="{2F427DC0-94DD-4221-BDA8-C26CE314FA9F}" dt="2025-09-19T13:44:45.742" v="127" actId="1076"/>
          <ac:picMkLst>
            <pc:docMk/>
            <pc:sldMk cId="3346646082" sldId="257"/>
            <ac:picMk id="4" creationId="{372D2335-0AB2-F7A0-5D59-F9F25A27F56C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437096053" sldId="260"/>
        </pc:sldMkLst>
      </pc:sldChg>
      <pc:sldChg chg="addSp modSp mod setBg setClrOvrMap">
        <pc:chgData name="Robert de Groote" userId="2ce5265b-80a0-4fb8-a62a-8035e9b0c45a" providerId="ADAL" clId="{2F427DC0-94DD-4221-BDA8-C26CE314FA9F}" dt="2025-09-22T09:24:25.487" v="1505" actId="20577"/>
        <pc:sldMkLst>
          <pc:docMk/>
          <pc:sldMk cId="2050195976" sldId="266"/>
        </pc:sldMkLst>
        <pc:spChg chg="mod">
          <ac:chgData name="Robert de Groote" userId="2ce5265b-80a0-4fb8-a62a-8035e9b0c45a" providerId="ADAL" clId="{2F427DC0-94DD-4221-BDA8-C26CE314FA9F}" dt="2025-09-22T09:24:14.549" v="1496" actId="26606"/>
          <ac:spMkLst>
            <pc:docMk/>
            <pc:sldMk cId="2050195976" sldId="266"/>
            <ac:spMk id="4" creationId="{AC8CA923-345A-AFDE-041B-702DD0ADEFF9}"/>
          </ac:spMkLst>
        </pc:spChg>
        <pc:spChg chg="mod">
          <ac:chgData name="Robert de Groote" userId="2ce5265b-80a0-4fb8-a62a-8035e9b0c45a" providerId="ADAL" clId="{2F427DC0-94DD-4221-BDA8-C26CE314FA9F}" dt="2025-09-22T09:24:25.487" v="1505" actId="20577"/>
          <ac:spMkLst>
            <pc:docMk/>
            <pc:sldMk cId="2050195976" sldId="266"/>
            <ac:spMk id="5" creationId="{5B7580F9-781A-4F77-591F-F3D1019DE0CB}"/>
          </ac:spMkLst>
        </pc:spChg>
        <pc:spChg chg="add">
          <ac:chgData name="Robert de Groote" userId="2ce5265b-80a0-4fb8-a62a-8035e9b0c45a" providerId="ADAL" clId="{2F427DC0-94DD-4221-BDA8-C26CE314FA9F}" dt="2025-09-22T09:24:14.549" v="1496" actId="26606"/>
          <ac:spMkLst>
            <pc:docMk/>
            <pc:sldMk cId="2050195976" sldId="266"/>
            <ac:spMk id="13" creationId="{19F9BF86-FE94-4517-B97D-026C7515E589}"/>
          </ac:spMkLst>
        </pc:spChg>
        <pc:spChg chg="add">
          <ac:chgData name="Robert de Groote" userId="2ce5265b-80a0-4fb8-a62a-8035e9b0c45a" providerId="ADAL" clId="{2F427DC0-94DD-4221-BDA8-C26CE314FA9F}" dt="2025-09-22T09:24:14.549" v="1496" actId="26606"/>
          <ac:spMkLst>
            <pc:docMk/>
            <pc:sldMk cId="2050195976" sldId="266"/>
            <ac:spMk id="15" creationId="{D50741CA-59A3-4426-8205-D763C968E879}"/>
          </ac:spMkLst>
        </pc:spChg>
        <pc:picChg chg="add">
          <ac:chgData name="Robert de Groote" userId="2ce5265b-80a0-4fb8-a62a-8035e9b0c45a" providerId="ADAL" clId="{2F427DC0-94DD-4221-BDA8-C26CE314FA9F}" dt="2025-09-22T09:24:14.549" v="1496" actId="26606"/>
          <ac:picMkLst>
            <pc:docMk/>
            <pc:sldMk cId="2050195976" sldId="266"/>
            <ac:picMk id="7" creationId="{9751CE9D-982A-434F-282F-41D7BD6B065B}"/>
          </ac:picMkLst>
        </pc:picChg>
        <pc:cxnChg chg="add">
          <ac:chgData name="Robert de Groote" userId="2ce5265b-80a0-4fb8-a62a-8035e9b0c45a" providerId="ADAL" clId="{2F427DC0-94DD-4221-BDA8-C26CE314FA9F}" dt="2025-09-22T09:24:14.549" v="1496" actId="26606"/>
          <ac:cxnSpMkLst>
            <pc:docMk/>
            <pc:sldMk cId="2050195976" sldId="266"/>
            <ac:cxnSpMk id="11" creationId="{118E06E4-607B-144B-382B-AD3D06B1EE8C}"/>
          </ac:cxnSpMkLst>
        </pc:cxnChg>
        <pc:cxnChg chg="add">
          <ac:chgData name="Robert de Groote" userId="2ce5265b-80a0-4fb8-a62a-8035e9b0c45a" providerId="ADAL" clId="{2F427DC0-94DD-4221-BDA8-C26CE314FA9F}" dt="2025-09-22T09:24:14.549" v="1496" actId="26606"/>
          <ac:cxnSpMkLst>
            <pc:docMk/>
            <pc:sldMk cId="2050195976" sldId="266"/>
            <ac:cxnSpMk id="17" creationId="{B05D162C-996E-4B39-A3EF-DB9D0EEF2E33}"/>
          </ac:cxnSpMkLst>
        </pc:cxnChg>
      </pc:sldChg>
      <pc:sldChg chg="del ord">
        <pc:chgData name="Robert de Groote" userId="2ce5265b-80a0-4fb8-a62a-8035e9b0c45a" providerId="ADAL" clId="{2F427DC0-94DD-4221-BDA8-C26CE314FA9F}" dt="2025-09-25T12:49:33.624" v="34633" actId="47"/>
        <pc:sldMkLst>
          <pc:docMk/>
          <pc:sldMk cId="3657166026" sldId="274"/>
        </pc:sldMkLst>
      </pc:sldChg>
      <pc:sldChg chg="modSp mod modAnim">
        <pc:chgData name="Robert de Groote" userId="2ce5265b-80a0-4fb8-a62a-8035e9b0c45a" providerId="ADAL" clId="{2F427DC0-94DD-4221-BDA8-C26CE314FA9F}" dt="2025-09-29T17:43:38.860" v="57362"/>
        <pc:sldMkLst>
          <pc:docMk/>
          <pc:sldMk cId="1598828328" sldId="275"/>
        </pc:sldMkLst>
        <pc:spChg chg="mod">
          <ac:chgData name="Robert de Groote" userId="2ce5265b-80a0-4fb8-a62a-8035e9b0c45a" providerId="ADAL" clId="{2F427DC0-94DD-4221-BDA8-C26CE314FA9F}" dt="2025-09-19T13:54:17.034" v="568" actId="20577"/>
          <ac:spMkLst>
            <pc:docMk/>
            <pc:sldMk cId="1598828328" sldId="275"/>
            <ac:spMk id="3" creationId="{6DCA8270-DE95-7954-F4CE-BC121EC30AD1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713723776" sldId="28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168458889" sldId="28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613819666" sldId="28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83501042" sldId="28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799843916" sldId="288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850556459" sldId="29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874727719" sldId="29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95491915" sldId="294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076454938" sldId="295"/>
        </pc:sldMkLst>
      </pc:sldChg>
      <pc:sldChg chg="addSp delSp modSp del mod modTransition modAnim">
        <pc:chgData name="Robert de Groote" userId="2ce5265b-80a0-4fb8-a62a-8035e9b0c45a" providerId="ADAL" clId="{2F427DC0-94DD-4221-BDA8-C26CE314FA9F}" dt="2025-09-22T13:52:38.971" v="28211" actId="47"/>
        <pc:sldMkLst>
          <pc:docMk/>
          <pc:sldMk cId="2588820184" sldId="296"/>
        </pc:sldMkLst>
      </pc:sldChg>
      <pc:sldChg chg="addSp modSp mod ord modAnim">
        <pc:chgData name="Robert de Groote" userId="2ce5265b-80a0-4fb8-a62a-8035e9b0c45a" providerId="ADAL" clId="{2F427DC0-94DD-4221-BDA8-C26CE314FA9F}" dt="2025-09-30T06:18:55.627" v="57763" actId="20577"/>
        <pc:sldMkLst>
          <pc:docMk/>
          <pc:sldMk cId="1033322806" sldId="297"/>
        </pc:sldMkLst>
        <pc:spChg chg="mod">
          <ac:chgData name="Robert de Groote" userId="2ce5265b-80a0-4fb8-a62a-8035e9b0c45a" providerId="ADAL" clId="{2F427DC0-94DD-4221-BDA8-C26CE314FA9F}" dt="2025-09-25T06:05:11.520" v="32013" actId="20577"/>
          <ac:spMkLst>
            <pc:docMk/>
            <pc:sldMk cId="1033322806" sldId="297"/>
            <ac:spMk id="2" creationId="{FBA4DB54-AFE9-96D0-CBFB-F8ECC17FAC9B}"/>
          </ac:spMkLst>
        </pc:spChg>
        <pc:spChg chg="mod">
          <ac:chgData name="Robert de Groote" userId="2ce5265b-80a0-4fb8-a62a-8035e9b0c45a" providerId="ADAL" clId="{2F427DC0-94DD-4221-BDA8-C26CE314FA9F}" dt="2025-09-30T06:18:55.627" v="57763" actId="20577"/>
          <ac:spMkLst>
            <pc:docMk/>
            <pc:sldMk cId="1033322806" sldId="297"/>
            <ac:spMk id="3" creationId="{FC293A51-8BA9-583B-A56B-EFE4759DD12A}"/>
          </ac:spMkLst>
        </pc:spChg>
        <pc:spChg chg="add mod modVis">
          <ac:chgData name="Robert de Groote" userId="2ce5265b-80a0-4fb8-a62a-8035e9b0c45a" providerId="ADAL" clId="{2F427DC0-94DD-4221-BDA8-C26CE314FA9F}" dt="2025-09-25T11:13:03.792" v="32687" actId="14429"/>
          <ac:spMkLst>
            <pc:docMk/>
            <pc:sldMk cId="1033322806" sldId="297"/>
            <ac:spMk id="18" creationId="{838FE311-16CF-C102-1ADE-6AB00AADF7CB}"/>
          </ac:spMkLst>
        </pc:spChg>
        <pc:spChg chg="mod modVis">
          <ac:chgData name="Robert de Groote" userId="2ce5265b-80a0-4fb8-a62a-8035e9b0c45a" providerId="ADAL" clId="{2F427DC0-94DD-4221-BDA8-C26CE314FA9F}" dt="2025-09-25T11:13:04.226" v="32688" actId="14429"/>
          <ac:spMkLst>
            <pc:docMk/>
            <pc:sldMk cId="1033322806" sldId="297"/>
            <ac:spMk id="19" creationId="{DBB4ABE2-71A3-D0A1-F19D-8E8CD912AF1B}"/>
          </ac:spMkLst>
        </pc:spChg>
        <pc:spChg chg="mod modVis">
          <ac:chgData name="Robert de Groote" userId="2ce5265b-80a0-4fb8-a62a-8035e9b0c45a" providerId="ADAL" clId="{2F427DC0-94DD-4221-BDA8-C26CE314FA9F}" dt="2025-09-25T11:13:04.649" v="32689" actId="14429"/>
          <ac:spMkLst>
            <pc:docMk/>
            <pc:sldMk cId="1033322806" sldId="297"/>
            <ac:spMk id="20" creationId="{8A95544F-8FCD-8291-7371-D487C44129EE}"/>
          </ac:spMkLst>
        </pc:spChg>
        <pc:spChg chg="mod modVis">
          <ac:chgData name="Robert de Groote" userId="2ce5265b-80a0-4fb8-a62a-8035e9b0c45a" providerId="ADAL" clId="{2F427DC0-94DD-4221-BDA8-C26CE314FA9F}" dt="2025-09-25T11:13:05.266" v="32690" actId="14429"/>
          <ac:spMkLst>
            <pc:docMk/>
            <pc:sldMk cId="1033322806" sldId="297"/>
            <ac:spMk id="21" creationId="{68FA464D-DBB2-D739-BBC3-5B35AF957896}"/>
          </ac:spMkLst>
        </pc:spChg>
        <pc:spChg chg="mod modVis">
          <ac:chgData name="Robert de Groote" userId="2ce5265b-80a0-4fb8-a62a-8035e9b0c45a" providerId="ADAL" clId="{2F427DC0-94DD-4221-BDA8-C26CE314FA9F}" dt="2025-09-25T11:13:05.908" v="32691" actId="14429"/>
          <ac:spMkLst>
            <pc:docMk/>
            <pc:sldMk cId="1033322806" sldId="297"/>
            <ac:spMk id="22" creationId="{C8AD3D80-8C92-2D2F-889D-DE117AC75AA0}"/>
          </ac:spMkLst>
        </pc:spChg>
        <pc:spChg chg="mod modVis">
          <ac:chgData name="Robert de Groote" userId="2ce5265b-80a0-4fb8-a62a-8035e9b0c45a" providerId="ADAL" clId="{2F427DC0-94DD-4221-BDA8-C26CE314FA9F}" dt="2025-09-25T11:13:06.315" v="32692" actId="14429"/>
          <ac:spMkLst>
            <pc:docMk/>
            <pc:sldMk cId="1033322806" sldId="297"/>
            <ac:spMk id="23" creationId="{9AA9C3FC-000E-F2C9-9233-465CE28E3D65}"/>
          </ac:spMkLst>
        </pc:spChg>
        <pc:spChg chg="mod modVis">
          <ac:chgData name="Robert de Groote" userId="2ce5265b-80a0-4fb8-a62a-8035e9b0c45a" providerId="ADAL" clId="{2F427DC0-94DD-4221-BDA8-C26CE314FA9F}" dt="2025-09-25T11:13:06.809" v="32693" actId="14429"/>
          <ac:spMkLst>
            <pc:docMk/>
            <pc:sldMk cId="1033322806" sldId="297"/>
            <ac:spMk id="24" creationId="{05F9945E-8E13-9D7D-800E-58AD57A9730E}"/>
          </ac:spMkLst>
        </pc:spChg>
        <pc:spChg chg="mod modVis">
          <ac:chgData name="Robert de Groote" userId="2ce5265b-80a0-4fb8-a62a-8035e9b0c45a" providerId="ADAL" clId="{2F427DC0-94DD-4221-BDA8-C26CE314FA9F}" dt="2025-09-25T11:13:07.492" v="32694" actId="14429"/>
          <ac:spMkLst>
            <pc:docMk/>
            <pc:sldMk cId="1033322806" sldId="297"/>
            <ac:spMk id="25" creationId="{A0507795-3843-20D3-FFF5-514F630AD71B}"/>
          </ac:spMkLst>
        </pc:spChg>
        <pc:spChg chg="mod modVis">
          <ac:chgData name="Robert de Groote" userId="2ce5265b-80a0-4fb8-a62a-8035e9b0c45a" providerId="ADAL" clId="{2F427DC0-94DD-4221-BDA8-C26CE314FA9F}" dt="2025-09-25T11:13:07.906" v="32695" actId="14429"/>
          <ac:spMkLst>
            <pc:docMk/>
            <pc:sldMk cId="1033322806" sldId="297"/>
            <ac:spMk id="26" creationId="{3C708B8B-2247-4FA8-E50D-CAD18BA22AFA}"/>
          </ac:spMkLst>
        </pc:spChg>
        <pc:spChg chg="mod modVis">
          <ac:chgData name="Robert de Groote" userId="2ce5265b-80a0-4fb8-a62a-8035e9b0c45a" providerId="ADAL" clId="{2F427DC0-94DD-4221-BDA8-C26CE314FA9F}" dt="2025-09-25T11:13:08.381" v="32696" actId="14429"/>
          <ac:spMkLst>
            <pc:docMk/>
            <pc:sldMk cId="1033322806" sldId="297"/>
            <ac:spMk id="27" creationId="{5635A13C-1B1A-645A-BBC1-72864AFC3281}"/>
          </ac:spMkLst>
        </pc:spChg>
        <pc:spChg chg="add mod modVis">
          <ac:chgData name="Robert de Groote" userId="2ce5265b-80a0-4fb8-a62a-8035e9b0c45a" providerId="ADAL" clId="{2F427DC0-94DD-4221-BDA8-C26CE314FA9F}" dt="2025-09-25T11:13:08.974" v="32697" actId="14429"/>
          <ac:spMkLst>
            <pc:docMk/>
            <pc:sldMk cId="1033322806" sldId="297"/>
            <ac:spMk id="28" creationId="{B115868D-A809-ACC2-4177-69F9BCE00983}"/>
          </ac:spMkLst>
        </pc:spChg>
        <pc:spChg chg="mod modVis">
          <ac:chgData name="Robert de Groote" userId="2ce5265b-80a0-4fb8-a62a-8035e9b0c45a" providerId="ADAL" clId="{2F427DC0-94DD-4221-BDA8-C26CE314FA9F}" dt="2025-09-25T11:13:09.404" v="32698" actId="14429"/>
          <ac:spMkLst>
            <pc:docMk/>
            <pc:sldMk cId="1033322806" sldId="297"/>
            <ac:spMk id="29" creationId="{17C3BC00-4880-032C-A031-5946373319FC}"/>
          </ac:spMkLst>
        </pc:spChg>
        <pc:spChg chg="add mod modVis">
          <ac:chgData name="Robert de Groote" userId="2ce5265b-80a0-4fb8-a62a-8035e9b0c45a" providerId="ADAL" clId="{2F427DC0-94DD-4221-BDA8-C26CE314FA9F}" dt="2025-09-25T11:13:09.912" v="32699" actId="14429"/>
          <ac:spMkLst>
            <pc:docMk/>
            <pc:sldMk cId="1033322806" sldId="297"/>
            <ac:spMk id="30" creationId="{F48CA020-4532-0BA6-7D79-7A9CB14623F8}"/>
          </ac:spMkLst>
        </pc:spChg>
        <pc:spChg chg="mod modVis">
          <ac:chgData name="Robert de Groote" userId="2ce5265b-80a0-4fb8-a62a-8035e9b0c45a" providerId="ADAL" clId="{2F427DC0-94DD-4221-BDA8-C26CE314FA9F}" dt="2025-09-25T11:13:10.348" v="32700" actId="14429"/>
          <ac:spMkLst>
            <pc:docMk/>
            <pc:sldMk cId="1033322806" sldId="297"/>
            <ac:spMk id="31" creationId="{2280F75B-4246-E732-DB05-30DEFA2A7FCC}"/>
          </ac:spMkLst>
        </pc:spChg>
        <pc:spChg chg="mod modVis">
          <ac:chgData name="Robert de Groote" userId="2ce5265b-80a0-4fb8-a62a-8035e9b0c45a" providerId="ADAL" clId="{2F427DC0-94DD-4221-BDA8-C26CE314FA9F}" dt="2025-09-25T11:13:10.925" v="32701" actId="14429"/>
          <ac:spMkLst>
            <pc:docMk/>
            <pc:sldMk cId="1033322806" sldId="297"/>
            <ac:spMk id="32" creationId="{453D4E65-A108-83B3-2C22-369326347733}"/>
          </ac:spMkLst>
        </pc:spChg>
        <pc:spChg chg="mod">
          <ac:chgData name="Robert de Groote" userId="2ce5265b-80a0-4fb8-a62a-8035e9b0c45a" providerId="ADAL" clId="{2F427DC0-94DD-4221-BDA8-C26CE314FA9F}" dt="2025-09-25T06:08:33.135" v="32273"/>
          <ac:spMkLst>
            <pc:docMk/>
            <pc:sldMk cId="1033322806" sldId="297"/>
            <ac:spMk id="33" creationId="{E8DDDA0C-A0A0-CBB5-2717-E849086B0EC3}"/>
          </ac:spMkLst>
        </pc:spChg>
        <pc:spChg chg="mod">
          <ac:chgData name="Robert de Groote" userId="2ce5265b-80a0-4fb8-a62a-8035e9b0c45a" providerId="ADAL" clId="{2F427DC0-94DD-4221-BDA8-C26CE314FA9F}" dt="2025-09-25T06:08:33.135" v="32274"/>
          <ac:spMkLst>
            <pc:docMk/>
            <pc:sldMk cId="1033322806" sldId="297"/>
            <ac:spMk id="34" creationId="{D6B074A4-A791-A5C6-F73E-AD94661154AA}"/>
          </ac:spMkLst>
        </pc:spChg>
        <pc:spChg chg="mod">
          <ac:chgData name="Robert de Groote" userId="2ce5265b-80a0-4fb8-a62a-8035e9b0c45a" providerId="ADAL" clId="{2F427DC0-94DD-4221-BDA8-C26CE314FA9F}" dt="2025-09-25T06:08:33.135" v="32275"/>
          <ac:spMkLst>
            <pc:docMk/>
            <pc:sldMk cId="1033322806" sldId="297"/>
            <ac:spMk id="35" creationId="{C84B8C57-F0A1-49A3-B838-E17A9B2D3721}"/>
          </ac:spMkLst>
        </pc:spChg>
        <pc:spChg chg="mod">
          <ac:chgData name="Robert de Groote" userId="2ce5265b-80a0-4fb8-a62a-8035e9b0c45a" providerId="ADAL" clId="{2F427DC0-94DD-4221-BDA8-C26CE314FA9F}" dt="2025-09-25T06:08:33.135" v="32276"/>
          <ac:spMkLst>
            <pc:docMk/>
            <pc:sldMk cId="1033322806" sldId="297"/>
            <ac:spMk id="36" creationId="{F9756445-6C09-3518-0D81-8B69FA052F04}"/>
          </ac:spMkLst>
        </pc:spChg>
        <pc:spChg chg="mod">
          <ac:chgData name="Robert de Groote" userId="2ce5265b-80a0-4fb8-a62a-8035e9b0c45a" providerId="ADAL" clId="{2F427DC0-94DD-4221-BDA8-C26CE314FA9F}" dt="2025-09-25T06:08:33.135" v="32277"/>
          <ac:spMkLst>
            <pc:docMk/>
            <pc:sldMk cId="1033322806" sldId="297"/>
            <ac:spMk id="37" creationId="{92345A18-C726-141C-BC5E-EBE58893C2BB}"/>
          </ac:spMkLst>
        </pc:spChg>
        <pc:spChg chg="add mod">
          <ac:chgData name="Robert de Groote" userId="2ce5265b-80a0-4fb8-a62a-8035e9b0c45a" providerId="ADAL" clId="{2F427DC0-94DD-4221-BDA8-C26CE314FA9F}" dt="2025-09-25T06:08:33.135" v="32278"/>
          <ac:spMkLst>
            <pc:docMk/>
            <pc:sldMk cId="1033322806" sldId="297"/>
            <ac:spMk id="38" creationId="{2ABB55C4-5308-D326-D99B-AF9FB3A99C7C}"/>
          </ac:spMkLst>
        </pc:spChg>
        <pc:spChg chg="add mod">
          <ac:chgData name="Robert de Groote" userId="2ce5265b-80a0-4fb8-a62a-8035e9b0c45a" providerId="ADAL" clId="{2F427DC0-94DD-4221-BDA8-C26CE314FA9F}" dt="2025-09-25T06:08:33.135" v="32279"/>
          <ac:spMkLst>
            <pc:docMk/>
            <pc:sldMk cId="1033322806" sldId="297"/>
            <ac:spMk id="39" creationId="{897CD9FC-A695-C151-AF0E-1DF721BCA01B}"/>
          </ac:spMkLst>
        </pc:spChg>
        <pc:spChg chg="mod">
          <ac:chgData name="Robert de Groote" userId="2ce5265b-80a0-4fb8-a62a-8035e9b0c45a" providerId="ADAL" clId="{2F427DC0-94DD-4221-BDA8-C26CE314FA9F}" dt="2025-09-25T06:08:33.135" v="32280"/>
          <ac:spMkLst>
            <pc:docMk/>
            <pc:sldMk cId="1033322806" sldId="297"/>
            <ac:spMk id="40" creationId="{753685A1-025C-8F84-E551-5F5C75E9F88B}"/>
          </ac:spMkLst>
        </pc:spChg>
        <pc:spChg chg="mod">
          <ac:chgData name="Robert de Groote" userId="2ce5265b-80a0-4fb8-a62a-8035e9b0c45a" providerId="ADAL" clId="{2F427DC0-94DD-4221-BDA8-C26CE314FA9F}" dt="2025-09-25T06:08:33.135" v="32281"/>
          <ac:spMkLst>
            <pc:docMk/>
            <pc:sldMk cId="1033322806" sldId="297"/>
            <ac:spMk id="41" creationId="{4766227D-54D5-C726-49DE-9EAC734C9E94}"/>
          </ac:spMkLst>
        </pc:spChg>
        <pc:spChg chg="mod">
          <ac:chgData name="Robert de Groote" userId="2ce5265b-80a0-4fb8-a62a-8035e9b0c45a" providerId="ADAL" clId="{2F427DC0-94DD-4221-BDA8-C26CE314FA9F}" dt="2025-09-25T06:08:33.135" v="32282"/>
          <ac:spMkLst>
            <pc:docMk/>
            <pc:sldMk cId="1033322806" sldId="297"/>
            <ac:spMk id="42" creationId="{D87015E9-234C-1A68-1456-13A7EC21845D}"/>
          </ac:spMkLst>
        </pc:spChg>
        <pc:spChg chg="mod">
          <ac:chgData name="Robert de Groote" userId="2ce5265b-80a0-4fb8-a62a-8035e9b0c45a" providerId="ADAL" clId="{2F427DC0-94DD-4221-BDA8-C26CE314FA9F}" dt="2025-09-25T06:08:33.135" v="32283"/>
          <ac:spMkLst>
            <pc:docMk/>
            <pc:sldMk cId="1033322806" sldId="297"/>
            <ac:spMk id="43" creationId="{3F929ABB-5AFF-66C4-2303-B7742A90D047}"/>
          </ac:spMkLst>
        </pc:spChg>
        <pc:spChg chg="mod">
          <ac:chgData name="Robert de Groote" userId="2ce5265b-80a0-4fb8-a62a-8035e9b0c45a" providerId="ADAL" clId="{2F427DC0-94DD-4221-BDA8-C26CE314FA9F}" dt="2025-09-25T06:08:33.135" v="32284"/>
          <ac:spMkLst>
            <pc:docMk/>
            <pc:sldMk cId="1033322806" sldId="297"/>
            <ac:spMk id="44" creationId="{514748E9-632D-E974-238B-BFAEA12057C4}"/>
          </ac:spMkLst>
        </pc:spChg>
        <pc:spChg chg="mod">
          <ac:chgData name="Robert de Groote" userId="2ce5265b-80a0-4fb8-a62a-8035e9b0c45a" providerId="ADAL" clId="{2F427DC0-94DD-4221-BDA8-C26CE314FA9F}" dt="2025-09-25T06:08:33.135" v="32285"/>
          <ac:spMkLst>
            <pc:docMk/>
            <pc:sldMk cId="1033322806" sldId="297"/>
            <ac:spMk id="45" creationId="{82DB267A-C060-F7FB-011D-D53FF38B1F69}"/>
          </ac:spMkLst>
        </pc:spChg>
        <pc:spChg chg="mod">
          <ac:chgData name="Robert de Groote" userId="2ce5265b-80a0-4fb8-a62a-8035e9b0c45a" providerId="ADAL" clId="{2F427DC0-94DD-4221-BDA8-C26CE314FA9F}" dt="2025-09-25T06:08:33.135" v="32286"/>
          <ac:spMkLst>
            <pc:docMk/>
            <pc:sldMk cId="1033322806" sldId="297"/>
            <ac:spMk id="46" creationId="{678867D9-1F01-8590-C9A4-37FFD6D38893}"/>
          </ac:spMkLst>
        </pc:spChg>
        <pc:spChg chg="mod">
          <ac:chgData name="Robert de Groote" userId="2ce5265b-80a0-4fb8-a62a-8035e9b0c45a" providerId="ADAL" clId="{2F427DC0-94DD-4221-BDA8-C26CE314FA9F}" dt="2025-09-25T07:05:19.933" v="32360" actId="20577"/>
          <ac:spMkLst>
            <pc:docMk/>
            <pc:sldMk cId="1033322806" sldId="297"/>
            <ac:spMk id="47" creationId="{22B6232C-AA91-3B32-B6F9-FFDBE5D5BA7B}"/>
          </ac:spMkLst>
        </pc:spChg>
        <pc:spChg chg="mod">
          <ac:chgData name="Robert de Groote" userId="2ce5265b-80a0-4fb8-a62a-8035e9b0c45a" providerId="ADAL" clId="{2F427DC0-94DD-4221-BDA8-C26CE314FA9F}" dt="2025-09-25T06:08:33.135" v="32288"/>
          <ac:spMkLst>
            <pc:docMk/>
            <pc:sldMk cId="1033322806" sldId="297"/>
            <ac:spMk id="48" creationId="{482B9079-3021-85C6-106D-E626BAF6709F}"/>
          </ac:spMkLst>
        </pc:spChg>
        <pc:spChg chg="mod">
          <ac:chgData name="Robert de Groote" userId="2ce5265b-80a0-4fb8-a62a-8035e9b0c45a" providerId="ADAL" clId="{2F427DC0-94DD-4221-BDA8-C26CE314FA9F}" dt="2025-09-25T07:05:22.453" v="32363" actId="20577"/>
          <ac:spMkLst>
            <pc:docMk/>
            <pc:sldMk cId="1033322806" sldId="297"/>
            <ac:spMk id="49" creationId="{F95D1075-C2D0-C70F-F99D-A29C9BDECF06}"/>
          </ac:spMkLst>
        </pc:spChg>
        <pc:spChg chg="mod">
          <ac:chgData name="Robert de Groote" userId="2ce5265b-80a0-4fb8-a62a-8035e9b0c45a" providerId="ADAL" clId="{2F427DC0-94DD-4221-BDA8-C26CE314FA9F}" dt="2025-09-25T06:08:33.135" v="32290"/>
          <ac:spMkLst>
            <pc:docMk/>
            <pc:sldMk cId="1033322806" sldId="297"/>
            <ac:spMk id="50" creationId="{D84613A5-9ED6-F61F-78D8-4FE6582B9790}"/>
          </ac:spMkLst>
        </pc:spChg>
        <pc:spChg chg="mod">
          <ac:chgData name="Robert de Groote" userId="2ce5265b-80a0-4fb8-a62a-8035e9b0c45a" providerId="ADAL" clId="{2F427DC0-94DD-4221-BDA8-C26CE314FA9F}" dt="2025-09-25T07:05:28.906" v="32366" actId="20577"/>
          <ac:spMkLst>
            <pc:docMk/>
            <pc:sldMk cId="1033322806" sldId="297"/>
            <ac:spMk id="51" creationId="{66AA79EF-99BC-34CE-A8C4-4CE10E9E55D4}"/>
          </ac:spMkLst>
        </pc:spChg>
        <pc:spChg chg="add mod">
          <ac:chgData name="Robert de Groote" userId="2ce5265b-80a0-4fb8-a62a-8035e9b0c45a" providerId="ADAL" clId="{2F427DC0-94DD-4221-BDA8-C26CE314FA9F}" dt="2025-09-25T06:08:33.135" v="32292"/>
          <ac:spMkLst>
            <pc:docMk/>
            <pc:sldMk cId="1033322806" sldId="297"/>
            <ac:spMk id="52" creationId="{BC5C8901-7C3D-CDD7-F13B-C58AD2EF8F82}"/>
          </ac:spMkLst>
        </pc:spChg>
        <pc:spChg chg="mod">
          <ac:chgData name="Robert de Groote" userId="2ce5265b-80a0-4fb8-a62a-8035e9b0c45a" providerId="ADAL" clId="{2F427DC0-94DD-4221-BDA8-C26CE314FA9F}" dt="2025-09-25T07:05:31.349" v="32369" actId="20577"/>
          <ac:spMkLst>
            <pc:docMk/>
            <pc:sldMk cId="1033322806" sldId="297"/>
            <ac:spMk id="53" creationId="{B700EDCA-0022-CE28-1CD6-43D34955BE3F}"/>
          </ac:spMkLst>
        </pc:spChg>
        <pc:spChg chg="add mod">
          <ac:chgData name="Robert de Groote" userId="2ce5265b-80a0-4fb8-a62a-8035e9b0c45a" providerId="ADAL" clId="{2F427DC0-94DD-4221-BDA8-C26CE314FA9F}" dt="2025-09-25T06:08:33.135" v="32294"/>
          <ac:spMkLst>
            <pc:docMk/>
            <pc:sldMk cId="1033322806" sldId="297"/>
            <ac:spMk id="54" creationId="{2A61E73E-A93A-6A11-7969-94B6FF023971}"/>
          </ac:spMkLst>
        </pc:spChg>
        <pc:spChg chg="mod">
          <ac:chgData name="Robert de Groote" userId="2ce5265b-80a0-4fb8-a62a-8035e9b0c45a" providerId="ADAL" clId="{2F427DC0-94DD-4221-BDA8-C26CE314FA9F}" dt="2025-09-25T07:05:34.908" v="32371" actId="20577"/>
          <ac:spMkLst>
            <pc:docMk/>
            <pc:sldMk cId="1033322806" sldId="297"/>
            <ac:spMk id="55" creationId="{0834344C-D89C-2309-2FD4-BE18DDEAD5D8}"/>
          </ac:spMkLst>
        </pc:spChg>
        <pc:spChg chg="mod">
          <ac:chgData name="Robert de Groote" userId="2ce5265b-80a0-4fb8-a62a-8035e9b0c45a" providerId="ADAL" clId="{2F427DC0-94DD-4221-BDA8-C26CE314FA9F}" dt="2025-09-25T06:08:33.135" v="32296"/>
          <ac:spMkLst>
            <pc:docMk/>
            <pc:sldMk cId="1033322806" sldId="297"/>
            <ac:spMk id="56" creationId="{D6010DA4-C116-3682-E05C-01398013C4F6}"/>
          </ac:spMkLst>
        </pc:spChg>
        <pc:spChg chg="mod">
          <ac:chgData name="Robert de Groote" userId="2ce5265b-80a0-4fb8-a62a-8035e9b0c45a" providerId="ADAL" clId="{2F427DC0-94DD-4221-BDA8-C26CE314FA9F}" dt="2025-09-25T07:05:39.050" v="32374" actId="20577"/>
          <ac:spMkLst>
            <pc:docMk/>
            <pc:sldMk cId="1033322806" sldId="297"/>
            <ac:spMk id="57" creationId="{7A2EECB5-A009-F4FD-E27D-9A1E603F50D1}"/>
          </ac:spMkLst>
        </pc:spChg>
        <pc:spChg chg="mod">
          <ac:chgData name="Robert de Groote" userId="2ce5265b-80a0-4fb8-a62a-8035e9b0c45a" providerId="ADAL" clId="{2F427DC0-94DD-4221-BDA8-C26CE314FA9F}" dt="2025-09-25T06:08:33.135" v="32298"/>
          <ac:spMkLst>
            <pc:docMk/>
            <pc:sldMk cId="1033322806" sldId="297"/>
            <ac:spMk id="58" creationId="{B27620C2-CB0A-869B-A78F-33C9CC6DE5CB}"/>
          </ac:spMkLst>
        </pc:spChg>
        <pc:spChg chg="mod">
          <ac:chgData name="Robert de Groote" userId="2ce5265b-80a0-4fb8-a62a-8035e9b0c45a" providerId="ADAL" clId="{2F427DC0-94DD-4221-BDA8-C26CE314FA9F}" dt="2025-09-25T06:08:33.135" v="32299"/>
          <ac:spMkLst>
            <pc:docMk/>
            <pc:sldMk cId="1033322806" sldId="297"/>
            <ac:spMk id="59" creationId="{8EE6A1D2-F1CD-6371-031F-747053CA5924}"/>
          </ac:spMkLst>
        </pc:spChg>
        <pc:spChg chg="mod">
          <ac:chgData name="Robert de Groote" userId="2ce5265b-80a0-4fb8-a62a-8035e9b0c45a" providerId="ADAL" clId="{2F427DC0-94DD-4221-BDA8-C26CE314FA9F}" dt="2025-09-25T06:08:33.135" v="32300"/>
          <ac:spMkLst>
            <pc:docMk/>
            <pc:sldMk cId="1033322806" sldId="297"/>
            <ac:spMk id="60" creationId="{A9ED64EC-9C59-F5CE-F96C-A1C2FADA5EB1}"/>
          </ac:spMkLst>
        </pc:spChg>
        <pc:spChg chg="mod">
          <ac:chgData name="Robert de Groote" userId="2ce5265b-80a0-4fb8-a62a-8035e9b0c45a" providerId="ADAL" clId="{2F427DC0-94DD-4221-BDA8-C26CE314FA9F}" dt="2025-09-25T07:05:43.723" v="32378" actId="6549"/>
          <ac:spMkLst>
            <pc:docMk/>
            <pc:sldMk cId="1033322806" sldId="297"/>
            <ac:spMk id="61" creationId="{1B31957B-E259-7C82-049D-36337228F0A1}"/>
          </ac:spMkLst>
        </pc:spChg>
        <pc:spChg chg="mod">
          <ac:chgData name="Robert de Groote" userId="2ce5265b-80a0-4fb8-a62a-8035e9b0c45a" providerId="ADAL" clId="{2F427DC0-94DD-4221-BDA8-C26CE314FA9F}" dt="2025-09-25T06:08:33.135" v="32302"/>
          <ac:spMkLst>
            <pc:docMk/>
            <pc:sldMk cId="1033322806" sldId="297"/>
            <ac:spMk id="62" creationId="{C55163C1-6F5B-B9BC-C8BF-9B5F2389C481}"/>
          </ac:spMkLst>
        </pc:spChg>
        <pc:spChg chg="mod">
          <ac:chgData name="Robert de Groote" userId="2ce5265b-80a0-4fb8-a62a-8035e9b0c45a" providerId="ADAL" clId="{2F427DC0-94DD-4221-BDA8-C26CE314FA9F}" dt="2025-09-25T07:05:46.549" v="32381" actId="20577"/>
          <ac:spMkLst>
            <pc:docMk/>
            <pc:sldMk cId="1033322806" sldId="297"/>
            <ac:spMk id="63" creationId="{E96BF3B3-D881-7A49-6F14-8A38363C50D9}"/>
          </ac:spMkLst>
        </pc:spChg>
        <pc:spChg chg="mod">
          <ac:chgData name="Robert de Groote" userId="2ce5265b-80a0-4fb8-a62a-8035e9b0c45a" providerId="ADAL" clId="{2F427DC0-94DD-4221-BDA8-C26CE314FA9F}" dt="2025-09-25T06:08:33.135" v="32304"/>
          <ac:spMkLst>
            <pc:docMk/>
            <pc:sldMk cId="1033322806" sldId="297"/>
            <ac:spMk id="64" creationId="{C20C5882-31E0-03C7-D505-B25511885453}"/>
          </ac:spMkLst>
        </pc:spChg>
        <pc:spChg chg="mod">
          <ac:chgData name="Robert de Groote" userId="2ce5265b-80a0-4fb8-a62a-8035e9b0c45a" providerId="ADAL" clId="{2F427DC0-94DD-4221-BDA8-C26CE314FA9F}" dt="2025-09-25T07:05:49.191" v="32384" actId="20577"/>
          <ac:spMkLst>
            <pc:docMk/>
            <pc:sldMk cId="1033322806" sldId="297"/>
            <ac:spMk id="65" creationId="{974AEA76-9C55-C650-E372-9510602EEA17}"/>
          </ac:spMkLst>
        </pc:spChg>
        <pc:spChg chg="mod">
          <ac:chgData name="Robert de Groote" userId="2ce5265b-80a0-4fb8-a62a-8035e9b0c45a" providerId="ADAL" clId="{2F427DC0-94DD-4221-BDA8-C26CE314FA9F}" dt="2025-09-25T06:08:33.135" v="32306"/>
          <ac:spMkLst>
            <pc:docMk/>
            <pc:sldMk cId="1033322806" sldId="297"/>
            <ac:spMk id="66" creationId="{5A981C15-5AF5-4F64-E978-C1F015E30176}"/>
          </ac:spMkLst>
        </pc:spChg>
        <pc:spChg chg="mod">
          <ac:chgData name="Robert de Groote" userId="2ce5265b-80a0-4fb8-a62a-8035e9b0c45a" providerId="ADAL" clId="{2F427DC0-94DD-4221-BDA8-C26CE314FA9F}" dt="2025-09-25T07:05:51.732" v="32385" actId="20577"/>
          <ac:spMkLst>
            <pc:docMk/>
            <pc:sldMk cId="1033322806" sldId="297"/>
            <ac:spMk id="67" creationId="{F895F30B-5892-8D71-C9BE-619A5754B16E}"/>
          </ac:spMkLst>
        </pc:spChg>
        <pc:spChg chg="add mod">
          <ac:chgData name="Robert de Groote" userId="2ce5265b-80a0-4fb8-a62a-8035e9b0c45a" providerId="ADAL" clId="{2F427DC0-94DD-4221-BDA8-C26CE314FA9F}" dt="2025-09-25T06:08:33.135" v="32308"/>
          <ac:spMkLst>
            <pc:docMk/>
            <pc:sldMk cId="1033322806" sldId="297"/>
            <ac:spMk id="68" creationId="{F3B26167-52D8-EAA2-41E7-087AB192DA7D}"/>
          </ac:spMkLst>
        </pc:spChg>
        <pc:spChg chg="mod">
          <ac:chgData name="Robert de Groote" userId="2ce5265b-80a0-4fb8-a62a-8035e9b0c45a" providerId="ADAL" clId="{2F427DC0-94DD-4221-BDA8-C26CE314FA9F}" dt="2025-09-25T07:05:53.626" v="32386" actId="20577"/>
          <ac:spMkLst>
            <pc:docMk/>
            <pc:sldMk cId="1033322806" sldId="297"/>
            <ac:spMk id="69" creationId="{7BD8C3F4-1D2B-235D-B51D-BF5808F4A605}"/>
          </ac:spMkLst>
        </pc:spChg>
        <pc:spChg chg="mod">
          <ac:chgData name="Robert de Groote" userId="2ce5265b-80a0-4fb8-a62a-8035e9b0c45a" providerId="ADAL" clId="{2F427DC0-94DD-4221-BDA8-C26CE314FA9F}" dt="2025-09-25T06:08:33.135" v="32310"/>
          <ac:spMkLst>
            <pc:docMk/>
            <pc:sldMk cId="1033322806" sldId="297"/>
            <ac:spMk id="70" creationId="{86760C91-71F3-287D-F4F2-B459A0A7683C}"/>
          </ac:spMkLst>
        </pc:spChg>
        <pc:spChg chg="mod">
          <ac:chgData name="Robert de Groote" userId="2ce5265b-80a0-4fb8-a62a-8035e9b0c45a" providerId="ADAL" clId="{2F427DC0-94DD-4221-BDA8-C26CE314FA9F}" dt="2025-09-25T07:05:55.059" v="32387" actId="20577"/>
          <ac:spMkLst>
            <pc:docMk/>
            <pc:sldMk cId="1033322806" sldId="297"/>
            <ac:spMk id="71" creationId="{F2EDC24B-4FE3-F0E3-4723-9AE821C69427}"/>
          </ac:spMkLst>
        </pc:spChg>
        <pc:spChg chg="mod">
          <ac:chgData name="Robert de Groote" userId="2ce5265b-80a0-4fb8-a62a-8035e9b0c45a" providerId="ADAL" clId="{2F427DC0-94DD-4221-BDA8-C26CE314FA9F}" dt="2025-09-25T06:08:33.135" v="32312"/>
          <ac:spMkLst>
            <pc:docMk/>
            <pc:sldMk cId="1033322806" sldId="297"/>
            <ac:spMk id="72" creationId="{F87F95E0-B3B5-DCF5-0A99-D318B3EE44F3}"/>
          </ac:spMkLst>
        </pc:spChg>
        <pc:spChg chg="mod">
          <ac:chgData name="Robert de Groote" userId="2ce5265b-80a0-4fb8-a62a-8035e9b0c45a" providerId="ADAL" clId="{2F427DC0-94DD-4221-BDA8-C26CE314FA9F}" dt="2025-09-25T06:08:33.150" v="32313"/>
          <ac:spMkLst>
            <pc:docMk/>
            <pc:sldMk cId="1033322806" sldId="297"/>
            <ac:spMk id="73" creationId="{A55ECFA6-C61E-2C17-FFEE-AE9833EE634D}"/>
          </ac:spMkLst>
        </pc:spChg>
        <pc:spChg chg="mod">
          <ac:chgData name="Robert de Groote" userId="2ce5265b-80a0-4fb8-a62a-8035e9b0c45a" providerId="ADAL" clId="{2F427DC0-94DD-4221-BDA8-C26CE314FA9F}" dt="2025-09-25T07:05:56.470" v="32388" actId="20577"/>
          <ac:spMkLst>
            <pc:docMk/>
            <pc:sldMk cId="1033322806" sldId="297"/>
            <ac:spMk id="74" creationId="{B2F1E99D-709E-703D-4D1B-861F84ABEC6F}"/>
          </ac:spMkLst>
        </pc:spChg>
        <pc:spChg chg="add mod">
          <ac:chgData name="Robert de Groote" userId="2ce5265b-80a0-4fb8-a62a-8035e9b0c45a" providerId="ADAL" clId="{2F427DC0-94DD-4221-BDA8-C26CE314FA9F}" dt="2025-09-25T07:05:57.754" v="32390" actId="20577"/>
          <ac:spMkLst>
            <pc:docMk/>
            <pc:sldMk cId="1033322806" sldId="297"/>
            <ac:spMk id="75" creationId="{A0EBBBF8-7D5C-2B02-A9B9-00BFAA3EEAA2}"/>
          </ac:spMkLst>
        </pc:spChg>
        <pc:spChg chg="add mod">
          <ac:chgData name="Robert de Groote" userId="2ce5265b-80a0-4fb8-a62a-8035e9b0c45a" providerId="ADAL" clId="{2F427DC0-94DD-4221-BDA8-C26CE314FA9F}" dt="2025-09-25T06:08:33.150" v="32316"/>
          <ac:spMkLst>
            <pc:docMk/>
            <pc:sldMk cId="1033322806" sldId="297"/>
            <ac:spMk id="76" creationId="{1C562DBB-4810-A71F-102F-CD08CF0E5498}"/>
          </ac:spMkLst>
        </pc:spChg>
        <pc:spChg chg="mod">
          <ac:chgData name="Robert de Groote" userId="2ce5265b-80a0-4fb8-a62a-8035e9b0c45a" providerId="ADAL" clId="{2F427DC0-94DD-4221-BDA8-C26CE314FA9F}" dt="2025-09-25T06:08:33.150" v="32317"/>
          <ac:spMkLst>
            <pc:docMk/>
            <pc:sldMk cId="1033322806" sldId="297"/>
            <ac:spMk id="77" creationId="{E74CCBAC-DE6A-C5F7-EA89-B7621ECC1D97}"/>
          </ac:spMkLst>
        </pc:spChg>
        <pc:grpChg chg="mod">
          <ac:chgData name="Robert de Groote" userId="2ce5265b-80a0-4fb8-a62a-8035e9b0c45a" providerId="ADAL" clId="{2F427DC0-94DD-4221-BDA8-C26CE314FA9F}" dt="2025-09-25T06:08:33.150" v="32318"/>
          <ac:grpSpMkLst>
            <pc:docMk/>
            <pc:sldMk cId="1033322806" sldId="297"/>
            <ac:grpSpMk id="78" creationId="{C90602F6-A0CC-4340-6E45-5F70EAA1DBAD}"/>
          </ac:grpSpMkLst>
        </pc:grpChg>
        <pc:grpChg chg="mod">
          <ac:chgData name="Robert de Groote" userId="2ce5265b-80a0-4fb8-a62a-8035e9b0c45a" providerId="ADAL" clId="{2F427DC0-94DD-4221-BDA8-C26CE314FA9F}" dt="2025-09-25T06:08:33.150" v="32319"/>
          <ac:grpSpMkLst>
            <pc:docMk/>
            <pc:sldMk cId="1033322806" sldId="297"/>
            <ac:grpSpMk id="81" creationId="{55643F21-6CF2-BCDD-0EB9-ABF775B17832}"/>
          </ac:grpSpMkLst>
        </pc:grpChg>
        <pc:cxnChg chg="mod">
          <ac:chgData name="Robert de Groote" userId="2ce5265b-80a0-4fb8-a62a-8035e9b0c45a" providerId="ADAL" clId="{2F427DC0-94DD-4221-BDA8-C26CE314FA9F}" dt="2025-09-25T06:08:33.119" v="32244"/>
          <ac:cxnSpMkLst>
            <pc:docMk/>
            <pc:sldMk cId="1033322806" sldId="297"/>
            <ac:cxnSpMk id="4" creationId="{969A9A3E-4617-2138-53D2-B9FFBFAEDB52}"/>
          </ac:cxnSpMkLst>
        </pc:cxnChg>
        <pc:cxnChg chg="mod">
          <ac:chgData name="Robert de Groote" userId="2ce5265b-80a0-4fb8-a62a-8035e9b0c45a" providerId="ADAL" clId="{2F427DC0-94DD-4221-BDA8-C26CE314FA9F}" dt="2025-09-25T06:08:33.119" v="32245"/>
          <ac:cxnSpMkLst>
            <pc:docMk/>
            <pc:sldMk cId="1033322806" sldId="297"/>
            <ac:cxnSpMk id="5" creationId="{8DC28F43-C33C-DB28-32C5-CE4175E78A1E}"/>
          </ac:cxnSpMkLst>
        </pc:cxnChg>
        <pc:cxnChg chg="mod">
          <ac:chgData name="Robert de Groote" userId="2ce5265b-80a0-4fb8-a62a-8035e9b0c45a" providerId="ADAL" clId="{2F427DC0-94DD-4221-BDA8-C26CE314FA9F}" dt="2025-09-25T06:08:33.119" v="32246"/>
          <ac:cxnSpMkLst>
            <pc:docMk/>
            <pc:sldMk cId="1033322806" sldId="297"/>
            <ac:cxnSpMk id="6" creationId="{CE858404-01BF-D6E7-A803-69361108C136}"/>
          </ac:cxnSpMkLst>
        </pc:cxnChg>
        <pc:cxnChg chg="mod">
          <ac:chgData name="Robert de Groote" userId="2ce5265b-80a0-4fb8-a62a-8035e9b0c45a" providerId="ADAL" clId="{2F427DC0-94DD-4221-BDA8-C26CE314FA9F}" dt="2025-09-25T06:08:33.119" v="32247"/>
          <ac:cxnSpMkLst>
            <pc:docMk/>
            <pc:sldMk cId="1033322806" sldId="297"/>
            <ac:cxnSpMk id="7" creationId="{6272729B-5F65-BDF9-BF20-3E1F374B6605}"/>
          </ac:cxnSpMkLst>
        </pc:cxnChg>
        <pc:cxnChg chg="mod">
          <ac:chgData name="Robert de Groote" userId="2ce5265b-80a0-4fb8-a62a-8035e9b0c45a" providerId="ADAL" clId="{2F427DC0-94DD-4221-BDA8-C26CE314FA9F}" dt="2025-09-25T06:08:33.119" v="32248"/>
          <ac:cxnSpMkLst>
            <pc:docMk/>
            <pc:sldMk cId="1033322806" sldId="297"/>
            <ac:cxnSpMk id="8" creationId="{AA5A1B0F-98F8-89DD-5739-6CE36803D80D}"/>
          </ac:cxnSpMkLst>
        </pc:cxnChg>
        <pc:cxnChg chg="mod">
          <ac:chgData name="Robert de Groote" userId="2ce5265b-80a0-4fb8-a62a-8035e9b0c45a" providerId="ADAL" clId="{2F427DC0-94DD-4221-BDA8-C26CE314FA9F}" dt="2025-09-25T11:13:01.447" v="32686" actId="14100"/>
          <ac:cxnSpMkLst>
            <pc:docMk/>
            <pc:sldMk cId="1033322806" sldId="297"/>
            <ac:cxnSpMk id="9" creationId="{C31C901F-536D-7757-9020-96AC260FDC8F}"/>
          </ac:cxnSpMkLst>
        </pc:cxnChg>
        <pc:cxnChg chg="mod">
          <ac:chgData name="Robert de Groote" userId="2ce5265b-80a0-4fb8-a62a-8035e9b0c45a" providerId="ADAL" clId="{2F427DC0-94DD-4221-BDA8-C26CE314FA9F}" dt="2025-09-25T06:08:33.119" v="32250"/>
          <ac:cxnSpMkLst>
            <pc:docMk/>
            <pc:sldMk cId="1033322806" sldId="297"/>
            <ac:cxnSpMk id="10" creationId="{43082792-8458-AFE6-552E-833A2888E100}"/>
          </ac:cxnSpMkLst>
        </pc:cxnChg>
        <pc:cxnChg chg="mod">
          <ac:chgData name="Robert de Groote" userId="2ce5265b-80a0-4fb8-a62a-8035e9b0c45a" providerId="ADAL" clId="{2F427DC0-94DD-4221-BDA8-C26CE314FA9F}" dt="2025-09-25T06:08:33.119" v="32251"/>
          <ac:cxnSpMkLst>
            <pc:docMk/>
            <pc:sldMk cId="1033322806" sldId="297"/>
            <ac:cxnSpMk id="11" creationId="{BC0978AF-CBDC-5A10-B6CE-317081F3583A}"/>
          </ac:cxnSpMkLst>
        </pc:cxnChg>
        <pc:cxnChg chg="mod">
          <ac:chgData name="Robert de Groote" userId="2ce5265b-80a0-4fb8-a62a-8035e9b0c45a" providerId="ADAL" clId="{2F427DC0-94DD-4221-BDA8-C26CE314FA9F}" dt="2025-09-25T06:08:33.119" v="32252"/>
          <ac:cxnSpMkLst>
            <pc:docMk/>
            <pc:sldMk cId="1033322806" sldId="297"/>
            <ac:cxnSpMk id="12" creationId="{F7DAB5DE-AF04-6972-3AAF-7A01BCE9CC28}"/>
          </ac:cxnSpMkLst>
        </pc:cxnChg>
        <pc:cxnChg chg="mod">
          <ac:chgData name="Robert de Groote" userId="2ce5265b-80a0-4fb8-a62a-8035e9b0c45a" providerId="ADAL" clId="{2F427DC0-94DD-4221-BDA8-C26CE314FA9F}" dt="2025-09-25T06:08:33.119" v="32253"/>
          <ac:cxnSpMkLst>
            <pc:docMk/>
            <pc:sldMk cId="1033322806" sldId="297"/>
            <ac:cxnSpMk id="13" creationId="{048CD30B-54FE-BDA5-9EBC-35FC1D8F3599}"/>
          </ac:cxnSpMkLst>
        </pc:cxnChg>
        <pc:cxnChg chg="mod">
          <ac:chgData name="Robert de Groote" userId="2ce5265b-80a0-4fb8-a62a-8035e9b0c45a" providerId="ADAL" clId="{2F427DC0-94DD-4221-BDA8-C26CE314FA9F}" dt="2025-09-25T06:08:33.119" v="32254"/>
          <ac:cxnSpMkLst>
            <pc:docMk/>
            <pc:sldMk cId="1033322806" sldId="297"/>
            <ac:cxnSpMk id="14" creationId="{76E05345-05A6-2F51-FBD2-C962B8E7C091}"/>
          </ac:cxnSpMkLst>
        </pc:cxnChg>
        <pc:cxnChg chg="mod">
          <ac:chgData name="Robert de Groote" userId="2ce5265b-80a0-4fb8-a62a-8035e9b0c45a" providerId="ADAL" clId="{2F427DC0-94DD-4221-BDA8-C26CE314FA9F}" dt="2025-09-25T06:08:33.119" v="32255"/>
          <ac:cxnSpMkLst>
            <pc:docMk/>
            <pc:sldMk cId="1033322806" sldId="297"/>
            <ac:cxnSpMk id="15" creationId="{ADEC3544-1AEA-48E7-E89B-056F0BE840DE}"/>
          </ac:cxnSpMkLst>
        </pc:cxnChg>
        <pc:cxnChg chg="mod">
          <ac:chgData name="Robert de Groote" userId="2ce5265b-80a0-4fb8-a62a-8035e9b0c45a" providerId="ADAL" clId="{2F427DC0-94DD-4221-BDA8-C26CE314FA9F}" dt="2025-09-25T06:08:33.119" v="32256"/>
          <ac:cxnSpMkLst>
            <pc:docMk/>
            <pc:sldMk cId="1033322806" sldId="297"/>
            <ac:cxnSpMk id="16" creationId="{5D2870E4-1617-3E9A-0A2C-0E271F0C3B2C}"/>
          </ac:cxnSpMkLst>
        </pc:cxnChg>
        <pc:cxnChg chg="mod">
          <ac:chgData name="Robert de Groote" userId="2ce5265b-80a0-4fb8-a62a-8035e9b0c45a" providerId="ADAL" clId="{2F427DC0-94DD-4221-BDA8-C26CE314FA9F}" dt="2025-09-25T06:08:33.119" v="32257"/>
          <ac:cxnSpMkLst>
            <pc:docMk/>
            <pc:sldMk cId="1033322806" sldId="297"/>
            <ac:cxnSpMk id="17" creationId="{FA131F7C-BD43-8BC5-F7B4-FC38D990474C}"/>
          </ac:cxnSpMkLst>
        </pc:cxnChg>
      </pc:sldChg>
      <pc:sldChg chg="del">
        <pc:chgData name="Robert de Groote" userId="2ce5265b-80a0-4fb8-a62a-8035e9b0c45a" providerId="ADAL" clId="{2F427DC0-94DD-4221-BDA8-C26CE314FA9F}" dt="2025-09-25T06:05:34.882" v="32015" actId="47"/>
        <pc:sldMkLst>
          <pc:docMk/>
          <pc:sldMk cId="248389283" sldId="298"/>
        </pc:sldMkLst>
      </pc:sldChg>
      <pc:sldChg chg="del">
        <pc:chgData name="Robert de Groote" userId="2ce5265b-80a0-4fb8-a62a-8035e9b0c45a" providerId="ADAL" clId="{2F427DC0-94DD-4221-BDA8-C26CE314FA9F}" dt="2025-09-25T06:05:36.252" v="32016" actId="47"/>
        <pc:sldMkLst>
          <pc:docMk/>
          <pc:sldMk cId="2383517423" sldId="299"/>
        </pc:sldMkLst>
      </pc:sldChg>
      <pc:sldChg chg="addSp delSp modSp mod ord modAnim">
        <pc:chgData name="Robert de Groote" userId="2ce5265b-80a0-4fb8-a62a-8035e9b0c45a" providerId="ADAL" clId="{2F427DC0-94DD-4221-BDA8-C26CE314FA9F}" dt="2025-09-30T06:18:45.811" v="57755" actId="20577"/>
        <pc:sldMkLst>
          <pc:docMk/>
          <pc:sldMk cId="881715533" sldId="300"/>
        </pc:sldMkLst>
        <pc:spChg chg="mod">
          <ac:chgData name="Robert de Groote" userId="2ce5265b-80a0-4fb8-a62a-8035e9b0c45a" providerId="ADAL" clId="{2F427DC0-94DD-4221-BDA8-C26CE314FA9F}" dt="2025-09-24T17:58:03.849" v="31555" actId="20577"/>
          <ac:spMkLst>
            <pc:docMk/>
            <pc:sldMk cId="881715533" sldId="300"/>
            <ac:spMk id="2" creationId="{F9CE0B83-7F07-9644-E15E-193BDA29D6AF}"/>
          </ac:spMkLst>
        </pc:spChg>
        <pc:spChg chg="mod">
          <ac:chgData name="Robert de Groote" userId="2ce5265b-80a0-4fb8-a62a-8035e9b0c45a" providerId="ADAL" clId="{2F427DC0-94DD-4221-BDA8-C26CE314FA9F}" dt="2025-09-30T06:18:45.811" v="57755" actId="20577"/>
          <ac:spMkLst>
            <pc:docMk/>
            <pc:sldMk cId="881715533" sldId="300"/>
            <ac:spMk id="3" creationId="{35FD7BE0-58CD-FE6E-742C-80AC382575A6}"/>
          </ac:spMkLst>
        </pc:spChg>
        <pc:spChg chg="add mod">
          <ac:chgData name="Robert de Groote" userId="2ce5265b-80a0-4fb8-a62a-8035e9b0c45a" providerId="ADAL" clId="{2F427DC0-94DD-4221-BDA8-C26CE314FA9F}" dt="2025-09-29T17:58:02.504" v="57671" actId="408"/>
          <ac:spMkLst>
            <pc:docMk/>
            <pc:sldMk cId="881715533" sldId="300"/>
            <ac:spMk id="12" creationId="{93D9B9ED-F532-A1DA-6DBF-E04E7CC16AE1}"/>
          </ac:spMkLst>
        </pc:spChg>
        <pc:spChg chg="add del mod">
          <ac:chgData name="Robert de Groote" userId="2ce5265b-80a0-4fb8-a62a-8035e9b0c45a" providerId="ADAL" clId="{2F427DC0-94DD-4221-BDA8-C26CE314FA9F}" dt="2025-09-29T17:57:56.713" v="57670"/>
          <ac:spMkLst>
            <pc:docMk/>
            <pc:sldMk cId="881715533" sldId="300"/>
            <ac:spMk id="14" creationId="{B31AD539-47CA-F036-916E-310A97C1EECF}"/>
          </ac:spMkLst>
        </pc:spChg>
        <pc:spChg chg="add del mod">
          <ac:chgData name="Robert de Groote" userId="2ce5265b-80a0-4fb8-a62a-8035e9b0c45a" providerId="ADAL" clId="{2F427DC0-94DD-4221-BDA8-C26CE314FA9F}" dt="2025-09-29T17:57:56.654" v="57649"/>
          <ac:spMkLst>
            <pc:docMk/>
            <pc:sldMk cId="881715533" sldId="300"/>
            <ac:spMk id="15" creationId="{2E1BA867-C442-8DB6-B2E2-E97547DDF64B}"/>
          </ac:spMkLst>
        </pc:spChg>
        <pc:spChg chg="add del mod">
          <ac:chgData name="Robert de Groote" userId="2ce5265b-80a0-4fb8-a62a-8035e9b0c45a" providerId="ADAL" clId="{2F427DC0-94DD-4221-BDA8-C26CE314FA9F}" dt="2025-09-29T17:57:56.680" v="57658"/>
          <ac:spMkLst>
            <pc:docMk/>
            <pc:sldMk cId="881715533" sldId="300"/>
            <ac:spMk id="16" creationId="{8C602B45-1C3F-412C-B606-178BAC54C583}"/>
          </ac:spMkLst>
        </pc:spChg>
        <pc:spChg chg="add mod">
          <ac:chgData name="Robert de Groote" userId="2ce5265b-80a0-4fb8-a62a-8035e9b0c45a" providerId="ADAL" clId="{2F427DC0-94DD-4221-BDA8-C26CE314FA9F}" dt="2025-09-29T17:59:06.713" v="57704" actId="1076"/>
          <ac:spMkLst>
            <pc:docMk/>
            <pc:sldMk cId="881715533" sldId="300"/>
            <ac:spMk id="17" creationId="{241A1A31-F168-607A-ADBB-5B9AA6CD7687}"/>
          </ac:spMkLst>
        </pc:spChg>
        <pc:picChg chg="add del mod">
          <ac:chgData name="Robert de Groote" userId="2ce5265b-80a0-4fb8-a62a-8035e9b0c45a" providerId="ADAL" clId="{2F427DC0-94DD-4221-BDA8-C26CE314FA9F}" dt="2025-09-29T17:58:06.746" v="57672" actId="478"/>
          <ac:picMkLst>
            <pc:docMk/>
            <pc:sldMk cId="881715533" sldId="300"/>
            <ac:picMk id="5" creationId="{84962B25-8533-13CE-E250-DD6E2899BE00}"/>
          </ac:picMkLst>
        </pc:picChg>
        <pc:picChg chg="add mod">
          <ac:chgData name="Robert de Groote" userId="2ce5265b-80a0-4fb8-a62a-8035e9b0c45a" providerId="ADAL" clId="{2F427DC0-94DD-4221-BDA8-C26CE314FA9F}" dt="2025-09-29T17:57:56.696" v="57664"/>
          <ac:picMkLst>
            <pc:docMk/>
            <pc:sldMk cId="881715533" sldId="300"/>
            <ac:picMk id="7" creationId="{88A2B678-FB84-D03B-B79F-917D06E2DBB5}"/>
          </ac:picMkLst>
        </pc:picChg>
        <pc:picChg chg="add mod">
          <ac:chgData name="Robert de Groote" userId="2ce5265b-80a0-4fb8-a62a-8035e9b0c45a" providerId="ADAL" clId="{2F427DC0-94DD-4221-BDA8-C26CE314FA9F}" dt="2025-09-29T17:57:48.532" v="57625"/>
          <ac:picMkLst>
            <pc:docMk/>
            <pc:sldMk cId="881715533" sldId="300"/>
            <ac:picMk id="9" creationId="{2CF451DD-2B40-F09D-D807-0B25CA52E1F7}"/>
          </ac:picMkLst>
        </pc:picChg>
        <pc:picChg chg="add del mod">
          <ac:chgData name="Robert de Groote" userId="2ce5265b-80a0-4fb8-a62a-8035e9b0c45a" providerId="ADAL" clId="{2F427DC0-94DD-4221-BDA8-C26CE314FA9F}" dt="2025-09-29T17:57:48.534" v="57627"/>
          <ac:picMkLst>
            <pc:docMk/>
            <pc:sldMk cId="881715533" sldId="300"/>
            <ac:picMk id="10" creationId="{DBA93F52-39E6-0EBA-53D7-2902075455BB}"/>
          </ac:picMkLst>
        </pc:picChg>
        <pc:picChg chg="add del mod">
          <ac:chgData name="Robert de Groote" userId="2ce5265b-80a0-4fb8-a62a-8035e9b0c45a" providerId="ADAL" clId="{2F427DC0-94DD-4221-BDA8-C26CE314FA9F}" dt="2025-09-29T17:57:48.534" v="57627"/>
          <ac:picMkLst>
            <pc:docMk/>
            <pc:sldMk cId="881715533" sldId="300"/>
            <ac:picMk id="11" creationId="{70814A1F-395C-F542-EC96-C8D73B541881}"/>
          </ac:picMkLst>
        </pc:picChg>
        <pc:picChg chg="add del mod">
          <ac:chgData name="Robert de Groote" userId="2ce5265b-80a0-4fb8-a62a-8035e9b0c45a" providerId="ADAL" clId="{2F427DC0-94DD-4221-BDA8-C26CE314FA9F}" dt="2025-09-29T17:57:56.713" v="57670"/>
          <ac:picMkLst>
            <pc:docMk/>
            <pc:sldMk cId="881715533" sldId="300"/>
            <ac:picMk id="13" creationId="{0CC78F59-8881-BF7A-D6F6-A4952C6F0E45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365433860" sldId="301"/>
        </pc:sldMkLst>
      </pc:sldChg>
      <pc:sldChg chg="addSp delSp modSp add mod ord setBg setClrOvrMap">
        <pc:chgData name="Robert de Groote" userId="2ce5265b-80a0-4fb8-a62a-8035e9b0c45a" providerId="ADAL" clId="{2F427DC0-94DD-4221-BDA8-C26CE314FA9F}" dt="2025-09-23T12:30:00.859" v="28669" actId="26606"/>
        <pc:sldMkLst>
          <pc:docMk/>
          <pc:sldMk cId="2632828224" sldId="304"/>
        </pc:sldMkLst>
        <pc:spChg chg="mod">
          <ac:chgData name="Robert de Groote" userId="2ce5265b-80a0-4fb8-a62a-8035e9b0c45a" providerId="ADAL" clId="{2F427DC0-94DD-4221-BDA8-C26CE314FA9F}" dt="2025-09-23T12:30:00.859" v="28669" actId="26606"/>
          <ac:spMkLst>
            <pc:docMk/>
            <pc:sldMk cId="2632828224" sldId="304"/>
            <ac:spMk id="4" creationId="{523CA5A0-8A58-8D77-7AF7-5EB9AC56334C}"/>
          </ac:spMkLst>
        </pc:spChg>
        <pc:spChg chg="mod">
          <ac:chgData name="Robert de Groote" userId="2ce5265b-80a0-4fb8-a62a-8035e9b0c45a" providerId="ADAL" clId="{2F427DC0-94DD-4221-BDA8-C26CE314FA9F}" dt="2025-09-23T12:30:00.859" v="28669" actId="26606"/>
          <ac:spMkLst>
            <pc:docMk/>
            <pc:sldMk cId="2632828224" sldId="304"/>
            <ac:spMk id="5" creationId="{353B6E14-05FF-72B7-149B-F2D71269B4AD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184350671" sldId="304"/>
        </pc:sldMkLst>
      </pc:sldChg>
      <pc:sldChg chg="addSp delSp modSp add mod ord setBg">
        <pc:chgData name="Robert de Groote" userId="2ce5265b-80a0-4fb8-a62a-8035e9b0c45a" providerId="ADAL" clId="{2F427DC0-94DD-4221-BDA8-C26CE314FA9F}" dt="2025-09-25T13:14:10.291" v="35577" actId="14100"/>
        <pc:sldMkLst>
          <pc:docMk/>
          <pc:sldMk cId="2493329736" sldId="305"/>
        </pc:sldMkLst>
        <pc:spChg chg="mod">
          <ac:chgData name="Robert de Groote" userId="2ce5265b-80a0-4fb8-a62a-8035e9b0c45a" providerId="ADAL" clId="{2F427DC0-94DD-4221-BDA8-C26CE314FA9F}" dt="2025-09-25T13:10:12.044" v="35342" actId="26606"/>
          <ac:spMkLst>
            <pc:docMk/>
            <pc:sldMk cId="2493329736" sldId="305"/>
            <ac:spMk id="2" creationId="{6105336C-56F1-F73F-EBFA-7AD63971A649}"/>
          </ac:spMkLst>
        </pc:spChg>
        <pc:spChg chg="mod">
          <ac:chgData name="Robert de Groote" userId="2ce5265b-80a0-4fb8-a62a-8035e9b0c45a" providerId="ADAL" clId="{2F427DC0-94DD-4221-BDA8-C26CE314FA9F}" dt="2025-09-25T13:14:10.291" v="35577" actId="14100"/>
          <ac:spMkLst>
            <pc:docMk/>
            <pc:sldMk cId="2493329736" sldId="305"/>
            <ac:spMk id="3" creationId="{114A64EC-F8AB-B508-F9C4-2ECEC7FA6B3D}"/>
          </ac:spMkLst>
        </pc:spChg>
        <pc:spChg chg="add">
          <ac:chgData name="Robert de Groote" userId="2ce5265b-80a0-4fb8-a62a-8035e9b0c45a" providerId="ADAL" clId="{2F427DC0-94DD-4221-BDA8-C26CE314FA9F}" dt="2025-09-25T13:10:31.336" v="35345" actId="26606"/>
          <ac:spMkLst>
            <pc:docMk/>
            <pc:sldMk cId="2493329736" sldId="305"/>
            <ac:spMk id="16" creationId="{744CAA32-F237-419C-A2DD-43C28D920D3C}"/>
          </ac:spMkLst>
        </pc:spChg>
        <pc:picChg chg="add mod">
          <ac:chgData name="Robert de Groote" userId="2ce5265b-80a0-4fb8-a62a-8035e9b0c45a" providerId="ADAL" clId="{2F427DC0-94DD-4221-BDA8-C26CE314FA9F}" dt="2025-09-25T13:10:31.336" v="35345" actId="26606"/>
          <ac:picMkLst>
            <pc:docMk/>
            <pc:sldMk cId="2493329736" sldId="305"/>
            <ac:picMk id="5" creationId="{E77F0BF4-CF6D-A110-075B-F065E8FFAAC3}"/>
          </ac:picMkLst>
        </pc:picChg>
        <pc:cxnChg chg="add">
          <ac:chgData name="Robert de Groote" userId="2ce5265b-80a0-4fb8-a62a-8035e9b0c45a" providerId="ADAL" clId="{2F427DC0-94DD-4221-BDA8-C26CE314FA9F}" dt="2025-09-25T13:10:31.336" v="35345" actId="26606"/>
          <ac:cxnSpMkLst>
            <pc:docMk/>
            <pc:sldMk cId="2493329736" sldId="305"/>
            <ac:cxnSpMk id="18" creationId="{691422F5-4221-4812-AFD9-5479C6D60AD9}"/>
          </ac:cxnSpMkLst>
        </pc:cxn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88273648" sldId="305"/>
        </pc:sldMkLst>
      </pc:sldChg>
      <pc:sldChg chg="addSp delSp modSp add mod modAnim">
        <pc:chgData name="Robert de Groote" userId="2ce5265b-80a0-4fb8-a62a-8035e9b0c45a" providerId="ADAL" clId="{2F427DC0-94DD-4221-BDA8-C26CE314FA9F}" dt="2025-09-25T14:49:31.090" v="37342" actId="1076"/>
        <pc:sldMkLst>
          <pc:docMk/>
          <pc:sldMk cId="1743284674" sldId="306"/>
        </pc:sldMkLst>
        <pc:spChg chg="mod">
          <ac:chgData name="Robert de Groote" userId="2ce5265b-80a0-4fb8-a62a-8035e9b0c45a" providerId="ADAL" clId="{2F427DC0-94DD-4221-BDA8-C26CE314FA9F}" dt="2025-09-25T14:47:49.832" v="37320" actId="6549"/>
          <ac:spMkLst>
            <pc:docMk/>
            <pc:sldMk cId="1743284674" sldId="306"/>
            <ac:spMk id="2" creationId="{C4835250-EAAC-A3BD-FC3C-50B8C79DBC8B}"/>
          </ac:spMkLst>
        </pc:spChg>
        <pc:spChg chg="mod">
          <ac:chgData name="Robert de Groote" userId="2ce5265b-80a0-4fb8-a62a-8035e9b0c45a" providerId="ADAL" clId="{2F427DC0-94DD-4221-BDA8-C26CE314FA9F}" dt="2025-09-25T14:48:51.069" v="37339" actId="20577"/>
          <ac:spMkLst>
            <pc:docMk/>
            <pc:sldMk cId="1743284674" sldId="306"/>
            <ac:spMk id="3" creationId="{BA99A992-8F7F-A7A9-6BE5-85603903AB43}"/>
          </ac:spMkLst>
        </pc:spChg>
        <pc:spChg chg="mod">
          <ac:chgData name="Robert de Groote" userId="2ce5265b-80a0-4fb8-a62a-8035e9b0c45a" providerId="ADAL" clId="{2F427DC0-94DD-4221-BDA8-C26CE314FA9F}" dt="2025-09-25T14:44:01.116" v="37235" actId="20577"/>
          <ac:spMkLst>
            <pc:docMk/>
            <pc:sldMk cId="1743284674" sldId="306"/>
            <ac:spMk id="4" creationId="{DD234DD5-D2F0-C186-A654-5BE78D0B3D66}"/>
          </ac:spMkLst>
        </pc:spChg>
        <pc:spChg chg="add mod">
          <ac:chgData name="Robert de Groote" userId="2ce5265b-80a0-4fb8-a62a-8035e9b0c45a" providerId="ADAL" clId="{2F427DC0-94DD-4221-BDA8-C26CE314FA9F}" dt="2025-09-25T14:35:59.511" v="37061" actId="1076"/>
          <ac:spMkLst>
            <pc:docMk/>
            <pc:sldMk cId="1743284674" sldId="306"/>
            <ac:spMk id="5" creationId="{D5BD8250-9952-2D18-9904-AACDC58BEA23}"/>
          </ac:spMkLst>
        </pc:spChg>
        <pc:spChg chg="mod">
          <ac:chgData name="Robert de Groote" userId="2ce5265b-80a0-4fb8-a62a-8035e9b0c45a" providerId="ADAL" clId="{2F427DC0-94DD-4221-BDA8-C26CE314FA9F}" dt="2025-09-25T14:44:17.447" v="37242" actId="20577"/>
          <ac:spMkLst>
            <pc:docMk/>
            <pc:sldMk cId="1743284674" sldId="306"/>
            <ac:spMk id="6" creationId="{DF81727E-F79A-CD75-99B9-BA3135909E1E}"/>
          </ac:spMkLst>
        </pc:spChg>
        <pc:spChg chg="mod">
          <ac:chgData name="Robert de Groote" userId="2ce5265b-80a0-4fb8-a62a-8035e9b0c45a" providerId="ADAL" clId="{2F427DC0-94DD-4221-BDA8-C26CE314FA9F}" dt="2025-09-25T14:35:51.226" v="37042"/>
          <ac:spMkLst>
            <pc:docMk/>
            <pc:sldMk cId="1743284674" sldId="306"/>
            <ac:spMk id="7" creationId="{113258D8-8206-9343-4C81-9DA03C693464}"/>
          </ac:spMkLst>
        </pc:spChg>
        <pc:spChg chg="add mod">
          <ac:chgData name="Robert de Groote" userId="2ce5265b-80a0-4fb8-a62a-8035e9b0c45a" providerId="ADAL" clId="{2F427DC0-94DD-4221-BDA8-C26CE314FA9F}" dt="2025-09-25T14:42:35.939" v="37206" actId="207"/>
          <ac:spMkLst>
            <pc:docMk/>
            <pc:sldMk cId="1743284674" sldId="306"/>
            <ac:spMk id="8" creationId="{22A2C294-95B7-9B2D-08C7-6BB3441EA8F8}"/>
          </ac:spMkLst>
        </pc:spChg>
        <pc:spChg chg="mod">
          <ac:chgData name="Robert de Groote" userId="2ce5265b-80a0-4fb8-a62a-8035e9b0c45a" providerId="ADAL" clId="{2F427DC0-94DD-4221-BDA8-C26CE314FA9F}" dt="2025-09-25T14:35:51.227" v="37044"/>
          <ac:spMkLst>
            <pc:docMk/>
            <pc:sldMk cId="1743284674" sldId="306"/>
            <ac:spMk id="9" creationId="{C343FF7E-9371-D205-7081-128A1EE36923}"/>
          </ac:spMkLst>
        </pc:spChg>
        <pc:spChg chg="mod">
          <ac:chgData name="Robert de Groote" userId="2ce5265b-80a0-4fb8-a62a-8035e9b0c45a" providerId="ADAL" clId="{2F427DC0-94DD-4221-BDA8-C26CE314FA9F}" dt="2025-09-25T14:44:05.872" v="37237" actId="20577"/>
          <ac:spMkLst>
            <pc:docMk/>
            <pc:sldMk cId="1743284674" sldId="306"/>
            <ac:spMk id="10" creationId="{BA97747D-705C-DB4F-E84C-91FE96F3BC2C}"/>
          </ac:spMkLst>
        </pc:spChg>
        <pc:spChg chg="add mod">
          <ac:chgData name="Robert de Groote" userId="2ce5265b-80a0-4fb8-a62a-8035e9b0c45a" providerId="ADAL" clId="{2F427DC0-94DD-4221-BDA8-C26CE314FA9F}" dt="2025-09-25T14:35:59.511" v="37061" actId="1076"/>
          <ac:spMkLst>
            <pc:docMk/>
            <pc:sldMk cId="1743284674" sldId="306"/>
            <ac:spMk id="11" creationId="{9CE66B1F-E37F-7D47-A586-0CE864B8D1EF}"/>
          </ac:spMkLst>
        </pc:spChg>
        <pc:spChg chg="mod">
          <ac:chgData name="Robert de Groote" userId="2ce5265b-80a0-4fb8-a62a-8035e9b0c45a" providerId="ADAL" clId="{2F427DC0-94DD-4221-BDA8-C26CE314FA9F}" dt="2025-09-25T14:44:07.611" v="37238" actId="20577"/>
          <ac:spMkLst>
            <pc:docMk/>
            <pc:sldMk cId="1743284674" sldId="306"/>
            <ac:spMk id="12" creationId="{12466600-FEE1-A15E-FD6D-154BD097A5A9}"/>
          </ac:spMkLst>
        </pc:spChg>
        <pc:spChg chg="add mod">
          <ac:chgData name="Robert de Groote" userId="2ce5265b-80a0-4fb8-a62a-8035e9b0c45a" providerId="ADAL" clId="{2F427DC0-94DD-4221-BDA8-C26CE314FA9F}" dt="2025-09-25T14:35:59.511" v="37061" actId="1076"/>
          <ac:spMkLst>
            <pc:docMk/>
            <pc:sldMk cId="1743284674" sldId="306"/>
            <ac:spMk id="13" creationId="{E4A47861-D78D-1C47-E1B1-EDD50FC19AC9}"/>
          </ac:spMkLst>
        </pc:spChg>
        <pc:spChg chg="mod">
          <ac:chgData name="Robert de Groote" userId="2ce5265b-80a0-4fb8-a62a-8035e9b0c45a" providerId="ADAL" clId="{2F427DC0-94DD-4221-BDA8-C26CE314FA9F}" dt="2025-09-25T14:44:09.595" v="37239" actId="20577"/>
          <ac:spMkLst>
            <pc:docMk/>
            <pc:sldMk cId="1743284674" sldId="306"/>
            <ac:spMk id="14" creationId="{84224BEB-0869-9E65-20FB-229F68E30A61}"/>
          </ac:spMkLst>
        </pc:spChg>
        <pc:spChg chg="add mod">
          <ac:chgData name="Robert de Groote" userId="2ce5265b-80a0-4fb8-a62a-8035e9b0c45a" providerId="ADAL" clId="{2F427DC0-94DD-4221-BDA8-C26CE314FA9F}" dt="2025-09-25T14:35:59.511" v="37061" actId="1076"/>
          <ac:spMkLst>
            <pc:docMk/>
            <pc:sldMk cId="1743284674" sldId="306"/>
            <ac:spMk id="15" creationId="{DDBB5861-7821-B1FD-F356-A7AACC7A11D3}"/>
          </ac:spMkLst>
        </pc:spChg>
        <pc:spChg chg="add mod">
          <ac:chgData name="Robert de Groote" userId="2ce5265b-80a0-4fb8-a62a-8035e9b0c45a" providerId="ADAL" clId="{2F427DC0-94DD-4221-BDA8-C26CE314FA9F}" dt="2025-09-25T14:44:11.537" v="37240" actId="20577"/>
          <ac:spMkLst>
            <pc:docMk/>
            <pc:sldMk cId="1743284674" sldId="306"/>
            <ac:spMk id="16" creationId="{6EB6B4A4-A234-1FD6-56F6-D0256803247A}"/>
          </ac:spMkLst>
        </pc:spChg>
        <pc:spChg chg="add mod">
          <ac:chgData name="Robert de Groote" userId="2ce5265b-80a0-4fb8-a62a-8035e9b0c45a" providerId="ADAL" clId="{2F427DC0-94DD-4221-BDA8-C26CE314FA9F}" dt="2025-09-25T14:35:59.511" v="37061" actId="1076"/>
          <ac:spMkLst>
            <pc:docMk/>
            <pc:sldMk cId="1743284674" sldId="306"/>
            <ac:spMk id="17" creationId="{F258F6E1-5E98-F192-7AAC-027A97F6B3AC}"/>
          </ac:spMkLst>
        </pc:spChg>
        <pc:spChg chg="mod">
          <ac:chgData name="Robert de Groote" userId="2ce5265b-80a0-4fb8-a62a-8035e9b0c45a" providerId="ADAL" clId="{2F427DC0-94DD-4221-BDA8-C26CE314FA9F}" dt="2025-09-25T14:37:00.894" v="37082" actId="20577"/>
          <ac:spMkLst>
            <pc:docMk/>
            <pc:sldMk cId="1743284674" sldId="306"/>
            <ac:spMk id="18" creationId="{8FCCCACA-1427-75A9-0D5A-B1FF811BFFEB}"/>
          </ac:spMkLst>
        </pc:spChg>
        <pc:spChg chg="mod">
          <ac:chgData name="Robert de Groote" userId="2ce5265b-80a0-4fb8-a62a-8035e9b0c45a" providerId="ADAL" clId="{2F427DC0-94DD-4221-BDA8-C26CE314FA9F}" dt="2025-09-25T14:35:51.231" v="37054"/>
          <ac:spMkLst>
            <pc:docMk/>
            <pc:sldMk cId="1743284674" sldId="306"/>
            <ac:spMk id="19" creationId="{BC87C1C0-BCF0-B878-06BB-9092B81F835B}"/>
          </ac:spMkLst>
        </pc:spChg>
        <pc:spChg chg="add mod">
          <ac:chgData name="Robert de Groote" userId="2ce5265b-80a0-4fb8-a62a-8035e9b0c45a" providerId="ADAL" clId="{2F427DC0-94DD-4221-BDA8-C26CE314FA9F}" dt="2025-09-25T14:44:14.368" v="37241" actId="20577"/>
          <ac:spMkLst>
            <pc:docMk/>
            <pc:sldMk cId="1743284674" sldId="306"/>
            <ac:spMk id="20" creationId="{66B6331F-89F5-AB23-FFF5-0F70B735B9EC}"/>
          </ac:spMkLst>
        </pc:spChg>
        <pc:spChg chg="mod">
          <ac:chgData name="Robert de Groote" userId="2ce5265b-80a0-4fb8-a62a-8035e9b0c45a" providerId="ADAL" clId="{2F427DC0-94DD-4221-BDA8-C26CE314FA9F}" dt="2025-09-25T14:35:51.231" v="37056"/>
          <ac:spMkLst>
            <pc:docMk/>
            <pc:sldMk cId="1743284674" sldId="306"/>
            <ac:spMk id="21" creationId="{459D76A9-5EBC-037C-EED2-A919EDFA2244}"/>
          </ac:spMkLst>
        </pc:spChg>
        <pc:spChg chg="mod">
          <ac:chgData name="Robert de Groote" userId="2ce5265b-80a0-4fb8-a62a-8035e9b0c45a" providerId="ADAL" clId="{2F427DC0-94DD-4221-BDA8-C26CE314FA9F}" dt="2025-09-25T14:44:19.527" v="37243" actId="20577"/>
          <ac:spMkLst>
            <pc:docMk/>
            <pc:sldMk cId="1743284674" sldId="306"/>
            <ac:spMk id="22" creationId="{768C75D4-F708-14F2-5909-35562163DD41}"/>
          </ac:spMkLst>
        </pc:spChg>
        <pc:spChg chg="mod">
          <ac:chgData name="Robert de Groote" userId="2ce5265b-80a0-4fb8-a62a-8035e9b0c45a" providerId="ADAL" clId="{2F427DC0-94DD-4221-BDA8-C26CE314FA9F}" dt="2025-09-25T14:35:51.232" v="37058"/>
          <ac:spMkLst>
            <pc:docMk/>
            <pc:sldMk cId="1743284674" sldId="306"/>
            <ac:spMk id="23" creationId="{5872C854-449B-7894-BA58-47AF797BF90E}"/>
          </ac:spMkLst>
        </pc:spChg>
        <pc:spChg chg="add mod">
          <ac:chgData name="Robert de Groote" userId="2ce5265b-80a0-4fb8-a62a-8035e9b0c45a" providerId="ADAL" clId="{2F427DC0-94DD-4221-BDA8-C26CE314FA9F}" dt="2025-09-25T14:44:20.674" v="37245" actId="20577"/>
          <ac:spMkLst>
            <pc:docMk/>
            <pc:sldMk cId="1743284674" sldId="306"/>
            <ac:spMk id="24" creationId="{5642E538-7257-E7D4-37E7-63F92AA17EA5}"/>
          </ac:spMkLst>
        </pc:spChg>
        <pc:spChg chg="add mod">
          <ac:chgData name="Robert de Groote" userId="2ce5265b-80a0-4fb8-a62a-8035e9b0c45a" providerId="ADAL" clId="{2F427DC0-94DD-4221-BDA8-C26CE314FA9F}" dt="2025-09-25T14:35:59.511" v="37061" actId="1076"/>
          <ac:spMkLst>
            <pc:docMk/>
            <pc:sldMk cId="1743284674" sldId="306"/>
            <ac:spMk id="25" creationId="{F5AD6413-70CD-A2C0-D71B-977DF12E52F0}"/>
          </ac:spMkLst>
        </pc:spChg>
        <pc:spChg chg="add mod">
          <ac:chgData name="Robert de Groote" userId="2ce5265b-80a0-4fb8-a62a-8035e9b0c45a" providerId="ADAL" clId="{2F427DC0-94DD-4221-BDA8-C26CE314FA9F}" dt="2025-09-25T14:43:44.305" v="37226" actId="1076"/>
          <ac:spMkLst>
            <pc:docMk/>
            <pc:sldMk cId="1743284674" sldId="306"/>
            <ac:spMk id="27" creationId="{4F8C1FE4-5BEE-7376-8CC2-F87A5B1139BB}"/>
          </ac:spMkLst>
        </pc:spChg>
        <pc:spChg chg="add mod">
          <ac:chgData name="Robert de Groote" userId="2ce5265b-80a0-4fb8-a62a-8035e9b0c45a" providerId="ADAL" clId="{2F427DC0-94DD-4221-BDA8-C26CE314FA9F}" dt="2025-09-25T14:44:53.061" v="37250" actId="465"/>
          <ac:spMkLst>
            <pc:docMk/>
            <pc:sldMk cId="1743284674" sldId="306"/>
            <ac:spMk id="28" creationId="{CEAD205A-3E19-B917-9A6E-02A457A2B743}"/>
          </ac:spMkLst>
        </pc:spChg>
        <pc:spChg chg="add mod">
          <ac:chgData name="Robert de Groote" userId="2ce5265b-80a0-4fb8-a62a-8035e9b0c45a" providerId="ADAL" clId="{2F427DC0-94DD-4221-BDA8-C26CE314FA9F}" dt="2025-09-25T14:44:53.061" v="37250" actId="465"/>
          <ac:spMkLst>
            <pc:docMk/>
            <pc:sldMk cId="1743284674" sldId="306"/>
            <ac:spMk id="29" creationId="{29E37053-9392-1353-8B40-4870463D2C24}"/>
          </ac:spMkLst>
        </pc:spChg>
        <pc:spChg chg="add mod">
          <ac:chgData name="Robert de Groote" userId="2ce5265b-80a0-4fb8-a62a-8035e9b0c45a" providerId="ADAL" clId="{2F427DC0-94DD-4221-BDA8-C26CE314FA9F}" dt="2025-09-25T14:44:45.953" v="37249" actId="208"/>
          <ac:spMkLst>
            <pc:docMk/>
            <pc:sldMk cId="1743284674" sldId="306"/>
            <ac:spMk id="30" creationId="{07DEAA97-E716-DF9E-7669-D5EC4DB9D002}"/>
          </ac:spMkLst>
        </pc:spChg>
        <pc:picChg chg="add mod">
          <ac:chgData name="Robert de Groote" userId="2ce5265b-80a0-4fb8-a62a-8035e9b0c45a" providerId="ADAL" clId="{2F427DC0-94DD-4221-BDA8-C26CE314FA9F}" dt="2025-09-25T14:49:31.090" v="37342" actId="1076"/>
          <ac:picMkLst>
            <pc:docMk/>
            <pc:sldMk cId="1743284674" sldId="306"/>
            <ac:picMk id="32" creationId="{44143EDF-482D-4ED1-D6ED-ADB20FD0A13D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415291721" sldId="306"/>
        </pc:sldMkLst>
      </pc:sldChg>
      <pc:sldChg chg="addSp modSp add del mod ord">
        <pc:chgData name="Robert de Groote" userId="2ce5265b-80a0-4fb8-a62a-8035e9b0c45a" providerId="ADAL" clId="{2F427DC0-94DD-4221-BDA8-C26CE314FA9F}" dt="2025-09-28T08:37:27.358" v="40529" actId="47"/>
        <pc:sldMkLst>
          <pc:docMk/>
          <pc:sldMk cId="1924502712" sldId="30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75782824" sldId="308"/>
        </pc:sldMkLst>
      </pc:sldChg>
      <pc:sldChg chg="modSp add mod ord">
        <pc:chgData name="Robert de Groote" userId="2ce5265b-80a0-4fb8-a62a-8035e9b0c45a" providerId="ADAL" clId="{2F427DC0-94DD-4221-BDA8-C26CE314FA9F}" dt="2025-09-29T13:48:18.774" v="56262" actId="108"/>
        <pc:sldMkLst>
          <pc:docMk/>
          <pc:sldMk cId="4193128622" sldId="308"/>
        </pc:sldMkLst>
        <pc:spChg chg="mod">
          <ac:chgData name="Robert de Groote" userId="2ce5265b-80a0-4fb8-a62a-8035e9b0c45a" providerId="ADAL" clId="{2F427DC0-94DD-4221-BDA8-C26CE314FA9F}" dt="2025-09-19T14:07:21.774" v="1259" actId="20577"/>
          <ac:spMkLst>
            <pc:docMk/>
            <pc:sldMk cId="4193128622" sldId="308"/>
            <ac:spMk id="2" creationId="{3FF09A35-7BB3-5E0A-F4B7-D9F26590222F}"/>
          </ac:spMkLst>
        </pc:spChg>
        <pc:spChg chg="mod">
          <ac:chgData name="Robert de Groote" userId="2ce5265b-80a0-4fb8-a62a-8035e9b0c45a" providerId="ADAL" clId="{2F427DC0-94DD-4221-BDA8-C26CE314FA9F}" dt="2025-09-29T13:48:18.774" v="56262" actId="108"/>
          <ac:spMkLst>
            <pc:docMk/>
            <pc:sldMk cId="4193128622" sldId="308"/>
            <ac:spMk id="3" creationId="{4CDD3103-1F7E-1427-278E-2C6F83C5BFA3}"/>
          </ac:spMkLst>
        </pc:spChg>
      </pc:sldChg>
      <pc:sldChg chg="addSp delSp modSp add mod modTransition delAnim modAnim">
        <pc:chgData name="Robert de Groote" userId="2ce5265b-80a0-4fb8-a62a-8035e9b0c45a" providerId="ADAL" clId="{2F427DC0-94DD-4221-BDA8-C26CE314FA9F}" dt="2025-09-22T13:52:26.465" v="28209" actId="1076"/>
        <pc:sldMkLst>
          <pc:docMk/>
          <pc:sldMk cId="488560641" sldId="309"/>
        </pc:sldMkLst>
        <pc:spChg chg="mod">
          <ac:chgData name="Robert de Groote" userId="2ce5265b-80a0-4fb8-a62a-8035e9b0c45a" providerId="ADAL" clId="{2F427DC0-94DD-4221-BDA8-C26CE314FA9F}" dt="2025-09-22T13:52:05.700" v="28200"/>
          <ac:spMkLst>
            <pc:docMk/>
            <pc:sldMk cId="488560641" sldId="309"/>
            <ac:spMk id="3" creationId="{6CAEB6D8-5D54-565B-3B50-6E3360D7E6CF}"/>
          </ac:spMkLst>
        </pc:spChg>
        <pc:spChg chg="mod">
          <ac:chgData name="Robert de Groote" userId="2ce5265b-80a0-4fb8-a62a-8035e9b0c45a" providerId="ADAL" clId="{2F427DC0-94DD-4221-BDA8-C26CE314FA9F}" dt="2025-09-22T13:47:20.063" v="25367"/>
          <ac:spMkLst>
            <pc:docMk/>
            <pc:sldMk cId="488560641" sldId="309"/>
            <ac:spMk id="4" creationId="{E5074E89-9619-2D56-C2F1-AF899A85BA72}"/>
          </ac:spMkLst>
        </pc:spChg>
        <pc:spChg chg="mod ord">
          <ac:chgData name="Robert de Groote" userId="2ce5265b-80a0-4fb8-a62a-8035e9b0c45a" providerId="ADAL" clId="{2F427DC0-94DD-4221-BDA8-C26CE314FA9F}" dt="2025-09-22T13:47:25.307" v="25429"/>
          <ac:spMkLst>
            <pc:docMk/>
            <pc:sldMk cId="488560641" sldId="309"/>
            <ac:spMk id="5" creationId="{F0F5FC8E-AD0A-9D97-77E8-D4DBDE1D5147}"/>
          </ac:spMkLst>
        </pc:spChg>
        <pc:spChg chg="mod">
          <ac:chgData name="Robert de Groote" userId="2ce5265b-80a0-4fb8-a62a-8035e9b0c45a" providerId="ADAL" clId="{2F427DC0-94DD-4221-BDA8-C26CE314FA9F}" dt="2025-09-22T13:47:29.791" v="25533"/>
          <ac:spMkLst>
            <pc:docMk/>
            <pc:sldMk cId="488560641" sldId="309"/>
            <ac:spMk id="6" creationId="{414F1AE9-4248-4D7E-8B7E-CB82CF985A76}"/>
          </ac:spMkLst>
        </pc:spChg>
        <pc:spChg chg="mod ord">
          <ac:chgData name="Robert de Groote" userId="2ce5265b-80a0-4fb8-a62a-8035e9b0c45a" providerId="ADAL" clId="{2F427DC0-94DD-4221-BDA8-C26CE314FA9F}" dt="2025-09-22T13:47:34.178" v="25595"/>
          <ac:spMkLst>
            <pc:docMk/>
            <pc:sldMk cId="488560641" sldId="309"/>
            <ac:spMk id="7" creationId="{A5FC94B2-691D-2920-4026-E5148A7B9FC0}"/>
          </ac:spMkLst>
        </pc:spChg>
        <pc:spChg chg="mod ord">
          <ac:chgData name="Robert de Groote" userId="2ce5265b-80a0-4fb8-a62a-8035e9b0c45a" providerId="ADAL" clId="{2F427DC0-94DD-4221-BDA8-C26CE314FA9F}" dt="2025-09-22T13:47:45.652" v="25719"/>
          <ac:spMkLst>
            <pc:docMk/>
            <pc:sldMk cId="488560641" sldId="309"/>
            <ac:spMk id="8" creationId="{D1BEC9A8-7F3C-887D-AB67-01D30C970C59}"/>
          </ac:spMkLst>
        </pc:spChg>
        <pc:spChg chg="mod ord">
          <ac:chgData name="Robert de Groote" userId="2ce5265b-80a0-4fb8-a62a-8035e9b0c45a" providerId="ADAL" clId="{2F427DC0-94DD-4221-BDA8-C26CE314FA9F}" dt="2025-09-22T13:47:54.174" v="25843"/>
          <ac:spMkLst>
            <pc:docMk/>
            <pc:sldMk cId="488560641" sldId="309"/>
            <ac:spMk id="10" creationId="{7423E289-15EB-D894-5F4B-1FFFC3D0B834}"/>
          </ac:spMkLst>
        </pc:spChg>
        <pc:spChg chg="mod ord">
          <ac:chgData name="Robert de Groote" userId="2ce5265b-80a0-4fb8-a62a-8035e9b0c45a" providerId="ADAL" clId="{2F427DC0-94DD-4221-BDA8-C26CE314FA9F}" dt="2025-09-22T13:47:58.378" v="25905"/>
          <ac:spMkLst>
            <pc:docMk/>
            <pc:sldMk cId="488560641" sldId="309"/>
            <ac:spMk id="11" creationId="{2D67CDB7-5542-43F7-601E-632118098B0E}"/>
          </ac:spMkLst>
        </pc:spChg>
        <pc:spChg chg="mod ord">
          <ac:chgData name="Robert de Groote" userId="2ce5265b-80a0-4fb8-a62a-8035e9b0c45a" providerId="ADAL" clId="{2F427DC0-94DD-4221-BDA8-C26CE314FA9F}" dt="2025-09-22T13:48:02.288" v="25967"/>
          <ac:spMkLst>
            <pc:docMk/>
            <pc:sldMk cId="488560641" sldId="309"/>
            <ac:spMk id="12" creationId="{2451540A-E1FC-31A8-0FB0-F127A8224CF1}"/>
          </ac:spMkLst>
        </pc:spChg>
        <pc:spChg chg="mod">
          <ac:chgData name="Robert de Groote" userId="2ce5265b-80a0-4fb8-a62a-8035e9b0c45a" providerId="ADAL" clId="{2F427DC0-94DD-4221-BDA8-C26CE314FA9F}" dt="2025-09-22T13:48:05.925" v="26029"/>
          <ac:spMkLst>
            <pc:docMk/>
            <pc:sldMk cId="488560641" sldId="309"/>
            <ac:spMk id="13" creationId="{714060C6-E182-6A9F-2557-C75D7BA28287}"/>
          </ac:spMkLst>
        </pc:spChg>
        <pc:spChg chg="mod ord">
          <ac:chgData name="Robert de Groote" userId="2ce5265b-80a0-4fb8-a62a-8035e9b0c45a" providerId="ADAL" clId="{2F427DC0-94DD-4221-BDA8-C26CE314FA9F}" dt="2025-09-22T13:48:09.800" v="26091"/>
          <ac:spMkLst>
            <pc:docMk/>
            <pc:sldMk cId="488560641" sldId="309"/>
            <ac:spMk id="16" creationId="{2AF46C71-F87B-6283-9D3C-B1706576DE7A}"/>
          </ac:spMkLst>
        </pc:spChg>
        <pc:spChg chg="mod ord">
          <ac:chgData name="Robert de Groote" userId="2ce5265b-80a0-4fb8-a62a-8035e9b0c45a" providerId="ADAL" clId="{2F427DC0-94DD-4221-BDA8-C26CE314FA9F}" dt="2025-09-22T13:48:13.878" v="26153"/>
          <ac:spMkLst>
            <pc:docMk/>
            <pc:sldMk cId="488560641" sldId="309"/>
            <ac:spMk id="17" creationId="{FB2E8380-95E6-F3A8-9AB3-89B9DABB17D4}"/>
          </ac:spMkLst>
        </pc:spChg>
        <pc:spChg chg="mod ord">
          <ac:chgData name="Robert de Groote" userId="2ce5265b-80a0-4fb8-a62a-8035e9b0c45a" providerId="ADAL" clId="{2F427DC0-94DD-4221-BDA8-C26CE314FA9F}" dt="2025-09-22T13:48:17.101" v="26215"/>
          <ac:spMkLst>
            <pc:docMk/>
            <pc:sldMk cId="488560641" sldId="309"/>
            <ac:spMk id="18" creationId="{DC88631E-6FD4-717F-55F9-7B56E137BFDF}"/>
          </ac:spMkLst>
        </pc:spChg>
        <pc:spChg chg="mod">
          <ac:chgData name="Robert de Groote" userId="2ce5265b-80a0-4fb8-a62a-8035e9b0c45a" providerId="ADAL" clId="{2F427DC0-94DD-4221-BDA8-C26CE314FA9F}" dt="2025-09-22T13:48:20.594" v="26319"/>
          <ac:spMkLst>
            <pc:docMk/>
            <pc:sldMk cId="488560641" sldId="309"/>
            <ac:spMk id="19" creationId="{F3A5F395-18BF-DD94-4216-5EB7C9B5342E}"/>
          </ac:spMkLst>
        </pc:spChg>
        <pc:spChg chg="mod">
          <ac:chgData name="Robert de Groote" userId="2ce5265b-80a0-4fb8-a62a-8035e9b0c45a" providerId="ADAL" clId="{2F427DC0-94DD-4221-BDA8-C26CE314FA9F}" dt="2025-09-22T13:47:49.877" v="25781"/>
          <ac:spMkLst>
            <pc:docMk/>
            <pc:sldMk cId="488560641" sldId="309"/>
            <ac:spMk id="20" creationId="{616459F9-3DC5-E7C1-BEEC-9A43EAE92670}"/>
          </ac:spMkLst>
        </pc:spChg>
        <pc:spChg chg="mod ord">
          <ac:chgData name="Robert de Groote" userId="2ce5265b-80a0-4fb8-a62a-8035e9b0c45a" providerId="ADAL" clId="{2F427DC0-94DD-4221-BDA8-C26CE314FA9F}" dt="2025-09-22T13:47:40.846" v="25657"/>
          <ac:spMkLst>
            <pc:docMk/>
            <pc:sldMk cId="488560641" sldId="309"/>
            <ac:spMk id="21" creationId="{DF07DE1C-3E57-8338-DDDA-A2912C66AD3D}"/>
          </ac:spMkLst>
        </pc:spChg>
        <pc:spChg chg="mod ord topLvl">
          <ac:chgData name="Robert de Groote" userId="2ce5265b-80a0-4fb8-a62a-8035e9b0c45a" providerId="ADAL" clId="{2F427DC0-94DD-4221-BDA8-C26CE314FA9F}" dt="2025-09-22T13:47:20.062" v="25363"/>
          <ac:spMkLst>
            <pc:docMk/>
            <pc:sldMk cId="488560641" sldId="309"/>
            <ac:spMk id="66" creationId="{CB8738BD-79F4-D84A-392C-FF5FE817FF33}"/>
          </ac:spMkLst>
        </pc:spChg>
        <pc:spChg chg="mod ord topLvl">
          <ac:chgData name="Robert de Groote" userId="2ce5265b-80a0-4fb8-a62a-8035e9b0c45a" providerId="ADAL" clId="{2F427DC0-94DD-4221-BDA8-C26CE314FA9F}" dt="2025-09-22T13:47:25.304" v="25425"/>
          <ac:spMkLst>
            <pc:docMk/>
            <pc:sldMk cId="488560641" sldId="309"/>
            <ac:spMk id="67" creationId="{0D37BF89-5498-40C1-7E30-437A6DBCE1FE}"/>
          </ac:spMkLst>
        </pc:spChg>
        <pc:spChg chg="mod ord topLvl">
          <ac:chgData name="Robert de Groote" userId="2ce5265b-80a0-4fb8-a62a-8035e9b0c45a" providerId="ADAL" clId="{2F427DC0-94DD-4221-BDA8-C26CE314FA9F}" dt="2025-09-22T13:47:29.789" v="25529"/>
          <ac:spMkLst>
            <pc:docMk/>
            <pc:sldMk cId="488560641" sldId="309"/>
            <ac:spMk id="68" creationId="{035F5F70-34D1-CE59-EF21-6B3E479EA09C}"/>
          </ac:spMkLst>
        </pc:spChg>
        <pc:spChg chg="mod ord topLvl">
          <ac:chgData name="Robert de Groote" userId="2ce5265b-80a0-4fb8-a62a-8035e9b0c45a" providerId="ADAL" clId="{2F427DC0-94DD-4221-BDA8-C26CE314FA9F}" dt="2025-09-22T13:47:34.176" v="25591"/>
          <ac:spMkLst>
            <pc:docMk/>
            <pc:sldMk cId="488560641" sldId="309"/>
            <ac:spMk id="69" creationId="{09275C12-8D66-D302-1709-2291C05003F2}"/>
          </ac:spMkLst>
        </pc:spChg>
        <pc:spChg chg="mod ord topLvl">
          <ac:chgData name="Robert de Groote" userId="2ce5265b-80a0-4fb8-a62a-8035e9b0c45a" providerId="ADAL" clId="{2F427DC0-94DD-4221-BDA8-C26CE314FA9F}" dt="2025-09-22T13:47:40.844" v="25653"/>
          <ac:spMkLst>
            <pc:docMk/>
            <pc:sldMk cId="488560641" sldId="309"/>
            <ac:spMk id="70" creationId="{E3982D8A-8AAF-556A-60A4-37E134855072}"/>
          </ac:spMkLst>
        </pc:spChg>
        <pc:spChg chg="mod ord topLvl">
          <ac:chgData name="Robert de Groote" userId="2ce5265b-80a0-4fb8-a62a-8035e9b0c45a" providerId="ADAL" clId="{2F427DC0-94DD-4221-BDA8-C26CE314FA9F}" dt="2025-09-22T13:47:45.648" v="25715"/>
          <ac:spMkLst>
            <pc:docMk/>
            <pc:sldMk cId="488560641" sldId="309"/>
            <ac:spMk id="71" creationId="{1666B432-51C1-CCCD-3E45-56305A8B25F7}"/>
          </ac:spMkLst>
        </pc:spChg>
        <pc:spChg chg="mod ord">
          <ac:chgData name="Robert de Groote" userId="2ce5265b-80a0-4fb8-a62a-8035e9b0c45a" providerId="ADAL" clId="{2F427DC0-94DD-4221-BDA8-C26CE314FA9F}" dt="2025-09-22T13:47:49.876" v="25777"/>
          <ac:spMkLst>
            <pc:docMk/>
            <pc:sldMk cId="488560641" sldId="309"/>
            <ac:spMk id="72" creationId="{1D096430-26EA-832C-F729-0A8A4A2F2253}"/>
          </ac:spMkLst>
        </pc:spChg>
        <pc:spChg chg="mod ord topLvl">
          <ac:chgData name="Robert de Groote" userId="2ce5265b-80a0-4fb8-a62a-8035e9b0c45a" providerId="ADAL" clId="{2F427DC0-94DD-4221-BDA8-C26CE314FA9F}" dt="2025-09-22T13:47:54.173" v="25839"/>
          <ac:spMkLst>
            <pc:docMk/>
            <pc:sldMk cId="488560641" sldId="309"/>
            <ac:spMk id="73" creationId="{206D30B6-F2C1-5FBC-6EB6-BE09EC30A865}"/>
          </ac:spMkLst>
        </pc:spChg>
        <pc:spChg chg="mod ord topLvl">
          <ac:chgData name="Robert de Groote" userId="2ce5265b-80a0-4fb8-a62a-8035e9b0c45a" providerId="ADAL" clId="{2F427DC0-94DD-4221-BDA8-C26CE314FA9F}" dt="2025-09-22T13:47:58.377" v="25901"/>
          <ac:spMkLst>
            <pc:docMk/>
            <pc:sldMk cId="488560641" sldId="309"/>
            <ac:spMk id="74" creationId="{292C1A1E-FF48-4ABD-1DA8-0DF56ACA7A66}"/>
          </ac:spMkLst>
        </pc:spChg>
        <pc:spChg chg="mod ord topLvl">
          <ac:chgData name="Robert de Groote" userId="2ce5265b-80a0-4fb8-a62a-8035e9b0c45a" providerId="ADAL" clId="{2F427DC0-94DD-4221-BDA8-C26CE314FA9F}" dt="2025-09-22T13:48:02.286" v="25963"/>
          <ac:spMkLst>
            <pc:docMk/>
            <pc:sldMk cId="488560641" sldId="309"/>
            <ac:spMk id="75" creationId="{13E1BC0B-89DE-DD3F-B86E-E0EE8DC31858}"/>
          </ac:spMkLst>
        </pc:spChg>
        <pc:spChg chg="mod ord topLvl">
          <ac:chgData name="Robert de Groote" userId="2ce5265b-80a0-4fb8-a62a-8035e9b0c45a" providerId="ADAL" clId="{2F427DC0-94DD-4221-BDA8-C26CE314FA9F}" dt="2025-09-22T13:48:05.924" v="26025"/>
          <ac:spMkLst>
            <pc:docMk/>
            <pc:sldMk cId="488560641" sldId="309"/>
            <ac:spMk id="76" creationId="{DDF271CB-971E-4202-BF4F-914FFADC42CE}"/>
          </ac:spMkLst>
        </pc:spChg>
        <pc:spChg chg="mod ord topLvl">
          <ac:chgData name="Robert de Groote" userId="2ce5265b-80a0-4fb8-a62a-8035e9b0c45a" providerId="ADAL" clId="{2F427DC0-94DD-4221-BDA8-C26CE314FA9F}" dt="2025-09-22T13:48:09.798" v="26087"/>
          <ac:spMkLst>
            <pc:docMk/>
            <pc:sldMk cId="488560641" sldId="309"/>
            <ac:spMk id="77" creationId="{CC8CCEAD-0CCE-9592-73EC-BC84434A1B48}"/>
          </ac:spMkLst>
        </pc:spChg>
        <pc:spChg chg="mod ord topLvl">
          <ac:chgData name="Robert de Groote" userId="2ce5265b-80a0-4fb8-a62a-8035e9b0c45a" providerId="ADAL" clId="{2F427DC0-94DD-4221-BDA8-C26CE314FA9F}" dt="2025-09-22T13:48:13.877" v="26149"/>
          <ac:spMkLst>
            <pc:docMk/>
            <pc:sldMk cId="488560641" sldId="309"/>
            <ac:spMk id="78" creationId="{648D376B-9731-B70E-6A48-E6A63154B8D1}"/>
          </ac:spMkLst>
        </pc:spChg>
        <pc:spChg chg="mod ord">
          <ac:chgData name="Robert de Groote" userId="2ce5265b-80a0-4fb8-a62a-8035e9b0c45a" providerId="ADAL" clId="{2F427DC0-94DD-4221-BDA8-C26CE314FA9F}" dt="2025-09-22T13:48:17.100" v="26211"/>
          <ac:spMkLst>
            <pc:docMk/>
            <pc:sldMk cId="488560641" sldId="309"/>
            <ac:spMk id="79" creationId="{28084F21-66DD-0B22-9B46-1B1A49ED9483}"/>
          </ac:spMkLst>
        </pc:spChg>
        <pc:spChg chg="mod ord topLvl">
          <ac:chgData name="Robert de Groote" userId="2ce5265b-80a0-4fb8-a62a-8035e9b0c45a" providerId="ADAL" clId="{2F427DC0-94DD-4221-BDA8-C26CE314FA9F}" dt="2025-09-22T13:48:52.500" v="27029"/>
          <ac:spMkLst>
            <pc:docMk/>
            <pc:sldMk cId="488560641" sldId="309"/>
            <ac:spMk id="82" creationId="{B089F997-0542-8763-24CB-2ED7B0196BA3}"/>
          </ac:spMkLst>
        </pc:spChg>
        <pc:spChg chg="mod ord topLvl">
          <ac:chgData name="Robert de Groote" userId="2ce5265b-80a0-4fb8-a62a-8035e9b0c45a" providerId="ADAL" clId="{2F427DC0-94DD-4221-BDA8-C26CE314FA9F}" dt="2025-09-22T13:48:31.427" v="26377"/>
          <ac:spMkLst>
            <pc:docMk/>
            <pc:sldMk cId="488560641" sldId="309"/>
            <ac:spMk id="83" creationId="{0CE232C2-A8CE-1C66-17BE-2B36EA008280}"/>
          </ac:spMkLst>
        </pc:spChg>
        <pc:spChg chg="mod ord topLvl">
          <ac:chgData name="Robert de Groote" userId="2ce5265b-80a0-4fb8-a62a-8035e9b0c45a" providerId="ADAL" clId="{2F427DC0-94DD-4221-BDA8-C26CE314FA9F}" dt="2025-09-22T13:48:35.789" v="26439"/>
          <ac:spMkLst>
            <pc:docMk/>
            <pc:sldMk cId="488560641" sldId="309"/>
            <ac:spMk id="84" creationId="{7B795546-7760-0F2C-CF28-F3402BEFDF4F}"/>
          </ac:spMkLst>
        </pc:spChg>
        <pc:spChg chg="mod ord topLvl">
          <ac:chgData name="Robert de Groote" userId="2ce5265b-80a0-4fb8-a62a-8035e9b0c45a" providerId="ADAL" clId="{2F427DC0-94DD-4221-BDA8-C26CE314FA9F}" dt="2025-09-22T13:48:39.377" v="26501"/>
          <ac:spMkLst>
            <pc:docMk/>
            <pc:sldMk cId="488560641" sldId="309"/>
            <ac:spMk id="85" creationId="{64C1AEE1-0CAE-55D4-D43D-EE2895E2C206}"/>
          </ac:spMkLst>
        </pc:spChg>
        <pc:spChg chg="mod ord topLvl">
          <ac:chgData name="Robert de Groote" userId="2ce5265b-80a0-4fb8-a62a-8035e9b0c45a" providerId="ADAL" clId="{2F427DC0-94DD-4221-BDA8-C26CE314FA9F}" dt="2025-09-22T13:48:45.070" v="26563"/>
          <ac:spMkLst>
            <pc:docMk/>
            <pc:sldMk cId="488560641" sldId="309"/>
            <ac:spMk id="86" creationId="{DDD3EE94-915E-AFCB-1ABD-3657A2546E5D}"/>
          </ac:spMkLst>
        </pc:spChg>
        <pc:spChg chg="mod ord topLvl">
          <ac:chgData name="Robert de Groote" userId="2ce5265b-80a0-4fb8-a62a-8035e9b0c45a" providerId="ADAL" clId="{2F427DC0-94DD-4221-BDA8-C26CE314FA9F}" dt="2025-09-22T13:48:48.691" v="26967"/>
          <ac:spMkLst>
            <pc:docMk/>
            <pc:sldMk cId="488560641" sldId="309"/>
            <ac:spMk id="87" creationId="{48ADF1FB-BE4F-D171-4BFA-E1CCBB7F9A38}"/>
          </ac:spMkLst>
        </pc:spChg>
        <pc:spChg chg="mod ord topLvl">
          <ac:chgData name="Robert de Groote" userId="2ce5265b-80a0-4fb8-a62a-8035e9b0c45a" providerId="ADAL" clId="{2F427DC0-94DD-4221-BDA8-C26CE314FA9F}" dt="2025-09-22T13:48:55.925" v="27417"/>
          <ac:spMkLst>
            <pc:docMk/>
            <pc:sldMk cId="488560641" sldId="309"/>
            <ac:spMk id="88" creationId="{4B78F7F4-41A8-2DED-F86C-7D8B2A48D1F9}"/>
          </ac:spMkLst>
        </pc:spChg>
        <pc:spChg chg="mod ord topLvl">
          <ac:chgData name="Robert de Groote" userId="2ce5265b-80a0-4fb8-a62a-8035e9b0c45a" providerId="ADAL" clId="{2F427DC0-94DD-4221-BDA8-C26CE314FA9F}" dt="2025-09-22T13:48:59.414" v="27479"/>
          <ac:spMkLst>
            <pc:docMk/>
            <pc:sldMk cId="488560641" sldId="309"/>
            <ac:spMk id="89" creationId="{EFE1D941-858C-1699-46A5-C5602F7E4B64}"/>
          </ac:spMkLst>
        </pc:spChg>
        <pc:spChg chg="mod ord topLvl">
          <ac:chgData name="Robert de Groote" userId="2ce5265b-80a0-4fb8-a62a-8035e9b0c45a" providerId="ADAL" clId="{2F427DC0-94DD-4221-BDA8-C26CE314FA9F}" dt="2025-09-22T13:49:04.843" v="27541"/>
          <ac:spMkLst>
            <pc:docMk/>
            <pc:sldMk cId="488560641" sldId="309"/>
            <ac:spMk id="90" creationId="{034CEE7B-CB11-08E7-544F-68B3B0DEEF98}"/>
          </ac:spMkLst>
        </pc:spChg>
        <pc:spChg chg="mod ord">
          <ac:chgData name="Robert de Groote" userId="2ce5265b-80a0-4fb8-a62a-8035e9b0c45a" providerId="ADAL" clId="{2F427DC0-94DD-4221-BDA8-C26CE314FA9F}" dt="2025-09-22T13:49:09.596" v="27603"/>
          <ac:spMkLst>
            <pc:docMk/>
            <pc:sldMk cId="488560641" sldId="309"/>
            <ac:spMk id="91" creationId="{B8D32953-E79A-7246-F127-2DB8118EA368}"/>
          </ac:spMkLst>
        </pc:spChg>
        <pc:spChg chg="add mod ord">
          <ac:chgData name="Robert de Groote" userId="2ce5265b-80a0-4fb8-a62a-8035e9b0c45a" providerId="ADAL" clId="{2F427DC0-94DD-4221-BDA8-C26CE314FA9F}" dt="2025-09-22T13:49:13.366" v="27665"/>
          <ac:spMkLst>
            <pc:docMk/>
            <pc:sldMk cId="488560641" sldId="309"/>
            <ac:spMk id="161" creationId="{4CAF55B5-4BE2-A5EF-7F62-D3886F150CB3}"/>
          </ac:spMkLst>
        </pc:spChg>
        <pc:spChg chg="add mod ord">
          <ac:chgData name="Robert de Groote" userId="2ce5265b-80a0-4fb8-a62a-8035e9b0c45a" providerId="ADAL" clId="{2F427DC0-94DD-4221-BDA8-C26CE314FA9F}" dt="2025-09-22T13:49:17.460" v="27727"/>
          <ac:spMkLst>
            <pc:docMk/>
            <pc:sldMk cId="488560641" sldId="309"/>
            <ac:spMk id="162" creationId="{037BB755-7C5B-503F-A5FA-2CB6659F2386}"/>
          </ac:spMkLst>
        </pc:spChg>
        <pc:spChg chg="add mod ord">
          <ac:chgData name="Robert de Groote" userId="2ce5265b-80a0-4fb8-a62a-8035e9b0c45a" providerId="ADAL" clId="{2F427DC0-94DD-4221-BDA8-C26CE314FA9F}" dt="2025-09-22T13:49:20.755" v="27789"/>
          <ac:spMkLst>
            <pc:docMk/>
            <pc:sldMk cId="488560641" sldId="309"/>
            <ac:spMk id="163" creationId="{EDC6E8DD-3A16-4B30-8F98-77CEAE65B337}"/>
          </ac:spMkLst>
        </pc:spChg>
        <pc:spChg chg="add mod ord">
          <ac:chgData name="Robert de Groote" userId="2ce5265b-80a0-4fb8-a62a-8035e9b0c45a" providerId="ADAL" clId="{2F427DC0-94DD-4221-BDA8-C26CE314FA9F}" dt="2025-09-22T13:49:24.038" v="27851"/>
          <ac:spMkLst>
            <pc:docMk/>
            <pc:sldMk cId="488560641" sldId="309"/>
            <ac:spMk id="164" creationId="{A33C66A9-69E2-DDE2-D2DC-3D0542CD00D4}"/>
          </ac:spMkLst>
        </pc:spChg>
        <pc:spChg chg="add mod">
          <ac:chgData name="Robert de Groote" userId="2ce5265b-80a0-4fb8-a62a-8035e9b0c45a" providerId="ADAL" clId="{2F427DC0-94DD-4221-BDA8-C26CE314FA9F}" dt="2025-09-22T13:48:31.429" v="26381"/>
          <ac:spMkLst>
            <pc:docMk/>
            <pc:sldMk cId="488560641" sldId="309"/>
            <ac:spMk id="484" creationId="{B00E6B9D-AD98-5B2D-E3C7-E172CA1D1BBF}"/>
          </ac:spMkLst>
        </pc:spChg>
        <pc:spChg chg="add mod">
          <ac:chgData name="Robert de Groote" userId="2ce5265b-80a0-4fb8-a62a-8035e9b0c45a" providerId="ADAL" clId="{2F427DC0-94DD-4221-BDA8-C26CE314FA9F}" dt="2025-09-22T13:48:35.790" v="26443"/>
          <ac:spMkLst>
            <pc:docMk/>
            <pc:sldMk cId="488560641" sldId="309"/>
            <ac:spMk id="485" creationId="{87A561EA-0E1A-974C-82B5-EAC002F8B8AA}"/>
          </ac:spMkLst>
        </pc:spChg>
        <pc:spChg chg="add mod">
          <ac:chgData name="Robert de Groote" userId="2ce5265b-80a0-4fb8-a62a-8035e9b0c45a" providerId="ADAL" clId="{2F427DC0-94DD-4221-BDA8-C26CE314FA9F}" dt="2025-09-22T13:48:39.379" v="26505"/>
          <ac:spMkLst>
            <pc:docMk/>
            <pc:sldMk cId="488560641" sldId="309"/>
            <ac:spMk id="486" creationId="{29E5CA8F-D700-2B0E-8799-C6B85A46D6DB}"/>
          </ac:spMkLst>
        </pc:spChg>
        <pc:spChg chg="add mod">
          <ac:chgData name="Robert de Groote" userId="2ce5265b-80a0-4fb8-a62a-8035e9b0c45a" providerId="ADAL" clId="{2F427DC0-94DD-4221-BDA8-C26CE314FA9F}" dt="2025-09-22T13:48:45.073" v="26567"/>
          <ac:spMkLst>
            <pc:docMk/>
            <pc:sldMk cId="488560641" sldId="309"/>
            <ac:spMk id="487" creationId="{0976708B-853D-EF92-19B6-8406750AFC38}"/>
          </ac:spMkLst>
        </pc:spChg>
        <pc:spChg chg="add mod ord">
          <ac:chgData name="Robert de Groote" userId="2ce5265b-80a0-4fb8-a62a-8035e9b0c45a" providerId="ADAL" clId="{2F427DC0-94DD-4221-BDA8-C26CE314FA9F}" dt="2025-09-22T13:48:48.692" v="26971"/>
          <ac:spMkLst>
            <pc:docMk/>
            <pc:sldMk cId="488560641" sldId="309"/>
            <ac:spMk id="488" creationId="{59716BA8-7104-5DCB-5FB8-B9E42B1B0D03}"/>
          </ac:spMkLst>
        </pc:spChg>
        <pc:spChg chg="add mod">
          <ac:chgData name="Robert de Groote" userId="2ce5265b-80a0-4fb8-a62a-8035e9b0c45a" providerId="ADAL" clId="{2F427DC0-94DD-4221-BDA8-C26CE314FA9F}" dt="2025-09-22T13:48:52.501" v="27033"/>
          <ac:spMkLst>
            <pc:docMk/>
            <pc:sldMk cId="488560641" sldId="309"/>
            <ac:spMk id="489" creationId="{0D0E31B9-2B76-9F66-9B45-DBE7DB9D8265}"/>
          </ac:spMkLst>
        </pc:spChg>
        <pc:spChg chg="add mod ord">
          <ac:chgData name="Robert de Groote" userId="2ce5265b-80a0-4fb8-a62a-8035e9b0c45a" providerId="ADAL" clId="{2F427DC0-94DD-4221-BDA8-C26CE314FA9F}" dt="2025-09-22T13:48:55.927" v="27421"/>
          <ac:spMkLst>
            <pc:docMk/>
            <pc:sldMk cId="488560641" sldId="309"/>
            <ac:spMk id="490" creationId="{887F1FAF-7B54-6B32-800E-C1B77AAA6033}"/>
          </ac:spMkLst>
        </pc:spChg>
        <pc:spChg chg="add mod">
          <ac:chgData name="Robert de Groote" userId="2ce5265b-80a0-4fb8-a62a-8035e9b0c45a" providerId="ADAL" clId="{2F427DC0-94DD-4221-BDA8-C26CE314FA9F}" dt="2025-09-22T13:48:59.416" v="27483"/>
          <ac:spMkLst>
            <pc:docMk/>
            <pc:sldMk cId="488560641" sldId="309"/>
            <ac:spMk id="491" creationId="{E87A6784-639D-2C1E-E10A-70498074FF58}"/>
          </ac:spMkLst>
        </pc:spChg>
        <pc:spChg chg="add mod">
          <ac:chgData name="Robert de Groote" userId="2ce5265b-80a0-4fb8-a62a-8035e9b0c45a" providerId="ADAL" clId="{2F427DC0-94DD-4221-BDA8-C26CE314FA9F}" dt="2025-09-22T13:49:04.844" v="27545"/>
          <ac:spMkLst>
            <pc:docMk/>
            <pc:sldMk cId="488560641" sldId="309"/>
            <ac:spMk id="492" creationId="{7B853482-F4ED-E73F-F710-CFE5F9538822}"/>
          </ac:spMkLst>
        </pc:spChg>
        <pc:spChg chg="add mod">
          <ac:chgData name="Robert de Groote" userId="2ce5265b-80a0-4fb8-a62a-8035e9b0c45a" providerId="ADAL" clId="{2F427DC0-94DD-4221-BDA8-C26CE314FA9F}" dt="2025-09-22T13:49:09.597" v="27607"/>
          <ac:spMkLst>
            <pc:docMk/>
            <pc:sldMk cId="488560641" sldId="309"/>
            <ac:spMk id="493" creationId="{D5C6A158-8FD1-2EFD-62ED-A6BFD89EEFE5}"/>
          </ac:spMkLst>
        </pc:spChg>
        <pc:spChg chg="add mod">
          <ac:chgData name="Robert de Groote" userId="2ce5265b-80a0-4fb8-a62a-8035e9b0c45a" providerId="ADAL" clId="{2F427DC0-94DD-4221-BDA8-C26CE314FA9F}" dt="2025-09-22T13:49:13.368" v="27669"/>
          <ac:spMkLst>
            <pc:docMk/>
            <pc:sldMk cId="488560641" sldId="309"/>
            <ac:spMk id="494" creationId="{BB09EF1A-9A75-0A83-F1A7-EF4008E2858E}"/>
          </ac:spMkLst>
        </pc:spChg>
        <pc:spChg chg="add mod">
          <ac:chgData name="Robert de Groote" userId="2ce5265b-80a0-4fb8-a62a-8035e9b0c45a" providerId="ADAL" clId="{2F427DC0-94DD-4221-BDA8-C26CE314FA9F}" dt="2025-09-22T13:49:17.463" v="27731"/>
          <ac:spMkLst>
            <pc:docMk/>
            <pc:sldMk cId="488560641" sldId="309"/>
            <ac:spMk id="495" creationId="{8C179F7A-A9E8-C7AE-A472-EEE47AF82B6F}"/>
          </ac:spMkLst>
        </pc:spChg>
        <pc:spChg chg="add mod">
          <ac:chgData name="Robert de Groote" userId="2ce5265b-80a0-4fb8-a62a-8035e9b0c45a" providerId="ADAL" clId="{2F427DC0-94DD-4221-BDA8-C26CE314FA9F}" dt="2025-09-22T13:49:20.757" v="27793"/>
          <ac:spMkLst>
            <pc:docMk/>
            <pc:sldMk cId="488560641" sldId="309"/>
            <ac:spMk id="496" creationId="{36F9ECC2-7D5E-154D-2B57-80C86CF5908D}"/>
          </ac:spMkLst>
        </pc:spChg>
        <pc:spChg chg="add mod">
          <ac:chgData name="Robert de Groote" userId="2ce5265b-80a0-4fb8-a62a-8035e9b0c45a" providerId="ADAL" clId="{2F427DC0-94DD-4221-BDA8-C26CE314FA9F}" dt="2025-09-22T13:49:24.040" v="27855"/>
          <ac:spMkLst>
            <pc:docMk/>
            <pc:sldMk cId="488560641" sldId="309"/>
            <ac:spMk id="497" creationId="{BCCC8BC9-22B1-D4B2-6847-1CD0FE0B78F2}"/>
          </ac:spMkLst>
        </pc:spChg>
        <pc:spChg chg="add mod ord topLvl">
          <ac:chgData name="Robert de Groote" userId="2ce5265b-80a0-4fb8-a62a-8035e9b0c45a" providerId="ADAL" clId="{2F427DC0-94DD-4221-BDA8-C26CE314FA9F}" dt="2025-09-22T13:48:20.592" v="26315"/>
          <ac:spMkLst>
            <pc:docMk/>
            <pc:sldMk cId="488560641" sldId="309"/>
            <ac:spMk id="498" creationId="{5C669BF6-1B96-775B-68DA-9113C44AE505}"/>
          </ac:spMkLst>
        </pc:spChg>
        <pc:spChg chg="add mod ord topLvl">
          <ac:chgData name="Robert de Groote" userId="2ce5265b-80a0-4fb8-a62a-8035e9b0c45a" providerId="ADAL" clId="{2F427DC0-94DD-4221-BDA8-C26CE314FA9F}" dt="2025-09-22T13:49:27.518" v="27913"/>
          <ac:spMkLst>
            <pc:docMk/>
            <pc:sldMk cId="488560641" sldId="309"/>
            <ac:spMk id="507" creationId="{1F5B9781-D664-0607-34B1-35BA0CAE2335}"/>
          </ac:spMkLst>
        </pc:spChg>
        <pc:spChg chg="add mod">
          <ac:chgData name="Robert de Groote" userId="2ce5265b-80a0-4fb8-a62a-8035e9b0c45a" providerId="ADAL" clId="{2F427DC0-94DD-4221-BDA8-C26CE314FA9F}" dt="2025-09-22T13:49:27.519" v="27917"/>
          <ac:spMkLst>
            <pc:docMk/>
            <pc:sldMk cId="488560641" sldId="309"/>
            <ac:spMk id="516" creationId="{2747DE9D-1379-50F7-DC39-FFFA77F4925B}"/>
          </ac:spMkLst>
        </pc:spChg>
        <pc:spChg chg="mod">
          <ac:chgData name="Robert de Groote" userId="2ce5265b-80a0-4fb8-a62a-8035e9b0c45a" providerId="ADAL" clId="{2F427DC0-94DD-4221-BDA8-C26CE314FA9F}" dt="2025-09-22T13:52:19.297" v="28201"/>
          <ac:spMkLst>
            <pc:docMk/>
            <pc:sldMk cId="488560641" sldId="309"/>
            <ac:spMk id="737" creationId="{90554C66-FA8D-446B-2C7C-C2EF588040D8}"/>
          </ac:spMkLst>
        </pc:spChg>
        <pc:spChg chg="mod">
          <ac:chgData name="Robert de Groote" userId="2ce5265b-80a0-4fb8-a62a-8035e9b0c45a" providerId="ADAL" clId="{2F427DC0-94DD-4221-BDA8-C26CE314FA9F}" dt="2025-09-22T13:52:19.297" v="28201"/>
          <ac:spMkLst>
            <pc:docMk/>
            <pc:sldMk cId="488560641" sldId="309"/>
            <ac:spMk id="738" creationId="{5041FF4D-4F9E-6236-DD9E-1C5302CDAC52}"/>
          </ac:spMkLst>
        </pc:spChg>
        <pc:spChg chg="mod">
          <ac:chgData name="Robert de Groote" userId="2ce5265b-80a0-4fb8-a62a-8035e9b0c45a" providerId="ADAL" clId="{2F427DC0-94DD-4221-BDA8-C26CE314FA9F}" dt="2025-09-22T13:52:19.297" v="28201"/>
          <ac:spMkLst>
            <pc:docMk/>
            <pc:sldMk cId="488560641" sldId="309"/>
            <ac:spMk id="740" creationId="{1D68FC73-8D3B-A90E-70AF-88DD9FA54418}"/>
          </ac:spMkLst>
        </pc:spChg>
        <pc:spChg chg="mod">
          <ac:chgData name="Robert de Groote" userId="2ce5265b-80a0-4fb8-a62a-8035e9b0c45a" providerId="ADAL" clId="{2F427DC0-94DD-4221-BDA8-C26CE314FA9F}" dt="2025-09-22T13:52:19.297" v="28201"/>
          <ac:spMkLst>
            <pc:docMk/>
            <pc:sldMk cId="488560641" sldId="309"/>
            <ac:spMk id="741" creationId="{9D5988C3-037C-E608-E96A-94FABF76A3A4}"/>
          </ac:spMkLst>
        </pc:spChg>
        <pc:spChg chg="mod">
          <ac:chgData name="Robert de Groote" userId="2ce5265b-80a0-4fb8-a62a-8035e9b0c45a" providerId="ADAL" clId="{2F427DC0-94DD-4221-BDA8-C26CE314FA9F}" dt="2025-09-22T13:52:19.297" v="28201"/>
          <ac:spMkLst>
            <pc:docMk/>
            <pc:sldMk cId="488560641" sldId="309"/>
            <ac:spMk id="742" creationId="{8969BCF8-9C5E-9076-3EF6-0968B2D33C4A}"/>
          </ac:spMkLst>
        </pc:spChg>
        <pc:spChg chg="add mod">
          <ac:chgData name="Robert de Groote" userId="2ce5265b-80a0-4fb8-a62a-8035e9b0c45a" providerId="ADAL" clId="{2F427DC0-94DD-4221-BDA8-C26CE314FA9F}" dt="2025-09-22T13:52:23.212" v="28208" actId="1076"/>
          <ac:spMkLst>
            <pc:docMk/>
            <pc:sldMk cId="488560641" sldId="309"/>
            <ac:spMk id="743" creationId="{3DF94A18-9BB2-E5F2-4A3C-DD85EC4F666B}"/>
          </ac:spMkLst>
        </pc:spChg>
        <pc:grpChg chg="add mod">
          <ac:chgData name="Robert de Groote" userId="2ce5265b-80a0-4fb8-a62a-8035e9b0c45a" providerId="ADAL" clId="{2F427DC0-94DD-4221-BDA8-C26CE314FA9F}" dt="2025-09-22T13:52:26.465" v="28209" actId="1076"/>
          <ac:grpSpMkLst>
            <pc:docMk/>
            <pc:sldMk cId="488560641" sldId="309"/>
            <ac:grpSpMk id="736" creationId="{E215F957-09CE-3732-D6C8-647E127AF207}"/>
          </ac:grpSpMkLst>
        </pc:grpChg>
        <pc:grpChg chg="add mod">
          <ac:chgData name="Robert de Groote" userId="2ce5265b-80a0-4fb8-a62a-8035e9b0c45a" providerId="ADAL" clId="{2F427DC0-94DD-4221-BDA8-C26CE314FA9F}" dt="2025-09-22T13:52:19.421" v="28206"/>
          <ac:grpSpMkLst>
            <pc:docMk/>
            <pc:sldMk cId="488560641" sldId="309"/>
            <ac:grpSpMk id="739" creationId="{88E12929-672C-9B3A-5887-B07B94352A62}"/>
          </ac:grpSpMkLst>
        </pc:gr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40356800" sldId="309"/>
        </pc:sldMkLst>
      </pc:sldChg>
      <pc:sldChg chg="addSp delSp modSp add del mod modTransition delAnim modAnim">
        <pc:chgData name="Robert de Groote" userId="2ce5265b-80a0-4fb8-a62a-8035e9b0c45a" providerId="ADAL" clId="{2F427DC0-94DD-4221-BDA8-C26CE314FA9F}" dt="2025-09-22T13:52:34.437" v="28210" actId="47"/>
        <pc:sldMkLst>
          <pc:docMk/>
          <pc:sldMk cId="945340407" sldId="310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08548468" sldId="310"/>
        </pc:sldMkLst>
      </pc:sldChg>
      <pc:sldChg chg="addSp delSp modSp add mod modTransition">
        <pc:chgData name="Robert de Groote" userId="2ce5265b-80a0-4fb8-a62a-8035e9b0c45a" providerId="ADAL" clId="{2F427DC0-94DD-4221-BDA8-C26CE314FA9F}" dt="2025-09-24T14:43:31.960" v="29347"/>
        <pc:sldMkLst>
          <pc:docMk/>
          <pc:sldMk cId="3319223901" sldId="311"/>
        </pc:sldMkLst>
        <pc:spChg chg="mod">
          <ac:chgData name="Robert de Groote" userId="2ce5265b-80a0-4fb8-a62a-8035e9b0c45a" providerId="ADAL" clId="{2F427DC0-94DD-4221-BDA8-C26CE314FA9F}" dt="2025-09-22T13:54:07.915" v="28228"/>
          <ac:spMkLst>
            <pc:docMk/>
            <pc:sldMk cId="3319223901" sldId="311"/>
            <ac:spMk id="3" creationId="{AA81CAA7-A7F1-C158-2F92-B5E6F5C091DD}"/>
          </ac:spMkLst>
        </pc:spChg>
        <pc:spChg chg="add mod">
          <ac:chgData name="Robert de Groote" userId="2ce5265b-80a0-4fb8-a62a-8035e9b0c45a" providerId="ADAL" clId="{2F427DC0-94DD-4221-BDA8-C26CE314FA9F}" dt="2025-09-22T13:53:28.348" v="28224"/>
          <ac:spMkLst>
            <pc:docMk/>
            <pc:sldMk cId="3319223901" sldId="311"/>
            <ac:spMk id="9" creationId="{321C87CD-CBB7-D55F-79FE-46FD842EF05B}"/>
          </ac:spMkLst>
        </pc:spChg>
        <pc:spChg chg="mod">
          <ac:chgData name="Robert de Groote" userId="2ce5265b-80a0-4fb8-a62a-8035e9b0c45a" providerId="ADAL" clId="{2F427DC0-94DD-4221-BDA8-C26CE314FA9F}" dt="2025-09-22T13:51:33.018" v="28197" actId="555"/>
          <ac:spMkLst>
            <pc:docMk/>
            <pc:sldMk cId="3319223901" sldId="311"/>
            <ac:spMk id="485" creationId="{51407AAF-AFFB-83B4-460B-96C9F9E5A2B8}"/>
          </ac:spMkLst>
        </pc:spChg>
        <pc:spChg chg="mod">
          <ac:chgData name="Robert de Groote" userId="2ce5265b-80a0-4fb8-a62a-8035e9b0c45a" providerId="ADAL" clId="{2F427DC0-94DD-4221-BDA8-C26CE314FA9F}" dt="2025-09-22T13:51:33.018" v="28197" actId="555"/>
          <ac:spMkLst>
            <pc:docMk/>
            <pc:sldMk cId="3319223901" sldId="311"/>
            <ac:spMk id="486" creationId="{67707E7A-7A65-1197-FBE8-D13F79BDA94D}"/>
          </ac:spMkLst>
        </pc:spChg>
        <pc:spChg chg="mod">
          <ac:chgData name="Robert de Groote" userId="2ce5265b-80a0-4fb8-a62a-8035e9b0c45a" providerId="ADAL" clId="{2F427DC0-94DD-4221-BDA8-C26CE314FA9F}" dt="2025-09-22T13:51:26.097" v="28196" actId="555"/>
          <ac:spMkLst>
            <pc:docMk/>
            <pc:sldMk cId="3319223901" sldId="311"/>
            <ac:spMk id="487" creationId="{067033B2-7D13-A22F-2ECF-983935ED7C86}"/>
          </ac:spMkLst>
        </pc:spChg>
        <pc:spChg chg="mod">
          <ac:chgData name="Robert de Groote" userId="2ce5265b-80a0-4fb8-a62a-8035e9b0c45a" providerId="ADAL" clId="{2F427DC0-94DD-4221-BDA8-C26CE314FA9F}" dt="2025-09-22T13:51:26.097" v="28196" actId="555"/>
          <ac:spMkLst>
            <pc:docMk/>
            <pc:sldMk cId="3319223901" sldId="311"/>
            <ac:spMk id="488" creationId="{E4A37978-E127-1E35-2A70-1EBF8D038F51}"/>
          </ac:spMkLst>
        </pc:spChg>
        <pc:spChg chg="mod">
          <ac:chgData name="Robert de Groote" userId="2ce5265b-80a0-4fb8-a62a-8035e9b0c45a" providerId="ADAL" clId="{2F427DC0-94DD-4221-BDA8-C26CE314FA9F}" dt="2025-09-22T13:51:26.097" v="28196" actId="555"/>
          <ac:spMkLst>
            <pc:docMk/>
            <pc:sldMk cId="3319223901" sldId="311"/>
            <ac:spMk id="489" creationId="{8E7828D8-43A4-2806-687B-EF7C754CC658}"/>
          </ac:spMkLst>
        </pc:spChg>
        <pc:spChg chg="mod">
          <ac:chgData name="Robert de Groote" userId="2ce5265b-80a0-4fb8-a62a-8035e9b0c45a" providerId="ADAL" clId="{2F427DC0-94DD-4221-BDA8-C26CE314FA9F}" dt="2025-09-22T13:51:26.097" v="28196" actId="555"/>
          <ac:spMkLst>
            <pc:docMk/>
            <pc:sldMk cId="3319223901" sldId="311"/>
            <ac:spMk id="490" creationId="{ABD3C70B-BAD5-5365-417C-600579DDFF59}"/>
          </ac:spMkLst>
        </pc:spChg>
        <pc:spChg chg="mod">
          <ac:chgData name="Robert de Groote" userId="2ce5265b-80a0-4fb8-a62a-8035e9b0c45a" providerId="ADAL" clId="{2F427DC0-94DD-4221-BDA8-C26CE314FA9F}" dt="2025-09-22T13:51:04.896" v="28191" actId="555"/>
          <ac:spMkLst>
            <pc:docMk/>
            <pc:sldMk cId="3319223901" sldId="311"/>
            <ac:spMk id="491" creationId="{EA7440FF-5B95-4F0E-E584-B9738526AE42}"/>
          </ac:spMkLst>
        </pc:spChg>
        <pc:spChg chg="mod">
          <ac:chgData name="Robert de Groote" userId="2ce5265b-80a0-4fb8-a62a-8035e9b0c45a" providerId="ADAL" clId="{2F427DC0-94DD-4221-BDA8-C26CE314FA9F}" dt="2025-09-22T13:51:04.896" v="28191" actId="555"/>
          <ac:spMkLst>
            <pc:docMk/>
            <pc:sldMk cId="3319223901" sldId="311"/>
            <ac:spMk id="492" creationId="{B38D0904-50C6-DF39-5999-1AABC2715623}"/>
          </ac:spMkLst>
        </pc:spChg>
        <pc:spChg chg="add del mod">
          <ac:chgData name="Robert de Groote" userId="2ce5265b-80a0-4fb8-a62a-8035e9b0c45a" providerId="ADAL" clId="{2F427DC0-94DD-4221-BDA8-C26CE314FA9F}" dt="2025-09-22T13:51:15.442" v="28195" actId="1037"/>
          <ac:spMkLst>
            <pc:docMk/>
            <pc:sldMk cId="3319223901" sldId="311"/>
            <ac:spMk id="493" creationId="{5B5093EF-5DDD-5366-4985-F96A64835BE4}"/>
          </ac:spMkLst>
        </pc:spChg>
        <pc:spChg chg="mod">
          <ac:chgData name="Robert de Groote" userId="2ce5265b-80a0-4fb8-a62a-8035e9b0c45a" providerId="ADAL" clId="{2F427DC0-94DD-4221-BDA8-C26CE314FA9F}" dt="2025-09-22T13:51:04.896" v="28191" actId="555"/>
          <ac:spMkLst>
            <pc:docMk/>
            <pc:sldMk cId="3319223901" sldId="311"/>
            <ac:spMk id="494" creationId="{D2672F4E-51BC-4F5F-1406-1E308195B903}"/>
          </ac:spMkLst>
        </pc:spChg>
        <pc:spChg chg="mod">
          <ac:chgData name="Robert de Groote" userId="2ce5265b-80a0-4fb8-a62a-8035e9b0c45a" providerId="ADAL" clId="{2F427DC0-94DD-4221-BDA8-C26CE314FA9F}" dt="2025-09-22T13:51:04.896" v="28191" actId="555"/>
          <ac:spMkLst>
            <pc:docMk/>
            <pc:sldMk cId="3319223901" sldId="311"/>
            <ac:spMk id="495" creationId="{CDA56DB5-CBEF-AD04-D4BD-472C4F8919AD}"/>
          </ac:spMkLst>
        </pc:spChg>
        <pc:spChg chg="mod">
          <ac:chgData name="Robert de Groote" userId="2ce5265b-80a0-4fb8-a62a-8035e9b0c45a" providerId="ADAL" clId="{2F427DC0-94DD-4221-BDA8-C26CE314FA9F}" dt="2025-09-22T13:51:04.896" v="28191" actId="555"/>
          <ac:spMkLst>
            <pc:docMk/>
            <pc:sldMk cId="3319223901" sldId="311"/>
            <ac:spMk id="496" creationId="{AC291D9F-EE2B-26A3-23C6-85C6FF0B48CA}"/>
          </ac:spMkLst>
        </pc:spChg>
        <pc:spChg chg="mod">
          <ac:chgData name="Robert de Groote" userId="2ce5265b-80a0-4fb8-a62a-8035e9b0c45a" providerId="ADAL" clId="{2F427DC0-94DD-4221-BDA8-C26CE314FA9F}" dt="2025-09-22T13:51:38.054" v="28199" actId="1037"/>
          <ac:spMkLst>
            <pc:docMk/>
            <pc:sldMk cId="3319223901" sldId="311"/>
            <ac:spMk id="497" creationId="{CBC92E4A-C004-758D-035A-748A6D9491F2}"/>
          </ac:spMkLst>
        </pc:spChg>
        <pc:spChg chg="mod">
          <ac:chgData name="Robert de Groote" userId="2ce5265b-80a0-4fb8-a62a-8035e9b0c45a" providerId="ADAL" clId="{2F427DC0-94DD-4221-BDA8-C26CE314FA9F}" dt="2025-09-22T13:51:04.896" v="28191" actId="555"/>
          <ac:spMkLst>
            <pc:docMk/>
            <pc:sldMk cId="3319223901" sldId="311"/>
            <ac:spMk id="516" creationId="{ED254FF8-3A76-7B63-8D3F-D02C70C35377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224142537" sldId="311"/>
        </pc:sldMkLst>
      </pc:sldChg>
      <pc:sldChg chg="addSp modSp add mod modTransition modAnim">
        <pc:chgData name="Robert de Groote" userId="2ce5265b-80a0-4fb8-a62a-8035e9b0c45a" providerId="ADAL" clId="{2F427DC0-94DD-4221-BDA8-C26CE314FA9F}" dt="2025-09-22T13:53:38.686" v="28225"/>
        <pc:sldMkLst>
          <pc:docMk/>
          <pc:sldMk cId="1525240924" sldId="312"/>
        </pc:sldMkLst>
        <pc:spChg chg="mod">
          <ac:chgData name="Robert de Groote" userId="2ce5265b-80a0-4fb8-a62a-8035e9b0c45a" providerId="ADAL" clId="{2F427DC0-94DD-4221-BDA8-C26CE314FA9F}" dt="2025-09-22T13:53:38.686" v="28225"/>
          <ac:spMkLst>
            <pc:docMk/>
            <pc:sldMk cId="1525240924" sldId="312"/>
            <ac:spMk id="3" creationId="{6CAEB6D8-5D54-565B-3B50-6E3360D7E6CF}"/>
          </ac:spMkLst>
        </pc:spChg>
        <pc:spChg chg="mod">
          <ac:chgData name="Robert de Groote" userId="2ce5265b-80a0-4fb8-a62a-8035e9b0c45a" providerId="ADAL" clId="{2F427DC0-94DD-4221-BDA8-C26CE314FA9F}" dt="2025-09-22T13:52:49.234" v="28212"/>
          <ac:spMkLst>
            <pc:docMk/>
            <pc:sldMk cId="1525240924" sldId="312"/>
            <ac:spMk id="22" creationId="{38AACA9C-5321-C8D7-D8A5-27406E12A229}"/>
          </ac:spMkLst>
        </pc:spChg>
        <pc:spChg chg="mod">
          <ac:chgData name="Robert de Groote" userId="2ce5265b-80a0-4fb8-a62a-8035e9b0c45a" providerId="ADAL" clId="{2F427DC0-94DD-4221-BDA8-C26CE314FA9F}" dt="2025-09-22T13:52:49.234" v="28212"/>
          <ac:spMkLst>
            <pc:docMk/>
            <pc:sldMk cId="1525240924" sldId="312"/>
            <ac:spMk id="23" creationId="{263AE367-EBE2-8B0A-2303-FCFE30E0A1E6}"/>
          </ac:spMkLst>
        </pc:spChg>
        <pc:spChg chg="mod">
          <ac:chgData name="Robert de Groote" userId="2ce5265b-80a0-4fb8-a62a-8035e9b0c45a" providerId="ADAL" clId="{2F427DC0-94DD-4221-BDA8-C26CE314FA9F}" dt="2025-09-22T13:52:49.234" v="28212"/>
          <ac:spMkLst>
            <pc:docMk/>
            <pc:sldMk cId="1525240924" sldId="312"/>
            <ac:spMk id="25" creationId="{42D37B14-D0B5-03F2-9E02-A0B7BA288E93}"/>
          </ac:spMkLst>
        </pc:spChg>
        <pc:spChg chg="mod">
          <ac:chgData name="Robert de Groote" userId="2ce5265b-80a0-4fb8-a62a-8035e9b0c45a" providerId="ADAL" clId="{2F427DC0-94DD-4221-BDA8-C26CE314FA9F}" dt="2025-09-22T13:52:49.234" v="28212"/>
          <ac:spMkLst>
            <pc:docMk/>
            <pc:sldMk cId="1525240924" sldId="312"/>
            <ac:spMk id="26" creationId="{F5DE0A65-D42C-2632-993A-CDD4DCD153C2}"/>
          </ac:spMkLst>
        </pc:spChg>
        <pc:spChg chg="mod">
          <ac:chgData name="Robert de Groote" userId="2ce5265b-80a0-4fb8-a62a-8035e9b0c45a" providerId="ADAL" clId="{2F427DC0-94DD-4221-BDA8-C26CE314FA9F}" dt="2025-09-22T13:52:49.234" v="28212"/>
          <ac:spMkLst>
            <pc:docMk/>
            <pc:sldMk cId="1525240924" sldId="312"/>
            <ac:spMk id="27" creationId="{8313760A-1CB0-C3CA-72AD-5F0A5E085D69}"/>
          </ac:spMkLst>
        </pc:spChg>
        <pc:spChg chg="add mod">
          <ac:chgData name="Robert de Groote" userId="2ce5265b-80a0-4fb8-a62a-8035e9b0c45a" providerId="ADAL" clId="{2F427DC0-94DD-4221-BDA8-C26CE314FA9F}" dt="2025-09-22T13:52:49.479" v="28218"/>
          <ac:spMkLst>
            <pc:docMk/>
            <pc:sldMk cId="1525240924" sldId="312"/>
            <ac:spMk id="28" creationId="{D5E08C41-ABA8-8E54-CFD0-20D8C5BEC285}"/>
          </ac:spMkLst>
        </pc:spChg>
        <pc:grpChg chg="add mod">
          <ac:chgData name="Robert de Groote" userId="2ce5265b-80a0-4fb8-a62a-8035e9b0c45a" providerId="ADAL" clId="{2F427DC0-94DD-4221-BDA8-C26CE314FA9F}" dt="2025-09-22T13:52:49.478" v="28216"/>
          <ac:grpSpMkLst>
            <pc:docMk/>
            <pc:sldMk cId="1525240924" sldId="312"/>
            <ac:grpSpMk id="15" creationId="{577905D5-23CF-5D9A-74F5-498FC9B4E850}"/>
          </ac:grpSpMkLst>
        </pc:grpChg>
        <pc:grpChg chg="add mod">
          <ac:chgData name="Robert de Groote" userId="2ce5265b-80a0-4fb8-a62a-8035e9b0c45a" providerId="ADAL" clId="{2F427DC0-94DD-4221-BDA8-C26CE314FA9F}" dt="2025-09-22T13:52:49.478" v="28217"/>
          <ac:grpSpMkLst>
            <pc:docMk/>
            <pc:sldMk cId="1525240924" sldId="312"/>
            <ac:grpSpMk id="24" creationId="{F52379E8-A034-85D8-76B4-4FAECB1C8210}"/>
          </ac:grpSpMkLst>
        </pc:grpChg>
        <pc:picChg chg="add mod ord">
          <ac:chgData name="Robert de Groote" userId="2ce5265b-80a0-4fb8-a62a-8035e9b0c45a" providerId="ADAL" clId="{2F427DC0-94DD-4221-BDA8-C26CE314FA9F}" dt="2025-09-22T13:49:47.608" v="28185"/>
          <ac:picMkLst>
            <pc:docMk/>
            <pc:sldMk cId="1525240924" sldId="312"/>
            <ac:picMk id="14" creationId="{1410240A-EA56-AB0F-3C29-EC5E694B302C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83432657" sldId="312"/>
        </pc:sldMkLst>
      </pc:sldChg>
      <pc:sldChg chg="modSp add mod modTransition modAnim">
        <pc:chgData name="Robert de Groote" userId="2ce5265b-80a0-4fb8-a62a-8035e9b0c45a" providerId="ADAL" clId="{2F427DC0-94DD-4221-BDA8-C26CE314FA9F}" dt="2025-09-24T14:43:06.865" v="29188"/>
        <pc:sldMkLst>
          <pc:docMk/>
          <pc:sldMk cId="85868339" sldId="313"/>
        </pc:sldMkLst>
        <pc:spChg chg="mod">
          <ac:chgData name="Robert de Groote" userId="2ce5265b-80a0-4fb8-a62a-8035e9b0c45a" providerId="ADAL" clId="{2F427DC0-94DD-4221-BDA8-C26CE314FA9F}" dt="2025-09-22T13:57:45.214" v="28241" actId="20577"/>
          <ac:spMkLst>
            <pc:docMk/>
            <pc:sldMk cId="85868339" sldId="313"/>
            <ac:spMk id="3" creationId="{642A7AF0-62B1-AA25-256C-EF264EE9C9AC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332392631" sldId="313"/>
        </pc:sldMkLst>
      </pc:sldChg>
      <pc:sldChg chg="addSp delSp modSp add mod modAnim">
        <pc:chgData name="Robert de Groote" userId="2ce5265b-80a0-4fb8-a62a-8035e9b0c45a" providerId="ADAL" clId="{2F427DC0-94DD-4221-BDA8-C26CE314FA9F}" dt="2025-09-29T17:49:30.943" v="57579"/>
        <pc:sldMkLst>
          <pc:docMk/>
          <pc:sldMk cId="2967285017" sldId="314"/>
        </pc:sldMkLst>
        <pc:spChg chg="mod">
          <ac:chgData name="Robert de Groote" userId="2ce5265b-80a0-4fb8-a62a-8035e9b0c45a" providerId="ADAL" clId="{2F427DC0-94DD-4221-BDA8-C26CE314FA9F}" dt="2025-09-24T14:46:36.232" v="29735" actId="113"/>
          <ac:spMkLst>
            <pc:docMk/>
            <pc:sldMk cId="2967285017" sldId="314"/>
            <ac:spMk id="3" creationId="{E68F5FEB-3BAD-BDDA-EEF6-757A45AF3534}"/>
          </ac:spMkLst>
        </pc:spChg>
        <pc:spChg chg="add mod">
          <ac:chgData name="Robert de Groote" userId="2ce5265b-80a0-4fb8-a62a-8035e9b0c45a" providerId="ADAL" clId="{2F427DC0-94DD-4221-BDA8-C26CE314FA9F}" dt="2025-09-29T17:49:08.912" v="57576" actId="14100"/>
          <ac:spMkLst>
            <pc:docMk/>
            <pc:sldMk cId="2967285017" sldId="314"/>
            <ac:spMk id="9" creationId="{5B77724F-5ECA-E079-A9CC-6E042BFA4C84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68" creationId="{AC6AD389-A4B1-EBD7-6230-9A907C74D239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69" creationId="{E11CBFCE-959B-3262-8ACA-DFECC59249DD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71" creationId="{833B8FCE-A8BB-CB56-39C2-851B327BA940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72" creationId="{3BF29CC3-720A-4CC7-E2D6-6256B221B554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76" creationId="{B72EE2FA-95FF-2D45-372E-7485D3617815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83" creationId="{3B3699A7-F9A0-FAAA-D84C-809B89F0B0DA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84" creationId="{C378E7BD-959B-4374-EA92-5E271B1C0980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87" creationId="{B8D9C91D-F5BF-A907-2305-7CDE40CE2CE8}"/>
          </ac:spMkLst>
        </pc:spChg>
        <pc:spChg chg="mod topLvl">
          <ac:chgData name="Robert de Groote" userId="2ce5265b-80a0-4fb8-a62a-8035e9b0c45a" providerId="ADAL" clId="{2F427DC0-94DD-4221-BDA8-C26CE314FA9F}" dt="2025-09-22T13:56:42.730" v="28235" actId="165"/>
          <ac:spMkLst>
            <pc:docMk/>
            <pc:sldMk cId="2967285017" sldId="314"/>
            <ac:spMk id="90" creationId="{AC643487-E14F-7AEA-35AF-D9F57F78EA99}"/>
          </ac:spMkLst>
        </pc:spChg>
        <pc:spChg chg="mod topLvl">
          <ac:chgData name="Robert de Groote" userId="2ce5265b-80a0-4fb8-a62a-8035e9b0c45a" providerId="ADAL" clId="{2F427DC0-94DD-4221-BDA8-C26CE314FA9F}" dt="2025-09-24T14:46:32.472" v="29733" actId="1036"/>
          <ac:spMkLst>
            <pc:docMk/>
            <pc:sldMk cId="2967285017" sldId="314"/>
            <ac:spMk id="162" creationId="{EC31958E-8768-7BF7-5FA2-3DAA89A583AC}"/>
          </ac:spMkLst>
        </pc:sp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15" creationId="{F8867454-917A-6F71-B582-F261643D49D4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23" creationId="{06069CD8-076F-1C1F-8CD0-3CB404A79677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25" creationId="{3411FCAE-EDE5-694E-5420-E83F896D2575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28" creationId="{F227FAB6-4C2E-38EF-3265-02D730630B59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31" creationId="{DD7C168A-B2CB-7F46-C843-7B7C0EDDD2A7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37" creationId="{30B658C5-538B-421A-F814-7CD85BB0F514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43" creationId="{46FC2790-FBC0-E484-66B8-7EC413599512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46" creationId="{36391C15-F297-C83B-2423-5C38A6AFE397}"/>
          </ac:cxnSpMkLst>
        </pc:cxnChg>
        <pc:cxnChg chg="mod topLvl">
          <ac:chgData name="Robert de Groote" userId="2ce5265b-80a0-4fb8-a62a-8035e9b0c45a" providerId="ADAL" clId="{2F427DC0-94DD-4221-BDA8-C26CE314FA9F}" dt="2025-09-22T13:55:33.270" v="28232" actId="165"/>
          <ac:cxnSpMkLst>
            <pc:docMk/>
            <pc:sldMk cId="2967285017" sldId="314"/>
            <ac:cxnSpMk id="49" creationId="{D861C10B-6570-58E7-49E1-9A71A268B8F0}"/>
          </ac:cxnSpMkLst>
        </pc:cxn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733322326" sldId="314"/>
        </pc:sldMkLst>
      </pc:sldChg>
      <pc:sldChg chg="modSp add mod modAnim">
        <pc:chgData name="Robert de Groote" userId="2ce5265b-80a0-4fb8-a62a-8035e9b0c45a" providerId="ADAL" clId="{2F427DC0-94DD-4221-BDA8-C26CE314FA9F}" dt="2025-09-29T18:02:57.643" v="57725" actId="108"/>
        <pc:sldMkLst>
          <pc:docMk/>
          <pc:sldMk cId="1196960845" sldId="315"/>
        </pc:sldMkLst>
        <pc:spChg chg="mod">
          <ac:chgData name="Robert de Groote" userId="2ce5265b-80a0-4fb8-a62a-8035e9b0c45a" providerId="ADAL" clId="{2F427DC0-94DD-4221-BDA8-C26CE314FA9F}" dt="2025-09-23T12:26:56.533" v="28442" actId="20577"/>
          <ac:spMkLst>
            <pc:docMk/>
            <pc:sldMk cId="1196960845" sldId="315"/>
            <ac:spMk id="2" creationId="{2851885A-58F9-31A4-A3D3-7BAE4798FF59}"/>
          </ac:spMkLst>
        </pc:spChg>
        <pc:spChg chg="mod">
          <ac:chgData name="Robert de Groote" userId="2ce5265b-80a0-4fb8-a62a-8035e9b0c45a" providerId="ADAL" clId="{2F427DC0-94DD-4221-BDA8-C26CE314FA9F}" dt="2025-09-29T18:02:57.643" v="57725" actId="108"/>
          <ac:spMkLst>
            <pc:docMk/>
            <pc:sldMk cId="1196960845" sldId="315"/>
            <ac:spMk id="3" creationId="{A18304C3-FEA0-1869-2C74-20123349572D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288259036" sldId="315"/>
        </pc:sldMkLst>
      </pc:sldChg>
      <pc:sldChg chg="modSp add del mod">
        <pc:chgData name="Robert de Groote" userId="2ce5265b-80a0-4fb8-a62a-8035e9b0c45a" providerId="ADAL" clId="{2F427DC0-94DD-4221-BDA8-C26CE314FA9F}" dt="2025-09-29T13:41:25.298" v="55407" actId="47"/>
        <pc:sldMkLst>
          <pc:docMk/>
          <pc:sldMk cId="179391766" sldId="31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910636752" sldId="316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0263876" sldId="317"/>
        </pc:sldMkLst>
      </pc:sldChg>
      <pc:sldChg chg="addSp modSp add del mod modTransition modAnim">
        <pc:chgData name="Robert de Groote" userId="2ce5265b-80a0-4fb8-a62a-8035e9b0c45a" providerId="ADAL" clId="{2F427DC0-94DD-4221-BDA8-C26CE314FA9F}" dt="2025-09-24T14:43:17.202" v="29220" actId="47"/>
        <pc:sldMkLst>
          <pc:docMk/>
          <pc:sldMk cId="2048404607" sldId="317"/>
        </pc:sldMkLst>
      </pc:sldChg>
      <pc:sldChg chg="modSp add mod modAnim">
        <pc:chgData name="Robert de Groote" userId="2ce5265b-80a0-4fb8-a62a-8035e9b0c45a" providerId="ADAL" clId="{2F427DC0-94DD-4221-BDA8-C26CE314FA9F}" dt="2025-09-29T17:47:14.488" v="57456" actId="20577"/>
        <pc:sldMkLst>
          <pc:docMk/>
          <pc:sldMk cId="3080638318" sldId="317"/>
        </pc:sldMkLst>
        <pc:spChg chg="mod">
          <ac:chgData name="Robert de Groote" userId="2ce5265b-80a0-4fb8-a62a-8035e9b0c45a" providerId="ADAL" clId="{2F427DC0-94DD-4221-BDA8-C26CE314FA9F}" dt="2025-09-24T14:47:57.840" v="29826" actId="20577"/>
          <ac:spMkLst>
            <pc:docMk/>
            <pc:sldMk cId="3080638318" sldId="317"/>
            <ac:spMk id="2" creationId="{EF96FD30-ACE0-81F8-6C04-2EA741C6C2E2}"/>
          </ac:spMkLst>
        </pc:spChg>
        <pc:spChg chg="mod">
          <ac:chgData name="Robert de Groote" userId="2ce5265b-80a0-4fb8-a62a-8035e9b0c45a" providerId="ADAL" clId="{2F427DC0-94DD-4221-BDA8-C26CE314FA9F}" dt="2025-09-29T17:47:14.488" v="57456" actId="20577"/>
          <ac:spMkLst>
            <pc:docMk/>
            <pc:sldMk cId="3080638318" sldId="317"/>
            <ac:spMk id="3" creationId="{E4EC782C-40C9-C5B5-51D5-EDE1A05CBA88}"/>
          </ac:spMkLst>
        </pc:spChg>
      </pc:sldChg>
      <pc:sldChg chg="addSp modSp add del mod modTransition modAnim">
        <pc:chgData name="Robert de Groote" userId="2ce5265b-80a0-4fb8-a62a-8035e9b0c45a" providerId="ADAL" clId="{2F427DC0-94DD-4221-BDA8-C26CE314FA9F}" dt="2025-09-24T14:43:45.315" v="29646" actId="2890"/>
        <pc:sldMkLst>
          <pc:docMk/>
          <pc:sldMk cId="4277948794" sldId="317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5731821" sldId="318"/>
        </pc:sldMkLst>
      </pc:sldChg>
      <pc:sldChg chg="modSp add mod modAnim">
        <pc:chgData name="Robert de Groote" userId="2ce5265b-80a0-4fb8-a62a-8035e9b0c45a" providerId="ADAL" clId="{2F427DC0-94DD-4221-BDA8-C26CE314FA9F}" dt="2025-09-29T17:49:49.104" v="57581" actId="113"/>
        <pc:sldMkLst>
          <pc:docMk/>
          <pc:sldMk cId="1069495642" sldId="318"/>
        </pc:sldMkLst>
        <pc:spChg chg="mod">
          <ac:chgData name="Robert de Groote" userId="2ce5265b-80a0-4fb8-a62a-8035e9b0c45a" providerId="ADAL" clId="{2F427DC0-94DD-4221-BDA8-C26CE314FA9F}" dt="2025-09-24T14:49:18.596" v="30064" actId="6549"/>
          <ac:spMkLst>
            <pc:docMk/>
            <pc:sldMk cId="1069495642" sldId="318"/>
            <ac:spMk id="2" creationId="{6BD2AA01-2414-BC33-C1CA-A3D9CD636224}"/>
          </ac:spMkLst>
        </pc:spChg>
        <pc:spChg chg="mod">
          <ac:chgData name="Robert de Groote" userId="2ce5265b-80a0-4fb8-a62a-8035e9b0c45a" providerId="ADAL" clId="{2F427DC0-94DD-4221-BDA8-C26CE314FA9F}" dt="2025-09-29T17:49:49.104" v="57581" actId="113"/>
          <ac:spMkLst>
            <pc:docMk/>
            <pc:sldMk cId="1069495642" sldId="318"/>
            <ac:spMk id="3" creationId="{B823DFD6-7249-0253-0127-9977160EFF29}"/>
          </ac:spMkLst>
        </pc:spChg>
      </pc:sldChg>
      <pc:sldChg chg="addSp delSp modSp add mod addAnim delAnim modAnim">
        <pc:chgData name="Robert de Groote" userId="2ce5265b-80a0-4fb8-a62a-8035e9b0c45a" providerId="ADAL" clId="{2F427DC0-94DD-4221-BDA8-C26CE314FA9F}" dt="2025-09-30T06:15:51.711" v="57734" actId="20577"/>
        <pc:sldMkLst>
          <pc:docMk/>
          <pc:sldMk cId="3778923143" sldId="319"/>
        </pc:sldMkLst>
        <pc:spChg chg="mod">
          <ac:chgData name="Robert de Groote" userId="2ce5265b-80a0-4fb8-a62a-8035e9b0c45a" providerId="ADAL" clId="{2F427DC0-94DD-4221-BDA8-C26CE314FA9F}" dt="2025-09-30T06:15:51.711" v="57734" actId="20577"/>
          <ac:spMkLst>
            <pc:docMk/>
            <pc:sldMk cId="3778923143" sldId="319"/>
            <ac:spMk id="2" creationId="{51C0B142-09AB-4D2F-D66A-0120833B8175}"/>
          </ac:spMkLst>
        </pc:spChg>
        <pc:spChg chg="mod">
          <ac:chgData name="Robert de Groote" userId="2ce5265b-80a0-4fb8-a62a-8035e9b0c45a" providerId="ADAL" clId="{2F427DC0-94DD-4221-BDA8-C26CE314FA9F}" dt="2025-09-25T12:07:13.844" v="34066" actId="20577"/>
          <ac:spMkLst>
            <pc:docMk/>
            <pc:sldMk cId="3778923143" sldId="319"/>
            <ac:spMk id="3" creationId="{5E19B826-A1A8-0DC5-D2A5-D3FFD0B05C72}"/>
          </ac:spMkLst>
        </pc:spChg>
        <pc:spChg chg="add mod modVis">
          <ac:chgData name="Robert de Groote" userId="2ce5265b-80a0-4fb8-a62a-8035e9b0c45a" providerId="ADAL" clId="{2F427DC0-94DD-4221-BDA8-C26CE314FA9F}" dt="2025-09-25T12:09:44.584" v="34085" actId="14429"/>
          <ac:spMkLst>
            <pc:docMk/>
            <pc:sldMk cId="3778923143" sldId="319"/>
            <ac:spMk id="9" creationId="{5978342A-12C4-ADA1-EB3D-6FE634F8E780}"/>
          </ac:spMkLst>
        </pc:spChg>
        <pc:spChg chg="add mod">
          <ac:chgData name="Robert de Groote" userId="2ce5265b-80a0-4fb8-a62a-8035e9b0c45a" providerId="ADAL" clId="{2F427DC0-94DD-4221-BDA8-C26CE314FA9F}" dt="2025-09-28T08:35:28.517" v="40507" actId="1582"/>
          <ac:spMkLst>
            <pc:docMk/>
            <pc:sldMk cId="3778923143" sldId="319"/>
            <ac:spMk id="12" creationId="{F7EE36DA-4463-C9B5-AA71-303147FCF08F}"/>
          </ac:spMkLst>
        </pc:spChg>
        <pc:spChg chg="mod">
          <ac:chgData name="Robert de Groote" userId="2ce5265b-80a0-4fb8-a62a-8035e9b0c45a" providerId="ADAL" clId="{2F427DC0-94DD-4221-BDA8-C26CE314FA9F}" dt="2025-09-24T17:35:33.618" v="31109" actId="207"/>
          <ac:spMkLst>
            <pc:docMk/>
            <pc:sldMk cId="3778923143" sldId="319"/>
            <ac:spMk id="13" creationId="{AB85AE7D-7AFE-721D-DA84-2CA64F6C87BA}"/>
          </ac:spMkLst>
        </pc:spChg>
        <pc:spChg chg="mod">
          <ac:chgData name="Robert de Groote" userId="2ce5265b-80a0-4fb8-a62a-8035e9b0c45a" providerId="ADAL" clId="{2F427DC0-94DD-4221-BDA8-C26CE314FA9F}" dt="2025-09-24T17:35:33.618" v="31109" actId="207"/>
          <ac:spMkLst>
            <pc:docMk/>
            <pc:sldMk cId="3778923143" sldId="319"/>
            <ac:spMk id="16" creationId="{87D78CAF-F4B6-02F0-CBF3-BFE47B4DC186}"/>
          </ac:spMkLst>
        </pc:spChg>
        <pc:spChg chg="mod">
          <ac:chgData name="Robert de Groote" userId="2ce5265b-80a0-4fb8-a62a-8035e9b0c45a" providerId="ADAL" clId="{2F427DC0-94DD-4221-BDA8-C26CE314FA9F}" dt="2025-09-24T17:35:33.618" v="31109" actId="207"/>
          <ac:spMkLst>
            <pc:docMk/>
            <pc:sldMk cId="3778923143" sldId="319"/>
            <ac:spMk id="17" creationId="{F9C920FA-8778-407B-B5F9-62DA82A3EB28}"/>
          </ac:spMkLst>
        </pc:spChg>
        <pc:spChg chg="mod">
          <ac:chgData name="Robert de Groote" userId="2ce5265b-80a0-4fb8-a62a-8035e9b0c45a" providerId="ADAL" clId="{2F427DC0-94DD-4221-BDA8-C26CE314FA9F}" dt="2025-09-24T17:35:33.618" v="31109" actId="207"/>
          <ac:spMkLst>
            <pc:docMk/>
            <pc:sldMk cId="3778923143" sldId="319"/>
            <ac:spMk id="18" creationId="{DC445AB2-371E-BB9F-880A-3E81FE35FD07}"/>
          </ac:spMkLst>
        </pc:spChg>
        <pc:spChg chg="mod">
          <ac:chgData name="Robert de Groote" userId="2ce5265b-80a0-4fb8-a62a-8035e9b0c45a" providerId="ADAL" clId="{2F427DC0-94DD-4221-BDA8-C26CE314FA9F}" dt="2025-09-24T17:35:33.618" v="31109" actId="207"/>
          <ac:spMkLst>
            <pc:docMk/>
            <pc:sldMk cId="3778923143" sldId="319"/>
            <ac:spMk id="19" creationId="{5B1923F0-2D51-08FF-2ACF-4AFEBF2A119D}"/>
          </ac:spMkLst>
        </pc:spChg>
        <pc:spChg chg="add mod modVis">
          <ac:chgData name="Robert de Groote" userId="2ce5265b-80a0-4fb8-a62a-8035e9b0c45a" providerId="ADAL" clId="{2F427DC0-94DD-4221-BDA8-C26CE314FA9F}" dt="2025-09-25T12:09:36.570" v="34082" actId="14429"/>
          <ac:spMkLst>
            <pc:docMk/>
            <pc:sldMk cId="3778923143" sldId="319"/>
            <ac:spMk id="30" creationId="{95D5D58C-F792-B4B0-92A9-4F56CF2D3B82}"/>
          </ac:spMkLst>
        </pc:spChg>
        <pc:spChg chg="add mod ord">
          <ac:chgData name="Robert de Groote" userId="2ce5265b-80a0-4fb8-a62a-8035e9b0c45a" providerId="ADAL" clId="{2F427DC0-94DD-4221-BDA8-C26CE314FA9F}" dt="2025-09-24T17:41:04.200" v="31328" actId="164"/>
          <ac:spMkLst>
            <pc:docMk/>
            <pc:sldMk cId="3778923143" sldId="319"/>
            <ac:spMk id="47" creationId="{4E2D1016-26AC-C388-B5D7-DF01A198238A}"/>
          </ac:spMkLst>
        </pc:spChg>
        <pc:spChg chg="add mod ord">
          <ac:chgData name="Robert de Groote" userId="2ce5265b-80a0-4fb8-a62a-8035e9b0c45a" providerId="ADAL" clId="{2F427DC0-94DD-4221-BDA8-C26CE314FA9F}" dt="2025-09-24T17:41:05.855" v="31329" actId="164"/>
          <ac:spMkLst>
            <pc:docMk/>
            <pc:sldMk cId="3778923143" sldId="319"/>
            <ac:spMk id="48" creationId="{2BBB3A06-97DF-822E-3D2F-B17B4BF4C7A6}"/>
          </ac:spMkLst>
        </pc:spChg>
        <pc:spChg chg="mod">
          <ac:chgData name="Robert de Groote" userId="2ce5265b-80a0-4fb8-a62a-8035e9b0c45a" providerId="ADAL" clId="{2F427DC0-94DD-4221-BDA8-C26CE314FA9F}" dt="2025-09-24T17:35:26.745" v="31108" actId="207"/>
          <ac:spMkLst>
            <pc:docMk/>
            <pc:sldMk cId="3778923143" sldId="319"/>
            <ac:spMk id="76" creationId="{E3F50275-1A96-8F24-A7FD-1DD1470DC3DE}"/>
          </ac:spMkLst>
        </pc:spChg>
        <pc:spChg chg="mod">
          <ac:chgData name="Robert de Groote" userId="2ce5265b-80a0-4fb8-a62a-8035e9b0c45a" providerId="ADAL" clId="{2F427DC0-94DD-4221-BDA8-C26CE314FA9F}" dt="2025-09-24T17:35:26.745" v="31108" actId="207"/>
          <ac:spMkLst>
            <pc:docMk/>
            <pc:sldMk cId="3778923143" sldId="319"/>
            <ac:spMk id="77" creationId="{228A7C28-8C23-648A-A8C7-D4298BEE3AAC}"/>
          </ac:spMkLst>
        </pc:spChg>
        <pc:spChg chg="mod">
          <ac:chgData name="Robert de Groote" userId="2ce5265b-80a0-4fb8-a62a-8035e9b0c45a" providerId="ADAL" clId="{2F427DC0-94DD-4221-BDA8-C26CE314FA9F}" dt="2025-09-24T17:35:26.745" v="31108" actId="207"/>
          <ac:spMkLst>
            <pc:docMk/>
            <pc:sldMk cId="3778923143" sldId="319"/>
            <ac:spMk id="78" creationId="{E1792352-4FAC-7DED-E020-5C634CB33DFF}"/>
          </ac:spMkLst>
        </pc:spChg>
        <pc:spChg chg="mod">
          <ac:chgData name="Robert de Groote" userId="2ce5265b-80a0-4fb8-a62a-8035e9b0c45a" providerId="ADAL" clId="{2F427DC0-94DD-4221-BDA8-C26CE314FA9F}" dt="2025-09-24T17:35:26.745" v="31108" actId="207"/>
          <ac:spMkLst>
            <pc:docMk/>
            <pc:sldMk cId="3778923143" sldId="319"/>
            <ac:spMk id="79" creationId="{ECE1763A-1C75-CAB4-CF46-DCF407A80121}"/>
          </ac:spMkLst>
        </pc:spChg>
        <pc:spChg chg="mod">
          <ac:chgData name="Robert de Groote" userId="2ce5265b-80a0-4fb8-a62a-8035e9b0c45a" providerId="ADAL" clId="{2F427DC0-94DD-4221-BDA8-C26CE314FA9F}" dt="2025-09-24T17:35:26.745" v="31108" actId="207"/>
          <ac:spMkLst>
            <pc:docMk/>
            <pc:sldMk cId="3778923143" sldId="319"/>
            <ac:spMk id="498" creationId="{6C0C01E1-5F87-8E51-AB54-92ED66F2A6C5}"/>
          </ac:spMkLst>
        </pc:spChg>
        <pc:grpChg chg="add mod">
          <ac:chgData name="Robert de Groote" userId="2ce5265b-80a0-4fb8-a62a-8035e9b0c45a" providerId="ADAL" clId="{2F427DC0-94DD-4221-BDA8-C26CE314FA9F}" dt="2025-09-24T17:41:45.597" v="31336" actId="962"/>
          <ac:grpSpMkLst>
            <pc:docMk/>
            <pc:sldMk cId="3778923143" sldId="319"/>
            <ac:grpSpMk id="61" creationId="{C834486B-EB9D-5F33-C297-2C4C271CCD45}"/>
          </ac:grpSpMkLst>
        </pc:grpChg>
        <pc:grpChg chg="add mod">
          <ac:chgData name="Robert de Groote" userId="2ce5265b-80a0-4fb8-a62a-8035e9b0c45a" providerId="ADAL" clId="{2F427DC0-94DD-4221-BDA8-C26CE314FA9F}" dt="2025-09-24T17:41:37.154" v="31335" actId="962"/>
          <ac:grpSpMkLst>
            <pc:docMk/>
            <pc:sldMk cId="3778923143" sldId="319"/>
            <ac:grpSpMk id="62" creationId="{BC001566-DDBD-5AD2-6C7D-A1BCE2507EB8}"/>
          </ac:grpSpMkLst>
        </pc:grpChg>
        <pc:picChg chg="add mod ord">
          <ac:chgData name="Robert de Groote" userId="2ce5265b-80a0-4fb8-a62a-8035e9b0c45a" providerId="ADAL" clId="{2F427DC0-94DD-4221-BDA8-C26CE314FA9F}" dt="2025-09-24T17:41:04.200" v="31328" actId="164"/>
          <ac:picMkLst>
            <pc:docMk/>
            <pc:sldMk cId="3778923143" sldId="319"/>
            <ac:picMk id="42" creationId="{476CA642-7EDE-36B3-8304-2E74A6976CC1}"/>
          </ac:picMkLst>
        </pc:picChg>
        <pc:picChg chg="add mod ord">
          <ac:chgData name="Robert de Groote" userId="2ce5265b-80a0-4fb8-a62a-8035e9b0c45a" providerId="ADAL" clId="{2F427DC0-94DD-4221-BDA8-C26CE314FA9F}" dt="2025-09-24T17:41:05.855" v="31329" actId="164"/>
          <ac:picMkLst>
            <pc:docMk/>
            <pc:sldMk cId="3778923143" sldId="319"/>
            <ac:picMk id="45" creationId="{CB58E79C-068A-64F1-8C38-7664653F66D4}"/>
          </ac:picMkLst>
        </pc:picChg>
      </pc:sldChg>
      <pc:sldChg chg="addSp modSp add mod modAnim">
        <pc:chgData name="Robert de Groote" userId="2ce5265b-80a0-4fb8-a62a-8035e9b0c45a" providerId="ADAL" clId="{2F427DC0-94DD-4221-BDA8-C26CE314FA9F}" dt="2025-09-30T06:17:46.560" v="57735"/>
        <pc:sldMkLst>
          <pc:docMk/>
          <pc:sldMk cId="1710538570" sldId="320"/>
        </pc:sldMkLst>
        <pc:spChg chg="mod">
          <ac:chgData name="Robert de Groote" userId="2ce5265b-80a0-4fb8-a62a-8035e9b0c45a" providerId="ADAL" clId="{2F427DC0-94DD-4221-BDA8-C26CE314FA9F}" dt="2025-09-24T15:00:09.235" v="30556" actId="20577"/>
          <ac:spMkLst>
            <pc:docMk/>
            <pc:sldMk cId="1710538570" sldId="320"/>
            <ac:spMk id="2" creationId="{C7869C5F-F073-44AD-2289-DBD225580EC7}"/>
          </ac:spMkLst>
        </pc:spChg>
        <pc:spChg chg="mod">
          <ac:chgData name="Robert de Groote" userId="2ce5265b-80a0-4fb8-a62a-8035e9b0c45a" providerId="ADAL" clId="{2F427DC0-94DD-4221-BDA8-C26CE314FA9F}" dt="2025-09-24T17:49:09.955" v="31404"/>
          <ac:spMkLst>
            <pc:docMk/>
            <pc:sldMk cId="1710538570" sldId="320"/>
            <ac:spMk id="3" creationId="{06CD0D6C-28B3-A881-1934-9B70AF95465C}"/>
          </ac:spMkLst>
        </pc:spChg>
        <pc:spChg chg="mod">
          <ac:chgData name="Robert de Groote" userId="2ce5265b-80a0-4fb8-a62a-8035e9b0c45a" providerId="ADAL" clId="{2F427DC0-94DD-4221-BDA8-C26CE314FA9F}" dt="2025-09-24T17:51:17.498" v="31422" actId="20577"/>
          <ac:spMkLst>
            <pc:docMk/>
            <pc:sldMk cId="1710538570" sldId="320"/>
            <ac:spMk id="5" creationId="{C6E575F8-B48C-C0AA-51C7-849EFB13EDA5}"/>
          </ac:spMkLst>
        </pc:spChg>
        <pc:spChg chg="add mod">
          <ac:chgData name="Robert de Groote" userId="2ce5265b-80a0-4fb8-a62a-8035e9b0c45a" providerId="ADAL" clId="{2F427DC0-94DD-4221-BDA8-C26CE314FA9F}" dt="2025-09-24T17:51:34.433" v="31427" actId="20577"/>
          <ac:spMkLst>
            <pc:docMk/>
            <pc:sldMk cId="1710538570" sldId="320"/>
            <ac:spMk id="9" creationId="{83A2D2EC-E8CF-DCE2-F351-71F39466B82B}"/>
          </ac:spMkLst>
        </pc:spChg>
        <pc:spChg chg="add mod">
          <ac:chgData name="Robert de Groote" userId="2ce5265b-80a0-4fb8-a62a-8035e9b0c45a" providerId="ADAL" clId="{2F427DC0-94DD-4221-BDA8-C26CE314FA9F}" dt="2025-09-24T17:51:31.359" v="31425" actId="20577"/>
          <ac:spMkLst>
            <pc:docMk/>
            <pc:sldMk cId="1710538570" sldId="320"/>
            <ac:spMk id="14" creationId="{3DEDBB2C-A450-C848-95FF-8A8CAC0A87FF}"/>
          </ac:spMkLst>
        </pc:spChg>
        <pc:spChg chg="mod">
          <ac:chgData name="Robert de Groote" userId="2ce5265b-80a0-4fb8-a62a-8035e9b0c45a" providerId="ADAL" clId="{2F427DC0-94DD-4221-BDA8-C26CE314FA9F}" dt="2025-09-24T17:49:33.594" v="31408" actId="1076"/>
          <ac:spMkLst>
            <pc:docMk/>
            <pc:sldMk cId="1710538570" sldId="320"/>
            <ac:spMk id="20" creationId="{FBF2F511-8AF2-DBEE-4321-AC813E5337FA}"/>
          </ac:spMkLst>
        </pc:spChg>
        <pc:spChg chg="mod">
          <ac:chgData name="Robert de Groote" userId="2ce5265b-80a0-4fb8-a62a-8035e9b0c45a" providerId="ADAL" clId="{2F427DC0-94DD-4221-BDA8-C26CE314FA9F}" dt="2025-09-24T17:55:45.820" v="31472"/>
          <ac:spMkLst>
            <pc:docMk/>
            <pc:sldMk cId="1710538570" sldId="320"/>
            <ac:spMk id="26" creationId="{B33477B0-EA75-D96B-1750-A1C306B8CCCA}"/>
          </ac:spMkLst>
        </pc:spChg>
        <pc:spChg chg="mod">
          <ac:chgData name="Robert de Groote" userId="2ce5265b-80a0-4fb8-a62a-8035e9b0c45a" providerId="ADAL" clId="{2F427DC0-94DD-4221-BDA8-C26CE314FA9F}" dt="2025-09-24T17:55:45.820" v="31472"/>
          <ac:spMkLst>
            <pc:docMk/>
            <pc:sldMk cId="1710538570" sldId="320"/>
            <ac:spMk id="30" creationId="{AE907FD0-1B06-8B0C-548A-8D861ACD90FE}"/>
          </ac:spMkLst>
        </pc:spChg>
        <pc:spChg chg="add mod">
          <ac:chgData name="Robert de Groote" userId="2ce5265b-80a0-4fb8-a62a-8035e9b0c45a" providerId="ADAL" clId="{2F427DC0-94DD-4221-BDA8-C26CE314FA9F}" dt="2025-09-28T08:35:40.539" v="40513" actId="20577"/>
          <ac:spMkLst>
            <pc:docMk/>
            <pc:sldMk cId="1710538570" sldId="320"/>
            <ac:spMk id="32" creationId="{29178AB8-D4EA-8FC3-770F-CBE7BFF5D825}"/>
          </ac:spMkLst>
        </pc:spChg>
        <pc:spChg chg="mod">
          <ac:chgData name="Robert de Groote" userId="2ce5265b-80a0-4fb8-a62a-8035e9b0c45a" providerId="ADAL" clId="{2F427DC0-94DD-4221-BDA8-C26CE314FA9F}" dt="2025-09-24T17:51:26.736" v="31423" actId="20577"/>
          <ac:spMkLst>
            <pc:docMk/>
            <pc:sldMk cId="1710538570" sldId="320"/>
            <ac:spMk id="67" creationId="{F859EF32-A4C3-6509-BA4C-F3C10E0EFBDC}"/>
          </ac:spMkLst>
        </pc:spChg>
        <pc:grpChg chg="add mod">
          <ac:chgData name="Robert de Groote" userId="2ce5265b-80a0-4fb8-a62a-8035e9b0c45a" providerId="ADAL" clId="{2F427DC0-94DD-4221-BDA8-C26CE314FA9F}" dt="2025-09-24T17:55:46.081" v="31475"/>
          <ac:grpSpMkLst>
            <pc:docMk/>
            <pc:sldMk cId="1710538570" sldId="320"/>
            <ac:grpSpMk id="22" creationId="{231F8AC8-6B82-F2F2-E9B1-1691C734D092}"/>
          </ac:grpSpMkLst>
        </pc:grpChg>
        <pc:grpChg chg="add mod">
          <ac:chgData name="Robert de Groote" userId="2ce5265b-80a0-4fb8-a62a-8035e9b0c45a" providerId="ADAL" clId="{2F427DC0-94DD-4221-BDA8-C26CE314FA9F}" dt="2025-09-24T17:55:46.082" v="31476"/>
          <ac:grpSpMkLst>
            <pc:docMk/>
            <pc:sldMk cId="1710538570" sldId="320"/>
            <ac:grpSpMk id="27" creationId="{953ABF62-7181-BD62-3583-77D3FCC2356E}"/>
          </ac:grpSpMkLst>
        </pc:grpChg>
        <pc:picChg chg="mod">
          <ac:chgData name="Robert de Groote" userId="2ce5265b-80a0-4fb8-a62a-8035e9b0c45a" providerId="ADAL" clId="{2F427DC0-94DD-4221-BDA8-C26CE314FA9F}" dt="2025-09-24T17:55:45.820" v="31472"/>
          <ac:picMkLst>
            <pc:docMk/>
            <pc:sldMk cId="1710538570" sldId="320"/>
            <ac:picMk id="24" creationId="{0C07623C-C7DE-385C-9271-730B842D5583}"/>
          </ac:picMkLst>
        </pc:picChg>
        <pc:picChg chg="mod">
          <ac:chgData name="Robert de Groote" userId="2ce5265b-80a0-4fb8-a62a-8035e9b0c45a" providerId="ADAL" clId="{2F427DC0-94DD-4221-BDA8-C26CE314FA9F}" dt="2025-09-24T17:55:45.820" v="31472"/>
          <ac:picMkLst>
            <pc:docMk/>
            <pc:sldMk cId="1710538570" sldId="320"/>
            <ac:picMk id="29" creationId="{20D67CD0-2CE6-278D-822C-A996A3C80D6D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947786956" sldId="320"/>
        </pc:sldMkLst>
      </pc:sldChg>
      <pc:sldChg chg="add del">
        <pc:chgData name="Robert de Groote" userId="2ce5265b-80a0-4fb8-a62a-8035e9b0c45a" providerId="ADAL" clId="{2F427DC0-94DD-4221-BDA8-C26CE314FA9F}" dt="2025-09-24T17:57:29.577" v="31505" actId="47"/>
        <pc:sldMkLst>
          <pc:docMk/>
          <pc:sldMk cId="1696568358" sldId="321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1992519415" sldId="321"/>
        </pc:sldMkLst>
      </pc:sldChg>
      <pc:sldChg chg="modSp add mod modAnim">
        <pc:chgData name="Robert de Groote" userId="2ce5265b-80a0-4fb8-a62a-8035e9b0c45a" providerId="ADAL" clId="{2F427DC0-94DD-4221-BDA8-C26CE314FA9F}" dt="2025-09-29T18:00:45.860" v="57717"/>
        <pc:sldMkLst>
          <pc:docMk/>
          <pc:sldMk cId="2974967904" sldId="321"/>
        </pc:sldMkLst>
        <pc:spChg chg="mod">
          <ac:chgData name="Robert de Groote" userId="2ce5265b-80a0-4fb8-a62a-8035e9b0c45a" providerId="ADAL" clId="{2F427DC0-94DD-4221-BDA8-C26CE314FA9F}" dt="2025-09-29T18:00:17.308" v="57714" actId="113"/>
          <ac:spMkLst>
            <pc:docMk/>
            <pc:sldMk cId="2974967904" sldId="321"/>
            <ac:spMk id="3" creationId="{1AE24DED-4CD6-0EA5-4B28-99032EC820B7}"/>
          </ac:spMkLst>
        </pc:spChg>
      </pc:sldChg>
      <pc:sldChg chg="addSp delSp modSp add mod modAnim">
        <pc:chgData name="Robert de Groote" userId="2ce5265b-80a0-4fb8-a62a-8035e9b0c45a" providerId="ADAL" clId="{2F427DC0-94DD-4221-BDA8-C26CE314FA9F}" dt="2025-09-25T14:27:42.576" v="36905"/>
        <pc:sldMkLst>
          <pc:docMk/>
          <pc:sldMk cId="2395286890" sldId="322"/>
        </pc:sldMkLst>
        <pc:spChg chg="mod">
          <ac:chgData name="Robert de Groote" userId="2ce5265b-80a0-4fb8-a62a-8035e9b0c45a" providerId="ADAL" clId="{2F427DC0-94DD-4221-BDA8-C26CE314FA9F}" dt="2025-09-25T12:23:04.173" v="34112" actId="20577"/>
          <ac:spMkLst>
            <pc:docMk/>
            <pc:sldMk cId="2395286890" sldId="322"/>
            <ac:spMk id="2" creationId="{C45DCC50-680A-3CB8-3B0F-421D974BD4E7}"/>
          </ac:spMkLst>
        </pc:spChg>
        <pc:spChg chg="mod">
          <ac:chgData name="Robert de Groote" userId="2ce5265b-80a0-4fb8-a62a-8035e9b0c45a" providerId="ADAL" clId="{2F427DC0-94DD-4221-BDA8-C26CE314FA9F}" dt="2025-09-25T14:27:42.576" v="36905"/>
          <ac:spMkLst>
            <pc:docMk/>
            <pc:sldMk cId="2395286890" sldId="322"/>
            <ac:spMk id="3" creationId="{C4A54CE9-C5C1-8AF9-8826-F41C5C2F8FB7}"/>
          </ac:spMkLst>
        </pc:spChg>
        <pc:spChg chg="mod">
          <ac:chgData name="Robert de Groote" userId="2ce5265b-80a0-4fb8-a62a-8035e9b0c45a" providerId="ADAL" clId="{2F427DC0-94DD-4221-BDA8-C26CE314FA9F}" dt="2025-09-25T12:37:43.838" v="34475"/>
          <ac:spMkLst>
            <pc:docMk/>
            <pc:sldMk cId="2395286890" sldId="322"/>
            <ac:spMk id="22" creationId="{AD6B7A0E-7469-0034-4FDF-539A206AFAE4}"/>
          </ac:spMkLst>
        </pc:spChg>
        <pc:spChg chg="mod">
          <ac:chgData name="Robert de Groote" userId="2ce5265b-80a0-4fb8-a62a-8035e9b0c45a" providerId="ADAL" clId="{2F427DC0-94DD-4221-BDA8-C26CE314FA9F}" dt="2025-09-25T12:37:43.838" v="34476"/>
          <ac:spMkLst>
            <pc:docMk/>
            <pc:sldMk cId="2395286890" sldId="322"/>
            <ac:spMk id="23" creationId="{E4AA5E96-5270-B530-E4AE-D6A2FF4B440A}"/>
          </ac:spMkLst>
        </pc:spChg>
        <pc:spChg chg="mod">
          <ac:chgData name="Robert de Groote" userId="2ce5265b-80a0-4fb8-a62a-8035e9b0c45a" providerId="ADAL" clId="{2F427DC0-94DD-4221-BDA8-C26CE314FA9F}" dt="2025-09-25T12:37:43.838" v="34477"/>
          <ac:spMkLst>
            <pc:docMk/>
            <pc:sldMk cId="2395286890" sldId="322"/>
            <ac:spMk id="24" creationId="{8B65E80A-DA4D-282F-C706-298424E21458}"/>
          </ac:spMkLst>
        </pc:spChg>
        <pc:spChg chg="mod">
          <ac:chgData name="Robert de Groote" userId="2ce5265b-80a0-4fb8-a62a-8035e9b0c45a" providerId="ADAL" clId="{2F427DC0-94DD-4221-BDA8-C26CE314FA9F}" dt="2025-09-25T12:37:43.839" v="34478"/>
          <ac:spMkLst>
            <pc:docMk/>
            <pc:sldMk cId="2395286890" sldId="322"/>
            <ac:spMk id="25" creationId="{3325AB04-0381-A221-CD58-B299EBC5A0BD}"/>
          </ac:spMkLst>
        </pc:spChg>
        <pc:spChg chg="add mod">
          <ac:chgData name="Robert de Groote" userId="2ce5265b-80a0-4fb8-a62a-8035e9b0c45a" providerId="ADAL" clId="{2F427DC0-94DD-4221-BDA8-C26CE314FA9F}" dt="2025-09-25T12:37:43.839" v="34479"/>
          <ac:spMkLst>
            <pc:docMk/>
            <pc:sldMk cId="2395286890" sldId="322"/>
            <ac:spMk id="26" creationId="{31FFCC4A-8EEF-46B9-3FE1-14AED842EC8B}"/>
          </ac:spMkLst>
        </pc:spChg>
        <pc:spChg chg="mod">
          <ac:chgData name="Robert de Groote" userId="2ce5265b-80a0-4fb8-a62a-8035e9b0c45a" providerId="ADAL" clId="{2F427DC0-94DD-4221-BDA8-C26CE314FA9F}" dt="2025-09-25T12:37:43.839" v="34480"/>
          <ac:spMkLst>
            <pc:docMk/>
            <pc:sldMk cId="2395286890" sldId="322"/>
            <ac:spMk id="27" creationId="{28A3B3E5-881A-42F0-52DD-987D3CE7A0B9}"/>
          </ac:spMkLst>
        </pc:spChg>
        <pc:spChg chg="mod">
          <ac:chgData name="Robert de Groote" userId="2ce5265b-80a0-4fb8-a62a-8035e9b0c45a" providerId="ADAL" clId="{2F427DC0-94DD-4221-BDA8-C26CE314FA9F}" dt="2025-09-25T12:37:43.840" v="34481"/>
          <ac:spMkLst>
            <pc:docMk/>
            <pc:sldMk cId="2395286890" sldId="322"/>
            <ac:spMk id="28" creationId="{A4AC5553-7D20-C694-5616-1FE73A2F614C}"/>
          </ac:spMkLst>
        </pc:spChg>
        <pc:spChg chg="mod">
          <ac:chgData name="Robert de Groote" userId="2ce5265b-80a0-4fb8-a62a-8035e9b0c45a" providerId="ADAL" clId="{2F427DC0-94DD-4221-BDA8-C26CE314FA9F}" dt="2025-09-25T12:44:51.496" v="34566" actId="962"/>
          <ac:spMkLst>
            <pc:docMk/>
            <pc:sldMk cId="2395286890" sldId="322"/>
            <ac:spMk id="29" creationId="{6A5EF2C8-BD32-E9BB-1A30-1EB09B1CAA82}"/>
          </ac:spMkLst>
        </pc:spChg>
        <pc:spChg chg="mod">
          <ac:chgData name="Robert de Groote" userId="2ce5265b-80a0-4fb8-a62a-8035e9b0c45a" providerId="ADAL" clId="{2F427DC0-94DD-4221-BDA8-C26CE314FA9F}" dt="2025-09-25T12:37:43.841" v="34483"/>
          <ac:spMkLst>
            <pc:docMk/>
            <pc:sldMk cId="2395286890" sldId="322"/>
            <ac:spMk id="30" creationId="{A5BB9921-34D5-ADD3-3D1F-0E228C60C8CF}"/>
          </ac:spMkLst>
        </pc:spChg>
        <pc:spChg chg="mod">
          <ac:chgData name="Robert de Groote" userId="2ce5265b-80a0-4fb8-a62a-8035e9b0c45a" providerId="ADAL" clId="{2F427DC0-94DD-4221-BDA8-C26CE314FA9F}" dt="2025-09-25T12:37:43.841" v="34484"/>
          <ac:spMkLst>
            <pc:docMk/>
            <pc:sldMk cId="2395286890" sldId="322"/>
            <ac:spMk id="31" creationId="{CDACA5CC-E02A-7533-4A45-AB80301C4490}"/>
          </ac:spMkLst>
        </pc:spChg>
        <pc:spChg chg="add mod">
          <ac:chgData name="Robert de Groote" userId="2ce5265b-80a0-4fb8-a62a-8035e9b0c45a" providerId="ADAL" clId="{2F427DC0-94DD-4221-BDA8-C26CE314FA9F}" dt="2025-09-25T12:37:43.841" v="34485"/>
          <ac:spMkLst>
            <pc:docMk/>
            <pc:sldMk cId="2395286890" sldId="322"/>
            <ac:spMk id="32" creationId="{9F74C860-D9A8-B7DD-9F3F-DAA6D5E589E6}"/>
          </ac:spMkLst>
        </pc:spChg>
        <pc:spChg chg="mod">
          <ac:chgData name="Robert de Groote" userId="2ce5265b-80a0-4fb8-a62a-8035e9b0c45a" providerId="ADAL" clId="{2F427DC0-94DD-4221-BDA8-C26CE314FA9F}" dt="2025-09-25T12:37:43.842" v="34486"/>
          <ac:spMkLst>
            <pc:docMk/>
            <pc:sldMk cId="2395286890" sldId="322"/>
            <ac:spMk id="33" creationId="{8AE2E694-CD4B-BBB3-D21B-914A0F587BF1}"/>
          </ac:spMkLst>
        </pc:spChg>
        <pc:spChg chg="add mod">
          <ac:chgData name="Robert de Groote" userId="2ce5265b-80a0-4fb8-a62a-8035e9b0c45a" providerId="ADAL" clId="{2F427DC0-94DD-4221-BDA8-C26CE314FA9F}" dt="2025-09-25T12:37:43.842" v="34487"/>
          <ac:spMkLst>
            <pc:docMk/>
            <pc:sldMk cId="2395286890" sldId="322"/>
            <ac:spMk id="34" creationId="{E3A3B744-0B53-125D-21C3-A9C31B49DD4E}"/>
          </ac:spMkLst>
        </pc:spChg>
        <pc:spChg chg="mod">
          <ac:chgData name="Robert de Groote" userId="2ce5265b-80a0-4fb8-a62a-8035e9b0c45a" providerId="ADAL" clId="{2F427DC0-94DD-4221-BDA8-C26CE314FA9F}" dt="2025-09-25T12:37:43.842" v="34488"/>
          <ac:spMkLst>
            <pc:docMk/>
            <pc:sldMk cId="2395286890" sldId="322"/>
            <ac:spMk id="35" creationId="{FFAE1F0A-D3A7-3190-CF92-BA0B65F7067C}"/>
          </ac:spMkLst>
        </pc:spChg>
        <pc:spChg chg="mod">
          <ac:chgData name="Robert de Groote" userId="2ce5265b-80a0-4fb8-a62a-8035e9b0c45a" providerId="ADAL" clId="{2F427DC0-94DD-4221-BDA8-C26CE314FA9F}" dt="2025-09-25T12:37:43.842" v="34489"/>
          <ac:spMkLst>
            <pc:docMk/>
            <pc:sldMk cId="2395286890" sldId="322"/>
            <ac:spMk id="36" creationId="{226FCF04-91E2-8C61-8C19-CDA3D709F140}"/>
          </ac:spMkLst>
        </pc:spChg>
        <pc:spChg chg="mod">
          <ac:chgData name="Robert de Groote" userId="2ce5265b-80a0-4fb8-a62a-8035e9b0c45a" providerId="ADAL" clId="{2F427DC0-94DD-4221-BDA8-C26CE314FA9F}" dt="2025-09-25T12:37:43.843" v="34490"/>
          <ac:spMkLst>
            <pc:docMk/>
            <pc:sldMk cId="2395286890" sldId="322"/>
            <ac:spMk id="37" creationId="{B9D5AD77-456F-2BD1-E2D8-B651468B23BA}"/>
          </ac:spMkLst>
        </pc:spChg>
        <pc:spChg chg="mod">
          <ac:chgData name="Robert de Groote" userId="2ce5265b-80a0-4fb8-a62a-8035e9b0c45a" providerId="ADAL" clId="{2F427DC0-94DD-4221-BDA8-C26CE314FA9F}" dt="2025-09-25T12:37:43.843" v="34491"/>
          <ac:spMkLst>
            <pc:docMk/>
            <pc:sldMk cId="2395286890" sldId="322"/>
            <ac:spMk id="38" creationId="{169EAB1B-9E1E-AE3D-8312-83E013B84F3E}"/>
          </ac:spMkLst>
        </pc:spChg>
        <pc:spChg chg="mod">
          <ac:chgData name="Robert de Groote" userId="2ce5265b-80a0-4fb8-a62a-8035e9b0c45a" providerId="ADAL" clId="{2F427DC0-94DD-4221-BDA8-C26CE314FA9F}" dt="2025-09-25T12:37:43.843" v="34492"/>
          <ac:spMkLst>
            <pc:docMk/>
            <pc:sldMk cId="2395286890" sldId="322"/>
            <ac:spMk id="39" creationId="{FB27B2F6-8785-914A-FB66-C6A6B3153028}"/>
          </ac:spMkLst>
        </pc:spChg>
        <pc:spChg chg="mod">
          <ac:chgData name="Robert de Groote" userId="2ce5265b-80a0-4fb8-a62a-8035e9b0c45a" providerId="ADAL" clId="{2F427DC0-94DD-4221-BDA8-C26CE314FA9F}" dt="2025-09-25T12:37:43.844" v="34493"/>
          <ac:spMkLst>
            <pc:docMk/>
            <pc:sldMk cId="2395286890" sldId="322"/>
            <ac:spMk id="40" creationId="{1F7E2F48-DB88-9E00-63BC-A6693BF6F3A3}"/>
          </ac:spMkLst>
        </pc:spChg>
        <pc:spChg chg="mod">
          <ac:chgData name="Robert de Groote" userId="2ce5265b-80a0-4fb8-a62a-8035e9b0c45a" providerId="ADAL" clId="{2F427DC0-94DD-4221-BDA8-C26CE314FA9F}" dt="2025-09-25T12:37:43.844" v="34494"/>
          <ac:spMkLst>
            <pc:docMk/>
            <pc:sldMk cId="2395286890" sldId="322"/>
            <ac:spMk id="41" creationId="{D6B80269-3F57-8D2C-BD4C-D99A7B477ABF}"/>
          </ac:spMkLst>
        </pc:spChg>
        <pc:spChg chg="mod">
          <ac:chgData name="Robert de Groote" userId="2ce5265b-80a0-4fb8-a62a-8035e9b0c45a" providerId="ADAL" clId="{2F427DC0-94DD-4221-BDA8-C26CE314FA9F}" dt="2025-09-25T12:37:43.844" v="34495"/>
          <ac:spMkLst>
            <pc:docMk/>
            <pc:sldMk cId="2395286890" sldId="322"/>
            <ac:spMk id="42" creationId="{27F1837A-3299-D49A-F5D9-5FE782F0B40F}"/>
          </ac:spMkLst>
        </pc:spChg>
        <pc:spChg chg="add mod">
          <ac:chgData name="Robert de Groote" userId="2ce5265b-80a0-4fb8-a62a-8035e9b0c45a" providerId="ADAL" clId="{2F427DC0-94DD-4221-BDA8-C26CE314FA9F}" dt="2025-09-25T12:37:43.844" v="34496"/>
          <ac:spMkLst>
            <pc:docMk/>
            <pc:sldMk cId="2395286890" sldId="322"/>
            <ac:spMk id="43" creationId="{6DECC36A-AD74-8643-55F6-108835E0E868}"/>
          </ac:spMkLst>
        </pc:spChg>
        <pc:spChg chg="mod">
          <ac:chgData name="Robert de Groote" userId="2ce5265b-80a0-4fb8-a62a-8035e9b0c45a" providerId="ADAL" clId="{2F427DC0-94DD-4221-BDA8-C26CE314FA9F}" dt="2025-09-25T12:37:43.846" v="34500"/>
          <ac:spMkLst>
            <pc:docMk/>
            <pc:sldMk cId="2395286890" sldId="322"/>
            <ac:spMk id="47" creationId="{745BD954-0180-1EE5-A412-42C148EBE027}"/>
          </ac:spMkLst>
        </pc:spChg>
        <pc:spChg chg="add mod">
          <ac:chgData name="Robert de Groote" userId="2ce5265b-80a0-4fb8-a62a-8035e9b0c45a" providerId="ADAL" clId="{2F427DC0-94DD-4221-BDA8-C26CE314FA9F}" dt="2025-09-25T12:37:43.846" v="34501"/>
          <ac:spMkLst>
            <pc:docMk/>
            <pc:sldMk cId="2395286890" sldId="322"/>
            <ac:spMk id="48" creationId="{2052C85C-8E7C-034B-74BD-CD6931F6D1E2}"/>
          </ac:spMkLst>
        </pc:spChg>
        <pc:spChg chg="add mod">
          <ac:chgData name="Robert de Groote" userId="2ce5265b-80a0-4fb8-a62a-8035e9b0c45a" providerId="ADAL" clId="{2F427DC0-94DD-4221-BDA8-C26CE314FA9F}" dt="2025-09-25T12:37:43.846" v="34502"/>
          <ac:spMkLst>
            <pc:docMk/>
            <pc:sldMk cId="2395286890" sldId="322"/>
            <ac:spMk id="49" creationId="{7F407B91-736C-D165-8BB1-134406CA2CFC}"/>
          </ac:spMkLst>
        </pc:spChg>
        <pc:spChg chg="mod">
          <ac:chgData name="Robert de Groote" userId="2ce5265b-80a0-4fb8-a62a-8035e9b0c45a" providerId="ADAL" clId="{2F427DC0-94DD-4221-BDA8-C26CE314FA9F}" dt="2025-09-25T12:37:43.847" v="34503"/>
          <ac:spMkLst>
            <pc:docMk/>
            <pc:sldMk cId="2395286890" sldId="322"/>
            <ac:spMk id="50" creationId="{F53E78BE-78CF-4037-A2D4-E8AEC9AAA98D}"/>
          </ac:spMkLst>
        </pc:spChg>
        <pc:spChg chg="mod">
          <ac:chgData name="Robert de Groote" userId="2ce5265b-80a0-4fb8-a62a-8035e9b0c45a" providerId="ADAL" clId="{2F427DC0-94DD-4221-BDA8-C26CE314FA9F}" dt="2025-09-25T12:37:43.847" v="34504"/>
          <ac:spMkLst>
            <pc:docMk/>
            <pc:sldMk cId="2395286890" sldId="322"/>
            <ac:spMk id="51" creationId="{1D03823E-8392-57A7-F235-81A2DC86C3A6}"/>
          </ac:spMkLst>
        </pc:spChg>
        <pc:spChg chg="mod">
          <ac:chgData name="Robert de Groote" userId="2ce5265b-80a0-4fb8-a62a-8035e9b0c45a" providerId="ADAL" clId="{2F427DC0-94DD-4221-BDA8-C26CE314FA9F}" dt="2025-09-25T12:37:43.847" v="34505"/>
          <ac:spMkLst>
            <pc:docMk/>
            <pc:sldMk cId="2395286890" sldId="322"/>
            <ac:spMk id="52" creationId="{BB729CFB-0A64-6E1B-1C1B-6070A8E0A6A0}"/>
          </ac:spMkLst>
        </pc:spChg>
        <pc:spChg chg="mod">
          <ac:chgData name="Robert de Groote" userId="2ce5265b-80a0-4fb8-a62a-8035e9b0c45a" providerId="ADAL" clId="{2F427DC0-94DD-4221-BDA8-C26CE314FA9F}" dt="2025-09-25T12:44:35.498" v="34565" actId="20577"/>
          <ac:spMkLst>
            <pc:docMk/>
            <pc:sldMk cId="2395286890" sldId="322"/>
            <ac:spMk id="53" creationId="{D07BCC36-2AA0-0DD1-DA26-175A4E1BFDB7}"/>
          </ac:spMkLst>
        </pc:spChg>
        <pc:spChg chg="mod">
          <ac:chgData name="Robert de Groote" userId="2ce5265b-80a0-4fb8-a62a-8035e9b0c45a" providerId="ADAL" clId="{2F427DC0-94DD-4221-BDA8-C26CE314FA9F}" dt="2025-09-25T12:37:43.848" v="34507"/>
          <ac:spMkLst>
            <pc:docMk/>
            <pc:sldMk cId="2395286890" sldId="322"/>
            <ac:spMk id="54" creationId="{6E79AB13-FE2D-1FC2-832B-0801CFBAE4CA}"/>
          </ac:spMkLst>
        </pc:spChg>
        <pc:spChg chg="mod">
          <ac:chgData name="Robert de Groote" userId="2ce5265b-80a0-4fb8-a62a-8035e9b0c45a" providerId="ADAL" clId="{2F427DC0-94DD-4221-BDA8-C26CE314FA9F}" dt="2025-09-25T12:37:43.848" v="34508"/>
          <ac:spMkLst>
            <pc:docMk/>
            <pc:sldMk cId="2395286890" sldId="322"/>
            <ac:spMk id="55" creationId="{ADE94904-EF11-5D8D-5CD1-173AE464B372}"/>
          </ac:spMkLst>
        </pc:spChg>
        <pc:spChg chg="mod">
          <ac:chgData name="Robert de Groote" userId="2ce5265b-80a0-4fb8-a62a-8035e9b0c45a" providerId="ADAL" clId="{2F427DC0-94DD-4221-BDA8-C26CE314FA9F}" dt="2025-09-25T12:37:43.849" v="34509"/>
          <ac:spMkLst>
            <pc:docMk/>
            <pc:sldMk cId="2395286890" sldId="322"/>
            <ac:spMk id="56" creationId="{40CE2D85-C77D-AFD3-C875-779DB93A7F61}"/>
          </ac:spMkLst>
        </pc:spChg>
        <pc:spChg chg="mod">
          <ac:chgData name="Robert de Groote" userId="2ce5265b-80a0-4fb8-a62a-8035e9b0c45a" providerId="ADAL" clId="{2F427DC0-94DD-4221-BDA8-C26CE314FA9F}" dt="2025-09-25T12:37:43.849" v="34510"/>
          <ac:spMkLst>
            <pc:docMk/>
            <pc:sldMk cId="2395286890" sldId="322"/>
            <ac:spMk id="57" creationId="{11E8B99E-D28A-52FF-8DC6-16A84DAAE0EE}"/>
          </ac:spMkLst>
        </pc:spChg>
        <pc:spChg chg="mod">
          <ac:chgData name="Robert de Groote" userId="2ce5265b-80a0-4fb8-a62a-8035e9b0c45a" providerId="ADAL" clId="{2F427DC0-94DD-4221-BDA8-C26CE314FA9F}" dt="2025-09-25T12:37:43.849" v="34511"/>
          <ac:spMkLst>
            <pc:docMk/>
            <pc:sldMk cId="2395286890" sldId="322"/>
            <ac:spMk id="58" creationId="{9C2361FF-0BC7-7C61-F43E-5ECC606CAC84}"/>
          </ac:spMkLst>
        </pc:spChg>
        <pc:spChg chg="mod">
          <ac:chgData name="Robert de Groote" userId="2ce5265b-80a0-4fb8-a62a-8035e9b0c45a" providerId="ADAL" clId="{2F427DC0-94DD-4221-BDA8-C26CE314FA9F}" dt="2025-09-25T12:37:43.850" v="34512"/>
          <ac:spMkLst>
            <pc:docMk/>
            <pc:sldMk cId="2395286890" sldId="322"/>
            <ac:spMk id="59" creationId="{A1FEC5C2-6303-0D61-E50E-724B8F042A87}"/>
          </ac:spMkLst>
        </pc:spChg>
        <pc:spChg chg="add mod">
          <ac:chgData name="Robert de Groote" userId="2ce5265b-80a0-4fb8-a62a-8035e9b0c45a" providerId="ADAL" clId="{2F427DC0-94DD-4221-BDA8-C26CE314FA9F}" dt="2025-09-25T12:37:43.850" v="34513"/>
          <ac:spMkLst>
            <pc:docMk/>
            <pc:sldMk cId="2395286890" sldId="322"/>
            <ac:spMk id="60" creationId="{293FC96D-4F59-1FE2-B313-99C9FE9BC2BF}"/>
          </ac:spMkLst>
        </pc:spChg>
        <pc:spChg chg="mod">
          <ac:chgData name="Robert de Groote" userId="2ce5265b-80a0-4fb8-a62a-8035e9b0c45a" providerId="ADAL" clId="{2F427DC0-94DD-4221-BDA8-C26CE314FA9F}" dt="2025-09-25T12:37:43.850" v="34514"/>
          <ac:spMkLst>
            <pc:docMk/>
            <pc:sldMk cId="2395286890" sldId="322"/>
            <ac:spMk id="61" creationId="{AE24A9F3-61A9-B204-8800-E38F80C81CB9}"/>
          </ac:spMkLst>
        </pc:spChg>
        <pc:spChg chg="mod">
          <ac:chgData name="Robert de Groote" userId="2ce5265b-80a0-4fb8-a62a-8035e9b0c45a" providerId="ADAL" clId="{2F427DC0-94DD-4221-BDA8-C26CE314FA9F}" dt="2025-09-25T12:37:43.851" v="34515"/>
          <ac:spMkLst>
            <pc:docMk/>
            <pc:sldMk cId="2395286890" sldId="322"/>
            <ac:spMk id="62" creationId="{49DE4EB6-AE83-2BC8-05E1-57778F46AF27}"/>
          </ac:spMkLst>
        </pc:spChg>
        <pc:spChg chg="mod">
          <ac:chgData name="Robert de Groote" userId="2ce5265b-80a0-4fb8-a62a-8035e9b0c45a" providerId="ADAL" clId="{2F427DC0-94DD-4221-BDA8-C26CE314FA9F}" dt="2025-09-25T12:37:43.851" v="34516"/>
          <ac:spMkLst>
            <pc:docMk/>
            <pc:sldMk cId="2395286890" sldId="322"/>
            <ac:spMk id="63" creationId="{1255B58D-0A87-F41B-3F14-0290E2EAB1CF}"/>
          </ac:spMkLst>
        </pc:spChg>
        <pc:spChg chg="mod">
          <ac:chgData name="Robert de Groote" userId="2ce5265b-80a0-4fb8-a62a-8035e9b0c45a" providerId="ADAL" clId="{2F427DC0-94DD-4221-BDA8-C26CE314FA9F}" dt="2025-09-25T12:37:43.851" v="34517"/>
          <ac:spMkLst>
            <pc:docMk/>
            <pc:sldMk cId="2395286890" sldId="322"/>
            <ac:spMk id="64" creationId="{FEC15C97-343B-C3D3-361F-B6C31CA78E6B}"/>
          </ac:spMkLst>
        </pc:spChg>
        <pc:spChg chg="mod">
          <ac:chgData name="Robert de Groote" userId="2ce5265b-80a0-4fb8-a62a-8035e9b0c45a" providerId="ADAL" clId="{2F427DC0-94DD-4221-BDA8-C26CE314FA9F}" dt="2025-09-25T12:37:43.852" v="34518"/>
          <ac:spMkLst>
            <pc:docMk/>
            <pc:sldMk cId="2395286890" sldId="322"/>
            <ac:spMk id="65" creationId="{4AC5E1DC-477B-75B2-CC5C-73066A259CFA}"/>
          </ac:spMkLst>
        </pc:spChg>
        <pc:spChg chg="mod">
          <ac:chgData name="Robert de Groote" userId="2ce5265b-80a0-4fb8-a62a-8035e9b0c45a" providerId="ADAL" clId="{2F427DC0-94DD-4221-BDA8-C26CE314FA9F}" dt="2025-09-25T12:37:43.852" v="34519"/>
          <ac:spMkLst>
            <pc:docMk/>
            <pc:sldMk cId="2395286890" sldId="322"/>
            <ac:spMk id="66" creationId="{D93EC991-F2F3-B829-A4FC-5EFF3496AC9F}"/>
          </ac:spMkLst>
        </pc:spChg>
        <pc:spChg chg="mod">
          <ac:chgData name="Robert de Groote" userId="2ce5265b-80a0-4fb8-a62a-8035e9b0c45a" providerId="ADAL" clId="{2F427DC0-94DD-4221-BDA8-C26CE314FA9F}" dt="2025-09-25T12:37:43.853" v="34520"/>
          <ac:spMkLst>
            <pc:docMk/>
            <pc:sldMk cId="2395286890" sldId="322"/>
            <ac:spMk id="67" creationId="{6B36B049-4138-65D1-D10B-FC0C3BA350F2}"/>
          </ac:spMkLst>
        </pc:spChg>
        <pc:spChg chg="mod">
          <ac:chgData name="Robert de Groote" userId="2ce5265b-80a0-4fb8-a62a-8035e9b0c45a" providerId="ADAL" clId="{2F427DC0-94DD-4221-BDA8-C26CE314FA9F}" dt="2025-09-25T12:37:43.853" v="34521"/>
          <ac:spMkLst>
            <pc:docMk/>
            <pc:sldMk cId="2395286890" sldId="322"/>
            <ac:spMk id="68" creationId="{E555F97F-7B06-7E77-F674-D2A2E2CA9B5A}"/>
          </ac:spMkLst>
        </pc:spChg>
        <pc:spChg chg="mod">
          <ac:chgData name="Robert de Groote" userId="2ce5265b-80a0-4fb8-a62a-8035e9b0c45a" providerId="ADAL" clId="{2F427DC0-94DD-4221-BDA8-C26CE314FA9F}" dt="2025-09-25T12:37:43.234" v="34380"/>
          <ac:spMkLst>
            <pc:docMk/>
            <pc:sldMk cId="2395286890" sldId="322"/>
            <ac:spMk id="80" creationId="{B43BE4EE-13B7-7584-B64D-D0E5319C7EC2}"/>
          </ac:spMkLst>
        </pc:spChg>
        <pc:grpChg chg="mod">
          <ac:chgData name="Robert de Groote" userId="2ce5265b-80a0-4fb8-a62a-8035e9b0c45a" providerId="ADAL" clId="{2F427DC0-94DD-4221-BDA8-C26CE314FA9F}" dt="2025-09-25T12:37:43.857" v="34531"/>
          <ac:grpSpMkLst>
            <pc:docMk/>
            <pc:sldMk cId="2395286890" sldId="322"/>
            <ac:grpSpMk id="78" creationId="{2ED0C7DC-A1AD-B6D8-D647-B909D9890C92}"/>
          </ac:grpSpMkLst>
        </pc:grpChg>
        <pc:grpChg chg="mod">
          <ac:chgData name="Robert de Groote" userId="2ce5265b-80a0-4fb8-a62a-8035e9b0c45a" providerId="ADAL" clId="{2F427DC0-94DD-4221-BDA8-C26CE314FA9F}" dt="2025-09-25T12:37:43.857" v="34532"/>
          <ac:grpSpMkLst>
            <pc:docMk/>
            <pc:sldMk cId="2395286890" sldId="322"/>
            <ac:grpSpMk id="81" creationId="{5DCCD5F0-03F1-9EE7-F720-BE416BA6408D}"/>
          </ac:grpSpMkLst>
        </pc:grpChg>
        <pc:cxnChg chg="mod">
          <ac:chgData name="Robert de Groote" userId="2ce5265b-80a0-4fb8-a62a-8035e9b0c45a" providerId="ADAL" clId="{2F427DC0-94DD-4221-BDA8-C26CE314FA9F}" dt="2025-09-25T12:37:43.832" v="34457"/>
          <ac:cxnSpMkLst>
            <pc:docMk/>
            <pc:sldMk cId="2395286890" sldId="322"/>
            <ac:cxnSpMk id="4" creationId="{5BB4C28E-B0FA-C346-7AE9-E074CAF620DA}"/>
          </ac:cxnSpMkLst>
        </pc:cxnChg>
        <pc:cxnChg chg="mod">
          <ac:chgData name="Robert de Groote" userId="2ce5265b-80a0-4fb8-a62a-8035e9b0c45a" providerId="ADAL" clId="{2F427DC0-94DD-4221-BDA8-C26CE314FA9F}" dt="2025-09-25T12:37:43.834" v="34458"/>
          <ac:cxnSpMkLst>
            <pc:docMk/>
            <pc:sldMk cId="2395286890" sldId="322"/>
            <ac:cxnSpMk id="5" creationId="{1113CDD6-2604-534C-A202-8CD1874D410D}"/>
          </ac:cxnSpMkLst>
        </pc:cxnChg>
        <pc:cxnChg chg="mod">
          <ac:chgData name="Robert de Groote" userId="2ce5265b-80a0-4fb8-a62a-8035e9b0c45a" providerId="ADAL" clId="{2F427DC0-94DD-4221-BDA8-C26CE314FA9F}" dt="2025-09-25T12:37:43.834" v="34459"/>
          <ac:cxnSpMkLst>
            <pc:docMk/>
            <pc:sldMk cId="2395286890" sldId="322"/>
            <ac:cxnSpMk id="6" creationId="{DEFF6AD4-EF50-C9BA-68F7-7F1891062AB4}"/>
          </ac:cxnSpMkLst>
        </pc:cxnChg>
        <pc:cxnChg chg="mod">
          <ac:chgData name="Robert de Groote" userId="2ce5265b-80a0-4fb8-a62a-8035e9b0c45a" providerId="ADAL" clId="{2F427DC0-94DD-4221-BDA8-C26CE314FA9F}" dt="2025-09-25T12:37:43.835" v="34464"/>
          <ac:cxnSpMkLst>
            <pc:docMk/>
            <pc:sldMk cId="2395286890" sldId="322"/>
            <ac:cxnSpMk id="11" creationId="{5F626554-DFB8-8B99-DF27-8483847D2A1F}"/>
          </ac:cxnSpMkLst>
        </pc:cxnChg>
        <pc:cxnChg chg="mod">
          <ac:chgData name="Robert de Groote" userId="2ce5265b-80a0-4fb8-a62a-8035e9b0c45a" providerId="ADAL" clId="{2F427DC0-94DD-4221-BDA8-C26CE314FA9F}" dt="2025-09-25T12:37:43.835" v="34465"/>
          <ac:cxnSpMkLst>
            <pc:docMk/>
            <pc:sldMk cId="2395286890" sldId="322"/>
            <ac:cxnSpMk id="12" creationId="{4727ACBB-3B27-AE70-863F-9D98432DC6DE}"/>
          </ac:cxnSpMkLst>
        </pc:cxnChg>
        <pc:cxnChg chg="mod">
          <ac:chgData name="Robert de Groote" userId="2ce5265b-80a0-4fb8-a62a-8035e9b0c45a" providerId="ADAL" clId="{2F427DC0-94DD-4221-BDA8-C26CE314FA9F}" dt="2025-09-25T12:37:43.835" v="34466"/>
          <ac:cxnSpMkLst>
            <pc:docMk/>
            <pc:sldMk cId="2395286890" sldId="322"/>
            <ac:cxnSpMk id="13" creationId="{E6A6F948-05B1-C149-FDD5-83ACFE1CB3C2}"/>
          </ac:cxnSpMkLst>
        </pc:cxnChg>
        <pc:cxnChg chg="mod">
          <ac:chgData name="Robert de Groote" userId="2ce5265b-80a0-4fb8-a62a-8035e9b0c45a" providerId="ADAL" clId="{2F427DC0-94DD-4221-BDA8-C26CE314FA9F}" dt="2025-09-25T12:37:43.835" v="34467"/>
          <ac:cxnSpMkLst>
            <pc:docMk/>
            <pc:sldMk cId="2395286890" sldId="322"/>
            <ac:cxnSpMk id="14" creationId="{E4776D4C-DDD6-13D4-F06C-65BE76021019}"/>
          </ac:cxnSpMkLst>
        </pc:cxnChg>
        <pc:cxnChg chg="mod">
          <ac:chgData name="Robert de Groote" userId="2ce5265b-80a0-4fb8-a62a-8035e9b0c45a" providerId="ADAL" clId="{2F427DC0-94DD-4221-BDA8-C26CE314FA9F}" dt="2025-09-25T12:37:43.835" v="34468"/>
          <ac:cxnSpMkLst>
            <pc:docMk/>
            <pc:sldMk cId="2395286890" sldId="322"/>
            <ac:cxnSpMk id="15" creationId="{24790D64-6B1F-533B-FD7B-496C44EB48F1}"/>
          </ac:cxnSpMkLst>
        </pc:cxnChg>
        <pc:cxnChg chg="mod">
          <ac:chgData name="Robert de Groote" userId="2ce5265b-80a0-4fb8-a62a-8035e9b0c45a" providerId="ADAL" clId="{2F427DC0-94DD-4221-BDA8-C26CE314FA9F}" dt="2025-09-25T12:37:43.836" v="34469"/>
          <ac:cxnSpMkLst>
            <pc:docMk/>
            <pc:sldMk cId="2395286890" sldId="322"/>
            <ac:cxnSpMk id="16" creationId="{AF50D409-3116-2E73-01BE-EF9A2F48718C}"/>
          </ac:cxnSpMkLst>
        </pc:cxnChg>
        <pc:cxnChg chg="mod">
          <ac:chgData name="Robert de Groote" userId="2ce5265b-80a0-4fb8-a62a-8035e9b0c45a" providerId="ADAL" clId="{2F427DC0-94DD-4221-BDA8-C26CE314FA9F}" dt="2025-09-25T12:37:43.836" v="34470"/>
          <ac:cxnSpMkLst>
            <pc:docMk/>
            <pc:sldMk cId="2395286890" sldId="322"/>
            <ac:cxnSpMk id="17" creationId="{AF399A95-8E99-62DB-E387-D388F1AAD395}"/>
          </ac:cxnSpMkLst>
        </pc:cxn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4213126683" sldId="322"/>
        </pc:sldMkLst>
      </pc:sldChg>
      <pc:sldChg chg="addSp delSp modSp add del mod delAnim modAnim">
        <pc:chgData name="Robert de Groote" userId="2ce5265b-80a0-4fb8-a62a-8035e9b0c45a" providerId="ADAL" clId="{2F427DC0-94DD-4221-BDA8-C26CE314FA9F}" dt="2025-09-29T18:01:30.647" v="57718"/>
        <pc:sldMkLst>
          <pc:docMk/>
          <pc:sldMk cId="1507036836" sldId="323"/>
        </pc:sldMkLst>
        <pc:spChg chg="mod">
          <ac:chgData name="Robert de Groote" userId="2ce5265b-80a0-4fb8-a62a-8035e9b0c45a" providerId="ADAL" clId="{2F427DC0-94DD-4221-BDA8-C26CE314FA9F}" dt="2025-09-25T14:30:04.966" v="36957"/>
          <ac:spMkLst>
            <pc:docMk/>
            <pc:sldMk cId="1507036836" sldId="323"/>
            <ac:spMk id="3" creationId="{12EA492B-2386-E6FD-3D95-44899710EDBE}"/>
          </ac:spMkLst>
        </pc:spChg>
        <pc:spChg chg="mod">
          <ac:chgData name="Robert de Groote" userId="2ce5265b-80a0-4fb8-a62a-8035e9b0c45a" providerId="ADAL" clId="{2F427DC0-94DD-4221-BDA8-C26CE314FA9F}" dt="2025-09-25T14:25:53.009" v="36863"/>
          <ac:spMkLst>
            <pc:docMk/>
            <pc:sldMk cId="1507036836" sldId="323"/>
            <ac:spMk id="9" creationId="{E6008F39-C874-7832-6BC4-3AAE0ACA31A9}"/>
          </ac:spMkLst>
        </pc:spChg>
        <pc:spChg chg="mod">
          <ac:chgData name="Robert de Groote" userId="2ce5265b-80a0-4fb8-a62a-8035e9b0c45a" providerId="ADAL" clId="{2F427DC0-94DD-4221-BDA8-C26CE314FA9F}" dt="2025-09-25T12:48:11.535" v="34615" actId="962"/>
          <ac:spMkLst>
            <pc:docMk/>
            <pc:sldMk cId="1507036836" sldId="323"/>
            <ac:spMk id="26" creationId="{F0D09E82-C7D6-92D6-F3AE-C0A7B1ED9DF4}"/>
          </ac:spMkLst>
        </pc:spChg>
        <pc:spChg chg="mod">
          <ac:chgData name="Robert de Groote" userId="2ce5265b-80a0-4fb8-a62a-8035e9b0c45a" providerId="ADAL" clId="{2F427DC0-94DD-4221-BDA8-C26CE314FA9F}" dt="2025-09-25T12:48:41.883" v="34622" actId="20577"/>
          <ac:spMkLst>
            <pc:docMk/>
            <pc:sldMk cId="1507036836" sldId="323"/>
            <ac:spMk id="29" creationId="{3C84FAFD-E02F-2D54-9047-EB003B0C7B54}"/>
          </ac:spMkLst>
        </pc:spChg>
        <pc:spChg chg="mod">
          <ac:chgData name="Robert de Groote" userId="2ce5265b-80a0-4fb8-a62a-8035e9b0c45a" providerId="ADAL" clId="{2F427DC0-94DD-4221-BDA8-C26CE314FA9F}" dt="2025-09-25T12:48:16.467" v="34616" actId="962"/>
          <ac:spMkLst>
            <pc:docMk/>
            <pc:sldMk cId="1507036836" sldId="323"/>
            <ac:spMk id="30" creationId="{2946BA17-E0ED-39C0-5BD3-357E4F33E9FB}"/>
          </ac:spMkLst>
        </pc:spChg>
        <pc:spChg chg="mod">
          <ac:chgData name="Robert de Groote" userId="2ce5265b-80a0-4fb8-a62a-8035e9b0c45a" providerId="ADAL" clId="{2F427DC0-94DD-4221-BDA8-C26CE314FA9F}" dt="2025-09-25T12:47:51.446" v="34605" actId="962"/>
          <ac:spMkLst>
            <pc:docMk/>
            <pc:sldMk cId="1507036836" sldId="323"/>
            <ac:spMk id="31" creationId="{D5FBCDCA-0142-ACF7-9DD1-C721ADEDBE25}"/>
          </ac:spMkLst>
        </pc:spChg>
        <pc:spChg chg="mod">
          <ac:chgData name="Robert de Groote" userId="2ce5265b-80a0-4fb8-a62a-8035e9b0c45a" providerId="ADAL" clId="{2F427DC0-94DD-4221-BDA8-C26CE314FA9F}" dt="2025-09-25T12:47:45.680" v="34602" actId="20577"/>
          <ac:spMkLst>
            <pc:docMk/>
            <pc:sldMk cId="1507036836" sldId="323"/>
            <ac:spMk id="32" creationId="{45DB82B5-41A2-996A-411F-41429A787844}"/>
          </ac:spMkLst>
        </pc:spChg>
        <pc:spChg chg="mod">
          <ac:chgData name="Robert de Groote" userId="2ce5265b-80a0-4fb8-a62a-8035e9b0c45a" providerId="ADAL" clId="{2F427DC0-94DD-4221-BDA8-C26CE314FA9F}" dt="2025-09-25T12:49:03.490" v="34624" actId="20577"/>
          <ac:spMkLst>
            <pc:docMk/>
            <pc:sldMk cId="1507036836" sldId="323"/>
            <ac:spMk id="47" creationId="{E9D801F3-A99A-9213-AEFF-E9755B097956}"/>
          </ac:spMkLst>
        </pc:spChg>
        <pc:spChg chg="mod">
          <ac:chgData name="Robert de Groote" userId="2ce5265b-80a0-4fb8-a62a-8035e9b0c45a" providerId="ADAL" clId="{2F427DC0-94DD-4221-BDA8-C26CE314FA9F}" dt="2025-09-25T12:49:06.077" v="34626" actId="20577"/>
          <ac:spMkLst>
            <pc:docMk/>
            <pc:sldMk cId="1507036836" sldId="323"/>
            <ac:spMk id="49" creationId="{D54314EA-937A-0FA4-46DE-1ED40844D403}"/>
          </ac:spMkLst>
        </pc:spChg>
        <pc:spChg chg="mod">
          <ac:chgData name="Robert de Groote" userId="2ce5265b-80a0-4fb8-a62a-8035e9b0c45a" providerId="ADAL" clId="{2F427DC0-94DD-4221-BDA8-C26CE314FA9F}" dt="2025-09-25T12:49:07.797" v="34628" actId="20577"/>
          <ac:spMkLst>
            <pc:docMk/>
            <pc:sldMk cId="1507036836" sldId="323"/>
            <ac:spMk id="51" creationId="{9BF2C4F3-2710-0736-E880-A23E67AD2F3A}"/>
          </ac:spMkLst>
        </pc:spChg>
        <pc:spChg chg="mod">
          <ac:chgData name="Robert de Groote" userId="2ce5265b-80a0-4fb8-a62a-8035e9b0c45a" providerId="ADAL" clId="{2F427DC0-94DD-4221-BDA8-C26CE314FA9F}" dt="2025-09-25T12:49:09.870" v="34630" actId="20577"/>
          <ac:spMkLst>
            <pc:docMk/>
            <pc:sldMk cId="1507036836" sldId="323"/>
            <ac:spMk id="53" creationId="{BF1D41F8-B815-8A3C-CCE7-178FCE1F66BF}"/>
          </ac:spMkLst>
        </pc:spChg>
        <pc:spChg chg="mod">
          <ac:chgData name="Robert de Groote" userId="2ce5265b-80a0-4fb8-a62a-8035e9b0c45a" providerId="ADAL" clId="{2F427DC0-94DD-4221-BDA8-C26CE314FA9F}" dt="2025-09-25T12:49:14.615" v="34632" actId="20577"/>
          <ac:spMkLst>
            <pc:docMk/>
            <pc:sldMk cId="1507036836" sldId="323"/>
            <ac:spMk id="59" creationId="{1A4FB022-B9EE-B96F-C39B-E0371B77AA6D}"/>
          </ac:spMkLst>
        </pc:spChg>
        <pc:grpChg chg="add mod">
          <ac:chgData name="Robert de Groote" userId="2ce5265b-80a0-4fb8-a62a-8035e9b0c45a" providerId="ADAL" clId="{2F427DC0-94DD-4221-BDA8-C26CE314FA9F}" dt="2025-09-25T14:25:53.288" v="36865"/>
          <ac:grpSpMkLst>
            <pc:docMk/>
            <pc:sldMk cId="1507036836" sldId="323"/>
            <ac:grpSpMk id="7" creationId="{3C32ACA3-9C10-C52B-C08A-EE05A84B2347}"/>
          </ac:grpSpMkLst>
        </pc:grpChg>
        <pc:picChg chg="mod">
          <ac:chgData name="Robert de Groote" userId="2ce5265b-80a0-4fb8-a62a-8035e9b0c45a" providerId="ADAL" clId="{2F427DC0-94DD-4221-BDA8-C26CE314FA9F}" dt="2025-09-25T14:25:53.009" v="36863"/>
          <ac:picMkLst>
            <pc:docMk/>
            <pc:sldMk cId="1507036836" sldId="323"/>
            <ac:picMk id="8" creationId="{B861B605-B090-C520-DEFB-29968C323B10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31015180" sldId="323"/>
        </pc:sldMkLst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916894152" sldId="324"/>
        </pc:sldMkLst>
      </pc:sldChg>
      <pc:sldChg chg="modSp add mod">
        <pc:chgData name="Robert de Groote" userId="2ce5265b-80a0-4fb8-a62a-8035e9b0c45a" providerId="ADAL" clId="{2F427DC0-94DD-4221-BDA8-C26CE314FA9F}" dt="2025-09-29T10:52:35.646" v="46881" actId="20577"/>
        <pc:sldMkLst>
          <pc:docMk/>
          <pc:sldMk cId="1395666294" sldId="324"/>
        </pc:sldMkLst>
        <pc:spChg chg="mod">
          <ac:chgData name="Robert de Groote" userId="2ce5265b-80a0-4fb8-a62a-8035e9b0c45a" providerId="ADAL" clId="{2F427DC0-94DD-4221-BDA8-C26CE314FA9F}" dt="2025-09-29T10:52:35.646" v="46881" actId="20577"/>
          <ac:spMkLst>
            <pc:docMk/>
            <pc:sldMk cId="1395666294" sldId="324"/>
            <ac:spMk id="3" creationId="{9641C33E-37C2-F9CF-1AFD-AAD36C4C3E7A}"/>
          </ac:spMkLst>
        </pc:sp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220472505" sldId="325"/>
        </pc:sldMkLst>
      </pc:sldChg>
      <pc:sldChg chg="modSp add del mod">
        <pc:chgData name="Robert de Groote" userId="2ce5265b-80a0-4fb8-a62a-8035e9b0c45a" providerId="ADAL" clId="{2F427DC0-94DD-4221-BDA8-C26CE314FA9F}" dt="2025-09-25T14:57:42.145" v="37674" actId="47"/>
        <pc:sldMkLst>
          <pc:docMk/>
          <pc:sldMk cId="437645962" sldId="325"/>
        </pc:sldMkLst>
      </pc:sldChg>
      <pc:sldChg chg="addSp delSp modSp add mod modAnim">
        <pc:chgData name="Robert de Groote" userId="2ce5265b-80a0-4fb8-a62a-8035e9b0c45a" providerId="ADAL" clId="{2F427DC0-94DD-4221-BDA8-C26CE314FA9F}" dt="2025-09-25T14:32:13.554" v="36979"/>
        <pc:sldMkLst>
          <pc:docMk/>
          <pc:sldMk cId="2530266303" sldId="326"/>
        </pc:sldMkLst>
        <pc:spChg chg="mod">
          <ac:chgData name="Robert de Groote" userId="2ce5265b-80a0-4fb8-a62a-8035e9b0c45a" providerId="ADAL" clId="{2F427DC0-94DD-4221-BDA8-C26CE314FA9F}" dt="2025-09-25T14:29:58.951" v="36956"/>
          <ac:spMkLst>
            <pc:docMk/>
            <pc:sldMk cId="2530266303" sldId="326"/>
            <ac:spMk id="3" creationId="{1B288B99-192A-14F9-D2D7-752D2E5F0AD0}"/>
          </ac:spMkLst>
        </pc:spChg>
        <pc:spChg chg="add mod">
          <ac:chgData name="Robert de Groote" userId="2ce5265b-80a0-4fb8-a62a-8035e9b0c45a" providerId="ADAL" clId="{2F427DC0-94DD-4221-BDA8-C26CE314FA9F}" dt="2025-09-25T14:24:36.022" v="36862"/>
          <ac:spMkLst>
            <pc:docMk/>
            <pc:sldMk cId="2530266303" sldId="326"/>
            <ac:spMk id="9" creationId="{2BC780D0-22CB-CD14-1C88-9D2E7EF8B76D}"/>
          </ac:spMkLst>
        </pc:spChg>
        <pc:spChg chg="mod">
          <ac:chgData name="Robert de Groote" userId="2ce5265b-80a0-4fb8-a62a-8035e9b0c45a" providerId="ADAL" clId="{2F427DC0-94DD-4221-BDA8-C26CE314FA9F}" dt="2025-09-25T14:25:54.628" v="36866"/>
          <ac:spMkLst>
            <pc:docMk/>
            <pc:sldMk cId="2530266303" sldId="326"/>
            <ac:spMk id="19" creationId="{0126736E-D863-E6DB-1BC5-F1A3C539B85E}"/>
          </ac:spMkLst>
        </pc:spChg>
        <pc:spChg chg="mod">
          <ac:chgData name="Robert de Groote" userId="2ce5265b-80a0-4fb8-a62a-8035e9b0c45a" providerId="ADAL" clId="{2F427DC0-94DD-4221-BDA8-C26CE314FA9F}" dt="2025-09-25T13:20:06.046" v="36113" actId="962"/>
          <ac:spMkLst>
            <pc:docMk/>
            <pc:sldMk cId="2530266303" sldId="326"/>
            <ac:spMk id="25" creationId="{ED586189-7175-2113-31A9-87AEDFB4E25B}"/>
          </ac:spMkLst>
        </pc:spChg>
        <pc:spChg chg="mod">
          <ac:chgData name="Robert de Groote" userId="2ce5265b-80a0-4fb8-a62a-8035e9b0c45a" providerId="ADAL" clId="{2F427DC0-94DD-4221-BDA8-C26CE314FA9F}" dt="2025-09-25T13:20:00.801" v="36112" actId="962"/>
          <ac:spMkLst>
            <pc:docMk/>
            <pc:sldMk cId="2530266303" sldId="326"/>
            <ac:spMk id="29" creationId="{E23FF34C-761C-1796-762F-AF507B707C99}"/>
          </ac:spMkLst>
        </pc:spChg>
        <pc:spChg chg="mod">
          <ac:chgData name="Robert de Groote" userId="2ce5265b-80a0-4fb8-a62a-8035e9b0c45a" providerId="ADAL" clId="{2F427DC0-94DD-4221-BDA8-C26CE314FA9F}" dt="2025-09-25T13:19:54.127" v="36111" actId="962"/>
          <ac:spMkLst>
            <pc:docMk/>
            <pc:sldMk cId="2530266303" sldId="326"/>
            <ac:spMk id="31" creationId="{0DAE2773-7436-3532-5151-2A0EA0234E50}"/>
          </ac:spMkLst>
        </pc:spChg>
        <pc:spChg chg="mod">
          <ac:chgData name="Robert de Groote" userId="2ce5265b-80a0-4fb8-a62a-8035e9b0c45a" providerId="ADAL" clId="{2F427DC0-94DD-4221-BDA8-C26CE314FA9F}" dt="2025-09-25T13:19:49.725" v="36110" actId="962"/>
          <ac:spMkLst>
            <pc:docMk/>
            <pc:sldMk cId="2530266303" sldId="326"/>
            <ac:spMk id="32" creationId="{7CBA4183-E964-ED22-25CD-C8561AFA76CE}"/>
          </ac:spMkLst>
        </pc:spChg>
        <pc:spChg chg="mod">
          <ac:chgData name="Robert de Groote" userId="2ce5265b-80a0-4fb8-a62a-8035e9b0c45a" providerId="ADAL" clId="{2F427DC0-94DD-4221-BDA8-C26CE314FA9F}" dt="2025-09-25T13:20:17.549" v="36115" actId="20577"/>
          <ac:spMkLst>
            <pc:docMk/>
            <pc:sldMk cId="2530266303" sldId="326"/>
            <ac:spMk id="47" creationId="{0AC3DF9F-B6B2-C820-ADD8-FE344CDB1695}"/>
          </ac:spMkLst>
        </pc:spChg>
        <pc:spChg chg="mod">
          <ac:chgData name="Robert de Groote" userId="2ce5265b-80a0-4fb8-a62a-8035e9b0c45a" providerId="ADAL" clId="{2F427DC0-94DD-4221-BDA8-C26CE314FA9F}" dt="2025-09-25T13:20:19.316" v="36117" actId="20577"/>
          <ac:spMkLst>
            <pc:docMk/>
            <pc:sldMk cId="2530266303" sldId="326"/>
            <ac:spMk id="49" creationId="{D0F6054A-863E-D9F8-CD2D-68BC3D966EBF}"/>
          </ac:spMkLst>
        </pc:spChg>
        <pc:spChg chg="mod">
          <ac:chgData name="Robert de Groote" userId="2ce5265b-80a0-4fb8-a62a-8035e9b0c45a" providerId="ADAL" clId="{2F427DC0-94DD-4221-BDA8-C26CE314FA9F}" dt="2025-09-25T13:20:30.873" v="36122" actId="20577"/>
          <ac:spMkLst>
            <pc:docMk/>
            <pc:sldMk cId="2530266303" sldId="326"/>
            <ac:spMk id="51" creationId="{6CB669DF-803D-C371-EB88-3711BE418042}"/>
          </ac:spMkLst>
        </pc:spChg>
        <pc:spChg chg="mod">
          <ac:chgData name="Robert de Groote" userId="2ce5265b-80a0-4fb8-a62a-8035e9b0c45a" providerId="ADAL" clId="{2F427DC0-94DD-4221-BDA8-C26CE314FA9F}" dt="2025-09-25T13:20:32.555" v="36124" actId="20577"/>
          <ac:spMkLst>
            <pc:docMk/>
            <pc:sldMk cId="2530266303" sldId="326"/>
            <ac:spMk id="53" creationId="{289AD00A-FB26-9B0C-B2D0-6B4F1D0BE70E}"/>
          </ac:spMkLst>
        </pc:spChg>
        <pc:spChg chg="mod">
          <ac:chgData name="Robert de Groote" userId="2ce5265b-80a0-4fb8-a62a-8035e9b0c45a" providerId="ADAL" clId="{2F427DC0-94DD-4221-BDA8-C26CE314FA9F}" dt="2025-09-25T13:20:35.525" v="36125" actId="20577"/>
          <ac:spMkLst>
            <pc:docMk/>
            <pc:sldMk cId="2530266303" sldId="326"/>
            <ac:spMk id="61" creationId="{F0A8D2E5-48C4-7B03-8586-316931BB7C5B}"/>
          </ac:spMkLst>
        </pc:spChg>
        <pc:spChg chg="mod">
          <ac:chgData name="Robert de Groote" userId="2ce5265b-80a0-4fb8-a62a-8035e9b0c45a" providerId="ADAL" clId="{2F427DC0-94DD-4221-BDA8-C26CE314FA9F}" dt="2025-09-25T13:20:44.343" v="36129" actId="207"/>
          <ac:spMkLst>
            <pc:docMk/>
            <pc:sldMk cId="2530266303" sldId="326"/>
            <ac:spMk id="67" creationId="{21A1B56F-330C-D478-B2E7-098B122D8FC5}"/>
          </ac:spMkLst>
        </pc:spChg>
        <pc:grpChg chg="add mod">
          <ac:chgData name="Robert de Groote" userId="2ce5265b-80a0-4fb8-a62a-8035e9b0c45a" providerId="ADAL" clId="{2F427DC0-94DD-4221-BDA8-C26CE314FA9F}" dt="2025-09-25T14:25:54.876" v="36868"/>
          <ac:grpSpMkLst>
            <pc:docMk/>
            <pc:sldMk cId="2530266303" sldId="326"/>
            <ac:grpSpMk id="10" creationId="{F3243257-886C-4991-46FF-2916ECCF6DD3}"/>
          </ac:grpSpMkLst>
        </pc:grpChg>
        <pc:picChg chg="mod">
          <ac:chgData name="Robert de Groote" userId="2ce5265b-80a0-4fb8-a62a-8035e9b0c45a" providerId="ADAL" clId="{2F427DC0-94DD-4221-BDA8-C26CE314FA9F}" dt="2025-09-25T14:25:54.628" v="36866"/>
          <ac:picMkLst>
            <pc:docMk/>
            <pc:sldMk cId="2530266303" sldId="326"/>
            <ac:picMk id="18" creationId="{FEAF57FD-9A81-8D1B-8AE4-8AC4ECF9718E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008100289" sldId="326"/>
        </pc:sldMkLst>
      </pc:sldChg>
      <pc:sldChg chg="addSp delSp modSp add mod modAnim">
        <pc:chgData name="Robert de Groote" userId="2ce5265b-80a0-4fb8-a62a-8035e9b0c45a" providerId="ADAL" clId="{2F427DC0-94DD-4221-BDA8-C26CE314FA9F}" dt="2025-09-25T14:32:33.823" v="36984"/>
        <pc:sldMkLst>
          <pc:docMk/>
          <pc:sldMk cId="1201245537" sldId="327"/>
        </pc:sldMkLst>
        <pc:spChg chg="mod">
          <ac:chgData name="Robert de Groote" userId="2ce5265b-80a0-4fb8-a62a-8035e9b0c45a" providerId="ADAL" clId="{2F427DC0-94DD-4221-BDA8-C26CE314FA9F}" dt="2025-09-25T14:29:54.942" v="36955"/>
          <ac:spMkLst>
            <pc:docMk/>
            <pc:sldMk cId="1201245537" sldId="327"/>
            <ac:spMk id="3" creationId="{E0852092-0D18-D47F-CC55-E451B55DA0BF}"/>
          </ac:spMkLst>
        </pc:spChg>
        <pc:spChg chg="mod">
          <ac:chgData name="Robert de Groote" userId="2ce5265b-80a0-4fb8-a62a-8035e9b0c45a" providerId="ADAL" clId="{2F427DC0-94DD-4221-BDA8-C26CE314FA9F}" dt="2025-09-25T14:25:56.328" v="36869"/>
          <ac:spMkLst>
            <pc:docMk/>
            <pc:sldMk cId="1201245537" sldId="327"/>
            <ac:spMk id="9" creationId="{9F73BF9B-7EE7-D2B9-27B7-3A571C3ABE6D}"/>
          </ac:spMkLst>
        </pc:spChg>
        <pc:spChg chg="mod">
          <ac:chgData name="Robert de Groote" userId="2ce5265b-80a0-4fb8-a62a-8035e9b0c45a" providerId="ADAL" clId="{2F427DC0-94DD-4221-BDA8-C26CE314FA9F}" dt="2025-09-25T13:31:37.146" v="36357" actId="962"/>
          <ac:spMkLst>
            <pc:docMk/>
            <pc:sldMk cId="1201245537" sldId="327"/>
            <ac:spMk id="26" creationId="{AA8B1C8C-3CB2-B4CC-BE10-7593DD3EC25B}"/>
          </ac:spMkLst>
        </pc:spChg>
        <pc:spChg chg="mod">
          <ac:chgData name="Robert de Groote" userId="2ce5265b-80a0-4fb8-a62a-8035e9b0c45a" providerId="ADAL" clId="{2F427DC0-94DD-4221-BDA8-C26CE314FA9F}" dt="2025-09-25T13:31:29.889" v="36356" actId="962"/>
          <ac:spMkLst>
            <pc:docMk/>
            <pc:sldMk cId="1201245537" sldId="327"/>
            <ac:spMk id="30" creationId="{0B4F2F0A-93C7-6A1A-ACF3-D3BC938B4098}"/>
          </ac:spMkLst>
        </pc:spChg>
        <pc:spChg chg="mod">
          <ac:chgData name="Robert de Groote" userId="2ce5265b-80a0-4fb8-a62a-8035e9b0c45a" providerId="ADAL" clId="{2F427DC0-94DD-4221-BDA8-C26CE314FA9F}" dt="2025-09-25T13:21:18.600" v="36139" actId="20577"/>
          <ac:spMkLst>
            <pc:docMk/>
            <pc:sldMk cId="1201245537" sldId="327"/>
            <ac:spMk id="31" creationId="{07956A42-99ED-097C-E0D4-D6BC7FBB249F}"/>
          </ac:spMkLst>
        </pc:spChg>
        <pc:spChg chg="mod">
          <ac:chgData name="Robert de Groote" userId="2ce5265b-80a0-4fb8-a62a-8035e9b0c45a" providerId="ADAL" clId="{2F427DC0-94DD-4221-BDA8-C26CE314FA9F}" dt="2025-09-25T13:31:22.844" v="36355" actId="962"/>
          <ac:spMkLst>
            <pc:docMk/>
            <pc:sldMk cId="1201245537" sldId="327"/>
            <ac:spMk id="32" creationId="{415ADEF6-2D3F-7D24-D242-BEA7436CF32D}"/>
          </ac:spMkLst>
        </pc:spChg>
        <pc:spChg chg="mod">
          <ac:chgData name="Robert de Groote" userId="2ce5265b-80a0-4fb8-a62a-8035e9b0c45a" providerId="ADAL" clId="{2F427DC0-94DD-4221-BDA8-C26CE314FA9F}" dt="2025-09-25T13:21:51.770" v="36149" actId="20577"/>
          <ac:spMkLst>
            <pc:docMk/>
            <pc:sldMk cId="1201245537" sldId="327"/>
            <ac:spMk id="47" creationId="{ED1ABF16-AFDB-4D40-5E57-9C55F46D3541}"/>
          </ac:spMkLst>
        </pc:spChg>
        <pc:spChg chg="mod">
          <ac:chgData name="Robert de Groote" userId="2ce5265b-80a0-4fb8-a62a-8035e9b0c45a" providerId="ADAL" clId="{2F427DC0-94DD-4221-BDA8-C26CE314FA9F}" dt="2025-09-25T13:21:54.966" v="36151" actId="20577"/>
          <ac:spMkLst>
            <pc:docMk/>
            <pc:sldMk cId="1201245537" sldId="327"/>
            <ac:spMk id="51" creationId="{4EDB3F09-A924-2285-52BF-9330EF3ADBB9}"/>
          </ac:spMkLst>
        </pc:spChg>
        <pc:spChg chg="mod">
          <ac:chgData name="Robert de Groote" userId="2ce5265b-80a0-4fb8-a62a-8035e9b0c45a" providerId="ADAL" clId="{2F427DC0-94DD-4221-BDA8-C26CE314FA9F}" dt="2025-09-25T13:21:58.541" v="36152" actId="20577"/>
          <ac:spMkLst>
            <pc:docMk/>
            <pc:sldMk cId="1201245537" sldId="327"/>
            <ac:spMk id="59" creationId="{F1C7827E-669B-7F89-090A-D3D537F19174}"/>
          </ac:spMkLst>
        </pc:spChg>
        <pc:spChg chg="mod">
          <ac:chgData name="Robert de Groote" userId="2ce5265b-80a0-4fb8-a62a-8035e9b0c45a" providerId="ADAL" clId="{2F427DC0-94DD-4221-BDA8-C26CE314FA9F}" dt="2025-09-25T13:21:47.885" v="36147" actId="207"/>
          <ac:spMkLst>
            <pc:docMk/>
            <pc:sldMk cId="1201245537" sldId="327"/>
            <ac:spMk id="65" creationId="{56C897B0-FF94-0B2C-EB07-A8FAFA4D79C6}"/>
          </ac:spMkLst>
        </pc:spChg>
        <pc:grpChg chg="add mod">
          <ac:chgData name="Robert de Groote" userId="2ce5265b-80a0-4fb8-a62a-8035e9b0c45a" providerId="ADAL" clId="{2F427DC0-94DD-4221-BDA8-C26CE314FA9F}" dt="2025-09-25T14:25:56.589" v="36871"/>
          <ac:grpSpMkLst>
            <pc:docMk/>
            <pc:sldMk cId="1201245537" sldId="327"/>
            <ac:grpSpMk id="7" creationId="{EC1362F4-1089-E504-DFB3-DB7074B8EF86}"/>
          </ac:grpSpMkLst>
        </pc:grpChg>
        <pc:picChg chg="mod">
          <ac:chgData name="Robert de Groote" userId="2ce5265b-80a0-4fb8-a62a-8035e9b0c45a" providerId="ADAL" clId="{2F427DC0-94DD-4221-BDA8-C26CE314FA9F}" dt="2025-09-25T14:25:56.328" v="36869"/>
          <ac:picMkLst>
            <pc:docMk/>
            <pc:sldMk cId="1201245537" sldId="327"/>
            <ac:picMk id="8" creationId="{2BA7A85D-BA46-9956-4D31-E367DE014F19}"/>
          </ac:picMkLst>
        </pc:picChg>
      </pc:sldChg>
      <pc:sldChg chg="del">
        <pc:chgData name="Robert de Groote" userId="2ce5265b-80a0-4fb8-a62a-8035e9b0c45a" providerId="ADAL" clId="{2F427DC0-94DD-4221-BDA8-C26CE314FA9F}" dt="2025-09-19T13:43:14.887" v="0" actId="47"/>
        <pc:sldMkLst>
          <pc:docMk/>
          <pc:sldMk cId="3863058989" sldId="327"/>
        </pc:sldMkLst>
      </pc:sldChg>
      <pc:sldChg chg="addSp delSp modSp add mod modAnim">
        <pc:chgData name="Robert de Groote" userId="2ce5265b-80a0-4fb8-a62a-8035e9b0c45a" providerId="ADAL" clId="{2F427DC0-94DD-4221-BDA8-C26CE314FA9F}" dt="2025-09-25T14:32:54.008" v="36989"/>
        <pc:sldMkLst>
          <pc:docMk/>
          <pc:sldMk cId="1602030880" sldId="328"/>
        </pc:sldMkLst>
        <pc:spChg chg="mod">
          <ac:chgData name="Robert de Groote" userId="2ce5265b-80a0-4fb8-a62a-8035e9b0c45a" providerId="ADAL" clId="{2F427DC0-94DD-4221-BDA8-C26CE314FA9F}" dt="2025-09-25T14:29:51.208" v="36954"/>
          <ac:spMkLst>
            <pc:docMk/>
            <pc:sldMk cId="1602030880" sldId="328"/>
            <ac:spMk id="3" creationId="{1E1B3BE5-4324-5691-0B5D-BE3E4C3C280F}"/>
          </ac:spMkLst>
        </pc:spChg>
        <pc:spChg chg="mod">
          <ac:chgData name="Robert de Groote" userId="2ce5265b-80a0-4fb8-a62a-8035e9b0c45a" providerId="ADAL" clId="{2F427DC0-94DD-4221-BDA8-C26CE314FA9F}" dt="2025-09-25T14:25:57.827" v="36872"/>
          <ac:spMkLst>
            <pc:docMk/>
            <pc:sldMk cId="1602030880" sldId="328"/>
            <ac:spMk id="9" creationId="{C68034B7-FD37-8FB1-DB18-9D0543980366}"/>
          </ac:spMkLst>
        </pc:spChg>
        <pc:spChg chg="mod">
          <ac:chgData name="Robert de Groote" userId="2ce5265b-80a0-4fb8-a62a-8035e9b0c45a" providerId="ADAL" clId="{2F427DC0-94DD-4221-BDA8-C26CE314FA9F}" dt="2025-09-25T13:31:13.436" v="36354" actId="962"/>
          <ac:spMkLst>
            <pc:docMk/>
            <pc:sldMk cId="1602030880" sldId="328"/>
            <ac:spMk id="26" creationId="{BA219600-DCC5-04FF-D1B8-CB7EBC05E826}"/>
          </ac:spMkLst>
        </pc:spChg>
        <pc:spChg chg="mod">
          <ac:chgData name="Robert de Groote" userId="2ce5265b-80a0-4fb8-a62a-8035e9b0c45a" providerId="ADAL" clId="{2F427DC0-94DD-4221-BDA8-C26CE314FA9F}" dt="2025-09-25T13:31:08.517" v="36353" actId="962"/>
          <ac:spMkLst>
            <pc:docMk/>
            <pc:sldMk cId="1602030880" sldId="328"/>
            <ac:spMk id="29" creationId="{E4FE24DB-24A9-2EA2-9C33-59D63AB93F88}"/>
          </ac:spMkLst>
        </pc:spChg>
        <pc:spChg chg="mod">
          <ac:chgData name="Robert de Groote" userId="2ce5265b-80a0-4fb8-a62a-8035e9b0c45a" providerId="ADAL" clId="{2F427DC0-94DD-4221-BDA8-C26CE314FA9F}" dt="2025-09-25T13:31:05.645" v="36352" actId="962"/>
          <ac:spMkLst>
            <pc:docMk/>
            <pc:sldMk cId="1602030880" sldId="328"/>
            <ac:spMk id="30" creationId="{1E0C3980-BB0B-FDD5-30A7-C2B2BEE1C71B}"/>
          </ac:spMkLst>
        </pc:spChg>
        <pc:spChg chg="mod">
          <ac:chgData name="Robert de Groote" userId="2ce5265b-80a0-4fb8-a62a-8035e9b0c45a" providerId="ADAL" clId="{2F427DC0-94DD-4221-BDA8-C26CE314FA9F}" dt="2025-09-25T13:31:01.784" v="36351" actId="962"/>
          <ac:spMkLst>
            <pc:docMk/>
            <pc:sldMk cId="1602030880" sldId="328"/>
            <ac:spMk id="31" creationId="{2C08982B-4CB2-250D-30FC-10654807656A}"/>
          </ac:spMkLst>
        </pc:spChg>
        <pc:spChg chg="mod">
          <ac:chgData name="Robert de Groote" userId="2ce5265b-80a0-4fb8-a62a-8035e9b0c45a" providerId="ADAL" clId="{2F427DC0-94DD-4221-BDA8-C26CE314FA9F}" dt="2025-09-25T13:30:59.036" v="36350" actId="962"/>
          <ac:spMkLst>
            <pc:docMk/>
            <pc:sldMk cId="1602030880" sldId="328"/>
            <ac:spMk id="32" creationId="{86246BC9-C707-7363-B3F5-A1C38E39602B}"/>
          </ac:spMkLst>
        </pc:spChg>
        <pc:spChg chg="mod">
          <ac:chgData name="Robert de Groote" userId="2ce5265b-80a0-4fb8-a62a-8035e9b0c45a" providerId="ADAL" clId="{2F427DC0-94DD-4221-BDA8-C26CE314FA9F}" dt="2025-09-25T13:22:46.896" v="36171" actId="20577"/>
          <ac:spMkLst>
            <pc:docMk/>
            <pc:sldMk cId="1602030880" sldId="328"/>
            <ac:spMk id="47" creationId="{1EF458E8-0146-FB9F-48AC-CFFA6B850885}"/>
          </ac:spMkLst>
        </pc:spChg>
        <pc:spChg chg="mod">
          <ac:chgData name="Robert de Groote" userId="2ce5265b-80a0-4fb8-a62a-8035e9b0c45a" providerId="ADAL" clId="{2F427DC0-94DD-4221-BDA8-C26CE314FA9F}" dt="2025-09-25T13:22:48.885" v="36173" actId="20577"/>
          <ac:spMkLst>
            <pc:docMk/>
            <pc:sldMk cId="1602030880" sldId="328"/>
            <ac:spMk id="49" creationId="{E4F2DD1A-CACC-FD4F-1DB4-0BC004566060}"/>
          </ac:spMkLst>
        </pc:spChg>
        <pc:spChg chg="mod">
          <ac:chgData name="Robert de Groote" userId="2ce5265b-80a0-4fb8-a62a-8035e9b0c45a" providerId="ADAL" clId="{2F427DC0-94DD-4221-BDA8-C26CE314FA9F}" dt="2025-09-25T13:22:52.070" v="36174" actId="20577"/>
          <ac:spMkLst>
            <pc:docMk/>
            <pc:sldMk cId="1602030880" sldId="328"/>
            <ac:spMk id="53" creationId="{72EA5312-A3D5-967D-8343-E1D104997FEE}"/>
          </ac:spMkLst>
        </pc:spChg>
        <pc:spChg chg="mod">
          <ac:chgData name="Robert de Groote" userId="2ce5265b-80a0-4fb8-a62a-8035e9b0c45a" providerId="ADAL" clId="{2F427DC0-94DD-4221-BDA8-C26CE314FA9F}" dt="2025-09-25T13:22:27.470" v="36161" actId="207"/>
          <ac:spMkLst>
            <pc:docMk/>
            <pc:sldMk cId="1602030880" sldId="328"/>
            <ac:spMk id="63" creationId="{8F8B72FB-A577-34E8-18BE-E4C780314740}"/>
          </ac:spMkLst>
        </pc:spChg>
        <pc:grpChg chg="add mod">
          <ac:chgData name="Robert de Groote" userId="2ce5265b-80a0-4fb8-a62a-8035e9b0c45a" providerId="ADAL" clId="{2F427DC0-94DD-4221-BDA8-C26CE314FA9F}" dt="2025-09-25T14:25:58.043" v="36874"/>
          <ac:grpSpMkLst>
            <pc:docMk/>
            <pc:sldMk cId="1602030880" sldId="328"/>
            <ac:grpSpMk id="7" creationId="{5B07B1CF-73AC-A0A5-82E2-592D9061EBB0}"/>
          </ac:grpSpMkLst>
        </pc:grpChg>
        <pc:picChg chg="mod">
          <ac:chgData name="Robert de Groote" userId="2ce5265b-80a0-4fb8-a62a-8035e9b0c45a" providerId="ADAL" clId="{2F427DC0-94DD-4221-BDA8-C26CE314FA9F}" dt="2025-09-25T14:25:57.827" v="36872"/>
          <ac:picMkLst>
            <pc:docMk/>
            <pc:sldMk cId="1602030880" sldId="328"/>
            <ac:picMk id="8" creationId="{5788E3BB-0381-950D-297C-78C18EAAC848}"/>
          </ac:picMkLst>
        </pc:picChg>
      </pc:sldChg>
      <pc:sldChg chg="addSp delSp modSp add mod modAnim">
        <pc:chgData name="Robert de Groote" userId="2ce5265b-80a0-4fb8-a62a-8035e9b0c45a" providerId="ADAL" clId="{2F427DC0-94DD-4221-BDA8-C26CE314FA9F}" dt="2025-09-25T14:33:10.323" v="36995"/>
        <pc:sldMkLst>
          <pc:docMk/>
          <pc:sldMk cId="605099332" sldId="329"/>
        </pc:sldMkLst>
        <pc:spChg chg="mod">
          <ac:chgData name="Robert de Groote" userId="2ce5265b-80a0-4fb8-a62a-8035e9b0c45a" providerId="ADAL" clId="{2F427DC0-94DD-4221-BDA8-C26CE314FA9F}" dt="2025-09-25T14:29:46.872" v="36953"/>
          <ac:spMkLst>
            <pc:docMk/>
            <pc:sldMk cId="605099332" sldId="329"/>
            <ac:spMk id="3" creationId="{C54576D1-8417-F3AF-BFA5-15FC04D2924E}"/>
          </ac:spMkLst>
        </pc:spChg>
        <pc:spChg chg="mod">
          <ac:chgData name="Robert de Groote" userId="2ce5265b-80a0-4fb8-a62a-8035e9b0c45a" providerId="ADAL" clId="{2F427DC0-94DD-4221-BDA8-C26CE314FA9F}" dt="2025-09-25T14:25:59.586" v="36875"/>
          <ac:spMkLst>
            <pc:docMk/>
            <pc:sldMk cId="605099332" sldId="329"/>
            <ac:spMk id="9" creationId="{EE17A331-B7FA-AD73-E0E5-F2AF1565EFA5}"/>
          </ac:spMkLst>
        </pc:spChg>
        <pc:spChg chg="mod">
          <ac:chgData name="Robert de Groote" userId="2ce5265b-80a0-4fb8-a62a-8035e9b0c45a" providerId="ADAL" clId="{2F427DC0-94DD-4221-BDA8-C26CE314FA9F}" dt="2025-09-25T13:30:51.051" v="36349" actId="962"/>
          <ac:spMkLst>
            <pc:docMk/>
            <pc:sldMk cId="605099332" sldId="329"/>
            <ac:spMk id="26" creationId="{86AA5708-DC10-8958-443B-19BA6D993B75}"/>
          </ac:spMkLst>
        </pc:spChg>
        <pc:spChg chg="mod">
          <ac:chgData name="Robert de Groote" userId="2ce5265b-80a0-4fb8-a62a-8035e9b0c45a" providerId="ADAL" clId="{2F427DC0-94DD-4221-BDA8-C26CE314FA9F}" dt="2025-09-25T13:30:46.156" v="36348" actId="962"/>
          <ac:spMkLst>
            <pc:docMk/>
            <pc:sldMk cId="605099332" sldId="329"/>
            <ac:spMk id="28" creationId="{1E1E1C81-4D01-E701-E0B4-893A1E88FFAC}"/>
          </ac:spMkLst>
        </pc:spChg>
        <pc:spChg chg="mod">
          <ac:chgData name="Robert de Groote" userId="2ce5265b-80a0-4fb8-a62a-8035e9b0c45a" providerId="ADAL" clId="{2F427DC0-94DD-4221-BDA8-C26CE314FA9F}" dt="2025-09-25T13:30:43.223" v="36347" actId="962"/>
          <ac:spMkLst>
            <pc:docMk/>
            <pc:sldMk cId="605099332" sldId="329"/>
            <ac:spMk id="29" creationId="{3CF0B2D4-4F6F-F1FB-CF57-CC8F929BEB28}"/>
          </ac:spMkLst>
        </pc:spChg>
        <pc:spChg chg="mod">
          <ac:chgData name="Robert de Groote" userId="2ce5265b-80a0-4fb8-a62a-8035e9b0c45a" providerId="ADAL" clId="{2F427DC0-94DD-4221-BDA8-C26CE314FA9F}" dt="2025-09-25T13:30:39.525" v="36346" actId="962"/>
          <ac:spMkLst>
            <pc:docMk/>
            <pc:sldMk cId="605099332" sldId="329"/>
            <ac:spMk id="30" creationId="{4AC8B91A-9073-6620-5263-AB7862B18191}"/>
          </ac:spMkLst>
        </pc:spChg>
        <pc:spChg chg="mod">
          <ac:chgData name="Robert de Groote" userId="2ce5265b-80a0-4fb8-a62a-8035e9b0c45a" providerId="ADAL" clId="{2F427DC0-94DD-4221-BDA8-C26CE314FA9F}" dt="2025-09-25T13:30:36.314" v="36345" actId="962"/>
          <ac:spMkLst>
            <pc:docMk/>
            <pc:sldMk cId="605099332" sldId="329"/>
            <ac:spMk id="31" creationId="{D13E3E0C-0D16-8B72-8D07-83458FEC1721}"/>
          </ac:spMkLst>
        </pc:spChg>
        <pc:spChg chg="mod">
          <ac:chgData name="Robert de Groote" userId="2ce5265b-80a0-4fb8-a62a-8035e9b0c45a" providerId="ADAL" clId="{2F427DC0-94DD-4221-BDA8-C26CE314FA9F}" dt="2025-09-25T13:30:31.800" v="36344" actId="962"/>
          <ac:spMkLst>
            <pc:docMk/>
            <pc:sldMk cId="605099332" sldId="329"/>
            <ac:spMk id="32" creationId="{0EBA1295-094D-002B-4680-A24173A8FCA0}"/>
          </ac:spMkLst>
        </pc:spChg>
        <pc:spChg chg="mod">
          <ac:chgData name="Robert de Groote" userId="2ce5265b-80a0-4fb8-a62a-8035e9b0c45a" providerId="ADAL" clId="{2F427DC0-94DD-4221-BDA8-C26CE314FA9F}" dt="2025-09-25T13:23:42.634" v="36190" actId="20577"/>
          <ac:spMkLst>
            <pc:docMk/>
            <pc:sldMk cId="605099332" sldId="329"/>
            <ac:spMk id="47" creationId="{4F9699BB-AB98-76F5-EC54-9D838E7A0340}"/>
          </ac:spMkLst>
        </pc:spChg>
        <pc:spChg chg="mod">
          <ac:chgData name="Robert de Groote" userId="2ce5265b-80a0-4fb8-a62a-8035e9b0c45a" providerId="ADAL" clId="{2F427DC0-94DD-4221-BDA8-C26CE314FA9F}" dt="2025-09-25T13:23:44.368" v="36191" actId="20577"/>
          <ac:spMkLst>
            <pc:docMk/>
            <pc:sldMk cId="605099332" sldId="329"/>
            <ac:spMk id="49" creationId="{4A5869F3-DF28-71E6-065D-69FE8854B52F}"/>
          </ac:spMkLst>
        </pc:spChg>
        <pc:spChg chg="mod">
          <ac:chgData name="Robert de Groote" userId="2ce5265b-80a0-4fb8-a62a-8035e9b0c45a" providerId="ADAL" clId="{2F427DC0-94DD-4221-BDA8-C26CE314FA9F}" dt="2025-09-25T13:23:47.086" v="36192" actId="20577"/>
          <ac:spMkLst>
            <pc:docMk/>
            <pc:sldMk cId="605099332" sldId="329"/>
            <ac:spMk id="55" creationId="{B8FC4A03-5F52-53A0-F5FE-A1581538FAEB}"/>
          </ac:spMkLst>
        </pc:spChg>
        <pc:spChg chg="mod">
          <ac:chgData name="Robert de Groote" userId="2ce5265b-80a0-4fb8-a62a-8035e9b0c45a" providerId="ADAL" clId="{2F427DC0-94DD-4221-BDA8-C26CE314FA9F}" dt="2025-09-25T13:23:12.432" v="36180" actId="207"/>
          <ac:spMkLst>
            <pc:docMk/>
            <pc:sldMk cId="605099332" sldId="329"/>
            <ac:spMk id="61" creationId="{C3653FE3-B188-3978-60D5-FA58EC5A9524}"/>
          </ac:spMkLst>
        </pc:spChg>
        <pc:grpChg chg="add mod">
          <ac:chgData name="Robert de Groote" userId="2ce5265b-80a0-4fb8-a62a-8035e9b0c45a" providerId="ADAL" clId="{2F427DC0-94DD-4221-BDA8-C26CE314FA9F}" dt="2025-09-25T14:25:59.977" v="36877"/>
          <ac:grpSpMkLst>
            <pc:docMk/>
            <pc:sldMk cId="605099332" sldId="329"/>
            <ac:grpSpMk id="7" creationId="{EA923529-0D17-CFE5-DBB9-F1223C2CF101}"/>
          </ac:grpSpMkLst>
        </pc:grpChg>
        <pc:picChg chg="mod">
          <ac:chgData name="Robert de Groote" userId="2ce5265b-80a0-4fb8-a62a-8035e9b0c45a" providerId="ADAL" clId="{2F427DC0-94DD-4221-BDA8-C26CE314FA9F}" dt="2025-09-25T14:25:59.586" v="36875"/>
          <ac:picMkLst>
            <pc:docMk/>
            <pc:sldMk cId="605099332" sldId="329"/>
            <ac:picMk id="8" creationId="{C5413DA8-A1A3-D47E-E206-2097D59F2A0F}"/>
          </ac:picMkLst>
        </pc:picChg>
      </pc:sldChg>
      <pc:sldChg chg="addSp delSp modSp add mod modAnim">
        <pc:chgData name="Robert de Groote" userId="2ce5265b-80a0-4fb8-a62a-8035e9b0c45a" providerId="ADAL" clId="{2F427DC0-94DD-4221-BDA8-C26CE314FA9F}" dt="2025-09-25T14:33:36.691" v="37000"/>
        <pc:sldMkLst>
          <pc:docMk/>
          <pc:sldMk cId="2385836993" sldId="330"/>
        </pc:sldMkLst>
        <pc:spChg chg="mod">
          <ac:chgData name="Robert de Groote" userId="2ce5265b-80a0-4fb8-a62a-8035e9b0c45a" providerId="ADAL" clId="{2F427DC0-94DD-4221-BDA8-C26CE314FA9F}" dt="2025-09-25T14:29:42.099" v="36952"/>
          <ac:spMkLst>
            <pc:docMk/>
            <pc:sldMk cId="2385836993" sldId="330"/>
            <ac:spMk id="3" creationId="{912995B5-800A-8A1D-7D5C-975BCDEBCEFB}"/>
          </ac:spMkLst>
        </pc:spChg>
        <pc:spChg chg="mod">
          <ac:chgData name="Robert de Groote" userId="2ce5265b-80a0-4fb8-a62a-8035e9b0c45a" providerId="ADAL" clId="{2F427DC0-94DD-4221-BDA8-C26CE314FA9F}" dt="2025-09-25T14:26:01.425" v="36878"/>
          <ac:spMkLst>
            <pc:docMk/>
            <pc:sldMk cId="2385836993" sldId="330"/>
            <ac:spMk id="9" creationId="{7ED6B3BF-1F80-C478-B520-D9D7A2B4078C}"/>
          </ac:spMkLst>
        </pc:spChg>
        <pc:spChg chg="mod">
          <ac:chgData name="Robert de Groote" userId="2ce5265b-80a0-4fb8-a62a-8035e9b0c45a" providerId="ADAL" clId="{2F427DC0-94DD-4221-BDA8-C26CE314FA9F}" dt="2025-09-25T13:30:23.315" v="36343" actId="962"/>
          <ac:spMkLst>
            <pc:docMk/>
            <pc:sldMk cId="2385836993" sldId="330"/>
            <ac:spMk id="27" creationId="{C6130C76-DFCC-AEB1-1EA9-7E1762D52962}"/>
          </ac:spMkLst>
        </pc:spChg>
        <pc:spChg chg="mod">
          <ac:chgData name="Robert de Groote" userId="2ce5265b-80a0-4fb8-a62a-8035e9b0c45a" providerId="ADAL" clId="{2F427DC0-94DD-4221-BDA8-C26CE314FA9F}" dt="2025-09-25T13:30:17.559" v="36342" actId="962"/>
          <ac:spMkLst>
            <pc:docMk/>
            <pc:sldMk cId="2385836993" sldId="330"/>
            <ac:spMk id="28" creationId="{DB7DDC81-74E8-EC8E-0090-1CFED93AA0EF}"/>
          </ac:spMkLst>
        </pc:spChg>
        <pc:spChg chg="mod">
          <ac:chgData name="Robert de Groote" userId="2ce5265b-80a0-4fb8-a62a-8035e9b0c45a" providerId="ADAL" clId="{2F427DC0-94DD-4221-BDA8-C26CE314FA9F}" dt="2025-09-25T13:30:14.242" v="36341" actId="962"/>
          <ac:spMkLst>
            <pc:docMk/>
            <pc:sldMk cId="2385836993" sldId="330"/>
            <ac:spMk id="29" creationId="{49615D8C-E9BF-CDF3-D287-F19A3F88FA5E}"/>
          </ac:spMkLst>
        </pc:spChg>
        <pc:spChg chg="mod">
          <ac:chgData name="Robert de Groote" userId="2ce5265b-80a0-4fb8-a62a-8035e9b0c45a" providerId="ADAL" clId="{2F427DC0-94DD-4221-BDA8-C26CE314FA9F}" dt="2025-09-25T13:30:10.897" v="36340" actId="962"/>
          <ac:spMkLst>
            <pc:docMk/>
            <pc:sldMk cId="2385836993" sldId="330"/>
            <ac:spMk id="30" creationId="{FF7E8737-9B06-456E-ECEF-373A69115B86}"/>
          </ac:spMkLst>
        </pc:spChg>
        <pc:spChg chg="mod">
          <ac:chgData name="Robert de Groote" userId="2ce5265b-80a0-4fb8-a62a-8035e9b0c45a" providerId="ADAL" clId="{2F427DC0-94DD-4221-BDA8-C26CE314FA9F}" dt="2025-09-25T13:30:07.009" v="36339" actId="962"/>
          <ac:spMkLst>
            <pc:docMk/>
            <pc:sldMk cId="2385836993" sldId="330"/>
            <ac:spMk id="31" creationId="{07958FF2-AB47-8253-27ED-6B2BFE9BFDB4}"/>
          </ac:spMkLst>
        </pc:spChg>
        <pc:spChg chg="mod">
          <ac:chgData name="Robert de Groote" userId="2ce5265b-80a0-4fb8-a62a-8035e9b0c45a" providerId="ADAL" clId="{2F427DC0-94DD-4221-BDA8-C26CE314FA9F}" dt="2025-09-25T13:29:56.355" v="36338" actId="962"/>
          <ac:spMkLst>
            <pc:docMk/>
            <pc:sldMk cId="2385836993" sldId="330"/>
            <ac:spMk id="32" creationId="{70E24ADD-CF56-DF51-B479-017BDB5EA9F1}"/>
          </ac:spMkLst>
        </pc:spChg>
        <pc:spChg chg="mod">
          <ac:chgData name="Robert de Groote" userId="2ce5265b-80a0-4fb8-a62a-8035e9b0c45a" providerId="ADAL" clId="{2F427DC0-94DD-4221-BDA8-C26CE314FA9F}" dt="2025-09-25T13:24:38.915" v="36209" actId="20577"/>
          <ac:spMkLst>
            <pc:docMk/>
            <pc:sldMk cId="2385836993" sldId="330"/>
            <ac:spMk id="47" creationId="{749219F4-ECBC-C62F-348A-E5208475D7FC}"/>
          </ac:spMkLst>
        </pc:spChg>
        <pc:spChg chg="mod">
          <ac:chgData name="Robert de Groote" userId="2ce5265b-80a0-4fb8-a62a-8035e9b0c45a" providerId="ADAL" clId="{2F427DC0-94DD-4221-BDA8-C26CE314FA9F}" dt="2025-09-25T13:24:42.009" v="36212" actId="20577"/>
          <ac:spMkLst>
            <pc:docMk/>
            <pc:sldMk cId="2385836993" sldId="330"/>
            <ac:spMk id="51" creationId="{8490A759-BEEA-3870-8083-F455BE85D5F6}"/>
          </ac:spMkLst>
        </pc:spChg>
        <pc:spChg chg="mod">
          <ac:chgData name="Robert de Groote" userId="2ce5265b-80a0-4fb8-a62a-8035e9b0c45a" providerId="ADAL" clId="{2F427DC0-94DD-4221-BDA8-C26CE314FA9F}" dt="2025-09-25T13:24:45.174" v="36214" actId="20577"/>
          <ac:spMkLst>
            <pc:docMk/>
            <pc:sldMk cId="2385836993" sldId="330"/>
            <ac:spMk id="57" creationId="{0F854FEA-3ECA-F23F-7E96-023E96750A7F}"/>
          </ac:spMkLst>
        </pc:spChg>
        <pc:spChg chg="mod">
          <ac:chgData name="Robert de Groote" userId="2ce5265b-80a0-4fb8-a62a-8035e9b0c45a" providerId="ADAL" clId="{2F427DC0-94DD-4221-BDA8-C26CE314FA9F}" dt="2025-09-25T13:24:11.433" v="36200" actId="207"/>
          <ac:spMkLst>
            <pc:docMk/>
            <pc:sldMk cId="2385836993" sldId="330"/>
            <ac:spMk id="59" creationId="{B802F03A-1608-8993-193F-D9E624F24E80}"/>
          </ac:spMkLst>
        </pc:spChg>
        <pc:grpChg chg="add mod">
          <ac:chgData name="Robert de Groote" userId="2ce5265b-80a0-4fb8-a62a-8035e9b0c45a" providerId="ADAL" clId="{2F427DC0-94DD-4221-BDA8-C26CE314FA9F}" dt="2025-09-25T14:26:01.762" v="36880"/>
          <ac:grpSpMkLst>
            <pc:docMk/>
            <pc:sldMk cId="2385836993" sldId="330"/>
            <ac:grpSpMk id="7" creationId="{CD22B4CA-3E7C-486B-E1E6-4527BFF9D0E8}"/>
          </ac:grpSpMkLst>
        </pc:grpChg>
        <pc:picChg chg="mod">
          <ac:chgData name="Robert de Groote" userId="2ce5265b-80a0-4fb8-a62a-8035e9b0c45a" providerId="ADAL" clId="{2F427DC0-94DD-4221-BDA8-C26CE314FA9F}" dt="2025-09-25T14:26:01.425" v="36878"/>
          <ac:picMkLst>
            <pc:docMk/>
            <pc:sldMk cId="2385836993" sldId="330"/>
            <ac:picMk id="8" creationId="{F166E3D6-C01C-355F-DD84-39519951E69D}"/>
          </ac:picMkLst>
        </pc:picChg>
      </pc:sldChg>
      <pc:sldChg chg="addSp delSp modSp add mod modAnim">
        <pc:chgData name="Robert de Groote" userId="2ce5265b-80a0-4fb8-a62a-8035e9b0c45a" providerId="ADAL" clId="{2F427DC0-94DD-4221-BDA8-C26CE314FA9F}" dt="2025-09-25T14:33:54.168" v="37005"/>
        <pc:sldMkLst>
          <pc:docMk/>
          <pc:sldMk cId="1881606181" sldId="331"/>
        </pc:sldMkLst>
        <pc:spChg chg="mod">
          <ac:chgData name="Robert de Groote" userId="2ce5265b-80a0-4fb8-a62a-8035e9b0c45a" providerId="ADAL" clId="{2F427DC0-94DD-4221-BDA8-C26CE314FA9F}" dt="2025-09-25T14:29:38.196" v="36951"/>
          <ac:spMkLst>
            <pc:docMk/>
            <pc:sldMk cId="1881606181" sldId="331"/>
            <ac:spMk id="3" creationId="{2CB0C997-C02D-2864-20FA-AD3CD1B8835D}"/>
          </ac:spMkLst>
        </pc:spChg>
        <pc:spChg chg="mod">
          <ac:chgData name="Robert de Groote" userId="2ce5265b-80a0-4fb8-a62a-8035e9b0c45a" providerId="ADAL" clId="{2F427DC0-94DD-4221-BDA8-C26CE314FA9F}" dt="2025-09-25T14:26:03.256" v="36881"/>
          <ac:spMkLst>
            <pc:docMk/>
            <pc:sldMk cId="1881606181" sldId="331"/>
            <ac:spMk id="8" creationId="{28403FB7-F9D9-B544-61EC-665BBE13FA7B}"/>
          </ac:spMkLst>
        </pc:spChg>
        <pc:spChg chg="mod">
          <ac:chgData name="Robert de Groote" userId="2ce5265b-80a0-4fb8-a62a-8035e9b0c45a" providerId="ADAL" clId="{2F427DC0-94DD-4221-BDA8-C26CE314FA9F}" dt="2025-09-25T13:29:49.390" v="36337" actId="962"/>
          <ac:spMkLst>
            <pc:docMk/>
            <pc:sldMk cId="1881606181" sldId="331"/>
            <ac:spMk id="28" creationId="{EDB7DDD2-19DC-F346-B7AA-0919C535E265}"/>
          </ac:spMkLst>
        </pc:spChg>
        <pc:spChg chg="mod">
          <ac:chgData name="Robert de Groote" userId="2ce5265b-80a0-4fb8-a62a-8035e9b0c45a" providerId="ADAL" clId="{2F427DC0-94DD-4221-BDA8-C26CE314FA9F}" dt="2025-09-25T13:29:45.081" v="36336" actId="962"/>
          <ac:spMkLst>
            <pc:docMk/>
            <pc:sldMk cId="1881606181" sldId="331"/>
            <ac:spMk id="29" creationId="{2613BB4F-3175-8E29-8279-28B1138BB51B}"/>
          </ac:spMkLst>
        </pc:spChg>
        <pc:spChg chg="mod">
          <ac:chgData name="Robert de Groote" userId="2ce5265b-80a0-4fb8-a62a-8035e9b0c45a" providerId="ADAL" clId="{2F427DC0-94DD-4221-BDA8-C26CE314FA9F}" dt="2025-09-25T13:29:41.389" v="36335" actId="962"/>
          <ac:spMkLst>
            <pc:docMk/>
            <pc:sldMk cId="1881606181" sldId="331"/>
            <ac:spMk id="30" creationId="{DDC2B94B-EFCE-FE24-97EB-AE258DFEE0DA}"/>
          </ac:spMkLst>
        </pc:spChg>
        <pc:spChg chg="mod">
          <ac:chgData name="Robert de Groote" userId="2ce5265b-80a0-4fb8-a62a-8035e9b0c45a" providerId="ADAL" clId="{2F427DC0-94DD-4221-BDA8-C26CE314FA9F}" dt="2025-09-25T13:29:37.144" v="36334" actId="962"/>
          <ac:spMkLst>
            <pc:docMk/>
            <pc:sldMk cId="1881606181" sldId="331"/>
            <ac:spMk id="31" creationId="{0070ED69-2EAC-85B5-178A-4B1E611E47F9}"/>
          </ac:spMkLst>
        </pc:spChg>
        <pc:spChg chg="mod">
          <ac:chgData name="Robert de Groote" userId="2ce5265b-80a0-4fb8-a62a-8035e9b0c45a" providerId="ADAL" clId="{2F427DC0-94DD-4221-BDA8-C26CE314FA9F}" dt="2025-09-25T13:29:33.433" v="36333" actId="962"/>
          <ac:spMkLst>
            <pc:docMk/>
            <pc:sldMk cId="1881606181" sldId="331"/>
            <ac:spMk id="32" creationId="{40195DA8-41D3-3D72-21EC-ADFD0BA8DDB9}"/>
          </ac:spMkLst>
        </pc:spChg>
        <pc:spChg chg="mod">
          <ac:chgData name="Robert de Groote" userId="2ce5265b-80a0-4fb8-a62a-8035e9b0c45a" providerId="ADAL" clId="{2F427DC0-94DD-4221-BDA8-C26CE314FA9F}" dt="2025-09-25T13:25:33.635" v="36226" actId="20577"/>
          <ac:spMkLst>
            <pc:docMk/>
            <pc:sldMk cId="1881606181" sldId="331"/>
            <ac:spMk id="47" creationId="{4071375B-78F6-9715-55C9-0C54D60933DF}"/>
          </ac:spMkLst>
        </pc:spChg>
        <pc:spChg chg="mod">
          <ac:chgData name="Robert de Groote" userId="2ce5265b-80a0-4fb8-a62a-8035e9b0c45a" providerId="ADAL" clId="{2F427DC0-94DD-4221-BDA8-C26CE314FA9F}" dt="2025-09-25T13:25:36.346" v="36229" actId="20577"/>
          <ac:spMkLst>
            <pc:docMk/>
            <pc:sldMk cId="1881606181" sldId="331"/>
            <ac:spMk id="49" creationId="{B0E8C8A2-FFA5-4B87-11AD-48BCB42539DA}"/>
          </ac:spMkLst>
        </pc:spChg>
        <pc:spChg chg="mod">
          <ac:chgData name="Robert de Groote" userId="2ce5265b-80a0-4fb8-a62a-8035e9b0c45a" providerId="ADAL" clId="{2F427DC0-94DD-4221-BDA8-C26CE314FA9F}" dt="2025-09-25T13:25:15.090" v="36219" actId="207"/>
          <ac:spMkLst>
            <pc:docMk/>
            <pc:sldMk cId="1881606181" sldId="331"/>
            <ac:spMk id="57" creationId="{5D3CE88A-DE94-9468-21C7-5C98C9F1F4B8}"/>
          </ac:spMkLst>
        </pc:spChg>
        <pc:grpChg chg="add mod">
          <ac:chgData name="Robert de Groote" userId="2ce5265b-80a0-4fb8-a62a-8035e9b0c45a" providerId="ADAL" clId="{2F427DC0-94DD-4221-BDA8-C26CE314FA9F}" dt="2025-09-25T14:26:03.637" v="36883"/>
          <ac:grpSpMkLst>
            <pc:docMk/>
            <pc:sldMk cId="1881606181" sldId="331"/>
            <ac:grpSpMk id="6" creationId="{A72176CD-838D-92BA-D619-8552D7B9E5D2}"/>
          </ac:grpSpMkLst>
        </pc:grpChg>
        <pc:picChg chg="mod">
          <ac:chgData name="Robert de Groote" userId="2ce5265b-80a0-4fb8-a62a-8035e9b0c45a" providerId="ADAL" clId="{2F427DC0-94DD-4221-BDA8-C26CE314FA9F}" dt="2025-09-25T14:26:03.256" v="36881"/>
          <ac:picMkLst>
            <pc:docMk/>
            <pc:sldMk cId="1881606181" sldId="331"/>
            <ac:picMk id="7" creationId="{73D56304-D073-37D4-AEE4-6655E070D3F4}"/>
          </ac:picMkLst>
        </pc:picChg>
      </pc:sldChg>
      <pc:sldChg chg="addSp delSp modSp add mod modAnim">
        <pc:chgData name="Robert de Groote" userId="2ce5265b-80a0-4fb8-a62a-8035e9b0c45a" providerId="ADAL" clId="{2F427DC0-94DD-4221-BDA8-C26CE314FA9F}" dt="2025-09-25T14:34:05.590" v="37010"/>
        <pc:sldMkLst>
          <pc:docMk/>
          <pc:sldMk cId="1772348016" sldId="332"/>
        </pc:sldMkLst>
        <pc:spChg chg="mod">
          <ac:chgData name="Robert de Groote" userId="2ce5265b-80a0-4fb8-a62a-8035e9b0c45a" providerId="ADAL" clId="{2F427DC0-94DD-4221-BDA8-C26CE314FA9F}" dt="2025-09-25T14:29:33.996" v="36950"/>
          <ac:spMkLst>
            <pc:docMk/>
            <pc:sldMk cId="1772348016" sldId="332"/>
            <ac:spMk id="3" creationId="{490F0134-DD40-9D22-0152-6BB216FBF4EE}"/>
          </ac:spMkLst>
        </pc:spChg>
        <pc:spChg chg="mod">
          <ac:chgData name="Robert de Groote" userId="2ce5265b-80a0-4fb8-a62a-8035e9b0c45a" providerId="ADAL" clId="{2F427DC0-94DD-4221-BDA8-C26CE314FA9F}" dt="2025-09-25T14:26:05.313" v="36884"/>
          <ac:spMkLst>
            <pc:docMk/>
            <pc:sldMk cId="1772348016" sldId="332"/>
            <ac:spMk id="8" creationId="{4F77DE98-D38C-0D9E-A3F0-2537A7BECC62}"/>
          </ac:spMkLst>
        </pc:spChg>
        <pc:spChg chg="mod">
          <ac:chgData name="Robert de Groote" userId="2ce5265b-80a0-4fb8-a62a-8035e9b0c45a" providerId="ADAL" clId="{2F427DC0-94DD-4221-BDA8-C26CE314FA9F}" dt="2025-09-25T13:29:26.488" v="36332" actId="962"/>
          <ac:spMkLst>
            <pc:docMk/>
            <pc:sldMk cId="1772348016" sldId="332"/>
            <ac:spMk id="29" creationId="{085564F7-EF51-D449-2F06-1AC3A047E622}"/>
          </ac:spMkLst>
        </pc:spChg>
        <pc:spChg chg="mod">
          <ac:chgData name="Robert de Groote" userId="2ce5265b-80a0-4fb8-a62a-8035e9b0c45a" providerId="ADAL" clId="{2F427DC0-94DD-4221-BDA8-C26CE314FA9F}" dt="2025-09-25T13:29:21.584" v="36331" actId="962"/>
          <ac:spMkLst>
            <pc:docMk/>
            <pc:sldMk cId="1772348016" sldId="332"/>
            <ac:spMk id="30" creationId="{633B6B64-ECFB-DFF6-ED1B-84A987C82944}"/>
          </ac:spMkLst>
        </pc:spChg>
        <pc:spChg chg="mod">
          <ac:chgData name="Robert de Groote" userId="2ce5265b-80a0-4fb8-a62a-8035e9b0c45a" providerId="ADAL" clId="{2F427DC0-94DD-4221-BDA8-C26CE314FA9F}" dt="2025-09-25T13:29:18.171" v="36330" actId="962"/>
          <ac:spMkLst>
            <pc:docMk/>
            <pc:sldMk cId="1772348016" sldId="332"/>
            <ac:spMk id="31" creationId="{C483A7DE-81F2-48E5-052F-008530980D35}"/>
          </ac:spMkLst>
        </pc:spChg>
        <pc:spChg chg="mod">
          <ac:chgData name="Robert de Groote" userId="2ce5265b-80a0-4fb8-a62a-8035e9b0c45a" providerId="ADAL" clId="{2F427DC0-94DD-4221-BDA8-C26CE314FA9F}" dt="2025-09-25T13:29:13.809" v="36329" actId="962"/>
          <ac:spMkLst>
            <pc:docMk/>
            <pc:sldMk cId="1772348016" sldId="332"/>
            <ac:spMk id="32" creationId="{596BF5D1-5D5E-FD5D-3452-E5312F806DEB}"/>
          </ac:spMkLst>
        </pc:spChg>
        <pc:spChg chg="mod">
          <ac:chgData name="Robert de Groote" userId="2ce5265b-80a0-4fb8-a62a-8035e9b0c45a" providerId="ADAL" clId="{2F427DC0-94DD-4221-BDA8-C26CE314FA9F}" dt="2025-09-25T13:26:10.911" v="36238" actId="20577"/>
          <ac:spMkLst>
            <pc:docMk/>
            <pc:sldMk cId="1772348016" sldId="332"/>
            <ac:spMk id="47" creationId="{54382360-17AA-0C54-2B57-7AB97F2CCA19}"/>
          </ac:spMkLst>
        </pc:spChg>
        <pc:spChg chg="mod">
          <ac:chgData name="Robert de Groote" userId="2ce5265b-80a0-4fb8-a62a-8035e9b0c45a" providerId="ADAL" clId="{2F427DC0-94DD-4221-BDA8-C26CE314FA9F}" dt="2025-09-25T13:26:13.801" v="36239" actId="20577"/>
          <ac:spMkLst>
            <pc:docMk/>
            <pc:sldMk cId="1772348016" sldId="332"/>
            <ac:spMk id="51" creationId="{CF080030-2A1E-3E99-02B7-16D17E46B235}"/>
          </ac:spMkLst>
        </pc:spChg>
        <pc:spChg chg="mod">
          <ac:chgData name="Robert de Groote" userId="2ce5265b-80a0-4fb8-a62a-8035e9b0c45a" providerId="ADAL" clId="{2F427DC0-94DD-4221-BDA8-C26CE314FA9F}" dt="2025-09-25T13:25:52.590" v="36233" actId="207"/>
          <ac:spMkLst>
            <pc:docMk/>
            <pc:sldMk cId="1772348016" sldId="332"/>
            <ac:spMk id="55" creationId="{E462BB89-53D1-523C-6B95-80421AD554FE}"/>
          </ac:spMkLst>
        </pc:spChg>
        <pc:grpChg chg="add mod">
          <ac:chgData name="Robert de Groote" userId="2ce5265b-80a0-4fb8-a62a-8035e9b0c45a" providerId="ADAL" clId="{2F427DC0-94DD-4221-BDA8-C26CE314FA9F}" dt="2025-09-25T14:26:05.679" v="36886"/>
          <ac:grpSpMkLst>
            <pc:docMk/>
            <pc:sldMk cId="1772348016" sldId="332"/>
            <ac:grpSpMk id="6" creationId="{55097898-617F-E540-5A68-13E4A4A3CB26}"/>
          </ac:grpSpMkLst>
        </pc:grpChg>
        <pc:picChg chg="mod">
          <ac:chgData name="Robert de Groote" userId="2ce5265b-80a0-4fb8-a62a-8035e9b0c45a" providerId="ADAL" clId="{2F427DC0-94DD-4221-BDA8-C26CE314FA9F}" dt="2025-09-25T14:26:05.313" v="36884"/>
          <ac:picMkLst>
            <pc:docMk/>
            <pc:sldMk cId="1772348016" sldId="332"/>
            <ac:picMk id="7" creationId="{6DA4A3E1-350E-D7FC-50F2-FD798A26B5E4}"/>
          </ac:picMkLst>
        </pc:picChg>
      </pc:sldChg>
      <pc:sldChg chg="addSp delSp modSp add mod modAnim">
        <pc:chgData name="Robert de Groote" userId="2ce5265b-80a0-4fb8-a62a-8035e9b0c45a" providerId="ADAL" clId="{2F427DC0-94DD-4221-BDA8-C26CE314FA9F}" dt="2025-09-25T14:34:17.567" v="37014"/>
        <pc:sldMkLst>
          <pc:docMk/>
          <pc:sldMk cId="589289974" sldId="333"/>
        </pc:sldMkLst>
        <pc:spChg chg="mod">
          <ac:chgData name="Robert de Groote" userId="2ce5265b-80a0-4fb8-a62a-8035e9b0c45a" providerId="ADAL" clId="{2F427DC0-94DD-4221-BDA8-C26CE314FA9F}" dt="2025-09-25T14:29:29.330" v="36949"/>
          <ac:spMkLst>
            <pc:docMk/>
            <pc:sldMk cId="589289974" sldId="333"/>
            <ac:spMk id="3" creationId="{266CCB68-8BE3-F762-D664-0EC8622B0E6B}"/>
          </ac:spMkLst>
        </pc:spChg>
        <pc:spChg chg="mod">
          <ac:chgData name="Robert de Groote" userId="2ce5265b-80a0-4fb8-a62a-8035e9b0c45a" providerId="ADAL" clId="{2F427DC0-94DD-4221-BDA8-C26CE314FA9F}" dt="2025-09-25T14:26:08.028" v="36887"/>
          <ac:spMkLst>
            <pc:docMk/>
            <pc:sldMk cId="589289974" sldId="333"/>
            <ac:spMk id="8" creationId="{4C5C2DC2-4674-F90B-30C9-391AD5181296}"/>
          </ac:spMkLst>
        </pc:spChg>
        <pc:spChg chg="mod">
          <ac:chgData name="Robert de Groote" userId="2ce5265b-80a0-4fb8-a62a-8035e9b0c45a" providerId="ADAL" clId="{2F427DC0-94DD-4221-BDA8-C26CE314FA9F}" dt="2025-09-25T13:28:32.671" v="36268" actId="962"/>
          <ac:spMkLst>
            <pc:docMk/>
            <pc:sldMk cId="589289974" sldId="333"/>
            <ac:spMk id="30" creationId="{5CAD5CC5-AD1D-9758-88A4-0055A1BE0846}"/>
          </ac:spMkLst>
        </pc:spChg>
        <pc:spChg chg="mod">
          <ac:chgData name="Robert de Groote" userId="2ce5265b-80a0-4fb8-a62a-8035e9b0c45a" providerId="ADAL" clId="{2F427DC0-94DD-4221-BDA8-C26CE314FA9F}" dt="2025-09-25T13:28:38.439" v="36269" actId="962"/>
          <ac:spMkLst>
            <pc:docMk/>
            <pc:sldMk cId="589289974" sldId="333"/>
            <ac:spMk id="31" creationId="{ADF837C4-67A9-A5F4-E45D-980404F6E748}"/>
          </ac:spMkLst>
        </pc:spChg>
        <pc:spChg chg="mod">
          <ac:chgData name="Robert de Groote" userId="2ce5265b-80a0-4fb8-a62a-8035e9b0c45a" providerId="ADAL" clId="{2F427DC0-94DD-4221-BDA8-C26CE314FA9F}" dt="2025-09-25T13:28:43.199" v="36270" actId="962"/>
          <ac:spMkLst>
            <pc:docMk/>
            <pc:sldMk cId="589289974" sldId="333"/>
            <ac:spMk id="32" creationId="{CDC901D4-6874-08FB-C850-FE92BDE74C6B}"/>
          </ac:spMkLst>
        </pc:spChg>
        <pc:spChg chg="mod">
          <ac:chgData name="Robert de Groote" userId="2ce5265b-80a0-4fb8-a62a-8035e9b0c45a" providerId="ADAL" clId="{2F427DC0-94DD-4221-BDA8-C26CE314FA9F}" dt="2025-09-25T13:27:02.860" v="36247" actId="20577"/>
          <ac:spMkLst>
            <pc:docMk/>
            <pc:sldMk cId="589289974" sldId="333"/>
            <ac:spMk id="47" creationId="{049375C9-3B74-4C96-277A-C2F11F00B4E3}"/>
          </ac:spMkLst>
        </pc:spChg>
        <pc:spChg chg="mod">
          <ac:chgData name="Robert de Groote" userId="2ce5265b-80a0-4fb8-a62a-8035e9b0c45a" providerId="ADAL" clId="{2F427DC0-94DD-4221-BDA8-C26CE314FA9F}" dt="2025-09-25T13:27:04.246" v="36248" actId="20577"/>
          <ac:spMkLst>
            <pc:docMk/>
            <pc:sldMk cId="589289974" sldId="333"/>
            <ac:spMk id="49" creationId="{D78EC494-6938-8F71-8A6A-A945249C63D5}"/>
          </ac:spMkLst>
        </pc:spChg>
        <pc:spChg chg="mod">
          <ac:chgData name="Robert de Groote" userId="2ce5265b-80a0-4fb8-a62a-8035e9b0c45a" providerId="ADAL" clId="{2F427DC0-94DD-4221-BDA8-C26CE314FA9F}" dt="2025-09-25T13:26:58.035" v="36246" actId="207"/>
          <ac:spMkLst>
            <pc:docMk/>
            <pc:sldMk cId="589289974" sldId="333"/>
            <ac:spMk id="53" creationId="{32558151-3A83-AFAF-DA56-CC46B858956E}"/>
          </ac:spMkLst>
        </pc:spChg>
        <pc:grpChg chg="add mod">
          <ac:chgData name="Robert de Groote" userId="2ce5265b-80a0-4fb8-a62a-8035e9b0c45a" providerId="ADAL" clId="{2F427DC0-94DD-4221-BDA8-C26CE314FA9F}" dt="2025-09-25T14:26:08.314" v="36889"/>
          <ac:grpSpMkLst>
            <pc:docMk/>
            <pc:sldMk cId="589289974" sldId="333"/>
            <ac:grpSpMk id="6" creationId="{D31D2BE4-11AE-5827-987E-B9680218DD5D}"/>
          </ac:grpSpMkLst>
        </pc:grpChg>
        <pc:picChg chg="mod">
          <ac:chgData name="Robert de Groote" userId="2ce5265b-80a0-4fb8-a62a-8035e9b0c45a" providerId="ADAL" clId="{2F427DC0-94DD-4221-BDA8-C26CE314FA9F}" dt="2025-09-25T14:26:08.028" v="36887"/>
          <ac:picMkLst>
            <pc:docMk/>
            <pc:sldMk cId="589289974" sldId="333"/>
            <ac:picMk id="7" creationId="{05257E27-8F0D-2EB0-07B0-C0F35022AD39}"/>
          </ac:picMkLst>
        </pc:picChg>
      </pc:sldChg>
      <pc:sldChg chg="delSp modSp add mod modTransition modAnim">
        <pc:chgData name="Robert de Groote" userId="2ce5265b-80a0-4fb8-a62a-8035e9b0c45a" providerId="ADAL" clId="{2F427DC0-94DD-4221-BDA8-C26CE314FA9F}" dt="2025-09-25T14:34:24.879" v="37015"/>
        <pc:sldMkLst>
          <pc:docMk/>
          <pc:sldMk cId="3800434689" sldId="334"/>
        </pc:sldMkLst>
        <pc:spChg chg="mod">
          <ac:chgData name="Robert de Groote" userId="2ce5265b-80a0-4fb8-a62a-8035e9b0c45a" providerId="ADAL" clId="{2F427DC0-94DD-4221-BDA8-C26CE314FA9F}" dt="2025-09-25T14:29:24.501" v="36948"/>
          <ac:spMkLst>
            <pc:docMk/>
            <pc:sldMk cId="3800434689" sldId="334"/>
            <ac:spMk id="3" creationId="{49C68A43-7F6B-5B0E-83A0-7C08178A4F77}"/>
          </ac:spMkLst>
        </pc:spChg>
        <pc:spChg chg="mod">
          <ac:chgData name="Robert de Groote" userId="2ce5265b-80a0-4fb8-a62a-8035e9b0c45a" providerId="ADAL" clId="{2F427DC0-94DD-4221-BDA8-C26CE314FA9F}" dt="2025-09-25T13:28:21.485" v="36266" actId="962"/>
          <ac:spMkLst>
            <pc:docMk/>
            <pc:sldMk cId="3800434689" sldId="334"/>
            <ac:spMk id="31" creationId="{B5FC99B2-3924-6C5E-A35F-598B05D4DDBD}"/>
          </ac:spMkLst>
        </pc:spChg>
        <pc:spChg chg="mod">
          <ac:chgData name="Robert de Groote" userId="2ce5265b-80a0-4fb8-a62a-8035e9b0c45a" providerId="ADAL" clId="{2F427DC0-94DD-4221-BDA8-C26CE314FA9F}" dt="2025-09-25T13:28:25.349" v="36267" actId="962"/>
          <ac:spMkLst>
            <pc:docMk/>
            <pc:sldMk cId="3800434689" sldId="334"/>
            <ac:spMk id="32" creationId="{886B5121-75D1-9468-6B1E-EE0676ADC6DB}"/>
          </ac:spMkLst>
        </pc:spChg>
        <pc:spChg chg="mod">
          <ac:chgData name="Robert de Groote" userId="2ce5265b-80a0-4fb8-a62a-8035e9b0c45a" providerId="ADAL" clId="{2F427DC0-94DD-4221-BDA8-C26CE314FA9F}" dt="2025-09-25T13:27:23.686" v="36255" actId="20577"/>
          <ac:spMkLst>
            <pc:docMk/>
            <pc:sldMk cId="3800434689" sldId="334"/>
            <ac:spMk id="47" creationId="{6BEA77E8-E194-D4F9-0F93-726D5101EF51}"/>
          </ac:spMkLst>
        </pc:spChg>
        <pc:spChg chg="mod">
          <ac:chgData name="Robert de Groote" userId="2ce5265b-80a0-4fb8-a62a-8035e9b0c45a" providerId="ADAL" clId="{2F427DC0-94DD-4221-BDA8-C26CE314FA9F}" dt="2025-09-25T13:27:25.297" v="36256" actId="20577"/>
          <ac:spMkLst>
            <pc:docMk/>
            <pc:sldMk cId="3800434689" sldId="334"/>
            <ac:spMk id="49" creationId="{B2FFD69D-1DC0-7FF7-083A-A7A0D2FE19CC}"/>
          </ac:spMkLst>
        </pc:spChg>
        <pc:spChg chg="mod">
          <ac:chgData name="Robert de Groote" userId="2ce5265b-80a0-4fb8-a62a-8035e9b0c45a" providerId="ADAL" clId="{2F427DC0-94DD-4221-BDA8-C26CE314FA9F}" dt="2025-09-25T13:27:31.631" v="36257" actId="207"/>
          <ac:spMkLst>
            <pc:docMk/>
            <pc:sldMk cId="3800434689" sldId="334"/>
            <ac:spMk id="51" creationId="{6301056B-3857-3E8E-BEF1-8373A20AF81C}"/>
          </ac:spMkLst>
        </pc:spChg>
      </pc:sldChg>
      <pc:sldChg chg="delSp modSp add mod modAnim">
        <pc:chgData name="Robert de Groote" userId="2ce5265b-80a0-4fb8-a62a-8035e9b0c45a" providerId="ADAL" clId="{2F427DC0-94DD-4221-BDA8-C26CE314FA9F}" dt="2025-09-25T14:29:16.550" v="36947" actId="113"/>
        <pc:sldMkLst>
          <pc:docMk/>
          <pc:sldMk cId="2581866764" sldId="335"/>
        </pc:sldMkLst>
        <pc:spChg chg="mod">
          <ac:chgData name="Robert de Groote" userId="2ce5265b-80a0-4fb8-a62a-8035e9b0c45a" providerId="ADAL" clId="{2F427DC0-94DD-4221-BDA8-C26CE314FA9F}" dt="2025-09-25T14:29:16.550" v="36947" actId="113"/>
          <ac:spMkLst>
            <pc:docMk/>
            <pc:sldMk cId="2581866764" sldId="335"/>
            <ac:spMk id="3" creationId="{D0A3E8FB-A2B3-6C72-F2F5-FA38E587195B}"/>
          </ac:spMkLst>
        </pc:spChg>
        <pc:spChg chg="mod">
          <ac:chgData name="Robert de Groote" userId="2ce5265b-80a0-4fb8-a62a-8035e9b0c45a" providerId="ADAL" clId="{2F427DC0-94DD-4221-BDA8-C26CE314FA9F}" dt="2025-09-25T13:28:14.047" v="36265" actId="962"/>
          <ac:spMkLst>
            <pc:docMk/>
            <pc:sldMk cId="2581866764" sldId="335"/>
            <ac:spMk id="32" creationId="{D7EE0802-73AB-CCDE-F793-7B3BAA98FEA8}"/>
          </ac:spMkLst>
        </pc:spChg>
        <pc:spChg chg="mod">
          <ac:chgData name="Robert de Groote" userId="2ce5265b-80a0-4fb8-a62a-8035e9b0c45a" providerId="ADAL" clId="{2F427DC0-94DD-4221-BDA8-C26CE314FA9F}" dt="2025-09-25T13:27:42.083" v="36260" actId="20577"/>
          <ac:spMkLst>
            <pc:docMk/>
            <pc:sldMk cId="2581866764" sldId="335"/>
            <ac:spMk id="47" creationId="{4B541B65-D18A-83FB-D4EA-037F7F63943E}"/>
          </ac:spMkLst>
        </pc:spChg>
        <pc:spChg chg="mod">
          <ac:chgData name="Robert de Groote" userId="2ce5265b-80a0-4fb8-a62a-8035e9b0c45a" providerId="ADAL" clId="{2F427DC0-94DD-4221-BDA8-C26CE314FA9F}" dt="2025-09-25T13:27:46.885" v="36261" actId="207"/>
          <ac:spMkLst>
            <pc:docMk/>
            <pc:sldMk cId="2581866764" sldId="335"/>
            <ac:spMk id="49" creationId="{E0D2EC35-2027-574F-2D31-0AAE79B2ED91}"/>
          </ac:spMkLst>
        </pc:spChg>
      </pc:sldChg>
      <pc:sldChg chg="addSp delSp modSp add mod delAnim modAnim">
        <pc:chgData name="Robert de Groote" userId="2ce5265b-80a0-4fb8-a62a-8035e9b0c45a" providerId="ADAL" clId="{2F427DC0-94DD-4221-BDA8-C26CE314FA9F}" dt="2025-09-29T11:02:39.064" v="47060"/>
        <pc:sldMkLst>
          <pc:docMk/>
          <pc:sldMk cId="624253148" sldId="336"/>
        </pc:sldMkLst>
        <pc:spChg chg="mod">
          <ac:chgData name="Robert de Groote" userId="2ce5265b-80a0-4fb8-a62a-8035e9b0c45a" providerId="ADAL" clId="{2F427DC0-94DD-4221-BDA8-C26CE314FA9F}" dt="2025-09-25T14:49:52.128" v="37357" actId="20577"/>
          <ac:spMkLst>
            <pc:docMk/>
            <pc:sldMk cId="624253148" sldId="336"/>
            <ac:spMk id="2" creationId="{F7863750-3994-D978-9169-CB150A7C54E7}"/>
          </ac:spMkLst>
        </pc:spChg>
        <pc:spChg chg="mod">
          <ac:chgData name="Robert de Groote" userId="2ce5265b-80a0-4fb8-a62a-8035e9b0c45a" providerId="ADAL" clId="{2F427DC0-94DD-4221-BDA8-C26CE314FA9F}" dt="2025-09-25T14:51:06.145" v="37453" actId="14100"/>
          <ac:spMkLst>
            <pc:docMk/>
            <pc:sldMk cId="624253148" sldId="336"/>
            <ac:spMk id="3" creationId="{06BAE888-6F0F-B384-C940-02BE358D48B6}"/>
          </ac:spMkLst>
        </pc:spChg>
        <pc:spChg chg="mod">
          <ac:chgData name="Robert de Groote" userId="2ce5265b-80a0-4fb8-a62a-8035e9b0c45a" providerId="ADAL" clId="{2F427DC0-94DD-4221-BDA8-C26CE314FA9F}" dt="2025-09-25T14:51:34.068" v="37467" actId="20577"/>
          <ac:spMkLst>
            <pc:docMk/>
            <pc:sldMk cId="624253148" sldId="336"/>
            <ac:spMk id="4" creationId="{AEA14D95-1F89-4F2F-F600-8CEB31A4D563}"/>
          </ac:spMkLst>
        </pc:spChg>
        <pc:spChg chg="mod">
          <ac:chgData name="Robert de Groote" userId="2ce5265b-80a0-4fb8-a62a-8035e9b0c45a" providerId="ADAL" clId="{2F427DC0-94DD-4221-BDA8-C26CE314FA9F}" dt="2025-09-25T14:51:35.438" v="37468" actId="20577"/>
          <ac:spMkLst>
            <pc:docMk/>
            <pc:sldMk cId="624253148" sldId="336"/>
            <ac:spMk id="10" creationId="{B160563F-85BF-CABC-2C9A-9169B9459483}"/>
          </ac:spMkLst>
        </pc:spChg>
        <pc:spChg chg="mod">
          <ac:chgData name="Robert de Groote" userId="2ce5265b-80a0-4fb8-a62a-8035e9b0c45a" providerId="ADAL" clId="{2F427DC0-94DD-4221-BDA8-C26CE314FA9F}" dt="2025-09-29T08:56:37.189" v="41508"/>
          <ac:spMkLst>
            <pc:docMk/>
            <pc:sldMk cId="624253148" sldId="336"/>
            <ac:spMk id="12" creationId="{6EA5E116-2453-000C-AD70-AFD24C7FD133}"/>
          </ac:spMkLst>
        </pc:spChg>
        <pc:spChg chg="mod">
          <ac:chgData name="Robert de Groote" userId="2ce5265b-80a0-4fb8-a62a-8035e9b0c45a" providerId="ADAL" clId="{2F427DC0-94DD-4221-BDA8-C26CE314FA9F}" dt="2025-09-25T14:51:37.480" v="37469" actId="20577"/>
          <ac:spMkLst>
            <pc:docMk/>
            <pc:sldMk cId="624253148" sldId="336"/>
            <ac:spMk id="14" creationId="{9EAB3B5E-E811-3736-D1B3-50BF560ED8A9}"/>
          </ac:spMkLst>
        </pc:spChg>
        <pc:spChg chg="mod">
          <ac:chgData name="Robert de Groote" userId="2ce5265b-80a0-4fb8-a62a-8035e9b0c45a" providerId="ADAL" clId="{2F427DC0-94DD-4221-BDA8-C26CE314FA9F}" dt="2025-09-25T14:51:41.674" v="37473" actId="6549"/>
          <ac:spMkLst>
            <pc:docMk/>
            <pc:sldMk cId="624253148" sldId="336"/>
            <ac:spMk id="16" creationId="{7E706AC8-A31C-74F8-6470-826B98171A23}"/>
          </ac:spMkLst>
        </pc:spChg>
        <pc:spChg chg="mod">
          <ac:chgData name="Robert de Groote" userId="2ce5265b-80a0-4fb8-a62a-8035e9b0c45a" providerId="ADAL" clId="{2F427DC0-94DD-4221-BDA8-C26CE314FA9F}" dt="2025-09-25T14:51:43.905" v="37474" actId="6549"/>
          <ac:spMkLst>
            <pc:docMk/>
            <pc:sldMk cId="624253148" sldId="336"/>
            <ac:spMk id="20" creationId="{7E7E2CD5-8EE8-B5EA-AD77-899923126B9C}"/>
          </ac:spMkLst>
        </pc:spChg>
        <pc:spChg chg="mod">
          <ac:chgData name="Robert de Groote" userId="2ce5265b-80a0-4fb8-a62a-8035e9b0c45a" providerId="ADAL" clId="{2F427DC0-94DD-4221-BDA8-C26CE314FA9F}" dt="2025-09-29T08:58:22.444" v="41863" actId="20577"/>
          <ac:spMkLst>
            <pc:docMk/>
            <pc:sldMk cId="624253148" sldId="336"/>
            <ac:spMk id="22" creationId="{5CE0DF9E-32C7-A461-2EAC-254778D19516}"/>
          </ac:spMkLst>
        </pc:spChg>
        <pc:spChg chg="mod">
          <ac:chgData name="Robert de Groote" userId="2ce5265b-80a0-4fb8-a62a-8035e9b0c45a" providerId="ADAL" clId="{2F427DC0-94DD-4221-BDA8-C26CE314FA9F}" dt="2025-09-25T14:51:47.021" v="37476" actId="6549"/>
          <ac:spMkLst>
            <pc:docMk/>
            <pc:sldMk cId="624253148" sldId="336"/>
            <ac:spMk id="24" creationId="{CC718C76-8FFE-DAE1-4885-0A4128FC6C2B}"/>
          </ac:spMkLst>
        </pc:spChg>
        <pc:spChg chg="add mod">
          <ac:chgData name="Robert de Groote" userId="2ce5265b-80a0-4fb8-a62a-8035e9b0c45a" providerId="ADAL" clId="{2F427DC0-94DD-4221-BDA8-C26CE314FA9F}" dt="2025-09-29T10:42:12.130" v="46670" actId="20577"/>
          <ac:spMkLst>
            <pc:docMk/>
            <pc:sldMk cId="624253148" sldId="336"/>
            <ac:spMk id="26" creationId="{CEBAA055-C7E5-8B02-445C-B75B7ABA194A}"/>
          </ac:spMkLst>
        </pc:spChg>
        <pc:spChg chg="add mod">
          <ac:chgData name="Robert de Groote" userId="2ce5265b-80a0-4fb8-a62a-8035e9b0c45a" providerId="ADAL" clId="{2F427DC0-94DD-4221-BDA8-C26CE314FA9F}" dt="2025-09-29T09:00:51.749" v="42115"/>
          <ac:spMkLst>
            <pc:docMk/>
            <pc:sldMk cId="624253148" sldId="336"/>
            <ac:spMk id="27" creationId="{C3CFFC42-16A7-A578-A5A6-FC6016AD475C}"/>
          </ac:spMkLst>
        </pc:spChg>
        <pc:spChg chg="add mod">
          <ac:chgData name="Robert de Groote" userId="2ce5265b-80a0-4fb8-a62a-8035e9b0c45a" providerId="ADAL" clId="{2F427DC0-94DD-4221-BDA8-C26CE314FA9F}" dt="2025-09-29T09:00:54.192" v="42157"/>
          <ac:spMkLst>
            <pc:docMk/>
            <pc:sldMk cId="624253148" sldId="336"/>
            <ac:spMk id="28" creationId="{6AE40F45-18B7-EE8D-DD07-CBFD6C6A7EE4}"/>
          </ac:spMkLst>
        </pc:spChg>
        <pc:spChg chg="add mod">
          <ac:chgData name="Robert de Groote" userId="2ce5265b-80a0-4fb8-a62a-8035e9b0c45a" providerId="ADAL" clId="{2F427DC0-94DD-4221-BDA8-C26CE314FA9F}" dt="2025-09-29T10:41:41.185" v="46662" actId="20577"/>
          <ac:spMkLst>
            <pc:docMk/>
            <pc:sldMk cId="624253148" sldId="336"/>
            <ac:spMk id="29" creationId="{17A780E6-DE47-93B6-83FB-24A0CA7499C0}"/>
          </ac:spMkLst>
        </pc:spChg>
        <pc:spChg chg="add mod">
          <ac:chgData name="Robert de Groote" userId="2ce5265b-80a0-4fb8-a62a-8035e9b0c45a" providerId="ADAL" clId="{2F427DC0-94DD-4221-BDA8-C26CE314FA9F}" dt="2025-09-29T11:00:26.548" v="47010" actId="20577"/>
          <ac:spMkLst>
            <pc:docMk/>
            <pc:sldMk cId="624253148" sldId="336"/>
            <ac:spMk id="30" creationId="{1128242A-012F-0A49-BDF3-F704A14916AA}"/>
          </ac:spMkLst>
        </pc:spChg>
        <pc:spChg chg="add mod">
          <ac:chgData name="Robert de Groote" userId="2ce5265b-80a0-4fb8-a62a-8035e9b0c45a" providerId="ADAL" clId="{2F427DC0-94DD-4221-BDA8-C26CE314FA9F}" dt="2025-09-29T08:57:55.023" v="41751"/>
          <ac:spMkLst>
            <pc:docMk/>
            <pc:sldMk cId="624253148" sldId="336"/>
            <ac:spMk id="31" creationId="{07B88D1C-6747-780F-484C-8E7C76F31AE5}"/>
          </ac:spMkLst>
        </pc:spChg>
        <pc:spChg chg="add mod">
          <ac:chgData name="Robert de Groote" userId="2ce5265b-80a0-4fb8-a62a-8035e9b0c45a" providerId="ADAL" clId="{2F427DC0-94DD-4221-BDA8-C26CE314FA9F}" dt="2025-09-29T08:57:55.023" v="41747"/>
          <ac:spMkLst>
            <pc:docMk/>
            <pc:sldMk cId="624253148" sldId="336"/>
            <ac:spMk id="32" creationId="{9667E6D5-34C1-2F42-A3F7-D2F0E6A79768}"/>
          </ac:spMkLst>
        </pc:spChg>
        <pc:spChg chg="add mod">
          <ac:chgData name="Robert de Groote" userId="2ce5265b-80a0-4fb8-a62a-8035e9b0c45a" providerId="ADAL" clId="{2F427DC0-94DD-4221-BDA8-C26CE314FA9F}" dt="2025-09-29T10:41:44.535" v="46664" actId="20577"/>
          <ac:spMkLst>
            <pc:docMk/>
            <pc:sldMk cId="624253148" sldId="336"/>
            <ac:spMk id="33" creationId="{A8A13929-11A4-B2D7-F27C-13BF9082336C}"/>
          </ac:spMkLst>
        </pc:spChg>
        <pc:spChg chg="add mod">
          <ac:chgData name="Robert de Groote" userId="2ce5265b-80a0-4fb8-a62a-8035e9b0c45a" providerId="ADAL" clId="{2F427DC0-94DD-4221-BDA8-C26CE314FA9F}" dt="2025-09-29T09:01:05.575" v="42224"/>
          <ac:spMkLst>
            <pc:docMk/>
            <pc:sldMk cId="624253148" sldId="336"/>
            <ac:spMk id="34" creationId="{823E60D2-D279-6190-3DE5-50A010899DDD}"/>
          </ac:spMkLst>
        </pc:spChg>
        <pc:spChg chg="add mod">
          <ac:chgData name="Robert de Groote" userId="2ce5265b-80a0-4fb8-a62a-8035e9b0c45a" providerId="ADAL" clId="{2F427DC0-94DD-4221-BDA8-C26CE314FA9F}" dt="2025-09-29T08:58:51.707" v="41920"/>
          <ac:spMkLst>
            <pc:docMk/>
            <pc:sldMk cId="624253148" sldId="336"/>
            <ac:spMk id="35" creationId="{D4408B37-6D88-414C-25ED-027AC771C714}"/>
          </ac:spMkLst>
        </pc:spChg>
        <pc:spChg chg="add mod">
          <ac:chgData name="Robert de Groote" userId="2ce5265b-80a0-4fb8-a62a-8035e9b0c45a" providerId="ADAL" clId="{2F427DC0-94DD-4221-BDA8-C26CE314FA9F}" dt="2025-09-29T08:58:05.169" v="41831"/>
          <ac:spMkLst>
            <pc:docMk/>
            <pc:sldMk cId="624253148" sldId="336"/>
            <ac:spMk id="36" creationId="{1DE488B7-6F46-3AA3-25F2-A975B3481E58}"/>
          </ac:spMkLst>
        </pc:spChg>
        <pc:spChg chg="add del mod">
          <ac:chgData name="Robert de Groote" userId="2ce5265b-80a0-4fb8-a62a-8035e9b0c45a" providerId="ADAL" clId="{2F427DC0-94DD-4221-BDA8-C26CE314FA9F}" dt="2025-09-29T09:01:25.499" v="42255" actId="478"/>
          <ac:spMkLst>
            <pc:docMk/>
            <pc:sldMk cId="624253148" sldId="336"/>
            <ac:spMk id="37" creationId="{E876F320-A1FE-388D-0455-17D4CD2F07A7}"/>
          </ac:spMkLst>
        </pc:spChg>
        <pc:spChg chg="add del mod">
          <ac:chgData name="Robert de Groote" userId="2ce5265b-80a0-4fb8-a62a-8035e9b0c45a" providerId="ADAL" clId="{2F427DC0-94DD-4221-BDA8-C26CE314FA9F}" dt="2025-09-29T09:01:26.598" v="42256" actId="478"/>
          <ac:spMkLst>
            <pc:docMk/>
            <pc:sldMk cId="624253148" sldId="336"/>
            <ac:spMk id="38" creationId="{EF14C0B3-57A7-49B4-B6B0-E3300120FC86}"/>
          </ac:spMkLst>
        </pc:spChg>
        <pc:spChg chg="add del mod">
          <ac:chgData name="Robert de Groote" userId="2ce5265b-80a0-4fb8-a62a-8035e9b0c45a" providerId="ADAL" clId="{2F427DC0-94DD-4221-BDA8-C26CE314FA9F}" dt="2025-09-29T08:56:37.189" v="41514"/>
          <ac:spMkLst>
            <pc:docMk/>
            <pc:sldMk cId="624253148" sldId="336"/>
            <ac:spMk id="39" creationId="{CC8628E2-617D-260B-0C59-7271C8FF01B2}"/>
          </ac:spMkLst>
        </pc:spChg>
        <pc:spChg chg="add del mod">
          <ac:chgData name="Robert de Groote" userId="2ce5265b-80a0-4fb8-a62a-8035e9b0c45a" providerId="ADAL" clId="{2F427DC0-94DD-4221-BDA8-C26CE314FA9F}" dt="2025-09-29T08:56:37.189" v="41514"/>
          <ac:spMkLst>
            <pc:docMk/>
            <pc:sldMk cId="624253148" sldId="336"/>
            <ac:spMk id="40" creationId="{D373DFA9-6F2E-2ECB-0531-0FBE55667B04}"/>
          </ac:spMkLst>
        </pc:spChg>
        <pc:spChg chg="add del mod">
          <ac:chgData name="Robert de Groote" userId="2ce5265b-80a0-4fb8-a62a-8035e9b0c45a" providerId="ADAL" clId="{2F427DC0-94DD-4221-BDA8-C26CE314FA9F}" dt="2025-09-29T08:56:37.095" v="41475"/>
          <ac:spMkLst>
            <pc:docMk/>
            <pc:sldMk cId="624253148" sldId="336"/>
            <ac:spMk id="41" creationId="{F2B59456-3DE8-8521-2114-55D5A24B325F}"/>
          </ac:spMkLst>
        </pc:spChg>
        <pc:spChg chg="add del mod">
          <ac:chgData name="Robert de Groote" userId="2ce5265b-80a0-4fb8-a62a-8035e9b0c45a" providerId="ADAL" clId="{2F427DC0-94DD-4221-BDA8-C26CE314FA9F}" dt="2025-09-29T08:56:37.126" v="41484"/>
          <ac:spMkLst>
            <pc:docMk/>
            <pc:sldMk cId="624253148" sldId="336"/>
            <ac:spMk id="42" creationId="{CCB288B1-04BF-072D-7463-E9ACE02C7E1A}"/>
          </ac:spMkLst>
        </pc:spChg>
        <pc:spChg chg="add del mod">
          <ac:chgData name="Robert de Groote" userId="2ce5265b-80a0-4fb8-a62a-8035e9b0c45a" providerId="ADAL" clId="{2F427DC0-94DD-4221-BDA8-C26CE314FA9F}" dt="2025-09-29T08:56:37.142" v="41493"/>
          <ac:spMkLst>
            <pc:docMk/>
            <pc:sldMk cId="624253148" sldId="336"/>
            <ac:spMk id="43" creationId="{102C4D4D-0AAA-12D0-3CA6-39F2EBC1B1D6}"/>
          </ac:spMkLst>
        </pc:spChg>
        <pc:spChg chg="add del mod">
          <ac:chgData name="Robert de Groote" userId="2ce5265b-80a0-4fb8-a62a-8035e9b0c45a" providerId="ADAL" clId="{2F427DC0-94DD-4221-BDA8-C26CE314FA9F}" dt="2025-09-29T08:56:37.158" v="41502"/>
          <ac:spMkLst>
            <pc:docMk/>
            <pc:sldMk cId="624253148" sldId="336"/>
            <ac:spMk id="44" creationId="{AB6E550E-DA1F-6390-F225-F7F6E1118F9C}"/>
          </ac:spMkLst>
        </pc:spChg>
        <pc:spChg chg="add del mod">
          <ac:chgData name="Robert de Groote" userId="2ce5265b-80a0-4fb8-a62a-8035e9b0c45a" providerId="ADAL" clId="{2F427DC0-94DD-4221-BDA8-C26CE314FA9F}" dt="2025-09-29T08:57:00.373" v="41575"/>
          <ac:spMkLst>
            <pc:docMk/>
            <pc:sldMk cId="624253148" sldId="336"/>
            <ac:spMk id="45" creationId="{A0EDC9A6-DBF0-8C2E-EB98-C7CDF9C13E41}"/>
          </ac:spMkLst>
        </pc:spChg>
        <pc:spChg chg="add del mod">
          <ac:chgData name="Robert de Groote" userId="2ce5265b-80a0-4fb8-a62a-8035e9b0c45a" providerId="ADAL" clId="{2F427DC0-94DD-4221-BDA8-C26CE314FA9F}" dt="2025-09-29T08:57:00.373" v="41575"/>
          <ac:spMkLst>
            <pc:docMk/>
            <pc:sldMk cId="624253148" sldId="336"/>
            <ac:spMk id="46" creationId="{C376DB39-95E9-0696-6F43-F283AC569D6A}"/>
          </ac:spMkLst>
        </pc:spChg>
        <pc:spChg chg="add del mod">
          <ac:chgData name="Robert de Groote" userId="2ce5265b-80a0-4fb8-a62a-8035e9b0c45a" providerId="ADAL" clId="{2F427DC0-94DD-4221-BDA8-C26CE314FA9F}" dt="2025-09-29T08:57:00.310" v="41536"/>
          <ac:spMkLst>
            <pc:docMk/>
            <pc:sldMk cId="624253148" sldId="336"/>
            <ac:spMk id="47" creationId="{665CC142-52FB-8D8E-9956-6C110D8E0597}"/>
          </ac:spMkLst>
        </pc:spChg>
        <pc:spChg chg="add del mod">
          <ac:chgData name="Robert de Groote" userId="2ce5265b-80a0-4fb8-a62a-8035e9b0c45a" providerId="ADAL" clId="{2F427DC0-94DD-4221-BDA8-C26CE314FA9F}" dt="2025-09-29T08:57:00.326" v="41545"/>
          <ac:spMkLst>
            <pc:docMk/>
            <pc:sldMk cId="624253148" sldId="336"/>
            <ac:spMk id="48" creationId="{C0E9BB9C-BA0A-B881-71B5-48A0E039A987}"/>
          </ac:spMkLst>
        </pc:spChg>
        <pc:spChg chg="add del mod">
          <ac:chgData name="Robert de Groote" userId="2ce5265b-80a0-4fb8-a62a-8035e9b0c45a" providerId="ADAL" clId="{2F427DC0-94DD-4221-BDA8-C26CE314FA9F}" dt="2025-09-29T08:57:00.341" v="41554"/>
          <ac:spMkLst>
            <pc:docMk/>
            <pc:sldMk cId="624253148" sldId="336"/>
            <ac:spMk id="49" creationId="{43152E4D-E730-F584-0E27-9C57859E765B}"/>
          </ac:spMkLst>
        </pc:spChg>
        <pc:spChg chg="add del mod">
          <ac:chgData name="Robert de Groote" userId="2ce5265b-80a0-4fb8-a62a-8035e9b0c45a" providerId="ADAL" clId="{2F427DC0-94DD-4221-BDA8-C26CE314FA9F}" dt="2025-09-29T08:57:00.357" v="41563"/>
          <ac:spMkLst>
            <pc:docMk/>
            <pc:sldMk cId="624253148" sldId="336"/>
            <ac:spMk id="50" creationId="{15C153FD-F8B3-FADD-26B0-86D224AD4C90}"/>
          </ac:spMkLst>
        </pc:spChg>
        <pc:spChg chg="add del mod">
          <ac:chgData name="Robert de Groote" userId="2ce5265b-80a0-4fb8-a62a-8035e9b0c45a" providerId="ADAL" clId="{2F427DC0-94DD-4221-BDA8-C26CE314FA9F}" dt="2025-09-29T08:57:04.449" v="41635"/>
          <ac:spMkLst>
            <pc:docMk/>
            <pc:sldMk cId="624253148" sldId="336"/>
            <ac:spMk id="51" creationId="{6E5CC32C-66C0-9CB7-9FEA-E3891AD124BA}"/>
          </ac:spMkLst>
        </pc:spChg>
        <pc:spChg chg="add del mod">
          <ac:chgData name="Robert de Groote" userId="2ce5265b-80a0-4fb8-a62a-8035e9b0c45a" providerId="ADAL" clId="{2F427DC0-94DD-4221-BDA8-C26CE314FA9F}" dt="2025-09-29T08:57:04.449" v="41635"/>
          <ac:spMkLst>
            <pc:docMk/>
            <pc:sldMk cId="624253148" sldId="336"/>
            <ac:spMk id="52" creationId="{5A9C33EE-3D33-C0D4-7177-96A7DE4E36F2}"/>
          </ac:spMkLst>
        </pc:spChg>
        <pc:spChg chg="add del mod">
          <ac:chgData name="Robert de Groote" userId="2ce5265b-80a0-4fb8-a62a-8035e9b0c45a" providerId="ADAL" clId="{2F427DC0-94DD-4221-BDA8-C26CE314FA9F}" dt="2025-09-29T08:57:04.324" v="41596"/>
          <ac:spMkLst>
            <pc:docMk/>
            <pc:sldMk cId="624253148" sldId="336"/>
            <ac:spMk id="53" creationId="{6E91CC01-C61D-E462-5BD3-E777743B3B02}"/>
          </ac:spMkLst>
        </pc:spChg>
        <pc:spChg chg="add del mod">
          <ac:chgData name="Robert de Groote" userId="2ce5265b-80a0-4fb8-a62a-8035e9b0c45a" providerId="ADAL" clId="{2F427DC0-94DD-4221-BDA8-C26CE314FA9F}" dt="2025-09-29T08:57:04.355" v="41605"/>
          <ac:spMkLst>
            <pc:docMk/>
            <pc:sldMk cId="624253148" sldId="336"/>
            <ac:spMk id="54" creationId="{FDC50183-B9B7-A06A-680D-B8EFA447E7D8}"/>
          </ac:spMkLst>
        </pc:spChg>
        <pc:spChg chg="add del mod">
          <ac:chgData name="Robert de Groote" userId="2ce5265b-80a0-4fb8-a62a-8035e9b0c45a" providerId="ADAL" clId="{2F427DC0-94DD-4221-BDA8-C26CE314FA9F}" dt="2025-09-29T08:57:04.387" v="41614"/>
          <ac:spMkLst>
            <pc:docMk/>
            <pc:sldMk cId="624253148" sldId="336"/>
            <ac:spMk id="55" creationId="{C0BB73E3-89D5-6B4B-8993-F512176133A8}"/>
          </ac:spMkLst>
        </pc:spChg>
        <pc:spChg chg="add del mod">
          <ac:chgData name="Robert de Groote" userId="2ce5265b-80a0-4fb8-a62a-8035e9b0c45a" providerId="ADAL" clId="{2F427DC0-94DD-4221-BDA8-C26CE314FA9F}" dt="2025-09-29T08:57:04.418" v="41623"/>
          <ac:spMkLst>
            <pc:docMk/>
            <pc:sldMk cId="624253148" sldId="336"/>
            <ac:spMk id="56" creationId="{00CA62F4-882E-1A7B-648D-BC041E633509}"/>
          </ac:spMkLst>
        </pc:spChg>
        <pc:spChg chg="add del mod">
          <ac:chgData name="Robert de Groote" userId="2ce5265b-80a0-4fb8-a62a-8035e9b0c45a" providerId="ADAL" clId="{2F427DC0-94DD-4221-BDA8-C26CE314FA9F}" dt="2025-09-29T08:57:21.273" v="41677"/>
          <ac:spMkLst>
            <pc:docMk/>
            <pc:sldMk cId="624253148" sldId="336"/>
            <ac:spMk id="57" creationId="{BD89E640-C419-CC83-52D4-239D85855F4D}"/>
          </ac:spMkLst>
        </pc:spChg>
        <pc:spChg chg="add del mod">
          <ac:chgData name="Robert de Groote" userId="2ce5265b-80a0-4fb8-a62a-8035e9b0c45a" providerId="ADAL" clId="{2F427DC0-94DD-4221-BDA8-C26CE314FA9F}" dt="2025-09-29T08:57:21.273" v="41677"/>
          <ac:spMkLst>
            <pc:docMk/>
            <pc:sldMk cId="624253148" sldId="336"/>
            <ac:spMk id="58" creationId="{F19418F2-29AE-5C90-1EC5-97F9BFAF84F6}"/>
          </ac:spMkLst>
        </pc:spChg>
        <pc:spChg chg="add del mod">
          <ac:chgData name="Robert de Groote" userId="2ce5265b-80a0-4fb8-a62a-8035e9b0c45a" providerId="ADAL" clId="{2F427DC0-94DD-4221-BDA8-C26CE314FA9F}" dt="2025-09-29T08:57:21.229" v="41656"/>
          <ac:spMkLst>
            <pc:docMk/>
            <pc:sldMk cId="624253148" sldId="336"/>
            <ac:spMk id="59" creationId="{AF41D7BE-38ED-012D-5CFD-9CB2FF5F0E0A}"/>
          </ac:spMkLst>
        </pc:spChg>
        <pc:spChg chg="add del mod">
          <ac:chgData name="Robert de Groote" userId="2ce5265b-80a0-4fb8-a62a-8035e9b0c45a" providerId="ADAL" clId="{2F427DC0-94DD-4221-BDA8-C26CE314FA9F}" dt="2025-09-29T08:57:21.261" v="41665"/>
          <ac:spMkLst>
            <pc:docMk/>
            <pc:sldMk cId="624253148" sldId="336"/>
            <ac:spMk id="60" creationId="{47DFFB5D-DA62-C01C-538E-39F414A527A8}"/>
          </ac:spMkLst>
        </pc:spChg>
        <pc:spChg chg="add del mod">
          <ac:chgData name="Robert de Groote" userId="2ce5265b-80a0-4fb8-a62a-8035e9b0c45a" providerId="ADAL" clId="{2F427DC0-94DD-4221-BDA8-C26CE314FA9F}" dt="2025-09-29T08:57:37.662" v="41723"/>
          <ac:spMkLst>
            <pc:docMk/>
            <pc:sldMk cId="624253148" sldId="336"/>
            <ac:spMk id="61" creationId="{1D8A2653-FFFB-EF07-A03B-F347FF4103BD}"/>
          </ac:spMkLst>
        </pc:spChg>
        <pc:spChg chg="add del mod">
          <ac:chgData name="Robert de Groote" userId="2ce5265b-80a0-4fb8-a62a-8035e9b0c45a" providerId="ADAL" clId="{2F427DC0-94DD-4221-BDA8-C26CE314FA9F}" dt="2025-09-29T08:57:37.662" v="41723"/>
          <ac:spMkLst>
            <pc:docMk/>
            <pc:sldMk cId="624253148" sldId="336"/>
            <ac:spMk id="62" creationId="{88A9AB09-EE34-172A-71E0-BC74E8517C32}"/>
          </ac:spMkLst>
        </pc:spChg>
        <pc:spChg chg="add del mod">
          <ac:chgData name="Robert de Groote" userId="2ce5265b-80a0-4fb8-a62a-8035e9b0c45a" providerId="ADAL" clId="{2F427DC0-94DD-4221-BDA8-C26CE314FA9F}" dt="2025-09-29T08:57:37.630" v="41702"/>
          <ac:spMkLst>
            <pc:docMk/>
            <pc:sldMk cId="624253148" sldId="336"/>
            <ac:spMk id="63" creationId="{7F5AFB38-5BF5-F524-4958-43DE2A0D764C}"/>
          </ac:spMkLst>
        </pc:spChg>
        <pc:spChg chg="add del mod">
          <ac:chgData name="Robert de Groote" userId="2ce5265b-80a0-4fb8-a62a-8035e9b0c45a" providerId="ADAL" clId="{2F427DC0-94DD-4221-BDA8-C26CE314FA9F}" dt="2025-09-29T08:57:37.646" v="41711"/>
          <ac:spMkLst>
            <pc:docMk/>
            <pc:sldMk cId="624253148" sldId="336"/>
            <ac:spMk id="64" creationId="{EA6DFB01-3FB1-61FE-0224-8C3D6E71FC4E}"/>
          </ac:spMkLst>
        </pc:spChg>
        <pc:spChg chg="add del mod">
          <ac:chgData name="Robert de Groote" userId="2ce5265b-80a0-4fb8-a62a-8035e9b0c45a" providerId="ADAL" clId="{2F427DC0-94DD-4221-BDA8-C26CE314FA9F}" dt="2025-09-29T08:57:55.023" v="41753"/>
          <ac:spMkLst>
            <pc:docMk/>
            <pc:sldMk cId="624253148" sldId="336"/>
            <ac:spMk id="65" creationId="{0528C70F-0CCF-BA38-6BE9-6D4B81552B59}"/>
          </ac:spMkLst>
        </pc:spChg>
        <pc:spChg chg="add del mod">
          <ac:chgData name="Robert de Groote" userId="2ce5265b-80a0-4fb8-a62a-8035e9b0c45a" providerId="ADAL" clId="{2F427DC0-94DD-4221-BDA8-C26CE314FA9F}" dt="2025-09-29T08:57:55.023" v="41753"/>
          <ac:spMkLst>
            <pc:docMk/>
            <pc:sldMk cId="624253148" sldId="336"/>
            <ac:spMk id="66" creationId="{76433D61-0CA8-D5F6-68B7-2A88D3DEDDE5}"/>
          </ac:spMkLst>
        </pc:spChg>
        <pc:spChg chg="add del mod">
          <ac:chgData name="Robert de Groote" userId="2ce5265b-80a0-4fb8-a62a-8035e9b0c45a" providerId="ADAL" clId="{2F427DC0-94DD-4221-BDA8-C26CE314FA9F}" dt="2025-09-29T08:58:00.659" v="41795"/>
          <ac:spMkLst>
            <pc:docMk/>
            <pc:sldMk cId="624253148" sldId="336"/>
            <ac:spMk id="67" creationId="{FAB04714-FE9E-D662-6654-C9D772366EA5}"/>
          </ac:spMkLst>
        </pc:spChg>
        <pc:spChg chg="add del mod">
          <ac:chgData name="Robert de Groote" userId="2ce5265b-80a0-4fb8-a62a-8035e9b0c45a" providerId="ADAL" clId="{2F427DC0-94DD-4221-BDA8-C26CE314FA9F}" dt="2025-09-29T08:58:00.659" v="41795"/>
          <ac:spMkLst>
            <pc:docMk/>
            <pc:sldMk cId="624253148" sldId="336"/>
            <ac:spMk id="68" creationId="{CE67B818-71B6-A25F-F558-E32EA4D1930E}"/>
          </ac:spMkLst>
        </pc:spChg>
        <pc:spChg chg="add del mod">
          <ac:chgData name="Robert de Groote" userId="2ce5265b-80a0-4fb8-a62a-8035e9b0c45a" providerId="ADAL" clId="{2F427DC0-94DD-4221-BDA8-C26CE314FA9F}" dt="2025-09-29T08:58:00.597" v="41774"/>
          <ac:spMkLst>
            <pc:docMk/>
            <pc:sldMk cId="624253148" sldId="336"/>
            <ac:spMk id="69" creationId="{B87B6FC1-B62F-1487-11B6-57881BF498FA}"/>
          </ac:spMkLst>
        </pc:spChg>
        <pc:spChg chg="add del mod">
          <ac:chgData name="Robert de Groote" userId="2ce5265b-80a0-4fb8-a62a-8035e9b0c45a" providerId="ADAL" clId="{2F427DC0-94DD-4221-BDA8-C26CE314FA9F}" dt="2025-09-29T08:58:00.624" v="41783"/>
          <ac:spMkLst>
            <pc:docMk/>
            <pc:sldMk cId="624253148" sldId="336"/>
            <ac:spMk id="70" creationId="{1A6B0ACB-DE90-B385-4F1C-D0FDB52E9D0A}"/>
          </ac:spMkLst>
        </pc:spChg>
        <pc:spChg chg="add del mod">
          <ac:chgData name="Robert de Groote" userId="2ce5265b-80a0-4fb8-a62a-8035e9b0c45a" providerId="ADAL" clId="{2F427DC0-94DD-4221-BDA8-C26CE314FA9F}" dt="2025-09-29T08:58:05.169" v="41837"/>
          <ac:spMkLst>
            <pc:docMk/>
            <pc:sldMk cId="624253148" sldId="336"/>
            <ac:spMk id="71" creationId="{C5FBEDCF-48E6-E559-8F5B-C14DD9688C47}"/>
          </ac:spMkLst>
        </pc:spChg>
        <pc:spChg chg="add del mod">
          <ac:chgData name="Robert de Groote" userId="2ce5265b-80a0-4fb8-a62a-8035e9b0c45a" providerId="ADAL" clId="{2F427DC0-94DD-4221-BDA8-C26CE314FA9F}" dt="2025-09-29T08:58:05.169" v="41837"/>
          <ac:spMkLst>
            <pc:docMk/>
            <pc:sldMk cId="624253148" sldId="336"/>
            <ac:spMk id="72" creationId="{FEAEEB3C-F60B-F2E8-1FB8-CECF268AAE53}"/>
          </ac:spMkLst>
        </pc:spChg>
        <pc:spChg chg="add del mod">
          <ac:chgData name="Robert de Groote" userId="2ce5265b-80a0-4fb8-a62a-8035e9b0c45a" providerId="ADAL" clId="{2F427DC0-94DD-4221-BDA8-C26CE314FA9F}" dt="2025-09-29T08:58:05.104" v="41816"/>
          <ac:spMkLst>
            <pc:docMk/>
            <pc:sldMk cId="624253148" sldId="336"/>
            <ac:spMk id="73" creationId="{2FFC7F27-407D-754B-AF71-AAD5D1CAB4FC}"/>
          </ac:spMkLst>
        </pc:spChg>
        <pc:spChg chg="add del mod">
          <ac:chgData name="Robert de Groote" userId="2ce5265b-80a0-4fb8-a62a-8035e9b0c45a" providerId="ADAL" clId="{2F427DC0-94DD-4221-BDA8-C26CE314FA9F}" dt="2025-09-29T08:58:05.136" v="41825"/>
          <ac:spMkLst>
            <pc:docMk/>
            <pc:sldMk cId="624253148" sldId="336"/>
            <ac:spMk id="74" creationId="{A3FD4AF6-97F3-5EB4-E8A6-C4585189B3FA}"/>
          </ac:spMkLst>
        </pc:spChg>
        <pc:spChg chg="add del mod">
          <ac:chgData name="Robert de Groote" userId="2ce5265b-80a0-4fb8-a62a-8035e9b0c45a" providerId="ADAL" clId="{2F427DC0-94DD-4221-BDA8-C26CE314FA9F}" dt="2025-09-29T08:58:08.770" v="41861"/>
          <ac:spMkLst>
            <pc:docMk/>
            <pc:sldMk cId="624253148" sldId="336"/>
            <ac:spMk id="75" creationId="{85836600-9875-1EED-5438-026B16728E3A}"/>
          </ac:spMkLst>
        </pc:spChg>
        <pc:spChg chg="add del mod">
          <ac:chgData name="Robert de Groote" userId="2ce5265b-80a0-4fb8-a62a-8035e9b0c45a" providerId="ADAL" clId="{2F427DC0-94DD-4221-BDA8-C26CE314FA9F}" dt="2025-09-29T08:58:08.770" v="41861"/>
          <ac:spMkLst>
            <pc:docMk/>
            <pc:sldMk cId="624253148" sldId="336"/>
            <ac:spMk id="76" creationId="{6F807AE1-AD50-FD91-F79B-2F1019DDC55B}"/>
          </ac:spMkLst>
        </pc:spChg>
        <pc:spChg chg="add del mod">
          <ac:chgData name="Robert de Groote" userId="2ce5265b-80a0-4fb8-a62a-8035e9b0c45a" providerId="ADAL" clId="{2F427DC0-94DD-4221-BDA8-C26CE314FA9F}" dt="2025-09-29T08:58:51.707" v="41926"/>
          <ac:spMkLst>
            <pc:docMk/>
            <pc:sldMk cId="624253148" sldId="336"/>
            <ac:spMk id="77" creationId="{4EADD1DC-BD53-425B-A177-75E80621FA0C}"/>
          </ac:spMkLst>
        </pc:spChg>
        <pc:spChg chg="add del mod">
          <ac:chgData name="Robert de Groote" userId="2ce5265b-80a0-4fb8-a62a-8035e9b0c45a" providerId="ADAL" clId="{2F427DC0-94DD-4221-BDA8-C26CE314FA9F}" dt="2025-09-29T08:58:51.707" v="41926"/>
          <ac:spMkLst>
            <pc:docMk/>
            <pc:sldMk cId="624253148" sldId="336"/>
            <ac:spMk id="78" creationId="{2EEC055A-CC4A-726F-0643-8B9FF2B84929}"/>
          </ac:spMkLst>
        </pc:spChg>
        <pc:spChg chg="add del mod">
          <ac:chgData name="Robert de Groote" userId="2ce5265b-80a0-4fb8-a62a-8035e9b0c45a" providerId="ADAL" clId="{2F427DC0-94DD-4221-BDA8-C26CE314FA9F}" dt="2025-09-29T08:58:51.629" v="41887"/>
          <ac:spMkLst>
            <pc:docMk/>
            <pc:sldMk cId="624253148" sldId="336"/>
            <ac:spMk id="79" creationId="{BC4B2DEC-2BAD-AAE4-312D-53C134866D6B}"/>
          </ac:spMkLst>
        </pc:spChg>
        <pc:spChg chg="add del mod">
          <ac:chgData name="Robert de Groote" userId="2ce5265b-80a0-4fb8-a62a-8035e9b0c45a" providerId="ADAL" clId="{2F427DC0-94DD-4221-BDA8-C26CE314FA9F}" dt="2025-09-29T08:58:51.660" v="41896"/>
          <ac:spMkLst>
            <pc:docMk/>
            <pc:sldMk cId="624253148" sldId="336"/>
            <ac:spMk id="80" creationId="{5C451C6A-09DD-ECEC-9B36-DFBD265AB0A2}"/>
          </ac:spMkLst>
        </pc:spChg>
        <pc:spChg chg="add del mod">
          <ac:chgData name="Robert de Groote" userId="2ce5265b-80a0-4fb8-a62a-8035e9b0c45a" providerId="ADAL" clId="{2F427DC0-94DD-4221-BDA8-C26CE314FA9F}" dt="2025-09-29T08:58:51.679" v="41905"/>
          <ac:spMkLst>
            <pc:docMk/>
            <pc:sldMk cId="624253148" sldId="336"/>
            <ac:spMk id="81" creationId="{8319069C-94E8-92DF-DC19-88EA936D4154}"/>
          </ac:spMkLst>
        </pc:spChg>
        <pc:spChg chg="add del mod">
          <ac:chgData name="Robert de Groote" userId="2ce5265b-80a0-4fb8-a62a-8035e9b0c45a" providerId="ADAL" clId="{2F427DC0-94DD-4221-BDA8-C26CE314FA9F}" dt="2025-09-29T08:58:51.692" v="41914"/>
          <ac:spMkLst>
            <pc:docMk/>
            <pc:sldMk cId="624253148" sldId="336"/>
            <ac:spMk id="82" creationId="{07BFC40A-6EEF-BA7E-BFC1-8CD475C1BD86}"/>
          </ac:spMkLst>
        </pc:spChg>
        <pc:spChg chg="add mod">
          <ac:chgData name="Robert de Groote" userId="2ce5265b-80a0-4fb8-a62a-8035e9b0c45a" providerId="ADAL" clId="{2F427DC0-94DD-4221-BDA8-C26CE314FA9F}" dt="2025-09-29T09:01:11.731" v="42252"/>
          <ac:spMkLst>
            <pc:docMk/>
            <pc:sldMk cId="624253148" sldId="336"/>
            <ac:spMk id="83" creationId="{8DD4D129-71EB-1D81-08E2-825F4722BFB5}"/>
          </ac:spMkLst>
        </pc:spChg>
        <pc:spChg chg="add del mod">
          <ac:chgData name="Robert de Groote" userId="2ce5265b-80a0-4fb8-a62a-8035e9b0c45a" providerId="ADAL" clId="{2F427DC0-94DD-4221-BDA8-C26CE314FA9F}" dt="2025-09-29T08:59:53.344" v="42021"/>
          <ac:spMkLst>
            <pc:docMk/>
            <pc:sldMk cId="624253148" sldId="336"/>
            <ac:spMk id="84" creationId="{3A4A56B4-B827-3ECC-E1BF-9779C1C2F80C}"/>
          </ac:spMkLst>
        </pc:spChg>
        <pc:spChg chg="add del mod">
          <ac:chgData name="Robert de Groote" userId="2ce5265b-80a0-4fb8-a62a-8035e9b0c45a" providerId="ADAL" clId="{2F427DC0-94DD-4221-BDA8-C26CE314FA9F}" dt="2025-09-29T08:59:53.344" v="42021"/>
          <ac:spMkLst>
            <pc:docMk/>
            <pc:sldMk cId="624253148" sldId="336"/>
            <ac:spMk id="85" creationId="{2A49A035-35E5-F461-86FE-8AD6857DCA6D}"/>
          </ac:spMkLst>
        </pc:spChg>
        <pc:spChg chg="add del mod">
          <ac:chgData name="Robert de Groote" userId="2ce5265b-80a0-4fb8-a62a-8035e9b0c45a" providerId="ADAL" clId="{2F427DC0-94DD-4221-BDA8-C26CE314FA9F}" dt="2025-09-29T08:59:53.244" v="41982"/>
          <ac:spMkLst>
            <pc:docMk/>
            <pc:sldMk cId="624253148" sldId="336"/>
            <ac:spMk id="86" creationId="{0770EEA3-7BDA-B7E3-071C-7BEB845F1C4E}"/>
          </ac:spMkLst>
        </pc:spChg>
        <pc:spChg chg="add del mod">
          <ac:chgData name="Robert de Groote" userId="2ce5265b-80a0-4fb8-a62a-8035e9b0c45a" providerId="ADAL" clId="{2F427DC0-94DD-4221-BDA8-C26CE314FA9F}" dt="2025-09-29T08:59:53.275" v="41991"/>
          <ac:spMkLst>
            <pc:docMk/>
            <pc:sldMk cId="624253148" sldId="336"/>
            <ac:spMk id="87" creationId="{699A7CA7-BA5C-F1A9-D7E1-7A7EFC2F4A77}"/>
          </ac:spMkLst>
        </pc:spChg>
        <pc:spChg chg="add del mod">
          <ac:chgData name="Robert de Groote" userId="2ce5265b-80a0-4fb8-a62a-8035e9b0c45a" providerId="ADAL" clId="{2F427DC0-94DD-4221-BDA8-C26CE314FA9F}" dt="2025-09-29T08:59:53.296" v="42000"/>
          <ac:spMkLst>
            <pc:docMk/>
            <pc:sldMk cId="624253148" sldId="336"/>
            <ac:spMk id="88" creationId="{A2E16036-F3BB-F4D2-E4B8-9BEABD4CE487}"/>
          </ac:spMkLst>
        </pc:spChg>
        <pc:spChg chg="add del mod">
          <ac:chgData name="Robert de Groote" userId="2ce5265b-80a0-4fb8-a62a-8035e9b0c45a" providerId="ADAL" clId="{2F427DC0-94DD-4221-BDA8-C26CE314FA9F}" dt="2025-09-29T08:59:53.312" v="42009"/>
          <ac:spMkLst>
            <pc:docMk/>
            <pc:sldMk cId="624253148" sldId="336"/>
            <ac:spMk id="89" creationId="{7FB8A366-13D2-2F0A-AE6B-5730839267FB}"/>
          </ac:spMkLst>
        </pc:spChg>
        <pc:spChg chg="add del mod">
          <ac:chgData name="Robert de Groote" userId="2ce5265b-80a0-4fb8-a62a-8035e9b0c45a" providerId="ADAL" clId="{2F427DC0-94DD-4221-BDA8-C26CE314FA9F}" dt="2025-09-29T09:00:14.636" v="42064"/>
          <ac:spMkLst>
            <pc:docMk/>
            <pc:sldMk cId="624253148" sldId="336"/>
            <ac:spMk id="90" creationId="{30E86DAC-F2E3-703D-999F-1DF24514DB9F}"/>
          </ac:spMkLst>
        </pc:spChg>
        <pc:spChg chg="add del mod">
          <ac:chgData name="Robert de Groote" userId="2ce5265b-80a0-4fb8-a62a-8035e9b0c45a" providerId="ADAL" clId="{2F427DC0-94DD-4221-BDA8-C26CE314FA9F}" dt="2025-09-29T09:00:14.636" v="42064"/>
          <ac:spMkLst>
            <pc:docMk/>
            <pc:sldMk cId="624253148" sldId="336"/>
            <ac:spMk id="91" creationId="{63310FF3-5B79-768C-65D6-C026D17A4ABC}"/>
          </ac:spMkLst>
        </pc:spChg>
        <pc:spChg chg="add del mod">
          <ac:chgData name="Robert de Groote" userId="2ce5265b-80a0-4fb8-a62a-8035e9b0c45a" providerId="ADAL" clId="{2F427DC0-94DD-4221-BDA8-C26CE314FA9F}" dt="2025-09-29T09:00:14.565" v="42043"/>
          <ac:spMkLst>
            <pc:docMk/>
            <pc:sldMk cId="624253148" sldId="336"/>
            <ac:spMk id="92" creationId="{32B16CAC-1E32-74BD-DDAD-67DC4E0EB4E1}"/>
          </ac:spMkLst>
        </pc:spChg>
        <pc:spChg chg="add del mod">
          <ac:chgData name="Robert de Groote" userId="2ce5265b-80a0-4fb8-a62a-8035e9b0c45a" providerId="ADAL" clId="{2F427DC0-94DD-4221-BDA8-C26CE314FA9F}" dt="2025-09-29T09:00:14.606" v="42052"/>
          <ac:spMkLst>
            <pc:docMk/>
            <pc:sldMk cId="624253148" sldId="336"/>
            <ac:spMk id="93" creationId="{FD934112-95C1-418D-D898-715147FDC6CA}"/>
          </ac:spMkLst>
        </pc:spChg>
        <pc:spChg chg="add mod">
          <ac:chgData name="Robert de Groote" userId="2ce5265b-80a0-4fb8-a62a-8035e9b0c45a" providerId="ADAL" clId="{2F427DC0-94DD-4221-BDA8-C26CE314FA9F}" dt="2025-09-29T09:01:00.192" v="42185"/>
          <ac:spMkLst>
            <pc:docMk/>
            <pc:sldMk cId="624253148" sldId="336"/>
            <ac:spMk id="94" creationId="{19EDE851-CD67-4638-75A4-892B4F22DCD7}"/>
          </ac:spMkLst>
        </pc:spChg>
        <pc:spChg chg="add mod">
          <ac:chgData name="Robert de Groote" userId="2ce5265b-80a0-4fb8-a62a-8035e9b0c45a" providerId="ADAL" clId="{2F427DC0-94DD-4221-BDA8-C26CE314FA9F}" dt="2025-09-29T09:01:11.731" v="42248"/>
          <ac:spMkLst>
            <pc:docMk/>
            <pc:sldMk cId="624253148" sldId="336"/>
            <ac:spMk id="95" creationId="{F3591E4F-A57C-5533-809B-9F060DE53CEC}"/>
          </ac:spMkLst>
        </pc:spChg>
        <pc:spChg chg="add del mod">
          <ac:chgData name="Robert de Groote" userId="2ce5265b-80a0-4fb8-a62a-8035e9b0c45a" providerId="ADAL" clId="{2F427DC0-94DD-4221-BDA8-C26CE314FA9F}" dt="2025-09-29T09:00:51.752" v="42121"/>
          <ac:spMkLst>
            <pc:docMk/>
            <pc:sldMk cId="624253148" sldId="336"/>
            <ac:spMk id="96" creationId="{CF28CD20-2B2E-06A8-65F6-B531D5CE18AF}"/>
          </ac:spMkLst>
        </pc:spChg>
        <pc:spChg chg="add del mod">
          <ac:chgData name="Robert de Groote" userId="2ce5265b-80a0-4fb8-a62a-8035e9b0c45a" providerId="ADAL" clId="{2F427DC0-94DD-4221-BDA8-C26CE314FA9F}" dt="2025-09-29T09:00:51.752" v="42121"/>
          <ac:spMkLst>
            <pc:docMk/>
            <pc:sldMk cId="624253148" sldId="336"/>
            <ac:spMk id="97" creationId="{426EAD19-1753-4F51-FF2D-A83CEECD9D6E}"/>
          </ac:spMkLst>
        </pc:spChg>
        <pc:spChg chg="add del mod">
          <ac:chgData name="Robert de Groote" userId="2ce5265b-80a0-4fb8-a62a-8035e9b0c45a" providerId="ADAL" clId="{2F427DC0-94DD-4221-BDA8-C26CE314FA9F}" dt="2025-09-29T09:00:51.701" v="42100"/>
          <ac:spMkLst>
            <pc:docMk/>
            <pc:sldMk cId="624253148" sldId="336"/>
            <ac:spMk id="98" creationId="{AEF9F028-04B9-8F2B-AB5C-320EBE462AEF}"/>
          </ac:spMkLst>
        </pc:spChg>
        <pc:spChg chg="add del mod">
          <ac:chgData name="Robert de Groote" userId="2ce5265b-80a0-4fb8-a62a-8035e9b0c45a" providerId="ADAL" clId="{2F427DC0-94DD-4221-BDA8-C26CE314FA9F}" dt="2025-09-29T09:00:51.717" v="42109"/>
          <ac:spMkLst>
            <pc:docMk/>
            <pc:sldMk cId="624253148" sldId="336"/>
            <ac:spMk id="99" creationId="{C4C72985-0DD4-F00D-88BD-F5E123589F1D}"/>
          </ac:spMkLst>
        </pc:spChg>
        <pc:spChg chg="add del mod">
          <ac:chgData name="Robert de Groote" userId="2ce5265b-80a0-4fb8-a62a-8035e9b0c45a" providerId="ADAL" clId="{2F427DC0-94DD-4221-BDA8-C26CE314FA9F}" dt="2025-09-29T09:00:54.192" v="42163"/>
          <ac:spMkLst>
            <pc:docMk/>
            <pc:sldMk cId="624253148" sldId="336"/>
            <ac:spMk id="100" creationId="{E87B7EB5-BDB3-19BA-A441-28A13C9A6F4D}"/>
          </ac:spMkLst>
        </pc:spChg>
        <pc:spChg chg="add del mod">
          <ac:chgData name="Robert de Groote" userId="2ce5265b-80a0-4fb8-a62a-8035e9b0c45a" providerId="ADAL" clId="{2F427DC0-94DD-4221-BDA8-C26CE314FA9F}" dt="2025-09-29T09:00:54.192" v="42163"/>
          <ac:spMkLst>
            <pc:docMk/>
            <pc:sldMk cId="624253148" sldId="336"/>
            <ac:spMk id="101" creationId="{671F3CD7-07A5-B164-05BD-9D11A3060D74}"/>
          </ac:spMkLst>
        </pc:spChg>
        <pc:spChg chg="add del mod">
          <ac:chgData name="Robert de Groote" userId="2ce5265b-80a0-4fb8-a62a-8035e9b0c45a" providerId="ADAL" clId="{2F427DC0-94DD-4221-BDA8-C26CE314FA9F}" dt="2025-09-29T09:00:54.129" v="42142"/>
          <ac:spMkLst>
            <pc:docMk/>
            <pc:sldMk cId="624253148" sldId="336"/>
            <ac:spMk id="102" creationId="{B02047BA-E72F-CC65-4177-56BBCDC0DC14}"/>
          </ac:spMkLst>
        </pc:spChg>
        <pc:spChg chg="add del mod">
          <ac:chgData name="Robert de Groote" userId="2ce5265b-80a0-4fb8-a62a-8035e9b0c45a" providerId="ADAL" clId="{2F427DC0-94DD-4221-BDA8-C26CE314FA9F}" dt="2025-09-29T09:00:54.160" v="42151"/>
          <ac:spMkLst>
            <pc:docMk/>
            <pc:sldMk cId="624253148" sldId="336"/>
            <ac:spMk id="103" creationId="{C1D0CFE2-A69C-00D7-19AC-378CFE45DA8C}"/>
          </ac:spMkLst>
        </pc:spChg>
        <pc:spChg chg="add del mod">
          <ac:chgData name="Robert de Groote" userId="2ce5265b-80a0-4fb8-a62a-8035e9b0c45a" providerId="ADAL" clId="{2F427DC0-94DD-4221-BDA8-C26CE314FA9F}" dt="2025-09-29T09:01:00.192" v="42187"/>
          <ac:spMkLst>
            <pc:docMk/>
            <pc:sldMk cId="624253148" sldId="336"/>
            <ac:spMk id="104" creationId="{C66B18C2-6332-5AA4-14D2-630AD2F360FC}"/>
          </ac:spMkLst>
        </pc:spChg>
        <pc:spChg chg="add del mod">
          <ac:chgData name="Robert de Groote" userId="2ce5265b-80a0-4fb8-a62a-8035e9b0c45a" providerId="ADAL" clId="{2F427DC0-94DD-4221-BDA8-C26CE314FA9F}" dt="2025-09-29T09:01:00.192" v="42187"/>
          <ac:spMkLst>
            <pc:docMk/>
            <pc:sldMk cId="624253148" sldId="336"/>
            <ac:spMk id="105" creationId="{85BC165C-2B9D-1B26-F933-3CB8AF960511}"/>
          </ac:spMkLst>
        </pc:spChg>
        <pc:spChg chg="add del mod">
          <ac:chgData name="Robert de Groote" userId="2ce5265b-80a0-4fb8-a62a-8035e9b0c45a" providerId="ADAL" clId="{2F427DC0-94DD-4221-BDA8-C26CE314FA9F}" dt="2025-09-29T09:01:05.578" v="42230"/>
          <ac:spMkLst>
            <pc:docMk/>
            <pc:sldMk cId="624253148" sldId="336"/>
            <ac:spMk id="106" creationId="{F852D29D-5456-5AE4-99DC-F287D84A8BD1}"/>
          </ac:spMkLst>
        </pc:spChg>
        <pc:spChg chg="add del mod">
          <ac:chgData name="Robert de Groote" userId="2ce5265b-80a0-4fb8-a62a-8035e9b0c45a" providerId="ADAL" clId="{2F427DC0-94DD-4221-BDA8-C26CE314FA9F}" dt="2025-09-29T09:01:05.578" v="42230"/>
          <ac:spMkLst>
            <pc:docMk/>
            <pc:sldMk cId="624253148" sldId="336"/>
            <ac:spMk id="107" creationId="{D5916E3F-8BA8-0062-9080-A733A72BA117}"/>
          </ac:spMkLst>
        </pc:spChg>
        <pc:spChg chg="add del mod">
          <ac:chgData name="Robert de Groote" userId="2ce5265b-80a0-4fb8-a62a-8035e9b0c45a" providerId="ADAL" clId="{2F427DC0-94DD-4221-BDA8-C26CE314FA9F}" dt="2025-09-29T09:01:05.512" v="42209"/>
          <ac:spMkLst>
            <pc:docMk/>
            <pc:sldMk cId="624253148" sldId="336"/>
            <ac:spMk id="108" creationId="{DFFCE174-D45F-C79F-72FC-2519652CA0D7}"/>
          </ac:spMkLst>
        </pc:spChg>
        <pc:spChg chg="add del mod">
          <ac:chgData name="Robert de Groote" userId="2ce5265b-80a0-4fb8-a62a-8035e9b0c45a" providerId="ADAL" clId="{2F427DC0-94DD-4221-BDA8-C26CE314FA9F}" dt="2025-09-29T09:01:05.543" v="42218"/>
          <ac:spMkLst>
            <pc:docMk/>
            <pc:sldMk cId="624253148" sldId="336"/>
            <ac:spMk id="109" creationId="{45D986C6-120B-3D15-3B13-AA3A2E445A1A}"/>
          </ac:spMkLst>
        </pc:spChg>
        <pc:spChg chg="add del mod">
          <ac:chgData name="Robert de Groote" userId="2ce5265b-80a0-4fb8-a62a-8035e9b0c45a" providerId="ADAL" clId="{2F427DC0-94DD-4221-BDA8-C26CE314FA9F}" dt="2025-09-29T09:01:11.731" v="42254"/>
          <ac:spMkLst>
            <pc:docMk/>
            <pc:sldMk cId="624253148" sldId="336"/>
            <ac:spMk id="110" creationId="{1D261F0C-E8FA-BC62-69D5-99995C27CF05}"/>
          </ac:spMkLst>
        </pc:spChg>
        <pc:spChg chg="add del mod">
          <ac:chgData name="Robert de Groote" userId="2ce5265b-80a0-4fb8-a62a-8035e9b0c45a" providerId="ADAL" clId="{2F427DC0-94DD-4221-BDA8-C26CE314FA9F}" dt="2025-09-29T09:01:11.731" v="42254"/>
          <ac:spMkLst>
            <pc:docMk/>
            <pc:sldMk cId="624253148" sldId="336"/>
            <ac:spMk id="111" creationId="{FE0436AC-755F-7EF1-0683-B97D607043FD}"/>
          </ac:spMkLst>
        </pc:spChg>
      </pc:sldChg>
      <pc:sldChg chg="addSp delSp modSp add del mod modTransition modAnim">
        <pc:chgData name="Robert de Groote" userId="2ce5265b-80a0-4fb8-a62a-8035e9b0c45a" providerId="ADAL" clId="{2F427DC0-94DD-4221-BDA8-C26CE314FA9F}" dt="2025-09-25T13:28:59.675" v="36328" actId="47"/>
        <pc:sldMkLst>
          <pc:docMk/>
          <pc:sldMk cId="1128248965" sldId="336"/>
        </pc:sldMkLst>
      </pc:sldChg>
      <pc:sldChg chg="addSp delSp modSp add mod delAnim">
        <pc:chgData name="Robert de Groote" userId="2ce5265b-80a0-4fb8-a62a-8035e9b0c45a" providerId="ADAL" clId="{2F427DC0-94DD-4221-BDA8-C26CE314FA9F}" dt="2025-09-29T17:43:01.398" v="57360" actId="6549"/>
        <pc:sldMkLst>
          <pc:docMk/>
          <pc:sldMk cId="925106321" sldId="337"/>
        </pc:sldMkLst>
        <pc:spChg chg="mod">
          <ac:chgData name="Robert de Groote" userId="2ce5265b-80a0-4fb8-a62a-8035e9b0c45a" providerId="ADAL" clId="{2F427DC0-94DD-4221-BDA8-C26CE314FA9F}" dt="2025-09-25T14:54:50.432" v="37544" actId="5793"/>
          <ac:spMkLst>
            <pc:docMk/>
            <pc:sldMk cId="925106321" sldId="337"/>
            <ac:spMk id="2" creationId="{D6F43351-9C22-38EE-6918-0E729AA7D462}"/>
          </ac:spMkLst>
        </pc:spChg>
        <pc:spChg chg="mod">
          <ac:chgData name="Robert de Groote" userId="2ce5265b-80a0-4fb8-a62a-8035e9b0c45a" providerId="ADAL" clId="{2F427DC0-94DD-4221-BDA8-C26CE314FA9F}" dt="2025-09-29T17:43:01.398" v="57360" actId="6549"/>
          <ac:spMkLst>
            <pc:docMk/>
            <pc:sldMk cId="925106321" sldId="337"/>
            <ac:spMk id="3" creationId="{158EF7FE-95EF-0B84-04A1-A4B5865BDA0B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5" creationId="{92AAA1DB-686D-B8ED-8A86-EC7745BA41CD}"/>
          </ac:spMkLst>
        </pc:spChg>
        <pc:spChg chg="mod">
          <ac:chgData name="Robert de Groote" userId="2ce5265b-80a0-4fb8-a62a-8035e9b0c45a" providerId="ADAL" clId="{2F427DC0-94DD-4221-BDA8-C26CE314FA9F}" dt="2025-09-29T10:23:39.227" v="45571" actId="20577"/>
          <ac:spMkLst>
            <pc:docMk/>
            <pc:sldMk cId="925106321" sldId="337"/>
            <ac:spMk id="6" creationId="{FB163BC4-20B0-F4C0-ACE2-302767D4815F}"/>
          </ac:spMkLst>
        </pc:spChg>
        <pc:spChg chg="mod">
          <ac:chgData name="Robert de Groote" userId="2ce5265b-80a0-4fb8-a62a-8035e9b0c45a" providerId="ADAL" clId="{2F427DC0-94DD-4221-BDA8-C26CE314FA9F}" dt="2025-09-29T10:23:44.356" v="45573" actId="20577"/>
          <ac:spMkLst>
            <pc:docMk/>
            <pc:sldMk cId="925106321" sldId="337"/>
            <ac:spMk id="8" creationId="{370B3FDD-1700-CBEA-CB1A-C0A1656FA1F0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9" creationId="{FA36D0AB-FB5A-BBF5-27AE-7BA7658B2EF8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11" creationId="{64EF034B-CAE1-3991-3661-E4254BC3DA1D}"/>
          </ac:spMkLst>
        </pc:spChg>
        <pc:spChg chg="mod">
          <ac:chgData name="Robert de Groote" userId="2ce5265b-80a0-4fb8-a62a-8035e9b0c45a" providerId="ADAL" clId="{2F427DC0-94DD-4221-BDA8-C26CE314FA9F}" dt="2025-09-29T10:21:17.320" v="45126"/>
          <ac:spMkLst>
            <pc:docMk/>
            <pc:sldMk cId="925106321" sldId="337"/>
            <ac:spMk id="12" creationId="{B5C9B8C3-2D29-EE12-E293-3BF87A4969A7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13" creationId="{14591675-2FC3-73D1-07ED-93DF490952C9}"/>
          </ac:spMkLst>
        </pc:spChg>
        <pc:spChg chg="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14" creationId="{7E4CA371-71B5-E8EC-19ED-52C744DCE605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15" creationId="{41A99A2D-BB14-EB47-AB79-8A6031F297BF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17" creationId="{DA902EEA-66B7-4FCA-0293-A1898BB43964}"/>
          </ac:spMkLst>
        </pc:spChg>
        <pc:spChg chg="mod">
          <ac:chgData name="Robert de Groote" userId="2ce5265b-80a0-4fb8-a62a-8035e9b0c45a" providerId="ADAL" clId="{2F427DC0-94DD-4221-BDA8-C26CE314FA9F}" dt="2025-09-29T10:23:52.628" v="45575" actId="20577"/>
          <ac:spMkLst>
            <pc:docMk/>
            <pc:sldMk cId="925106321" sldId="337"/>
            <ac:spMk id="18" creationId="{6179DDB4-91B6-C6F7-8B4F-6A2BE179603F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19" creationId="{03821CC3-B90E-999A-91AB-A4ABBA7A8F8C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21" creationId="{1CFC973B-521B-1B21-340F-9B42F741676A}"/>
          </ac:spMkLst>
        </pc:spChg>
        <pc:spChg chg="mod">
          <ac:chgData name="Robert de Groote" userId="2ce5265b-80a0-4fb8-a62a-8035e9b0c45a" providerId="ADAL" clId="{2F427DC0-94DD-4221-BDA8-C26CE314FA9F}" dt="2025-09-29T10:23:56.944" v="45578" actId="20577"/>
          <ac:spMkLst>
            <pc:docMk/>
            <pc:sldMk cId="925106321" sldId="337"/>
            <ac:spMk id="22" creationId="{14106701-B707-7A80-0510-F122507C4B87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23" creationId="{23FC04C9-3C39-6444-0B60-97CDEA00BEAB}"/>
          </ac:spMkLst>
        </pc:spChg>
        <pc:spChg chg="mod">
          <ac:chgData name="Robert de Groote" userId="2ce5265b-80a0-4fb8-a62a-8035e9b0c45a" providerId="ADAL" clId="{2F427DC0-94DD-4221-BDA8-C26CE314FA9F}" dt="2025-09-29T09:38:07.385" v="42619" actId="164"/>
          <ac:spMkLst>
            <pc:docMk/>
            <pc:sldMk cId="925106321" sldId="337"/>
            <ac:spMk id="25" creationId="{970B2FBE-693C-F308-198B-B68ABC9FBC96}"/>
          </ac:spMkLst>
        </pc:spChg>
        <pc:spChg chg="del">
          <ac:chgData name="Robert de Groote" userId="2ce5265b-80a0-4fb8-a62a-8035e9b0c45a" providerId="ADAL" clId="{2F427DC0-94DD-4221-BDA8-C26CE314FA9F}" dt="2025-09-29T17:41:01.976" v="57350" actId="478"/>
          <ac:spMkLst>
            <pc:docMk/>
            <pc:sldMk cId="925106321" sldId="337"/>
            <ac:spMk id="27" creationId="{1910960A-D867-48AC-5075-A888D457AB4A}"/>
          </ac:spMkLst>
        </pc:spChg>
        <pc:spChg chg="del">
          <ac:chgData name="Robert de Groote" userId="2ce5265b-80a0-4fb8-a62a-8035e9b0c45a" providerId="ADAL" clId="{2F427DC0-94DD-4221-BDA8-C26CE314FA9F}" dt="2025-09-29T17:41:01.976" v="57350" actId="478"/>
          <ac:spMkLst>
            <pc:docMk/>
            <pc:sldMk cId="925106321" sldId="337"/>
            <ac:spMk id="28" creationId="{B55EB595-7E15-0D66-292B-E71D13C7B707}"/>
          </ac:spMkLst>
        </pc:spChg>
        <pc:spChg chg="del">
          <ac:chgData name="Robert de Groote" userId="2ce5265b-80a0-4fb8-a62a-8035e9b0c45a" providerId="ADAL" clId="{2F427DC0-94DD-4221-BDA8-C26CE314FA9F}" dt="2025-09-29T17:41:01.976" v="57350" actId="478"/>
          <ac:spMkLst>
            <pc:docMk/>
            <pc:sldMk cId="925106321" sldId="337"/>
            <ac:spMk id="29" creationId="{ED0FEA46-4A9A-6E41-1D5B-B6F5CF5D1DAD}"/>
          </ac:spMkLst>
        </pc:spChg>
        <pc:spChg chg="del mod">
          <ac:chgData name="Robert de Groote" userId="2ce5265b-80a0-4fb8-a62a-8035e9b0c45a" providerId="ADAL" clId="{2F427DC0-94DD-4221-BDA8-C26CE314FA9F}" dt="2025-09-29T17:41:01.976" v="57350" actId="478"/>
          <ac:spMkLst>
            <pc:docMk/>
            <pc:sldMk cId="925106321" sldId="337"/>
            <ac:spMk id="30" creationId="{2F8BB48C-2004-8ACA-5E0D-402CFB672B1F}"/>
          </ac:spMkLst>
        </pc:spChg>
        <pc:spChg chg="add del mod">
          <ac:chgData name="Robert de Groote" userId="2ce5265b-80a0-4fb8-a62a-8035e9b0c45a" providerId="ADAL" clId="{2F427DC0-94DD-4221-BDA8-C26CE314FA9F}" dt="2025-09-29T10:23:31.778" v="45570" actId="478"/>
          <ac:spMkLst>
            <pc:docMk/>
            <pc:sldMk cId="925106321" sldId="337"/>
            <ac:spMk id="31" creationId="{8985A383-983F-BF7A-5036-819F85C84C06}"/>
          </ac:spMkLst>
        </pc:spChg>
        <pc:spChg chg="add del mod">
          <ac:chgData name="Robert de Groote" userId="2ce5265b-80a0-4fb8-a62a-8035e9b0c45a" providerId="ADAL" clId="{2F427DC0-94DD-4221-BDA8-C26CE314FA9F}" dt="2025-09-29T10:23:42.256" v="45572" actId="478"/>
          <ac:spMkLst>
            <pc:docMk/>
            <pc:sldMk cId="925106321" sldId="337"/>
            <ac:spMk id="32" creationId="{E6282DE8-DD06-AEB4-9B5C-03A095DAB2EE}"/>
          </ac:spMkLst>
        </pc:spChg>
        <pc:spChg chg="add mod">
          <ac:chgData name="Robert de Groote" userId="2ce5265b-80a0-4fb8-a62a-8035e9b0c45a" providerId="ADAL" clId="{2F427DC0-94DD-4221-BDA8-C26CE314FA9F}" dt="2025-09-29T10:21:17.333" v="45130"/>
          <ac:spMkLst>
            <pc:docMk/>
            <pc:sldMk cId="925106321" sldId="337"/>
            <ac:spMk id="33" creationId="{5CEB5252-A277-A247-6ED5-711883F591E2}"/>
          </ac:spMkLst>
        </pc:spChg>
        <pc:spChg chg="add del mod">
          <ac:chgData name="Robert de Groote" userId="2ce5265b-80a0-4fb8-a62a-8035e9b0c45a" providerId="ADAL" clId="{2F427DC0-94DD-4221-BDA8-C26CE314FA9F}" dt="2025-09-29T10:24:12.072" v="45579" actId="478"/>
          <ac:spMkLst>
            <pc:docMk/>
            <pc:sldMk cId="925106321" sldId="337"/>
            <ac:spMk id="34" creationId="{20564D69-367C-0600-8B04-7A3E0F5815AE}"/>
          </ac:spMkLst>
        </pc:spChg>
        <pc:spChg chg="add del mod">
          <ac:chgData name="Robert de Groote" userId="2ce5265b-80a0-4fb8-a62a-8035e9b0c45a" providerId="ADAL" clId="{2F427DC0-94DD-4221-BDA8-C26CE314FA9F}" dt="2025-09-29T10:23:51.238" v="45574" actId="478"/>
          <ac:spMkLst>
            <pc:docMk/>
            <pc:sldMk cId="925106321" sldId="337"/>
            <ac:spMk id="35" creationId="{A3B17D9D-66B9-6B35-C131-9A881F4F9590}"/>
          </ac:spMkLst>
        </pc:spChg>
        <pc:spChg chg="add del mod">
          <ac:chgData name="Robert de Groote" userId="2ce5265b-80a0-4fb8-a62a-8035e9b0c45a" providerId="ADAL" clId="{2F427DC0-94DD-4221-BDA8-C26CE314FA9F}" dt="2025-09-29T10:23:55.219" v="45576" actId="478"/>
          <ac:spMkLst>
            <pc:docMk/>
            <pc:sldMk cId="925106321" sldId="337"/>
            <ac:spMk id="36" creationId="{EA23939E-D650-6AF3-58A6-C41E697C7801}"/>
          </ac:spMkLst>
        </pc:spChg>
        <pc:spChg chg="add del mod">
          <ac:chgData name="Robert de Groote" userId="2ce5265b-80a0-4fb8-a62a-8035e9b0c45a" providerId="ADAL" clId="{2F427DC0-94DD-4221-BDA8-C26CE314FA9F}" dt="2025-09-29T10:21:02.315" v="44934"/>
          <ac:spMkLst>
            <pc:docMk/>
            <pc:sldMk cId="925106321" sldId="337"/>
            <ac:spMk id="37" creationId="{DA41811F-8922-B897-2781-A2F67FB1135D}"/>
          </ac:spMkLst>
        </pc:spChg>
        <pc:spChg chg="add del mod">
          <ac:chgData name="Robert de Groote" userId="2ce5265b-80a0-4fb8-a62a-8035e9b0c45a" providerId="ADAL" clId="{2F427DC0-94DD-4221-BDA8-C26CE314FA9F}" dt="2025-09-29T10:21:02.315" v="44934"/>
          <ac:spMkLst>
            <pc:docMk/>
            <pc:sldMk cId="925106321" sldId="337"/>
            <ac:spMk id="38" creationId="{378DA1A2-26B6-8A39-733E-E18FCEF4E27A}"/>
          </ac:spMkLst>
        </pc:spChg>
        <pc:spChg chg="add del mod">
          <ac:chgData name="Robert de Groote" userId="2ce5265b-80a0-4fb8-a62a-8035e9b0c45a" providerId="ADAL" clId="{2F427DC0-94DD-4221-BDA8-C26CE314FA9F}" dt="2025-09-29T10:21:02.169" v="44895"/>
          <ac:spMkLst>
            <pc:docMk/>
            <pc:sldMk cId="925106321" sldId="337"/>
            <ac:spMk id="39" creationId="{61D75242-9B04-B0FC-9F39-A08E64237498}"/>
          </ac:spMkLst>
        </pc:spChg>
        <pc:spChg chg="add del mod">
          <ac:chgData name="Robert de Groote" userId="2ce5265b-80a0-4fb8-a62a-8035e9b0c45a" providerId="ADAL" clId="{2F427DC0-94DD-4221-BDA8-C26CE314FA9F}" dt="2025-09-29T10:21:02.202" v="44904"/>
          <ac:spMkLst>
            <pc:docMk/>
            <pc:sldMk cId="925106321" sldId="337"/>
            <ac:spMk id="40" creationId="{B9DCF74F-8CF9-5DCE-C5C7-5C966B4A59E8}"/>
          </ac:spMkLst>
        </pc:spChg>
        <pc:spChg chg="add del mod">
          <ac:chgData name="Robert de Groote" userId="2ce5265b-80a0-4fb8-a62a-8035e9b0c45a" providerId="ADAL" clId="{2F427DC0-94DD-4221-BDA8-C26CE314FA9F}" dt="2025-09-29T10:21:02.241" v="44913"/>
          <ac:spMkLst>
            <pc:docMk/>
            <pc:sldMk cId="925106321" sldId="337"/>
            <ac:spMk id="41" creationId="{4050DA25-CB35-4957-781A-BB1C9438E0BC}"/>
          </ac:spMkLst>
        </pc:spChg>
        <pc:spChg chg="add del mod">
          <ac:chgData name="Robert de Groote" userId="2ce5265b-80a0-4fb8-a62a-8035e9b0c45a" providerId="ADAL" clId="{2F427DC0-94DD-4221-BDA8-C26CE314FA9F}" dt="2025-09-29T10:21:02.274" v="44922"/>
          <ac:spMkLst>
            <pc:docMk/>
            <pc:sldMk cId="925106321" sldId="337"/>
            <ac:spMk id="42" creationId="{28770940-95F7-21C8-60BB-2655F145F225}"/>
          </ac:spMkLst>
        </pc:spChg>
        <pc:spChg chg="add del mod">
          <ac:chgData name="Robert de Groote" userId="2ce5265b-80a0-4fb8-a62a-8035e9b0c45a" providerId="ADAL" clId="{2F427DC0-94DD-4221-BDA8-C26CE314FA9F}" dt="2025-09-29T10:21:03.013" v="45008"/>
          <ac:spMkLst>
            <pc:docMk/>
            <pc:sldMk cId="925106321" sldId="337"/>
            <ac:spMk id="43" creationId="{9095D093-4635-0935-D2D6-A4D56E93A06F}"/>
          </ac:spMkLst>
        </pc:spChg>
        <pc:spChg chg="add del mod">
          <ac:chgData name="Robert de Groote" userId="2ce5265b-80a0-4fb8-a62a-8035e9b0c45a" providerId="ADAL" clId="{2F427DC0-94DD-4221-BDA8-C26CE314FA9F}" dt="2025-09-29T10:21:03.013" v="45008"/>
          <ac:spMkLst>
            <pc:docMk/>
            <pc:sldMk cId="925106321" sldId="337"/>
            <ac:spMk id="44" creationId="{01E43CE6-67AD-BFAD-5B9D-24705E2C6C77}"/>
          </ac:spMkLst>
        </pc:spChg>
        <pc:spChg chg="add del mod">
          <ac:chgData name="Robert de Groote" userId="2ce5265b-80a0-4fb8-a62a-8035e9b0c45a" providerId="ADAL" clId="{2F427DC0-94DD-4221-BDA8-C26CE314FA9F}" dt="2025-09-29T10:21:02.899" v="44967"/>
          <ac:spMkLst>
            <pc:docMk/>
            <pc:sldMk cId="925106321" sldId="337"/>
            <ac:spMk id="45" creationId="{726EB4D8-8474-D88B-A4CB-B2122752B6BC}"/>
          </ac:spMkLst>
        </pc:spChg>
        <pc:spChg chg="add del mod">
          <ac:chgData name="Robert de Groote" userId="2ce5265b-80a0-4fb8-a62a-8035e9b0c45a" providerId="ADAL" clId="{2F427DC0-94DD-4221-BDA8-C26CE314FA9F}" dt="2025-09-29T10:21:02.915" v="44976"/>
          <ac:spMkLst>
            <pc:docMk/>
            <pc:sldMk cId="925106321" sldId="337"/>
            <ac:spMk id="46" creationId="{A6F43309-6B27-0BCE-1057-D73EB3E43FC7}"/>
          </ac:spMkLst>
        </pc:spChg>
        <pc:spChg chg="add del mod">
          <ac:chgData name="Robert de Groote" userId="2ce5265b-80a0-4fb8-a62a-8035e9b0c45a" providerId="ADAL" clId="{2F427DC0-94DD-4221-BDA8-C26CE314FA9F}" dt="2025-09-29T10:21:02.956" v="44985"/>
          <ac:spMkLst>
            <pc:docMk/>
            <pc:sldMk cId="925106321" sldId="337"/>
            <ac:spMk id="47" creationId="{E3659DFE-31D1-642C-D5A4-FC8A69C2DD72}"/>
          </ac:spMkLst>
        </pc:spChg>
        <pc:spChg chg="add del mod">
          <ac:chgData name="Robert de Groote" userId="2ce5265b-80a0-4fb8-a62a-8035e9b0c45a" providerId="ADAL" clId="{2F427DC0-94DD-4221-BDA8-C26CE314FA9F}" dt="2025-09-29T10:21:02.983" v="44994"/>
          <ac:spMkLst>
            <pc:docMk/>
            <pc:sldMk cId="925106321" sldId="337"/>
            <ac:spMk id="48" creationId="{D171626F-54A9-00AD-D1A1-A277E0130806}"/>
          </ac:spMkLst>
        </pc:spChg>
        <pc:spChg chg="add del mod">
          <ac:chgData name="Robert de Groote" userId="2ce5265b-80a0-4fb8-a62a-8035e9b0c45a" providerId="ADAL" clId="{2F427DC0-94DD-4221-BDA8-C26CE314FA9F}" dt="2025-09-29T10:21:06.480" v="45070"/>
          <ac:spMkLst>
            <pc:docMk/>
            <pc:sldMk cId="925106321" sldId="337"/>
            <ac:spMk id="49" creationId="{80FF6C6F-9758-0600-8991-1159F185E0AE}"/>
          </ac:spMkLst>
        </pc:spChg>
        <pc:spChg chg="add del mod">
          <ac:chgData name="Robert de Groote" userId="2ce5265b-80a0-4fb8-a62a-8035e9b0c45a" providerId="ADAL" clId="{2F427DC0-94DD-4221-BDA8-C26CE314FA9F}" dt="2025-09-29T10:21:06.480" v="45070"/>
          <ac:spMkLst>
            <pc:docMk/>
            <pc:sldMk cId="925106321" sldId="337"/>
            <ac:spMk id="50" creationId="{F03BB207-C925-D591-4E3C-EC87C4AA35AF}"/>
          </ac:spMkLst>
        </pc:spChg>
        <pc:spChg chg="add del mod">
          <ac:chgData name="Robert de Groote" userId="2ce5265b-80a0-4fb8-a62a-8035e9b0c45a" providerId="ADAL" clId="{2F427DC0-94DD-4221-BDA8-C26CE314FA9F}" dt="2025-09-29T10:21:06.377" v="45029"/>
          <ac:spMkLst>
            <pc:docMk/>
            <pc:sldMk cId="925106321" sldId="337"/>
            <ac:spMk id="51" creationId="{D71EC3A2-2B15-2435-A9AE-83C247C442B2}"/>
          </ac:spMkLst>
        </pc:spChg>
        <pc:spChg chg="add del mod">
          <ac:chgData name="Robert de Groote" userId="2ce5265b-80a0-4fb8-a62a-8035e9b0c45a" providerId="ADAL" clId="{2F427DC0-94DD-4221-BDA8-C26CE314FA9F}" dt="2025-09-29T10:21:06.406" v="45038"/>
          <ac:spMkLst>
            <pc:docMk/>
            <pc:sldMk cId="925106321" sldId="337"/>
            <ac:spMk id="52" creationId="{FE093748-641C-7931-0BFE-43569BA40624}"/>
          </ac:spMkLst>
        </pc:spChg>
        <pc:spChg chg="add del mod">
          <ac:chgData name="Robert de Groote" userId="2ce5265b-80a0-4fb8-a62a-8035e9b0c45a" providerId="ADAL" clId="{2F427DC0-94DD-4221-BDA8-C26CE314FA9F}" dt="2025-09-29T10:21:06.432" v="45047"/>
          <ac:spMkLst>
            <pc:docMk/>
            <pc:sldMk cId="925106321" sldId="337"/>
            <ac:spMk id="53" creationId="{A675D0F7-9654-5138-4606-FA4DFB73A58B}"/>
          </ac:spMkLst>
        </pc:spChg>
        <pc:spChg chg="add del mod">
          <ac:chgData name="Robert de Groote" userId="2ce5265b-80a0-4fb8-a62a-8035e9b0c45a" providerId="ADAL" clId="{2F427DC0-94DD-4221-BDA8-C26CE314FA9F}" dt="2025-09-29T10:21:06.445" v="45056"/>
          <ac:spMkLst>
            <pc:docMk/>
            <pc:sldMk cId="925106321" sldId="337"/>
            <ac:spMk id="54" creationId="{8BAA4D78-FA58-9FF8-7FB3-A4468C82A83B}"/>
          </ac:spMkLst>
        </pc:spChg>
        <pc:spChg chg="add del mod">
          <ac:chgData name="Robert de Groote" userId="2ce5265b-80a0-4fb8-a62a-8035e9b0c45a" providerId="ADAL" clId="{2F427DC0-94DD-4221-BDA8-C26CE314FA9F}" dt="2025-09-29T10:21:17.336" v="45132"/>
          <ac:spMkLst>
            <pc:docMk/>
            <pc:sldMk cId="925106321" sldId="337"/>
            <ac:spMk id="55" creationId="{C4B7EC88-FE0D-EC25-D6D9-1EAF05E38E06}"/>
          </ac:spMkLst>
        </pc:spChg>
        <pc:spChg chg="add del mod">
          <ac:chgData name="Robert de Groote" userId="2ce5265b-80a0-4fb8-a62a-8035e9b0c45a" providerId="ADAL" clId="{2F427DC0-94DD-4221-BDA8-C26CE314FA9F}" dt="2025-09-29T10:21:17.336" v="45132"/>
          <ac:spMkLst>
            <pc:docMk/>
            <pc:sldMk cId="925106321" sldId="337"/>
            <ac:spMk id="56" creationId="{F19262A3-1876-1EAA-EE7C-F0D90154F87D}"/>
          </ac:spMkLst>
        </pc:spChg>
        <pc:spChg chg="add del mod">
          <ac:chgData name="Robert de Groote" userId="2ce5265b-80a0-4fb8-a62a-8035e9b0c45a" providerId="ADAL" clId="{2F427DC0-94DD-4221-BDA8-C26CE314FA9F}" dt="2025-09-29T10:21:17.229" v="45091"/>
          <ac:spMkLst>
            <pc:docMk/>
            <pc:sldMk cId="925106321" sldId="337"/>
            <ac:spMk id="57" creationId="{9D7A305F-3DEF-5C3C-973B-F77A4A51E6F2}"/>
          </ac:spMkLst>
        </pc:spChg>
        <pc:spChg chg="add del mod">
          <ac:chgData name="Robert de Groote" userId="2ce5265b-80a0-4fb8-a62a-8035e9b0c45a" providerId="ADAL" clId="{2F427DC0-94DD-4221-BDA8-C26CE314FA9F}" dt="2025-09-29T10:21:17.262" v="45100"/>
          <ac:spMkLst>
            <pc:docMk/>
            <pc:sldMk cId="925106321" sldId="337"/>
            <ac:spMk id="58" creationId="{4D919B6F-9091-7FB9-6086-B9EA3FD09781}"/>
          </ac:spMkLst>
        </pc:spChg>
        <pc:spChg chg="add del mod">
          <ac:chgData name="Robert de Groote" userId="2ce5265b-80a0-4fb8-a62a-8035e9b0c45a" providerId="ADAL" clId="{2F427DC0-94DD-4221-BDA8-C26CE314FA9F}" dt="2025-09-29T10:21:17.290" v="45109"/>
          <ac:spMkLst>
            <pc:docMk/>
            <pc:sldMk cId="925106321" sldId="337"/>
            <ac:spMk id="59" creationId="{50850602-DE1A-AE7D-0A8A-A7D3754D0328}"/>
          </ac:spMkLst>
        </pc:spChg>
        <pc:spChg chg="add del mod">
          <ac:chgData name="Robert de Groote" userId="2ce5265b-80a0-4fb8-a62a-8035e9b0c45a" providerId="ADAL" clId="{2F427DC0-94DD-4221-BDA8-C26CE314FA9F}" dt="2025-09-29T10:21:17.310" v="45118"/>
          <ac:spMkLst>
            <pc:docMk/>
            <pc:sldMk cId="925106321" sldId="337"/>
            <ac:spMk id="60" creationId="{17A3B9DE-FED5-6F58-C88C-76ECB46CDC49}"/>
          </ac:spMkLst>
        </pc:spChg>
        <pc:spChg chg="add del 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61" creationId="{9A2B6157-D1ED-5FF8-E388-F42FCAAABF89}"/>
          </ac:spMkLst>
        </pc:spChg>
        <pc:spChg chg="add del 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62" creationId="{0326DBDE-6F24-86B5-B5CE-701B52F1B433}"/>
          </ac:spMkLst>
        </pc:spChg>
        <pc:spChg chg="add del 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63" creationId="{16E734E8-9DCD-628A-1AB8-876A4232DC25}"/>
          </ac:spMkLst>
        </pc:spChg>
        <pc:spChg chg="add del 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64" creationId="{6F44B22F-D552-C5B2-68C7-ECC5DB16655E}"/>
          </ac:spMkLst>
        </pc:spChg>
        <pc:spChg chg="add del 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65" creationId="{FB874FE8-4C78-7505-B3AF-E70843BEC7D9}"/>
          </ac:spMkLst>
        </pc:spChg>
        <pc:spChg chg="add del mod">
          <ac:chgData name="Robert de Groote" userId="2ce5265b-80a0-4fb8-a62a-8035e9b0c45a" providerId="ADAL" clId="{2F427DC0-94DD-4221-BDA8-C26CE314FA9F}" dt="2025-09-29T10:21:34.634" v="45218"/>
          <ac:spMkLst>
            <pc:docMk/>
            <pc:sldMk cId="925106321" sldId="337"/>
            <ac:spMk id="66" creationId="{261D1C0A-48E4-8630-5D3B-AF48AD0F79DD}"/>
          </ac:spMkLst>
        </pc:spChg>
        <pc:spChg chg="add del mod">
          <ac:chgData name="Robert de Groote" userId="2ce5265b-80a0-4fb8-a62a-8035e9b0c45a" providerId="ADAL" clId="{2F427DC0-94DD-4221-BDA8-C26CE314FA9F}" dt="2025-09-29T10:22:46.857" v="45466"/>
          <ac:spMkLst>
            <pc:docMk/>
            <pc:sldMk cId="925106321" sldId="337"/>
            <ac:spMk id="67" creationId="{F13836A8-97DF-BC2E-8F25-7BF8341AA161}"/>
          </ac:spMkLst>
        </pc:spChg>
        <pc:spChg chg="add del mod">
          <ac:chgData name="Robert de Groote" userId="2ce5265b-80a0-4fb8-a62a-8035e9b0c45a" providerId="ADAL" clId="{2F427DC0-94DD-4221-BDA8-C26CE314FA9F}" dt="2025-09-29T10:22:46.857" v="45466"/>
          <ac:spMkLst>
            <pc:docMk/>
            <pc:sldMk cId="925106321" sldId="337"/>
            <ac:spMk id="68" creationId="{FFB11732-99C8-B9F3-B432-6CE9E668E4B9}"/>
          </ac:spMkLst>
        </pc:spChg>
        <pc:spChg chg="add del mod">
          <ac:chgData name="Robert de Groote" userId="2ce5265b-80a0-4fb8-a62a-8035e9b0c45a" providerId="ADAL" clId="{2F427DC0-94DD-4221-BDA8-C26CE314FA9F}" dt="2025-09-29T10:22:46.738" v="45425"/>
          <ac:spMkLst>
            <pc:docMk/>
            <pc:sldMk cId="925106321" sldId="337"/>
            <ac:spMk id="69" creationId="{445EF514-7ABE-2BB8-3B19-6588EFA8C96C}"/>
          </ac:spMkLst>
        </pc:spChg>
        <pc:spChg chg="add del mod">
          <ac:chgData name="Robert de Groote" userId="2ce5265b-80a0-4fb8-a62a-8035e9b0c45a" providerId="ADAL" clId="{2F427DC0-94DD-4221-BDA8-C26CE314FA9F}" dt="2025-09-29T10:22:46.762" v="45434"/>
          <ac:spMkLst>
            <pc:docMk/>
            <pc:sldMk cId="925106321" sldId="337"/>
            <ac:spMk id="70" creationId="{F4EBF5C5-72DD-E217-182A-634CC7ED1EE7}"/>
          </ac:spMkLst>
        </pc:spChg>
        <pc:spChg chg="add del mod">
          <ac:chgData name="Robert de Groote" userId="2ce5265b-80a0-4fb8-a62a-8035e9b0c45a" providerId="ADAL" clId="{2F427DC0-94DD-4221-BDA8-C26CE314FA9F}" dt="2025-09-29T10:22:46.794" v="45443"/>
          <ac:spMkLst>
            <pc:docMk/>
            <pc:sldMk cId="925106321" sldId="337"/>
            <ac:spMk id="71" creationId="{69FA5DD8-C313-BB76-F1A2-6265C1041613}"/>
          </ac:spMkLst>
        </pc:spChg>
        <pc:spChg chg="add del mod">
          <ac:chgData name="Robert de Groote" userId="2ce5265b-80a0-4fb8-a62a-8035e9b0c45a" providerId="ADAL" clId="{2F427DC0-94DD-4221-BDA8-C26CE314FA9F}" dt="2025-09-29T10:22:46.826" v="45452"/>
          <ac:spMkLst>
            <pc:docMk/>
            <pc:sldMk cId="925106321" sldId="337"/>
            <ac:spMk id="72" creationId="{7263415D-546E-9C41-1454-1C3CAA8126BE}"/>
          </ac:spMkLst>
        </pc:spChg>
        <pc:spChg chg="add del mod">
          <ac:chgData name="Robert de Groote" userId="2ce5265b-80a0-4fb8-a62a-8035e9b0c45a" providerId="ADAL" clId="{2F427DC0-94DD-4221-BDA8-C26CE314FA9F}" dt="2025-09-29T10:22:51.441" v="45528"/>
          <ac:spMkLst>
            <pc:docMk/>
            <pc:sldMk cId="925106321" sldId="337"/>
            <ac:spMk id="73" creationId="{F81B177A-E654-54A6-AD97-276532BA07AC}"/>
          </ac:spMkLst>
        </pc:spChg>
        <pc:spChg chg="add del mod">
          <ac:chgData name="Robert de Groote" userId="2ce5265b-80a0-4fb8-a62a-8035e9b0c45a" providerId="ADAL" clId="{2F427DC0-94DD-4221-BDA8-C26CE314FA9F}" dt="2025-09-29T10:22:51.441" v="45528"/>
          <ac:spMkLst>
            <pc:docMk/>
            <pc:sldMk cId="925106321" sldId="337"/>
            <ac:spMk id="74" creationId="{4BF5C502-8245-DBF4-E7EC-D198C81BB9CA}"/>
          </ac:spMkLst>
        </pc:spChg>
        <pc:spChg chg="add del mod">
          <ac:chgData name="Robert de Groote" userId="2ce5265b-80a0-4fb8-a62a-8035e9b0c45a" providerId="ADAL" clId="{2F427DC0-94DD-4221-BDA8-C26CE314FA9F}" dt="2025-09-29T10:22:51.315" v="45487"/>
          <ac:spMkLst>
            <pc:docMk/>
            <pc:sldMk cId="925106321" sldId="337"/>
            <ac:spMk id="75" creationId="{22AEA9C4-B9DF-F253-080D-5BB6AF8CD459}"/>
          </ac:spMkLst>
        </pc:spChg>
        <pc:spChg chg="add del mod">
          <ac:chgData name="Robert de Groote" userId="2ce5265b-80a0-4fb8-a62a-8035e9b0c45a" providerId="ADAL" clId="{2F427DC0-94DD-4221-BDA8-C26CE314FA9F}" dt="2025-09-29T10:22:51.345" v="45496"/>
          <ac:spMkLst>
            <pc:docMk/>
            <pc:sldMk cId="925106321" sldId="337"/>
            <ac:spMk id="76" creationId="{0D3236E2-68C8-9E84-571B-F39F6D7724C8}"/>
          </ac:spMkLst>
        </pc:spChg>
        <pc:spChg chg="add del mod">
          <ac:chgData name="Robert de Groote" userId="2ce5265b-80a0-4fb8-a62a-8035e9b0c45a" providerId="ADAL" clId="{2F427DC0-94DD-4221-BDA8-C26CE314FA9F}" dt="2025-09-29T10:22:51.373" v="45505"/>
          <ac:spMkLst>
            <pc:docMk/>
            <pc:sldMk cId="925106321" sldId="337"/>
            <ac:spMk id="77" creationId="{A790F443-32BF-BAED-7F91-E9EE86C54ABD}"/>
          </ac:spMkLst>
        </pc:spChg>
        <pc:spChg chg="add del mod">
          <ac:chgData name="Robert de Groote" userId="2ce5265b-80a0-4fb8-a62a-8035e9b0c45a" providerId="ADAL" clId="{2F427DC0-94DD-4221-BDA8-C26CE314FA9F}" dt="2025-09-29T10:22:51.405" v="45514"/>
          <ac:spMkLst>
            <pc:docMk/>
            <pc:sldMk cId="925106321" sldId="337"/>
            <ac:spMk id="78" creationId="{BFCF42FE-20E5-0E42-2C14-677EE3E2E7F5}"/>
          </ac:spMkLst>
        </pc:spChg>
      </pc:sldChg>
      <pc:sldChg chg="addSp delSp modSp add mod ord delAnim modAnim">
        <pc:chgData name="Robert de Groote" userId="2ce5265b-80a0-4fb8-a62a-8035e9b0c45a" providerId="ADAL" clId="{2F427DC0-94DD-4221-BDA8-C26CE314FA9F}" dt="2025-09-29T17:34:30.915" v="57304"/>
        <pc:sldMkLst>
          <pc:docMk/>
          <pc:sldMk cId="2325599261" sldId="338"/>
        </pc:sldMkLst>
        <pc:spChg chg="mod">
          <ac:chgData name="Robert de Groote" userId="2ce5265b-80a0-4fb8-a62a-8035e9b0c45a" providerId="ADAL" clId="{2F427DC0-94DD-4221-BDA8-C26CE314FA9F}" dt="2025-09-25T14:57:19.022" v="37673" actId="20577"/>
          <ac:spMkLst>
            <pc:docMk/>
            <pc:sldMk cId="2325599261" sldId="338"/>
            <ac:spMk id="2" creationId="{4E6A6AD7-9CE5-4EA6-1A77-1E67B2BB35C4}"/>
          </ac:spMkLst>
        </pc:spChg>
        <pc:spChg chg="mod">
          <ac:chgData name="Robert de Groote" userId="2ce5265b-80a0-4fb8-a62a-8035e9b0c45a" providerId="ADAL" clId="{2F427DC0-94DD-4221-BDA8-C26CE314FA9F}" dt="2025-09-29T08:38:11.356" v="40795" actId="20577"/>
          <ac:spMkLst>
            <pc:docMk/>
            <pc:sldMk cId="2325599261" sldId="338"/>
            <ac:spMk id="3" creationId="{9C188868-99D4-8FA9-A92B-0212666CFCA3}"/>
          </ac:spMkLst>
        </pc:spChg>
        <pc:spChg chg="mod">
          <ac:chgData name="Robert de Groote" userId="2ce5265b-80a0-4fb8-a62a-8035e9b0c45a" providerId="ADAL" clId="{2F427DC0-94DD-4221-BDA8-C26CE314FA9F}" dt="2025-09-29T10:42:23.151" v="46672" actId="20577"/>
          <ac:spMkLst>
            <pc:docMk/>
            <pc:sldMk cId="2325599261" sldId="338"/>
            <ac:spMk id="14" creationId="{EE3C3E59-3EDA-84FC-E5FD-6C33DE7D9CEA}"/>
          </ac:spMkLst>
        </pc:spChg>
        <pc:spChg chg="mod">
          <ac:chgData name="Robert de Groote" userId="2ce5265b-80a0-4fb8-a62a-8035e9b0c45a" providerId="ADAL" clId="{2F427DC0-94DD-4221-BDA8-C26CE314FA9F}" dt="2025-09-29T09:01:53.279" v="42258" actId="20577"/>
          <ac:spMkLst>
            <pc:docMk/>
            <pc:sldMk cId="2325599261" sldId="338"/>
            <ac:spMk id="22" creationId="{A9942533-F98C-543C-FA47-681BEBFE476F}"/>
          </ac:spMkLst>
        </pc:spChg>
        <pc:spChg chg="add mod">
          <ac:chgData name="Robert de Groote" userId="2ce5265b-80a0-4fb8-a62a-8035e9b0c45a" providerId="ADAL" clId="{2F427DC0-94DD-4221-BDA8-C26CE314FA9F}" dt="2025-09-29T10:42:08.387" v="46668" actId="20577"/>
          <ac:spMkLst>
            <pc:docMk/>
            <pc:sldMk cId="2325599261" sldId="338"/>
            <ac:spMk id="26" creationId="{0393D77F-A75B-4C29-C5DF-3B37C4A03445}"/>
          </ac:spMkLst>
        </pc:spChg>
        <pc:spChg chg="mod">
          <ac:chgData name="Robert de Groote" userId="2ce5265b-80a0-4fb8-a62a-8035e9b0c45a" providerId="ADAL" clId="{2F427DC0-94DD-4221-BDA8-C26CE314FA9F}" dt="2025-09-29T10:54:08.725" v="46883" actId="20577"/>
          <ac:spMkLst>
            <pc:docMk/>
            <pc:sldMk cId="2325599261" sldId="338"/>
            <ac:spMk id="29" creationId="{A3C99344-E471-0DA9-985F-9A18E7580712}"/>
          </ac:spMkLst>
        </pc:spChg>
        <pc:spChg chg="mod">
          <ac:chgData name="Robert de Groote" userId="2ce5265b-80a0-4fb8-a62a-8035e9b0c45a" providerId="ADAL" clId="{2F427DC0-94DD-4221-BDA8-C26CE314FA9F}" dt="2025-09-29T10:42:05.555" v="46666" actId="20577"/>
          <ac:spMkLst>
            <pc:docMk/>
            <pc:sldMk cId="2325599261" sldId="338"/>
            <ac:spMk id="30" creationId="{A09754DD-91AA-D6FB-2CF2-0A5A9528E52E}"/>
          </ac:spMkLst>
        </pc:spChg>
        <pc:spChg chg="add del mod">
          <ac:chgData name="Robert de Groote" userId="2ce5265b-80a0-4fb8-a62a-8035e9b0c45a" providerId="ADAL" clId="{2F427DC0-94DD-4221-BDA8-C26CE314FA9F}" dt="2025-09-29T09:02:22.599" v="42272" actId="478"/>
          <ac:spMkLst>
            <pc:docMk/>
            <pc:sldMk cId="2325599261" sldId="338"/>
            <ac:spMk id="31" creationId="{08878995-0C98-02A8-4A61-0AA92B6C4AEC}"/>
          </ac:spMkLst>
        </pc:spChg>
        <pc:spChg chg="add del mod">
          <ac:chgData name="Robert de Groote" userId="2ce5265b-80a0-4fb8-a62a-8035e9b0c45a" providerId="ADAL" clId="{2F427DC0-94DD-4221-BDA8-C26CE314FA9F}" dt="2025-09-29T09:02:25.532" v="42273" actId="478"/>
          <ac:spMkLst>
            <pc:docMk/>
            <pc:sldMk cId="2325599261" sldId="338"/>
            <ac:spMk id="32" creationId="{BF0ADBC4-D99A-B885-AF9E-93BA73EA7B56}"/>
          </ac:spMkLst>
        </pc:spChg>
        <pc:spChg chg="add del mod">
          <ac:chgData name="Robert de Groote" userId="2ce5265b-80a0-4fb8-a62a-8035e9b0c45a" providerId="ADAL" clId="{2F427DC0-94DD-4221-BDA8-C26CE314FA9F}" dt="2025-09-29T09:02:26.911" v="42274" actId="478"/>
          <ac:spMkLst>
            <pc:docMk/>
            <pc:sldMk cId="2325599261" sldId="338"/>
            <ac:spMk id="33" creationId="{1C337D31-AA02-6EAC-0B1C-4A26729E9AE9}"/>
          </ac:spMkLst>
        </pc:spChg>
        <pc:spChg chg="add mod">
          <ac:chgData name="Robert de Groote" userId="2ce5265b-80a0-4fb8-a62a-8035e9b0c45a" providerId="ADAL" clId="{2F427DC0-94DD-4221-BDA8-C26CE314FA9F}" dt="2025-09-29T09:02:41.124" v="42390"/>
          <ac:spMkLst>
            <pc:docMk/>
            <pc:sldMk cId="2325599261" sldId="338"/>
            <ac:spMk id="34" creationId="{CE08C3E3-A515-E3FC-4C87-ADFF5C7FAA82}"/>
          </ac:spMkLst>
        </pc:spChg>
        <pc:spChg chg="add del mod">
          <ac:chgData name="Robert de Groote" userId="2ce5265b-80a0-4fb8-a62a-8035e9b0c45a" providerId="ADAL" clId="{2F427DC0-94DD-4221-BDA8-C26CE314FA9F}" dt="2025-09-29T09:02:29.418" v="42275" actId="478"/>
          <ac:spMkLst>
            <pc:docMk/>
            <pc:sldMk cId="2325599261" sldId="338"/>
            <ac:spMk id="35" creationId="{D05580CB-549C-8141-852D-BCDFA54F7E04}"/>
          </ac:spMkLst>
        </pc:spChg>
        <pc:spChg chg="add del mod">
          <ac:chgData name="Robert de Groote" userId="2ce5265b-80a0-4fb8-a62a-8035e9b0c45a" providerId="ADAL" clId="{2F427DC0-94DD-4221-BDA8-C26CE314FA9F}" dt="2025-09-29T09:37:21.356" v="42618" actId="478"/>
          <ac:spMkLst>
            <pc:docMk/>
            <pc:sldMk cId="2325599261" sldId="338"/>
            <ac:spMk id="36" creationId="{0947119F-8397-3781-55B4-F8F1964AE2D8}"/>
          </ac:spMkLst>
        </pc:spChg>
        <pc:spChg chg="add del mod">
          <ac:chgData name="Robert de Groote" userId="2ce5265b-80a0-4fb8-a62a-8035e9b0c45a" providerId="ADAL" clId="{2F427DC0-94DD-4221-BDA8-C26CE314FA9F}" dt="2025-09-29T09:02:37.440" v="42336"/>
          <ac:spMkLst>
            <pc:docMk/>
            <pc:sldMk cId="2325599261" sldId="338"/>
            <ac:spMk id="37" creationId="{A4B3E1E4-5D59-7362-9645-01A997D7A94A}"/>
          </ac:spMkLst>
        </pc:spChg>
        <pc:spChg chg="add del mod">
          <ac:chgData name="Robert de Groote" userId="2ce5265b-80a0-4fb8-a62a-8035e9b0c45a" providerId="ADAL" clId="{2F427DC0-94DD-4221-BDA8-C26CE314FA9F}" dt="2025-09-29T09:02:37.440" v="42336"/>
          <ac:spMkLst>
            <pc:docMk/>
            <pc:sldMk cId="2325599261" sldId="338"/>
            <ac:spMk id="38" creationId="{08B5F407-4061-93DC-9971-891BE22F8DB7}"/>
          </ac:spMkLst>
        </pc:spChg>
        <pc:spChg chg="add del mod">
          <ac:chgData name="Robert de Groote" userId="2ce5265b-80a0-4fb8-a62a-8035e9b0c45a" providerId="ADAL" clId="{2F427DC0-94DD-4221-BDA8-C26CE314FA9F}" dt="2025-09-29T09:02:37.377" v="42297"/>
          <ac:spMkLst>
            <pc:docMk/>
            <pc:sldMk cId="2325599261" sldId="338"/>
            <ac:spMk id="39" creationId="{B92D7F39-514A-94A0-D8B8-24470402295C}"/>
          </ac:spMkLst>
        </pc:spChg>
        <pc:spChg chg="add del mod">
          <ac:chgData name="Robert de Groote" userId="2ce5265b-80a0-4fb8-a62a-8035e9b0c45a" providerId="ADAL" clId="{2F427DC0-94DD-4221-BDA8-C26CE314FA9F}" dt="2025-09-29T09:02:37.393" v="42306"/>
          <ac:spMkLst>
            <pc:docMk/>
            <pc:sldMk cId="2325599261" sldId="338"/>
            <ac:spMk id="40" creationId="{F9E39F24-C3A7-8526-5D85-4C1156B90147}"/>
          </ac:spMkLst>
        </pc:spChg>
        <pc:spChg chg="add del mod">
          <ac:chgData name="Robert de Groote" userId="2ce5265b-80a0-4fb8-a62a-8035e9b0c45a" providerId="ADAL" clId="{2F427DC0-94DD-4221-BDA8-C26CE314FA9F}" dt="2025-09-29T09:02:37.408" v="42315"/>
          <ac:spMkLst>
            <pc:docMk/>
            <pc:sldMk cId="2325599261" sldId="338"/>
            <ac:spMk id="41" creationId="{187FC317-E268-17F0-9144-3B1AC213F551}"/>
          </ac:spMkLst>
        </pc:spChg>
        <pc:spChg chg="add del mod">
          <ac:chgData name="Robert de Groote" userId="2ce5265b-80a0-4fb8-a62a-8035e9b0c45a" providerId="ADAL" clId="{2F427DC0-94DD-4221-BDA8-C26CE314FA9F}" dt="2025-09-29T09:02:37.424" v="42324"/>
          <ac:spMkLst>
            <pc:docMk/>
            <pc:sldMk cId="2325599261" sldId="338"/>
            <ac:spMk id="42" creationId="{4A40070A-27A0-065C-5485-B776E1F51465}"/>
          </ac:spMkLst>
        </pc:spChg>
        <pc:spChg chg="add del mod">
          <ac:chgData name="Robert de Groote" userId="2ce5265b-80a0-4fb8-a62a-8035e9b0c45a" providerId="ADAL" clId="{2F427DC0-94DD-4221-BDA8-C26CE314FA9F}" dt="2025-09-29T09:02:41.124" v="42396"/>
          <ac:spMkLst>
            <pc:docMk/>
            <pc:sldMk cId="2325599261" sldId="338"/>
            <ac:spMk id="43" creationId="{C9045C96-D63C-7DEB-9EBF-18FF8003B480}"/>
          </ac:spMkLst>
        </pc:spChg>
        <pc:spChg chg="add del mod">
          <ac:chgData name="Robert de Groote" userId="2ce5265b-80a0-4fb8-a62a-8035e9b0c45a" providerId="ADAL" clId="{2F427DC0-94DD-4221-BDA8-C26CE314FA9F}" dt="2025-09-29T09:02:41.124" v="42396"/>
          <ac:spMkLst>
            <pc:docMk/>
            <pc:sldMk cId="2325599261" sldId="338"/>
            <ac:spMk id="44" creationId="{605EA0B6-62E2-B372-D278-CD1ECD7DAC70}"/>
          </ac:spMkLst>
        </pc:spChg>
        <pc:spChg chg="add del mod">
          <ac:chgData name="Robert de Groote" userId="2ce5265b-80a0-4fb8-a62a-8035e9b0c45a" providerId="ADAL" clId="{2F427DC0-94DD-4221-BDA8-C26CE314FA9F}" dt="2025-09-29T09:02:41.030" v="42357"/>
          <ac:spMkLst>
            <pc:docMk/>
            <pc:sldMk cId="2325599261" sldId="338"/>
            <ac:spMk id="45" creationId="{FEB9546D-A019-D627-15B1-A0C2D10D07D8}"/>
          </ac:spMkLst>
        </pc:spChg>
        <pc:spChg chg="add del mod">
          <ac:chgData name="Robert de Groote" userId="2ce5265b-80a0-4fb8-a62a-8035e9b0c45a" providerId="ADAL" clId="{2F427DC0-94DD-4221-BDA8-C26CE314FA9F}" dt="2025-09-29T09:02:41.061" v="42366"/>
          <ac:spMkLst>
            <pc:docMk/>
            <pc:sldMk cId="2325599261" sldId="338"/>
            <ac:spMk id="46" creationId="{F69BBCBD-AEFE-EBF7-2538-F3E3C7F01DED}"/>
          </ac:spMkLst>
        </pc:spChg>
        <pc:spChg chg="add del mod">
          <ac:chgData name="Robert de Groote" userId="2ce5265b-80a0-4fb8-a62a-8035e9b0c45a" providerId="ADAL" clId="{2F427DC0-94DD-4221-BDA8-C26CE314FA9F}" dt="2025-09-29T09:02:41.077" v="42375"/>
          <ac:spMkLst>
            <pc:docMk/>
            <pc:sldMk cId="2325599261" sldId="338"/>
            <ac:spMk id="47" creationId="{1BFA5680-FA03-1C27-AF22-8CDDC8E8B10E}"/>
          </ac:spMkLst>
        </pc:spChg>
        <pc:spChg chg="add del mod">
          <ac:chgData name="Robert de Groote" userId="2ce5265b-80a0-4fb8-a62a-8035e9b0c45a" providerId="ADAL" clId="{2F427DC0-94DD-4221-BDA8-C26CE314FA9F}" dt="2025-09-29T09:02:41.097" v="42384"/>
          <ac:spMkLst>
            <pc:docMk/>
            <pc:sldMk cId="2325599261" sldId="338"/>
            <ac:spMk id="48" creationId="{02CED90A-D908-959D-A950-F01FEA2FCBF4}"/>
          </ac:spMkLst>
        </pc:spChg>
        <pc:spChg chg="add mod">
          <ac:chgData name="Robert de Groote" userId="2ce5265b-80a0-4fb8-a62a-8035e9b0c45a" providerId="ADAL" clId="{2F427DC0-94DD-4221-BDA8-C26CE314FA9F}" dt="2025-09-29T09:03:05.142" v="42443" actId="20577"/>
          <ac:spMkLst>
            <pc:docMk/>
            <pc:sldMk cId="2325599261" sldId="338"/>
            <ac:spMk id="49" creationId="{998BA21A-E322-9DE3-19D7-D3F8AC60268F}"/>
          </ac:spMkLst>
        </pc:spChg>
        <pc:spChg chg="add del mod">
          <ac:chgData name="Robert de Groote" userId="2ce5265b-80a0-4fb8-a62a-8035e9b0c45a" providerId="ADAL" clId="{2F427DC0-94DD-4221-BDA8-C26CE314FA9F}" dt="2025-09-29T09:02:58.681" v="42441"/>
          <ac:spMkLst>
            <pc:docMk/>
            <pc:sldMk cId="2325599261" sldId="338"/>
            <ac:spMk id="50" creationId="{ED1B4EB1-7FC4-AE59-9AF7-8EE82A9B008E}"/>
          </ac:spMkLst>
        </pc:spChg>
        <pc:spChg chg="add del mod">
          <ac:chgData name="Robert de Groote" userId="2ce5265b-80a0-4fb8-a62a-8035e9b0c45a" providerId="ADAL" clId="{2F427DC0-94DD-4221-BDA8-C26CE314FA9F}" dt="2025-09-29T09:02:58.681" v="42441"/>
          <ac:spMkLst>
            <pc:docMk/>
            <pc:sldMk cId="2325599261" sldId="338"/>
            <ac:spMk id="51" creationId="{FCF4BE93-C811-95E5-2754-733BC43E4130}"/>
          </ac:spMkLst>
        </pc:spChg>
        <pc:spChg chg="add del mod">
          <ac:chgData name="Robert de Groote" userId="2ce5265b-80a0-4fb8-a62a-8035e9b0c45a" providerId="ADAL" clId="{2F427DC0-94DD-4221-BDA8-C26CE314FA9F}" dt="2025-09-29T09:02:58.614" v="42420"/>
          <ac:spMkLst>
            <pc:docMk/>
            <pc:sldMk cId="2325599261" sldId="338"/>
            <ac:spMk id="52" creationId="{F230E913-B9F3-C3B0-FEFE-7620D51D86C9}"/>
          </ac:spMkLst>
        </pc:spChg>
        <pc:spChg chg="add del mod">
          <ac:chgData name="Robert de Groote" userId="2ce5265b-80a0-4fb8-a62a-8035e9b0c45a" providerId="ADAL" clId="{2F427DC0-94DD-4221-BDA8-C26CE314FA9F}" dt="2025-09-29T09:02:58.650" v="42429"/>
          <ac:spMkLst>
            <pc:docMk/>
            <pc:sldMk cId="2325599261" sldId="338"/>
            <ac:spMk id="53" creationId="{DEAA996B-1832-AABA-1CAA-991E206876C1}"/>
          </ac:spMkLst>
        </pc:spChg>
      </pc:sldChg>
      <pc:sldChg chg="add del">
        <pc:chgData name="Robert de Groote" userId="2ce5265b-80a0-4fb8-a62a-8035e9b0c45a" providerId="ADAL" clId="{2F427DC0-94DD-4221-BDA8-C26CE314FA9F}" dt="2025-09-25T15:14:33.237" v="37756" actId="47"/>
        <pc:sldMkLst>
          <pc:docMk/>
          <pc:sldMk cId="1580685170" sldId="339"/>
        </pc:sldMkLst>
      </pc:sldChg>
      <pc:sldChg chg="modSp add del mod ord">
        <pc:chgData name="Robert de Groote" userId="2ce5265b-80a0-4fb8-a62a-8035e9b0c45a" providerId="ADAL" clId="{2F427DC0-94DD-4221-BDA8-C26CE314FA9F}" dt="2025-09-29T13:41:09.948" v="55405" actId="47"/>
        <pc:sldMkLst>
          <pc:docMk/>
          <pc:sldMk cId="3262564778" sldId="339"/>
        </pc:sldMkLst>
      </pc:sldChg>
      <pc:sldChg chg="addSp delSp modSp add mod modAnim">
        <pc:chgData name="Robert de Groote" userId="2ce5265b-80a0-4fb8-a62a-8035e9b0c45a" providerId="ADAL" clId="{2F427DC0-94DD-4221-BDA8-C26CE314FA9F}" dt="2025-09-29T17:31:46.469" v="57303"/>
        <pc:sldMkLst>
          <pc:docMk/>
          <pc:sldMk cId="921507329" sldId="340"/>
        </pc:sldMkLst>
        <pc:spChg chg="mod">
          <ac:chgData name="Robert de Groote" userId="2ce5265b-80a0-4fb8-a62a-8035e9b0c45a" providerId="ADAL" clId="{2F427DC0-94DD-4221-BDA8-C26CE314FA9F}" dt="2025-09-29T13:14:44.275" v="53937" actId="14100"/>
          <ac:spMkLst>
            <pc:docMk/>
            <pc:sldMk cId="921507329" sldId="340"/>
            <ac:spMk id="3" creationId="{80BE0AF1-288E-5FC4-EF42-46579946E347}"/>
          </ac:spMkLst>
        </pc:spChg>
        <pc:spChg chg="add mod">
          <ac:chgData name="Robert de Groote" userId="2ce5265b-80a0-4fb8-a62a-8035e9b0c45a" providerId="ADAL" clId="{2F427DC0-94DD-4221-BDA8-C26CE314FA9F}" dt="2025-09-29T13:16:56.339" v="54059"/>
          <ac:spMkLst>
            <pc:docMk/>
            <pc:sldMk cId="921507329" sldId="340"/>
            <ac:spMk id="4" creationId="{879BEBA0-5232-A0D2-B16C-92B53AD67DB4}"/>
          </ac:spMkLst>
        </pc:spChg>
        <pc:spChg chg="add mod ord">
          <ac:chgData name="Robert de Groote" userId="2ce5265b-80a0-4fb8-a62a-8035e9b0c45a" providerId="ADAL" clId="{2F427DC0-94DD-4221-BDA8-C26CE314FA9F}" dt="2025-09-29T13:17:52.138" v="54178"/>
          <ac:spMkLst>
            <pc:docMk/>
            <pc:sldMk cId="921507329" sldId="340"/>
            <ac:spMk id="5" creationId="{B9DCBCBF-A9AF-A653-60D7-7D01CA873498}"/>
          </ac:spMkLst>
        </pc:spChg>
        <pc:spChg chg="add mod ord">
          <ac:chgData name="Robert de Groote" userId="2ce5265b-80a0-4fb8-a62a-8035e9b0c45a" providerId="ADAL" clId="{2F427DC0-94DD-4221-BDA8-C26CE314FA9F}" dt="2025-09-29T13:19:15.540" v="54191" actId="14100"/>
          <ac:spMkLst>
            <pc:docMk/>
            <pc:sldMk cId="921507329" sldId="340"/>
            <ac:spMk id="6" creationId="{8D023925-328D-03B4-3B7F-80C316C1E1AE}"/>
          </ac:spMkLst>
        </pc:spChg>
        <pc:spChg chg="add del mod">
          <ac:chgData name="Robert de Groote" userId="2ce5265b-80a0-4fb8-a62a-8035e9b0c45a" providerId="ADAL" clId="{2F427DC0-94DD-4221-BDA8-C26CE314FA9F}" dt="2025-09-29T13:16:56.339" v="54065"/>
          <ac:spMkLst>
            <pc:docMk/>
            <pc:sldMk cId="921507329" sldId="340"/>
            <ac:spMk id="7" creationId="{DEA53150-2787-D09D-937C-D570402E5E28}"/>
          </ac:spMkLst>
        </pc:spChg>
        <pc:spChg chg="add del mod">
          <ac:chgData name="Robert de Groote" userId="2ce5265b-80a0-4fb8-a62a-8035e9b0c45a" providerId="ADAL" clId="{2F427DC0-94DD-4221-BDA8-C26CE314FA9F}" dt="2025-09-29T13:16:56.339" v="54065"/>
          <ac:spMkLst>
            <pc:docMk/>
            <pc:sldMk cId="921507329" sldId="340"/>
            <ac:spMk id="8" creationId="{5D99030E-FF86-B521-8891-3FBAFCE145E1}"/>
          </ac:spMkLst>
        </pc:spChg>
        <pc:spChg chg="add del mod">
          <ac:chgData name="Robert de Groote" userId="2ce5265b-80a0-4fb8-a62a-8035e9b0c45a" providerId="ADAL" clId="{2F427DC0-94DD-4221-BDA8-C26CE314FA9F}" dt="2025-09-29T13:16:56.291" v="54044"/>
          <ac:spMkLst>
            <pc:docMk/>
            <pc:sldMk cId="921507329" sldId="340"/>
            <ac:spMk id="9" creationId="{52C893D7-CB9A-CA84-9D89-0390657F6A07}"/>
          </ac:spMkLst>
        </pc:spChg>
        <pc:spChg chg="add del mod">
          <ac:chgData name="Robert de Groote" userId="2ce5265b-80a0-4fb8-a62a-8035e9b0c45a" providerId="ADAL" clId="{2F427DC0-94DD-4221-BDA8-C26CE314FA9F}" dt="2025-09-29T13:16:56.323" v="54053"/>
          <ac:spMkLst>
            <pc:docMk/>
            <pc:sldMk cId="921507329" sldId="340"/>
            <ac:spMk id="10" creationId="{18E9AAC2-0A5B-8636-CD92-D7E047852F0D}"/>
          </ac:spMkLst>
        </pc:spChg>
        <pc:spChg chg="add mod">
          <ac:chgData name="Robert de Groote" userId="2ce5265b-80a0-4fb8-a62a-8035e9b0c45a" providerId="ADAL" clId="{2F427DC0-94DD-4221-BDA8-C26CE314FA9F}" dt="2025-09-29T13:17:54.640" v="54185" actId="1076"/>
          <ac:spMkLst>
            <pc:docMk/>
            <pc:sldMk cId="921507329" sldId="340"/>
            <ac:spMk id="11" creationId="{30FAD9B6-2528-6016-FA43-E285B48AEDDE}"/>
          </ac:spMkLst>
        </pc:spChg>
        <pc:spChg chg="add del mod">
          <ac:chgData name="Robert de Groote" userId="2ce5265b-80a0-4fb8-a62a-8035e9b0c45a" providerId="ADAL" clId="{2F427DC0-94DD-4221-BDA8-C26CE314FA9F}" dt="2025-09-29T13:17:43.786" v="54141"/>
          <ac:spMkLst>
            <pc:docMk/>
            <pc:sldMk cId="921507329" sldId="340"/>
            <ac:spMk id="12" creationId="{7F812ABB-53B2-FA8F-5B3B-D0E9DB63D98C}"/>
          </ac:spMkLst>
        </pc:spChg>
        <pc:spChg chg="add del mod">
          <ac:chgData name="Robert de Groote" userId="2ce5265b-80a0-4fb8-a62a-8035e9b0c45a" providerId="ADAL" clId="{2F427DC0-94DD-4221-BDA8-C26CE314FA9F}" dt="2025-09-29T13:17:43.786" v="54141"/>
          <ac:spMkLst>
            <pc:docMk/>
            <pc:sldMk cId="921507329" sldId="340"/>
            <ac:spMk id="13" creationId="{213374FD-AB43-1EC7-6575-070DD085B92C}"/>
          </ac:spMkLst>
        </pc:spChg>
        <pc:spChg chg="add del mod">
          <ac:chgData name="Robert de Groote" userId="2ce5265b-80a0-4fb8-a62a-8035e9b0c45a" providerId="ADAL" clId="{2F427DC0-94DD-4221-BDA8-C26CE314FA9F}" dt="2025-09-29T13:17:43.755" v="54120"/>
          <ac:spMkLst>
            <pc:docMk/>
            <pc:sldMk cId="921507329" sldId="340"/>
            <ac:spMk id="14" creationId="{EC707DA5-AB74-2023-21D5-BA607313B0E3}"/>
          </ac:spMkLst>
        </pc:spChg>
        <pc:spChg chg="add del mod">
          <ac:chgData name="Robert de Groote" userId="2ce5265b-80a0-4fb8-a62a-8035e9b0c45a" providerId="ADAL" clId="{2F427DC0-94DD-4221-BDA8-C26CE314FA9F}" dt="2025-09-29T13:17:43.770" v="54129"/>
          <ac:spMkLst>
            <pc:docMk/>
            <pc:sldMk cId="921507329" sldId="340"/>
            <ac:spMk id="15" creationId="{6AA96A8B-55C7-3B76-F4B1-48EEC08C2AD8}"/>
          </ac:spMkLst>
        </pc:spChg>
        <pc:spChg chg="add del mod">
          <ac:chgData name="Robert de Groote" userId="2ce5265b-80a0-4fb8-a62a-8035e9b0c45a" providerId="ADAL" clId="{2F427DC0-94DD-4221-BDA8-C26CE314FA9F}" dt="2025-09-29T13:17:52.138" v="54184"/>
          <ac:spMkLst>
            <pc:docMk/>
            <pc:sldMk cId="921507329" sldId="340"/>
            <ac:spMk id="16" creationId="{26CB8414-87AD-6BFF-2D54-9D1E8B240A53}"/>
          </ac:spMkLst>
        </pc:spChg>
        <pc:spChg chg="add del mod">
          <ac:chgData name="Robert de Groote" userId="2ce5265b-80a0-4fb8-a62a-8035e9b0c45a" providerId="ADAL" clId="{2F427DC0-94DD-4221-BDA8-C26CE314FA9F}" dt="2025-09-29T13:17:52.138" v="54184"/>
          <ac:spMkLst>
            <pc:docMk/>
            <pc:sldMk cId="921507329" sldId="340"/>
            <ac:spMk id="17" creationId="{6D7C5F06-2926-C205-A187-D8A231661B33}"/>
          </ac:spMkLst>
        </pc:spChg>
        <pc:spChg chg="add del mod">
          <ac:chgData name="Robert de Groote" userId="2ce5265b-80a0-4fb8-a62a-8035e9b0c45a" providerId="ADAL" clId="{2F427DC0-94DD-4221-BDA8-C26CE314FA9F}" dt="2025-09-29T13:17:52.075" v="54163"/>
          <ac:spMkLst>
            <pc:docMk/>
            <pc:sldMk cId="921507329" sldId="340"/>
            <ac:spMk id="18" creationId="{17DF3C10-DB55-8304-E5C8-A34C88CCB2E7}"/>
          </ac:spMkLst>
        </pc:spChg>
        <pc:spChg chg="add del mod">
          <ac:chgData name="Robert de Groote" userId="2ce5265b-80a0-4fb8-a62a-8035e9b0c45a" providerId="ADAL" clId="{2F427DC0-94DD-4221-BDA8-C26CE314FA9F}" dt="2025-09-29T13:17:52.106" v="54172"/>
          <ac:spMkLst>
            <pc:docMk/>
            <pc:sldMk cId="921507329" sldId="340"/>
            <ac:spMk id="19" creationId="{3D16DA05-CA34-1BCD-59B8-DFBA405AB88B}"/>
          </ac:spMkLst>
        </pc:spChg>
        <pc:spChg chg="add mod">
          <ac:chgData name="Robert de Groote" userId="2ce5265b-80a0-4fb8-a62a-8035e9b0c45a" providerId="ADAL" clId="{2F427DC0-94DD-4221-BDA8-C26CE314FA9F}" dt="2025-09-29T13:20:23.524" v="54202" actId="404"/>
          <ac:spMkLst>
            <pc:docMk/>
            <pc:sldMk cId="921507329" sldId="340"/>
            <ac:spMk id="20" creationId="{7CAC461D-E006-D524-0B35-E492CEC42B01}"/>
          </ac:spMkLst>
        </pc:spChg>
        <pc:spChg chg="add mod">
          <ac:chgData name="Robert de Groote" userId="2ce5265b-80a0-4fb8-a62a-8035e9b0c45a" providerId="ADAL" clId="{2F427DC0-94DD-4221-BDA8-C26CE314FA9F}" dt="2025-09-29T17:31:07.599" v="57296" actId="14100"/>
          <ac:spMkLst>
            <pc:docMk/>
            <pc:sldMk cId="921507329" sldId="340"/>
            <ac:spMk id="21" creationId="{FE2EC278-8220-ED2E-6083-14E15D1ED4A8}"/>
          </ac:spMkLst>
        </pc:spChg>
      </pc:sldChg>
      <pc:sldChg chg="modSp add del mod">
        <pc:chgData name="Robert de Groote" userId="2ce5265b-80a0-4fb8-a62a-8035e9b0c45a" providerId="ADAL" clId="{2F427DC0-94DD-4221-BDA8-C26CE314FA9F}" dt="2025-09-29T08:44:08.450" v="41254" actId="47"/>
        <pc:sldMkLst>
          <pc:docMk/>
          <pc:sldMk cId="3679492345" sldId="341"/>
        </pc:sldMkLst>
      </pc:sldChg>
      <pc:sldChg chg="modSp add del mod">
        <pc:chgData name="Robert de Groote" userId="2ce5265b-80a0-4fb8-a62a-8035e9b0c45a" providerId="ADAL" clId="{2F427DC0-94DD-4221-BDA8-C26CE314FA9F}" dt="2025-09-28T08:37:34.905" v="40530" actId="47"/>
        <pc:sldMkLst>
          <pc:docMk/>
          <pc:sldMk cId="394746020" sldId="342"/>
        </pc:sldMkLst>
      </pc:sldChg>
      <pc:sldChg chg="addSp modSp add del mod ord">
        <pc:chgData name="Robert de Groote" userId="2ce5265b-80a0-4fb8-a62a-8035e9b0c45a" providerId="ADAL" clId="{2F427DC0-94DD-4221-BDA8-C26CE314FA9F}" dt="2025-09-28T08:37:40.581" v="40531" actId="47"/>
        <pc:sldMkLst>
          <pc:docMk/>
          <pc:sldMk cId="2350125741" sldId="343"/>
        </pc:sldMkLst>
      </pc:sldChg>
      <pc:sldChg chg="addSp delSp modSp add mod setBg">
        <pc:chgData name="Robert de Groote" userId="2ce5265b-80a0-4fb8-a62a-8035e9b0c45a" providerId="ADAL" clId="{2F427DC0-94DD-4221-BDA8-C26CE314FA9F}" dt="2025-09-29T17:27:22.803" v="57235" actId="113"/>
        <pc:sldMkLst>
          <pc:docMk/>
          <pc:sldMk cId="229942939" sldId="344"/>
        </pc:sldMkLst>
        <pc:spChg chg="mod">
          <ac:chgData name="Robert de Groote" userId="2ce5265b-80a0-4fb8-a62a-8035e9b0c45a" providerId="ADAL" clId="{2F427DC0-94DD-4221-BDA8-C26CE314FA9F}" dt="2025-09-29T13:31:35.842" v="55029" actId="26606"/>
          <ac:spMkLst>
            <pc:docMk/>
            <pc:sldMk cId="229942939" sldId="344"/>
            <ac:spMk id="2" creationId="{EACC34C1-3C11-2B3D-2A7E-36EA1BFD337B}"/>
          </ac:spMkLst>
        </pc:spChg>
        <pc:spChg chg="mod">
          <ac:chgData name="Robert de Groote" userId="2ce5265b-80a0-4fb8-a62a-8035e9b0c45a" providerId="ADAL" clId="{2F427DC0-94DD-4221-BDA8-C26CE314FA9F}" dt="2025-09-29T17:27:22.803" v="57235" actId="113"/>
          <ac:spMkLst>
            <pc:docMk/>
            <pc:sldMk cId="229942939" sldId="344"/>
            <ac:spMk id="3" creationId="{C1CE5583-C280-1766-F2CC-FF1538D2C8A6}"/>
          </ac:spMkLst>
        </pc:spChg>
        <pc:spChg chg="add del">
          <ac:chgData name="Robert de Groote" userId="2ce5265b-80a0-4fb8-a62a-8035e9b0c45a" providerId="ADAL" clId="{2F427DC0-94DD-4221-BDA8-C26CE314FA9F}" dt="2025-09-29T13:31:35.842" v="55029" actId="26606"/>
          <ac:spMkLst>
            <pc:docMk/>
            <pc:sldMk cId="229942939" sldId="344"/>
            <ac:spMk id="10" creationId="{744CAA32-F237-419C-A2DD-43C28D920D3C}"/>
          </ac:spMkLst>
        </pc:spChg>
        <pc:picChg chg="add mod">
          <ac:chgData name="Robert de Groote" userId="2ce5265b-80a0-4fb8-a62a-8035e9b0c45a" providerId="ADAL" clId="{2F427DC0-94DD-4221-BDA8-C26CE314FA9F}" dt="2025-09-29T13:31:35.842" v="55029" actId="26606"/>
          <ac:picMkLst>
            <pc:docMk/>
            <pc:sldMk cId="229942939" sldId="344"/>
            <ac:picMk id="5" creationId="{D78ED61E-BDFA-710C-A601-3F5CE223B6BE}"/>
          </ac:picMkLst>
        </pc:picChg>
        <pc:cxnChg chg="add del">
          <ac:chgData name="Robert de Groote" userId="2ce5265b-80a0-4fb8-a62a-8035e9b0c45a" providerId="ADAL" clId="{2F427DC0-94DD-4221-BDA8-C26CE314FA9F}" dt="2025-09-29T13:31:35.842" v="55029" actId="26606"/>
          <ac:cxnSpMkLst>
            <pc:docMk/>
            <pc:sldMk cId="229942939" sldId="344"/>
            <ac:cxnSpMk id="12" creationId="{753FE100-D0AB-4AE2-824B-60CFA31EC6A2}"/>
          </ac:cxnSpMkLst>
        </pc:cxnChg>
      </pc:sldChg>
      <pc:sldChg chg="addSp delSp modSp add mod modAnim">
        <pc:chgData name="Robert de Groote" userId="2ce5265b-80a0-4fb8-a62a-8035e9b0c45a" providerId="ADAL" clId="{2F427DC0-94DD-4221-BDA8-C26CE314FA9F}" dt="2025-09-29T17:28:41.911" v="57243" actId="20577"/>
        <pc:sldMkLst>
          <pc:docMk/>
          <pc:sldMk cId="197475479" sldId="345"/>
        </pc:sldMkLst>
        <pc:spChg chg="mod">
          <ac:chgData name="Robert de Groote" userId="2ce5265b-80a0-4fb8-a62a-8035e9b0c45a" providerId="ADAL" clId="{2F427DC0-94DD-4221-BDA8-C26CE314FA9F}" dt="2025-09-29T08:43:04.782" v="41133" actId="20577"/>
          <ac:spMkLst>
            <pc:docMk/>
            <pc:sldMk cId="197475479" sldId="345"/>
            <ac:spMk id="2" creationId="{4CBAE332-3A58-B510-1E74-6C27E4CA7335}"/>
          </ac:spMkLst>
        </pc:spChg>
        <pc:spChg chg="mod">
          <ac:chgData name="Robert de Groote" userId="2ce5265b-80a0-4fb8-a62a-8035e9b0c45a" providerId="ADAL" clId="{2F427DC0-94DD-4221-BDA8-C26CE314FA9F}" dt="2025-09-29T17:28:41.911" v="57243" actId="20577"/>
          <ac:spMkLst>
            <pc:docMk/>
            <pc:sldMk cId="197475479" sldId="345"/>
            <ac:spMk id="3" creationId="{1C0864E7-53FB-4C2D-05FD-EC4B19935BCA}"/>
          </ac:spMkLst>
        </pc:spChg>
        <pc:spChg chg="add del mod">
          <ac:chgData name="Robert de Groote" userId="2ce5265b-80a0-4fb8-a62a-8035e9b0c45a" providerId="ADAL" clId="{2F427DC0-94DD-4221-BDA8-C26CE314FA9F}" dt="2025-09-29T09:49:57.557" v="43084" actId="478"/>
          <ac:spMkLst>
            <pc:docMk/>
            <pc:sldMk cId="197475479" sldId="345"/>
            <ac:spMk id="4" creationId="{2936BB92-FB53-59CF-CADD-BCAAA56A03A1}"/>
          </ac:spMkLst>
        </pc:spChg>
        <pc:spChg chg="add mod">
          <ac:chgData name="Robert de Groote" userId="2ce5265b-80a0-4fb8-a62a-8035e9b0c45a" providerId="ADAL" clId="{2F427DC0-94DD-4221-BDA8-C26CE314FA9F}" dt="2025-09-29T13:33:07.378" v="55113"/>
          <ac:spMkLst>
            <pc:docMk/>
            <pc:sldMk cId="197475479" sldId="345"/>
            <ac:spMk id="5" creationId="{CF0D1D3F-89E0-0010-B6CB-AEDBC01A5096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14" creationId="{599D7E80-A1A8-565B-B6E4-A4BB419A4754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22" creationId="{35ADCB22-5344-2BB4-96DD-6AB0E4F9CD60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26" creationId="{6F611A12-3AA8-1E22-6C46-4205BDA7E957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29" creationId="{DED2462A-B98C-036B-A6A2-A7236A808370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32" creationId="{21EA71A7-4339-EFA2-E25C-146469553EBD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37" creationId="{C86524F8-B4A3-C06B-849C-8774EC7FA534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43" creationId="{E81D61F7-657A-325C-EEFC-8EA396D04036}"/>
          </ac:spMkLst>
        </pc:spChg>
        <pc:spChg chg="mod">
          <ac:chgData name="Robert de Groote" userId="2ce5265b-80a0-4fb8-a62a-8035e9b0c45a" providerId="ADAL" clId="{2F427DC0-94DD-4221-BDA8-C26CE314FA9F}" dt="2025-09-29T13:33:07.268" v="55096"/>
          <ac:spMkLst>
            <pc:docMk/>
            <pc:sldMk cId="197475479" sldId="345"/>
            <ac:spMk id="50" creationId="{B8D716CD-7142-6F5D-4351-C38417435ECF}"/>
          </ac:spMkLst>
        </pc:spChg>
        <pc:spChg chg="add mod">
          <ac:chgData name="Robert de Groote" userId="2ce5265b-80a0-4fb8-a62a-8035e9b0c45a" providerId="ADAL" clId="{2F427DC0-94DD-4221-BDA8-C26CE314FA9F}" dt="2025-09-29T13:33:07.378" v="55126"/>
          <ac:spMkLst>
            <pc:docMk/>
            <pc:sldMk cId="197475479" sldId="345"/>
            <ac:spMk id="51" creationId="{4946563A-19A3-3042-D641-F03C636BC667}"/>
          </ac:spMkLst>
        </pc:spChg>
        <pc:spChg chg="add mod">
          <ac:chgData name="Robert de Groote" userId="2ce5265b-80a0-4fb8-a62a-8035e9b0c45a" providerId="ADAL" clId="{2F427DC0-94DD-4221-BDA8-C26CE314FA9F}" dt="2025-09-29T17:14:20.767" v="56516" actId="2711"/>
          <ac:spMkLst>
            <pc:docMk/>
            <pc:sldMk cId="197475479" sldId="345"/>
            <ac:spMk id="54" creationId="{5EF9B0A0-E6BF-BB71-10F6-E99D1F2A0EB9}"/>
          </ac:spMkLst>
        </pc:spChg>
        <pc:spChg chg="add mod">
          <ac:chgData name="Robert de Groote" userId="2ce5265b-80a0-4fb8-a62a-8035e9b0c45a" providerId="ADAL" clId="{2F427DC0-94DD-4221-BDA8-C26CE314FA9F}" dt="2025-09-29T17:15:36.583" v="56595"/>
          <ac:spMkLst>
            <pc:docMk/>
            <pc:sldMk cId="197475479" sldId="345"/>
            <ac:spMk id="55" creationId="{3B3576E2-D9D3-CDAF-CAC6-1973D8013F8F}"/>
          </ac:spMkLst>
        </pc:spChg>
        <pc:spChg chg="add del mod">
          <ac:chgData name="Robert de Groote" userId="2ce5265b-80a0-4fb8-a62a-8035e9b0c45a" providerId="ADAL" clId="{2F427DC0-94DD-4221-BDA8-C26CE314FA9F}" dt="2025-09-29T17:13:48.947" v="56461" actId="478"/>
          <ac:spMkLst>
            <pc:docMk/>
            <pc:sldMk cId="197475479" sldId="345"/>
            <ac:spMk id="56" creationId="{2770D474-5609-F956-5205-11DDFF572707}"/>
          </ac:spMkLst>
        </pc:spChg>
        <pc:spChg chg="add mod">
          <ac:chgData name="Robert de Groote" userId="2ce5265b-80a0-4fb8-a62a-8035e9b0c45a" providerId="ADAL" clId="{2F427DC0-94DD-4221-BDA8-C26CE314FA9F}" dt="2025-09-29T17:14:59.942" v="56526" actId="1582"/>
          <ac:spMkLst>
            <pc:docMk/>
            <pc:sldMk cId="197475479" sldId="345"/>
            <ac:spMk id="63" creationId="{B0A62AE8-D6B8-881C-79EC-234975FB6700}"/>
          </ac:spMkLst>
        </pc:spChg>
        <pc:spChg chg="add del mod">
          <ac:chgData name="Robert de Groote" userId="2ce5265b-80a0-4fb8-a62a-8035e9b0c45a" providerId="ADAL" clId="{2F427DC0-94DD-4221-BDA8-C26CE314FA9F}" dt="2025-09-29T17:13:54.438" v="56486"/>
          <ac:spMkLst>
            <pc:docMk/>
            <pc:sldMk cId="197475479" sldId="345"/>
            <ac:spMk id="64" creationId="{3D5511B3-D6DD-159B-2C75-E96A546CD827}"/>
          </ac:spMkLst>
        </pc:spChg>
        <pc:spChg chg="add del mod">
          <ac:chgData name="Robert de Groote" userId="2ce5265b-80a0-4fb8-a62a-8035e9b0c45a" providerId="ADAL" clId="{2F427DC0-94DD-4221-BDA8-C26CE314FA9F}" dt="2025-09-29T17:13:54.438" v="56486"/>
          <ac:spMkLst>
            <pc:docMk/>
            <pc:sldMk cId="197475479" sldId="345"/>
            <ac:spMk id="65" creationId="{AE8A1508-D8B1-5F68-63F9-CDE13F1EF8D3}"/>
          </ac:spMkLst>
        </pc:spChg>
        <pc:spChg chg="add mod">
          <ac:chgData name="Robert de Groote" userId="2ce5265b-80a0-4fb8-a62a-8035e9b0c45a" providerId="ADAL" clId="{2F427DC0-94DD-4221-BDA8-C26CE314FA9F}" dt="2025-09-29T17:15:26.688" v="56557" actId="1076"/>
          <ac:spMkLst>
            <pc:docMk/>
            <pc:sldMk cId="197475479" sldId="345"/>
            <ac:spMk id="66" creationId="{BBD5728C-FA9F-8FA8-574B-4541E3D913C9}"/>
          </ac:spMkLst>
        </pc:spChg>
        <pc:spChg chg="add del mod">
          <ac:chgData name="Robert de Groote" userId="2ce5265b-80a0-4fb8-a62a-8035e9b0c45a" providerId="ADAL" clId="{2F427DC0-94DD-4221-BDA8-C26CE314FA9F}" dt="2025-09-29T17:15:23.878" v="56556"/>
          <ac:spMkLst>
            <pc:docMk/>
            <pc:sldMk cId="197475479" sldId="345"/>
            <ac:spMk id="67" creationId="{AE67D1CE-D330-8F62-63F2-A38E7EA05610}"/>
          </ac:spMkLst>
        </pc:spChg>
        <pc:spChg chg="add del mod">
          <ac:chgData name="Robert de Groote" userId="2ce5265b-80a0-4fb8-a62a-8035e9b0c45a" providerId="ADAL" clId="{2F427DC0-94DD-4221-BDA8-C26CE314FA9F}" dt="2025-09-29T17:15:23.878" v="56556"/>
          <ac:spMkLst>
            <pc:docMk/>
            <pc:sldMk cId="197475479" sldId="345"/>
            <ac:spMk id="68" creationId="{42A34CAF-845A-E27E-A5E6-70C40FD4C2D7}"/>
          </ac:spMkLst>
        </pc:spChg>
        <pc:spChg chg="add mod">
          <ac:chgData name="Robert de Groote" userId="2ce5265b-80a0-4fb8-a62a-8035e9b0c45a" providerId="ADAL" clId="{2F427DC0-94DD-4221-BDA8-C26CE314FA9F}" dt="2025-09-29T17:15:45.579" v="56602" actId="465"/>
          <ac:spMkLst>
            <pc:docMk/>
            <pc:sldMk cId="197475479" sldId="345"/>
            <ac:spMk id="69" creationId="{2E34A497-34B7-9809-5B0E-CA818F5E3790}"/>
          </ac:spMkLst>
        </pc:spChg>
        <pc:spChg chg="add del mod">
          <ac:chgData name="Robert de Groote" userId="2ce5265b-80a0-4fb8-a62a-8035e9b0c45a" providerId="ADAL" clId="{2F427DC0-94DD-4221-BDA8-C26CE314FA9F}" dt="2025-09-29T17:15:36.587" v="56601"/>
          <ac:spMkLst>
            <pc:docMk/>
            <pc:sldMk cId="197475479" sldId="345"/>
            <ac:spMk id="70" creationId="{F4CF3054-FD02-B9F9-0885-D21CADBA9DCF}"/>
          </ac:spMkLst>
        </pc:spChg>
        <pc:spChg chg="add del mod">
          <ac:chgData name="Robert de Groote" userId="2ce5265b-80a0-4fb8-a62a-8035e9b0c45a" providerId="ADAL" clId="{2F427DC0-94DD-4221-BDA8-C26CE314FA9F}" dt="2025-09-29T17:15:36.587" v="56601"/>
          <ac:spMkLst>
            <pc:docMk/>
            <pc:sldMk cId="197475479" sldId="345"/>
            <ac:spMk id="71" creationId="{27C78E96-A284-C669-20C4-91F5D8D43021}"/>
          </ac:spMkLst>
        </pc:spChg>
        <pc:spChg chg="add del mod">
          <ac:chgData name="Robert de Groote" userId="2ce5265b-80a0-4fb8-a62a-8035e9b0c45a" providerId="ADAL" clId="{2F427DC0-94DD-4221-BDA8-C26CE314FA9F}" dt="2025-09-29T17:15:36.519" v="56580"/>
          <ac:spMkLst>
            <pc:docMk/>
            <pc:sldMk cId="197475479" sldId="345"/>
            <ac:spMk id="72" creationId="{3352A942-0A5C-4586-C89F-828ECD6B93B4}"/>
          </ac:spMkLst>
        </pc:spChg>
        <pc:spChg chg="add del mod">
          <ac:chgData name="Robert de Groote" userId="2ce5265b-80a0-4fb8-a62a-8035e9b0c45a" providerId="ADAL" clId="{2F427DC0-94DD-4221-BDA8-C26CE314FA9F}" dt="2025-09-29T17:15:36.555" v="56589"/>
          <ac:spMkLst>
            <pc:docMk/>
            <pc:sldMk cId="197475479" sldId="345"/>
            <ac:spMk id="73" creationId="{A931B311-EB3A-6A31-746A-D6E860A2937B}"/>
          </ac:spMkLst>
        </pc:spChg>
        <pc:grpChg chg="mod">
          <ac:chgData name="Robert de Groote" userId="2ce5265b-80a0-4fb8-a62a-8035e9b0c45a" providerId="ADAL" clId="{2F427DC0-94DD-4221-BDA8-C26CE314FA9F}" dt="2025-09-29T13:33:07.378" v="55114"/>
          <ac:grpSpMkLst>
            <pc:docMk/>
            <pc:sldMk cId="197475479" sldId="345"/>
            <ac:grpSpMk id="6" creationId="{CCB23C82-608E-0693-722A-AFE7C3F6934D}"/>
          </ac:grpSpMkLst>
        </pc:grpChg>
        <pc:grpChg chg="mod">
          <ac:chgData name="Robert de Groote" userId="2ce5265b-80a0-4fb8-a62a-8035e9b0c45a" providerId="ADAL" clId="{2F427DC0-94DD-4221-BDA8-C26CE314FA9F}" dt="2025-09-29T13:33:07.378" v="55115"/>
          <ac:grpSpMkLst>
            <pc:docMk/>
            <pc:sldMk cId="197475479" sldId="345"/>
            <ac:grpSpMk id="18" creationId="{4664BE2A-3F75-E4DE-6DBF-6710494DFCBA}"/>
          </ac:grpSpMkLst>
        </pc:grpChg>
        <pc:grpChg chg="mod">
          <ac:chgData name="Robert de Groote" userId="2ce5265b-80a0-4fb8-a62a-8035e9b0c45a" providerId="ADAL" clId="{2F427DC0-94DD-4221-BDA8-C26CE314FA9F}" dt="2025-09-29T13:33:07.378" v="55116"/>
          <ac:grpSpMkLst>
            <pc:docMk/>
            <pc:sldMk cId="197475479" sldId="345"/>
            <ac:grpSpMk id="21" creationId="{3778ADFB-16E8-FAAB-8987-D5116ACB1659}"/>
          </ac:grpSpMkLst>
        </pc:grpChg>
        <pc:grpChg chg="mod">
          <ac:chgData name="Robert de Groote" userId="2ce5265b-80a0-4fb8-a62a-8035e9b0c45a" providerId="ADAL" clId="{2F427DC0-94DD-4221-BDA8-C26CE314FA9F}" dt="2025-09-29T13:33:07.378" v="55117"/>
          <ac:grpSpMkLst>
            <pc:docMk/>
            <pc:sldMk cId="197475479" sldId="345"/>
            <ac:grpSpMk id="24" creationId="{C3922BEC-E344-9111-2A1E-15F3E71427DD}"/>
          </ac:grpSpMkLst>
        </pc:grpChg>
        <pc:grpChg chg="mod">
          <ac:chgData name="Robert de Groote" userId="2ce5265b-80a0-4fb8-a62a-8035e9b0c45a" providerId="ADAL" clId="{2F427DC0-94DD-4221-BDA8-C26CE314FA9F}" dt="2025-09-29T13:33:07.378" v="55118"/>
          <ac:grpSpMkLst>
            <pc:docMk/>
            <pc:sldMk cId="197475479" sldId="345"/>
            <ac:grpSpMk id="27" creationId="{0C561FF2-C813-B7E1-3F72-2C281C314D74}"/>
          </ac:grpSpMkLst>
        </pc:grpChg>
        <pc:grpChg chg="mod">
          <ac:chgData name="Robert de Groote" userId="2ce5265b-80a0-4fb8-a62a-8035e9b0c45a" providerId="ADAL" clId="{2F427DC0-94DD-4221-BDA8-C26CE314FA9F}" dt="2025-09-29T13:33:07.378" v="55119"/>
          <ac:grpSpMkLst>
            <pc:docMk/>
            <pc:sldMk cId="197475479" sldId="345"/>
            <ac:grpSpMk id="30" creationId="{C3E2AE08-3AAC-1A83-1FFC-C59DDB17E189}"/>
          </ac:grpSpMkLst>
        </pc:grpChg>
        <pc:grpChg chg="mod">
          <ac:chgData name="Robert de Groote" userId="2ce5265b-80a0-4fb8-a62a-8035e9b0c45a" providerId="ADAL" clId="{2F427DC0-94DD-4221-BDA8-C26CE314FA9F}" dt="2025-09-29T13:33:07.378" v="55120"/>
          <ac:grpSpMkLst>
            <pc:docMk/>
            <pc:sldMk cId="197475479" sldId="345"/>
            <ac:grpSpMk id="33" creationId="{9A502486-E274-F3CD-9D4E-413592D1CD68}"/>
          </ac:grpSpMkLst>
        </pc:grpChg>
        <pc:grpChg chg="mod">
          <ac:chgData name="Robert de Groote" userId="2ce5265b-80a0-4fb8-a62a-8035e9b0c45a" providerId="ADAL" clId="{2F427DC0-94DD-4221-BDA8-C26CE314FA9F}" dt="2025-09-29T13:33:07.378" v="55121"/>
          <ac:grpSpMkLst>
            <pc:docMk/>
            <pc:sldMk cId="197475479" sldId="345"/>
            <ac:grpSpMk id="36" creationId="{5846A0C8-1E55-1C3F-50A0-4E477278F352}"/>
          </ac:grpSpMkLst>
        </pc:grpChg>
        <pc:grpChg chg="mod">
          <ac:chgData name="Robert de Groote" userId="2ce5265b-80a0-4fb8-a62a-8035e9b0c45a" providerId="ADAL" clId="{2F427DC0-94DD-4221-BDA8-C26CE314FA9F}" dt="2025-09-29T13:33:07.378" v="55122"/>
          <ac:grpSpMkLst>
            <pc:docMk/>
            <pc:sldMk cId="197475479" sldId="345"/>
            <ac:grpSpMk id="39" creationId="{D547AE79-4DAA-089E-B232-4B235F9A2C5F}"/>
          </ac:grpSpMkLst>
        </pc:grpChg>
        <pc:grpChg chg="mod">
          <ac:chgData name="Robert de Groote" userId="2ce5265b-80a0-4fb8-a62a-8035e9b0c45a" providerId="ADAL" clId="{2F427DC0-94DD-4221-BDA8-C26CE314FA9F}" dt="2025-09-29T13:33:07.378" v="55123"/>
          <ac:grpSpMkLst>
            <pc:docMk/>
            <pc:sldMk cId="197475479" sldId="345"/>
            <ac:grpSpMk id="42" creationId="{74244105-A589-500F-9080-874AC54EF492}"/>
          </ac:grpSpMkLst>
        </pc:grpChg>
        <pc:grpChg chg="mod">
          <ac:chgData name="Robert de Groote" userId="2ce5265b-80a0-4fb8-a62a-8035e9b0c45a" providerId="ADAL" clId="{2F427DC0-94DD-4221-BDA8-C26CE314FA9F}" dt="2025-09-29T13:33:07.378" v="55124"/>
          <ac:grpSpMkLst>
            <pc:docMk/>
            <pc:sldMk cId="197475479" sldId="345"/>
            <ac:grpSpMk id="45" creationId="{B012C7AE-D019-13AE-6651-903DB309A999}"/>
          </ac:grpSpMkLst>
        </pc:grpChg>
        <pc:grpChg chg="mod">
          <ac:chgData name="Robert de Groote" userId="2ce5265b-80a0-4fb8-a62a-8035e9b0c45a" providerId="ADAL" clId="{2F427DC0-94DD-4221-BDA8-C26CE314FA9F}" dt="2025-09-29T13:33:07.378" v="55125"/>
          <ac:grpSpMkLst>
            <pc:docMk/>
            <pc:sldMk cId="197475479" sldId="345"/>
            <ac:grpSpMk id="48" creationId="{E4746EA3-47AD-12A1-00F4-603754A417B6}"/>
          </ac:grpSpMkLst>
        </pc:grpChg>
        <pc:cxnChg chg="mod">
          <ac:chgData name="Robert de Groote" userId="2ce5265b-80a0-4fb8-a62a-8035e9b0c45a" providerId="ADAL" clId="{2F427DC0-94DD-4221-BDA8-C26CE314FA9F}" dt="2025-09-29T13:33:07.378" v="55127"/>
          <ac:cxnSpMkLst>
            <pc:docMk/>
            <pc:sldMk cId="197475479" sldId="345"/>
            <ac:cxnSpMk id="52" creationId="{3E134F74-C346-418D-B70D-F87678709C6C}"/>
          </ac:cxnSpMkLst>
        </pc:cxnChg>
        <pc:cxnChg chg="mod">
          <ac:chgData name="Robert de Groote" userId="2ce5265b-80a0-4fb8-a62a-8035e9b0c45a" providerId="ADAL" clId="{2F427DC0-94DD-4221-BDA8-C26CE314FA9F}" dt="2025-09-29T13:33:07.378" v="55128"/>
          <ac:cxnSpMkLst>
            <pc:docMk/>
            <pc:sldMk cId="197475479" sldId="345"/>
            <ac:cxnSpMk id="53" creationId="{33AA18FC-C069-CAF5-17CD-3DB0AAD86B22}"/>
          </ac:cxnSpMkLst>
        </pc:cxnChg>
        <pc:cxnChg chg="add del mod">
          <ac:chgData name="Robert de Groote" userId="2ce5265b-80a0-4fb8-a62a-8035e9b0c45a" providerId="ADAL" clId="{2F427DC0-94DD-4221-BDA8-C26CE314FA9F}" dt="2025-09-29T17:13:50.535" v="56462" actId="478"/>
          <ac:cxnSpMkLst>
            <pc:docMk/>
            <pc:sldMk cId="197475479" sldId="345"/>
            <ac:cxnSpMk id="57" creationId="{EDC58791-C1BE-FA91-921C-F9B4841403D9}"/>
          </ac:cxnSpMkLst>
        </pc:cxnChg>
      </pc:sldChg>
      <pc:sldChg chg="addSp delSp modSp add mod ord addAnim delAnim modAnim">
        <pc:chgData name="Robert de Groote" userId="2ce5265b-80a0-4fb8-a62a-8035e9b0c45a" providerId="ADAL" clId="{2F427DC0-94DD-4221-BDA8-C26CE314FA9F}" dt="2025-09-29T13:09:55.148" v="53849" actId="113"/>
        <pc:sldMkLst>
          <pc:docMk/>
          <pc:sldMk cId="171750379" sldId="346"/>
        </pc:sldMkLst>
        <pc:spChg chg="mod">
          <ac:chgData name="Robert de Groote" userId="2ce5265b-80a0-4fb8-a62a-8035e9b0c45a" providerId="ADAL" clId="{2F427DC0-94DD-4221-BDA8-C26CE314FA9F}" dt="2025-09-25T17:58:24.677" v="39622" actId="20577"/>
          <ac:spMkLst>
            <pc:docMk/>
            <pc:sldMk cId="171750379" sldId="346"/>
            <ac:spMk id="2" creationId="{E4BC97DE-E55C-38A7-74AB-C3AB1FF774F0}"/>
          </ac:spMkLst>
        </pc:spChg>
        <pc:spChg chg="mod">
          <ac:chgData name="Robert de Groote" userId="2ce5265b-80a0-4fb8-a62a-8035e9b0c45a" providerId="ADAL" clId="{2F427DC0-94DD-4221-BDA8-C26CE314FA9F}" dt="2025-09-29T13:09:55.148" v="53849" actId="113"/>
          <ac:spMkLst>
            <pc:docMk/>
            <pc:sldMk cId="171750379" sldId="346"/>
            <ac:spMk id="3" creationId="{CA760981-4EAC-F33B-F768-DC602E22A4B6}"/>
          </ac:spMkLst>
        </pc:spChg>
        <pc:spChg chg="mod">
          <ac:chgData name="Robert de Groote" userId="2ce5265b-80a0-4fb8-a62a-8035e9b0c45a" providerId="ADAL" clId="{2F427DC0-94DD-4221-BDA8-C26CE314FA9F}" dt="2025-09-29T12:19:40.239" v="47834"/>
          <ac:spMkLst>
            <pc:docMk/>
            <pc:sldMk cId="171750379" sldId="346"/>
            <ac:spMk id="4" creationId="{46F706C9-5AA7-A63A-E289-566C71CCA7F9}"/>
          </ac:spMkLst>
        </pc:spChg>
        <pc:spChg chg="mod">
          <ac:chgData name="Robert de Groote" userId="2ce5265b-80a0-4fb8-a62a-8035e9b0c45a" providerId="ADAL" clId="{2F427DC0-94DD-4221-BDA8-C26CE314FA9F}" dt="2025-09-29T12:19:40.239" v="47835"/>
          <ac:spMkLst>
            <pc:docMk/>
            <pc:sldMk cId="171750379" sldId="346"/>
            <ac:spMk id="5" creationId="{D1BA312C-B343-005C-C131-1F332FC61915}"/>
          </ac:spMkLst>
        </pc:spChg>
        <pc:spChg chg="add 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6" creationId="{AA7A20D3-1F97-B659-F3B4-A27971FAE91C}"/>
          </ac:spMkLst>
        </pc:spChg>
        <pc:spChg chg="add 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7" creationId="{B58358E6-B2F5-D18F-FB3C-881B5FFC745F}"/>
          </ac:spMkLst>
        </pc:spChg>
        <pc:spChg chg="add mod">
          <ac:chgData name="Robert de Groote" userId="2ce5265b-80a0-4fb8-a62a-8035e9b0c45a" providerId="ADAL" clId="{2F427DC0-94DD-4221-BDA8-C26CE314FA9F}" dt="2025-09-29T12:19:40.239" v="47838"/>
          <ac:spMkLst>
            <pc:docMk/>
            <pc:sldMk cId="171750379" sldId="346"/>
            <ac:spMk id="8" creationId="{168223DD-9A2F-04D7-F43F-3F8C2C720A7E}"/>
          </ac:spMkLst>
        </pc:spChg>
        <pc:spChg chg="mod">
          <ac:chgData name="Robert de Groote" userId="2ce5265b-80a0-4fb8-a62a-8035e9b0c45a" providerId="ADAL" clId="{2F427DC0-94DD-4221-BDA8-C26CE314FA9F}" dt="2025-09-29T12:19:40.239" v="47839"/>
          <ac:spMkLst>
            <pc:docMk/>
            <pc:sldMk cId="171750379" sldId="346"/>
            <ac:spMk id="9" creationId="{8FBE0F5F-EFEC-2C20-5CBB-C7DCA7A8C9A0}"/>
          </ac:spMkLst>
        </pc:spChg>
        <pc:spChg chg="mod">
          <ac:chgData name="Robert de Groote" userId="2ce5265b-80a0-4fb8-a62a-8035e9b0c45a" providerId="ADAL" clId="{2F427DC0-94DD-4221-BDA8-C26CE314FA9F}" dt="2025-09-29T12:19:40.239" v="47840"/>
          <ac:spMkLst>
            <pc:docMk/>
            <pc:sldMk cId="171750379" sldId="346"/>
            <ac:spMk id="10" creationId="{44AD4486-3CE1-73F4-CCD7-47C8B958DEA2}"/>
          </ac:spMkLst>
        </pc:spChg>
        <pc:spChg chg="mod">
          <ac:chgData name="Robert de Groote" userId="2ce5265b-80a0-4fb8-a62a-8035e9b0c45a" providerId="ADAL" clId="{2F427DC0-94DD-4221-BDA8-C26CE314FA9F}" dt="2025-09-29T12:19:40.239" v="47841"/>
          <ac:spMkLst>
            <pc:docMk/>
            <pc:sldMk cId="171750379" sldId="346"/>
            <ac:spMk id="11" creationId="{D3B4EBAE-2DB9-76CF-14F6-FF772F15A80F}"/>
          </ac:spMkLst>
        </pc:spChg>
        <pc:spChg chg="mod">
          <ac:chgData name="Robert de Groote" userId="2ce5265b-80a0-4fb8-a62a-8035e9b0c45a" providerId="ADAL" clId="{2F427DC0-94DD-4221-BDA8-C26CE314FA9F}" dt="2025-09-29T12:19:40.239" v="47842"/>
          <ac:spMkLst>
            <pc:docMk/>
            <pc:sldMk cId="171750379" sldId="346"/>
            <ac:spMk id="12" creationId="{C2BB5D52-C180-2841-4B6E-9EB52E22B087}"/>
          </ac:spMkLst>
        </pc:spChg>
        <pc:spChg chg="mod">
          <ac:chgData name="Robert de Groote" userId="2ce5265b-80a0-4fb8-a62a-8035e9b0c45a" providerId="ADAL" clId="{2F427DC0-94DD-4221-BDA8-C26CE314FA9F}" dt="2025-09-29T12:19:40.239" v="47843"/>
          <ac:spMkLst>
            <pc:docMk/>
            <pc:sldMk cId="171750379" sldId="346"/>
            <ac:spMk id="13" creationId="{EA277413-66DE-D210-F0AE-6C675133F1B9}"/>
          </ac:spMkLst>
        </pc:spChg>
        <pc:spChg chg="add 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14" creationId="{B7A415EF-6F37-7D9A-89B8-665AE19B0E76}"/>
          </ac:spMkLst>
        </pc:spChg>
        <pc:spChg chg="mod">
          <ac:chgData name="Robert de Groote" userId="2ce5265b-80a0-4fb8-a62a-8035e9b0c45a" providerId="ADAL" clId="{2F427DC0-94DD-4221-BDA8-C26CE314FA9F}" dt="2025-09-29T12:19:40.066" v="47794"/>
          <ac:spMkLst>
            <pc:docMk/>
            <pc:sldMk cId="171750379" sldId="346"/>
            <ac:spMk id="18" creationId="{03E6DF50-D763-69D6-82AD-F116BAA822B4}"/>
          </ac:spMkLst>
        </pc:spChg>
        <pc:spChg chg="mod">
          <ac:chgData name="Robert de Groote" userId="2ce5265b-80a0-4fb8-a62a-8035e9b0c45a" providerId="ADAL" clId="{2F427DC0-94DD-4221-BDA8-C26CE314FA9F}" dt="2025-09-29T12:19:40.066" v="47794"/>
          <ac:spMkLst>
            <pc:docMk/>
            <pc:sldMk cId="171750379" sldId="346"/>
            <ac:spMk id="19" creationId="{C3032498-0664-5D5B-B92E-C889B30D1451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27" creationId="{48DC282A-0D85-6252-CFD4-F0B5B05F67A8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28" creationId="{782FB760-68EC-9487-463E-9F28DF252693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29" creationId="{111A4545-7311-1CF2-0555-8197E31A9B0E}"/>
          </ac:spMkLst>
        </pc:spChg>
        <pc:spChg chg="mod">
          <ac:chgData name="Robert de Groote" userId="2ce5265b-80a0-4fb8-a62a-8035e9b0c45a" providerId="ADAL" clId="{2F427DC0-94DD-4221-BDA8-C26CE314FA9F}" dt="2025-09-29T12:19:40.239" v="47849"/>
          <ac:spMkLst>
            <pc:docMk/>
            <pc:sldMk cId="171750379" sldId="346"/>
            <ac:spMk id="30" creationId="{159A851A-C279-E510-EB9F-A3A6AF855767}"/>
          </ac:spMkLst>
        </pc:spChg>
        <pc:spChg chg="mod">
          <ac:chgData name="Robert de Groote" userId="2ce5265b-80a0-4fb8-a62a-8035e9b0c45a" providerId="ADAL" clId="{2F427DC0-94DD-4221-BDA8-C26CE314FA9F}" dt="2025-09-29T12:19:40.239" v="47850"/>
          <ac:spMkLst>
            <pc:docMk/>
            <pc:sldMk cId="171750379" sldId="346"/>
            <ac:spMk id="31" creationId="{216CB148-719F-9C4D-01F9-F8CE4270A6A6}"/>
          </ac:spMkLst>
        </pc:spChg>
        <pc:spChg chg="mod">
          <ac:chgData name="Robert de Groote" userId="2ce5265b-80a0-4fb8-a62a-8035e9b0c45a" providerId="ADAL" clId="{2F427DC0-94DD-4221-BDA8-C26CE314FA9F}" dt="2025-09-29T12:19:40.255" v="47851"/>
          <ac:spMkLst>
            <pc:docMk/>
            <pc:sldMk cId="171750379" sldId="346"/>
            <ac:spMk id="32" creationId="{DF790795-54A2-B858-36F5-DD32F10E9B6A}"/>
          </ac:spMkLst>
        </pc:spChg>
        <pc:spChg chg="mod">
          <ac:chgData name="Robert de Groote" userId="2ce5265b-80a0-4fb8-a62a-8035e9b0c45a" providerId="ADAL" clId="{2F427DC0-94DD-4221-BDA8-C26CE314FA9F}" dt="2025-09-29T12:19:40.255" v="47852"/>
          <ac:spMkLst>
            <pc:docMk/>
            <pc:sldMk cId="171750379" sldId="346"/>
            <ac:spMk id="33" creationId="{4048C000-7EF8-1085-6870-91FD056E0F0E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34" creationId="{254F639F-9831-75D7-5707-5078D8C89CFC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35" creationId="{A6065784-E471-064A-83CB-A1FBDC28D4A0}"/>
          </ac:spMkLst>
        </pc:spChg>
        <pc:spChg chg="mod">
          <ac:chgData name="Robert de Groote" userId="2ce5265b-80a0-4fb8-a62a-8035e9b0c45a" providerId="ADAL" clId="{2F427DC0-94DD-4221-BDA8-C26CE314FA9F}" dt="2025-09-29T12:19:40.255" v="47855"/>
          <ac:spMkLst>
            <pc:docMk/>
            <pc:sldMk cId="171750379" sldId="346"/>
            <ac:spMk id="36" creationId="{45A5235A-5972-F9EC-7763-EE6ECC8A669A}"/>
          </ac:spMkLst>
        </pc:spChg>
        <pc:spChg chg="mod">
          <ac:chgData name="Robert de Groote" userId="2ce5265b-80a0-4fb8-a62a-8035e9b0c45a" providerId="ADAL" clId="{2F427DC0-94DD-4221-BDA8-C26CE314FA9F}" dt="2025-09-29T12:19:40.255" v="47856"/>
          <ac:spMkLst>
            <pc:docMk/>
            <pc:sldMk cId="171750379" sldId="346"/>
            <ac:spMk id="37" creationId="{3DE79A38-003C-31FA-6929-F60518C454A3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38" creationId="{85440CC2-E579-A5B8-4E44-7DF3FCFF3048}"/>
          </ac:spMkLst>
        </pc:spChg>
        <pc:spChg chg="add mod">
          <ac:chgData name="Robert de Groote" userId="2ce5265b-80a0-4fb8-a62a-8035e9b0c45a" providerId="ADAL" clId="{2F427DC0-94DD-4221-BDA8-C26CE314FA9F}" dt="2025-09-29T12:19:40.255" v="47858"/>
          <ac:spMkLst>
            <pc:docMk/>
            <pc:sldMk cId="171750379" sldId="346"/>
            <ac:spMk id="39" creationId="{47757AAE-D31F-CA66-A880-8D1238D4F917}"/>
          </ac:spMkLst>
        </pc:spChg>
        <pc:spChg chg="mod">
          <ac:chgData name="Robert de Groote" userId="2ce5265b-80a0-4fb8-a62a-8035e9b0c45a" providerId="ADAL" clId="{2F427DC0-94DD-4221-BDA8-C26CE314FA9F}" dt="2025-09-29T12:20:26.545" v="47930" actId="1076"/>
          <ac:spMkLst>
            <pc:docMk/>
            <pc:sldMk cId="171750379" sldId="346"/>
            <ac:spMk id="40" creationId="{CE56658E-E567-E4CE-87AD-402ABD00166E}"/>
          </ac:spMkLst>
        </pc:spChg>
        <pc:spChg chg="mod">
          <ac:chgData name="Robert de Groote" userId="2ce5265b-80a0-4fb8-a62a-8035e9b0c45a" providerId="ADAL" clId="{2F427DC0-94DD-4221-BDA8-C26CE314FA9F}" dt="2025-09-29T12:19:40.255" v="47860"/>
          <ac:spMkLst>
            <pc:docMk/>
            <pc:sldMk cId="171750379" sldId="346"/>
            <ac:spMk id="41" creationId="{7C2255BB-9450-E199-FBE2-D927D09CFEE2}"/>
          </ac:spMkLst>
        </pc:spChg>
        <pc:spChg chg="add mod">
          <ac:chgData name="Robert de Groote" userId="2ce5265b-80a0-4fb8-a62a-8035e9b0c45a" providerId="ADAL" clId="{2F427DC0-94DD-4221-BDA8-C26CE314FA9F}" dt="2025-09-29T12:57:08.239" v="53514" actId="20577"/>
          <ac:spMkLst>
            <pc:docMk/>
            <pc:sldMk cId="171750379" sldId="346"/>
            <ac:spMk id="42" creationId="{4CB59030-CE1F-707E-EFB0-FEAE5389908F}"/>
          </ac:spMkLst>
        </pc:spChg>
        <pc:spChg chg="add mod">
          <ac:chgData name="Robert de Groote" userId="2ce5265b-80a0-4fb8-a62a-8035e9b0c45a" providerId="ADAL" clId="{2F427DC0-94DD-4221-BDA8-C26CE314FA9F}" dt="2025-09-29T12:30:41.911" v="53346"/>
          <ac:spMkLst>
            <pc:docMk/>
            <pc:sldMk cId="171750379" sldId="346"/>
            <ac:spMk id="49" creationId="{260ACC28-09B2-7E73-5E18-B9351DD6C2EC}"/>
          </ac:spMkLst>
        </pc:spChg>
        <pc:spChg chg="add mod">
          <ac:chgData name="Robert de Groote" userId="2ce5265b-80a0-4fb8-a62a-8035e9b0c45a" providerId="ADAL" clId="{2F427DC0-94DD-4221-BDA8-C26CE314FA9F}" dt="2025-09-29T12:19:40.255" v="47870"/>
          <ac:spMkLst>
            <pc:docMk/>
            <pc:sldMk cId="171750379" sldId="346"/>
            <ac:spMk id="51" creationId="{12EB41B1-36AB-CB14-C9F2-22FF2A9CF492}"/>
          </ac:spMkLst>
        </pc:spChg>
        <pc:spChg chg="mod">
          <ac:chgData name="Robert de Groote" userId="2ce5265b-80a0-4fb8-a62a-8035e9b0c45a" providerId="ADAL" clId="{2F427DC0-94DD-4221-BDA8-C26CE314FA9F}" dt="2025-09-29T12:19:40.255" v="47872"/>
          <ac:spMkLst>
            <pc:docMk/>
            <pc:sldMk cId="171750379" sldId="346"/>
            <ac:spMk id="53" creationId="{9CE34EEE-6678-E566-275C-8CE72ED4CD59}"/>
          </ac:spMkLst>
        </pc:spChg>
        <pc:spChg chg="mod topLvl">
          <ac:chgData name="Robert de Groote" userId="2ce5265b-80a0-4fb8-a62a-8035e9b0c45a" providerId="ADAL" clId="{2F427DC0-94DD-4221-BDA8-C26CE314FA9F}" dt="2025-09-29T12:28:28.510" v="50163"/>
          <ac:spMkLst>
            <pc:docMk/>
            <pc:sldMk cId="171750379" sldId="346"/>
            <ac:spMk id="54" creationId="{D7BE1BA3-1993-8961-A17B-893CE876992E}"/>
          </ac:spMkLst>
        </pc:spChg>
        <pc:spChg chg="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55" creationId="{42C3F534-D772-0FEF-1E9F-9AAC8006997D}"/>
          </ac:spMkLst>
        </pc:spChg>
        <pc:spChg chg="mod topLvl">
          <ac:chgData name="Robert de Groote" userId="2ce5265b-80a0-4fb8-a62a-8035e9b0c45a" providerId="ADAL" clId="{2F427DC0-94DD-4221-BDA8-C26CE314FA9F}" dt="2025-09-29T12:28:37.205" v="50373"/>
          <ac:spMkLst>
            <pc:docMk/>
            <pc:sldMk cId="171750379" sldId="346"/>
            <ac:spMk id="56" creationId="{6ADC38F4-6F99-8798-76D9-B6E4A0EEAD9E}"/>
          </ac:spMkLst>
        </pc:spChg>
        <pc:spChg chg="add 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58" creationId="{787A25C3-B449-90E3-B1DF-9C9414A39F58}"/>
          </ac:spMkLst>
        </pc:spChg>
        <pc:spChg chg="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59" creationId="{554C14B5-CF15-29ED-D641-254555588B4E}"/>
          </ac:spMkLst>
        </pc:spChg>
        <pc:spChg chg="mod topLvl">
          <ac:chgData name="Robert de Groote" userId="2ce5265b-80a0-4fb8-a62a-8035e9b0c45a" providerId="ADAL" clId="{2F427DC0-94DD-4221-BDA8-C26CE314FA9F}" dt="2025-09-29T12:28:51.629" v="50493"/>
          <ac:spMkLst>
            <pc:docMk/>
            <pc:sldMk cId="171750379" sldId="346"/>
            <ac:spMk id="60" creationId="{D8206C03-5B73-6600-9785-8EDF771053FA}"/>
          </ac:spMkLst>
        </pc:spChg>
        <pc:spChg chg="mod">
          <ac:chgData name="Robert de Groote" userId="2ce5265b-80a0-4fb8-a62a-8035e9b0c45a" providerId="ADAL" clId="{2F427DC0-94DD-4221-BDA8-C26CE314FA9F}" dt="2025-09-29T12:29:08.034" v="51539"/>
          <ac:spMkLst>
            <pc:docMk/>
            <pc:sldMk cId="171750379" sldId="346"/>
            <ac:spMk id="61" creationId="{5ED838FC-FAA5-1B65-C60C-B68E45779CAA}"/>
          </ac:spMkLst>
        </pc:spChg>
        <pc:spChg chg="add 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62" creationId="{E6C52791-1234-08BA-0105-FEEC363FC047}"/>
          </ac:spMkLst>
        </pc:spChg>
        <pc:spChg chg="mod or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63" creationId="{7C697559-8580-CC74-4B26-2AF7C0D3D5C6}"/>
          </ac:spMkLst>
        </pc:spChg>
        <pc:spChg chg="mod ord">
          <ac:chgData name="Robert de Groote" userId="2ce5265b-80a0-4fb8-a62a-8035e9b0c45a" providerId="ADAL" clId="{2F427DC0-94DD-4221-BDA8-C26CE314FA9F}" dt="2025-09-29T12:21:42.841" v="49426"/>
          <ac:spMkLst>
            <pc:docMk/>
            <pc:sldMk cId="171750379" sldId="346"/>
            <ac:spMk id="1024" creationId="{BE28A30A-2A28-778A-EECC-52234BA2B578}"/>
          </ac:spMkLst>
        </pc:spChg>
        <pc:spChg chg="mod">
          <ac:chgData name="Robert de Groote" userId="2ce5265b-80a0-4fb8-a62a-8035e9b0c45a" providerId="ADAL" clId="{2F427DC0-94DD-4221-BDA8-C26CE314FA9F}" dt="2025-09-29T12:21:49.320" v="49497"/>
          <ac:spMkLst>
            <pc:docMk/>
            <pc:sldMk cId="171750379" sldId="346"/>
            <ac:spMk id="1027" creationId="{D6696397-A6C6-7BFD-C511-C9EDBAC23E86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28" creationId="{7A58CF4E-2D53-3FD1-1A6A-1FFFB85F5184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29" creationId="{00AAD6BD-0189-2CFE-05CC-1AC7EA4FD7EE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30" creationId="{281FA3B2-91E3-A675-80A0-B7EDDB6833B5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31" creationId="{14FF2640-CDD0-E4BC-DCD1-9EEF586A0193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32" creationId="{C47D8D88-DF40-BD8C-3F5B-286D5F22FEE1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33" creationId="{D66E0F64-DB7D-8E61-372C-32E70D0228B7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34" creationId="{F4D1ADF1-D833-81FC-F7CD-91097D965822}"/>
          </ac:spMkLst>
        </pc:spChg>
        <pc:spChg chg="mod">
          <ac:chgData name="Robert de Groote" userId="2ce5265b-80a0-4fb8-a62a-8035e9b0c45a" providerId="ADAL" clId="{2F427DC0-94DD-4221-BDA8-C26CE314FA9F}" dt="2025-09-29T12:21:49.320" v="49497"/>
          <ac:spMkLst>
            <pc:docMk/>
            <pc:sldMk cId="171750379" sldId="346"/>
            <ac:spMk id="1035" creationId="{4BB29236-8B3F-7194-4C93-F9E0DD00B8E4}"/>
          </ac:spMkLst>
        </pc:spChg>
        <pc:spChg chg="mod">
          <ac:chgData name="Robert de Groote" userId="2ce5265b-80a0-4fb8-a62a-8035e9b0c45a" providerId="ADAL" clId="{2F427DC0-94DD-4221-BDA8-C26CE314FA9F}" dt="2025-09-29T12:21:49.320" v="49497"/>
          <ac:spMkLst>
            <pc:docMk/>
            <pc:sldMk cId="171750379" sldId="346"/>
            <ac:spMk id="1036" creationId="{6D7A27EE-3FEE-9B5C-9EC0-28CAB5B052B5}"/>
          </ac:spMkLst>
        </pc:spChg>
        <pc:spChg chg="mo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037" creationId="{144533D9-62C7-80DC-CAE2-E007D486C197}"/>
          </ac:spMkLst>
        </pc:spChg>
        <pc:spChg chg="add 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1038" creationId="{DD6D79BC-6C05-D48C-DAC0-91C1450B3A06}"/>
          </ac:spMkLst>
        </pc:spChg>
        <pc:spChg chg="add 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1040" creationId="{DDA0201F-D2CF-7EF7-BA46-F189916FB36F}"/>
          </ac:spMkLst>
        </pc:spChg>
        <pc:spChg chg="add 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1042" creationId="{474BAB03-7CD1-5F53-D39D-4EB415D8214C}"/>
          </ac:spMkLst>
        </pc:spChg>
        <pc:spChg chg="mod topLvl">
          <ac:chgData name="Robert de Groote" userId="2ce5265b-80a0-4fb8-a62a-8035e9b0c45a" providerId="ADAL" clId="{2F427DC0-94DD-4221-BDA8-C26CE314FA9F}" dt="2025-09-29T12:28:23.810" v="50109" actId="165"/>
          <ac:spMkLst>
            <pc:docMk/>
            <pc:sldMk cId="171750379" sldId="346"/>
            <ac:spMk id="1043" creationId="{435F558E-4176-040D-2FFB-9C170E6B8DF7}"/>
          </ac:spMkLst>
        </pc:spChg>
        <pc:spChg chg="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1046" creationId="{E23628AE-72E0-BC0F-5208-B27B68D06DCD}"/>
          </ac:spMkLst>
        </pc:spChg>
        <pc:spChg chg="add mod">
          <ac:chgData name="Robert de Groote" userId="2ce5265b-80a0-4fb8-a62a-8035e9b0c45a" providerId="ADAL" clId="{2F427DC0-94DD-4221-BDA8-C26CE314FA9F}" dt="2025-09-29T12:49:15.169" v="53427" actId="164"/>
          <ac:spMkLst>
            <pc:docMk/>
            <pc:sldMk cId="171750379" sldId="346"/>
            <ac:spMk id="1047" creationId="{4F65DC15-FDE0-8C97-9923-8B6FC0241FCF}"/>
          </ac:spMkLst>
        </pc:spChg>
        <pc:spChg chg="add mod">
          <ac:chgData name="Robert de Groote" userId="2ce5265b-80a0-4fb8-a62a-8035e9b0c45a" providerId="ADAL" clId="{2F427DC0-94DD-4221-BDA8-C26CE314FA9F}" dt="2025-09-29T12:28:23.810" v="50109" actId="165"/>
          <ac:spMkLst>
            <pc:docMk/>
            <pc:sldMk cId="171750379" sldId="346"/>
            <ac:spMk id="1048" creationId="{834E5E6C-1848-861C-1783-244A2C792FFF}"/>
          </ac:spMkLst>
        </pc:spChg>
        <pc:spChg chg="add mod">
          <ac:chgData name="Robert de Groote" userId="2ce5265b-80a0-4fb8-a62a-8035e9b0c45a" providerId="ADAL" clId="{2F427DC0-94DD-4221-BDA8-C26CE314FA9F}" dt="2025-09-29T12:28:23.810" v="50109" actId="165"/>
          <ac:spMkLst>
            <pc:docMk/>
            <pc:sldMk cId="171750379" sldId="346"/>
            <ac:spMk id="1049" creationId="{FF44D9D1-0B14-112C-5AF2-8E57EC951529}"/>
          </ac:spMkLst>
        </pc:spChg>
        <pc:spChg chg="add mod">
          <ac:chgData name="Robert de Groote" userId="2ce5265b-80a0-4fb8-a62a-8035e9b0c45a" providerId="ADAL" clId="{2F427DC0-94DD-4221-BDA8-C26CE314FA9F}" dt="2025-09-29T12:23:01.485" v="49637"/>
          <ac:spMkLst>
            <pc:docMk/>
            <pc:sldMk cId="171750379" sldId="346"/>
            <ac:spMk id="1050" creationId="{2B43F8AE-5A65-4471-DB9C-90A34B7D1C40}"/>
          </ac:spMkLst>
        </pc:spChg>
        <pc:spChg chg="add mod">
          <ac:chgData name="Robert de Groote" userId="2ce5265b-80a0-4fb8-a62a-8035e9b0c45a" providerId="ADAL" clId="{2F427DC0-94DD-4221-BDA8-C26CE314FA9F}" dt="2025-09-29T12:23:14.465" v="49902"/>
          <ac:spMkLst>
            <pc:docMk/>
            <pc:sldMk cId="171750379" sldId="346"/>
            <ac:spMk id="1051" creationId="{9CCED030-DC02-64BA-98E3-9FB8723B3436}"/>
          </ac:spMkLst>
        </pc:spChg>
        <pc:spChg chg="add mod">
          <ac:chgData name="Robert de Groote" userId="2ce5265b-80a0-4fb8-a62a-8035e9b0c45a" providerId="ADAL" clId="{2F427DC0-94DD-4221-BDA8-C26CE314FA9F}" dt="2025-09-29T12:23:14.465" v="49902"/>
          <ac:spMkLst>
            <pc:docMk/>
            <pc:sldMk cId="171750379" sldId="346"/>
            <ac:spMk id="1052" creationId="{4FBD9E91-A189-2AF5-69A3-42FA29A001DC}"/>
          </ac:spMkLst>
        </pc:spChg>
        <pc:spChg chg="add mod">
          <ac:chgData name="Robert de Groote" userId="2ce5265b-80a0-4fb8-a62a-8035e9b0c45a" providerId="ADAL" clId="{2F427DC0-94DD-4221-BDA8-C26CE314FA9F}" dt="2025-09-29T12:20:59.003" v="47937"/>
          <ac:spMkLst>
            <pc:docMk/>
            <pc:sldMk cId="171750379" sldId="346"/>
            <ac:spMk id="1053" creationId="{FDF39429-30B2-9FF0-49EE-93096C85A47B}"/>
          </ac:spMkLst>
        </pc:spChg>
        <pc:spChg chg="add mod">
          <ac:chgData name="Robert de Groote" userId="2ce5265b-80a0-4fb8-a62a-8035e9b0c45a" providerId="ADAL" clId="{2F427DC0-94DD-4221-BDA8-C26CE314FA9F}" dt="2025-09-29T12:28:23.810" v="50109" actId="165"/>
          <ac:spMkLst>
            <pc:docMk/>
            <pc:sldMk cId="171750379" sldId="346"/>
            <ac:spMk id="1054" creationId="{D3DDCE57-BD76-3795-C709-2094EE6BD404}"/>
          </ac:spMkLst>
        </pc:spChg>
        <pc:spChg chg="add mod">
          <ac:chgData name="Robert de Groote" userId="2ce5265b-80a0-4fb8-a62a-8035e9b0c45a" providerId="ADAL" clId="{2F427DC0-94DD-4221-BDA8-C26CE314FA9F}" dt="2025-09-29T12:23:17.291" v="50064"/>
          <ac:spMkLst>
            <pc:docMk/>
            <pc:sldMk cId="171750379" sldId="346"/>
            <ac:spMk id="1055" creationId="{F188E85B-E9FC-6454-ABCF-66235CEBB0F5}"/>
          </ac:spMkLst>
        </pc:spChg>
        <pc:spChg chg="add del mod ord">
          <ac:chgData name="Robert de Groote" userId="2ce5265b-80a0-4fb8-a62a-8035e9b0c45a" providerId="ADAL" clId="{2F427DC0-94DD-4221-BDA8-C26CE314FA9F}" dt="2025-09-29T12:21:31.508" v="49107"/>
          <ac:spMkLst>
            <pc:docMk/>
            <pc:sldMk cId="171750379" sldId="346"/>
            <ac:spMk id="1059" creationId="{3FE050B5-4F7A-2629-B503-D5A697A95ECB}"/>
          </ac:spMkLst>
        </pc:spChg>
        <pc:spChg chg="mod">
          <ac:chgData name="Robert de Groote" userId="2ce5265b-80a0-4fb8-a62a-8035e9b0c45a" providerId="ADAL" clId="{2F427DC0-94DD-4221-BDA8-C26CE314FA9F}" dt="2025-09-29T12:21:31.508" v="49107"/>
          <ac:spMkLst>
            <pc:docMk/>
            <pc:sldMk cId="171750379" sldId="346"/>
            <ac:spMk id="1061" creationId="{1A493973-30FA-4F89-1257-A3B4A3920AE0}"/>
          </ac:spMkLst>
        </pc:spChg>
        <pc:spChg chg="mod">
          <ac:chgData name="Robert de Groote" userId="2ce5265b-80a0-4fb8-a62a-8035e9b0c45a" providerId="ADAL" clId="{2F427DC0-94DD-4221-BDA8-C26CE314FA9F}" dt="2025-09-29T12:21:31.508" v="49107"/>
          <ac:spMkLst>
            <pc:docMk/>
            <pc:sldMk cId="171750379" sldId="346"/>
            <ac:spMk id="1062" creationId="{06B4FE9D-EEA4-3C23-C543-040212104237}"/>
          </ac:spMkLst>
        </pc:spChg>
        <pc:spChg chg="add del mod">
          <ac:chgData name="Robert de Groote" userId="2ce5265b-80a0-4fb8-a62a-8035e9b0c45a" providerId="ADAL" clId="{2F427DC0-94DD-4221-BDA8-C26CE314FA9F}" dt="2025-09-29T12:21:31.508" v="49107"/>
          <ac:spMkLst>
            <pc:docMk/>
            <pc:sldMk cId="171750379" sldId="346"/>
            <ac:spMk id="1063" creationId="{02988E2E-3B9D-2445-2B94-8F16FB5EB808}"/>
          </ac:spMkLst>
        </pc:spChg>
        <pc:spChg chg="add del mod ord">
          <ac:chgData name="Robert de Groote" userId="2ce5265b-80a0-4fb8-a62a-8035e9b0c45a" providerId="ADAL" clId="{2F427DC0-94DD-4221-BDA8-C26CE314FA9F}" dt="2025-09-29T12:21:31.140" v="49048"/>
          <ac:spMkLst>
            <pc:docMk/>
            <pc:sldMk cId="171750379" sldId="346"/>
            <ac:spMk id="1064" creationId="{E6E103B3-150A-1FB4-5211-153A270DB8EE}"/>
          </ac:spMkLst>
        </pc:spChg>
        <pc:spChg chg="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66" creationId="{21CA3913-59E8-7ADD-D109-1B7A0A6A0D08}"/>
          </ac:spMkLst>
        </pc:spChg>
        <pc:spChg chg="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67" creationId="{39A07444-31CE-7CB2-7434-C403FCA4A964}"/>
          </ac:spMkLst>
        </pc:spChg>
        <pc:spChg chg="add del 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68" creationId="{11495454-0AEC-C5BB-958D-A02042BA3F6C}"/>
          </ac:spMkLst>
        </pc:spChg>
        <pc:spChg chg="mod">
          <ac:chgData name="Robert de Groote" userId="2ce5265b-80a0-4fb8-a62a-8035e9b0c45a" providerId="ADAL" clId="{2F427DC0-94DD-4221-BDA8-C26CE314FA9F}" dt="2025-09-29T12:21:23.323" v="48079"/>
          <ac:spMkLst>
            <pc:docMk/>
            <pc:sldMk cId="171750379" sldId="346"/>
            <ac:spMk id="1070" creationId="{CBDBA9DF-EC6B-2DA3-0D98-C4CFD0FC8FCB}"/>
          </ac:spMkLst>
        </pc:spChg>
        <pc:spChg chg="mod">
          <ac:chgData name="Robert de Groote" userId="2ce5265b-80a0-4fb8-a62a-8035e9b0c45a" providerId="ADAL" clId="{2F427DC0-94DD-4221-BDA8-C26CE314FA9F}" dt="2025-09-29T12:21:23.323" v="48079"/>
          <ac:spMkLst>
            <pc:docMk/>
            <pc:sldMk cId="171750379" sldId="346"/>
            <ac:spMk id="1071" creationId="{542468B5-DDFB-9C3F-D416-E8245636CEAE}"/>
          </ac:spMkLst>
        </pc:spChg>
        <pc:spChg chg="add del mod ord">
          <ac:chgData name="Robert de Groote" userId="2ce5265b-80a0-4fb8-a62a-8035e9b0c45a" providerId="ADAL" clId="{2F427DC0-94DD-4221-BDA8-C26CE314FA9F}" dt="2025-09-29T12:21:31.129" v="49028"/>
          <ac:spMkLst>
            <pc:docMk/>
            <pc:sldMk cId="171750379" sldId="346"/>
            <ac:spMk id="1072" creationId="{4653306D-9C1B-9420-2FB0-1366385AEE64}"/>
          </ac:spMkLst>
        </pc:spChg>
        <pc:spChg chg="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74" creationId="{F07EF2EE-E707-EA36-28CB-F246D789A3D6}"/>
          </ac:spMkLst>
        </pc:spChg>
        <pc:spChg chg="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75" creationId="{C6643300-2B46-C002-3B01-A45E24A51DD8}"/>
          </ac:spMkLst>
        </pc:spChg>
        <pc:spChg chg="add del mod">
          <ac:chgData name="Robert de Groote" userId="2ce5265b-80a0-4fb8-a62a-8035e9b0c45a" providerId="ADAL" clId="{2F427DC0-94DD-4221-BDA8-C26CE314FA9F}" dt="2025-09-29T12:21:31.129" v="49041" actId="1076"/>
          <ac:spMkLst>
            <pc:docMk/>
            <pc:sldMk cId="171750379" sldId="346"/>
            <ac:spMk id="1076" creationId="{F30DF951-6E29-9B8E-534E-D24C6B4D7AB2}"/>
          </ac:spMkLst>
        </pc:spChg>
        <pc:spChg chg="add del mod or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77" creationId="{473F8B92-BA6F-DA80-9B28-506DF1C19E62}"/>
          </ac:spMkLst>
        </pc:spChg>
        <pc:spChg chg="mod">
          <ac:chgData name="Robert de Groote" userId="2ce5265b-80a0-4fb8-a62a-8035e9b0c45a" providerId="ADAL" clId="{2F427DC0-94DD-4221-BDA8-C26CE314FA9F}" dt="2025-09-29T12:21:23.382" v="48139"/>
          <ac:spMkLst>
            <pc:docMk/>
            <pc:sldMk cId="171750379" sldId="346"/>
            <ac:spMk id="1079" creationId="{143E18B1-0F03-FAAD-8FA6-BC53E91C1693}"/>
          </ac:spMkLst>
        </pc:spChg>
        <pc:spChg chg="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80" creationId="{5C750D1A-496A-74C8-2D81-C383964F4956}"/>
          </ac:spMkLst>
        </pc:spChg>
        <pc:spChg chg="mod">
          <ac:chgData name="Robert de Groote" userId="2ce5265b-80a0-4fb8-a62a-8035e9b0c45a" providerId="ADAL" clId="{2F427DC0-94DD-4221-BDA8-C26CE314FA9F}" dt="2025-09-29T12:21:31.145" v="49058"/>
          <ac:spMkLst>
            <pc:docMk/>
            <pc:sldMk cId="171750379" sldId="346"/>
            <ac:spMk id="1082" creationId="{CB58128E-1C6C-4844-79A9-938D847D880B}"/>
          </ac:spMkLst>
        </pc:spChg>
        <pc:spChg chg="mod">
          <ac:chgData name="Robert de Groote" userId="2ce5265b-80a0-4fb8-a62a-8035e9b0c45a" providerId="ADAL" clId="{2F427DC0-94DD-4221-BDA8-C26CE314FA9F}" dt="2025-09-29T12:21:23.398" v="48150"/>
          <ac:spMkLst>
            <pc:docMk/>
            <pc:sldMk cId="171750379" sldId="346"/>
            <ac:spMk id="1083" creationId="{17C53183-7BA9-413F-FB20-9CA03965047C}"/>
          </ac:spMkLst>
        </pc:spChg>
        <pc:spChg chg="add del mod">
          <ac:chgData name="Robert de Groote" userId="2ce5265b-80a0-4fb8-a62a-8035e9b0c45a" providerId="ADAL" clId="{2F427DC0-94DD-4221-BDA8-C26CE314FA9F}" dt="2025-09-29T12:21:31.114" v="49013" actId="1076"/>
          <ac:spMkLst>
            <pc:docMk/>
            <pc:sldMk cId="171750379" sldId="346"/>
            <ac:spMk id="1084" creationId="{FD2E6434-AADB-DD6F-857D-6245EF2E6166}"/>
          </ac:spMkLst>
        </pc:spChg>
        <pc:spChg chg="add del mod ord">
          <ac:chgData name="Robert de Groote" userId="2ce5265b-80a0-4fb8-a62a-8035e9b0c45a" providerId="ADAL" clId="{2F427DC0-94DD-4221-BDA8-C26CE314FA9F}" dt="2025-09-29T12:21:30.361" v="48978"/>
          <ac:spMkLst>
            <pc:docMk/>
            <pc:sldMk cId="171750379" sldId="346"/>
            <ac:spMk id="1085" creationId="{BA2726EE-6756-4F1F-9D26-05489BFE06C3}"/>
          </ac:spMkLst>
        </pc:spChg>
        <pc:spChg chg="mod">
          <ac:chgData name="Robert de Groote" userId="2ce5265b-80a0-4fb8-a62a-8035e9b0c45a" providerId="ADAL" clId="{2F427DC0-94DD-4221-BDA8-C26CE314FA9F}" dt="2025-09-29T12:21:30.361" v="48978"/>
          <ac:spMkLst>
            <pc:docMk/>
            <pc:sldMk cId="171750379" sldId="346"/>
            <ac:spMk id="1087" creationId="{05E9EEE0-1491-8112-6F19-427A9740078E}"/>
          </ac:spMkLst>
        </pc:spChg>
        <pc:spChg chg="mod">
          <ac:chgData name="Robert de Groote" userId="2ce5265b-80a0-4fb8-a62a-8035e9b0c45a" providerId="ADAL" clId="{2F427DC0-94DD-4221-BDA8-C26CE314FA9F}" dt="2025-09-29T12:21:23.978" v="48226"/>
          <ac:spMkLst>
            <pc:docMk/>
            <pc:sldMk cId="171750379" sldId="346"/>
            <ac:spMk id="1088" creationId="{A210C97F-3B3C-E341-D775-AF7EC9F7BBF2}"/>
          </ac:spMkLst>
        </pc:spChg>
        <pc:spChg chg="mod">
          <ac:chgData name="Robert de Groote" userId="2ce5265b-80a0-4fb8-a62a-8035e9b0c45a" providerId="ADAL" clId="{2F427DC0-94DD-4221-BDA8-C26CE314FA9F}" dt="2025-09-29T12:21:30.361" v="48978"/>
          <ac:spMkLst>
            <pc:docMk/>
            <pc:sldMk cId="171750379" sldId="346"/>
            <ac:spMk id="1090" creationId="{62765CCA-C47E-0791-2826-F0D69548CF36}"/>
          </ac:spMkLst>
        </pc:spChg>
        <pc:spChg chg="mod">
          <ac:chgData name="Robert de Groote" userId="2ce5265b-80a0-4fb8-a62a-8035e9b0c45a" providerId="ADAL" clId="{2F427DC0-94DD-4221-BDA8-C26CE314FA9F}" dt="2025-09-29T12:21:30.361" v="48978"/>
          <ac:spMkLst>
            <pc:docMk/>
            <pc:sldMk cId="171750379" sldId="346"/>
            <ac:spMk id="1091" creationId="{561A5AF2-CB2D-A812-5079-4F4D72A2A09E}"/>
          </ac:spMkLst>
        </pc:spChg>
        <pc:spChg chg="add del mod">
          <ac:chgData name="Robert de Groote" userId="2ce5265b-80a0-4fb8-a62a-8035e9b0c45a" providerId="ADAL" clId="{2F427DC0-94DD-4221-BDA8-C26CE314FA9F}" dt="2025-09-29T12:21:30.361" v="48978"/>
          <ac:spMkLst>
            <pc:docMk/>
            <pc:sldMk cId="171750379" sldId="346"/>
            <ac:spMk id="1092" creationId="{E5C49820-6097-9CC5-94B1-0AED02C722BF}"/>
          </ac:spMkLst>
        </pc:spChg>
        <pc:spChg chg="add del mod ord">
          <ac:chgData name="Robert de Groote" userId="2ce5265b-80a0-4fb8-a62a-8035e9b0c45a" providerId="ADAL" clId="{2F427DC0-94DD-4221-BDA8-C26CE314FA9F}" dt="2025-09-29T12:21:29.701" v="48935"/>
          <ac:spMkLst>
            <pc:docMk/>
            <pc:sldMk cId="171750379" sldId="346"/>
            <ac:spMk id="1093" creationId="{C2DD2221-3CAC-57CC-F4BA-94FD6ABBC58A}"/>
          </ac:spMkLst>
        </pc:spChg>
        <pc:spChg chg="mod">
          <ac:chgData name="Robert de Groote" userId="2ce5265b-80a0-4fb8-a62a-8035e9b0c45a" providerId="ADAL" clId="{2F427DC0-94DD-4221-BDA8-C26CE314FA9F}" dt="2025-09-29T12:21:24.056" v="48288"/>
          <ac:spMkLst>
            <pc:docMk/>
            <pc:sldMk cId="171750379" sldId="346"/>
            <ac:spMk id="1095" creationId="{32E6BE48-21DF-491C-0AD4-8F5CA0010262}"/>
          </ac:spMkLst>
        </pc:spChg>
        <pc:spChg chg="mod">
          <ac:chgData name="Robert de Groote" userId="2ce5265b-80a0-4fb8-a62a-8035e9b0c45a" providerId="ADAL" clId="{2F427DC0-94DD-4221-BDA8-C26CE314FA9F}" dt="2025-09-29T12:21:24.056" v="48288"/>
          <ac:spMkLst>
            <pc:docMk/>
            <pc:sldMk cId="171750379" sldId="346"/>
            <ac:spMk id="1096" creationId="{4B6BD00F-49D6-E0F9-7731-BA33154F3EE8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098" creationId="{62DE8F59-D76C-47EA-D182-0FD2B5FD4DF0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099" creationId="{FC3F8136-B92E-31F1-BD2F-2EB1F5BB37D4}"/>
          </ac:spMkLst>
        </pc:spChg>
        <pc:spChg chg="add del mod">
          <ac:chgData name="Robert de Groote" userId="2ce5265b-80a0-4fb8-a62a-8035e9b0c45a" providerId="ADAL" clId="{2F427DC0-94DD-4221-BDA8-C26CE314FA9F}" dt="2025-09-29T12:21:29.701" v="48947" actId="1076"/>
          <ac:spMkLst>
            <pc:docMk/>
            <pc:sldMk cId="171750379" sldId="346"/>
            <ac:spMk id="1100" creationId="{2375F018-A97E-E7BF-BF9D-B93D2FF2A5AC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102" creationId="{F9AC4FB7-618B-003E-0190-2E2266DBCBCB}"/>
          </ac:spMkLst>
        </pc:spChg>
        <pc:spChg chg="mod">
          <ac:chgData name="Robert de Groote" userId="2ce5265b-80a0-4fb8-a62a-8035e9b0c45a" providerId="ADAL" clId="{2F427DC0-94DD-4221-BDA8-C26CE314FA9F}" dt="2025-09-29T12:21:25.581" v="48337"/>
          <ac:spMkLst>
            <pc:docMk/>
            <pc:sldMk cId="171750379" sldId="346"/>
            <ac:spMk id="1103" creationId="{750B67A9-ED2D-00A3-83B9-AAD4C5656C04}"/>
          </ac:spMkLst>
        </pc:spChg>
        <pc:spChg chg="add del mod ord">
          <ac:chgData name="Robert de Groote" userId="2ce5265b-80a0-4fb8-a62a-8035e9b0c45a" providerId="ADAL" clId="{2F427DC0-94DD-4221-BDA8-C26CE314FA9F}" dt="2025-09-29T12:21:29.685" v="48901"/>
          <ac:spMkLst>
            <pc:docMk/>
            <pc:sldMk cId="171750379" sldId="346"/>
            <ac:spMk id="1104" creationId="{328497AF-1276-788D-395B-8FF1D9DA65D5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106" creationId="{6D3F55F8-F1BD-7204-2C26-E99D1DE38334}"/>
          </ac:spMkLst>
        </pc:spChg>
        <pc:spChg chg="mod">
          <ac:chgData name="Robert de Groote" userId="2ce5265b-80a0-4fb8-a62a-8035e9b0c45a" providerId="ADAL" clId="{2F427DC0-94DD-4221-BDA8-C26CE314FA9F}" dt="2025-09-29T12:21:25.612" v="48348"/>
          <ac:spMkLst>
            <pc:docMk/>
            <pc:sldMk cId="171750379" sldId="346"/>
            <ac:spMk id="1107" creationId="{C28F4CF9-80AA-9AE6-7CF0-F5B5FB97F16A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109" creationId="{226670D4-8455-763C-581B-954231273507}"/>
          </ac:spMkLst>
        </pc:spChg>
        <pc:spChg chg="mod">
          <ac:chgData name="Robert de Groote" userId="2ce5265b-80a0-4fb8-a62a-8035e9b0c45a" providerId="ADAL" clId="{2F427DC0-94DD-4221-BDA8-C26CE314FA9F}" dt="2025-09-29T12:21:25.612" v="48350"/>
          <ac:spMkLst>
            <pc:docMk/>
            <pc:sldMk cId="171750379" sldId="346"/>
            <ac:spMk id="1110" creationId="{30DA77D7-CFB2-C2E3-08E4-7937F447791E}"/>
          </ac:spMkLst>
        </pc:spChg>
        <pc:spChg chg="add del mod">
          <ac:chgData name="Robert de Groote" userId="2ce5265b-80a0-4fb8-a62a-8035e9b0c45a" providerId="ADAL" clId="{2F427DC0-94DD-4221-BDA8-C26CE314FA9F}" dt="2025-09-29T12:21:29.685" v="48918" actId="1076"/>
          <ac:spMkLst>
            <pc:docMk/>
            <pc:sldMk cId="171750379" sldId="346"/>
            <ac:spMk id="1111" creationId="{EB16B25A-E95E-2AF2-A3FB-0E33D1CE0677}"/>
          </ac:spMkLst>
        </pc:spChg>
        <pc:spChg chg="add del mod ord">
          <ac:chgData name="Robert de Groote" userId="2ce5265b-80a0-4fb8-a62a-8035e9b0c45a" providerId="ADAL" clId="{2F427DC0-94DD-4221-BDA8-C26CE314FA9F}" dt="2025-09-29T12:21:29.669" v="48865"/>
          <ac:spMkLst>
            <pc:docMk/>
            <pc:sldMk cId="171750379" sldId="346"/>
            <ac:spMk id="1112" creationId="{9708B293-B6DA-769F-EBBF-E5F76BBC7DD3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114" creationId="{52C032F7-6838-FFFF-1D8B-EFB8D7C14051}"/>
          </ac:spMkLst>
        </pc:spChg>
        <pc:spChg chg="mod">
          <ac:chgData name="Robert de Groote" userId="2ce5265b-80a0-4fb8-a62a-8035e9b0c45a" providerId="ADAL" clId="{2F427DC0-94DD-4221-BDA8-C26CE314FA9F}" dt="2025-09-29T12:21:25.659" v="48425"/>
          <ac:spMkLst>
            <pc:docMk/>
            <pc:sldMk cId="171750379" sldId="346"/>
            <ac:spMk id="1115" creationId="{57DC73AA-B610-FA4C-93D4-4EB31410BA45}"/>
          </ac:spMkLst>
        </pc:spChg>
        <pc:spChg chg="mod">
          <ac:chgData name="Robert de Groote" userId="2ce5265b-80a0-4fb8-a62a-8035e9b0c45a" providerId="ADAL" clId="{2F427DC0-94DD-4221-BDA8-C26CE314FA9F}" dt="2025-09-29T12:21:29.701" v="48948"/>
          <ac:spMkLst>
            <pc:docMk/>
            <pc:sldMk cId="171750379" sldId="346"/>
            <ac:spMk id="1117" creationId="{4F89C394-403D-A7BB-A8A5-6B6773A5D78B}"/>
          </ac:spMkLst>
        </pc:spChg>
        <pc:spChg chg="mod">
          <ac:chgData name="Robert de Groote" userId="2ce5265b-80a0-4fb8-a62a-8035e9b0c45a" providerId="ADAL" clId="{2F427DC0-94DD-4221-BDA8-C26CE314FA9F}" dt="2025-09-29T12:21:25.675" v="48436"/>
          <ac:spMkLst>
            <pc:docMk/>
            <pc:sldMk cId="171750379" sldId="346"/>
            <ac:spMk id="1118" creationId="{A8BB7ACE-5F2C-AB3A-DFEB-40D5371445F9}"/>
          </ac:spMkLst>
        </pc:spChg>
        <pc:spChg chg="mod">
          <ac:chgData name="Robert de Groote" userId="2ce5265b-80a0-4fb8-a62a-8035e9b0c45a" providerId="ADAL" clId="{2F427DC0-94DD-4221-BDA8-C26CE314FA9F}" dt="2025-09-29T12:21:25.675" v="48438"/>
          <ac:spMkLst>
            <pc:docMk/>
            <pc:sldMk cId="171750379" sldId="346"/>
            <ac:spMk id="1120" creationId="{442CAD04-2605-53D7-BA7E-8DB09B0E01F8}"/>
          </ac:spMkLst>
        </pc:spChg>
        <pc:spChg chg="mod">
          <ac:chgData name="Robert de Groote" userId="2ce5265b-80a0-4fb8-a62a-8035e9b0c45a" providerId="ADAL" clId="{2F427DC0-94DD-4221-BDA8-C26CE314FA9F}" dt="2025-09-29T12:21:25.675" v="48438"/>
          <ac:spMkLst>
            <pc:docMk/>
            <pc:sldMk cId="171750379" sldId="346"/>
            <ac:spMk id="1121" creationId="{AB991514-5B3D-D4E0-BEB6-7E671C31F76B}"/>
          </ac:spMkLst>
        </pc:spChg>
        <pc:spChg chg="add del mod">
          <ac:chgData name="Robert de Groote" userId="2ce5265b-80a0-4fb8-a62a-8035e9b0c45a" providerId="ADAL" clId="{2F427DC0-94DD-4221-BDA8-C26CE314FA9F}" dt="2025-09-29T12:21:29.685" v="48876" actId="1076"/>
          <ac:spMkLst>
            <pc:docMk/>
            <pc:sldMk cId="171750379" sldId="346"/>
            <ac:spMk id="1122" creationId="{A106964E-AD2C-E1CC-D775-9155CB265C91}"/>
          </ac:spMkLst>
        </pc:spChg>
        <pc:spChg chg="add del mod ord">
          <ac:chgData name="Robert de Groote" userId="2ce5265b-80a0-4fb8-a62a-8035e9b0c45a" providerId="ADAL" clId="{2F427DC0-94DD-4221-BDA8-C26CE314FA9F}" dt="2025-09-29T12:21:29.183" v="48822"/>
          <ac:spMkLst>
            <pc:docMk/>
            <pc:sldMk cId="171750379" sldId="346"/>
            <ac:spMk id="1123" creationId="{96A777EC-0D79-1F49-73B2-FBCBC5E74232}"/>
          </ac:spMkLst>
        </pc:spChg>
        <pc:spChg chg="mod">
          <ac:chgData name="Robert de Groote" userId="2ce5265b-80a0-4fb8-a62a-8035e9b0c45a" providerId="ADAL" clId="{2F427DC0-94DD-4221-BDA8-C26CE314FA9F}" dt="2025-09-29T12:21:26.240" v="48550"/>
          <ac:spMkLst>
            <pc:docMk/>
            <pc:sldMk cId="171750379" sldId="346"/>
            <ac:spMk id="1125" creationId="{7ABB5786-9491-B4BE-6A4B-A720AB88C1E6}"/>
          </ac:spMkLst>
        </pc:spChg>
        <pc:spChg chg="mod">
          <ac:chgData name="Robert de Groote" userId="2ce5265b-80a0-4fb8-a62a-8035e9b0c45a" providerId="ADAL" clId="{2F427DC0-94DD-4221-BDA8-C26CE314FA9F}" dt="2025-09-29T12:21:29.183" v="48822"/>
          <ac:spMkLst>
            <pc:docMk/>
            <pc:sldMk cId="171750379" sldId="346"/>
            <ac:spMk id="1126" creationId="{20652B95-F00B-28A4-41D2-69145E3E7D82}"/>
          </ac:spMkLst>
        </pc:spChg>
        <pc:spChg chg="mod">
          <ac:chgData name="Robert de Groote" userId="2ce5265b-80a0-4fb8-a62a-8035e9b0c45a" providerId="ADAL" clId="{2F427DC0-94DD-4221-BDA8-C26CE314FA9F}" dt="2025-09-29T12:21:26.240" v="48554"/>
          <ac:spMkLst>
            <pc:docMk/>
            <pc:sldMk cId="171750379" sldId="346"/>
            <ac:spMk id="1128" creationId="{AB89FEDD-3720-C11C-37B1-6AED043626D3}"/>
          </ac:spMkLst>
        </pc:spChg>
        <pc:spChg chg="mod">
          <ac:chgData name="Robert de Groote" userId="2ce5265b-80a0-4fb8-a62a-8035e9b0c45a" providerId="ADAL" clId="{2F427DC0-94DD-4221-BDA8-C26CE314FA9F}" dt="2025-09-29T12:21:29.183" v="48822"/>
          <ac:spMkLst>
            <pc:docMk/>
            <pc:sldMk cId="171750379" sldId="346"/>
            <ac:spMk id="1129" creationId="{09672C3B-4DD2-3160-D549-BB19821663DF}"/>
          </ac:spMkLst>
        </pc:spChg>
        <pc:spChg chg="mod">
          <ac:chgData name="Robert de Groote" userId="2ce5265b-80a0-4fb8-a62a-8035e9b0c45a" providerId="ADAL" clId="{2F427DC0-94DD-4221-BDA8-C26CE314FA9F}" dt="2025-09-29T12:21:29.183" v="48822"/>
          <ac:spMkLst>
            <pc:docMk/>
            <pc:sldMk cId="171750379" sldId="346"/>
            <ac:spMk id="1131" creationId="{D32171BD-068E-F549-80A6-A3D311C68585}"/>
          </ac:spMkLst>
        </pc:spChg>
        <pc:spChg chg="mod">
          <ac:chgData name="Robert de Groote" userId="2ce5265b-80a0-4fb8-a62a-8035e9b0c45a" providerId="ADAL" clId="{2F427DC0-94DD-4221-BDA8-C26CE314FA9F}" dt="2025-09-29T12:21:29.183" v="48822"/>
          <ac:spMkLst>
            <pc:docMk/>
            <pc:sldMk cId="171750379" sldId="346"/>
            <ac:spMk id="1132" creationId="{C45CB9F0-BDFD-BEED-BB59-EB6DAB92997A}"/>
          </ac:spMkLst>
        </pc:spChg>
        <pc:spChg chg="add del mod">
          <ac:chgData name="Robert de Groote" userId="2ce5265b-80a0-4fb8-a62a-8035e9b0c45a" providerId="ADAL" clId="{2F427DC0-94DD-4221-BDA8-C26CE314FA9F}" dt="2025-09-29T12:21:29.183" v="48822"/>
          <ac:spMkLst>
            <pc:docMk/>
            <pc:sldMk cId="171750379" sldId="346"/>
            <ac:spMk id="1133" creationId="{A9E3C631-AD77-40E6-0203-FA8D3B127522}"/>
          </ac:spMkLst>
        </pc:spChg>
        <pc:spChg chg="add del mod ord">
          <ac:chgData name="Robert de Groote" userId="2ce5265b-80a0-4fb8-a62a-8035e9b0c45a" providerId="ADAL" clId="{2F427DC0-94DD-4221-BDA8-C26CE314FA9F}" dt="2025-09-29T12:21:28.788" v="48759"/>
          <ac:spMkLst>
            <pc:docMk/>
            <pc:sldMk cId="171750379" sldId="346"/>
            <ac:spMk id="1134" creationId="{F98E41DA-72C8-4E60-95AE-32062CD38122}"/>
          </ac:spMkLst>
        </pc:spChg>
        <pc:spChg chg="mod">
          <ac:chgData name="Robert de Groote" userId="2ce5265b-80a0-4fb8-a62a-8035e9b0c45a" providerId="ADAL" clId="{2F427DC0-94DD-4221-BDA8-C26CE314FA9F}" dt="2025-09-29T12:21:28.803" v="48775"/>
          <ac:spMkLst>
            <pc:docMk/>
            <pc:sldMk cId="171750379" sldId="346"/>
            <ac:spMk id="1136" creationId="{47F42712-ECCD-C773-EF3E-6E365222CE2C}"/>
          </ac:spMkLst>
        </pc:spChg>
        <pc:spChg chg="mod">
          <ac:chgData name="Robert de Groote" userId="2ce5265b-80a0-4fb8-a62a-8035e9b0c45a" providerId="ADAL" clId="{2F427DC0-94DD-4221-BDA8-C26CE314FA9F}" dt="2025-09-29T12:21:26.302" v="48646"/>
          <ac:spMkLst>
            <pc:docMk/>
            <pc:sldMk cId="171750379" sldId="346"/>
            <ac:spMk id="1137" creationId="{4FB62F29-0B9D-16E1-5B99-DBFC7B2374A7}"/>
          </ac:spMkLst>
        </pc:spChg>
        <pc:spChg chg="mod">
          <ac:chgData name="Robert de Groote" userId="2ce5265b-80a0-4fb8-a62a-8035e9b0c45a" providerId="ADAL" clId="{2F427DC0-94DD-4221-BDA8-C26CE314FA9F}" dt="2025-09-29T12:21:28.803" v="48775"/>
          <ac:spMkLst>
            <pc:docMk/>
            <pc:sldMk cId="171750379" sldId="346"/>
            <ac:spMk id="1139" creationId="{B7D11101-5627-0FDB-8ABB-17B3C31DD528}"/>
          </ac:spMkLst>
        </pc:spChg>
        <pc:spChg chg="mod">
          <ac:chgData name="Robert de Groote" userId="2ce5265b-80a0-4fb8-a62a-8035e9b0c45a" providerId="ADAL" clId="{2F427DC0-94DD-4221-BDA8-C26CE314FA9F}" dt="2025-09-29T12:21:28.803" v="48775"/>
          <ac:spMkLst>
            <pc:docMk/>
            <pc:sldMk cId="171750379" sldId="346"/>
            <ac:spMk id="1140" creationId="{54DFFFD4-B5D0-D202-E7A4-D6615D1072F5}"/>
          </ac:spMkLst>
        </pc:spChg>
        <pc:spChg chg="mod">
          <ac:chgData name="Robert de Groote" userId="2ce5265b-80a0-4fb8-a62a-8035e9b0c45a" providerId="ADAL" clId="{2F427DC0-94DD-4221-BDA8-C26CE314FA9F}" dt="2025-09-29T12:21:28.803" v="48775"/>
          <ac:spMkLst>
            <pc:docMk/>
            <pc:sldMk cId="171750379" sldId="346"/>
            <ac:spMk id="1142" creationId="{8EA63646-3091-433F-3B39-BEB66A907743}"/>
          </ac:spMkLst>
        </pc:spChg>
        <pc:spChg chg="mod">
          <ac:chgData name="Robert de Groote" userId="2ce5265b-80a0-4fb8-a62a-8035e9b0c45a" providerId="ADAL" clId="{2F427DC0-94DD-4221-BDA8-C26CE314FA9F}" dt="2025-09-29T12:21:28.803" v="48775"/>
          <ac:spMkLst>
            <pc:docMk/>
            <pc:sldMk cId="171750379" sldId="346"/>
            <ac:spMk id="1143" creationId="{6B7F43E0-FD3C-C4F3-E34C-64D9904AF566}"/>
          </ac:spMkLst>
        </pc:spChg>
        <pc:spChg chg="add del mod">
          <ac:chgData name="Robert de Groote" userId="2ce5265b-80a0-4fb8-a62a-8035e9b0c45a" providerId="ADAL" clId="{2F427DC0-94DD-4221-BDA8-C26CE314FA9F}" dt="2025-09-29T12:21:28.803" v="48774" actId="1076"/>
          <ac:spMkLst>
            <pc:docMk/>
            <pc:sldMk cId="171750379" sldId="346"/>
            <ac:spMk id="1144" creationId="{2702350F-0569-ABE5-758A-C32BFA950354}"/>
          </ac:spMkLst>
        </pc:spChg>
        <pc:spChg chg="mod">
          <ac:chgData name="Robert de Groote" userId="2ce5265b-80a0-4fb8-a62a-8035e9b0c45a" providerId="ADAL" clId="{2F427DC0-94DD-4221-BDA8-C26CE314FA9F}" dt="2025-09-29T12:21:37.579" v="49114"/>
          <ac:spMkLst>
            <pc:docMk/>
            <pc:sldMk cId="171750379" sldId="346"/>
            <ac:spMk id="1147" creationId="{2ADA64A1-EF97-0B98-4582-79CADCB05987}"/>
          </ac:spMkLst>
        </pc:spChg>
        <pc:spChg chg="mod">
          <ac:chgData name="Robert de Groote" userId="2ce5265b-80a0-4fb8-a62a-8035e9b0c45a" providerId="ADAL" clId="{2F427DC0-94DD-4221-BDA8-C26CE314FA9F}" dt="2025-09-29T12:21:37.579" v="49114"/>
          <ac:spMkLst>
            <pc:docMk/>
            <pc:sldMk cId="171750379" sldId="346"/>
            <ac:spMk id="1148" creationId="{61BD577F-E9D2-37C7-2272-59335FCBC875}"/>
          </ac:spMkLst>
        </pc:spChg>
        <pc:spChg chg="mod">
          <ac:chgData name="Robert de Groote" userId="2ce5265b-80a0-4fb8-a62a-8035e9b0c45a" providerId="ADAL" clId="{2F427DC0-94DD-4221-BDA8-C26CE314FA9F}" dt="2025-09-29T12:21:37.579" v="49120"/>
          <ac:spMkLst>
            <pc:docMk/>
            <pc:sldMk cId="171750379" sldId="346"/>
            <ac:spMk id="1150" creationId="{889991EB-7247-8B39-72A3-51962EC15B14}"/>
          </ac:spMkLst>
        </pc:spChg>
        <pc:spChg chg="mod">
          <ac:chgData name="Robert de Groote" userId="2ce5265b-80a0-4fb8-a62a-8035e9b0c45a" providerId="ADAL" clId="{2F427DC0-94DD-4221-BDA8-C26CE314FA9F}" dt="2025-09-29T12:21:37.579" v="49120"/>
          <ac:spMkLst>
            <pc:docMk/>
            <pc:sldMk cId="171750379" sldId="346"/>
            <ac:spMk id="1151" creationId="{BD8F366F-1E77-0AD4-491A-27D3314591CA}"/>
          </ac:spMkLst>
        </pc:spChg>
        <pc:spChg chg="mod">
          <ac:chgData name="Robert de Groote" userId="2ce5265b-80a0-4fb8-a62a-8035e9b0c45a" providerId="ADAL" clId="{2F427DC0-94DD-4221-BDA8-C26CE314FA9F}" dt="2025-09-29T12:21:39.001" v="49123"/>
          <ac:spMkLst>
            <pc:docMk/>
            <pc:sldMk cId="171750379" sldId="346"/>
            <ac:spMk id="1153" creationId="{8BA19164-5D3B-F63F-03B1-1423226CF85C}"/>
          </ac:spMkLst>
        </pc:spChg>
        <pc:spChg chg="mod">
          <ac:chgData name="Robert de Groote" userId="2ce5265b-80a0-4fb8-a62a-8035e9b0c45a" providerId="ADAL" clId="{2F427DC0-94DD-4221-BDA8-C26CE314FA9F}" dt="2025-09-29T12:21:39.001" v="49123"/>
          <ac:spMkLst>
            <pc:docMk/>
            <pc:sldMk cId="171750379" sldId="346"/>
            <ac:spMk id="1154" creationId="{8E202DF7-6E68-EB51-7BCE-F4501849BCE8}"/>
          </ac:spMkLst>
        </pc:spChg>
        <pc:spChg chg="mod">
          <ac:chgData name="Robert de Groote" userId="2ce5265b-80a0-4fb8-a62a-8035e9b0c45a" providerId="ADAL" clId="{2F427DC0-94DD-4221-BDA8-C26CE314FA9F}" dt="2025-09-29T12:21:39.001" v="49127"/>
          <ac:spMkLst>
            <pc:docMk/>
            <pc:sldMk cId="171750379" sldId="346"/>
            <ac:spMk id="1156" creationId="{6E7EA560-99FD-C52D-1649-4EFA8559259C}"/>
          </ac:spMkLst>
        </pc:spChg>
        <pc:spChg chg="mod">
          <ac:chgData name="Robert de Groote" userId="2ce5265b-80a0-4fb8-a62a-8035e9b0c45a" providerId="ADAL" clId="{2F427DC0-94DD-4221-BDA8-C26CE314FA9F}" dt="2025-09-29T12:21:39.001" v="49127"/>
          <ac:spMkLst>
            <pc:docMk/>
            <pc:sldMk cId="171750379" sldId="346"/>
            <ac:spMk id="1157" creationId="{C238D726-C639-237A-0BAF-D90ECCAB33D3}"/>
          </ac:spMkLst>
        </pc:spChg>
        <pc:spChg chg="mod">
          <ac:chgData name="Robert de Groote" userId="2ce5265b-80a0-4fb8-a62a-8035e9b0c45a" providerId="ADAL" clId="{2F427DC0-94DD-4221-BDA8-C26CE314FA9F}" dt="2025-09-29T12:21:39.065" v="49166"/>
          <ac:spMkLst>
            <pc:docMk/>
            <pc:sldMk cId="171750379" sldId="346"/>
            <ac:spMk id="1159" creationId="{7BC04171-2F7D-C68A-3BEF-1053A31460A6}"/>
          </ac:spMkLst>
        </pc:spChg>
        <pc:spChg chg="mod">
          <ac:chgData name="Robert de Groote" userId="2ce5265b-80a0-4fb8-a62a-8035e9b0c45a" providerId="ADAL" clId="{2F427DC0-94DD-4221-BDA8-C26CE314FA9F}" dt="2025-09-29T12:21:39.065" v="49166"/>
          <ac:spMkLst>
            <pc:docMk/>
            <pc:sldMk cId="171750379" sldId="346"/>
            <ac:spMk id="1160" creationId="{0FD23B2B-7368-67AC-74AC-14D7F5470453}"/>
          </ac:spMkLst>
        </pc:spChg>
        <pc:spChg chg="mod">
          <ac:chgData name="Robert de Groote" userId="2ce5265b-80a0-4fb8-a62a-8035e9b0c45a" providerId="ADAL" clId="{2F427DC0-94DD-4221-BDA8-C26CE314FA9F}" dt="2025-09-29T12:21:39.065" v="49170"/>
          <ac:spMkLst>
            <pc:docMk/>
            <pc:sldMk cId="171750379" sldId="346"/>
            <ac:spMk id="1162" creationId="{FADB00A6-8FB2-143C-1E1B-55D7540D6D58}"/>
          </ac:spMkLst>
        </pc:spChg>
        <pc:spChg chg="mod">
          <ac:chgData name="Robert de Groote" userId="2ce5265b-80a0-4fb8-a62a-8035e9b0c45a" providerId="ADAL" clId="{2F427DC0-94DD-4221-BDA8-C26CE314FA9F}" dt="2025-09-29T12:21:39.065" v="49170"/>
          <ac:spMkLst>
            <pc:docMk/>
            <pc:sldMk cId="171750379" sldId="346"/>
            <ac:spMk id="1163" creationId="{233B4BD8-E5FB-EF33-12B6-37A2CDD878C0}"/>
          </ac:spMkLst>
        </pc:spChg>
        <pc:spChg chg="mod">
          <ac:chgData name="Robert de Groote" userId="2ce5265b-80a0-4fb8-a62a-8035e9b0c45a" providerId="ADAL" clId="{2F427DC0-94DD-4221-BDA8-C26CE314FA9F}" dt="2025-09-29T12:21:40.342" v="49198"/>
          <ac:spMkLst>
            <pc:docMk/>
            <pc:sldMk cId="171750379" sldId="346"/>
            <ac:spMk id="1165" creationId="{85DA7660-E8B5-47E4-DF0E-9AAD0BFC0D20}"/>
          </ac:spMkLst>
        </pc:spChg>
        <pc:spChg chg="mod">
          <ac:chgData name="Robert de Groote" userId="2ce5265b-80a0-4fb8-a62a-8035e9b0c45a" providerId="ADAL" clId="{2F427DC0-94DD-4221-BDA8-C26CE314FA9F}" dt="2025-09-29T12:21:40.342" v="49198"/>
          <ac:spMkLst>
            <pc:docMk/>
            <pc:sldMk cId="171750379" sldId="346"/>
            <ac:spMk id="1166" creationId="{DD8FE40B-8C8F-F4C4-CC95-AD7D8C070952}"/>
          </ac:spMkLst>
        </pc:spChg>
        <pc:spChg chg="mod">
          <ac:chgData name="Robert de Groote" userId="2ce5265b-80a0-4fb8-a62a-8035e9b0c45a" providerId="ADAL" clId="{2F427DC0-94DD-4221-BDA8-C26CE314FA9F}" dt="2025-09-29T12:21:40.342" v="49204"/>
          <ac:spMkLst>
            <pc:docMk/>
            <pc:sldMk cId="171750379" sldId="346"/>
            <ac:spMk id="1168" creationId="{87FDE9FA-0D48-3F46-5084-D012652F3685}"/>
          </ac:spMkLst>
        </pc:spChg>
        <pc:spChg chg="mod">
          <ac:chgData name="Robert de Groote" userId="2ce5265b-80a0-4fb8-a62a-8035e9b0c45a" providerId="ADAL" clId="{2F427DC0-94DD-4221-BDA8-C26CE314FA9F}" dt="2025-09-29T12:21:40.342" v="49204"/>
          <ac:spMkLst>
            <pc:docMk/>
            <pc:sldMk cId="171750379" sldId="346"/>
            <ac:spMk id="1169" creationId="{06D265C1-1F38-2618-C7A2-79C3AAA41571}"/>
          </ac:spMkLst>
        </pc:spChg>
        <pc:spChg chg="mod">
          <ac:chgData name="Robert de Groote" userId="2ce5265b-80a0-4fb8-a62a-8035e9b0c45a" providerId="ADAL" clId="{2F427DC0-94DD-4221-BDA8-C26CE314FA9F}" dt="2025-09-29T12:21:40.342" v="49210"/>
          <ac:spMkLst>
            <pc:docMk/>
            <pc:sldMk cId="171750379" sldId="346"/>
            <ac:spMk id="1171" creationId="{EC5F056E-39BF-A477-7A07-32DC82365915}"/>
          </ac:spMkLst>
        </pc:spChg>
        <pc:spChg chg="mod">
          <ac:chgData name="Robert de Groote" userId="2ce5265b-80a0-4fb8-a62a-8035e9b0c45a" providerId="ADAL" clId="{2F427DC0-94DD-4221-BDA8-C26CE314FA9F}" dt="2025-09-29T12:21:40.342" v="49210"/>
          <ac:spMkLst>
            <pc:docMk/>
            <pc:sldMk cId="171750379" sldId="346"/>
            <ac:spMk id="1172" creationId="{6B300F60-99D2-127B-9413-E0EC8C2D5477}"/>
          </ac:spMkLst>
        </pc:spChg>
        <pc:spChg chg="mod">
          <ac:chgData name="Robert de Groote" userId="2ce5265b-80a0-4fb8-a62a-8035e9b0c45a" providerId="ADAL" clId="{2F427DC0-94DD-4221-BDA8-C26CE314FA9F}" dt="2025-09-29T12:21:40.911" v="49213"/>
          <ac:spMkLst>
            <pc:docMk/>
            <pc:sldMk cId="171750379" sldId="346"/>
            <ac:spMk id="1174" creationId="{5E231C63-D2FA-B1AB-1F41-7FC3C32FE27A}"/>
          </ac:spMkLst>
        </pc:spChg>
        <pc:spChg chg="mod">
          <ac:chgData name="Robert de Groote" userId="2ce5265b-80a0-4fb8-a62a-8035e9b0c45a" providerId="ADAL" clId="{2F427DC0-94DD-4221-BDA8-C26CE314FA9F}" dt="2025-09-29T12:21:40.911" v="49213"/>
          <ac:spMkLst>
            <pc:docMk/>
            <pc:sldMk cId="171750379" sldId="346"/>
            <ac:spMk id="1175" creationId="{6708A800-3B9F-B895-E4DD-2AFCED8A9582}"/>
          </ac:spMkLst>
        </pc:spChg>
        <pc:spChg chg="mod">
          <ac:chgData name="Robert de Groote" userId="2ce5265b-80a0-4fb8-a62a-8035e9b0c45a" providerId="ADAL" clId="{2F427DC0-94DD-4221-BDA8-C26CE314FA9F}" dt="2025-09-29T12:21:40.911" v="49221"/>
          <ac:spMkLst>
            <pc:docMk/>
            <pc:sldMk cId="171750379" sldId="346"/>
            <ac:spMk id="1177" creationId="{95A226BA-C3B6-6ECB-18B5-C0AC5DD4E590}"/>
          </ac:spMkLst>
        </pc:spChg>
        <pc:spChg chg="mod">
          <ac:chgData name="Robert de Groote" userId="2ce5265b-80a0-4fb8-a62a-8035e9b0c45a" providerId="ADAL" clId="{2F427DC0-94DD-4221-BDA8-C26CE314FA9F}" dt="2025-09-29T12:21:40.911" v="49221"/>
          <ac:spMkLst>
            <pc:docMk/>
            <pc:sldMk cId="171750379" sldId="346"/>
            <ac:spMk id="1178" creationId="{DBAB7B66-072D-B7DE-0075-62010A971CEA}"/>
          </ac:spMkLst>
        </pc:spChg>
        <pc:spChg chg="mod">
          <ac:chgData name="Robert de Groote" userId="2ce5265b-80a0-4fb8-a62a-8035e9b0c45a" providerId="ADAL" clId="{2F427DC0-94DD-4221-BDA8-C26CE314FA9F}" dt="2025-09-29T12:21:40.911" v="49217"/>
          <ac:spMkLst>
            <pc:docMk/>
            <pc:sldMk cId="171750379" sldId="346"/>
            <ac:spMk id="1180" creationId="{076ECD49-0252-36E4-EECA-F856DD218BC4}"/>
          </ac:spMkLst>
        </pc:spChg>
        <pc:spChg chg="mod">
          <ac:chgData name="Robert de Groote" userId="2ce5265b-80a0-4fb8-a62a-8035e9b0c45a" providerId="ADAL" clId="{2F427DC0-94DD-4221-BDA8-C26CE314FA9F}" dt="2025-09-29T12:21:40.911" v="49217"/>
          <ac:spMkLst>
            <pc:docMk/>
            <pc:sldMk cId="171750379" sldId="346"/>
            <ac:spMk id="1181" creationId="{AF3A403A-DAB9-43E7-933E-780FD35E3AC2}"/>
          </ac:spMkLst>
        </pc:spChg>
        <pc:spChg chg="mod">
          <ac:chgData name="Robert de Groote" userId="2ce5265b-80a0-4fb8-a62a-8035e9b0c45a" providerId="ADAL" clId="{2F427DC0-94DD-4221-BDA8-C26CE314FA9F}" dt="2025-09-29T12:21:40.961" v="49270"/>
          <ac:spMkLst>
            <pc:docMk/>
            <pc:sldMk cId="171750379" sldId="346"/>
            <ac:spMk id="1183" creationId="{EF1381C2-C66D-4859-73B4-152D644EF148}"/>
          </ac:spMkLst>
        </pc:spChg>
        <pc:spChg chg="mod">
          <ac:chgData name="Robert de Groote" userId="2ce5265b-80a0-4fb8-a62a-8035e9b0c45a" providerId="ADAL" clId="{2F427DC0-94DD-4221-BDA8-C26CE314FA9F}" dt="2025-09-29T12:21:40.961" v="49270"/>
          <ac:spMkLst>
            <pc:docMk/>
            <pc:sldMk cId="171750379" sldId="346"/>
            <ac:spMk id="1184" creationId="{49CB76B9-0BE1-4253-D92B-2A008A06C637}"/>
          </ac:spMkLst>
        </pc:spChg>
        <pc:spChg chg="mod">
          <ac:chgData name="Robert de Groote" userId="2ce5265b-80a0-4fb8-a62a-8035e9b0c45a" providerId="ADAL" clId="{2F427DC0-94DD-4221-BDA8-C26CE314FA9F}" dt="2025-09-29T12:21:40.963" v="49274"/>
          <ac:spMkLst>
            <pc:docMk/>
            <pc:sldMk cId="171750379" sldId="346"/>
            <ac:spMk id="1186" creationId="{B23452E0-25CF-5E0F-1BBA-33EE846D6187}"/>
          </ac:spMkLst>
        </pc:spChg>
        <pc:spChg chg="mod">
          <ac:chgData name="Robert de Groote" userId="2ce5265b-80a0-4fb8-a62a-8035e9b0c45a" providerId="ADAL" clId="{2F427DC0-94DD-4221-BDA8-C26CE314FA9F}" dt="2025-09-29T12:21:40.963" v="49274"/>
          <ac:spMkLst>
            <pc:docMk/>
            <pc:sldMk cId="171750379" sldId="346"/>
            <ac:spMk id="1187" creationId="{96636FC1-7E71-3FB3-15F4-BDE7C208CDF7}"/>
          </ac:spMkLst>
        </pc:spChg>
        <pc:spChg chg="mod">
          <ac:chgData name="Robert de Groote" userId="2ce5265b-80a0-4fb8-a62a-8035e9b0c45a" providerId="ADAL" clId="{2F427DC0-94DD-4221-BDA8-C26CE314FA9F}" dt="2025-09-29T12:21:40.963" v="49278"/>
          <ac:spMkLst>
            <pc:docMk/>
            <pc:sldMk cId="171750379" sldId="346"/>
            <ac:spMk id="1189" creationId="{5A7B8060-FA74-E913-26A1-31F0EABDCA2F}"/>
          </ac:spMkLst>
        </pc:spChg>
        <pc:spChg chg="mod">
          <ac:chgData name="Robert de Groote" userId="2ce5265b-80a0-4fb8-a62a-8035e9b0c45a" providerId="ADAL" clId="{2F427DC0-94DD-4221-BDA8-C26CE314FA9F}" dt="2025-09-29T12:21:40.963" v="49278"/>
          <ac:spMkLst>
            <pc:docMk/>
            <pc:sldMk cId="171750379" sldId="346"/>
            <ac:spMk id="1190" creationId="{A9D67ECB-8DD5-B952-C125-D3B1A1B6699D}"/>
          </ac:spMkLst>
        </pc:spChg>
        <pc:spChg chg="mod">
          <ac:chgData name="Robert de Groote" userId="2ce5265b-80a0-4fb8-a62a-8035e9b0c45a" providerId="ADAL" clId="{2F427DC0-94DD-4221-BDA8-C26CE314FA9F}" dt="2025-09-29T12:21:42.777" v="49323"/>
          <ac:spMkLst>
            <pc:docMk/>
            <pc:sldMk cId="171750379" sldId="346"/>
            <ac:spMk id="1192" creationId="{303F0CD8-A8A8-95AD-72D1-0E10A231DB1B}"/>
          </ac:spMkLst>
        </pc:spChg>
        <pc:spChg chg="mod">
          <ac:chgData name="Robert de Groote" userId="2ce5265b-80a0-4fb8-a62a-8035e9b0c45a" providerId="ADAL" clId="{2F427DC0-94DD-4221-BDA8-C26CE314FA9F}" dt="2025-09-29T12:21:42.777" v="49323"/>
          <ac:spMkLst>
            <pc:docMk/>
            <pc:sldMk cId="171750379" sldId="346"/>
            <ac:spMk id="1193" creationId="{DA630CDB-6785-2EC1-9275-ACC8197FD9D9}"/>
          </ac:spMkLst>
        </pc:spChg>
        <pc:spChg chg="mod">
          <ac:chgData name="Robert de Groote" userId="2ce5265b-80a0-4fb8-a62a-8035e9b0c45a" providerId="ADAL" clId="{2F427DC0-94DD-4221-BDA8-C26CE314FA9F}" dt="2025-09-29T12:21:42.777" v="49335"/>
          <ac:spMkLst>
            <pc:docMk/>
            <pc:sldMk cId="171750379" sldId="346"/>
            <ac:spMk id="1195" creationId="{44F47046-620D-8311-020C-C880A34E06FE}"/>
          </ac:spMkLst>
        </pc:spChg>
        <pc:spChg chg="mod">
          <ac:chgData name="Robert de Groote" userId="2ce5265b-80a0-4fb8-a62a-8035e9b0c45a" providerId="ADAL" clId="{2F427DC0-94DD-4221-BDA8-C26CE314FA9F}" dt="2025-09-29T12:21:42.777" v="49335"/>
          <ac:spMkLst>
            <pc:docMk/>
            <pc:sldMk cId="171750379" sldId="346"/>
            <ac:spMk id="1196" creationId="{404454D3-3B53-679A-6AC3-8FEA6CCC8018}"/>
          </ac:spMkLst>
        </pc:spChg>
        <pc:spChg chg="mod">
          <ac:chgData name="Robert de Groote" userId="2ce5265b-80a0-4fb8-a62a-8035e9b0c45a" providerId="ADAL" clId="{2F427DC0-94DD-4221-BDA8-C26CE314FA9F}" dt="2025-09-29T12:21:42.777" v="49331"/>
          <ac:spMkLst>
            <pc:docMk/>
            <pc:sldMk cId="171750379" sldId="346"/>
            <ac:spMk id="1198" creationId="{C5516D59-F7F5-BB45-D321-AD5D52A9CC5A}"/>
          </ac:spMkLst>
        </pc:spChg>
        <pc:spChg chg="mod">
          <ac:chgData name="Robert de Groote" userId="2ce5265b-80a0-4fb8-a62a-8035e9b0c45a" providerId="ADAL" clId="{2F427DC0-94DD-4221-BDA8-C26CE314FA9F}" dt="2025-09-29T12:21:42.777" v="49331"/>
          <ac:spMkLst>
            <pc:docMk/>
            <pc:sldMk cId="171750379" sldId="346"/>
            <ac:spMk id="1199" creationId="{D09445C2-97B8-C989-6EEE-40406CA59CEB}"/>
          </ac:spMkLst>
        </pc:spChg>
        <pc:spChg chg="mod">
          <ac:chgData name="Robert de Groote" userId="2ce5265b-80a0-4fb8-a62a-8035e9b0c45a" providerId="ADAL" clId="{2F427DC0-94DD-4221-BDA8-C26CE314FA9F}" dt="2025-09-29T12:21:42.777" v="49327"/>
          <ac:spMkLst>
            <pc:docMk/>
            <pc:sldMk cId="171750379" sldId="346"/>
            <ac:spMk id="1201" creationId="{AB8529A7-3804-AE84-4B76-CD0C5EE31B59}"/>
          </ac:spMkLst>
        </pc:spChg>
        <pc:spChg chg="mod">
          <ac:chgData name="Robert de Groote" userId="2ce5265b-80a0-4fb8-a62a-8035e9b0c45a" providerId="ADAL" clId="{2F427DC0-94DD-4221-BDA8-C26CE314FA9F}" dt="2025-09-29T12:21:42.777" v="49327"/>
          <ac:spMkLst>
            <pc:docMk/>
            <pc:sldMk cId="171750379" sldId="346"/>
            <ac:spMk id="1202" creationId="{B15EAFCD-8CC1-6068-9625-DD4CED6FFE10}"/>
          </ac:spMkLst>
        </pc:spChg>
        <pc:spChg chg="mod">
          <ac:chgData name="Robert de Groote" userId="2ce5265b-80a0-4fb8-a62a-8035e9b0c45a" providerId="ADAL" clId="{2F427DC0-94DD-4221-BDA8-C26CE314FA9F}" dt="2025-09-29T12:21:42.841" v="49410"/>
          <ac:spMkLst>
            <pc:docMk/>
            <pc:sldMk cId="171750379" sldId="346"/>
            <ac:spMk id="1204" creationId="{294FAB0C-B59C-AE18-F3A4-09ECCA710E03}"/>
          </ac:spMkLst>
        </pc:spChg>
        <pc:spChg chg="mod">
          <ac:chgData name="Robert de Groote" userId="2ce5265b-80a0-4fb8-a62a-8035e9b0c45a" providerId="ADAL" clId="{2F427DC0-94DD-4221-BDA8-C26CE314FA9F}" dt="2025-09-29T12:21:42.841" v="49410"/>
          <ac:spMkLst>
            <pc:docMk/>
            <pc:sldMk cId="171750379" sldId="346"/>
            <ac:spMk id="1205" creationId="{3DEA23E6-4AF7-E192-E515-CFAAE61CC28B}"/>
          </ac:spMkLst>
        </pc:spChg>
        <pc:spChg chg="mod">
          <ac:chgData name="Robert de Groote" userId="2ce5265b-80a0-4fb8-a62a-8035e9b0c45a" providerId="ADAL" clId="{2F427DC0-94DD-4221-BDA8-C26CE314FA9F}" dt="2025-09-29T12:21:42.841" v="49414"/>
          <ac:spMkLst>
            <pc:docMk/>
            <pc:sldMk cId="171750379" sldId="346"/>
            <ac:spMk id="1207" creationId="{B53D241D-8F9F-0FF0-DBC6-748B3986B7B4}"/>
          </ac:spMkLst>
        </pc:spChg>
        <pc:spChg chg="mod">
          <ac:chgData name="Robert de Groote" userId="2ce5265b-80a0-4fb8-a62a-8035e9b0c45a" providerId="ADAL" clId="{2F427DC0-94DD-4221-BDA8-C26CE314FA9F}" dt="2025-09-29T12:21:42.841" v="49414"/>
          <ac:spMkLst>
            <pc:docMk/>
            <pc:sldMk cId="171750379" sldId="346"/>
            <ac:spMk id="1208" creationId="{BB07DB9F-9760-DAD4-5014-F13084F507E7}"/>
          </ac:spMkLst>
        </pc:spChg>
        <pc:spChg chg="mod">
          <ac:chgData name="Robert de Groote" userId="2ce5265b-80a0-4fb8-a62a-8035e9b0c45a" providerId="ADAL" clId="{2F427DC0-94DD-4221-BDA8-C26CE314FA9F}" dt="2025-09-29T12:21:42.841" v="49418"/>
          <ac:spMkLst>
            <pc:docMk/>
            <pc:sldMk cId="171750379" sldId="346"/>
            <ac:spMk id="1210" creationId="{CE4369AA-C62F-2C5F-DE80-AF26EFC11E1C}"/>
          </ac:spMkLst>
        </pc:spChg>
        <pc:spChg chg="mod">
          <ac:chgData name="Robert de Groote" userId="2ce5265b-80a0-4fb8-a62a-8035e9b0c45a" providerId="ADAL" clId="{2F427DC0-94DD-4221-BDA8-C26CE314FA9F}" dt="2025-09-29T12:21:42.841" v="49418"/>
          <ac:spMkLst>
            <pc:docMk/>
            <pc:sldMk cId="171750379" sldId="346"/>
            <ac:spMk id="1211" creationId="{8C52500E-F84D-71B4-2C1E-0ECBA49BF428}"/>
          </ac:spMkLst>
        </pc:spChg>
        <pc:spChg chg="mod">
          <ac:chgData name="Robert de Groote" userId="2ce5265b-80a0-4fb8-a62a-8035e9b0c45a" providerId="ADAL" clId="{2F427DC0-94DD-4221-BDA8-C26CE314FA9F}" dt="2025-09-29T12:21:42.841" v="49422"/>
          <ac:spMkLst>
            <pc:docMk/>
            <pc:sldMk cId="171750379" sldId="346"/>
            <ac:spMk id="1213" creationId="{B28E7EA4-B8E5-11DB-70DD-81C9335D1028}"/>
          </ac:spMkLst>
        </pc:spChg>
        <pc:spChg chg="mod">
          <ac:chgData name="Robert de Groote" userId="2ce5265b-80a0-4fb8-a62a-8035e9b0c45a" providerId="ADAL" clId="{2F427DC0-94DD-4221-BDA8-C26CE314FA9F}" dt="2025-09-29T12:21:42.841" v="49422"/>
          <ac:spMkLst>
            <pc:docMk/>
            <pc:sldMk cId="171750379" sldId="346"/>
            <ac:spMk id="1214" creationId="{C3E29A76-51D2-C13D-BAF8-DB1B580FC1C2}"/>
          </ac:spMkLst>
        </pc:spChg>
        <pc:spChg chg="add mod or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215" creationId="{62C0C73E-7D95-ADD3-B841-3392D72575C7}"/>
          </ac:spMkLst>
        </pc:spChg>
        <pc:spChg chg="add mod ord topLvl">
          <ac:chgData name="Robert de Groote" userId="2ce5265b-80a0-4fb8-a62a-8035e9b0c45a" providerId="ADAL" clId="{2F427DC0-94DD-4221-BDA8-C26CE314FA9F}" dt="2025-09-29T13:08:42.910" v="53837" actId="164"/>
          <ac:spMkLst>
            <pc:docMk/>
            <pc:sldMk cId="171750379" sldId="346"/>
            <ac:spMk id="1216" creationId="{EDF17ADE-0BBF-4CD2-A9FB-C2F77921055E}"/>
          </ac:spMkLst>
        </pc:spChg>
        <pc:spChg chg="mod ord">
          <ac:chgData name="Robert de Groote" userId="2ce5265b-80a0-4fb8-a62a-8035e9b0c45a" providerId="ADAL" clId="{2F427DC0-94DD-4221-BDA8-C26CE314FA9F}" dt="2025-09-29T12:23:17.291" v="50078"/>
          <ac:spMkLst>
            <pc:docMk/>
            <pc:sldMk cId="171750379" sldId="346"/>
            <ac:spMk id="1217" creationId="{20816151-3D49-F06A-9A54-E72FB7C4B0D6}"/>
          </ac:spMkLst>
        </pc:spChg>
        <pc:spChg chg="add del mod ord">
          <ac:chgData name="Robert de Groote" userId="2ce5265b-80a0-4fb8-a62a-8035e9b0c45a" providerId="ADAL" clId="{2F427DC0-94DD-4221-BDA8-C26CE314FA9F}" dt="2025-09-29T12:23:01.442" v="49619"/>
          <ac:spMkLst>
            <pc:docMk/>
            <pc:sldMk cId="171750379" sldId="346"/>
            <ac:spMk id="1218" creationId="{221FD8B3-6527-C139-8F19-6A76DB1234AA}"/>
          </ac:spMkLst>
        </pc:spChg>
        <pc:spChg chg="mod">
          <ac:chgData name="Robert de Groote" userId="2ce5265b-80a0-4fb8-a62a-8035e9b0c45a" providerId="ADAL" clId="{2F427DC0-94DD-4221-BDA8-C26CE314FA9F}" dt="2025-09-29T12:23:01.406" v="49529"/>
          <ac:spMkLst>
            <pc:docMk/>
            <pc:sldMk cId="171750379" sldId="346"/>
            <ac:spMk id="1220" creationId="{C547F6FF-2E5D-ED74-6F36-AF90F7919968}"/>
          </ac:spMkLst>
        </pc:spChg>
        <pc:spChg chg="mod">
          <ac:chgData name="Robert de Groote" userId="2ce5265b-80a0-4fb8-a62a-8035e9b0c45a" providerId="ADAL" clId="{2F427DC0-94DD-4221-BDA8-C26CE314FA9F}" dt="2025-09-29T12:23:01.406" v="49529"/>
          <ac:spMkLst>
            <pc:docMk/>
            <pc:sldMk cId="171750379" sldId="346"/>
            <ac:spMk id="1221" creationId="{2C958502-439C-B9BC-BF9E-B252BE345EA5}"/>
          </ac:spMkLst>
        </pc:spChg>
        <pc:spChg chg="add del mod">
          <ac:chgData name="Robert de Groote" userId="2ce5265b-80a0-4fb8-a62a-8035e9b0c45a" providerId="ADAL" clId="{2F427DC0-94DD-4221-BDA8-C26CE314FA9F}" dt="2025-09-29T12:23:01.374" v="49525"/>
          <ac:spMkLst>
            <pc:docMk/>
            <pc:sldMk cId="171750379" sldId="346"/>
            <ac:spMk id="1222" creationId="{ABA1C150-FCC8-6977-5292-B17519F79A6B}"/>
          </ac:spMkLst>
        </pc:spChg>
        <pc:spChg chg="mod">
          <ac:chgData name="Robert de Groote" userId="2ce5265b-80a0-4fb8-a62a-8035e9b0c45a" providerId="ADAL" clId="{2F427DC0-94DD-4221-BDA8-C26CE314FA9F}" dt="2025-09-29T12:23:01.453" v="49620"/>
          <ac:spMkLst>
            <pc:docMk/>
            <pc:sldMk cId="171750379" sldId="346"/>
            <ac:spMk id="1224" creationId="{EB16CA6C-3473-1002-B436-E311B1C64B55}"/>
          </ac:spMkLst>
        </pc:spChg>
        <pc:spChg chg="mod">
          <ac:chgData name="Robert de Groote" userId="2ce5265b-80a0-4fb8-a62a-8035e9b0c45a" providerId="ADAL" clId="{2F427DC0-94DD-4221-BDA8-C26CE314FA9F}" dt="2025-09-29T12:23:01.453" v="49620"/>
          <ac:spMkLst>
            <pc:docMk/>
            <pc:sldMk cId="171750379" sldId="346"/>
            <ac:spMk id="1225" creationId="{6D98218B-E55E-4FCE-4463-FDB61E785CFF}"/>
          </ac:spMkLst>
        </pc:spChg>
        <pc:spChg chg="add del mod ord">
          <ac:chgData name="Robert de Groote" userId="2ce5265b-80a0-4fb8-a62a-8035e9b0c45a" providerId="ADAL" clId="{2F427DC0-94DD-4221-BDA8-C26CE314FA9F}" dt="2025-09-29T12:23:01.485" v="49655"/>
          <ac:spMkLst>
            <pc:docMk/>
            <pc:sldMk cId="171750379" sldId="346"/>
            <ac:spMk id="1226" creationId="{AEE8CBD1-1ABB-7D88-0A82-8C11599EF7EF}"/>
          </ac:spMkLst>
        </pc:spChg>
        <pc:spChg chg="add del mod">
          <ac:chgData name="Robert de Groote" userId="2ce5265b-80a0-4fb8-a62a-8035e9b0c45a" providerId="ADAL" clId="{2F427DC0-94DD-4221-BDA8-C26CE314FA9F}" dt="2025-09-29T12:23:01.469" v="49629"/>
          <ac:spMkLst>
            <pc:docMk/>
            <pc:sldMk cId="171750379" sldId="346"/>
            <ac:spMk id="1227" creationId="{57561F38-3BB6-CDF0-167A-800DD62700B5}"/>
          </ac:spMkLst>
        </pc:spChg>
        <pc:spChg chg="add del mod">
          <ac:chgData name="Robert de Groote" userId="2ce5265b-80a0-4fb8-a62a-8035e9b0c45a" providerId="ADAL" clId="{2F427DC0-94DD-4221-BDA8-C26CE314FA9F}" dt="2025-09-29T12:23:05.569" v="49667"/>
          <ac:spMkLst>
            <pc:docMk/>
            <pc:sldMk cId="171750379" sldId="346"/>
            <ac:spMk id="1228" creationId="{E1D5554C-707F-7849-A870-4A69D16B05D2}"/>
          </ac:spMkLst>
        </pc:spChg>
        <pc:spChg chg="mod">
          <ac:chgData name="Robert de Groote" userId="2ce5265b-80a0-4fb8-a62a-8035e9b0c45a" providerId="ADAL" clId="{2F427DC0-94DD-4221-BDA8-C26CE314FA9F}" dt="2025-09-29T12:23:05.537" v="49656"/>
          <ac:spMkLst>
            <pc:docMk/>
            <pc:sldMk cId="171750379" sldId="346"/>
            <ac:spMk id="1230" creationId="{372DAF22-079A-CFC2-E7CE-B3E011E459E6}"/>
          </ac:spMkLst>
        </pc:spChg>
        <pc:spChg chg="mod">
          <ac:chgData name="Robert de Groote" userId="2ce5265b-80a0-4fb8-a62a-8035e9b0c45a" providerId="ADAL" clId="{2F427DC0-94DD-4221-BDA8-C26CE314FA9F}" dt="2025-09-29T12:23:05.537" v="49656"/>
          <ac:spMkLst>
            <pc:docMk/>
            <pc:sldMk cId="171750379" sldId="346"/>
            <ac:spMk id="1231" creationId="{00ED3186-83BC-9C8B-C966-FA3FF2CFABFE}"/>
          </ac:spMkLst>
        </pc:spChg>
        <pc:spChg chg="add del mod">
          <ac:chgData name="Robert de Groote" userId="2ce5265b-80a0-4fb8-a62a-8035e9b0c45a" providerId="ADAL" clId="{2F427DC0-94DD-4221-BDA8-C26CE314FA9F}" dt="2025-09-29T12:23:05.551" v="49665"/>
          <ac:spMkLst>
            <pc:docMk/>
            <pc:sldMk cId="171750379" sldId="346"/>
            <ac:spMk id="1232" creationId="{092CA975-BD8A-0560-2F82-9094D2759B04}"/>
          </ac:spMkLst>
        </pc:spChg>
        <pc:spChg chg="add del mod">
          <ac:chgData name="Robert de Groote" userId="2ce5265b-80a0-4fb8-a62a-8035e9b0c45a" providerId="ADAL" clId="{2F427DC0-94DD-4221-BDA8-C26CE314FA9F}" dt="2025-09-29T12:23:05.600" v="49679"/>
          <ac:spMkLst>
            <pc:docMk/>
            <pc:sldMk cId="171750379" sldId="346"/>
            <ac:spMk id="1233" creationId="{F86A6001-DF78-12B1-F30E-35600845DE3E}"/>
          </ac:spMkLst>
        </pc:spChg>
        <pc:spChg chg="mod">
          <ac:chgData name="Robert de Groote" userId="2ce5265b-80a0-4fb8-a62a-8035e9b0c45a" providerId="ADAL" clId="{2F427DC0-94DD-4221-BDA8-C26CE314FA9F}" dt="2025-09-29T12:23:05.600" v="49668"/>
          <ac:spMkLst>
            <pc:docMk/>
            <pc:sldMk cId="171750379" sldId="346"/>
            <ac:spMk id="1235" creationId="{81D29C32-813B-3C65-D133-2A8B1DCC84BB}"/>
          </ac:spMkLst>
        </pc:spChg>
        <pc:spChg chg="mod">
          <ac:chgData name="Robert de Groote" userId="2ce5265b-80a0-4fb8-a62a-8035e9b0c45a" providerId="ADAL" clId="{2F427DC0-94DD-4221-BDA8-C26CE314FA9F}" dt="2025-09-29T12:23:05.600" v="49668"/>
          <ac:spMkLst>
            <pc:docMk/>
            <pc:sldMk cId="171750379" sldId="346"/>
            <ac:spMk id="1236" creationId="{D1686102-28F3-F448-94E6-50AF44775B75}"/>
          </ac:spMkLst>
        </pc:spChg>
        <pc:spChg chg="add del mod">
          <ac:chgData name="Robert de Groote" userId="2ce5265b-80a0-4fb8-a62a-8035e9b0c45a" providerId="ADAL" clId="{2F427DC0-94DD-4221-BDA8-C26CE314FA9F}" dt="2025-09-29T12:23:05.600" v="49677"/>
          <ac:spMkLst>
            <pc:docMk/>
            <pc:sldMk cId="171750379" sldId="346"/>
            <ac:spMk id="1237" creationId="{62F69A62-9300-F3BD-E260-955FB2D008E3}"/>
          </ac:spMkLst>
        </pc:spChg>
        <pc:spChg chg="add del mod ord">
          <ac:chgData name="Robert de Groote" userId="2ce5265b-80a0-4fb8-a62a-8035e9b0c45a" providerId="ADAL" clId="{2F427DC0-94DD-4221-BDA8-C26CE314FA9F}" dt="2025-09-29T12:23:07.517" v="49787"/>
          <ac:spMkLst>
            <pc:docMk/>
            <pc:sldMk cId="171750379" sldId="346"/>
            <ac:spMk id="1238" creationId="{A5069DB7-9E56-85F6-19A1-DA09A61487D1}"/>
          </ac:spMkLst>
        </pc:spChg>
        <pc:spChg chg="mod">
          <ac:chgData name="Robert de Groote" userId="2ce5265b-80a0-4fb8-a62a-8035e9b0c45a" providerId="ADAL" clId="{2F427DC0-94DD-4221-BDA8-C26CE314FA9F}" dt="2025-09-29T12:23:07.486" v="49693"/>
          <ac:spMkLst>
            <pc:docMk/>
            <pc:sldMk cId="171750379" sldId="346"/>
            <ac:spMk id="1240" creationId="{ABBF18ED-D188-E5F1-E3AB-360731431075}"/>
          </ac:spMkLst>
        </pc:spChg>
        <pc:spChg chg="mod">
          <ac:chgData name="Robert de Groote" userId="2ce5265b-80a0-4fb8-a62a-8035e9b0c45a" providerId="ADAL" clId="{2F427DC0-94DD-4221-BDA8-C26CE314FA9F}" dt="2025-09-29T12:23:07.486" v="49693"/>
          <ac:spMkLst>
            <pc:docMk/>
            <pc:sldMk cId="171750379" sldId="346"/>
            <ac:spMk id="1241" creationId="{7DBB9393-1155-3432-0CC8-107F2EC6881A}"/>
          </ac:spMkLst>
        </pc:spChg>
        <pc:spChg chg="add del mod">
          <ac:chgData name="Robert de Groote" userId="2ce5265b-80a0-4fb8-a62a-8035e9b0c45a" providerId="ADAL" clId="{2F427DC0-94DD-4221-BDA8-C26CE314FA9F}" dt="2025-09-29T12:23:07.470" v="49689"/>
          <ac:spMkLst>
            <pc:docMk/>
            <pc:sldMk cId="171750379" sldId="346"/>
            <ac:spMk id="1242" creationId="{73BD862F-535D-AB22-E3F0-ED42981E9A68}"/>
          </ac:spMkLst>
        </pc:spChg>
        <pc:spChg chg="mod">
          <ac:chgData name="Robert de Groote" userId="2ce5265b-80a0-4fb8-a62a-8035e9b0c45a" providerId="ADAL" clId="{2F427DC0-94DD-4221-BDA8-C26CE314FA9F}" dt="2025-09-29T12:23:07.533" v="49788"/>
          <ac:spMkLst>
            <pc:docMk/>
            <pc:sldMk cId="171750379" sldId="346"/>
            <ac:spMk id="1244" creationId="{8FF159EB-484E-A02B-A879-E137D9E4534A}"/>
          </ac:spMkLst>
        </pc:spChg>
        <pc:spChg chg="mod">
          <ac:chgData name="Robert de Groote" userId="2ce5265b-80a0-4fb8-a62a-8035e9b0c45a" providerId="ADAL" clId="{2F427DC0-94DD-4221-BDA8-C26CE314FA9F}" dt="2025-09-29T12:23:07.533" v="49788"/>
          <ac:spMkLst>
            <pc:docMk/>
            <pc:sldMk cId="171750379" sldId="346"/>
            <ac:spMk id="1245" creationId="{E979DC9C-6C73-BDC4-0A9D-3EDD40DD5FE3}"/>
          </ac:spMkLst>
        </pc:spChg>
        <pc:spChg chg="add del mod ord">
          <ac:chgData name="Robert de Groote" userId="2ce5265b-80a0-4fb8-a62a-8035e9b0c45a" providerId="ADAL" clId="{2F427DC0-94DD-4221-BDA8-C26CE314FA9F}" dt="2025-09-29T12:23:07.565" v="49823"/>
          <ac:spMkLst>
            <pc:docMk/>
            <pc:sldMk cId="171750379" sldId="346"/>
            <ac:spMk id="1246" creationId="{71FF6015-FE76-1BDA-1230-88176EB2AEDA}"/>
          </ac:spMkLst>
        </pc:spChg>
        <pc:spChg chg="add del mod">
          <ac:chgData name="Robert de Groote" userId="2ce5265b-80a0-4fb8-a62a-8035e9b0c45a" providerId="ADAL" clId="{2F427DC0-94DD-4221-BDA8-C26CE314FA9F}" dt="2025-09-29T12:23:07.533" v="49797"/>
          <ac:spMkLst>
            <pc:docMk/>
            <pc:sldMk cId="171750379" sldId="346"/>
            <ac:spMk id="1247" creationId="{06F13AEC-68B9-AA21-3146-E76266B9D2C5}"/>
          </ac:spMkLst>
        </pc:spChg>
        <pc:spChg chg="mod">
          <ac:chgData name="Robert de Groote" userId="2ce5265b-80a0-4fb8-a62a-8035e9b0c45a" providerId="ADAL" clId="{2F427DC0-94DD-4221-BDA8-C26CE314FA9F}" dt="2025-09-29T12:23:13.711" v="49825"/>
          <ac:spMkLst>
            <pc:docMk/>
            <pc:sldMk cId="171750379" sldId="346"/>
            <ac:spMk id="1249" creationId="{81CF21FA-5D51-0990-FA45-FF005E9C012D}"/>
          </ac:spMkLst>
        </pc:spChg>
        <pc:spChg chg="mod">
          <ac:chgData name="Robert de Groote" userId="2ce5265b-80a0-4fb8-a62a-8035e9b0c45a" providerId="ADAL" clId="{2F427DC0-94DD-4221-BDA8-C26CE314FA9F}" dt="2025-09-29T12:23:13.711" v="49825"/>
          <ac:spMkLst>
            <pc:docMk/>
            <pc:sldMk cId="171750379" sldId="346"/>
            <ac:spMk id="1250" creationId="{923557B2-9AA1-BD0D-35C4-6A7C0167D50B}"/>
          </ac:spMkLst>
        </pc:spChg>
        <pc:spChg chg="add del mod">
          <ac:chgData name="Robert de Groote" userId="2ce5265b-80a0-4fb8-a62a-8035e9b0c45a" providerId="ADAL" clId="{2F427DC0-94DD-4221-BDA8-C26CE314FA9F}" dt="2025-09-29T12:23:13.726" v="49836"/>
          <ac:spMkLst>
            <pc:docMk/>
            <pc:sldMk cId="171750379" sldId="346"/>
            <ac:spMk id="1251" creationId="{90534EC5-D7DE-53FD-2A3F-2D7BEAE08EB9}"/>
          </ac:spMkLst>
        </pc:spChg>
        <pc:spChg chg="add del mod">
          <ac:chgData name="Robert de Groote" userId="2ce5265b-80a0-4fb8-a62a-8035e9b0c45a" providerId="ADAL" clId="{2F427DC0-94DD-4221-BDA8-C26CE314FA9F}" dt="2025-09-29T12:23:13.711" v="49834"/>
          <ac:spMkLst>
            <pc:docMk/>
            <pc:sldMk cId="171750379" sldId="346"/>
            <ac:spMk id="1252" creationId="{4F9299FB-2570-86BB-34EC-7539E784E96A}"/>
          </ac:spMkLst>
        </pc:spChg>
        <pc:spChg chg="mod">
          <ac:chgData name="Robert de Groote" userId="2ce5265b-80a0-4fb8-a62a-8035e9b0c45a" providerId="ADAL" clId="{2F427DC0-94DD-4221-BDA8-C26CE314FA9F}" dt="2025-09-29T12:23:13.742" v="49837"/>
          <ac:spMkLst>
            <pc:docMk/>
            <pc:sldMk cId="171750379" sldId="346"/>
            <ac:spMk id="1254" creationId="{489DB9B0-753E-D799-4EE6-EDCB2DDB3A1A}"/>
          </ac:spMkLst>
        </pc:spChg>
        <pc:spChg chg="mod">
          <ac:chgData name="Robert de Groote" userId="2ce5265b-80a0-4fb8-a62a-8035e9b0c45a" providerId="ADAL" clId="{2F427DC0-94DD-4221-BDA8-C26CE314FA9F}" dt="2025-09-29T12:23:13.742" v="49837"/>
          <ac:spMkLst>
            <pc:docMk/>
            <pc:sldMk cId="171750379" sldId="346"/>
            <ac:spMk id="1255" creationId="{4AA3CB12-602D-D536-B680-A055939D95C5}"/>
          </ac:spMkLst>
        </pc:spChg>
        <pc:spChg chg="add del mod">
          <ac:chgData name="Robert de Groote" userId="2ce5265b-80a0-4fb8-a62a-8035e9b0c45a" providerId="ADAL" clId="{2F427DC0-94DD-4221-BDA8-C26CE314FA9F}" dt="2025-09-29T12:23:13.758" v="49848"/>
          <ac:spMkLst>
            <pc:docMk/>
            <pc:sldMk cId="171750379" sldId="346"/>
            <ac:spMk id="1256" creationId="{2EE9317B-3130-3F83-2E5F-17172BAD688A}"/>
          </ac:spMkLst>
        </pc:spChg>
        <pc:spChg chg="add del mod">
          <ac:chgData name="Robert de Groote" userId="2ce5265b-80a0-4fb8-a62a-8035e9b0c45a" providerId="ADAL" clId="{2F427DC0-94DD-4221-BDA8-C26CE314FA9F}" dt="2025-09-29T12:23:13.742" v="49846"/>
          <ac:spMkLst>
            <pc:docMk/>
            <pc:sldMk cId="171750379" sldId="346"/>
            <ac:spMk id="1257" creationId="{09064669-5EBB-E950-A8B1-244DE675EB29}"/>
          </ac:spMkLst>
        </pc:spChg>
        <pc:spChg chg="mod">
          <ac:chgData name="Robert de Groote" userId="2ce5265b-80a0-4fb8-a62a-8035e9b0c45a" providerId="ADAL" clId="{2F427DC0-94DD-4221-BDA8-C26CE314FA9F}" dt="2025-09-29T12:23:14.372" v="49849"/>
          <ac:spMkLst>
            <pc:docMk/>
            <pc:sldMk cId="171750379" sldId="346"/>
            <ac:spMk id="1259" creationId="{F36AD783-CF66-FDA1-9DD2-9B82591DF3A1}"/>
          </ac:spMkLst>
        </pc:spChg>
        <pc:spChg chg="mod">
          <ac:chgData name="Robert de Groote" userId="2ce5265b-80a0-4fb8-a62a-8035e9b0c45a" providerId="ADAL" clId="{2F427DC0-94DD-4221-BDA8-C26CE314FA9F}" dt="2025-09-29T12:23:14.372" v="49849"/>
          <ac:spMkLst>
            <pc:docMk/>
            <pc:sldMk cId="171750379" sldId="346"/>
            <ac:spMk id="1260" creationId="{7C4164FF-B76D-F1EE-4B16-32D0D8F17C36}"/>
          </ac:spMkLst>
        </pc:spChg>
        <pc:spChg chg="add del mod ord">
          <ac:chgData name="Robert de Groote" userId="2ce5265b-80a0-4fb8-a62a-8035e9b0c45a" providerId="ADAL" clId="{2F427DC0-94DD-4221-BDA8-C26CE314FA9F}" dt="2025-09-29T12:23:14.434" v="49884"/>
          <ac:spMkLst>
            <pc:docMk/>
            <pc:sldMk cId="171750379" sldId="346"/>
            <ac:spMk id="1261" creationId="{2EF80BEC-4FB8-B9E2-65BA-32A2864F713A}"/>
          </ac:spMkLst>
        </pc:spChg>
        <pc:spChg chg="add del mod">
          <ac:chgData name="Robert de Groote" userId="2ce5265b-80a0-4fb8-a62a-8035e9b0c45a" providerId="ADAL" clId="{2F427DC0-94DD-4221-BDA8-C26CE314FA9F}" dt="2025-09-29T12:23:14.387" v="49858"/>
          <ac:spMkLst>
            <pc:docMk/>
            <pc:sldMk cId="171750379" sldId="346"/>
            <ac:spMk id="1262" creationId="{479F3D27-2F5B-A3D3-A785-4BF5055619D0}"/>
          </ac:spMkLst>
        </pc:spChg>
        <pc:spChg chg="mod">
          <ac:chgData name="Robert de Groote" userId="2ce5265b-80a0-4fb8-a62a-8035e9b0c45a" providerId="ADAL" clId="{2F427DC0-94DD-4221-BDA8-C26CE314FA9F}" dt="2025-09-29T12:23:14.449" v="49885"/>
          <ac:spMkLst>
            <pc:docMk/>
            <pc:sldMk cId="171750379" sldId="346"/>
            <ac:spMk id="1264" creationId="{C0D897FC-F604-CDB8-131F-E88771BA49AC}"/>
          </ac:spMkLst>
        </pc:spChg>
        <pc:spChg chg="mod">
          <ac:chgData name="Robert de Groote" userId="2ce5265b-80a0-4fb8-a62a-8035e9b0c45a" providerId="ADAL" clId="{2F427DC0-94DD-4221-BDA8-C26CE314FA9F}" dt="2025-09-29T12:23:14.449" v="49885"/>
          <ac:spMkLst>
            <pc:docMk/>
            <pc:sldMk cId="171750379" sldId="346"/>
            <ac:spMk id="1265" creationId="{B7DC6896-F535-4EDD-DE20-9CBF62B2605B}"/>
          </ac:spMkLst>
        </pc:spChg>
        <pc:spChg chg="add del mod ord">
          <ac:chgData name="Robert de Groote" userId="2ce5265b-80a0-4fb8-a62a-8035e9b0c45a" providerId="ADAL" clId="{2F427DC0-94DD-4221-BDA8-C26CE314FA9F}" dt="2025-09-29T12:23:14.472" v="49920"/>
          <ac:spMkLst>
            <pc:docMk/>
            <pc:sldMk cId="171750379" sldId="346"/>
            <ac:spMk id="1266" creationId="{3366B601-0A20-5CB7-F857-83AE3CA47C52}"/>
          </ac:spMkLst>
        </pc:spChg>
        <pc:spChg chg="add del mod">
          <ac:chgData name="Robert de Groote" userId="2ce5265b-80a0-4fb8-a62a-8035e9b0c45a" providerId="ADAL" clId="{2F427DC0-94DD-4221-BDA8-C26CE314FA9F}" dt="2025-09-29T12:23:14.449" v="49894"/>
          <ac:spMkLst>
            <pc:docMk/>
            <pc:sldMk cId="171750379" sldId="346"/>
            <ac:spMk id="1267" creationId="{83052094-75C5-E951-5248-F8600CBE43AE}"/>
          </ac:spMkLst>
        </pc:spChg>
        <pc:spChg chg="mod">
          <ac:chgData name="Robert de Groote" userId="2ce5265b-80a0-4fb8-a62a-8035e9b0c45a" providerId="ADAL" clId="{2F427DC0-94DD-4221-BDA8-C26CE314FA9F}" dt="2025-09-29T12:23:16.553" v="49926"/>
          <ac:spMkLst>
            <pc:docMk/>
            <pc:sldMk cId="171750379" sldId="346"/>
            <ac:spMk id="1269" creationId="{F29BBC2C-7EFD-A3F1-AFBF-12897D40B2E0}"/>
          </ac:spMkLst>
        </pc:spChg>
        <pc:spChg chg="mod">
          <ac:chgData name="Robert de Groote" userId="2ce5265b-80a0-4fb8-a62a-8035e9b0c45a" providerId="ADAL" clId="{2F427DC0-94DD-4221-BDA8-C26CE314FA9F}" dt="2025-09-29T12:23:16.553" v="49926"/>
          <ac:spMkLst>
            <pc:docMk/>
            <pc:sldMk cId="171750379" sldId="346"/>
            <ac:spMk id="1270" creationId="{36FCA0FB-6428-C1D8-F786-1FA318EBFFBB}"/>
          </ac:spMkLst>
        </pc:spChg>
        <pc:spChg chg="add del mod">
          <ac:chgData name="Robert de Groote" userId="2ce5265b-80a0-4fb8-a62a-8035e9b0c45a" providerId="ADAL" clId="{2F427DC0-94DD-4221-BDA8-C26CE314FA9F}" dt="2025-09-29T12:23:16.568" v="49934"/>
          <ac:spMkLst>
            <pc:docMk/>
            <pc:sldMk cId="171750379" sldId="346"/>
            <ac:spMk id="1271" creationId="{F06C68CF-BE94-3CB1-133C-141E7995FF7F}"/>
          </ac:spMkLst>
        </pc:spChg>
        <pc:spChg chg="add del mod ord">
          <ac:chgData name="Robert de Groote" userId="2ce5265b-80a0-4fb8-a62a-8035e9b0c45a" providerId="ADAL" clId="{2F427DC0-94DD-4221-BDA8-C26CE314FA9F}" dt="2025-09-29T12:23:17.228" v="50046"/>
          <ac:spMkLst>
            <pc:docMk/>
            <pc:sldMk cId="171750379" sldId="346"/>
            <ac:spMk id="1272" creationId="{FEA50251-4D08-B1F3-9655-11FA901F16EB}"/>
          </ac:spMkLst>
        </pc:spChg>
        <pc:spChg chg="mod">
          <ac:chgData name="Robert de Groote" userId="2ce5265b-80a0-4fb8-a62a-8035e9b0c45a" providerId="ADAL" clId="{2F427DC0-94DD-4221-BDA8-C26CE314FA9F}" dt="2025-09-29T12:23:17.165" v="49948"/>
          <ac:spMkLst>
            <pc:docMk/>
            <pc:sldMk cId="171750379" sldId="346"/>
            <ac:spMk id="1274" creationId="{D0D529CE-6B09-DC81-7EF6-E9D8473C9EEE}"/>
          </ac:spMkLst>
        </pc:spChg>
        <pc:spChg chg="mod">
          <ac:chgData name="Robert de Groote" userId="2ce5265b-80a0-4fb8-a62a-8035e9b0c45a" providerId="ADAL" clId="{2F427DC0-94DD-4221-BDA8-C26CE314FA9F}" dt="2025-09-29T12:23:17.165" v="49948"/>
          <ac:spMkLst>
            <pc:docMk/>
            <pc:sldMk cId="171750379" sldId="346"/>
            <ac:spMk id="1275" creationId="{CA590171-94DF-EF7C-AEF2-F01F12800FBD}"/>
          </ac:spMkLst>
        </pc:spChg>
        <pc:spChg chg="add del mod">
          <ac:chgData name="Robert de Groote" userId="2ce5265b-80a0-4fb8-a62a-8035e9b0c45a" providerId="ADAL" clId="{2F427DC0-94DD-4221-BDA8-C26CE314FA9F}" dt="2025-09-29T12:23:17.149" v="49944"/>
          <ac:spMkLst>
            <pc:docMk/>
            <pc:sldMk cId="171750379" sldId="346"/>
            <ac:spMk id="1276" creationId="{FF93CE53-4E69-9F9D-7F72-A8CC9E76D7CF}"/>
          </ac:spMkLst>
        </pc:spChg>
        <pc:spChg chg="mod">
          <ac:chgData name="Robert de Groote" userId="2ce5265b-80a0-4fb8-a62a-8035e9b0c45a" providerId="ADAL" clId="{2F427DC0-94DD-4221-BDA8-C26CE314FA9F}" dt="2025-09-29T12:23:17.259" v="50047"/>
          <ac:spMkLst>
            <pc:docMk/>
            <pc:sldMk cId="171750379" sldId="346"/>
            <ac:spMk id="1278" creationId="{9F8E9BA4-5165-AB85-2B6F-18368BC50E88}"/>
          </ac:spMkLst>
        </pc:spChg>
        <pc:spChg chg="mod">
          <ac:chgData name="Robert de Groote" userId="2ce5265b-80a0-4fb8-a62a-8035e9b0c45a" providerId="ADAL" clId="{2F427DC0-94DD-4221-BDA8-C26CE314FA9F}" dt="2025-09-29T12:23:17.259" v="50047"/>
          <ac:spMkLst>
            <pc:docMk/>
            <pc:sldMk cId="171750379" sldId="346"/>
            <ac:spMk id="1279" creationId="{D6F1BC88-6E60-3E22-3A20-90C987CFA1AD}"/>
          </ac:spMkLst>
        </pc:spChg>
        <pc:spChg chg="add del mod ord">
          <ac:chgData name="Robert de Groote" userId="2ce5265b-80a0-4fb8-a62a-8035e9b0c45a" providerId="ADAL" clId="{2F427DC0-94DD-4221-BDA8-C26CE314FA9F}" dt="2025-09-29T12:23:17.291" v="50082"/>
          <ac:spMkLst>
            <pc:docMk/>
            <pc:sldMk cId="171750379" sldId="346"/>
            <ac:spMk id="1280" creationId="{140D7811-1725-65D9-E736-9B69A91D2FA9}"/>
          </ac:spMkLst>
        </pc:spChg>
        <pc:spChg chg="add del mod">
          <ac:chgData name="Robert de Groote" userId="2ce5265b-80a0-4fb8-a62a-8035e9b0c45a" providerId="ADAL" clId="{2F427DC0-94DD-4221-BDA8-C26CE314FA9F}" dt="2025-09-29T12:23:17.259" v="50056"/>
          <ac:spMkLst>
            <pc:docMk/>
            <pc:sldMk cId="171750379" sldId="346"/>
            <ac:spMk id="1281" creationId="{77B91B7E-0793-88E2-E9D9-6FB9961F603F}"/>
          </ac:spMkLst>
        </pc:spChg>
        <pc:spChg chg="add del mod ord">
          <ac:chgData name="Robert de Groote" userId="2ce5265b-80a0-4fb8-a62a-8035e9b0c45a" providerId="ADAL" clId="{2F427DC0-94DD-4221-BDA8-C26CE314FA9F}" dt="2025-09-29T13:00:10.305" v="53725" actId="478"/>
          <ac:spMkLst>
            <pc:docMk/>
            <pc:sldMk cId="171750379" sldId="346"/>
            <ac:spMk id="1283" creationId="{2BE663B3-EA83-A4FB-A1D5-A3ABE17CAEDD}"/>
          </ac:spMkLst>
        </pc:spChg>
        <pc:spChg chg="add del mod">
          <ac:chgData name="Robert de Groote" userId="2ce5265b-80a0-4fb8-a62a-8035e9b0c45a" providerId="ADAL" clId="{2F427DC0-94DD-4221-BDA8-C26CE314FA9F}" dt="2025-09-29T13:01:43.721" v="53747" actId="478"/>
          <ac:spMkLst>
            <pc:docMk/>
            <pc:sldMk cId="171750379" sldId="346"/>
            <ac:spMk id="1284" creationId="{74C1AEEA-AA0E-FF3A-D159-00F60CABD0D5}"/>
          </ac:spMkLst>
        </pc:spChg>
        <pc:spChg chg="add del mod">
          <ac:chgData name="Robert de Groote" userId="2ce5265b-80a0-4fb8-a62a-8035e9b0c45a" providerId="ADAL" clId="{2F427DC0-94DD-4221-BDA8-C26CE314FA9F}" dt="2025-09-29T13:04:29.881" v="53791" actId="478"/>
          <ac:spMkLst>
            <pc:docMk/>
            <pc:sldMk cId="171750379" sldId="346"/>
            <ac:spMk id="1285" creationId="{61873199-2BFA-CC16-1D46-00C4867E8204}"/>
          </ac:spMkLst>
        </pc:spChg>
        <pc:spChg chg="add del mod">
          <ac:chgData name="Robert de Groote" userId="2ce5265b-80a0-4fb8-a62a-8035e9b0c45a" providerId="ADAL" clId="{2F427DC0-94DD-4221-BDA8-C26CE314FA9F}" dt="2025-09-29T13:04:30.635" v="53792" actId="478"/>
          <ac:spMkLst>
            <pc:docMk/>
            <pc:sldMk cId="171750379" sldId="346"/>
            <ac:spMk id="1286" creationId="{7D919D98-4C9E-7357-E5AE-90519FD2BC76}"/>
          </ac:spMkLst>
        </pc:spChg>
        <pc:spChg chg="add del mod">
          <ac:chgData name="Robert de Groote" userId="2ce5265b-80a0-4fb8-a62a-8035e9b0c45a" providerId="ADAL" clId="{2F427DC0-94DD-4221-BDA8-C26CE314FA9F}" dt="2025-09-29T13:04:25.361" v="53786" actId="478"/>
          <ac:spMkLst>
            <pc:docMk/>
            <pc:sldMk cId="171750379" sldId="346"/>
            <ac:spMk id="1287" creationId="{7567665C-C058-B4D9-9003-5075C74AF545}"/>
          </ac:spMkLst>
        </pc:spChg>
        <pc:spChg chg="add del mod">
          <ac:chgData name="Robert de Groote" userId="2ce5265b-80a0-4fb8-a62a-8035e9b0c45a" providerId="ADAL" clId="{2F427DC0-94DD-4221-BDA8-C26CE314FA9F}" dt="2025-09-29T13:04:28.970" v="53790" actId="478"/>
          <ac:spMkLst>
            <pc:docMk/>
            <pc:sldMk cId="171750379" sldId="346"/>
            <ac:spMk id="1289" creationId="{26CFD5E6-2C28-789C-BE5A-49B360BEA8D2}"/>
          </ac:spMkLst>
        </pc:spChg>
        <pc:spChg chg="add del mod">
          <ac:chgData name="Robert de Groote" userId="2ce5265b-80a0-4fb8-a62a-8035e9b0c45a" providerId="ADAL" clId="{2F427DC0-94DD-4221-BDA8-C26CE314FA9F}" dt="2025-09-29T13:04:26.304" v="53787" actId="478"/>
          <ac:spMkLst>
            <pc:docMk/>
            <pc:sldMk cId="171750379" sldId="346"/>
            <ac:spMk id="1291" creationId="{93BB0E6B-3225-367F-E406-10D51216DA53}"/>
          </ac:spMkLst>
        </pc:spChg>
        <pc:spChg chg="add del mod ord">
          <ac:chgData name="Robert de Groote" userId="2ce5265b-80a0-4fb8-a62a-8035e9b0c45a" providerId="ADAL" clId="{2F427DC0-94DD-4221-BDA8-C26CE314FA9F}" dt="2025-09-29T13:04:27.369" v="53788" actId="478"/>
          <ac:spMkLst>
            <pc:docMk/>
            <pc:sldMk cId="171750379" sldId="346"/>
            <ac:spMk id="1293" creationId="{D92A6114-F1EC-4567-6584-ABAFF2220E8D}"/>
          </ac:spMkLst>
        </pc:spChg>
        <pc:spChg chg="add del mod">
          <ac:chgData name="Robert de Groote" userId="2ce5265b-80a0-4fb8-a62a-8035e9b0c45a" providerId="ADAL" clId="{2F427DC0-94DD-4221-BDA8-C26CE314FA9F}" dt="2025-09-29T12:28:28.510" v="50169"/>
          <ac:spMkLst>
            <pc:docMk/>
            <pc:sldMk cId="171750379" sldId="346"/>
            <ac:spMk id="1294" creationId="{98433906-14C8-BD05-3739-1636362B7A63}"/>
          </ac:spMkLst>
        </pc:spChg>
        <pc:spChg chg="add del mod">
          <ac:chgData name="Robert de Groote" userId="2ce5265b-80a0-4fb8-a62a-8035e9b0c45a" providerId="ADAL" clId="{2F427DC0-94DD-4221-BDA8-C26CE314FA9F}" dt="2025-09-29T12:28:28.510" v="50169"/>
          <ac:spMkLst>
            <pc:docMk/>
            <pc:sldMk cId="171750379" sldId="346"/>
            <ac:spMk id="1295" creationId="{D1FE8D2D-C0EA-C865-B3D6-EF78DE72192E}"/>
          </ac:spMkLst>
        </pc:spChg>
        <pc:spChg chg="add del mod">
          <ac:chgData name="Robert de Groote" userId="2ce5265b-80a0-4fb8-a62a-8035e9b0c45a" providerId="ADAL" clId="{2F427DC0-94DD-4221-BDA8-C26CE314FA9F}" dt="2025-09-29T12:28:28.432" v="50130"/>
          <ac:spMkLst>
            <pc:docMk/>
            <pc:sldMk cId="171750379" sldId="346"/>
            <ac:spMk id="1296" creationId="{B3AC3B12-A458-623A-A5BB-D2422E818CB6}"/>
          </ac:spMkLst>
        </pc:spChg>
        <pc:spChg chg="add del mod">
          <ac:chgData name="Robert de Groote" userId="2ce5265b-80a0-4fb8-a62a-8035e9b0c45a" providerId="ADAL" clId="{2F427DC0-94DD-4221-BDA8-C26CE314FA9F}" dt="2025-09-29T12:28:28.463" v="50139"/>
          <ac:spMkLst>
            <pc:docMk/>
            <pc:sldMk cId="171750379" sldId="346"/>
            <ac:spMk id="1297" creationId="{A8FA979E-3B97-692D-205A-B0BFB22518B4}"/>
          </ac:spMkLst>
        </pc:spChg>
        <pc:spChg chg="add del mod">
          <ac:chgData name="Robert de Groote" userId="2ce5265b-80a0-4fb8-a62a-8035e9b0c45a" providerId="ADAL" clId="{2F427DC0-94DD-4221-BDA8-C26CE314FA9F}" dt="2025-09-29T12:28:28.479" v="50148"/>
          <ac:spMkLst>
            <pc:docMk/>
            <pc:sldMk cId="171750379" sldId="346"/>
            <ac:spMk id="1298" creationId="{9B6C231E-4D27-25A4-DEAC-03D561321837}"/>
          </ac:spMkLst>
        </pc:spChg>
        <pc:spChg chg="add del mod">
          <ac:chgData name="Robert de Groote" userId="2ce5265b-80a0-4fb8-a62a-8035e9b0c45a" providerId="ADAL" clId="{2F427DC0-94DD-4221-BDA8-C26CE314FA9F}" dt="2025-09-29T12:28:28.495" v="50157"/>
          <ac:spMkLst>
            <pc:docMk/>
            <pc:sldMk cId="171750379" sldId="346"/>
            <ac:spMk id="1299" creationId="{D296911F-1B0B-8471-CDA4-E7A6B0E8B8CC}"/>
          </ac:spMkLst>
        </pc:spChg>
        <pc:spChg chg="add del mod">
          <ac:chgData name="Robert de Groote" userId="2ce5265b-80a0-4fb8-a62a-8035e9b0c45a" providerId="ADAL" clId="{2F427DC0-94DD-4221-BDA8-C26CE314FA9F}" dt="2025-09-29T12:28:31.633" v="50229"/>
          <ac:spMkLst>
            <pc:docMk/>
            <pc:sldMk cId="171750379" sldId="346"/>
            <ac:spMk id="1300" creationId="{545DCB21-32D7-6418-8C3B-8211527AD61F}"/>
          </ac:spMkLst>
        </pc:spChg>
        <pc:spChg chg="add del mod">
          <ac:chgData name="Robert de Groote" userId="2ce5265b-80a0-4fb8-a62a-8035e9b0c45a" providerId="ADAL" clId="{2F427DC0-94DD-4221-BDA8-C26CE314FA9F}" dt="2025-09-29T12:28:31.633" v="50229"/>
          <ac:spMkLst>
            <pc:docMk/>
            <pc:sldMk cId="171750379" sldId="346"/>
            <ac:spMk id="1301" creationId="{AA1C5515-EC04-CB59-7964-3999CB8FEE35}"/>
          </ac:spMkLst>
        </pc:spChg>
        <pc:spChg chg="add del mod">
          <ac:chgData name="Robert de Groote" userId="2ce5265b-80a0-4fb8-a62a-8035e9b0c45a" providerId="ADAL" clId="{2F427DC0-94DD-4221-BDA8-C26CE314FA9F}" dt="2025-09-29T12:28:31.570" v="50190"/>
          <ac:spMkLst>
            <pc:docMk/>
            <pc:sldMk cId="171750379" sldId="346"/>
            <ac:spMk id="1302" creationId="{78A92144-746A-74FC-F18C-B96B84A6EBFA}"/>
          </ac:spMkLst>
        </pc:spChg>
        <pc:spChg chg="add del mod">
          <ac:chgData name="Robert de Groote" userId="2ce5265b-80a0-4fb8-a62a-8035e9b0c45a" providerId="ADAL" clId="{2F427DC0-94DD-4221-BDA8-C26CE314FA9F}" dt="2025-09-29T12:28:31.586" v="50199"/>
          <ac:spMkLst>
            <pc:docMk/>
            <pc:sldMk cId="171750379" sldId="346"/>
            <ac:spMk id="1303" creationId="{A23C4261-4AA3-D6D7-CB69-51C0DC9AE051}"/>
          </ac:spMkLst>
        </pc:spChg>
        <pc:spChg chg="add del mod">
          <ac:chgData name="Robert de Groote" userId="2ce5265b-80a0-4fb8-a62a-8035e9b0c45a" providerId="ADAL" clId="{2F427DC0-94DD-4221-BDA8-C26CE314FA9F}" dt="2025-09-29T12:28:31.602" v="50208"/>
          <ac:spMkLst>
            <pc:docMk/>
            <pc:sldMk cId="171750379" sldId="346"/>
            <ac:spMk id="1304" creationId="{1698F5EE-BC13-E25A-C569-09391EA6B282}"/>
          </ac:spMkLst>
        </pc:spChg>
        <pc:spChg chg="add del mod">
          <ac:chgData name="Robert de Groote" userId="2ce5265b-80a0-4fb8-a62a-8035e9b0c45a" providerId="ADAL" clId="{2F427DC0-94DD-4221-BDA8-C26CE314FA9F}" dt="2025-09-29T12:28:31.617" v="50217"/>
          <ac:spMkLst>
            <pc:docMk/>
            <pc:sldMk cId="171750379" sldId="346"/>
            <ac:spMk id="1305" creationId="{16370A6B-15D2-6302-DA2B-EC7A3A67F07C}"/>
          </ac:spMkLst>
        </pc:spChg>
        <pc:spChg chg="add del mod">
          <ac:chgData name="Robert de Groote" userId="2ce5265b-80a0-4fb8-a62a-8035e9b0c45a" providerId="ADAL" clId="{2F427DC0-94DD-4221-BDA8-C26CE314FA9F}" dt="2025-09-29T12:28:34.174" v="50319"/>
          <ac:spMkLst>
            <pc:docMk/>
            <pc:sldMk cId="171750379" sldId="346"/>
            <ac:spMk id="1306" creationId="{7F7D4BCB-51E7-AAD0-BC8E-6088E4CCDF1B}"/>
          </ac:spMkLst>
        </pc:spChg>
        <pc:spChg chg="add del mod">
          <ac:chgData name="Robert de Groote" userId="2ce5265b-80a0-4fb8-a62a-8035e9b0c45a" providerId="ADAL" clId="{2F427DC0-94DD-4221-BDA8-C26CE314FA9F}" dt="2025-09-29T12:28:34.174" v="50319"/>
          <ac:spMkLst>
            <pc:docMk/>
            <pc:sldMk cId="171750379" sldId="346"/>
            <ac:spMk id="1307" creationId="{C8BC7DA3-BEB9-AC78-44EE-2A3D8D92418D}"/>
          </ac:spMkLst>
        </pc:spChg>
        <pc:spChg chg="add del mod">
          <ac:chgData name="Robert de Groote" userId="2ce5265b-80a0-4fb8-a62a-8035e9b0c45a" providerId="ADAL" clId="{2F427DC0-94DD-4221-BDA8-C26CE314FA9F}" dt="2025-09-29T12:28:34.174" v="50319"/>
          <ac:spMkLst>
            <pc:docMk/>
            <pc:sldMk cId="171750379" sldId="346"/>
            <ac:spMk id="1308" creationId="{057ECB62-C12C-DE4A-968B-28AEFD4615E4}"/>
          </ac:spMkLst>
        </pc:spChg>
        <pc:spChg chg="add del mod">
          <ac:chgData name="Robert de Groote" userId="2ce5265b-80a0-4fb8-a62a-8035e9b0c45a" providerId="ADAL" clId="{2F427DC0-94DD-4221-BDA8-C26CE314FA9F}" dt="2025-09-29T12:28:34.065" v="50256"/>
          <ac:spMkLst>
            <pc:docMk/>
            <pc:sldMk cId="171750379" sldId="346"/>
            <ac:spMk id="1309" creationId="{3E604521-D4D6-F85A-979A-FEA7859702C4}"/>
          </ac:spMkLst>
        </pc:spChg>
        <pc:spChg chg="add del mod">
          <ac:chgData name="Robert de Groote" userId="2ce5265b-80a0-4fb8-a62a-8035e9b0c45a" providerId="ADAL" clId="{2F427DC0-94DD-4221-BDA8-C26CE314FA9F}" dt="2025-09-29T12:28:34.096" v="50265"/>
          <ac:spMkLst>
            <pc:docMk/>
            <pc:sldMk cId="171750379" sldId="346"/>
            <ac:spMk id="1310" creationId="{8E3AE1F5-DA1E-B8B4-FE01-D6453D5BE2C0}"/>
          </ac:spMkLst>
        </pc:spChg>
        <pc:spChg chg="add del mod">
          <ac:chgData name="Robert de Groote" userId="2ce5265b-80a0-4fb8-a62a-8035e9b0c45a" providerId="ADAL" clId="{2F427DC0-94DD-4221-BDA8-C26CE314FA9F}" dt="2025-09-29T12:28:34.112" v="50274"/>
          <ac:spMkLst>
            <pc:docMk/>
            <pc:sldMk cId="171750379" sldId="346"/>
            <ac:spMk id="1311" creationId="{FE942047-AD29-72D5-D7E2-8975EEEF0C9A}"/>
          </ac:spMkLst>
        </pc:spChg>
        <pc:spChg chg="add del mod">
          <ac:chgData name="Robert de Groote" userId="2ce5265b-80a0-4fb8-a62a-8035e9b0c45a" providerId="ADAL" clId="{2F427DC0-94DD-4221-BDA8-C26CE314FA9F}" dt="2025-09-29T12:28:34.131" v="50283"/>
          <ac:spMkLst>
            <pc:docMk/>
            <pc:sldMk cId="171750379" sldId="346"/>
            <ac:spMk id="1312" creationId="{435EF641-C17F-F3F5-730C-50EF7B0E4D4A}"/>
          </ac:spMkLst>
        </pc:spChg>
        <pc:spChg chg="add del mod">
          <ac:chgData name="Robert de Groote" userId="2ce5265b-80a0-4fb8-a62a-8035e9b0c45a" providerId="ADAL" clId="{2F427DC0-94DD-4221-BDA8-C26CE314FA9F}" dt="2025-09-29T12:28:34.143" v="50292"/>
          <ac:spMkLst>
            <pc:docMk/>
            <pc:sldMk cId="171750379" sldId="346"/>
            <ac:spMk id="1313" creationId="{144F7EA2-A441-F46F-CDD8-13236B03E22D}"/>
          </ac:spMkLst>
        </pc:spChg>
        <pc:spChg chg="add del mod">
          <ac:chgData name="Robert de Groote" userId="2ce5265b-80a0-4fb8-a62a-8035e9b0c45a" providerId="ADAL" clId="{2F427DC0-94DD-4221-BDA8-C26CE314FA9F}" dt="2025-09-29T12:28:34.159" v="50301"/>
          <ac:spMkLst>
            <pc:docMk/>
            <pc:sldMk cId="171750379" sldId="346"/>
            <ac:spMk id="1314" creationId="{BB5C5D15-0D62-B54B-BFDC-22E2EB587761}"/>
          </ac:spMkLst>
        </pc:spChg>
        <pc:spChg chg="add del mod">
          <ac:chgData name="Robert de Groote" userId="2ce5265b-80a0-4fb8-a62a-8035e9b0c45a" providerId="ADAL" clId="{2F427DC0-94DD-4221-BDA8-C26CE314FA9F}" dt="2025-09-29T12:28:37.210" v="50379"/>
          <ac:spMkLst>
            <pc:docMk/>
            <pc:sldMk cId="171750379" sldId="346"/>
            <ac:spMk id="1315" creationId="{31181133-566F-0733-0AEA-C827F954DF85}"/>
          </ac:spMkLst>
        </pc:spChg>
        <pc:spChg chg="add del mod">
          <ac:chgData name="Robert de Groote" userId="2ce5265b-80a0-4fb8-a62a-8035e9b0c45a" providerId="ADAL" clId="{2F427DC0-94DD-4221-BDA8-C26CE314FA9F}" dt="2025-09-29T12:28:37.210" v="50379"/>
          <ac:spMkLst>
            <pc:docMk/>
            <pc:sldMk cId="171750379" sldId="346"/>
            <ac:spMk id="1316" creationId="{1DF977AC-8907-025C-63B0-B7448F5BF201}"/>
          </ac:spMkLst>
        </pc:spChg>
        <pc:spChg chg="add del mod">
          <ac:chgData name="Robert de Groote" userId="2ce5265b-80a0-4fb8-a62a-8035e9b0c45a" providerId="ADAL" clId="{2F427DC0-94DD-4221-BDA8-C26CE314FA9F}" dt="2025-09-29T12:28:37.126" v="50340"/>
          <ac:spMkLst>
            <pc:docMk/>
            <pc:sldMk cId="171750379" sldId="346"/>
            <ac:spMk id="1317" creationId="{06E06FCD-2A0F-64D6-B0E3-EB7171786113}"/>
          </ac:spMkLst>
        </pc:spChg>
        <pc:spChg chg="add del mod">
          <ac:chgData name="Robert de Groote" userId="2ce5265b-80a0-4fb8-a62a-8035e9b0c45a" providerId="ADAL" clId="{2F427DC0-94DD-4221-BDA8-C26CE314FA9F}" dt="2025-09-29T12:28:37.142" v="50349"/>
          <ac:spMkLst>
            <pc:docMk/>
            <pc:sldMk cId="171750379" sldId="346"/>
            <ac:spMk id="1318" creationId="{F02620FD-125A-6ACB-B415-6CCFCF807CBE}"/>
          </ac:spMkLst>
        </pc:spChg>
        <pc:spChg chg="add del mod">
          <ac:chgData name="Robert de Groote" userId="2ce5265b-80a0-4fb8-a62a-8035e9b0c45a" providerId="ADAL" clId="{2F427DC0-94DD-4221-BDA8-C26CE314FA9F}" dt="2025-09-29T12:28:37.158" v="50358"/>
          <ac:spMkLst>
            <pc:docMk/>
            <pc:sldMk cId="171750379" sldId="346"/>
            <ac:spMk id="1319" creationId="{3425EDF3-DB71-D344-B6C8-C686A5ADE6A6}"/>
          </ac:spMkLst>
        </pc:spChg>
        <pc:spChg chg="add del mod">
          <ac:chgData name="Robert de Groote" userId="2ce5265b-80a0-4fb8-a62a-8035e9b0c45a" providerId="ADAL" clId="{2F427DC0-94DD-4221-BDA8-C26CE314FA9F}" dt="2025-09-29T12:28:37.182" v="50367"/>
          <ac:spMkLst>
            <pc:docMk/>
            <pc:sldMk cId="171750379" sldId="346"/>
            <ac:spMk id="1320" creationId="{F978CE09-39D7-402E-72C7-7FFB4FB814A9}"/>
          </ac:spMkLst>
        </pc:spChg>
        <pc:spChg chg="add del mod">
          <ac:chgData name="Robert de Groote" userId="2ce5265b-80a0-4fb8-a62a-8035e9b0c45a" providerId="ADAL" clId="{2F427DC0-94DD-4221-BDA8-C26CE314FA9F}" dt="2025-09-29T12:28:47.755" v="50439"/>
          <ac:spMkLst>
            <pc:docMk/>
            <pc:sldMk cId="171750379" sldId="346"/>
            <ac:spMk id="1321" creationId="{3B8F27C6-A405-C00C-C0CA-46444D525437}"/>
          </ac:spMkLst>
        </pc:spChg>
        <pc:spChg chg="add del mod">
          <ac:chgData name="Robert de Groote" userId="2ce5265b-80a0-4fb8-a62a-8035e9b0c45a" providerId="ADAL" clId="{2F427DC0-94DD-4221-BDA8-C26CE314FA9F}" dt="2025-09-29T12:28:47.755" v="50439"/>
          <ac:spMkLst>
            <pc:docMk/>
            <pc:sldMk cId="171750379" sldId="346"/>
            <ac:spMk id="1322" creationId="{BD5C22AD-B3D9-D2ED-12AC-7654CDAB7F56}"/>
          </ac:spMkLst>
        </pc:spChg>
        <pc:spChg chg="add del mod">
          <ac:chgData name="Robert de Groote" userId="2ce5265b-80a0-4fb8-a62a-8035e9b0c45a" providerId="ADAL" clId="{2F427DC0-94DD-4221-BDA8-C26CE314FA9F}" dt="2025-09-29T12:28:47.636" v="50400"/>
          <ac:spMkLst>
            <pc:docMk/>
            <pc:sldMk cId="171750379" sldId="346"/>
            <ac:spMk id="1323" creationId="{ACAD90FA-D344-C888-F214-2A2D7270FB94}"/>
          </ac:spMkLst>
        </pc:spChg>
        <pc:spChg chg="add del mod">
          <ac:chgData name="Robert de Groote" userId="2ce5265b-80a0-4fb8-a62a-8035e9b0c45a" providerId="ADAL" clId="{2F427DC0-94DD-4221-BDA8-C26CE314FA9F}" dt="2025-09-29T12:28:47.667" v="50409"/>
          <ac:spMkLst>
            <pc:docMk/>
            <pc:sldMk cId="171750379" sldId="346"/>
            <ac:spMk id="1324" creationId="{93E33B4F-AD65-26A4-C3BB-42FEE27B0ACF}"/>
          </ac:spMkLst>
        </pc:spChg>
        <pc:spChg chg="add del mod">
          <ac:chgData name="Robert de Groote" userId="2ce5265b-80a0-4fb8-a62a-8035e9b0c45a" providerId="ADAL" clId="{2F427DC0-94DD-4221-BDA8-C26CE314FA9F}" dt="2025-09-29T12:28:47.701" v="50418"/>
          <ac:spMkLst>
            <pc:docMk/>
            <pc:sldMk cId="171750379" sldId="346"/>
            <ac:spMk id="1325" creationId="{0957814D-25AC-F2E4-2A12-F3CABE88BADB}"/>
          </ac:spMkLst>
        </pc:spChg>
        <pc:spChg chg="add del mod">
          <ac:chgData name="Robert de Groote" userId="2ce5265b-80a0-4fb8-a62a-8035e9b0c45a" providerId="ADAL" clId="{2F427DC0-94DD-4221-BDA8-C26CE314FA9F}" dt="2025-09-29T12:28:47.732" v="50427"/>
          <ac:spMkLst>
            <pc:docMk/>
            <pc:sldMk cId="171750379" sldId="346"/>
            <ac:spMk id="1326" creationId="{70B4AFA7-1EA0-F4FA-D39C-55CD4ABFDA20}"/>
          </ac:spMkLst>
        </pc:spChg>
        <pc:spChg chg="add del mod">
          <ac:chgData name="Robert de Groote" userId="2ce5265b-80a0-4fb8-a62a-8035e9b0c45a" providerId="ADAL" clId="{2F427DC0-94DD-4221-BDA8-C26CE314FA9F}" dt="2025-09-29T12:28:51.629" v="50499"/>
          <ac:spMkLst>
            <pc:docMk/>
            <pc:sldMk cId="171750379" sldId="346"/>
            <ac:spMk id="1327" creationId="{491D20A4-9DDE-B310-6CDE-D74DFC4DC0B1}"/>
          </ac:spMkLst>
        </pc:spChg>
        <pc:spChg chg="add del mod">
          <ac:chgData name="Robert de Groote" userId="2ce5265b-80a0-4fb8-a62a-8035e9b0c45a" providerId="ADAL" clId="{2F427DC0-94DD-4221-BDA8-C26CE314FA9F}" dt="2025-09-29T12:28:51.629" v="50499"/>
          <ac:spMkLst>
            <pc:docMk/>
            <pc:sldMk cId="171750379" sldId="346"/>
            <ac:spMk id="1328" creationId="{D5D7C4D3-93F6-2B8E-78C4-A47D6C21A8AB}"/>
          </ac:spMkLst>
        </pc:spChg>
        <pc:spChg chg="add del mod">
          <ac:chgData name="Robert de Groote" userId="2ce5265b-80a0-4fb8-a62a-8035e9b0c45a" providerId="ADAL" clId="{2F427DC0-94DD-4221-BDA8-C26CE314FA9F}" dt="2025-09-29T12:28:51.513" v="50460"/>
          <ac:spMkLst>
            <pc:docMk/>
            <pc:sldMk cId="171750379" sldId="346"/>
            <ac:spMk id="1329" creationId="{6C50FD70-4B11-D2ED-D943-16A4AA8DBE43}"/>
          </ac:spMkLst>
        </pc:spChg>
        <pc:spChg chg="add del mod">
          <ac:chgData name="Robert de Groote" userId="2ce5265b-80a0-4fb8-a62a-8035e9b0c45a" providerId="ADAL" clId="{2F427DC0-94DD-4221-BDA8-C26CE314FA9F}" dt="2025-09-29T12:28:51.543" v="50469"/>
          <ac:spMkLst>
            <pc:docMk/>
            <pc:sldMk cId="171750379" sldId="346"/>
            <ac:spMk id="1330" creationId="{C9BBFCC1-7C23-DC59-DF56-8A6A485E1062}"/>
          </ac:spMkLst>
        </pc:spChg>
        <pc:spChg chg="add del mod">
          <ac:chgData name="Robert de Groote" userId="2ce5265b-80a0-4fb8-a62a-8035e9b0c45a" providerId="ADAL" clId="{2F427DC0-94DD-4221-BDA8-C26CE314FA9F}" dt="2025-09-29T12:28:51.563" v="50478"/>
          <ac:spMkLst>
            <pc:docMk/>
            <pc:sldMk cId="171750379" sldId="346"/>
            <ac:spMk id="1331" creationId="{618C442D-037A-E5F6-CB84-530C0B19521F}"/>
          </ac:spMkLst>
        </pc:spChg>
        <pc:spChg chg="add del mod">
          <ac:chgData name="Robert de Groote" userId="2ce5265b-80a0-4fb8-a62a-8035e9b0c45a" providerId="ADAL" clId="{2F427DC0-94DD-4221-BDA8-C26CE314FA9F}" dt="2025-09-29T12:28:51.595" v="50487"/>
          <ac:spMkLst>
            <pc:docMk/>
            <pc:sldMk cId="171750379" sldId="346"/>
            <ac:spMk id="1332" creationId="{0D31FD39-D5AC-11A7-DEB3-1DE7C5BC9406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33" creationId="{95FE7F72-FC01-AE63-437E-31CB642B84FB}"/>
          </ac:spMkLst>
        </pc:spChg>
        <pc:spChg chg="add del mod">
          <ac:chgData name="Robert de Groote" userId="2ce5265b-80a0-4fb8-a62a-8035e9b0c45a" providerId="ADAL" clId="{2F427DC0-94DD-4221-BDA8-C26CE314FA9F}" dt="2025-09-29T12:29:02.292" v="51482" actId="1076"/>
          <ac:spMkLst>
            <pc:docMk/>
            <pc:sldMk cId="171750379" sldId="346"/>
            <ac:spMk id="1334" creationId="{4DF1EB70-FFDD-9787-D956-960218FA1119}"/>
          </ac:spMkLst>
        </pc:spChg>
        <pc:spChg chg="add del mod">
          <ac:chgData name="Robert de Groote" userId="2ce5265b-80a0-4fb8-a62a-8035e9b0c45a" providerId="ADAL" clId="{2F427DC0-94DD-4221-BDA8-C26CE314FA9F}" dt="2025-09-29T12:29:02.292" v="51480" actId="1076"/>
          <ac:spMkLst>
            <pc:docMk/>
            <pc:sldMk cId="171750379" sldId="346"/>
            <ac:spMk id="1335" creationId="{76E9F2A3-FBE4-1DB4-8D2F-97F15E139EFA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36" creationId="{1694E3B3-5417-5E32-DF0F-91DE7B3A531D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37" creationId="{F47CC0F8-5F7F-90FE-7F6D-20F5A7C2CF6C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38" creationId="{E2770D8D-FDE3-1D45-F685-A38BFB6ACAF1}"/>
          </ac:spMkLst>
        </pc:spChg>
        <pc:spChg chg="add del mod ord">
          <ac:chgData name="Robert de Groote" userId="2ce5265b-80a0-4fb8-a62a-8035e9b0c45a" providerId="ADAL" clId="{2F427DC0-94DD-4221-BDA8-C26CE314FA9F}" dt="2025-09-29T12:29:02.277" v="51462" actId="1076"/>
          <ac:spMkLst>
            <pc:docMk/>
            <pc:sldMk cId="171750379" sldId="346"/>
            <ac:spMk id="1339" creationId="{4E828343-8751-7FBE-BFC2-2CC38074E6BE}"/>
          </ac:spMkLst>
        </pc:spChg>
        <pc:spChg chg="add del mod or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40" creationId="{902B9E6C-A859-7A7B-0D3B-0ED697F27FCD}"/>
          </ac:spMkLst>
        </pc:spChg>
        <pc:spChg chg="add del mod">
          <ac:chgData name="Robert de Groote" userId="2ce5265b-80a0-4fb8-a62a-8035e9b0c45a" providerId="ADAL" clId="{2F427DC0-94DD-4221-BDA8-C26CE314FA9F}" dt="2025-09-29T12:29:02.277" v="51458" actId="1076"/>
          <ac:spMkLst>
            <pc:docMk/>
            <pc:sldMk cId="171750379" sldId="346"/>
            <ac:spMk id="1341" creationId="{4D0A6239-1F4F-160F-ED64-BADE2DFEACFA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42" creationId="{BA566395-393F-2FA5-C81C-402750036A11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43" creationId="{1F618EF1-B0BE-FB2F-70AA-17D46AD90D0D}"/>
          </ac:spMkLst>
        </pc:spChg>
        <pc:spChg chg="add del mod">
          <ac:chgData name="Robert de Groote" userId="2ce5265b-80a0-4fb8-a62a-8035e9b0c45a" providerId="ADAL" clId="{2F427DC0-94DD-4221-BDA8-C26CE314FA9F}" dt="2025-09-29T12:29:02.292" v="51485"/>
          <ac:spMkLst>
            <pc:docMk/>
            <pc:sldMk cId="171750379" sldId="346"/>
            <ac:spMk id="1344" creationId="{FC1F38DD-F899-2E46-806F-7C5E2F0FCDD6}"/>
          </ac:spMkLst>
        </pc:spChg>
        <pc:spChg chg="add del mod">
          <ac:chgData name="Robert de Groote" userId="2ce5265b-80a0-4fb8-a62a-8035e9b0c45a" providerId="ADAL" clId="{2F427DC0-94DD-4221-BDA8-C26CE314FA9F}" dt="2025-09-29T12:29:01.423" v="51194"/>
          <ac:spMkLst>
            <pc:docMk/>
            <pc:sldMk cId="171750379" sldId="346"/>
            <ac:spMk id="1345" creationId="{9D15F61F-60FE-2688-4CE4-9BA4C8698E4B}"/>
          </ac:spMkLst>
        </pc:spChg>
        <pc:spChg chg="add del mod">
          <ac:chgData name="Robert de Groote" userId="2ce5265b-80a0-4fb8-a62a-8035e9b0c45a" providerId="ADAL" clId="{2F427DC0-94DD-4221-BDA8-C26CE314FA9F}" dt="2025-09-29T12:29:01.423" v="51194"/>
          <ac:spMkLst>
            <pc:docMk/>
            <pc:sldMk cId="171750379" sldId="346"/>
            <ac:spMk id="1346" creationId="{6C826C14-5410-DF45-BE74-66DFAA35BE89}"/>
          </ac:spMkLst>
        </pc:spChg>
        <pc:spChg chg="add del mod">
          <ac:chgData name="Robert de Groote" userId="2ce5265b-80a0-4fb8-a62a-8035e9b0c45a" providerId="ADAL" clId="{2F427DC0-94DD-4221-BDA8-C26CE314FA9F}" dt="2025-09-29T12:29:01.423" v="51194"/>
          <ac:spMkLst>
            <pc:docMk/>
            <pc:sldMk cId="171750379" sldId="346"/>
            <ac:spMk id="1347" creationId="{F529D6D4-364A-1A9A-CC50-4C9F6D161D97}"/>
          </ac:spMkLst>
        </pc:spChg>
        <pc:spChg chg="add del mod">
          <ac:chgData name="Robert de Groote" userId="2ce5265b-80a0-4fb8-a62a-8035e9b0c45a" providerId="ADAL" clId="{2F427DC0-94DD-4221-BDA8-C26CE314FA9F}" dt="2025-09-29T12:29:01.423" v="51194"/>
          <ac:spMkLst>
            <pc:docMk/>
            <pc:sldMk cId="171750379" sldId="346"/>
            <ac:spMk id="1348" creationId="{7B151600-5FEC-4C3E-A648-8045E122741B}"/>
          </ac:spMkLst>
        </pc:spChg>
        <pc:spChg chg="add del mod">
          <ac:chgData name="Robert de Groote" userId="2ce5265b-80a0-4fb8-a62a-8035e9b0c45a" providerId="ADAL" clId="{2F427DC0-94DD-4221-BDA8-C26CE314FA9F}" dt="2025-09-29T12:29:01.423" v="51194"/>
          <ac:spMkLst>
            <pc:docMk/>
            <pc:sldMk cId="171750379" sldId="346"/>
            <ac:spMk id="1349" creationId="{12C19925-FCCD-242C-848C-24F10AB74E0B}"/>
          </ac:spMkLst>
        </pc:spChg>
        <pc:spChg chg="add del mod">
          <ac:chgData name="Robert de Groote" userId="2ce5265b-80a0-4fb8-a62a-8035e9b0c45a" providerId="ADAL" clId="{2F427DC0-94DD-4221-BDA8-C26CE314FA9F}" dt="2025-09-29T12:29:01.423" v="51194"/>
          <ac:spMkLst>
            <pc:docMk/>
            <pc:sldMk cId="171750379" sldId="346"/>
            <ac:spMk id="1350" creationId="{B0F53671-97E2-FB76-7206-2A969C9F0D8A}"/>
          </ac:spMkLst>
        </pc:spChg>
        <pc:spChg chg="add del mod">
          <ac:chgData name="Robert de Groote" userId="2ce5265b-80a0-4fb8-a62a-8035e9b0c45a" providerId="ADAL" clId="{2F427DC0-94DD-4221-BDA8-C26CE314FA9F}" dt="2025-09-29T12:29:08.034" v="51545"/>
          <ac:spMkLst>
            <pc:docMk/>
            <pc:sldMk cId="171750379" sldId="346"/>
            <ac:spMk id="1351" creationId="{D71E32B3-A552-B298-57AD-B8DD1415A082}"/>
          </ac:spMkLst>
        </pc:spChg>
        <pc:spChg chg="add del mod">
          <ac:chgData name="Robert de Groote" userId="2ce5265b-80a0-4fb8-a62a-8035e9b0c45a" providerId="ADAL" clId="{2F427DC0-94DD-4221-BDA8-C26CE314FA9F}" dt="2025-09-29T12:29:08.034" v="51545"/>
          <ac:spMkLst>
            <pc:docMk/>
            <pc:sldMk cId="171750379" sldId="346"/>
            <ac:spMk id="1352" creationId="{243F3904-DAE6-9970-1871-580AF86EB9A9}"/>
          </ac:spMkLst>
        </pc:spChg>
        <pc:spChg chg="add del mod">
          <ac:chgData name="Robert de Groote" userId="2ce5265b-80a0-4fb8-a62a-8035e9b0c45a" providerId="ADAL" clId="{2F427DC0-94DD-4221-BDA8-C26CE314FA9F}" dt="2025-09-29T12:29:07.971" v="51506"/>
          <ac:spMkLst>
            <pc:docMk/>
            <pc:sldMk cId="171750379" sldId="346"/>
            <ac:spMk id="1353" creationId="{5EFFFD8D-3372-B9C3-BE7F-633EA495FCCE}"/>
          </ac:spMkLst>
        </pc:spChg>
        <pc:spChg chg="add del mod">
          <ac:chgData name="Robert de Groote" userId="2ce5265b-80a0-4fb8-a62a-8035e9b0c45a" providerId="ADAL" clId="{2F427DC0-94DD-4221-BDA8-C26CE314FA9F}" dt="2025-09-29T12:29:07.987" v="51515"/>
          <ac:spMkLst>
            <pc:docMk/>
            <pc:sldMk cId="171750379" sldId="346"/>
            <ac:spMk id="1354" creationId="{F4EB6DE0-1529-50C0-AE06-2B4779EC27F5}"/>
          </ac:spMkLst>
        </pc:spChg>
        <pc:spChg chg="add del mod">
          <ac:chgData name="Robert de Groote" userId="2ce5265b-80a0-4fb8-a62a-8035e9b0c45a" providerId="ADAL" clId="{2F427DC0-94DD-4221-BDA8-C26CE314FA9F}" dt="2025-09-29T12:29:08.003" v="51524"/>
          <ac:spMkLst>
            <pc:docMk/>
            <pc:sldMk cId="171750379" sldId="346"/>
            <ac:spMk id="1355" creationId="{B1C41B61-8B92-9309-D6F1-FF383EE5CBE5}"/>
          </ac:spMkLst>
        </pc:spChg>
        <pc:spChg chg="add del mod">
          <ac:chgData name="Robert de Groote" userId="2ce5265b-80a0-4fb8-a62a-8035e9b0c45a" providerId="ADAL" clId="{2F427DC0-94DD-4221-BDA8-C26CE314FA9F}" dt="2025-09-29T12:29:08.019" v="51533"/>
          <ac:spMkLst>
            <pc:docMk/>
            <pc:sldMk cId="171750379" sldId="346"/>
            <ac:spMk id="1356" creationId="{1E71BEBB-6128-3DF9-4590-52F337B38219}"/>
          </ac:spMkLst>
        </pc:spChg>
        <pc:spChg chg="add del mod">
          <ac:chgData name="Robert de Groote" userId="2ce5265b-80a0-4fb8-a62a-8035e9b0c45a" providerId="ADAL" clId="{2F427DC0-94DD-4221-BDA8-C26CE314FA9F}" dt="2025-09-29T12:29:11.574" v="51605"/>
          <ac:spMkLst>
            <pc:docMk/>
            <pc:sldMk cId="171750379" sldId="346"/>
            <ac:spMk id="1357" creationId="{A13DD3AB-43F5-30A8-E9D2-A78983AC4A1B}"/>
          </ac:spMkLst>
        </pc:spChg>
        <pc:spChg chg="add del mod">
          <ac:chgData name="Robert de Groote" userId="2ce5265b-80a0-4fb8-a62a-8035e9b0c45a" providerId="ADAL" clId="{2F427DC0-94DD-4221-BDA8-C26CE314FA9F}" dt="2025-09-29T12:29:11.574" v="51605"/>
          <ac:spMkLst>
            <pc:docMk/>
            <pc:sldMk cId="171750379" sldId="346"/>
            <ac:spMk id="1358" creationId="{2B7DDA52-8032-62E1-AA61-EF923C8DDA0F}"/>
          </ac:spMkLst>
        </pc:spChg>
        <pc:spChg chg="add del mod">
          <ac:chgData name="Robert de Groote" userId="2ce5265b-80a0-4fb8-a62a-8035e9b0c45a" providerId="ADAL" clId="{2F427DC0-94DD-4221-BDA8-C26CE314FA9F}" dt="2025-09-29T12:29:11.495" v="51566"/>
          <ac:spMkLst>
            <pc:docMk/>
            <pc:sldMk cId="171750379" sldId="346"/>
            <ac:spMk id="1359" creationId="{BC5A184D-15BC-3F96-6808-11F3BEF37544}"/>
          </ac:spMkLst>
        </pc:spChg>
        <pc:spChg chg="add del mod">
          <ac:chgData name="Robert de Groote" userId="2ce5265b-80a0-4fb8-a62a-8035e9b0c45a" providerId="ADAL" clId="{2F427DC0-94DD-4221-BDA8-C26CE314FA9F}" dt="2025-09-29T12:29:11.527" v="51575"/>
          <ac:spMkLst>
            <pc:docMk/>
            <pc:sldMk cId="171750379" sldId="346"/>
            <ac:spMk id="1360" creationId="{43203F6D-4B26-FF61-F2E0-72E43B5EB24E}"/>
          </ac:spMkLst>
        </pc:spChg>
        <pc:spChg chg="add del mod">
          <ac:chgData name="Robert de Groote" userId="2ce5265b-80a0-4fb8-a62a-8035e9b0c45a" providerId="ADAL" clId="{2F427DC0-94DD-4221-BDA8-C26CE314FA9F}" dt="2025-09-29T12:29:11.542" v="51584"/>
          <ac:spMkLst>
            <pc:docMk/>
            <pc:sldMk cId="171750379" sldId="346"/>
            <ac:spMk id="1361" creationId="{86BB2B50-B1B0-B9FA-3C45-A7A5DB5A4736}"/>
          </ac:spMkLst>
        </pc:spChg>
        <pc:spChg chg="add del mod">
          <ac:chgData name="Robert de Groote" userId="2ce5265b-80a0-4fb8-a62a-8035e9b0c45a" providerId="ADAL" clId="{2F427DC0-94DD-4221-BDA8-C26CE314FA9F}" dt="2025-09-29T12:29:11.558" v="51593"/>
          <ac:spMkLst>
            <pc:docMk/>
            <pc:sldMk cId="171750379" sldId="346"/>
            <ac:spMk id="1362" creationId="{784B979C-E79E-97E7-A341-4B9A1DE00E12}"/>
          </ac:spMkLst>
        </pc:spChg>
        <pc:spChg chg="add del mod">
          <ac:chgData name="Robert de Groote" userId="2ce5265b-80a0-4fb8-a62a-8035e9b0c45a" providerId="ADAL" clId="{2F427DC0-94DD-4221-BDA8-C26CE314FA9F}" dt="2025-09-29T12:29:18.395" v="51665"/>
          <ac:spMkLst>
            <pc:docMk/>
            <pc:sldMk cId="171750379" sldId="346"/>
            <ac:spMk id="1363" creationId="{74F4DF7A-BB6A-C26C-2775-204D22DD4180}"/>
          </ac:spMkLst>
        </pc:spChg>
        <pc:spChg chg="add del mod">
          <ac:chgData name="Robert de Groote" userId="2ce5265b-80a0-4fb8-a62a-8035e9b0c45a" providerId="ADAL" clId="{2F427DC0-94DD-4221-BDA8-C26CE314FA9F}" dt="2025-09-29T12:29:18.395" v="51665"/>
          <ac:spMkLst>
            <pc:docMk/>
            <pc:sldMk cId="171750379" sldId="346"/>
            <ac:spMk id="1364" creationId="{4985CB34-18B5-342E-E79E-2B26A5F4013B}"/>
          </ac:spMkLst>
        </pc:spChg>
        <pc:spChg chg="add del mod">
          <ac:chgData name="Robert de Groote" userId="2ce5265b-80a0-4fb8-a62a-8035e9b0c45a" providerId="ADAL" clId="{2F427DC0-94DD-4221-BDA8-C26CE314FA9F}" dt="2025-09-29T12:29:18.285" v="51626"/>
          <ac:spMkLst>
            <pc:docMk/>
            <pc:sldMk cId="171750379" sldId="346"/>
            <ac:spMk id="1365" creationId="{8BAD3A20-6B2A-A426-2DBF-EB1783229E58}"/>
          </ac:spMkLst>
        </pc:spChg>
        <pc:spChg chg="add del mod">
          <ac:chgData name="Robert de Groote" userId="2ce5265b-80a0-4fb8-a62a-8035e9b0c45a" providerId="ADAL" clId="{2F427DC0-94DD-4221-BDA8-C26CE314FA9F}" dt="2025-09-29T12:29:18.326" v="51635"/>
          <ac:spMkLst>
            <pc:docMk/>
            <pc:sldMk cId="171750379" sldId="346"/>
            <ac:spMk id="1366" creationId="{623E215B-D6FF-A9A3-A06F-0809858CB2EE}"/>
          </ac:spMkLst>
        </pc:spChg>
        <pc:spChg chg="add del mod">
          <ac:chgData name="Robert de Groote" userId="2ce5265b-80a0-4fb8-a62a-8035e9b0c45a" providerId="ADAL" clId="{2F427DC0-94DD-4221-BDA8-C26CE314FA9F}" dt="2025-09-29T12:29:18.348" v="51644"/>
          <ac:spMkLst>
            <pc:docMk/>
            <pc:sldMk cId="171750379" sldId="346"/>
            <ac:spMk id="1367" creationId="{338F0473-91F2-6F51-AD8E-48A5254BAE9A}"/>
          </ac:spMkLst>
        </pc:spChg>
        <pc:spChg chg="add del mod">
          <ac:chgData name="Robert de Groote" userId="2ce5265b-80a0-4fb8-a62a-8035e9b0c45a" providerId="ADAL" clId="{2F427DC0-94DD-4221-BDA8-C26CE314FA9F}" dt="2025-09-29T12:29:18.364" v="51653"/>
          <ac:spMkLst>
            <pc:docMk/>
            <pc:sldMk cId="171750379" sldId="346"/>
            <ac:spMk id="1368" creationId="{B0326523-8A70-F958-7B35-9B795F3110C3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69" creationId="{08B28D83-AEEB-2209-25D1-C5C20CDE0190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70" creationId="{D1E4AAB2-8323-F42D-1BB5-D5B2305D150C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71" creationId="{9DF95241-508C-78A7-FC8D-6090840141E2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72" creationId="{AEECF203-93AC-FD17-A14F-78C637511585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73" creationId="{73F3DC2E-3861-9661-0B4E-FA6142D90019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74" creationId="{D2A5F590-F175-933B-ADE3-3D0622D6EDBD}"/>
          </ac:spMkLst>
        </pc:spChg>
        <pc:spChg chg="add del mod">
          <ac:chgData name="Robert de Groote" userId="2ce5265b-80a0-4fb8-a62a-8035e9b0c45a" providerId="ADAL" clId="{2F427DC0-94DD-4221-BDA8-C26CE314FA9F}" dt="2025-09-29T12:30:23.021" v="51875"/>
          <ac:spMkLst>
            <pc:docMk/>
            <pc:sldMk cId="171750379" sldId="346"/>
            <ac:spMk id="1375" creationId="{FC3D7AF6-8E66-76F9-C56D-9EB4321EC3AF}"/>
          </ac:spMkLst>
        </pc:spChg>
        <pc:spChg chg="add del mod">
          <ac:chgData name="Robert de Groote" userId="2ce5265b-80a0-4fb8-a62a-8035e9b0c45a" providerId="ADAL" clId="{2F427DC0-94DD-4221-BDA8-C26CE314FA9F}" dt="2025-09-29T12:30:22.592" v="51716"/>
          <ac:spMkLst>
            <pc:docMk/>
            <pc:sldMk cId="171750379" sldId="346"/>
            <ac:spMk id="1376" creationId="{9E6AE5E3-AED0-D06F-4D87-F257E7DEB6A5}"/>
          </ac:spMkLst>
        </pc:spChg>
        <pc:spChg chg="add del mod">
          <ac:chgData name="Robert de Groote" userId="2ce5265b-80a0-4fb8-a62a-8035e9b0c45a" providerId="ADAL" clId="{2F427DC0-94DD-4221-BDA8-C26CE314FA9F}" dt="2025-09-29T12:30:22.628" v="51725"/>
          <ac:spMkLst>
            <pc:docMk/>
            <pc:sldMk cId="171750379" sldId="346"/>
            <ac:spMk id="1377" creationId="{C6F41DEE-9545-A87F-C7A0-9146349377BE}"/>
          </ac:spMkLst>
        </pc:spChg>
        <pc:spChg chg="add del mod">
          <ac:chgData name="Robert de Groote" userId="2ce5265b-80a0-4fb8-a62a-8035e9b0c45a" providerId="ADAL" clId="{2F427DC0-94DD-4221-BDA8-C26CE314FA9F}" dt="2025-09-29T12:30:22.659" v="51734"/>
          <ac:spMkLst>
            <pc:docMk/>
            <pc:sldMk cId="171750379" sldId="346"/>
            <ac:spMk id="1378" creationId="{BE8B7E6A-3181-CC1C-631F-3EB324B41C45}"/>
          </ac:spMkLst>
        </pc:spChg>
        <pc:spChg chg="add del mod">
          <ac:chgData name="Robert de Groote" userId="2ce5265b-80a0-4fb8-a62a-8035e9b0c45a" providerId="ADAL" clId="{2F427DC0-94DD-4221-BDA8-C26CE314FA9F}" dt="2025-09-29T12:30:22.689" v="51743"/>
          <ac:spMkLst>
            <pc:docMk/>
            <pc:sldMk cId="171750379" sldId="346"/>
            <ac:spMk id="1379" creationId="{755C10D9-4BEB-8D7D-3FED-0BDE51F4125A}"/>
          </ac:spMkLst>
        </pc:spChg>
        <pc:spChg chg="add del mod">
          <ac:chgData name="Robert de Groote" userId="2ce5265b-80a0-4fb8-a62a-8035e9b0c45a" providerId="ADAL" clId="{2F427DC0-94DD-4221-BDA8-C26CE314FA9F}" dt="2025-09-29T12:30:22.719" v="51752"/>
          <ac:spMkLst>
            <pc:docMk/>
            <pc:sldMk cId="171750379" sldId="346"/>
            <ac:spMk id="1380" creationId="{2E60CADF-56FB-66AF-52E7-76570484EF59}"/>
          </ac:spMkLst>
        </pc:spChg>
        <pc:spChg chg="add del mod">
          <ac:chgData name="Robert de Groote" userId="2ce5265b-80a0-4fb8-a62a-8035e9b0c45a" providerId="ADAL" clId="{2F427DC0-94DD-4221-BDA8-C26CE314FA9F}" dt="2025-09-29T12:30:22.749" v="51761"/>
          <ac:spMkLst>
            <pc:docMk/>
            <pc:sldMk cId="171750379" sldId="346"/>
            <ac:spMk id="1381" creationId="{5D58062D-B34D-6AD2-7136-AE37BF11CD85}"/>
          </ac:spMkLst>
        </pc:spChg>
        <pc:spChg chg="add del mod">
          <ac:chgData name="Robert de Groote" userId="2ce5265b-80a0-4fb8-a62a-8035e9b0c45a" providerId="ADAL" clId="{2F427DC0-94DD-4221-BDA8-C26CE314FA9F}" dt="2025-09-29T12:30:22.774" v="51770"/>
          <ac:spMkLst>
            <pc:docMk/>
            <pc:sldMk cId="171750379" sldId="346"/>
            <ac:spMk id="1382" creationId="{B419AF46-54A8-A0A9-43CF-CB60C148BE63}"/>
          </ac:spMkLst>
        </pc:spChg>
        <pc:spChg chg="add del mod">
          <ac:chgData name="Robert de Groote" userId="2ce5265b-80a0-4fb8-a62a-8035e9b0c45a" providerId="ADAL" clId="{2F427DC0-94DD-4221-BDA8-C26CE314FA9F}" dt="2025-09-29T12:30:22.795" v="51779"/>
          <ac:spMkLst>
            <pc:docMk/>
            <pc:sldMk cId="171750379" sldId="346"/>
            <ac:spMk id="1383" creationId="{7E7BC11E-B50B-6A70-5927-EEA867595FB7}"/>
          </ac:spMkLst>
        </pc:spChg>
        <pc:spChg chg="add del mod">
          <ac:chgData name="Robert de Groote" userId="2ce5265b-80a0-4fb8-a62a-8035e9b0c45a" providerId="ADAL" clId="{2F427DC0-94DD-4221-BDA8-C26CE314FA9F}" dt="2025-09-29T12:30:22.831" v="51788"/>
          <ac:spMkLst>
            <pc:docMk/>
            <pc:sldMk cId="171750379" sldId="346"/>
            <ac:spMk id="1384" creationId="{5AA89115-1CAF-0FB8-B270-B60BB01BA467}"/>
          </ac:spMkLst>
        </pc:spChg>
        <pc:spChg chg="add del mod">
          <ac:chgData name="Robert de Groote" userId="2ce5265b-80a0-4fb8-a62a-8035e9b0c45a" providerId="ADAL" clId="{2F427DC0-94DD-4221-BDA8-C26CE314FA9F}" dt="2025-09-29T12:30:22.860" v="51797"/>
          <ac:spMkLst>
            <pc:docMk/>
            <pc:sldMk cId="171750379" sldId="346"/>
            <ac:spMk id="1385" creationId="{BE9E95CE-1C79-CA2D-3C5B-67A5BA7067D7}"/>
          </ac:spMkLst>
        </pc:spChg>
        <pc:spChg chg="add del mod">
          <ac:chgData name="Robert de Groote" userId="2ce5265b-80a0-4fb8-a62a-8035e9b0c45a" providerId="ADAL" clId="{2F427DC0-94DD-4221-BDA8-C26CE314FA9F}" dt="2025-09-29T12:30:22.890" v="51806"/>
          <ac:spMkLst>
            <pc:docMk/>
            <pc:sldMk cId="171750379" sldId="346"/>
            <ac:spMk id="1386" creationId="{24E793F0-6686-E163-6A73-1E52644AF0AC}"/>
          </ac:spMkLst>
        </pc:spChg>
        <pc:spChg chg="add del mod">
          <ac:chgData name="Robert de Groote" userId="2ce5265b-80a0-4fb8-a62a-8035e9b0c45a" providerId="ADAL" clId="{2F427DC0-94DD-4221-BDA8-C26CE314FA9F}" dt="2025-09-29T12:30:22.921" v="51815"/>
          <ac:spMkLst>
            <pc:docMk/>
            <pc:sldMk cId="171750379" sldId="346"/>
            <ac:spMk id="1387" creationId="{07BAD268-5895-F6ED-529B-E7C7F275874E}"/>
          </ac:spMkLst>
        </pc:spChg>
        <pc:spChg chg="add del mod">
          <ac:chgData name="Robert de Groote" userId="2ce5265b-80a0-4fb8-a62a-8035e9b0c45a" providerId="ADAL" clId="{2F427DC0-94DD-4221-BDA8-C26CE314FA9F}" dt="2025-09-29T12:30:22.949" v="51824"/>
          <ac:spMkLst>
            <pc:docMk/>
            <pc:sldMk cId="171750379" sldId="346"/>
            <ac:spMk id="1388" creationId="{0313C340-EF4C-DD33-ADBE-D12B8279ACA6}"/>
          </ac:spMkLst>
        </pc:spChg>
        <pc:spChg chg="add del mod">
          <ac:chgData name="Robert de Groote" userId="2ce5265b-80a0-4fb8-a62a-8035e9b0c45a" providerId="ADAL" clId="{2F427DC0-94DD-4221-BDA8-C26CE314FA9F}" dt="2025-09-29T12:30:22.976" v="51833"/>
          <ac:spMkLst>
            <pc:docMk/>
            <pc:sldMk cId="171750379" sldId="346"/>
            <ac:spMk id="1389" creationId="{7A41BC5C-3D16-4E3A-C520-5C47AC65CA34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0" creationId="{AE66468F-7832-796D-C327-A495B8DEB034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1" creationId="{221E60F0-9C9F-1606-0A34-84BB80365353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2" creationId="{1C735BDA-BEC7-8958-8A15-2FE8445111D5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3" creationId="{8D023C50-D586-FB8D-3DEC-0474CAB4F620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4" creationId="{7DEEA039-8426-F55D-13B0-90EFF444CC7B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5" creationId="{0F7C2C85-0520-BC3E-A2FD-FADAE8CE4AF4}"/>
          </ac:spMkLst>
        </pc:spChg>
        <pc:spChg chg="add del mod">
          <ac:chgData name="Robert de Groote" userId="2ce5265b-80a0-4fb8-a62a-8035e9b0c45a" providerId="ADAL" clId="{2F427DC0-94DD-4221-BDA8-C26CE314FA9F}" dt="2025-09-29T12:30:23.389" v="52127"/>
          <ac:spMkLst>
            <pc:docMk/>
            <pc:sldMk cId="171750379" sldId="346"/>
            <ac:spMk id="1396" creationId="{26B1B40E-34C0-2B73-33AF-1D1D23DB615E}"/>
          </ac:spMkLst>
        </pc:spChg>
        <pc:spChg chg="add del mod">
          <ac:chgData name="Robert de Groote" userId="2ce5265b-80a0-4fb8-a62a-8035e9b0c45a" providerId="ADAL" clId="{2F427DC0-94DD-4221-BDA8-C26CE314FA9F}" dt="2025-09-29T12:30:23.101" v="51968"/>
          <ac:spMkLst>
            <pc:docMk/>
            <pc:sldMk cId="171750379" sldId="346"/>
            <ac:spMk id="1397" creationId="{BFAA5BBC-9FD2-B04B-E54C-265A2754C4E0}"/>
          </ac:spMkLst>
        </pc:spChg>
        <pc:spChg chg="add del mod">
          <ac:chgData name="Robert de Groote" userId="2ce5265b-80a0-4fb8-a62a-8035e9b0c45a" providerId="ADAL" clId="{2F427DC0-94DD-4221-BDA8-C26CE314FA9F}" dt="2025-09-29T12:30:23.118" v="51977"/>
          <ac:spMkLst>
            <pc:docMk/>
            <pc:sldMk cId="171750379" sldId="346"/>
            <ac:spMk id="1398" creationId="{45B289E5-D30C-C5F4-FF28-E4FCD54C3C2F}"/>
          </ac:spMkLst>
        </pc:spChg>
        <pc:spChg chg="add del mod">
          <ac:chgData name="Robert de Groote" userId="2ce5265b-80a0-4fb8-a62a-8035e9b0c45a" providerId="ADAL" clId="{2F427DC0-94DD-4221-BDA8-C26CE314FA9F}" dt="2025-09-29T12:30:23.134" v="51986"/>
          <ac:spMkLst>
            <pc:docMk/>
            <pc:sldMk cId="171750379" sldId="346"/>
            <ac:spMk id="1399" creationId="{C9225A80-3118-DA9F-9C1C-BD6B9F3A0F76}"/>
          </ac:spMkLst>
        </pc:spChg>
        <pc:spChg chg="add del mod">
          <ac:chgData name="Robert de Groote" userId="2ce5265b-80a0-4fb8-a62a-8035e9b0c45a" providerId="ADAL" clId="{2F427DC0-94DD-4221-BDA8-C26CE314FA9F}" dt="2025-09-29T12:30:23.150" v="51995"/>
          <ac:spMkLst>
            <pc:docMk/>
            <pc:sldMk cId="171750379" sldId="346"/>
            <ac:spMk id="1400" creationId="{FE4E564F-9340-7AB3-81AD-BA7716F51DE4}"/>
          </ac:spMkLst>
        </pc:spChg>
        <pc:spChg chg="add del mod">
          <ac:chgData name="Robert de Groote" userId="2ce5265b-80a0-4fb8-a62a-8035e9b0c45a" providerId="ADAL" clId="{2F427DC0-94DD-4221-BDA8-C26CE314FA9F}" dt="2025-09-29T12:30:23.167" v="52004"/>
          <ac:spMkLst>
            <pc:docMk/>
            <pc:sldMk cId="171750379" sldId="346"/>
            <ac:spMk id="1401" creationId="{FC1A2C63-E89A-11C9-1F87-6945823784B1}"/>
          </ac:spMkLst>
        </pc:spChg>
        <pc:spChg chg="add del mod">
          <ac:chgData name="Robert de Groote" userId="2ce5265b-80a0-4fb8-a62a-8035e9b0c45a" providerId="ADAL" clId="{2F427DC0-94DD-4221-BDA8-C26CE314FA9F}" dt="2025-09-29T12:30:23.208" v="52013"/>
          <ac:spMkLst>
            <pc:docMk/>
            <pc:sldMk cId="171750379" sldId="346"/>
            <ac:spMk id="1402" creationId="{D2171F3D-BBD1-A3A1-ABAA-A64F64A05E11}"/>
          </ac:spMkLst>
        </pc:spChg>
        <pc:spChg chg="add del mod">
          <ac:chgData name="Robert de Groote" userId="2ce5265b-80a0-4fb8-a62a-8035e9b0c45a" providerId="ADAL" clId="{2F427DC0-94DD-4221-BDA8-C26CE314FA9F}" dt="2025-09-29T12:30:23.230" v="52022"/>
          <ac:spMkLst>
            <pc:docMk/>
            <pc:sldMk cId="171750379" sldId="346"/>
            <ac:spMk id="1403" creationId="{B8CBAE4F-EAB9-1712-7C53-B0AFB38BFF21}"/>
          </ac:spMkLst>
        </pc:spChg>
        <pc:spChg chg="add del mod">
          <ac:chgData name="Robert de Groote" userId="2ce5265b-80a0-4fb8-a62a-8035e9b0c45a" providerId="ADAL" clId="{2F427DC0-94DD-4221-BDA8-C26CE314FA9F}" dt="2025-09-29T12:30:23.245" v="52031"/>
          <ac:spMkLst>
            <pc:docMk/>
            <pc:sldMk cId="171750379" sldId="346"/>
            <ac:spMk id="1404" creationId="{60D90742-CB14-A34C-3083-B2AB94825A9B}"/>
          </ac:spMkLst>
        </pc:spChg>
        <pc:spChg chg="add del mod">
          <ac:chgData name="Robert de Groote" userId="2ce5265b-80a0-4fb8-a62a-8035e9b0c45a" providerId="ADAL" clId="{2F427DC0-94DD-4221-BDA8-C26CE314FA9F}" dt="2025-09-29T12:30:23.263" v="52040"/>
          <ac:spMkLst>
            <pc:docMk/>
            <pc:sldMk cId="171750379" sldId="346"/>
            <ac:spMk id="1405" creationId="{5F72002E-3C04-F901-ABC7-0253A92CABD4}"/>
          </ac:spMkLst>
        </pc:spChg>
        <pc:spChg chg="add del mod">
          <ac:chgData name="Robert de Groote" userId="2ce5265b-80a0-4fb8-a62a-8035e9b0c45a" providerId="ADAL" clId="{2F427DC0-94DD-4221-BDA8-C26CE314FA9F}" dt="2025-09-29T12:30:23.277" v="52049"/>
          <ac:spMkLst>
            <pc:docMk/>
            <pc:sldMk cId="171750379" sldId="346"/>
            <ac:spMk id="1406" creationId="{A67D65D9-782C-9D6E-4AFF-D2DCCC29FBC2}"/>
          </ac:spMkLst>
        </pc:spChg>
        <pc:spChg chg="add del mod">
          <ac:chgData name="Robert de Groote" userId="2ce5265b-80a0-4fb8-a62a-8035e9b0c45a" providerId="ADAL" clId="{2F427DC0-94DD-4221-BDA8-C26CE314FA9F}" dt="2025-09-29T12:30:23.294" v="52058"/>
          <ac:spMkLst>
            <pc:docMk/>
            <pc:sldMk cId="171750379" sldId="346"/>
            <ac:spMk id="1407" creationId="{F8401F5D-228F-41AA-A952-22F44114B2C9}"/>
          </ac:spMkLst>
        </pc:spChg>
        <pc:spChg chg="add del mod">
          <ac:chgData name="Robert de Groote" userId="2ce5265b-80a0-4fb8-a62a-8035e9b0c45a" providerId="ADAL" clId="{2F427DC0-94DD-4221-BDA8-C26CE314FA9F}" dt="2025-09-29T12:30:23.311" v="52067"/>
          <ac:spMkLst>
            <pc:docMk/>
            <pc:sldMk cId="171750379" sldId="346"/>
            <ac:spMk id="1408" creationId="{76DB8FF2-E4F4-F99C-6215-973BD326776C}"/>
          </ac:spMkLst>
        </pc:spChg>
        <pc:spChg chg="add del mod">
          <ac:chgData name="Robert de Groote" userId="2ce5265b-80a0-4fb8-a62a-8035e9b0c45a" providerId="ADAL" clId="{2F427DC0-94DD-4221-BDA8-C26CE314FA9F}" dt="2025-09-29T12:30:23.327" v="52076"/>
          <ac:spMkLst>
            <pc:docMk/>
            <pc:sldMk cId="171750379" sldId="346"/>
            <ac:spMk id="1409" creationId="{208E583F-BD57-D401-88F4-C64CAAABC183}"/>
          </ac:spMkLst>
        </pc:spChg>
        <pc:spChg chg="add del mod">
          <ac:chgData name="Robert de Groote" userId="2ce5265b-80a0-4fb8-a62a-8035e9b0c45a" providerId="ADAL" clId="{2F427DC0-94DD-4221-BDA8-C26CE314FA9F}" dt="2025-09-29T12:30:23.341" v="52085"/>
          <ac:spMkLst>
            <pc:docMk/>
            <pc:sldMk cId="171750379" sldId="346"/>
            <ac:spMk id="1410" creationId="{71161D7A-569A-7FC5-D3EE-332E325E8A24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1" creationId="{48DC0CB5-5961-684A-0EDD-6C4A04533E51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2" creationId="{190FC8C7-FF7F-57BB-CF20-36D6F081281C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3" creationId="{FD9A69F8-0572-97DB-10CD-3D766D9534E0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4" creationId="{3159B5F3-B0F6-4B46-7C8A-616C42E168A1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5" creationId="{B8CC0ED3-5725-1F35-56DF-59ADFA3A3E2B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6" creationId="{1A02BD95-7402-8BF4-7B73-6BE074B9AAEB}"/>
          </ac:spMkLst>
        </pc:spChg>
        <pc:spChg chg="add del mod">
          <ac:chgData name="Robert de Groote" userId="2ce5265b-80a0-4fb8-a62a-8035e9b0c45a" providerId="ADAL" clId="{2F427DC0-94DD-4221-BDA8-C26CE314FA9F}" dt="2025-09-29T12:30:23.897" v="52379"/>
          <ac:spMkLst>
            <pc:docMk/>
            <pc:sldMk cId="171750379" sldId="346"/>
            <ac:spMk id="1417" creationId="{89E54998-2163-D7C3-0B12-1A7058855039}"/>
          </ac:spMkLst>
        </pc:spChg>
        <pc:spChg chg="add del mod">
          <ac:chgData name="Robert de Groote" userId="2ce5265b-80a0-4fb8-a62a-8035e9b0c45a" providerId="ADAL" clId="{2F427DC0-94DD-4221-BDA8-C26CE314FA9F}" dt="2025-09-29T12:30:23.480" v="52220"/>
          <ac:spMkLst>
            <pc:docMk/>
            <pc:sldMk cId="171750379" sldId="346"/>
            <ac:spMk id="1418" creationId="{302A01BA-50D3-5738-4529-76665C35FB41}"/>
          </ac:spMkLst>
        </pc:spChg>
        <pc:spChg chg="add del mod">
          <ac:chgData name="Robert de Groote" userId="2ce5265b-80a0-4fb8-a62a-8035e9b0c45a" providerId="ADAL" clId="{2F427DC0-94DD-4221-BDA8-C26CE314FA9F}" dt="2025-09-29T12:30:23.502" v="52229"/>
          <ac:spMkLst>
            <pc:docMk/>
            <pc:sldMk cId="171750379" sldId="346"/>
            <ac:spMk id="1419" creationId="{325E5BEC-06E3-D685-08D7-C6CEBD0490E8}"/>
          </ac:spMkLst>
        </pc:spChg>
        <pc:spChg chg="add del mod">
          <ac:chgData name="Robert de Groote" userId="2ce5265b-80a0-4fb8-a62a-8035e9b0c45a" providerId="ADAL" clId="{2F427DC0-94DD-4221-BDA8-C26CE314FA9F}" dt="2025-09-29T12:30:23.529" v="52238"/>
          <ac:spMkLst>
            <pc:docMk/>
            <pc:sldMk cId="171750379" sldId="346"/>
            <ac:spMk id="1420" creationId="{1B48F5DB-9E64-D4D8-039F-A199A1673643}"/>
          </ac:spMkLst>
        </pc:spChg>
        <pc:spChg chg="add del mod">
          <ac:chgData name="Robert de Groote" userId="2ce5265b-80a0-4fb8-a62a-8035e9b0c45a" providerId="ADAL" clId="{2F427DC0-94DD-4221-BDA8-C26CE314FA9F}" dt="2025-09-29T12:30:23.560" v="52247"/>
          <ac:spMkLst>
            <pc:docMk/>
            <pc:sldMk cId="171750379" sldId="346"/>
            <ac:spMk id="1421" creationId="{CDB2FFD3-6F9F-99E6-655F-648E489B536D}"/>
          </ac:spMkLst>
        </pc:spChg>
        <pc:spChg chg="add del mod">
          <ac:chgData name="Robert de Groote" userId="2ce5265b-80a0-4fb8-a62a-8035e9b0c45a" providerId="ADAL" clId="{2F427DC0-94DD-4221-BDA8-C26CE314FA9F}" dt="2025-09-29T12:30:23.593" v="52256"/>
          <ac:spMkLst>
            <pc:docMk/>
            <pc:sldMk cId="171750379" sldId="346"/>
            <ac:spMk id="1422" creationId="{B10CDBCD-F72A-A15B-4AB7-B8EB21319A25}"/>
          </ac:spMkLst>
        </pc:spChg>
        <pc:spChg chg="add del mod">
          <ac:chgData name="Robert de Groote" userId="2ce5265b-80a0-4fb8-a62a-8035e9b0c45a" providerId="ADAL" clId="{2F427DC0-94DD-4221-BDA8-C26CE314FA9F}" dt="2025-09-29T12:30:23.612" v="52265"/>
          <ac:spMkLst>
            <pc:docMk/>
            <pc:sldMk cId="171750379" sldId="346"/>
            <ac:spMk id="1423" creationId="{94955AAB-42A3-52D1-81D3-1F48EFAB65CF}"/>
          </ac:spMkLst>
        </pc:spChg>
        <pc:spChg chg="add del mod">
          <ac:chgData name="Robert de Groote" userId="2ce5265b-80a0-4fb8-a62a-8035e9b0c45a" providerId="ADAL" clId="{2F427DC0-94DD-4221-BDA8-C26CE314FA9F}" dt="2025-09-29T12:30:23.643" v="52274"/>
          <ac:spMkLst>
            <pc:docMk/>
            <pc:sldMk cId="171750379" sldId="346"/>
            <ac:spMk id="1424" creationId="{42BE7B73-E501-436D-A67A-D0AB4662E0A1}"/>
          </ac:spMkLst>
        </pc:spChg>
        <pc:spChg chg="add del mod">
          <ac:chgData name="Robert de Groote" userId="2ce5265b-80a0-4fb8-a62a-8035e9b0c45a" providerId="ADAL" clId="{2F427DC0-94DD-4221-BDA8-C26CE314FA9F}" dt="2025-09-29T12:30:23.683" v="52283"/>
          <ac:spMkLst>
            <pc:docMk/>
            <pc:sldMk cId="171750379" sldId="346"/>
            <ac:spMk id="1425" creationId="{245EDB5A-64C2-F5CE-5979-6CF468056FBC}"/>
          </ac:spMkLst>
        </pc:spChg>
        <pc:spChg chg="add del mod">
          <ac:chgData name="Robert de Groote" userId="2ce5265b-80a0-4fb8-a62a-8035e9b0c45a" providerId="ADAL" clId="{2F427DC0-94DD-4221-BDA8-C26CE314FA9F}" dt="2025-09-29T12:30:23.711" v="52292"/>
          <ac:spMkLst>
            <pc:docMk/>
            <pc:sldMk cId="171750379" sldId="346"/>
            <ac:spMk id="1426" creationId="{08FC1DC9-1824-482A-4F1F-55085417DD57}"/>
          </ac:spMkLst>
        </pc:spChg>
        <pc:spChg chg="add del mod">
          <ac:chgData name="Robert de Groote" userId="2ce5265b-80a0-4fb8-a62a-8035e9b0c45a" providerId="ADAL" clId="{2F427DC0-94DD-4221-BDA8-C26CE314FA9F}" dt="2025-09-29T12:30:23.725" v="52301"/>
          <ac:spMkLst>
            <pc:docMk/>
            <pc:sldMk cId="171750379" sldId="346"/>
            <ac:spMk id="1427" creationId="{6762D3A9-229A-23EC-576B-7D8E98D0115D}"/>
          </ac:spMkLst>
        </pc:spChg>
        <pc:spChg chg="add del mod">
          <ac:chgData name="Robert de Groote" userId="2ce5265b-80a0-4fb8-a62a-8035e9b0c45a" providerId="ADAL" clId="{2F427DC0-94DD-4221-BDA8-C26CE314FA9F}" dt="2025-09-29T12:30:23.757" v="52310"/>
          <ac:spMkLst>
            <pc:docMk/>
            <pc:sldMk cId="171750379" sldId="346"/>
            <ac:spMk id="1428" creationId="{C262DF3E-7815-7013-2A35-B222755D48DA}"/>
          </ac:spMkLst>
        </pc:spChg>
        <pc:spChg chg="add del mod">
          <ac:chgData name="Robert de Groote" userId="2ce5265b-80a0-4fb8-a62a-8035e9b0c45a" providerId="ADAL" clId="{2F427DC0-94DD-4221-BDA8-C26CE314FA9F}" dt="2025-09-29T12:30:23.786" v="52319"/>
          <ac:spMkLst>
            <pc:docMk/>
            <pc:sldMk cId="171750379" sldId="346"/>
            <ac:spMk id="1429" creationId="{B9148575-CB85-573B-FA1E-07D315E1E0B9}"/>
          </ac:spMkLst>
        </pc:spChg>
        <pc:spChg chg="add del mod">
          <ac:chgData name="Robert de Groote" userId="2ce5265b-80a0-4fb8-a62a-8035e9b0c45a" providerId="ADAL" clId="{2F427DC0-94DD-4221-BDA8-C26CE314FA9F}" dt="2025-09-29T12:30:23.834" v="52328"/>
          <ac:spMkLst>
            <pc:docMk/>
            <pc:sldMk cId="171750379" sldId="346"/>
            <ac:spMk id="1430" creationId="{D6F88E3F-A19A-0CC7-0CBB-2B64FB98DCFD}"/>
          </ac:spMkLst>
        </pc:spChg>
        <pc:spChg chg="add del mod">
          <ac:chgData name="Robert de Groote" userId="2ce5265b-80a0-4fb8-a62a-8035e9b0c45a" providerId="ADAL" clId="{2F427DC0-94DD-4221-BDA8-C26CE314FA9F}" dt="2025-09-29T12:30:23.850" v="52337"/>
          <ac:spMkLst>
            <pc:docMk/>
            <pc:sldMk cId="171750379" sldId="346"/>
            <ac:spMk id="1431" creationId="{31021BD3-B863-5F05-D61F-C30B70D6085F}"/>
          </ac:spMkLst>
        </pc:spChg>
        <pc:spChg chg="add del mod">
          <ac:chgData name="Robert de Groote" userId="2ce5265b-80a0-4fb8-a62a-8035e9b0c45a" providerId="ADAL" clId="{2F427DC0-94DD-4221-BDA8-C26CE314FA9F}" dt="2025-09-29T12:30:27.591" v="53013" actId="1076"/>
          <ac:spMkLst>
            <pc:docMk/>
            <pc:sldMk cId="171750379" sldId="346"/>
            <ac:spMk id="1432" creationId="{E954ECED-1194-3D4A-1898-46ABA21BF788}"/>
          </ac:spMkLst>
        </pc:spChg>
        <pc:spChg chg="add del mod">
          <ac:chgData name="Robert de Groote" userId="2ce5265b-80a0-4fb8-a62a-8035e9b0c45a" providerId="ADAL" clId="{2F427DC0-94DD-4221-BDA8-C26CE314FA9F}" dt="2025-09-29T12:30:27.590" v="53011" actId="1076"/>
          <ac:spMkLst>
            <pc:docMk/>
            <pc:sldMk cId="171750379" sldId="346"/>
            <ac:spMk id="1433" creationId="{CB1B47CF-C06D-173C-2EA1-1F5E66ECB3F1}"/>
          </ac:spMkLst>
        </pc:spChg>
        <pc:spChg chg="add del mod">
          <ac:chgData name="Robert de Groote" userId="2ce5265b-80a0-4fb8-a62a-8035e9b0c45a" providerId="ADAL" clId="{2F427DC0-94DD-4221-BDA8-C26CE314FA9F}" dt="2025-09-29T12:30:27.575" v="53009" actId="1076"/>
          <ac:spMkLst>
            <pc:docMk/>
            <pc:sldMk cId="171750379" sldId="346"/>
            <ac:spMk id="1434" creationId="{B9A0C494-7C20-1FDA-83F3-15696DF77D35}"/>
          </ac:spMkLst>
        </pc:spChg>
        <pc:spChg chg="add del mod">
          <ac:chgData name="Robert de Groote" userId="2ce5265b-80a0-4fb8-a62a-8035e9b0c45a" providerId="ADAL" clId="{2F427DC0-94DD-4221-BDA8-C26CE314FA9F}" dt="2025-09-29T12:30:27.575" v="53007" actId="1076"/>
          <ac:spMkLst>
            <pc:docMk/>
            <pc:sldMk cId="171750379" sldId="346"/>
            <ac:spMk id="1435" creationId="{D21B303B-C7FC-F9CE-2162-A4231121CC44}"/>
          </ac:spMkLst>
        </pc:spChg>
        <pc:spChg chg="add del mod">
          <ac:chgData name="Robert de Groote" userId="2ce5265b-80a0-4fb8-a62a-8035e9b0c45a" providerId="ADAL" clId="{2F427DC0-94DD-4221-BDA8-C26CE314FA9F}" dt="2025-09-29T12:30:27.575" v="53005" actId="1076"/>
          <ac:spMkLst>
            <pc:docMk/>
            <pc:sldMk cId="171750379" sldId="346"/>
            <ac:spMk id="1436" creationId="{D6F32E5F-D6F0-C6F0-1057-ED2B07591B1F}"/>
          </ac:spMkLst>
        </pc:spChg>
        <pc:spChg chg="add del mod">
          <ac:chgData name="Robert de Groote" userId="2ce5265b-80a0-4fb8-a62a-8035e9b0c45a" providerId="ADAL" clId="{2F427DC0-94DD-4221-BDA8-C26CE314FA9F}" dt="2025-09-29T12:30:27.575" v="53003" actId="1076"/>
          <ac:spMkLst>
            <pc:docMk/>
            <pc:sldMk cId="171750379" sldId="346"/>
            <ac:spMk id="1437" creationId="{7AE30AD3-910B-FCB4-0F5B-3D02D6DCD7AD}"/>
          </ac:spMkLst>
        </pc:spChg>
        <pc:spChg chg="add del mod">
          <ac:chgData name="Robert de Groote" userId="2ce5265b-80a0-4fb8-a62a-8035e9b0c45a" providerId="ADAL" clId="{2F427DC0-94DD-4221-BDA8-C26CE314FA9F}" dt="2025-09-29T12:30:27.575" v="53001" actId="1076"/>
          <ac:spMkLst>
            <pc:docMk/>
            <pc:sldMk cId="171750379" sldId="346"/>
            <ac:spMk id="1438" creationId="{BBB5DF6D-F0AD-B0BA-D0D1-A3BE5C65214F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39" creationId="{8D169824-FEF3-8DB7-B76E-2F7CA2D98B65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40" creationId="{38159819-0CDA-AFD4-5CD3-DBBB34F62361}"/>
          </ac:spMkLst>
        </pc:spChg>
        <pc:spChg chg="add del mod">
          <ac:chgData name="Robert de Groote" userId="2ce5265b-80a0-4fb8-a62a-8035e9b0c45a" providerId="ADAL" clId="{2F427DC0-94DD-4221-BDA8-C26CE314FA9F}" dt="2025-09-29T12:30:27.575" v="52993" actId="1076"/>
          <ac:spMkLst>
            <pc:docMk/>
            <pc:sldMk cId="171750379" sldId="346"/>
            <ac:spMk id="1441" creationId="{479EA493-286F-D05F-3D10-2F81E4366E1F}"/>
          </ac:spMkLst>
        </pc:spChg>
        <pc:spChg chg="add del mod">
          <ac:chgData name="Robert de Groote" userId="2ce5265b-80a0-4fb8-a62a-8035e9b0c45a" providerId="ADAL" clId="{2F427DC0-94DD-4221-BDA8-C26CE314FA9F}" dt="2025-09-29T12:30:27.575" v="52990" actId="1076"/>
          <ac:spMkLst>
            <pc:docMk/>
            <pc:sldMk cId="171750379" sldId="346"/>
            <ac:spMk id="1442" creationId="{90B6CA7D-E483-FC94-8BB5-31AC32DE73F6}"/>
          </ac:spMkLst>
        </pc:spChg>
        <pc:spChg chg="add del mod">
          <ac:chgData name="Robert de Groote" userId="2ce5265b-80a0-4fb8-a62a-8035e9b0c45a" providerId="ADAL" clId="{2F427DC0-94DD-4221-BDA8-C26CE314FA9F}" dt="2025-09-29T12:30:27.575" v="52987" actId="1076"/>
          <ac:spMkLst>
            <pc:docMk/>
            <pc:sldMk cId="171750379" sldId="346"/>
            <ac:spMk id="1443" creationId="{E4335CEE-DEAD-BF61-5DB3-819CA2788936}"/>
          </ac:spMkLst>
        </pc:spChg>
        <pc:spChg chg="add del mod">
          <ac:chgData name="Robert de Groote" userId="2ce5265b-80a0-4fb8-a62a-8035e9b0c45a" providerId="ADAL" clId="{2F427DC0-94DD-4221-BDA8-C26CE314FA9F}" dt="2025-09-29T12:30:27.575" v="52984" actId="1076"/>
          <ac:spMkLst>
            <pc:docMk/>
            <pc:sldMk cId="171750379" sldId="346"/>
            <ac:spMk id="1444" creationId="{2EAD73BA-0482-94FE-5B48-76D790E44350}"/>
          </ac:spMkLst>
        </pc:spChg>
        <pc:spChg chg="add del mod">
          <ac:chgData name="Robert de Groote" userId="2ce5265b-80a0-4fb8-a62a-8035e9b0c45a" providerId="ADAL" clId="{2F427DC0-94DD-4221-BDA8-C26CE314FA9F}" dt="2025-09-29T12:30:27.565" v="52981" actId="1076"/>
          <ac:spMkLst>
            <pc:docMk/>
            <pc:sldMk cId="171750379" sldId="346"/>
            <ac:spMk id="1445" creationId="{14CF1C67-435C-6906-D3CD-80618F400610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46" creationId="{6DBE0327-B363-E570-5206-60947A1BE18E}"/>
          </ac:spMkLst>
        </pc:spChg>
        <pc:spChg chg="add del mod">
          <ac:chgData name="Robert de Groote" userId="2ce5265b-80a0-4fb8-a62a-8035e9b0c45a" providerId="ADAL" clId="{2F427DC0-94DD-4221-BDA8-C26CE314FA9F}" dt="2025-09-29T12:30:27.565" v="52975" actId="1076"/>
          <ac:spMkLst>
            <pc:docMk/>
            <pc:sldMk cId="171750379" sldId="346"/>
            <ac:spMk id="1447" creationId="{576B4954-8667-BC82-6252-FDF0D4787776}"/>
          </ac:spMkLst>
        </pc:spChg>
        <pc:spChg chg="add del mod">
          <ac:chgData name="Robert de Groote" userId="2ce5265b-80a0-4fb8-a62a-8035e9b0c45a" providerId="ADAL" clId="{2F427DC0-94DD-4221-BDA8-C26CE314FA9F}" dt="2025-09-29T12:30:27.565" v="52972" actId="1076"/>
          <ac:spMkLst>
            <pc:docMk/>
            <pc:sldMk cId="171750379" sldId="346"/>
            <ac:spMk id="1448" creationId="{815A2862-AD86-B7B1-FC02-2AB84EB121BC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49" creationId="{BA5389B3-DBB2-AB5E-1F01-F08678ACA179}"/>
          </ac:spMkLst>
        </pc:spChg>
        <pc:spChg chg="add del mod">
          <ac:chgData name="Robert de Groote" userId="2ce5265b-80a0-4fb8-a62a-8035e9b0c45a" providerId="ADAL" clId="{2F427DC0-94DD-4221-BDA8-C26CE314FA9F}" dt="2025-09-29T12:30:27.559" v="52966" actId="1076"/>
          <ac:spMkLst>
            <pc:docMk/>
            <pc:sldMk cId="171750379" sldId="346"/>
            <ac:spMk id="1450" creationId="{2D36D368-9FB1-A368-8290-6904712A7D16}"/>
          </ac:spMkLst>
        </pc:spChg>
        <pc:spChg chg="add del mod">
          <ac:chgData name="Robert de Groote" userId="2ce5265b-80a0-4fb8-a62a-8035e9b0c45a" providerId="ADAL" clId="{2F427DC0-94DD-4221-BDA8-C26CE314FA9F}" dt="2025-09-29T12:30:27.543" v="52963" actId="1076"/>
          <ac:spMkLst>
            <pc:docMk/>
            <pc:sldMk cId="171750379" sldId="346"/>
            <ac:spMk id="1451" creationId="{2223469A-6619-26F6-839F-FB9F26D0C1B5}"/>
          </ac:spMkLst>
        </pc:spChg>
        <pc:spChg chg="add del mod">
          <ac:chgData name="Robert de Groote" userId="2ce5265b-80a0-4fb8-a62a-8035e9b0c45a" providerId="ADAL" clId="{2F427DC0-94DD-4221-BDA8-C26CE314FA9F}" dt="2025-09-29T12:30:27.543" v="52960" actId="1076"/>
          <ac:spMkLst>
            <pc:docMk/>
            <pc:sldMk cId="171750379" sldId="346"/>
            <ac:spMk id="1452" creationId="{C32E66A1-54C8-5682-F87D-84C61BFB86C0}"/>
          </ac:spMkLst>
        </pc:spChg>
        <pc:spChg chg="add del mod">
          <ac:chgData name="Robert de Groote" userId="2ce5265b-80a0-4fb8-a62a-8035e9b0c45a" providerId="ADAL" clId="{2F427DC0-94DD-4221-BDA8-C26CE314FA9F}" dt="2025-09-29T12:30:27.543" v="52936" actId="1076"/>
          <ac:spMkLst>
            <pc:docMk/>
            <pc:sldMk cId="171750379" sldId="346"/>
            <ac:spMk id="1453" creationId="{0C966CBE-B322-DEED-90A1-8522EC8CC986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54" creationId="{5A6833B3-A4F1-F671-2C19-88F2A9F473A7}"/>
          </ac:spMkLst>
        </pc:spChg>
        <pc:spChg chg="add del mod">
          <ac:chgData name="Robert de Groote" userId="2ce5265b-80a0-4fb8-a62a-8035e9b0c45a" providerId="ADAL" clId="{2F427DC0-94DD-4221-BDA8-C26CE314FA9F}" dt="2025-09-29T12:30:27.543" v="52932" actId="1076"/>
          <ac:spMkLst>
            <pc:docMk/>
            <pc:sldMk cId="171750379" sldId="346"/>
            <ac:spMk id="1455" creationId="{1B326B72-72E7-DFB4-E474-7FA86A862382}"/>
          </ac:spMkLst>
        </pc:spChg>
        <pc:spChg chg="add del mod">
          <ac:chgData name="Robert de Groote" userId="2ce5265b-80a0-4fb8-a62a-8035e9b0c45a" providerId="ADAL" clId="{2F427DC0-94DD-4221-BDA8-C26CE314FA9F}" dt="2025-09-29T12:30:27.543" v="52930" actId="1076"/>
          <ac:spMkLst>
            <pc:docMk/>
            <pc:sldMk cId="171750379" sldId="346"/>
            <ac:spMk id="1456" creationId="{7128FB0B-49DC-AA50-A894-C368B6AD3C3C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57" creationId="{52B71A13-90E0-077C-D3C0-3670BC55EAF6}"/>
          </ac:spMkLst>
        </pc:spChg>
        <pc:spChg chg="add del mod">
          <ac:chgData name="Robert de Groote" userId="2ce5265b-80a0-4fb8-a62a-8035e9b0c45a" providerId="ADAL" clId="{2F427DC0-94DD-4221-BDA8-C26CE314FA9F}" dt="2025-09-29T12:30:27.528" v="52926" actId="1076"/>
          <ac:spMkLst>
            <pc:docMk/>
            <pc:sldMk cId="171750379" sldId="346"/>
            <ac:spMk id="1458" creationId="{975A2F38-EA3B-0E1A-5BC7-3937C444BE64}"/>
          </ac:spMkLst>
        </pc:spChg>
        <pc:spChg chg="add del mod">
          <ac:chgData name="Robert de Groote" userId="2ce5265b-80a0-4fb8-a62a-8035e9b0c45a" providerId="ADAL" clId="{2F427DC0-94DD-4221-BDA8-C26CE314FA9F}" dt="2025-09-29T12:30:27.528" v="52924" actId="1076"/>
          <ac:spMkLst>
            <pc:docMk/>
            <pc:sldMk cId="171750379" sldId="346"/>
            <ac:spMk id="1459" creationId="{83807631-82ED-6798-9A91-C8D9B3B91DAF}"/>
          </ac:spMkLst>
        </pc:spChg>
        <pc:spChg chg="add del mod">
          <ac:chgData name="Robert de Groote" userId="2ce5265b-80a0-4fb8-a62a-8035e9b0c45a" providerId="ADAL" clId="{2F427DC0-94DD-4221-BDA8-C26CE314FA9F}" dt="2025-09-29T12:30:27.528" v="52922" actId="1076"/>
          <ac:spMkLst>
            <pc:docMk/>
            <pc:sldMk cId="171750379" sldId="346"/>
            <ac:spMk id="1460" creationId="{298A98C3-904B-98B5-AA8E-9D740097FBA9}"/>
          </ac:spMkLst>
        </pc:spChg>
        <pc:spChg chg="add del mod">
          <ac:chgData name="Robert de Groote" userId="2ce5265b-80a0-4fb8-a62a-8035e9b0c45a" providerId="ADAL" clId="{2F427DC0-94DD-4221-BDA8-C26CE314FA9F}" dt="2025-09-29T12:30:27.528" v="52919" actId="1076"/>
          <ac:spMkLst>
            <pc:docMk/>
            <pc:sldMk cId="171750379" sldId="346"/>
            <ac:spMk id="1461" creationId="{D5083B17-134E-FF1C-C37B-0C5B331B6FD8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62" creationId="{0530A6DF-4181-84EC-6A55-2BBCACD32FD5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63" creationId="{2354BD09-0BCB-1378-7FA7-49652DC15715}"/>
          </ac:spMkLst>
        </pc:spChg>
        <pc:spChg chg="add del mod">
          <ac:chgData name="Robert de Groote" userId="2ce5265b-80a0-4fb8-a62a-8035e9b0c45a" providerId="ADAL" clId="{2F427DC0-94DD-4221-BDA8-C26CE314FA9F}" dt="2025-09-29T12:30:27.528" v="52910" actId="1076"/>
          <ac:spMkLst>
            <pc:docMk/>
            <pc:sldMk cId="171750379" sldId="346"/>
            <ac:spMk id="1464" creationId="{63C86BCC-2240-953D-DCB3-7124EC417E45}"/>
          </ac:spMkLst>
        </pc:spChg>
        <pc:spChg chg="add del mod">
          <ac:chgData name="Robert de Groote" userId="2ce5265b-80a0-4fb8-a62a-8035e9b0c45a" providerId="ADAL" clId="{2F427DC0-94DD-4221-BDA8-C26CE314FA9F}" dt="2025-09-29T12:30:27.528" v="52907" actId="1076"/>
          <ac:spMkLst>
            <pc:docMk/>
            <pc:sldMk cId="171750379" sldId="346"/>
            <ac:spMk id="1465" creationId="{9DBD15CE-E48E-0783-E548-837BEA96CAA0}"/>
          </ac:spMkLst>
        </pc:spChg>
        <pc:spChg chg="add del mod">
          <ac:chgData name="Robert de Groote" userId="2ce5265b-80a0-4fb8-a62a-8035e9b0c45a" providerId="ADAL" clId="{2F427DC0-94DD-4221-BDA8-C26CE314FA9F}" dt="2025-09-29T12:30:27.521" v="52904" actId="1076"/>
          <ac:spMkLst>
            <pc:docMk/>
            <pc:sldMk cId="171750379" sldId="346"/>
            <ac:spMk id="1466" creationId="{01C63E24-4A6F-1522-69AB-583CE5329F4D}"/>
          </ac:spMkLst>
        </pc:spChg>
        <pc:spChg chg="add del mod">
          <ac:chgData name="Robert de Groote" userId="2ce5265b-80a0-4fb8-a62a-8035e9b0c45a" providerId="ADAL" clId="{2F427DC0-94DD-4221-BDA8-C26CE314FA9F}" dt="2025-09-29T12:30:27.521" v="52901" actId="1076"/>
          <ac:spMkLst>
            <pc:docMk/>
            <pc:sldMk cId="171750379" sldId="346"/>
            <ac:spMk id="1467" creationId="{576848F0-F6A1-62A8-F5F3-9993AB634ECD}"/>
          </ac:spMkLst>
        </pc:spChg>
        <pc:spChg chg="add del mod">
          <ac:chgData name="Robert de Groote" userId="2ce5265b-80a0-4fb8-a62a-8035e9b0c45a" providerId="ADAL" clId="{2F427DC0-94DD-4221-BDA8-C26CE314FA9F}" dt="2025-09-29T12:30:27.513" v="52898" actId="1076"/>
          <ac:spMkLst>
            <pc:docMk/>
            <pc:sldMk cId="171750379" sldId="346"/>
            <ac:spMk id="1468" creationId="{ED5092CF-BAC1-873B-C138-5144F49B6593}"/>
          </ac:spMkLst>
        </pc:spChg>
        <pc:spChg chg="add del mod">
          <ac:chgData name="Robert de Groote" userId="2ce5265b-80a0-4fb8-a62a-8035e9b0c45a" providerId="ADAL" clId="{2F427DC0-94DD-4221-BDA8-C26CE314FA9F}" dt="2025-09-29T12:30:27.513" v="52895" actId="1076"/>
          <ac:spMkLst>
            <pc:docMk/>
            <pc:sldMk cId="171750379" sldId="346"/>
            <ac:spMk id="1469" creationId="{D438A0F8-1032-D8DC-5109-E4EBCD0B598B}"/>
          </ac:spMkLst>
        </pc:spChg>
        <pc:spChg chg="add del mod">
          <ac:chgData name="Robert de Groote" userId="2ce5265b-80a0-4fb8-a62a-8035e9b0c45a" providerId="ADAL" clId="{2F427DC0-94DD-4221-BDA8-C26CE314FA9F}" dt="2025-09-29T12:30:27.591" v="53014"/>
          <ac:spMkLst>
            <pc:docMk/>
            <pc:sldMk cId="171750379" sldId="346"/>
            <ac:spMk id="1470" creationId="{B12E7798-EE14-3FCB-370E-6F423C91B27E}"/>
          </ac:spMkLst>
        </pc:spChg>
        <pc:spChg chg="add del mod">
          <ac:chgData name="Robert de Groote" userId="2ce5265b-80a0-4fb8-a62a-8035e9b0c45a" providerId="ADAL" clId="{2F427DC0-94DD-4221-BDA8-C26CE314FA9F}" dt="2025-09-29T12:30:27.497" v="52889" actId="1076"/>
          <ac:spMkLst>
            <pc:docMk/>
            <pc:sldMk cId="171750379" sldId="346"/>
            <ac:spMk id="1471" creationId="{DE0D2437-D221-30F6-D248-F54E5D22E789}"/>
          </ac:spMkLst>
        </pc:spChg>
        <pc:spChg chg="add del mod">
          <ac:chgData name="Robert de Groote" userId="2ce5265b-80a0-4fb8-a62a-8035e9b0c45a" providerId="ADAL" clId="{2F427DC0-94DD-4221-BDA8-C26CE314FA9F}" dt="2025-09-29T12:30:27.497" v="52886" actId="1076"/>
          <ac:spMkLst>
            <pc:docMk/>
            <pc:sldMk cId="171750379" sldId="346"/>
            <ac:spMk id="1472" creationId="{13D1ABCF-EDA3-8BA8-F615-55B782B66620}"/>
          </ac:spMkLst>
        </pc:spChg>
        <pc:spChg chg="add del mod">
          <ac:chgData name="Robert de Groote" userId="2ce5265b-80a0-4fb8-a62a-8035e9b0c45a" providerId="ADAL" clId="{2F427DC0-94DD-4221-BDA8-C26CE314FA9F}" dt="2025-09-29T12:30:27.497" v="52883" actId="1076"/>
          <ac:spMkLst>
            <pc:docMk/>
            <pc:sldMk cId="171750379" sldId="346"/>
            <ac:spMk id="1473" creationId="{75E632AF-372E-0E45-83F5-F5F5223DA798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74" creationId="{99A3E59D-41C5-E1AE-6CB5-F7A9A34CCD7E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75" creationId="{DD7B025E-7602-9634-B750-56262E93E9CD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76" creationId="{03AF2312-7520-77FB-7458-9E2F2C53E23F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77" creationId="{ED70F0AB-CD04-EE5D-3369-18EC3D72B54A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78" creationId="{62DD0223-C6B8-E3B0-4F0A-DC3C6141EDCC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79" creationId="{E7598D6C-6E6F-0B01-F518-42777994A3EA}"/>
          </ac:spMkLst>
        </pc:spChg>
        <pc:spChg chg="add del mod">
          <ac:chgData name="Robert de Groote" userId="2ce5265b-80a0-4fb8-a62a-8035e9b0c45a" providerId="ADAL" clId="{2F427DC0-94DD-4221-BDA8-C26CE314FA9F}" dt="2025-09-29T12:30:36.110" v="53266"/>
          <ac:spMkLst>
            <pc:docMk/>
            <pc:sldMk cId="171750379" sldId="346"/>
            <ac:spMk id="1480" creationId="{69D3E4CF-CBAC-2179-3E0C-2C6362B97E08}"/>
          </ac:spMkLst>
        </pc:spChg>
        <pc:spChg chg="add del mod">
          <ac:chgData name="Robert de Groote" userId="2ce5265b-80a0-4fb8-a62a-8035e9b0c45a" providerId="ADAL" clId="{2F427DC0-94DD-4221-BDA8-C26CE314FA9F}" dt="2025-09-29T12:30:35.688" v="53107"/>
          <ac:spMkLst>
            <pc:docMk/>
            <pc:sldMk cId="171750379" sldId="346"/>
            <ac:spMk id="1481" creationId="{500C5173-840F-06C4-9DD3-EE559E51839E}"/>
          </ac:spMkLst>
        </pc:spChg>
        <pc:spChg chg="add del mod">
          <ac:chgData name="Robert de Groote" userId="2ce5265b-80a0-4fb8-a62a-8035e9b0c45a" providerId="ADAL" clId="{2F427DC0-94DD-4221-BDA8-C26CE314FA9F}" dt="2025-09-29T12:30:35.704" v="53116"/>
          <ac:spMkLst>
            <pc:docMk/>
            <pc:sldMk cId="171750379" sldId="346"/>
            <ac:spMk id="1482" creationId="{31DA644E-E31A-7E4C-20F3-ABD2826B5030}"/>
          </ac:spMkLst>
        </pc:spChg>
        <pc:spChg chg="add del mod">
          <ac:chgData name="Robert de Groote" userId="2ce5265b-80a0-4fb8-a62a-8035e9b0c45a" providerId="ADAL" clId="{2F427DC0-94DD-4221-BDA8-C26CE314FA9F}" dt="2025-09-29T12:30:35.725" v="53125"/>
          <ac:spMkLst>
            <pc:docMk/>
            <pc:sldMk cId="171750379" sldId="346"/>
            <ac:spMk id="1483" creationId="{53960590-895D-D75A-9C51-168B6C0094BE}"/>
          </ac:spMkLst>
        </pc:spChg>
        <pc:spChg chg="add del mod">
          <ac:chgData name="Robert de Groote" userId="2ce5265b-80a0-4fb8-a62a-8035e9b0c45a" providerId="ADAL" clId="{2F427DC0-94DD-4221-BDA8-C26CE314FA9F}" dt="2025-09-29T12:30:35.737" v="53134"/>
          <ac:spMkLst>
            <pc:docMk/>
            <pc:sldMk cId="171750379" sldId="346"/>
            <ac:spMk id="1484" creationId="{C0B0700F-9DE0-6DCA-C2AC-1BECA0A36F17}"/>
          </ac:spMkLst>
        </pc:spChg>
        <pc:spChg chg="add del mod">
          <ac:chgData name="Robert de Groote" userId="2ce5265b-80a0-4fb8-a62a-8035e9b0c45a" providerId="ADAL" clId="{2F427DC0-94DD-4221-BDA8-C26CE314FA9F}" dt="2025-09-29T12:30:35.779" v="53143"/>
          <ac:spMkLst>
            <pc:docMk/>
            <pc:sldMk cId="171750379" sldId="346"/>
            <ac:spMk id="1485" creationId="{90F1A896-E7F6-ED20-017D-1CE2BD2C15FE}"/>
          </ac:spMkLst>
        </pc:spChg>
        <pc:spChg chg="add del mod">
          <ac:chgData name="Robert de Groote" userId="2ce5265b-80a0-4fb8-a62a-8035e9b0c45a" providerId="ADAL" clId="{2F427DC0-94DD-4221-BDA8-C26CE314FA9F}" dt="2025-09-29T12:30:35.810" v="53152"/>
          <ac:spMkLst>
            <pc:docMk/>
            <pc:sldMk cId="171750379" sldId="346"/>
            <ac:spMk id="1486" creationId="{48A6D17F-0C34-DA27-BC1C-D7CAAA04C576}"/>
          </ac:spMkLst>
        </pc:spChg>
        <pc:spChg chg="add del mod">
          <ac:chgData name="Robert de Groote" userId="2ce5265b-80a0-4fb8-a62a-8035e9b0c45a" providerId="ADAL" clId="{2F427DC0-94DD-4221-BDA8-C26CE314FA9F}" dt="2025-09-29T12:30:35.845" v="53161"/>
          <ac:spMkLst>
            <pc:docMk/>
            <pc:sldMk cId="171750379" sldId="346"/>
            <ac:spMk id="1487" creationId="{6D2B2D61-6C74-CA31-F99D-61C9AF047CB8}"/>
          </ac:spMkLst>
        </pc:spChg>
        <pc:spChg chg="add del mod">
          <ac:chgData name="Robert de Groote" userId="2ce5265b-80a0-4fb8-a62a-8035e9b0c45a" providerId="ADAL" clId="{2F427DC0-94DD-4221-BDA8-C26CE314FA9F}" dt="2025-09-29T12:30:35.880" v="53170"/>
          <ac:spMkLst>
            <pc:docMk/>
            <pc:sldMk cId="171750379" sldId="346"/>
            <ac:spMk id="1488" creationId="{4F53E691-58D5-ED37-519C-46277BF31C16}"/>
          </ac:spMkLst>
        </pc:spChg>
        <pc:spChg chg="add del mod">
          <ac:chgData name="Robert de Groote" userId="2ce5265b-80a0-4fb8-a62a-8035e9b0c45a" providerId="ADAL" clId="{2F427DC0-94DD-4221-BDA8-C26CE314FA9F}" dt="2025-09-29T12:30:35.913" v="53179"/>
          <ac:spMkLst>
            <pc:docMk/>
            <pc:sldMk cId="171750379" sldId="346"/>
            <ac:spMk id="1489" creationId="{519B936F-1619-1D68-4BB7-3E128590EF3D}"/>
          </ac:spMkLst>
        </pc:spChg>
        <pc:spChg chg="add del mod">
          <ac:chgData name="Robert de Groote" userId="2ce5265b-80a0-4fb8-a62a-8035e9b0c45a" providerId="ADAL" clId="{2F427DC0-94DD-4221-BDA8-C26CE314FA9F}" dt="2025-09-29T12:30:35.949" v="53188"/>
          <ac:spMkLst>
            <pc:docMk/>
            <pc:sldMk cId="171750379" sldId="346"/>
            <ac:spMk id="1490" creationId="{6D9FC19D-EAF3-7D16-9D1B-2E1A366550D0}"/>
          </ac:spMkLst>
        </pc:spChg>
        <pc:spChg chg="add del mod">
          <ac:chgData name="Robert de Groote" userId="2ce5265b-80a0-4fb8-a62a-8035e9b0c45a" providerId="ADAL" clId="{2F427DC0-94DD-4221-BDA8-C26CE314FA9F}" dt="2025-09-29T12:30:35.976" v="53197"/>
          <ac:spMkLst>
            <pc:docMk/>
            <pc:sldMk cId="171750379" sldId="346"/>
            <ac:spMk id="1491" creationId="{EDF6D7BC-D1B0-0FA4-7EF3-AF09C8A9E083}"/>
          </ac:spMkLst>
        </pc:spChg>
        <pc:spChg chg="add del mod">
          <ac:chgData name="Robert de Groote" userId="2ce5265b-80a0-4fb8-a62a-8035e9b0c45a" providerId="ADAL" clId="{2F427DC0-94DD-4221-BDA8-C26CE314FA9F}" dt="2025-09-29T12:30:35.987" v="53206"/>
          <ac:spMkLst>
            <pc:docMk/>
            <pc:sldMk cId="171750379" sldId="346"/>
            <ac:spMk id="1492" creationId="{A541E44F-2605-6136-4C30-C7E207A4DA00}"/>
          </ac:spMkLst>
        </pc:spChg>
        <pc:spChg chg="add del mod">
          <ac:chgData name="Robert de Groote" userId="2ce5265b-80a0-4fb8-a62a-8035e9b0c45a" providerId="ADAL" clId="{2F427DC0-94DD-4221-BDA8-C26CE314FA9F}" dt="2025-09-29T12:30:36.020" v="53215"/>
          <ac:spMkLst>
            <pc:docMk/>
            <pc:sldMk cId="171750379" sldId="346"/>
            <ac:spMk id="1493" creationId="{960039B7-FC3B-A24F-32DA-0AF2C1BE85EC}"/>
          </ac:spMkLst>
        </pc:spChg>
        <pc:spChg chg="add del mod">
          <ac:chgData name="Robert de Groote" userId="2ce5265b-80a0-4fb8-a62a-8035e9b0c45a" providerId="ADAL" clId="{2F427DC0-94DD-4221-BDA8-C26CE314FA9F}" dt="2025-09-29T12:30:36.054" v="53224"/>
          <ac:spMkLst>
            <pc:docMk/>
            <pc:sldMk cId="171750379" sldId="346"/>
            <ac:spMk id="1494" creationId="{9766B79D-C488-1C22-7885-840D9A5D936A}"/>
          </ac:spMkLst>
        </pc:spChg>
        <pc:spChg chg="add del mod">
          <ac:chgData name="Robert de Groote" userId="2ce5265b-80a0-4fb8-a62a-8035e9b0c45a" providerId="ADAL" clId="{2F427DC0-94DD-4221-BDA8-C26CE314FA9F}" dt="2025-09-29T12:30:41.911" v="53356"/>
          <ac:spMkLst>
            <pc:docMk/>
            <pc:sldMk cId="171750379" sldId="346"/>
            <ac:spMk id="1495" creationId="{4233822A-C40B-E1FE-44B0-061EFE35858A}"/>
          </ac:spMkLst>
        </pc:spChg>
        <pc:spChg chg="add del mod">
          <ac:chgData name="Robert de Groote" userId="2ce5265b-80a0-4fb8-a62a-8035e9b0c45a" providerId="ADAL" clId="{2F427DC0-94DD-4221-BDA8-C26CE314FA9F}" dt="2025-09-29T12:30:41.911" v="53356"/>
          <ac:spMkLst>
            <pc:docMk/>
            <pc:sldMk cId="171750379" sldId="346"/>
            <ac:spMk id="1496" creationId="{328244C5-63BA-9AE8-5667-14E98EBB3470}"/>
          </ac:spMkLst>
        </pc:spChg>
        <pc:spChg chg="add del mod">
          <ac:chgData name="Robert de Groote" userId="2ce5265b-80a0-4fb8-a62a-8035e9b0c45a" providerId="ADAL" clId="{2F427DC0-94DD-4221-BDA8-C26CE314FA9F}" dt="2025-09-29T12:30:41.911" v="53356"/>
          <ac:spMkLst>
            <pc:docMk/>
            <pc:sldMk cId="171750379" sldId="346"/>
            <ac:spMk id="1497" creationId="{582D0A8D-927C-C828-7515-D46CF9A65030}"/>
          </ac:spMkLst>
        </pc:spChg>
        <pc:spChg chg="add del mod">
          <ac:chgData name="Robert de Groote" userId="2ce5265b-80a0-4fb8-a62a-8035e9b0c45a" providerId="ADAL" clId="{2F427DC0-94DD-4221-BDA8-C26CE314FA9F}" dt="2025-09-29T12:30:41.801" v="53293"/>
          <ac:spMkLst>
            <pc:docMk/>
            <pc:sldMk cId="171750379" sldId="346"/>
            <ac:spMk id="1498" creationId="{DB9340C9-582B-B207-961F-801345B860BF}"/>
          </ac:spMkLst>
        </pc:spChg>
        <pc:spChg chg="add del mod">
          <ac:chgData name="Robert de Groote" userId="2ce5265b-80a0-4fb8-a62a-8035e9b0c45a" providerId="ADAL" clId="{2F427DC0-94DD-4221-BDA8-C26CE314FA9F}" dt="2025-09-29T12:30:41.833" v="53302"/>
          <ac:spMkLst>
            <pc:docMk/>
            <pc:sldMk cId="171750379" sldId="346"/>
            <ac:spMk id="1499" creationId="{081397E1-9A01-5B4A-B6BB-5AEB8656AFAB}"/>
          </ac:spMkLst>
        </pc:spChg>
        <pc:spChg chg="add del mod">
          <ac:chgData name="Robert de Groote" userId="2ce5265b-80a0-4fb8-a62a-8035e9b0c45a" providerId="ADAL" clId="{2F427DC0-94DD-4221-BDA8-C26CE314FA9F}" dt="2025-09-29T12:30:41.849" v="53311"/>
          <ac:spMkLst>
            <pc:docMk/>
            <pc:sldMk cId="171750379" sldId="346"/>
            <ac:spMk id="1500" creationId="{CD10682E-6445-7ADF-8693-ECDD9649285B}"/>
          </ac:spMkLst>
        </pc:spChg>
        <pc:spChg chg="add del mod">
          <ac:chgData name="Robert de Groote" userId="2ce5265b-80a0-4fb8-a62a-8035e9b0c45a" providerId="ADAL" clId="{2F427DC0-94DD-4221-BDA8-C26CE314FA9F}" dt="2025-09-29T12:30:41.864" v="53320"/>
          <ac:spMkLst>
            <pc:docMk/>
            <pc:sldMk cId="171750379" sldId="346"/>
            <ac:spMk id="1501" creationId="{8ED71F7E-D2F8-CCCB-DBB5-52F33EE83A92}"/>
          </ac:spMkLst>
        </pc:spChg>
        <pc:spChg chg="add del mod">
          <ac:chgData name="Robert de Groote" userId="2ce5265b-80a0-4fb8-a62a-8035e9b0c45a" providerId="ADAL" clId="{2F427DC0-94DD-4221-BDA8-C26CE314FA9F}" dt="2025-09-29T12:30:41.880" v="53329"/>
          <ac:spMkLst>
            <pc:docMk/>
            <pc:sldMk cId="171750379" sldId="346"/>
            <ac:spMk id="1502" creationId="{7CE2B328-551C-2D15-B90F-4CC5FFF5D9FC}"/>
          </ac:spMkLst>
        </pc:spChg>
        <pc:spChg chg="add del mod">
          <ac:chgData name="Robert de Groote" userId="2ce5265b-80a0-4fb8-a62a-8035e9b0c45a" providerId="ADAL" clId="{2F427DC0-94DD-4221-BDA8-C26CE314FA9F}" dt="2025-09-29T12:30:41.895" v="53338"/>
          <ac:spMkLst>
            <pc:docMk/>
            <pc:sldMk cId="171750379" sldId="346"/>
            <ac:spMk id="1503" creationId="{0DF33487-4E67-BE05-475A-EA0ACAA71B93}"/>
          </ac:spMkLst>
        </pc:spChg>
        <pc:spChg chg="add del mod">
          <ac:chgData name="Robert de Groote" userId="2ce5265b-80a0-4fb8-a62a-8035e9b0c45a" providerId="ADAL" clId="{2F427DC0-94DD-4221-BDA8-C26CE314FA9F}" dt="2025-09-29T12:34:55.336" v="53426"/>
          <ac:spMkLst>
            <pc:docMk/>
            <pc:sldMk cId="171750379" sldId="346"/>
            <ac:spMk id="1513" creationId="{B54DE32A-DFCE-6FDB-33FC-D037C61D4A5D}"/>
          </ac:spMkLst>
        </pc:spChg>
        <pc:spChg chg="add del mod">
          <ac:chgData name="Robert de Groote" userId="2ce5265b-80a0-4fb8-a62a-8035e9b0c45a" providerId="ADAL" clId="{2F427DC0-94DD-4221-BDA8-C26CE314FA9F}" dt="2025-09-29T12:34:55.336" v="53426"/>
          <ac:spMkLst>
            <pc:docMk/>
            <pc:sldMk cId="171750379" sldId="346"/>
            <ac:spMk id="1514" creationId="{820ACAE6-8AD3-030B-8331-623F83EED8C5}"/>
          </ac:spMkLst>
        </pc:spChg>
        <pc:spChg chg="add del mod">
          <ac:chgData name="Robert de Groote" userId="2ce5265b-80a0-4fb8-a62a-8035e9b0c45a" providerId="ADAL" clId="{2F427DC0-94DD-4221-BDA8-C26CE314FA9F}" dt="2025-09-29T12:34:55.211" v="53387"/>
          <ac:spMkLst>
            <pc:docMk/>
            <pc:sldMk cId="171750379" sldId="346"/>
            <ac:spMk id="1515" creationId="{0F29077A-08FD-E761-7279-7D3BECB28BB6}"/>
          </ac:spMkLst>
        </pc:spChg>
        <pc:spChg chg="add del mod">
          <ac:chgData name="Robert de Groote" userId="2ce5265b-80a0-4fb8-a62a-8035e9b0c45a" providerId="ADAL" clId="{2F427DC0-94DD-4221-BDA8-C26CE314FA9F}" dt="2025-09-29T12:34:55.242" v="53396"/>
          <ac:spMkLst>
            <pc:docMk/>
            <pc:sldMk cId="171750379" sldId="346"/>
            <ac:spMk id="1516" creationId="{6B6FEC02-4C23-62B0-09AA-C93DF54D8191}"/>
          </ac:spMkLst>
        </pc:spChg>
        <pc:spChg chg="add del mod">
          <ac:chgData name="Robert de Groote" userId="2ce5265b-80a0-4fb8-a62a-8035e9b0c45a" providerId="ADAL" clId="{2F427DC0-94DD-4221-BDA8-C26CE314FA9F}" dt="2025-09-29T12:34:55.274" v="53405"/>
          <ac:spMkLst>
            <pc:docMk/>
            <pc:sldMk cId="171750379" sldId="346"/>
            <ac:spMk id="1517" creationId="{2BFECD67-A9E4-AB5F-A413-518CACE1BCD4}"/>
          </ac:spMkLst>
        </pc:spChg>
        <pc:spChg chg="add del mod">
          <ac:chgData name="Robert de Groote" userId="2ce5265b-80a0-4fb8-a62a-8035e9b0c45a" providerId="ADAL" clId="{2F427DC0-94DD-4221-BDA8-C26CE314FA9F}" dt="2025-09-29T12:34:55.305" v="53414"/>
          <ac:spMkLst>
            <pc:docMk/>
            <pc:sldMk cId="171750379" sldId="346"/>
            <ac:spMk id="1518" creationId="{65961979-2681-DF37-0661-A883419C9757}"/>
          </ac:spMkLst>
        </pc:spChg>
        <pc:spChg chg="add mod">
          <ac:chgData name="Robert de Groote" userId="2ce5265b-80a0-4fb8-a62a-8035e9b0c45a" providerId="ADAL" clId="{2F427DC0-94DD-4221-BDA8-C26CE314FA9F}" dt="2025-09-29T12:51:51.817" v="53471" actId="13822"/>
          <ac:spMkLst>
            <pc:docMk/>
            <pc:sldMk cId="171750379" sldId="346"/>
            <ac:spMk id="1535" creationId="{EE66CE21-1F97-C8B3-07C4-D5FBC76284FE}"/>
          </ac:spMkLst>
        </pc:spChg>
        <pc:spChg chg="add mod">
          <ac:chgData name="Robert de Groote" userId="2ce5265b-80a0-4fb8-a62a-8035e9b0c45a" providerId="ADAL" clId="{2F427DC0-94DD-4221-BDA8-C26CE314FA9F}" dt="2025-09-29T12:52:09.316" v="53474" actId="1076"/>
          <ac:spMkLst>
            <pc:docMk/>
            <pc:sldMk cId="171750379" sldId="346"/>
            <ac:spMk id="1536" creationId="{B71D463A-B51C-915C-C3E4-D505E2AC5A0D}"/>
          </ac:spMkLst>
        </pc:spChg>
        <pc:spChg chg="add del mod ord">
          <ac:chgData name="Robert de Groote" userId="2ce5265b-80a0-4fb8-a62a-8035e9b0c45a" providerId="ADAL" clId="{2F427DC0-94DD-4221-BDA8-C26CE314FA9F}" dt="2025-09-29T13:04:28.153" v="53789" actId="478"/>
          <ac:spMkLst>
            <pc:docMk/>
            <pc:sldMk cId="171750379" sldId="346"/>
            <ac:spMk id="1537" creationId="{1A9D6D79-82D1-0159-1C4A-F8ADEE1F4D6F}"/>
          </ac:spMkLst>
        </pc:spChg>
        <pc:spChg chg="add del mod ord">
          <ac:chgData name="Robert de Groote" userId="2ce5265b-80a0-4fb8-a62a-8035e9b0c45a" providerId="ADAL" clId="{2F427DC0-94DD-4221-BDA8-C26CE314FA9F}" dt="2025-09-29T12:58:32.194" v="53601"/>
          <ac:spMkLst>
            <pc:docMk/>
            <pc:sldMk cId="171750379" sldId="346"/>
            <ac:spMk id="1538" creationId="{0072C748-205B-E620-09BE-9A645FC056A4}"/>
          </ac:spMkLst>
        </pc:spChg>
        <pc:spChg chg="add del mod ord">
          <ac:chgData name="Robert de Groote" userId="2ce5265b-80a0-4fb8-a62a-8035e9b0c45a" providerId="ADAL" clId="{2F427DC0-94DD-4221-BDA8-C26CE314FA9F}" dt="2025-09-29T12:58:32.194" v="53601"/>
          <ac:spMkLst>
            <pc:docMk/>
            <pc:sldMk cId="171750379" sldId="346"/>
            <ac:spMk id="1539" creationId="{B2C35A4D-397C-D575-6B82-2E1B133084F9}"/>
          </ac:spMkLst>
        </pc:spChg>
        <pc:spChg chg="add del mod">
          <ac:chgData name="Robert de Groote" userId="2ce5265b-80a0-4fb8-a62a-8035e9b0c45a" providerId="ADAL" clId="{2F427DC0-94DD-4221-BDA8-C26CE314FA9F}" dt="2025-09-29T12:58:32.112" v="53526"/>
          <ac:spMkLst>
            <pc:docMk/>
            <pc:sldMk cId="171750379" sldId="346"/>
            <ac:spMk id="1540" creationId="{DE72D6DB-26A7-1F9A-2622-908A3736E6B9}"/>
          </ac:spMkLst>
        </pc:spChg>
        <pc:spChg chg="add del mod">
          <ac:chgData name="Robert de Groote" userId="2ce5265b-80a0-4fb8-a62a-8035e9b0c45a" providerId="ADAL" clId="{2F427DC0-94DD-4221-BDA8-C26CE314FA9F}" dt="2025-09-29T12:58:32.146" v="53535"/>
          <ac:spMkLst>
            <pc:docMk/>
            <pc:sldMk cId="171750379" sldId="346"/>
            <ac:spMk id="1541" creationId="{D474FD76-80AF-9AE0-B2C1-338DB60C207C}"/>
          </ac:spMkLst>
        </pc:spChg>
        <pc:spChg chg="add del mod ord">
          <ac:chgData name="Robert de Groote" userId="2ce5265b-80a0-4fb8-a62a-8035e9b0c45a" providerId="ADAL" clId="{2F427DC0-94DD-4221-BDA8-C26CE314FA9F}" dt="2025-09-29T12:58:32.277" v="53646"/>
          <ac:spMkLst>
            <pc:docMk/>
            <pc:sldMk cId="171750379" sldId="346"/>
            <ac:spMk id="1542" creationId="{8DFD881B-89A8-85BF-09F2-175F828F98B9}"/>
          </ac:spMkLst>
        </pc:spChg>
        <pc:spChg chg="add del mod ord">
          <ac:chgData name="Robert de Groote" userId="2ce5265b-80a0-4fb8-a62a-8035e9b0c45a" providerId="ADAL" clId="{2F427DC0-94DD-4221-BDA8-C26CE314FA9F}" dt="2025-09-29T12:58:32.277" v="53646"/>
          <ac:spMkLst>
            <pc:docMk/>
            <pc:sldMk cId="171750379" sldId="346"/>
            <ac:spMk id="1543" creationId="{44C8F41F-5C40-DE81-15D8-D887CFB3431C}"/>
          </ac:spMkLst>
        </pc:spChg>
        <pc:spChg chg="add del mod">
          <ac:chgData name="Robert de Groote" userId="2ce5265b-80a0-4fb8-a62a-8035e9b0c45a" providerId="ADAL" clId="{2F427DC0-94DD-4221-BDA8-C26CE314FA9F}" dt="2025-09-29T12:58:32.212" v="53611"/>
          <ac:spMkLst>
            <pc:docMk/>
            <pc:sldMk cId="171750379" sldId="346"/>
            <ac:spMk id="1544" creationId="{52589D83-482E-58D8-AC80-1C5A87D0D24B}"/>
          </ac:spMkLst>
        </pc:spChg>
        <pc:spChg chg="add del mod">
          <ac:chgData name="Robert de Groote" userId="2ce5265b-80a0-4fb8-a62a-8035e9b0c45a" providerId="ADAL" clId="{2F427DC0-94DD-4221-BDA8-C26CE314FA9F}" dt="2025-09-29T12:58:32.243" v="53620"/>
          <ac:spMkLst>
            <pc:docMk/>
            <pc:sldMk cId="171750379" sldId="346"/>
            <ac:spMk id="1545" creationId="{325BC39B-8C6F-F10D-1D52-007C72A8D820}"/>
          </ac:spMkLst>
        </pc:spChg>
        <pc:spChg chg="add del mod">
          <ac:chgData name="Robert de Groote" userId="2ce5265b-80a0-4fb8-a62a-8035e9b0c45a" providerId="ADAL" clId="{2F427DC0-94DD-4221-BDA8-C26CE314FA9F}" dt="2025-09-29T12:58:36.085" v="53706"/>
          <ac:spMkLst>
            <pc:docMk/>
            <pc:sldMk cId="171750379" sldId="346"/>
            <ac:spMk id="1546" creationId="{C49E0B25-6CED-A733-5BC1-9F77AC65B0D9}"/>
          </ac:spMkLst>
        </pc:spChg>
        <pc:spChg chg="add del mod">
          <ac:chgData name="Robert de Groote" userId="2ce5265b-80a0-4fb8-a62a-8035e9b0c45a" providerId="ADAL" clId="{2F427DC0-94DD-4221-BDA8-C26CE314FA9F}" dt="2025-09-29T12:58:36.085" v="53706"/>
          <ac:spMkLst>
            <pc:docMk/>
            <pc:sldMk cId="171750379" sldId="346"/>
            <ac:spMk id="1547" creationId="{4A6F1549-C58E-7A5F-8BBB-97C3A6FA9E45}"/>
          </ac:spMkLst>
        </pc:spChg>
        <pc:spChg chg="add del mod">
          <ac:chgData name="Robert de Groote" userId="2ce5265b-80a0-4fb8-a62a-8035e9b0c45a" providerId="ADAL" clId="{2F427DC0-94DD-4221-BDA8-C26CE314FA9F}" dt="2025-09-29T12:58:35.990" v="53667"/>
          <ac:spMkLst>
            <pc:docMk/>
            <pc:sldMk cId="171750379" sldId="346"/>
            <ac:spMk id="1548" creationId="{6608FFE6-731F-43C6-3F82-ABADAAAE7F78}"/>
          </ac:spMkLst>
        </pc:spChg>
        <pc:spChg chg="add del mod">
          <ac:chgData name="Robert de Groote" userId="2ce5265b-80a0-4fb8-a62a-8035e9b0c45a" providerId="ADAL" clId="{2F427DC0-94DD-4221-BDA8-C26CE314FA9F}" dt="2025-09-29T12:58:36.022" v="53676"/>
          <ac:spMkLst>
            <pc:docMk/>
            <pc:sldMk cId="171750379" sldId="346"/>
            <ac:spMk id="1549" creationId="{0AF00097-331B-CCB2-A5DB-498E97D68F3B}"/>
          </ac:spMkLst>
        </pc:spChg>
        <pc:spChg chg="add del mod">
          <ac:chgData name="Robert de Groote" userId="2ce5265b-80a0-4fb8-a62a-8035e9b0c45a" providerId="ADAL" clId="{2F427DC0-94DD-4221-BDA8-C26CE314FA9F}" dt="2025-09-29T12:58:36.053" v="53685"/>
          <ac:spMkLst>
            <pc:docMk/>
            <pc:sldMk cId="171750379" sldId="346"/>
            <ac:spMk id="1550" creationId="{3ADA905E-1CD9-3D78-FF25-565BC8E39A67}"/>
          </ac:spMkLst>
        </pc:spChg>
        <pc:spChg chg="add del mod">
          <ac:chgData name="Robert de Groote" userId="2ce5265b-80a0-4fb8-a62a-8035e9b0c45a" providerId="ADAL" clId="{2F427DC0-94DD-4221-BDA8-C26CE314FA9F}" dt="2025-09-29T12:58:36.069" v="53694"/>
          <ac:spMkLst>
            <pc:docMk/>
            <pc:sldMk cId="171750379" sldId="346"/>
            <ac:spMk id="1551" creationId="{EBFEE9F0-7285-CBAE-F79A-CA34A68B72A4}"/>
          </ac:spMkLst>
        </pc:spChg>
        <pc:grpChg chg="mod">
          <ac:chgData name="Robert de Groote" userId="2ce5265b-80a0-4fb8-a62a-8035e9b0c45a" providerId="ADAL" clId="{2F427DC0-94DD-4221-BDA8-C26CE314FA9F}" dt="2025-09-29T12:19:40.239" v="47845"/>
          <ac:grpSpMkLst>
            <pc:docMk/>
            <pc:sldMk cId="171750379" sldId="346"/>
            <ac:grpSpMk id="15" creationId="{7A14F611-EAEF-A73A-4E74-9045CB9D53DA}"/>
          </ac:grpSpMkLst>
        </pc:grpChg>
        <pc:grpChg chg="add mod ord modVis">
          <ac:chgData name="Robert de Groote" userId="2ce5265b-80a0-4fb8-a62a-8035e9b0c45a" providerId="ADAL" clId="{2F427DC0-94DD-4221-BDA8-C26CE314FA9F}" dt="2025-09-29T12:23:01.485" v="49641"/>
          <ac:grpSpMkLst>
            <pc:docMk/>
            <pc:sldMk cId="171750379" sldId="346"/>
            <ac:grpSpMk id="1056" creationId="{49670B1B-8224-67B1-C816-1E4CB4F03822}"/>
          </ac:grpSpMkLst>
        </pc:grpChg>
        <pc:grpChg chg="add mod ord modVis">
          <ac:chgData name="Robert de Groote" userId="2ce5265b-80a0-4fb8-a62a-8035e9b0c45a" providerId="ADAL" clId="{2F427DC0-94DD-4221-BDA8-C26CE314FA9F}" dt="2025-09-29T12:23:14.465" v="49906"/>
          <ac:grpSpMkLst>
            <pc:docMk/>
            <pc:sldMk cId="171750379" sldId="346"/>
            <ac:grpSpMk id="1057" creationId="{AAC4C576-DCA2-232C-E5AA-18665F1C2095}"/>
          </ac:grpSpMkLst>
        </pc:grpChg>
        <pc:grpChg chg="add mod ord modVis">
          <ac:chgData name="Robert de Groote" userId="2ce5265b-80a0-4fb8-a62a-8035e9b0c45a" providerId="ADAL" clId="{2F427DC0-94DD-4221-BDA8-C26CE314FA9F}" dt="2025-09-29T12:23:17.291" v="50068"/>
          <ac:grpSpMkLst>
            <pc:docMk/>
            <pc:sldMk cId="171750379" sldId="346"/>
            <ac:grpSpMk id="1058" creationId="{A08DC854-E75B-5F9E-1091-0420485AFE7E}"/>
          </ac:grpSpMkLst>
        </pc:grpChg>
        <pc:grpChg chg="add del mod ord">
          <ac:chgData name="Robert de Groote" userId="2ce5265b-80a0-4fb8-a62a-8035e9b0c45a" providerId="ADAL" clId="{2F427DC0-94DD-4221-BDA8-C26CE314FA9F}" dt="2025-09-29T12:21:31.508" v="49107"/>
          <ac:grpSpMkLst>
            <pc:docMk/>
            <pc:sldMk cId="171750379" sldId="346"/>
            <ac:grpSpMk id="1060" creationId="{51BF7230-E389-1E57-B163-E0213B991CB6}"/>
          </ac:grpSpMkLst>
        </pc:grpChg>
        <pc:grpChg chg="add del mod ord">
          <ac:chgData name="Robert de Groote" userId="2ce5265b-80a0-4fb8-a62a-8035e9b0c45a" providerId="ADAL" clId="{2F427DC0-94DD-4221-BDA8-C26CE314FA9F}" dt="2025-09-29T12:21:31.140" v="49054" actId="1076"/>
          <ac:grpSpMkLst>
            <pc:docMk/>
            <pc:sldMk cId="171750379" sldId="346"/>
            <ac:grpSpMk id="1065" creationId="{6749CBD5-A732-7A20-4F6E-327AC9C76EF6}"/>
          </ac:grpSpMkLst>
        </pc:grpChg>
        <pc:grpChg chg="add del mod ord">
          <ac:chgData name="Robert de Groote" userId="2ce5265b-80a0-4fb8-a62a-8035e9b0c45a" providerId="ADAL" clId="{2F427DC0-94DD-4221-BDA8-C26CE314FA9F}" dt="2025-09-29T12:21:31.129" v="49033"/>
          <ac:grpSpMkLst>
            <pc:docMk/>
            <pc:sldMk cId="171750379" sldId="346"/>
            <ac:grpSpMk id="1069" creationId="{10AE6149-4038-7BF5-FB09-7A8BBABC8465}"/>
          </ac:grpSpMkLst>
        </pc:grpChg>
        <pc:grpChg chg="add del mod ord">
          <ac:chgData name="Robert de Groote" userId="2ce5265b-80a0-4fb8-a62a-8035e9b0c45a" providerId="ADAL" clId="{2F427DC0-94DD-4221-BDA8-C26CE314FA9F}" dt="2025-09-29T12:21:31.129" v="49038" actId="1076"/>
          <ac:grpSpMkLst>
            <pc:docMk/>
            <pc:sldMk cId="171750379" sldId="346"/>
            <ac:grpSpMk id="1073" creationId="{2BC07235-A599-180A-24A9-E6DD0616AE63}"/>
          </ac:grpSpMkLst>
        </pc:grpChg>
        <pc:grpChg chg="add del mod ord">
          <ac:chgData name="Robert de Groote" userId="2ce5265b-80a0-4fb8-a62a-8035e9b0c45a" providerId="ADAL" clId="{2F427DC0-94DD-4221-BDA8-C26CE314FA9F}" dt="2025-09-29T12:21:31.114" v="48997"/>
          <ac:grpSpMkLst>
            <pc:docMk/>
            <pc:sldMk cId="171750379" sldId="346"/>
            <ac:grpSpMk id="1078" creationId="{1F670066-46EE-D596-6ACD-EA3786AB17CF}"/>
          </ac:grpSpMkLst>
        </pc:grpChg>
        <pc:grpChg chg="add del mod ord">
          <ac:chgData name="Robert de Groote" userId="2ce5265b-80a0-4fb8-a62a-8035e9b0c45a" providerId="ADAL" clId="{2F427DC0-94DD-4221-BDA8-C26CE314FA9F}" dt="2025-09-29T12:21:31.114" v="49010" actId="1076"/>
          <ac:grpSpMkLst>
            <pc:docMk/>
            <pc:sldMk cId="171750379" sldId="346"/>
            <ac:grpSpMk id="1081" creationId="{D174BE68-72CB-A121-A88D-A38A12E6405A}"/>
          </ac:grpSpMkLst>
        </pc:grpChg>
        <pc:grpChg chg="add del mod ord">
          <ac:chgData name="Robert de Groote" userId="2ce5265b-80a0-4fb8-a62a-8035e9b0c45a" providerId="ADAL" clId="{2F427DC0-94DD-4221-BDA8-C26CE314FA9F}" dt="2025-09-29T12:21:30.361" v="48974" actId="1076"/>
          <ac:grpSpMkLst>
            <pc:docMk/>
            <pc:sldMk cId="171750379" sldId="346"/>
            <ac:grpSpMk id="1086" creationId="{C8616F93-EEAE-3DE5-47D6-AA3AEA8CABA4}"/>
          </ac:grpSpMkLst>
        </pc:grpChg>
        <pc:grpChg chg="add del mod ord">
          <ac:chgData name="Robert de Groote" userId="2ce5265b-80a0-4fb8-a62a-8035e9b0c45a" providerId="ADAL" clId="{2F427DC0-94DD-4221-BDA8-C26CE314FA9F}" dt="2025-09-29T12:21:30.361" v="48972" actId="1076"/>
          <ac:grpSpMkLst>
            <pc:docMk/>
            <pc:sldMk cId="171750379" sldId="346"/>
            <ac:grpSpMk id="1089" creationId="{EEAEC803-A07D-9A01-401A-9B7529107426}"/>
          </ac:grpSpMkLst>
        </pc:grpChg>
        <pc:grpChg chg="add del mod ord">
          <ac:chgData name="Robert de Groote" userId="2ce5265b-80a0-4fb8-a62a-8035e9b0c45a" providerId="ADAL" clId="{2F427DC0-94DD-4221-BDA8-C26CE314FA9F}" dt="2025-09-29T12:21:29.701" v="48944" actId="1076"/>
          <ac:grpSpMkLst>
            <pc:docMk/>
            <pc:sldMk cId="171750379" sldId="346"/>
            <ac:grpSpMk id="1094" creationId="{CD698B4E-A861-9485-F858-89795F50E677}"/>
          </ac:grpSpMkLst>
        </pc:grpChg>
        <pc:grpChg chg="add del mod ord">
          <ac:chgData name="Robert de Groote" userId="2ce5265b-80a0-4fb8-a62a-8035e9b0c45a" providerId="ADAL" clId="{2F427DC0-94DD-4221-BDA8-C26CE314FA9F}" dt="2025-09-29T12:21:29.701" v="48942" actId="1076"/>
          <ac:grpSpMkLst>
            <pc:docMk/>
            <pc:sldMk cId="171750379" sldId="346"/>
            <ac:grpSpMk id="1097" creationId="{8F666C4D-0F56-FEC9-06EE-5B6E923EBF59}"/>
          </ac:grpSpMkLst>
        </pc:grpChg>
        <pc:grpChg chg="add del mod ord">
          <ac:chgData name="Robert de Groote" userId="2ce5265b-80a0-4fb8-a62a-8035e9b0c45a" providerId="ADAL" clId="{2F427DC0-94DD-4221-BDA8-C26CE314FA9F}" dt="2025-09-29T12:21:29.685" v="48908"/>
          <ac:grpSpMkLst>
            <pc:docMk/>
            <pc:sldMk cId="171750379" sldId="346"/>
            <ac:grpSpMk id="1101" creationId="{4716D1C8-711F-E8D3-15CB-C958623C2EFF}"/>
          </ac:grpSpMkLst>
        </pc:grpChg>
        <pc:grpChg chg="add del mod ord">
          <ac:chgData name="Robert de Groote" userId="2ce5265b-80a0-4fb8-a62a-8035e9b0c45a" providerId="ADAL" clId="{2F427DC0-94DD-4221-BDA8-C26CE314FA9F}" dt="2025-09-29T12:21:29.685" v="48915" actId="1076"/>
          <ac:grpSpMkLst>
            <pc:docMk/>
            <pc:sldMk cId="171750379" sldId="346"/>
            <ac:grpSpMk id="1105" creationId="{4C663568-23AB-8527-FBDE-ABBA5DA8F794}"/>
          </ac:grpSpMkLst>
        </pc:grpChg>
        <pc:grpChg chg="add del mod ord">
          <ac:chgData name="Robert de Groote" userId="2ce5265b-80a0-4fb8-a62a-8035e9b0c45a" providerId="ADAL" clId="{2F427DC0-94DD-4221-BDA8-C26CE314FA9F}" dt="2025-09-29T12:21:29.685" v="48914" actId="1076"/>
          <ac:grpSpMkLst>
            <pc:docMk/>
            <pc:sldMk cId="171750379" sldId="346"/>
            <ac:grpSpMk id="1108" creationId="{1F408177-DBC6-74F2-3FDC-79AFB511BB5B}"/>
          </ac:grpSpMkLst>
        </pc:grpChg>
        <pc:grpChg chg="add del mod ord">
          <ac:chgData name="Robert de Groote" userId="2ce5265b-80a0-4fb8-a62a-8035e9b0c45a" providerId="ADAL" clId="{2F427DC0-94DD-4221-BDA8-C26CE314FA9F}" dt="2025-09-29T12:21:29.669" v="48856"/>
          <ac:grpSpMkLst>
            <pc:docMk/>
            <pc:sldMk cId="171750379" sldId="346"/>
            <ac:grpSpMk id="1113" creationId="{A6D20FFD-4279-C2B7-EFD6-9167E2FF86BF}"/>
          </ac:grpSpMkLst>
        </pc:grpChg>
        <pc:grpChg chg="add del mod ord">
          <ac:chgData name="Robert de Groote" userId="2ce5265b-80a0-4fb8-a62a-8035e9b0c45a" providerId="ADAL" clId="{2F427DC0-94DD-4221-BDA8-C26CE314FA9F}" dt="2025-09-29T12:21:29.669" v="48873" actId="1076"/>
          <ac:grpSpMkLst>
            <pc:docMk/>
            <pc:sldMk cId="171750379" sldId="346"/>
            <ac:grpSpMk id="1116" creationId="{5D7256FF-8470-00D3-BE13-9ED050D29F38}"/>
          </ac:grpSpMkLst>
        </pc:grpChg>
        <pc:grpChg chg="add del mod ord">
          <ac:chgData name="Robert de Groote" userId="2ce5265b-80a0-4fb8-a62a-8035e9b0c45a" providerId="ADAL" clId="{2F427DC0-94DD-4221-BDA8-C26CE314FA9F}" dt="2025-09-29T12:21:29.669" v="48872" actId="1076"/>
          <ac:grpSpMkLst>
            <pc:docMk/>
            <pc:sldMk cId="171750379" sldId="346"/>
            <ac:grpSpMk id="1119" creationId="{736E9B33-244B-4D43-FA33-00BD0AD2B91D}"/>
          </ac:grpSpMkLst>
        </pc:grpChg>
        <pc:grpChg chg="add del mod ord">
          <ac:chgData name="Robert de Groote" userId="2ce5265b-80a0-4fb8-a62a-8035e9b0c45a" providerId="ADAL" clId="{2F427DC0-94DD-4221-BDA8-C26CE314FA9F}" dt="2025-09-29T12:21:29.183" v="48818" actId="1076"/>
          <ac:grpSpMkLst>
            <pc:docMk/>
            <pc:sldMk cId="171750379" sldId="346"/>
            <ac:grpSpMk id="1124" creationId="{B2947FCF-DB6E-7C5E-1A84-2C790E7F186E}"/>
          </ac:grpSpMkLst>
        </pc:grpChg>
        <pc:grpChg chg="add del mod ord">
          <ac:chgData name="Robert de Groote" userId="2ce5265b-80a0-4fb8-a62a-8035e9b0c45a" providerId="ADAL" clId="{2F427DC0-94DD-4221-BDA8-C26CE314FA9F}" dt="2025-09-29T12:21:29.183" v="48816" actId="1076"/>
          <ac:grpSpMkLst>
            <pc:docMk/>
            <pc:sldMk cId="171750379" sldId="346"/>
            <ac:grpSpMk id="1127" creationId="{2A6CA895-DEC2-A7C3-30B7-DAF99B10576F}"/>
          </ac:grpSpMkLst>
        </pc:grpChg>
        <pc:grpChg chg="add del mod ord">
          <ac:chgData name="Robert de Groote" userId="2ce5265b-80a0-4fb8-a62a-8035e9b0c45a" providerId="ADAL" clId="{2F427DC0-94DD-4221-BDA8-C26CE314FA9F}" dt="2025-09-29T12:21:29.183" v="48814" actId="1076"/>
          <ac:grpSpMkLst>
            <pc:docMk/>
            <pc:sldMk cId="171750379" sldId="346"/>
            <ac:grpSpMk id="1130" creationId="{81F20B75-E51E-7BCB-2867-AC38DC3832E3}"/>
          </ac:grpSpMkLst>
        </pc:grpChg>
        <pc:grpChg chg="add del mod ord">
          <ac:chgData name="Robert de Groote" userId="2ce5265b-80a0-4fb8-a62a-8035e9b0c45a" providerId="ADAL" clId="{2F427DC0-94DD-4221-BDA8-C26CE314FA9F}" dt="2025-09-29T12:21:28.803" v="48771" actId="1076"/>
          <ac:grpSpMkLst>
            <pc:docMk/>
            <pc:sldMk cId="171750379" sldId="346"/>
            <ac:grpSpMk id="1135" creationId="{83728E82-BE34-FA40-EF38-B589CE15A6AD}"/>
          </ac:grpSpMkLst>
        </pc:grpChg>
        <pc:grpChg chg="add del mod ord">
          <ac:chgData name="Robert de Groote" userId="2ce5265b-80a0-4fb8-a62a-8035e9b0c45a" providerId="ADAL" clId="{2F427DC0-94DD-4221-BDA8-C26CE314FA9F}" dt="2025-09-29T12:21:28.803" v="48769" actId="1076"/>
          <ac:grpSpMkLst>
            <pc:docMk/>
            <pc:sldMk cId="171750379" sldId="346"/>
            <ac:grpSpMk id="1138" creationId="{E1491810-1788-F01F-2E85-27AA6EE95894}"/>
          </ac:grpSpMkLst>
        </pc:grpChg>
        <pc:grpChg chg="add del mod ord">
          <ac:chgData name="Robert de Groote" userId="2ce5265b-80a0-4fb8-a62a-8035e9b0c45a" providerId="ADAL" clId="{2F427DC0-94DD-4221-BDA8-C26CE314FA9F}" dt="2025-09-29T12:21:28.803" v="48767" actId="1076"/>
          <ac:grpSpMkLst>
            <pc:docMk/>
            <pc:sldMk cId="171750379" sldId="346"/>
            <ac:grpSpMk id="1141" creationId="{BAE8DE65-DD01-8ED9-E35E-CFBF1605D247}"/>
          </ac:grpSpMkLst>
        </pc:grpChg>
        <pc:grpChg chg="add mod ord">
          <ac:chgData name="Robert de Groote" userId="2ce5265b-80a0-4fb8-a62a-8035e9b0c45a" providerId="ADAL" clId="{2F427DC0-94DD-4221-BDA8-C26CE314FA9F}" dt="2025-09-29T12:21:42.841" v="49434"/>
          <ac:grpSpMkLst>
            <pc:docMk/>
            <pc:sldMk cId="171750379" sldId="346"/>
            <ac:grpSpMk id="1145" creationId="{79EA2F4B-48BC-37A7-9DA9-D00397439EA2}"/>
          </ac:grpSpMkLst>
        </pc:grpChg>
        <pc:grpChg chg="add del mod">
          <ac:chgData name="Robert de Groote" userId="2ce5265b-80a0-4fb8-a62a-8035e9b0c45a" providerId="ADAL" clId="{2F427DC0-94DD-4221-BDA8-C26CE314FA9F}" dt="2025-09-29T12:21:37.579" v="49122"/>
          <ac:grpSpMkLst>
            <pc:docMk/>
            <pc:sldMk cId="171750379" sldId="346"/>
            <ac:grpSpMk id="1146" creationId="{07BB22AC-8EA1-F160-5898-69C2A54E29CF}"/>
          </ac:grpSpMkLst>
        </pc:grpChg>
        <pc:grpChg chg="add del mod">
          <ac:chgData name="Robert de Groote" userId="2ce5265b-80a0-4fb8-a62a-8035e9b0c45a" providerId="ADAL" clId="{2F427DC0-94DD-4221-BDA8-C26CE314FA9F}" dt="2025-09-29T12:21:37.579" v="49122"/>
          <ac:grpSpMkLst>
            <pc:docMk/>
            <pc:sldMk cId="171750379" sldId="346"/>
            <ac:grpSpMk id="1149" creationId="{8E55A9A7-0A9A-C6F8-8C58-B6D156278EFB}"/>
          </ac:grpSpMkLst>
        </pc:grpChg>
        <pc:grpChg chg="add del mod ord">
          <ac:chgData name="Robert de Groote" userId="2ce5265b-80a0-4fb8-a62a-8035e9b0c45a" providerId="ADAL" clId="{2F427DC0-94DD-4221-BDA8-C26CE314FA9F}" dt="2025-09-29T12:21:39.035" v="49165"/>
          <ac:grpSpMkLst>
            <pc:docMk/>
            <pc:sldMk cId="171750379" sldId="346"/>
            <ac:grpSpMk id="1152" creationId="{A66AD409-63B4-E96B-FB7F-A836FE56FD36}"/>
          </ac:grpSpMkLst>
        </pc:grpChg>
        <pc:grpChg chg="add del mod ord">
          <ac:chgData name="Robert de Groote" userId="2ce5265b-80a0-4fb8-a62a-8035e9b0c45a" providerId="ADAL" clId="{2F427DC0-94DD-4221-BDA8-C26CE314FA9F}" dt="2025-09-29T12:21:39.035" v="49165"/>
          <ac:grpSpMkLst>
            <pc:docMk/>
            <pc:sldMk cId="171750379" sldId="346"/>
            <ac:grpSpMk id="1155" creationId="{258A9DD6-34E5-2661-0AC4-F314F8CDEAEF}"/>
          </ac:grpSpMkLst>
        </pc:grpChg>
        <pc:grpChg chg="add del mod ord">
          <ac:chgData name="Robert de Groote" userId="2ce5265b-80a0-4fb8-a62a-8035e9b0c45a" providerId="ADAL" clId="{2F427DC0-94DD-4221-BDA8-C26CE314FA9F}" dt="2025-09-29T12:21:39.079" v="49192"/>
          <ac:grpSpMkLst>
            <pc:docMk/>
            <pc:sldMk cId="171750379" sldId="346"/>
            <ac:grpSpMk id="1158" creationId="{7AC40FA3-4E4F-0C53-1AFA-75020E7B8D4C}"/>
          </ac:grpSpMkLst>
        </pc:grpChg>
        <pc:grpChg chg="add del mod ord">
          <ac:chgData name="Robert de Groote" userId="2ce5265b-80a0-4fb8-a62a-8035e9b0c45a" providerId="ADAL" clId="{2F427DC0-94DD-4221-BDA8-C26CE314FA9F}" dt="2025-09-29T12:21:39.079" v="49192"/>
          <ac:grpSpMkLst>
            <pc:docMk/>
            <pc:sldMk cId="171750379" sldId="346"/>
            <ac:grpSpMk id="1161" creationId="{247AEF93-9C4B-A97F-8E87-FC7D6BB4F3DF}"/>
          </ac:grpSpMkLst>
        </pc:grpChg>
        <pc:grpChg chg="add del mod">
          <ac:chgData name="Robert de Groote" userId="2ce5265b-80a0-4fb8-a62a-8035e9b0c45a" providerId="ADAL" clId="{2F427DC0-94DD-4221-BDA8-C26CE314FA9F}" dt="2025-09-29T12:21:40.342" v="49212"/>
          <ac:grpSpMkLst>
            <pc:docMk/>
            <pc:sldMk cId="171750379" sldId="346"/>
            <ac:grpSpMk id="1164" creationId="{1E9907A3-CDEB-A608-799B-E9A97FAE9026}"/>
          </ac:grpSpMkLst>
        </pc:grpChg>
        <pc:grpChg chg="add del mod">
          <ac:chgData name="Robert de Groote" userId="2ce5265b-80a0-4fb8-a62a-8035e9b0c45a" providerId="ADAL" clId="{2F427DC0-94DD-4221-BDA8-C26CE314FA9F}" dt="2025-09-29T12:21:40.342" v="49212"/>
          <ac:grpSpMkLst>
            <pc:docMk/>
            <pc:sldMk cId="171750379" sldId="346"/>
            <ac:grpSpMk id="1167" creationId="{948E95CA-B24D-E77C-51C4-6150F49F5C2A}"/>
          </ac:grpSpMkLst>
        </pc:grpChg>
        <pc:grpChg chg="add del mod">
          <ac:chgData name="Robert de Groote" userId="2ce5265b-80a0-4fb8-a62a-8035e9b0c45a" providerId="ADAL" clId="{2F427DC0-94DD-4221-BDA8-C26CE314FA9F}" dt="2025-09-29T12:21:40.342" v="49212"/>
          <ac:grpSpMkLst>
            <pc:docMk/>
            <pc:sldMk cId="171750379" sldId="346"/>
            <ac:grpSpMk id="1170" creationId="{67269740-5C1D-815C-2DF3-A8A72382E40D}"/>
          </ac:grpSpMkLst>
        </pc:grpChg>
        <pc:grpChg chg="add del mod ord">
          <ac:chgData name="Robert de Groote" userId="2ce5265b-80a0-4fb8-a62a-8035e9b0c45a" providerId="ADAL" clId="{2F427DC0-94DD-4221-BDA8-C26CE314FA9F}" dt="2025-09-29T12:21:40.936" v="49269"/>
          <ac:grpSpMkLst>
            <pc:docMk/>
            <pc:sldMk cId="171750379" sldId="346"/>
            <ac:grpSpMk id="1173" creationId="{97F1616C-7CE3-9F16-05BB-85A1D026CDDE}"/>
          </ac:grpSpMkLst>
        </pc:grpChg>
        <pc:grpChg chg="add del mod ord">
          <ac:chgData name="Robert de Groote" userId="2ce5265b-80a0-4fb8-a62a-8035e9b0c45a" providerId="ADAL" clId="{2F427DC0-94DD-4221-BDA8-C26CE314FA9F}" dt="2025-09-29T12:21:40.936" v="49269"/>
          <ac:grpSpMkLst>
            <pc:docMk/>
            <pc:sldMk cId="171750379" sldId="346"/>
            <ac:grpSpMk id="1176" creationId="{A0C88236-46D3-98DC-96F7-C04A0865CC5A}"/>
          </ac:grpSpMkLst>
        </pc:grpChg>
        <pc:grpChg chg="add del mod ord">
          <ac:chgData name="Robert de Groote" userId="2ce5265b-80a0-4fb8-a62a-8035e9b0c45a" providerId="ADAL" clId="{2F427DC0-94DD-4221-BDA8-C26CE314FA9F}" dt="2025-09-29T12:21:40.936" v="49269"/>
          <ac:grpSpMkLst>
            <pc:docMk/>
            <pc:sldMk cId="171750379" sldId="346"/>
            <ac:grpSpMk id="1179" creationId="{833DEBDF-70F7-9639-DF82-9FE0231FBA90}"/>
          </ac:grpSpMkLst>
        </pc:grpChg>
        <pc:grpChg chg="add del mod ord">
          <ac:chgData name="Robert de Groote" userId="2ce5265b-80a0-4fb8-a62a-8035e9b0c45a" providerId="ADAL" clId="{2F427DC0-94DD-4221-BDA8-C26CE314FA9F}" dt="2025-09-29T12:21:40.987" v="49322"/>
          <ac:grpSpMkLst>
            <pc:docMk/>
            <pc:sldMk cId="171750379" sldId="346"/>
            <ac:grpSpMk id="1182" creationId="{A9648976-7DE5-7CEA-27EA-E474906A5767}"/>
          </ac:grpSpMkLst>
        </pc:grpChg>
        <pc:grpChg chg="add del mod ord">
          <ac:chgData name="Robert de Groote" userId="2ce5265b-80a0-4fb8-a62a-8035e9b0c45a" providerId="ADAL" clId="{2F427DC0-94DD-4221-BDA8-C26CE314FA9F}" dt="2025-09-29T12:21:40.987" v="49322"/>
          <ac:grpSpMkLst>
            <pc:docMk/>
            <pc:sldMk cId="171750379" sldId="346"/>
            <ac:grpSpMk id="1185" creationId="{C0D7B821-B176-B9B4-3BE4-6517CBD7480C}"/>
          </ac:grpSpMkLst>
        </pc:grpChg>
        <pc:grpChg chg="add del mod ord">
          <ac:chgData name="Robert de Groote" userId="2ce5265b-80a0-4fb8-a62a-8035e9b0c45a" providerId="ADAL" clId="{2F427DC0-94DD-4221-BDA8-C26CE314FA9F}" dt="2025-09-29T12:21:40.987" v="49322"/>
          <ac:grpSpMkLst>
            <pc:docMk/>
            <pc:sldMk cId="171750379" sldId="346"/>
            <ac:grpSpMk id="1188" creationId="{15F15196-D334-F22F-88CC-72556039EA13}"/>
          </ac:grpSpMkLst>
        </pc:grpChg>
        <pc:grpChg chg="add del mod ord">
          <ac:chgData name="Robert de Groote" userId="2ce5265b-80a0-4fb8-a62a-8035e9b0c45a" providerId="ADAL" clId="{2F427DC0-94DD-4221-BDA8-C26CE314FA9F}" dt="2025-09-29T12:21:42.810" v="49409"/>
          <ac:grpSpMkLst>
            <pc:docMk/>
            <pc:sldMk cId="171750379" sldId="346"/>
            <ac:grpSpMk id="1191" creationId="{9893ACC8-EEAD-BF4B-62A9-9BD4E7DD90C6}"/>
          </ac:grpSpMkLst>
        </pc:grpChg>
        <pc:grpChg chg="add del mod ord">
          <ac:chgData name="Robert de Groote" userId="2ce5265b-80a0-4fb8-a62a-8035e9b0c45a" providerId="ADAL" clId="{2F427DC0-94DD-4221-BDA8-C26CE314FA9F}" dt="2025-09-29T12:21:42.810" v="49409"/>
          <ac:grpSpMkLst>
            <pc:docMk/>
            <pc:sldMk cId="171750379" sldId="346"/>
            <ac:grpSpMk id="1194" creationId="{3D96A2E8-09F5-B682-6226-C11078ABCAA1}"/>
          </ac:grpSpMkLst>
        </pc:grpChg>
        <pc:grpChg chg="del mod ord">
          <ac:chgData name="Robert de Groote" userId="2ce5265b-80a0-4fb8-a62a-8035e9b0c45a" providerId="ADAL" clId="{2F427DC0-94DD-4221-BDA8-C26CE314FA9F}" dt="2025-09-29T12:21:42.810" v="49409"/>
          <ac:grpSpMkLst>
            <pc:docMk/>
            <pc:sldMk cId="171750379" sldId="346"/>
            <ac:grpSpMk id="1197" creationId="{136200D4-4D08-3C6E-47FA-7D5416B8A391}"/>
          </ac:grpSpMkLst>
        </pc:grpChg>
        <pc:grpChg chg="del mod ord">
          <ac:chgData name="Robert de Groote" userId="2ce5265b-80a0-4fb8-a62a-8035e9b0c45a" providerId="ADAL" clId="{2F427DC0-94DD-4221-BDA8-C26CE314FA9F}" dt="2025-09-29T12:21:42.810" v="49409"/>
          <ac:grpSpMkLst>
            <pc:docMk/>
            <pc:sldMk cId="171750379" sldId="346"/>
            <ac:grpSpMk id="1200" creationId="{29113507-CF63-D1D6-3063-9FF4CA3561A5}"/>
          </ac:grpSpMkLst>
        </pc:grpChg>
        <pc:grpChg chg="add del mod ord">
          <ac:chgData name="Robert de Groote" userId="2ce5265b-80a0-4fb8-a62a-8035e9b0c45a" providerId="ADAL" clId="{2F427DC0-94DD-4221-BDA8-C26CE314FA9F}" dt="2025-09-29T12:21:42.873" v="49496"/>
          <ac:grpSpMkLst>
            <pc:docMk/>
            <pc:sldMk cId="171750379" sldId="346"/>
            <ac:grpSpMk id="1203" creationId="{45D1A6C3-6191-3B31-E99E-B37EE14AD362}"/>
          </ac:grpSpMkLst>
        </pc:grpChg>
        <pc:grpChg chg="del mod ord">
          <ac:chgData name="Robert de Groote" userId="2ce5265b-80a0-4fb8-a62a-8035e9b0c45a" providerId="ADAL" clId="{2F427DC0-94DD-4221-BDA8-C26CE314FA9F}" dt="2025-09-29T12:21:42.873" v="49496"/>
          <ac:grpSpMkLst>
            <pc:docMk/>
            <pc:sldMk cId="171750379" sldId="346"/>
            <ac:grpSpMk id="1206" creationId="{D8DC4A4C-63E4-96F8-0BF2-2E8A9695A64F}"/>
          </ac:grpSpMkLst>
        </pc:grpChg>
        <pc:grpChg chg="add del mod ord">
          <ac:chgData name="Robert de Groote" userId="2ce5265b-80a0-4fb8-a62a-8035e9b0c45a" providerId="ADAL" clId="{2F427DC0-94DD-4221-BDA8-C26CE314FA9F}" dt="2025-09-29T12:21:42.873" v="49496"/>
          <ac:grpSpMkLst>
            <pc:docMk/>
            <pc:sldMk cId="171750379" sldId="346"/>
            <ac:grpSpMk id="1209" creationId="{CD275193-26CA-3539-010D-AE05CEF1372F}"/>
          </ac:grpSpMkLst>
        </pc:grpChg>
        <pc:grpChg chg="del mod ord">
          <ac:chgData name="Robert de Groote" userId="2ce5265b-80a0-4fb8-a62a-8035e9b0c45a" providerId="ADAL" clId="{2F427DC0-94DD-4221-BDA8-C26CE314FA9F}" dt="2025-09-29T12:21:42.873" v="49496"/>
          <ac:grpSpMkLst>
            <pc:docMk/>
            <pc:sldMk cId="171750379" sldId="346"/>
            <ac:grpSpMk id="1212" creationId="{6B45571C-CA89-315F-6580-AFD2E2429A70}"/>
          </ac:grpSpMkLst>
        </pc:grpChg>
        <pc:grpChg chg="add del mod ord">
          <ac:chgData name="Robert de Groote" userId="2ce5265b-80a0-4fb8-a62a-8035e9b0c45a" providerId="ADAL" clId="{2F427DC0-94DD-4221-BDA8-C26CE314FA9F}" dt="2025-09-29T12:23:01.442" v="49619"/>
          <ac:grpSpMkLst>
            <pc:docMk/>
            <pc:sldMk cId="171750379" sldId="346"/>
            <ac:grpSpMk id="1219" creationId="{56D2CBA9-0FF6-D67E-9C2E-DE4F1D7F1406}"/>
          </ac:grpSpMkLst>
        </pc:grpChg>
        <pc:grpChg chg="add del mod ord">
          <ac:chgData name="Robert de Groote" userId="2ce5265b-80a0-4fb8-a62a-8035e9b0c45a" providerId="ADAL" clId="{2F427DC0-94DD-4221-BDA8-C26CE314FA9F}" dt="2025-09-29T12:23:01.485" v="49655"/>
          <ac:grpSpMkLst>
            <pc:docMk/>
            <pc:sldMk cId="171750379" sldId="346"/>
            <ac:grpSpMk id="1223" creationId="{0B11C4EB-5E79-D367-2143-A7663D3BD871}"/>
          </ac:grpSpMkLst>
        </pc:grpChg>
        <pc:grpChg chg="add del mod">
          <ac:chgData name="Robert de Groote" userId="2ce5265b-80a0-4fb8-a62a-8035e9b0c45a" providerId="ADAL" clId="{2F427DC0-94DD-4221-BDA8-C26CE314FA9F}" dt="2025-09-29T12:23:05.569" v="49667"/>
          <ac:grpSpMkLst>
            <pc:docMk/>
            <pc:sldMk cId="171750379" sldId="346"/>
            <ac:grpSpMk id="1229" creationId="{08D1211E-07E0-8078-8A93-EDB44D77690C}"/>
          </ac:grpSpMkLst>
        </pc:grpChg>
        <pc:grpChg chg="add del mod">
          <ac:chgData name="Robert de Groote" userId="2ce5265b-80a0-4fb8-a62a-8035e9b0c45a" providerId="ADAL" clId="{2F427DC0-94DD-4221-BDA8-C26CE314FA9F}" dt="2025-09-29T12:23:05.600" v="49679"/>
          <ac:grpSpMkLst>
            <pc:docMk/>
            <pc:sldMk cId="171750379" sldId="346"/>
            <ac:grpSpMk id="1234" creationId="{AC388D06-8DE8-CB1B-B1B2-67B8EF408A2D}"/>
          </ac:grpSpMkLst>
        </pc:grpChg>
        <pc:grpChg chg="add del mod ord">
          <ac:chgData name="Robert de Groote" userId="2ce5265b-80a0-4fb8-a62a-8035e9b0c45a" providerId="ADAL" clId="{2F427DC0-94DD-4221-BDA8-C26CE314FA9F}" dt="2025-09-29T12:23:07.517" v="49787"/>
          <ac:grpSpMkLst>
            <pc:docMk/>
            <pc:sldMk cId="171750379" sldId="346"/>
            <ac:grpSpMk id="1239" creationId="{F08A0B70-FA8C-CE74-5F1D-45F5C6D54416}"/>
          </ac:grpSpMkLst>
        </pc:grpChg>
        <pc:grpChg chg="add del mod ord">
          <ac:chgData name="Robert de Groote" userId="2ce5265b-80a0-4fb8-a62a-8035e9b0c45a" providerId="ADAL" clId="{2F427DC0-94DD-4221-BDA8-C26CE314FA9F}" dt="2025-09-29T12:23:07.565" v="49823"/>
          <ac:grpSpMkLst>
            <pc:docMk/>
            <pc:sldMk cId="171750379" sldId="346"/>
            <ac:grpSpMk id="1243" creationId="{045E9623-FCCD-052F-C05E-C945B1DFB3CD}"/>
          </ac:grpSpMkLst>
        </pc:grpChg>
        <pc:grpChg chg="add del mod">
          <ac:chgData name="Robert de Groote" userId="2ce5265b-80a0-4fb8-a62a-8035e9b0c45a" providerId="ADAL" clId="{2F427DC0-94DD-4221-BDA8-C26CE314FA9F}" dt="2025-09-29T12:23:13.726" v="49836"/>
          <ac:grpSpMkLst>
            <pc:docMk/>
            <pc:sldMk cId="171750379" sldId="346"/>
            <ac:grpSpMk id="1248" creationId="{CF14284B-AD36-BAA2-4D58-135C26E72D8E}"/>
          </ac:grpSpMkLst>
        </pc:grpChg>
        <pc:grpChg chg="add del mod">
          <ac:chgData name="Robert de Groote" userId="2ce5265b-80a0-4fb8-a62a-8035e9b0c45a" providerId="ADAL" clId="{2F427DC0-94DD-4221-BDA8-C26CE314FA9F}" dt="2025-09-29T12:23:13.758" v="49848"/>
          <ac:grpSpMkLst>
            <pc:docMk/>
            <pc:sldMk cId="171750379" sldId="346"/>
            <ac:grpSpMk id="1253" creationId="{AFD90D59-B4CA-80E9-6E4B-1F3C3B3011B0}"/>
          </ac:grpSpMkLst>
        </pc:grpChg>
        <pc:grpChg chg="add del mod ord">
          <ac:chgData name="Robert de Groote" userId="2ce5265b-80a0-4fb8-a62a-8035e9b0c45a" providerId="ADAL" clId="{2F427DC0-94DD-4221-BDA8-C26CE314FA9F}" dt="2025-09-29T12:23:14.434" v="49884"/>
          <ac:grpSpMkLst>
            <pc:docMk/>
            <pc:sldMk cId="171750379" sldId="346"/>
            <ac:grpSpMk id="1258" creationId="{A5B44D8E-909B-4AF9-1C96-8F2AA408DF6D}"/>
          </ac:grpSpMkLst>
        </pc:grpChg>
        <pc:grpChg chg="add del mod ord">
          <ac:chgData name="Robert de Groote" userId="2ce5265b-80a0-4fb8-a62a-8035e9b0c45a" providerId="ADAL" clId="{2F427DC0-94DD-4221-BDA8-C26CE314FA9F}" dt="2025-09-29T12:23:14.472" v="49920"/>
          <ac:grpSpMkLst>
            <pc:docMk/>
            <pc:sldMk cId="171750379" sldId="346"/>
            <ac:grpSpMk id="1263" creationId="{991CD6DB-0969-892E-D226-D66970D299C6}"/>
          </ac:grpSpMkLst>
        </pc:grpChg>
        <pc:grpChg chg="add del mod">
          <ac:chgData name="Robert de Groote" userId="2ce5265b-80a0-4fb8-a62a-8035e9b0c45a" providerId="ADAL" clId="{2F427DC0-94DD-4221-BDA8-C26CE314FA9F}" dt="2025-09-29T12:23:16.568" v="49934"/>
          <ac:grpSpMkLst>
            <pc:docMk/>
            <pc:sldMk cId="171750379" sldId="346"/>
            <ac:grpSpMk id="1268" creationId="{73FBF1C9-F0FA-B53E-AB56-A866E4CB1C11}"/>
          </ac:grpSpMkLst>
        </pc:grpChg>
        <pc:grpChg chg="add del mod ord">
          <ac:chgData name="Robert de Groote" userId="2ce5265b-80a0-4fb8-a62a-8035e9b0c45a" providerId="ADAL" clId="{2F427DC0-94DD-4221-BDA8-C26CE314FA9F}" dt="2025-09-29T12:23:17.228" v="50046"/>
          <ac:grpSpMkLst>
            <pc:docMk/>
            <pc:sldMk cId="171750379" sldId="346"/>
            <ac:grpSpMk id="1273" creationId="{6A51676A-30AC-96EF-4FE9-D05C6E2DDF09}"/>
          </ac:grpSpMkLst>
        </pc:grpChg>
        <pc:grpChg chg="add del mod ord">
          <ac:chgData name="Robert de Groote" userId="2ce5265b-80a0-4fb8-a62a-8035e9b0c45a" providerId="ADAL" clId="{2F427DC0-94DD-4221-BDA8-C26CE314FA9F}" dt="2025-09-29T12:23:17.291" v="50082"/>
          <ac:grpSpMkLst>
            <pc:docMk/>
            <pc:sldMk cId="171750379" sldId="346"/>
            <ac:grpSpMk id="1277" creationId="{34ABB00E-3EE1-F257-54AD-074184946EDB}"/>
          </ac:grpSpMkLst>
        </pc:grpChg>
        <pc:grpChg chg="mod">
          <ac:chgData name="Robert de Groote" userId="2ce5265b-80a0-4fb8-a62a-8035e9b0c45a" providerId="ADAL" clId="{2F427DC0-94DD-4221-BDA8-C26CE314FA9F}" dt="2025-09-29T12:24:09.097" v="50085" actId="1076"/>
          <ac:grpSpMkLst>
            <pc:docMk/>
            <pc:sldMk cId="171750379" sldId="346"/>
            <ac:grpSpMk id="1282" creationId="{D518BE0A-6289-805F-6C10-AD8337D16F5E}"/>
          </ac:grpSpMkLst>
        </pc:grpChg>
        <pc:picChg chg="add del mod">
          <ac:chgData name="Robert de Groote" userId="2ce5265b-80a0-4fb8-a62a-8035e9b0c45a" providerId="ADAL" clId="{2F427DC0-94DD-4221-BDA8-C26CE314FA9F}" dt="2025-09-29T12:05:50.665" v="47063" actId="478"/>
          <ac:picMkLst>
            <pc:docMk/>
            <pc:sldMk cId="171750379" sldId="346"/>
            <ac:picMk id="1026" creationId="{0ADA7A15-5F3C-D0E0-14A1-043820B404D2}"/>
          </ac:picMkLst>
        </pc:picChg>
        <pc:cxnChg chg="mod">
          <ac:chgData name="Robert de Groote" userId="2ce5265b-80a0-4fb8-a62a-8035e9b0c45a" providerId="ADAL" clId="{2F427DC0-94DD-4221-BDA8-C26CE314FA9F}" dt="2025-09-29T12:19:40.255" v="47862"/>
          <ac:cxnSpMkLst>
            <pc:docMk/>
            <pc:sldMk cId="171750379" sldId="346"/>
            <ac:cxnSpMk id="43" creationId="{670E5311-5CF1-0BDB-A9BC-03F3E97F584F}"/>
          </ac:cxnSpMkLst>
        </pc:cxnChg>
        <pc:cxnChg chg="mod">
          <ac:chgData name="Robert de Groote" userId="2ce5265b-80a0-4fb8-a62a-8035e9b0c45a" providerId="ADAL" clId="{2F427DC0-94DD-4221-BDA8-C26CE314FA9F}" dt="2025-09-29T12:19:40.255" v="47863"/>
          <ac:cxnSpMkLst>
            <pc:docMk/>
            <pc:sldMk cId="171750379" sldId="346"/>
            <ac:cxnSpMk id="44" creationId="{8A581562-9DA6-54BD-CF95-6B273B66F042}"/>
          </ac:cxnSpMkLst>
        </pc:cxnChg>
        <pc:cxnChg chg="mod">
          <ac:chgData name="Robert de Groote" userId="2ce5265b-80a0-4fb8-a62a-8035e9b0c45a" providerId="ADAL" clId="{2F427DC0-94DD-4221-BDA8-C26CE314FA9F}" dt="2025-09-29T12:19:40.255" v="47864"/>
          <ac:cxnSpMkLst>
            <pc:docMk/>
            <pc:sldMk cId="171750379" sldId="346"/>
            <ac:cxnSpMk id="45" creationId="{3261995F-66BE-D1E2-716B-43DCF9408838}"/>
          </ac:cxnSpMkLst>
        </pc:cxnChg>
        <pc:cxnChg chg="mod">
          <ac:chgData name="Robert de Groote" userId="2ce5265b-80a0-4fb8-a62a-8035e9b0c45a" providerId="ADAL" clId="{2F427DC0-94DD-4221-BDA8-C26CE314FA9F}" dt="2025-09-29T12:19:40.255" v="47865"/>
          <ac:cxnSpMkLst>
            <pc:docMk/>
            <pc:sldMk cId="171750379" sldId="346"/>
            <ac:cxnSpMk id="46" creationId="{D5871E3E-55F2-3181-4DEC-3BB1F8AF1882}"/>
          </ac:cxnSpMkLst>
        </pc:cxnChg>
        <pc:cxnChg chg="mod">
          <ac:chgData name="Robert de Groote" userId="2ce5265b-80a0-4fb8-a62a-8035e9b0c45a" providerId="ADAL" clId="{2F427DC0-94DD-4221-BDA8-C26CE314FA9F}" dt="2025-09-29T12:30:36.088" v="53240"/>
          <ac:cxnSpMkLst>
            <pc:docMk/>
            <pc:sldMk cId="171750379" sldId="346"/>
            <ac:cxnSpMk id="47" creationId="{AE1BDF32-FACD-2871-963A-80048BEB7C74}"/>
          </ac:cxnSpMkLst>
        </pc:cxnChg>
        <pc:cxnChg chg="mod">
          <ac:chgData name="Robert de Groote" userId="2ce5265b-80a0-4fb8-a62a-8035e9b0c45a" providerId="ADAL" clId="{2F427DC0-94DD-4221-BDA8-C26CE314FA9F}" dt="2025-09-29T12:19:40.255" v="47867"/>
          <ac:cxnSpMkLst>
            <pc:docMk/>
            <pc:sldMk cId="171750379" sldId="346"/>
            <ac:cxnSpMk id="48" creationId="{D90B149B-19A1-A2E3-8C09-7C7CDF79A3FA}"/>
          </ac:cxnSpMkLst>
        </pc:cxnChg>
        <pc:cxnChg chg="mod">
          <ac:chgData name="Robert de Groote" userId="2ce5265b-80a0-4fb8-a62a-8035e9b0c45a" providerId="ADAL" clId="{2F427DC0-94DD-4221-BDA8-C26CE314FA9F}" dt="2025-09-29T12:19:40.255" v="47869"/>
          <ac:cxnSpMkLst>
            <pc:docMk/>
            <pc:sldMk cId="171750379" sldId="346"/>
            <ac:cxnSpMk id="50" creationId="{03DB9E08-43DF-A96F-3C56-4EDCF6C52C0F}"/>
          </ac:cxnSpMkLst>
        </pc:cxnChg>
        <pc:cxnChg chg="mod">
          <ac:chgData name="Robert de Groote" userId="2ce5265b-80a0-4fb8-a62a-8035e9b0c45a" providerId="ADAL" clId="{2F427DC0-94DD-4221-BDA8-C26CE314FA9F}" dt="2025-09-29T12:19:40.255" v="47871"/>
          <ac:cxnSpMkLst>
            <pc:docMk/>
            <pc:sldMk cId="171750379" sldId="346"/>
            <ac:cxnSpMk id="52" creationId="{1E3D13EB-76E7-2BF0-2B08-3D443F4BFAA3}"/>
          </ac:cxnSpMkLst>
        </pc:cxnChg>
        <pc:cxnChg chg="add del mod">
          <ac:chgData name="Robert de Groote" userId="2ce5265b-80a0-4fb8-a62a-8035e9b0c45a" providerId="ADAL" clId="{2F427DC0-94DD-4221-BDA8-C26CE314FA9F}" dt="2025-09-29T12:24:46.909" v="50092" actId="478"/>
          <ac:cxnSpMkLst>
            <pc:docMk/>
            <pc:sldMk cId="171750379" sldId="346"/>
            <ac:cxnSpMk id="1288" creationId="{E6A84570-BC34-EB61-096C-79189CDCBF48}"/>
          </ac:cxnSpMkLst>
        </pc:cxnChg>
        <pc:cxnChg chg="add del mod">
          <ac:chgData name="Robert de Groote" userId="2ce5265b-80a0-4fb8-a62a-8035e9b0c45a" providerId="ADAL" clId="{2F427DC0-94DD-4221-BDA8-C26CE314FA9F}" dt="2025-09-29T12:24:45.689" v="50091" actId="478"/>
          <ac:cxnSpMkLst>
            <pc:docMk/>
            <pc:sldMk cId="171750379" sldId="346"/>
            <ac:cxnSpMk id="1290" creationId="{5E37BB6A-A301-935E-5642-D00A4B5B283A}"/>
          </ac:cxnSpMkLst>
        </pc:cxnChg>
        <pc:cxnChg chg="del">
          <ac:chgData name="Robert de Groote" userId="2ce5265b-80a0-4fb8-a62a-8035e9b0c45a" providerId="ADAL" clId="{2F427DC0-94DD-4221-BDA8-C26CE314FA9F}" dt="2025-09-29T12:24:44.236" v="50090" actId="478"/>
          <ac:cxnSpMkLst>
            <pc:docMk/>
            <pc:sldMk cId="171750379" sldId="346"/>
            <ac:cxnSpMk id="1292" creationId="{B17C1E9A-5FC6-E61C-9531-C8A51E3A1232}"/>
          </ac:cxnSpMkLst>
        </pc:cxnChg>
        <pc:cxnChg chg="add del mod">
          <ac:chgData name="Robert de Groote" userId="2ce5265b-80a0-4fb8-a62a-8035e9b0c45a" providerId="ADAL" clId="{2F427DC0-94DD-4221-BDA8-C26CE314FA9F}" dt="2025-09-29T13:05:09.224" v="53793" actId="478"/>
          <ac:cxnSpMkLst>
            <pc:docMk/>
            <pc:sldMk cId="171750379" sldId="346"/>
            <ac:cxnSpMk id="1504" creationId="{8DEACA5A-AA9A-2570-9DDA-AED1188DABF1}"/>
          </ac:cxnSpMkLst>
        </pc:cxnChg>
        <pc:cxnChg chg="add mod">
          <ac:chgData name="Robert de Groote" userId="2ce5265b-80a0-4fb8-a62a-8035e9b0c45a" providerId="ADAL" clId="{2F427DC0-94DD-4221-BDA8-C26CE314FA9F}" dt="2025-09-29T13:04:26.304" v="53787" actId="478"/>
          <ac:cxnSpMkLst>
            <pc:docMk/>
            <pc:sldMk cId="171750379" sldId="346"/>
            <ac:cxnSpMk id="1507" creationId="{2AF44B7D-AB8D-095B-666C-0D8E55064BEE}"/>
          </ac:cxnSpMkLst>
        </pc:cxnChg>
        <pc:cxnChg chg="add del mod">
          <ac:chgData name="Robert de Groote" userId="2ce5265b-80a0-4fb8-a62a-8035e9b0c45a" providerId="ADAL" clId="{2F427DC0-94DD-4221-BDA8-C26CE314FA9F}" dt="2025-09-29T13:02:55.009" v="53771" actId="478"/>
          <ac:cxnSpMkLst>
            <pc:docMk/>
            <pc:sldMk cId="171750379" sldId="346"/>
            <ac:cxnSpMk id="1510" creationId="{2DB0506F-3A00-4DAC-1596-65AACC9ED6DD}"/>
          </ac:cxnSpMkLst>
        </pc:cxnChg>
        <pc:cxnChg chg="add mod">
          <ac:chgData name="Robert de Groote" userId="2ce5265b-80a0-4fb8-a62a-8035e9b0c45a" providerId="ADAL" clId="{2F427DC0-94DD-4221-BDA8-C26CE314FA9F}" dt="2025-09-29T13:04:28.970" v="53790" actId="478"/>
          <ac:cxnSpMkLst>
            <pc:docMk/>
            <pc:sldMk cId="171750379" sldId="346"/>
            <ac:cxnSpMk id="1520" creationId="{C8D808A5-36A9-4D60-9294-DABFA22E32D6}"/>
          </ac:cxnSpMkLst>
        </pc:cxnChg>
        <pc:cxnChg chg="add mod">
          <ac:chgData name="Robert de Groote" userId="2ce5265b-80a0-4fb8-a62a-8035e9b0c45a" providerId="ADAL" clId="{2F427DC0-94DD-4221-BDA8-C26CE314FA9F}" dt="2025-09-29T13:04:29.881" v="53791" actId="478"/>
          <ac:cxnSpMkLst>
            <pc:docMk/>
            <pc:sldMk cId="171750379" sldId="346"/>
            <ac:cxnSpMk id="1523" creationId="{21934A79-7FF9-E257-E8CB-726BDEAC94B7}"/>
          </ac:cxnSpMkLst>
        </pc:cxnChg>
        <pc:cxnChg chg="add mod">
          <ac:chgData name="Robert de Groote" userId="2ce5265b-80a0-4fb8-a62a-8035e9b0c45a" providerId="ADAL" clId="{2F427DC0-94DD-4221-BDA8-C26CE314FA9F}" dt="2025-09-29T13:00:10.305" v="53725" actId="478"/>
          <ac:cxnSpMkLst>
            <pc:docMk/>
            <pc:sldMk cId="171750379" sldId="346"/>
            <ac:cxnSpMk id="1526" creationId="{1D88975E-6CA0-8DDB-C3AE-543CB47C638D}"/>
          </ac:cxnSpMkLst>
        </pc:cxnChg>
        <pc:cxnChg chg="add mod">
          <ac:chgData name="Robert de Groote" userId="2ce5265b-80a0-4fb8-a62a-8035e9b0c45a" providerId="ADAL" clId="{2F427DC0-94DD-4221-BDA8-C26CE314FA9F}" dt="2025-09-29T13:04:30.635" v="53792" actId="478"/>
          <ac:cxnSpMkLst>
            <pc:docMk/>
            <pc:sldMk cId="171750379" sldId="346"/>
            <ac:cxnSpMk id="1529" creationId="{D1A7AE62-8584-CD69-5769-0A25FC83CE32}"/>
          </ac:cxnSpMkLst>
        </pc:cxnChg>
        <pc:cxnChg chg="add mod">
          <ac:chgData name="Robert de Groote" userId="2ce5265b-80a0-4fb8-a62a-8035e9b0c45a" providerId="ADAL" clId="{2F427DC0-94DD-4221-BDA8-C26CE314FA9F}" dt="2025-09-29T13:04:27.369" v="53788" actId="478"/>
          <ac:cxnSpMkLst>
            <pc:docMk/>
            <pc:sldMk cId="171750379" sldId="346"/>
            <ac:cxnSpMk id="1532" creationId="{CA28EA37-4786-B1D8-3BD0-4805F9562342}"/>
          </ac:cxnSpMkLst>
        </pc:cxnChg>
        <pc:cxnChg chg="add mod">
          <ac:chgData name="Robert de Groote" userId="2ce5265b-80a0-4fb8-a62a-8035e9b0c45a" providerId="ADAL" clId="{2F427DC0-94DD-4221-BDA8-C26CE314FA9F}" dt="2025-09-29T13:04:28.153" v="53789" actId="478"/>
          <ac:cxnSpMkLst>
            <pc:docMk/>
            <pc:sldMk cId="171750379" sldId="346"/>
            <ac:cxnSpMk id="1552" creationId="{3B1C3866-E6F9-24F3-D94D-7B1A52EBE6EA}"/>
          </ac:cxnSpMkLst>
        </pc:cxnChg>
      </pc:sldChg>
      <pc:sldChg chg="addSp modSp add mod ord setBg">
        <pc:chgData name="Robert de Groote" userId="2ce5265b-80a0-4fb8-a62a-8035e9b0c45a" providerId="ADAL" clId="{2F427DC0-94DD-4221-BDA8-C26CE314FA9F}" dt="2025-09-29T13:40:53.973" v="55404" actId="26606"/>
        <pc:sldMkLst>
          <pc:docMk/>
          <pc:sldMk cId="908745008" sldId="347"/>
        </pc:sldMkLst>
        <pc:spChg chg="mod">
          <ac:chgData name="Robert de Groote" userId="2ce5265b-80a0-4fb8-a62a-8035e9b0c45a" providerId="ADAL" clId="{2F427DC0-94DD-4221-BDA8-C26CE314FA9F}" dt="2025-09-29T13:40:53.973" v="55404" actId="26606"/>
          <ac:spMkLst>
            <pc:docMk/>
            <pc:sldMk cId="908745008" sldId="347"/>
            <ac:spMk id="2" creationId="{53FFC881-7633-05E1-BD8B-EEBAC2825187}"/>
          </ac:spMkLst>
        </pc:spChg>
        <pc:spChg chg="mod">
          <ac:chgData name="Robert de Groote" userId="2ce5265b-80a0-4fb8-a62a-8035e9b0c45a" providerId="ADAL" clId="{2F427DC0-94DD-4221-BDA8-C26CE314FA9F}" dt="2025-09-29T13:40:53.973" v="55404" actId="26606"/>
          <ac:spMkLst>
            <pc:docMk/>
            <pc:sldMk cId="908745008" sldId="347"/>
            <ac:spMk id="3" creationId="{26DF39D3-A5B0-9E89-F5C8-F63F5CE60AC1}"/>
          </ac:spMkLst>
        </pc:spChg>
        <pc:spChg chg="add">
          <ac:chgData name="Robert de Groote" userId="2ce5265b-80a0-4fb8-a62a-8035e9b0c45a" providerId="ADAL" clId="{2F427DC0-94DD-4221-BDA8-C26CE314FA9F}" dt="2025-09-29T13:40:53.973" v="55404" actId="26606"/>
          <ac:spMkLst>
            <pc:docMk/>
            <pc:sldMk cId="908745008" sldId="347"/>
            <ac:spMk id="10" creationId="{744CAA32-F237-419C-A2DD-43C28D920D3C}"/>
          </ac:spMkLst>
        </pc:spChg>
        <pc:picChg chg="add mod">
          <ac:chgData name="Robert de Groote" userId="2ce5265b-80a0-4fb8-a62a-8035e9b0c45a" providerId="ADAL" clId="{2F427DC0-94DD-4221-BDA8-C26CE314FA9F}" dt="2025-09-29T13:40:53.973" v="55404" actId="26606"/>
          <ac:picMkLst>
            <pc:docMk/>
            <pc:sldMk cId="908745008" sldId="347"/>
            <ac:picMk id="5" creationId="{85A23346-19AF-FB9E-004B-41DF318CBA0B}"/>
          </ac:picMkLst>
        </pc:picChg>
        <pc:cxnChg chg="add">
          <ac:chgData name="Robert de Groote" userId="2ce5265b-80a0-4fb8-a62a-8035e9b0c45a" providerId="ADAL" clId="{2F427DC0-94DD-4221-BDA8-C26CE314FA9F}" dt="2025-09-29T13:40:53.973" v="55404" actId="26606"/>
          <ac:cxnSpMkLst>
            <pc:docMk/>
            <pc:sldMk cId="908745008" sldId="347"/>
            <ac:cxnSpMk id="12" creationId="{753FE100-D0AB-4AE2-824B-60CFA31EC6A2}"/>
          </ac:cxnSpMkLst>
        </pc:cxnChg>
      </pc:sldChg>
      <pc:sldChg chg="addSp delSp modSp add mod delAnim modAnim">
        <pc:chgData name="Robert de Groote" userId="2ce5265b-80a0-4fb8-a62a-8035e9b0c45a" providerId="ADAL" clId="{2F427DC0-94DD-4221-BDA8-C26CE314FA9F}" dt="2025-09-29T17:46:07.262" v="57424"/>
        <pc:sldMkLst>
          <pc:docMk/>
          <pc:sldMk cId="1503212855" sldId="348"/>
        </pc:sldMkLst>
        <pc:spChg chg="mod">
          <ac:chgData name="Robert de Groote" userId="2ce5265b-80a0-4fb8-a62a-8035e9b0c45a" providerId="ADAL" clId="{2F427DC0-94DD-4221-BDA8-C26CE314FA9F}" dt="2025-09-29T17:44:45.291" v="57370" actId="20577"/>
          <ac:spMkLst>
            <pc:docMk/>
            <pc:sldMk cId="1503212855" sldId="348"/>
            <ac:spMk id="2" creationId="{D20B82E9-B3EE-606E-406E-71A70379F2B1}"/>
          </ac:spMkLst>
        </pc:spChg>
        <pc:spChg chg="mod">
          <ac:chgData name="Robert de Groote" userId="2ce5265b-80a0-4fb8-a62a-8035e9b0c45a" providerId="ADAL" clId="{2F427DC0-94DD-4221-BDA8-C26CE314FA9F}" dt="2025-09-29T17:44:49.095" v="57378" actId="20577"/>
          <ac:spMkLst>
            <pc:docMk/>
            <pc:sldMk cId="1503212855" sldId="348"/>
            <ac:spMk id="3" creationId="{DC542769-9FAB-028B-517D-FE7D6FE7F770}"/>
          </ac:spMkLst>
        </pc:spChg>
        <pc:spChg chg="mod">
          <ac:chgData name="Robert de Groote" userId="2ce5265b-80a0-4fb8-a62a-8035e9b0c45a" providerId="ADAL" clId="{2F427DC0-94DD-4221-BDA8-C26CE314FA9F}" dt="2025-09-28T08:32:22.891" v="40429" actId="20577"/>
          <ac:spMkLst>
            <pc:docMk/>
            <pc:sldMk cId="1503212855" sldId="348"/>
            <ac:spMk id="4" creationId="{B56E741E-33F5-0B3C-051A-CAF0497DF17B}"/>
          </ac:spMkLst>
        </pc:spChg>
        <pc:spChg chg="mod">
          <ac:chgData name="Robert de Groote" userId="2ce5265b-80a0-4fb8-a62a-8035e9b0c45a" providerId="ADAL" clId="{2F427DC0-94DD-4221-BDA8-C26CE314FA9F}" dt="2025-09-28T08:32:54.284" v="40437" actId="20577"/>
          <ac:spMkLst>
            <pc:docMk/>
            <pc:sldMk cId="1503212855" sldId="348"/>
            <ac:spMk id="5" creationId="{1BFAC4A5-0433-6235-3E58-8A86018B234C}"/>
          </ac:spMkLst>
        </pc:spChg>
        <pc:spChg chg="mod">
          <ac:chgData name="Robert de Groote" userId="2ce5265b-80a0-4fb8-a62a-8035e9b0c45a" providerId="ADAL" clId="{2F427DC0-94DD-4221-BDA8-C26CE314FA9F}" dt="2025-09-28T08:32:27.711" v="40431" actId="20577"/>
          <ac:spMkLst>
            <pc:docMk/>
            <pc:sldMk cId="1503212855" sldId="348"/>
            <ac:spMk id="6" creationId="{E54C877A-B041-53C0-FC87-FDA1F96DCBA7}"/>
          </ac:spMkLst>
        </pc:spChg>
        <pc:spChg chg="mod">
          <ac:chgData name="Robert de Groote" userId="2ce5265b-80a0-4fb8-a62a-8035e9b0c45a" providerId="ADAL" clId="{2F427DC0-94DD-4221-BDA8-C26CE314FA9F}" dt="2025-09-28T08:33:01.805" v="40441" actId="20577"/>
          <ac:spMkLst>
            <pc:docMk/>
            <pc:sldMk cId="1503212855" sldId="348"/>
            <ac:spMk id="7" creationId="{2D2BAED3-B45D-4951-CA1D-5481BF4B8BFE}"/>
          </ac:spMkLst>
        </pc:spChg>
        <pc:spChg chg="mod">
          <ac:chgData name="Robert de Groote" userId="2ce5265b-80a0-4fb8-a62a-8035e9b0c45a" providerId="ADAL" clId="{2F427DC0-94DD-4221-BDA8-C26CE314FA9F}" dt="2025-09-28T08:32:29.121" v="40433" actId="20577"/>
          <ac:spMkLst>
            <pc:docMk/>
            <pc:sldMk cId="1503212855" sldId="348"/>
            <ac:spMk id="8" creationId="{2A1C19BD-DCE7-0BD5-1A8F-BFBEC475514D}"/>
          </ac:spMkLst>
        </pc:spChg>
        <pc:spChg chg="mod">
          <ac:chgData name="Robert de Groote" userId="2ce5265b-80a0-4fb8-a62a-8035e9b0c45a" providerId="ADAL" clId="{2F427DC0-94DD-4221-BDA8-C26CE314FA9F}" dt="2025-09-28T08:33:07.535" v="40445" actId="20577"/>
          <ac:spMkLst>
            <pc:docMk/>
            <pc:sldMk cId="1503212855" sldId="348"/>
            <ac:spMk id="10" creationId="{7E344071-8384-A76F-04C9-6D64F80F6275}"/>
          </ac:spMkLst>
        </pc:spChg>
        <pc:spChg chg="mod">
          <ac:chgData name="Robert de Groote" userId="2ce5265b-80a0-4fb8-a62a-8035e9b0c45a" providerId="ADAL" clId="{2F427DC0-94DD-4221-BDA8-C26CE314FA9F}" dt="2025-09-28T08:33:04.567" v="40443" actId="20577"/>
          <ac:spMkLst>
            <pc:docMk/>
            <pc:sldMk cId="1503212855" sldId="348"/>
            <ac:spMk id="11" creationId="{18663AF7-5AC5-766F-2CBD-0A52B32AFBC2}"/>
          </ac:spMkLst>
        </pc:spChg>
        <pc:spChg chg="mod">
          <ac:chgData name="Robert de Groote" userId="2ce5265b-80a0-4fb8-a62a-8035e9b0c45a" providerId="ADAL" clId="{2F427DC0-94DD-4221-BDA8-C26CE314FA9F}" dt="2025-09-28T08:33:12.960" v="40447" actId="20577"/>
          <ac:spMkLst>
            <pc:docMk/>
            <pc:sldMk cId="1503212855" sldId="348"/>
            <ac:spMk id="12" creationId="{7C75D599-E296-EDD8-8C3D-47296FD021C0}"/>
          </ac:spMkLst>
        </pc:spChg>
        <pc:spChg chg="mod">
          <ac:chgData name="Robert de Groote" userId="2ce5265b-80a0-4fb8-a62a-8035e9b0c45a" providerId="ADAL" clId="{2F427DC0-94DD-4221-BDA8-C26CE314FA9F}" dt="2025-09-28T08:33:38.087" v="40449" actId="20577"/>
          <ac:spMkLst>
            <pc:docMk/>
            <pc:sldMk cId="1503212855" sldId="348"/>
            <ac:spMk id="13" creationId="{2A399517-F878-13F9-DF67-4CE2D021EE26}"/>
          </ac:spMkLst>
        </pc:spChg>
        <pc:spChg chg="add mod">
          <ac:chgData name="Robert de Groote" userId="2ce5265b-80a0-4fb8-a62a-8035e9b0c45a" providerId="ADAL" clId="{2F427DC0-94DD-4221-BDA8-C26CE314FA9F}" dt="2025-09-29T17:45:43.136" v="57415" actId="14100"/>
          <ac:spMkLst>
            <pc:docMk/>
            <pc:sldMk cId="1503212855" sldId="348"/>
            <ac:spMk id="16" creationId="{B9F7E20A-8938-50AB-FFF8-693B55D92DB5}"/>
          </ac:spMkLst>
        </pc:spChg>
        <pc:spChg chg="add mod">
          <ac:chgData name="Robert de Groote" userId="2ce5265b-80a0-4fb8-a62a-8035e9b0c45a" providerId="ADAL" clId="{2F427DC0-94DD-4221-BDA8-C26CE314FA9F}" dt="2025-09-29T17:45:54.502" v="57422" actId="6549"/>
          <ac:spMkLst>
            <pc:docMk/>
            <pc:sldMk cId="1503212855" sldId="348"/>
            <ac:spMk id="17" creationId="{FDE9ED41-C0EE-7C6B-4A9F-C00F8782700B}"/>
          </ac:spMkLst>
        </pc:spChg>
        <pc:spChg chg="mod">
          <ac:chgData name="Robert de Groote" userId="2ce5265b-80a0-4fb8-a62a-8035e9b0c45a" providerId="ADAL" clId="{2F427DC0-94DD-4221-BDA8-C26CE314FA9F}" dt="2025-09-28T08:32:38.311" v="40435" actId="20577"/>
          <ac:spMkLst>
            <pc:docMk/>
            <pc:sldMk cId="1503212855" sldId="348"/>
            <ac:spMk id="20" creationId="{AF218D96-E6F1-E7EB-F27E-E6C50446E79B}"/>
          </ac:spMkLst>
        </pc:spChg>
        <pc:spChg chg="mod">
          <ac:chgData name="Robert de Groote" userId="2ce5265b-80a0-4fb8-a62a-8035e9b0c45a" providerId="ADAL" clId="{2F427DC0-94DD-4221-BDA8-C26CE314FA9F}" dt="2025-09-28T08:32:57.047" v="40439" actId="20577"/>
          <ac:spMkLst>
            <pc:docMk/>
            <pc:sldMk cId="1503212855" sldId="348"/>
            <ac:spMk id="21" creationId="{B6B57AFF-B17E-49E8-ADCB-7AE699810165}"/>
          </ac:spMkLst>
        </pc:spChg>
        <pc:spChg chg="mod">
          <ac:chgData name="Robert de Groote" userId="2ce5265b-80a0-4fb8-a62a-8035e9b0c45a" providerId="ADAL" clId="{2F427DC0-94DD-4221-BDA8-C26CE314FA9F}" dt="2025-09-28T08:32:10.985" v="40427" actId="20577"/>
          <ac:spMkLst>
            <pc:docMk/>
            <pc:sldMk cId="1503212855" sldId="348"/>
            <ac:spMk id="45" creationId="{6C8B18D2-F2F8-9F76-5D91-2DC5D00FD114}"/>
          </ac:spMkLst>
        </pc:spChg>
        <pc:spChg chg="mod">
          <ac:chgData name="Robert de Groote" userId="2ce5265b-80a0-4fb8-a62a-8035e9b0c45a" providerId="ADAL" clId="{2F427DC0-94DD-4221-BDA8-C26CE314FA9F}" dt="2025-09-28T08:32:05.781" v="40425" actId="20577"/>
          <ac:spMkLst>
            <pc:docMk/>
            <pc:sldMk cId="1503212855" sldId="348"/>
            <ac:spMk id="47" creationId="{C60E6CF1-DBA7-9662-7135-FC9B53D4A181}"/>
          </ac:spMkLst>
        </pc:spChg>
        <pc:spChg chg="mod">
          <ac:chgData name="Robert de Groote" userId="2ce5265b-80a0-4fb8-a62a-8035e9b0c45a" providerId="ADAL" clId="{2F427DC0-94DD-4221-BDA8-C26CE314FA9F}" dt="2025-09-28T08:31:46.205" v="40421" actId="20577"/>
          <ac:spMkLst>
            <pc:docMk/>
            <pc:sldMk cId="1503212855" sldId="348"/>
            <ac:spMk id="48" creationId="{D9B53CBF-FD6A-7040-C624-6F1E7341EFD0}"/>
          </ac:spMkLst>
        </pc:spChg>
        <pc:spChg chg="mod">
          <ac:chgData name="Robert de Groote" userId="2ce5265b-80a0-4fb8-a62a-8035e9b0c45a" providerId="ADAL" clId="{2F427DC0-94DD-4221-BDA8-C26CE314FA9F}" dt="2025-09-28T08:31:40.496" v="40419" actId="20577"/>
          <ac:spMkLst>
            <pc:docMk/>
            <pc:sldMk cId="1503212855" sldId="348"/>
            <ac:spMk id="50" creationId="{106AE23A-A399-3A46-2B3C-820649FC69F8}"/>
          </ac:spMkLst>
        </pc:spChg>
        <pc:spChg chg="mod">
          <ac:chgData name="Robert de Groote" userId="2ce5265b-80a0-4fb8-a62a-8035e9b0c45a" providerId="ADAL" clId="{2F427DC0-94DD-4221-BDA8-C26CE314FA9F}" dt="2025-09-28T08:31:38.373" v="40417" actId="20577"/>
          <ac:spMkLst>
            <pc:docMk/>
            <pc:sldMk cId="1503212855" sldId="348"/>
            <ac:spMk id="51" creationId="{3CFCC4F3-E873-69EB-3D62-8462609312E2}"/>
          </ac:spMkLst>
        </pc:spChg>
        <pc:spChg chg="mod">
          <ac:chgData name="Robert de Groote" userId="2ce5265b-80a0-4fb8-a62a-8035e9b0c45a" providerId="ADAL" clId="{2F427DC0-94DD-4221-BDA8-C26CE314FA9F}" dt="2025-09-28T08:31:31.837" v="40415" actId="20577"/>
          <ac:spMkLst>
            <pc:docMk/>
            <pc:sldMk cId="1503212855" sldId="348"/>
            <ac:spMk id="54" creationId="{AF977DA8-9CF4-08A2-37CC-72611D6F4514}"/>
          </ac:spMkLst>
        </pc:spChg>
        <pc:spChg chg="mod">
          <ac:chgData name="Robert de Groote" userId="2ce5265b-80a0-4fb8-a62a-8035e9b0c45a" providerId="ADAL" clId="{2F427DC0-94DD-4221-BDA8-C26CE314FA9F}" dt="2025-09-28T08:31:24.914" v="40409" actId="20577"/>
          <ac:spMkLst>
            <pc:docMk/>
            <pc:sldMk cId="1503212855" sldId="348"/>
            <ac:spMk id="57" creationId="{8F42836D-AB0D-2264-456B-53D46D60359D}"/>
          </ac:spMkLst>
        </pc:spChg>
        <pc:spChg chg="mod">
          <ac:chgData name="Robert de Groote" userId="2ce5265b-80a0-4fb8-a62a-8035e9b0c45a" providerId="ADAL" clId="{2F427DC0-94DD-4221-BDA8-C26CE314FA9F}" dt="2025-09-28T08:31:29.063" v="40413" actId="20577"/>
          <ac:spMkLst>
            <pc:docMk/>
            <pc:sldMk cId="1503212855" sldId="348"/>
            <ac:spMk id="60" creationId="{B70DA35E-0D35-BD9A-948B-378937FC39DA}"/>
          </ac:spMkLst>
        </pc:spChg>
        <pc:spChg chg="mod">
          <ac:chgData name="Robert de Groote" userId="2ce5265b-80a0-4fb8-a62a-8035e9b0c45a" providerId="ADAL" clId="{2F427DC0-94DD-4221-BDA8-C26CE314FA9F}" dt="2025-09-28T08:31:22.280" v="40408" actId="20577"/>
          <ac:spMkLst>
            <pc:docMk/>
            <pc:sldMk cId="1503212855" sldId="348"/>
            <ac:spMk id="61" creationId="{E6107103-D7AD-02ED-2395-557AA2D3C102}"/>
          </ac:spMkLst>
        </pc:spChg>
        <pc:spChg chg="mod">
          <ac:chgData name="Robert de Groote" userId="2ce5265b-80a0-4fb8-a62a-8035e9b0c45a" providerId="ADAL" clId="{2F427DC0-94DD-4221-BDA8-C26CE314FA9F}" dt="2025-09-28T08:31:14.955" v="40407" actId="20577"/>
          <ac:spMkLst>
            <pc:docMk/>
            <pc:sldMk cId="1503212855" sldId="348"/>
            <ac:spMk id="62" creationId="{26B88915-7F98-1B1C-B4A7-21FDA916C93D}"/>
          </ac:spMkLst>
        </pc:spChg>
        <pc:spChg chg="mod">
          <ac:chgData name="Robert de Groote" userId="2ce5265b-80a0-4fb8-a62a-8035e9b0c45a" providerId="ADAL" clId="{2F427DC0-94DD-4221-BDA8-C26CE314FA9F}" dt="2025-09-28T08:29:18.410" v="40376"/>
          <ac:spMkLst>
            <pc:docMk/>
            <pc:sldMk cId="1503212855" sldId="348"/>
            <ac:spMk id="63" creationId="{49A13329-EFBA-FF7C-4DE9-CFFC3C532D77}"/>
          </ac:spMkLst>
        </pc:spChg>
        <pc:spChg chg="mod">
          <ac:chgData name="Robert de Groote" userId="2ce5265b-80a0-4fb8-a62a-8035e9b0c45a" providerId="ADAL" clId="{2F427DC0-94DD-4221-BDA8-C26CE314FA9F}" dt="2025-09-28T08:29:35.495" v="40381"/>
          <ac:spMkLst>
            <pc:docMk/>
            <pc:sldMk cId="1503212855" sldId="348"/>
            <ac:spMk id="81" creationId="{336CB52F-3C19-DD55-B73E-0A0ADF9DA08B}"/>
          </ac:spMkLst>
        </pc:spChg>
        <pc:spChg chg="mod">
          <ac:chgData name="Robert de Groote" userId="2ce5265b-80a0-4fb8-a62a-8035e9b0c45a" providerId="ADAL" clId="{2F427DC0-94DD-4221-BDA8-C26CE314FA9F}" dt="2025-09-28T08:29:35.495" v="40381"/>
          <ac:spMkLst>
            <pc:docMk/>
            <pc:sldMk cId="1503212855" sldId="348"/>
            <ac:spMk id="94" creationId="{7DD847B9-A04B-487C-06D3-75CA70E604AB}"/>
          </ac:spMkLst>
        </pc:spChg>
        <pc:spChg chg="mod">
          <ac:chgData name="Robert de Groote" userId="2ce5265b-80a0-4fb8-a62a-8035e9b0c45a" providerId="ADAL" clId="{2F427DC0-94DD-4221-BDA8-C26CE314FA9F}" dt="2025-09-28T08:29:35.495" v="40381"/>
          <ac:spMkLst>
            <pc:docMk/>
            <pc:sldMk cId="1503212855" sldId="348"/>
            <ac:spMk id="96" creationId="{9BC463EC-E467-25BB-EA60-9C840FF64E3E}"/>
          </ac:spMkLst>
        </pc:spChg>
        <pc:spChg chg="mod">
          <ac:chgData name="Robert de Groote" userId="2ce5265b-80a0-4fb8-a62a-8035e9b0c45a" providerId="ADAL" clId="{2F427DC0-94DD-4221-BDA8-C26CE314FA9F}" dt="2025-09-28T08:29:35.495" v="40381"/>
          <ac:spMkLst>
            <pc:docMk/>
            <pc:sldMk cId="1503212855" sldId="348"/>
            <ac:spMk id="97" creationId="{DC6BEA1B-8ADC-7244-4760-7B14DA5711F2}"/>
          </ac:spMkLst>
        </pc:spChg>
        <pc:spChg chg="mod">
          <ac:chgData name="Robert de Groote" userId="2ce5265b-80a0-4fb8-a62a-8035e9b0c45a" providerId="ADAL" clId="{2F427DC0-94DD-4221-BDA8-C26CE314FA9F}" dt="2025-09-28T08:29:18.410" v="40376"/>
          <ac:spMkLst>
            <pc:docMk/>
            <pc:sldMk cId="1503212855" sldId="348"/>
            <ac:spMk id="451" creationId="{45D0E128-4E62-8A14-9A7D-43C1CEE95A60}"/>
          </ac:spMkLst>
        </pc:spChg>
        <pc:spChg chg="mod">
          <ac:chgData name="Robert de Groote" userId="2ce5265b-80a0-4fb8-a62a-8035e9b0c45a" providerId="ADAL" clId="{2F427DC0-94DD-4221-BDA8-C26CE314FA9F}" dt="2025-09-28T08:29:18.410" v="40376"/>
          <ac:spMkLst>
            <pc:docMk/>
            <pc:sldMk cId="1503212855" sldId="348"/>
            <ac:spMk id="459" creationId="{4C1E3847-8742-4448-A835-745A02D2B056}"/>
          </ac:spMkLst>
        </pc:spChg>
        <pc:spChg chg="mod">
          <ac:chgData name="Robert de Groote" userId="2ce5265b-80a0-4fb8-a62a-8035e9b0c45a" providerId="ADAL" clId="{2F427DC0-94DD-4221-BDA8-C26CE314FA9F}" dt="2025-09-28T08:30:25.871" v="40400" actId="20577"/>
          <ac:spMkLst>
            <pc:docMk/>
            <pc:sldMk cId="1503212855" sldId="348"/>
            <ac:spMk id="478" creationId="{D807FBB6-78EC-7A44-F8CF-4642C0F0862A}"/>
          </ac:spMkLst>
        </pc:spChg>
        <pc:spChg chg="mod">
          <ac:chgData name="Robert de Groote" userId="2ce5265b-80a0-4fb8-a62a-8035e9b0c45a" providerId="ADAL" clId="{2F427DC0-94DD-4221-BDA8-C26CE314FA9F}" dt="2025-09-28T08:30:21.381" v="40398" actId="20577"/>
          <ac:spMkLst>
            <pc:docMk/>
            <pc:sldMk cId="1503212855" sldId="348"/>
            <ac:spMk id="479" creationId="{85D49E69-B903-E687-ED35-F90978B82D8D}"/>
          </ac:spMkLst>
        </pc:spChg>
        <pc:spChg chg="mod">
          <ac:chgData name="Robert de Groote" userId="2ce5265b-80a0-4fb8-a62a-8035e9b0c45a" providerId="ADAL" clId="{2F427DC0-94DD-4221-BDA8-C26CE314FA9F}" dt="2025-09-28T08:30:18.108" v="40396" actId="20577"/>
          <ac:spMkLst>
            <pc:docMk/>
            <pc:sldMk cId="1503212855" sldId="348"/>
            <ac:spMk id="480" creationId="{23892505-2542-E463-3C1F-204B81261E0E}"/>
          </ac:spMkLst>
        </pc:spChg>
        <pc:spChg chg="mod">
          <ac:chgData name="Robert de Groote" userId="2ce5265b-80a0-4fb8-a62a-8035e9b0c45a" providerId="ADAL" clId="{2F427DC0-94DD-4221-BDA8-C26CE314FA9F}" dt="2025-09-28T08:30:19.798" v="40397" actId="20577"/>
          <ac:spMkLst>
            <pc:docMk/>
            <pc:sldMk cId="1503212855" sldId="348"/>
            <ac:spMk id="481" creationId="{E86786C6-8484-E7B7-1023-39E2A0229509}"/>
          </ac:spMkLst>
        </pc:spChg>
        <pc:spChg chg="mod">
          <ac:chgData name="Robert de Groote" userId="2ce5265b-80a0-4fb8-a62a-8035e9b0c45a" providerId="ADAL" clId="{2F427DC0-94DD-4221-BDA8-C26CE314FA9F}" dt="2025-09-28T08:30:41.607" v="40403" actId="20577"/>
          <ac:spMkLst>
            <pc:docMk/>
            <pc:sldMk cId="1503212855" sldId="348"/>
            <ac:spMk id="482" creationId="{6EEBD14B-6D5A-C987-6EEC-9ACAB84F1EBF}"/>
          </ac:spMkLst>
        </pc:spChg>
        <pc:spChg chg="mod">
          <ac:chgData name="Robert de Groote" userId="2ce5265b-80a0-4fb8-a62a-8035e9b0c45a" providerId="ADAL" clId="{2F427DC0-94DD-4221-BDA8-C26CE314FA9F}" dt="2025-09-28T08:30:40.348" v="40402" actId="20577"/>
          <ac:spMkLst>
            <pc:docMk/>
            <pc:sldMk cId="1503212855" sldId="348"/>
            <ac:spMk id="483" creationId="{7F13AB29-CCCB-C1DF-9F64-D26C3BF49106}"/>
          </ac:spMkLst>
        </pc:spChg>
        <pc:spChg chg="mod">
          <ac:chgData name="Robert de Groote" userId="2ce5265b-80a0-4fb8-a62a-8035e9b0c45a" providerId="ADAL" clId="{2F427DC0-94DD-4221-BDA8-C26CE314FA9F}" dt="2025-09-28T08:29:16.370" v="40375" actId="164"/>
          <ac:spMkLst>
            <pc:docMk/>
            <pc:sldMk cId="1503212855" sldId="348"/>
            <ac:spMk id="488" creationId="{03986A66-CD33-024F-C0D4-25B98DB697A2}"/>
          </ac:spMkLst>
        </pc:spChg>
        <pc:spChg chg="mod">
          <ac:chgData name="Robert de Groote" userId="2ce5265b-80a0-4fb8-a62a-8035e9b0c45a" providerId="ADAL" clId="{2F427DC0-94DD-4221-BDA8-C26CE314FA9F}" dt="2025-09-28T08:29:16.370" v="40375" actId="164"/>
          <ac:spMkLst>
            <pc:docMk/>
            <pc:sldMk cId="1503212855" sldId="348"/>
            <ac:spMk id="490" creationId="{4C6606A7-F1BB-7AB3-7B92-DC8D286C07AF}"/>
          </ac:spMkLst>
        </pc:spChg>
        <pc:spChg chg="mod">
          <ac:chgData name="Robert de Groote" userId="2ce5265b-80a0-4fb8-a62a-8035e9b0c45a" providerId="ADAL" clId="{2F427DC0-94DD-4221-BDA8-C26CE314FA9F}" dt="2025-09-28T08:29:16.370" v="40375" actId="164"/>
          <ac:spMkLst>
            <pc:docMk/>
            <pc:sldMk cId="1503212855" sldId="348"/>
            <ac:spMk id="491" creationId="{D0D7D1B2-E87C-26FD-47A8-FF06F41E5351}"/>
          </ac:spMkLst>
        </pc:spChg>
        <pc:spChg chg="mod">
          <ac:chgData name="Robert de Groote" userId="2ce5265b-80a0-4fb8-a62a-8035e9b0c45a" providerId="ADAL" clId="{2F427DC0-94DD-4221-BDA8-C26CE314FA9F}" dt="2025-09-28T08:29:16.370" v="40375" actId="164"/>
          <ac:spMkLst>
            <pc:docMk/>
            <pc:sldMk cId="1503212855" sldId="348"/>
            <ac:spMk id="493" creationId="{60FED983-3A55-7C78-9865-5E93D08CE4FA}"/>
          </ac:spMkLst>
        </pc:spChg>
        <pc:spChg chg="mod">
          <ac:chgData name="Robert de Groote" userId="2ce5265b-80a0-4fb8-a62a-8035e9b0c45a" providerId="ADAL" clId="{2F427DC0-94DD-4221-BDA8-C26CE314FA9F}" dt="2025-09-28T08:30:57.500" v="40406" actId="20577"/>
          <ac:spMkLst>
            <pc:docMk/>
            <pc:sldMk cId="1503212855" sldId="348"/>
            <ac:spMk id="499" creationId="{1DBD414A-416B-826F-DD9C-9A7E8914F1B3}"/>
          </ac:spMkLst>
        </pc:spChg>
        <pc:spChg chg="mod">
          <ac:chgData name="Robert de Groote" userId="2ce5265b-80a0-4fb8-a62a-8035e9b0c45a" providerId="ADAL" clId="{2F427DC0-94DD-4221-BDA8-C26CE314FA9F}" dt="2025-09-28T08:30:53.487" v="40405" actId="20577"/>
          <ac:spMkLst>
            <pc:docMk/>
            <pc:sldMk cId="1503212855" sldId="348"/>
            <ac:spMk id="500" creationId="{2E32E912-4D29-B754-D53D-34B7B9E36ABC}"/>
          </ac:spMkLst>
        </pc:spChg>
        <pc:spChg chg="mod">
          <ac:chgData name="Robert de Groote" userId="2ce5265b-80a0-4fb8-a62a-8035e9b0c45a" providerId="ADAL" clId="{2F427DC0-94DD-4221-BDA8-C26CE314FA9F}" dt="2025-09-28T08:30:14.323" v="40395" actId="20577"/>
          <ac:spMkLst>
            <pc:docMk/>
            <pc:sldMk cId="1503212855" sldId="348"/>
            <ac:spMk id="501" creationId="{839C254C-1DDD-6746-BEBD-6885800898FE}"/>
          </ac:spMkLst>
        </pc:spChg>
        <pc:spChg chg="mod">
          <ac:chgData name="Robert de Groote" userId="2ce5265b-80a0-4fb8-a62a-8035e9b0c45a" providerId="ADAL" clId="{2F427DC0-94DD-4221-BDA8-C26CE314FA9F}" dt="2025-09-28T08:30:11.961" v="40393" actId="20577"/>
          <ac:spMkLst>
            <pc:docMk/>
            <pc:sldMk cId="1503212855" sldId="348"/>
            <ac:spMk id="502" creationId="{DB129BD1-7431-4931-8FEF-EAE393F23BB5}"/>
          </ac:spMkLst>
        </pc:spChg>
        <pc:spChg chg="mod">
          <ac:chgData name="Robert de Groote" userId="2ce5265b-80a0-4fb8-a62a-8035e9b0c45a" providerId="ADAL" clId="{2F427DC0-94DD-4221-BDA8-C26CE314FA9F}" dt="2025-09-28T08:30:38.653" v="40401" actId="20577"/>
          <ac:spMkLst>
            <pc:docMk/>
            <pc:sldMk cId="1503212855" sldId="348"/>
            <ac:spMk id="503" creationId="{5D446E6E-BC58-A403-8A32-D83B131A61AD}"/>
          </ac:spMkLst>
        </pc:spChg>
        <pc:spChg chg="mod">
          <ac:chgData name="Robert de Groote" userId="2ce5265b-80a0-4fb8-a62a-8035e9b0c45a" providerId="ADAL" clId="{2F427DC0-94DD-4221-BDA8-C26CE314FA9F}" dt="2025-09-28T08:30:51.146" v="40404" actId="20577"/>
          <ac:spMkLst>
            <pc:docMk/>
            <pc:sldMk cId="1503212855" sldId="348"/>
            <ac:spMk id="504" creationId="{D3C4DF7A-2D5B-86AE-6F76-5C2789E6EFD6}"/>
          </ac:spMkLst>
        </pc:spChg>
        <pc:spChg chg="mod">
          <ac:chgData name="Robert de Groote" userId="2ce5265b-80a0-4fb8-a62a-8035e9b0c45a" providerId="ADAL" clId="{2F427DC0-94DD-4221-BDA8-C26CE314FA9F}" dt="2025-09-28T08:30:08.149" v="40391" actId="20577"/>
          <ac:spMkLst>
            <pc:docMk/>
            <pc:sldMk cId="1503212855" sldId="348"/>
            <ac:spMk id="505" creationId="{74CD0ECD-AB3C-8D6F-7605-396B3E31B332}"/>
          </ac:spMkLst>
        </pc:spChg>
        <pc:spChg chg="mod">
          <ac:chgData name="Robert de Groote" userId="2ce5265b-80a0-4fb8-a62a-8035e9b0c45a" providerId="ADAL" clId="{2F427DC0-94DD-4221-BDA8-C26CE314FA9F}" dt="2025-09-28T08:30:04.588" v="40388" actId="20577"/>
          <ac:spMkLst>
            <pc:docMk/>
            <pc:sldMk cId="1503212855" sldId="348"/>
            <ac:spMk id="506" creationId="{48D6DA77-38E5-B7DA-0A9E-BD0C4D4ECF3E}"/>
          </ac:spMkLst>
        </pc:spChg>
        <pc:spChg chg="mod">
          <ac:chgData name="Robert de Groote" userId="2ce5265b-80a0-4fb8-a62a-8035e9b0c45a" providerId="ADAL" clId="{2F427DC0-94DD-4221-BDA8-C26CE314FA9F}" dt="2025-09-28T08:30:01.332" v="40387" actId="20577"/>
          <ac:spMkLst>
            <pc:docMk/>
            <pc:sldMk cId="1503212855" sldId="348"/>
            <ac:spMk id="508" creationId="{F0A012E6-86D0-3773-D4C7-EF55E6A04CA7}"/>
          </ac:spMkLst>
        </pc:spChg>
        <pc:grpChg chg="mod">
          <ac:chgData name="Robert de Groote" userId="2ce5265b-80a0-4fb8-a62a-8035e9b0c45a" providerId="ADAL" clId="{2F427DC0-94DD-4221-BDA8-C26CE314FA9F}" dt="2025-09-28T08:29:51.524" v="40384" actId="408"/>
          <ac:grpSpMkLst>
            <pc:docMk/>
            <pc:sldMk cId="1503212855" sldId="348"/>
            <ac:grpSpMk id="9" creationId="{3F57D8CC-16A3-C451-91CF-13797744CDD8}"/>
          </ac:grpSpMkLst>
        </pc:grpChg>
        <pc:grpChg chg="mod">
          <ac:chgData name="Robert de Groote" userId="2ce5265b-80a0-4fb8-a62a-8035e9b0c45a" providerId="ADAL" clId="{2F427DC0-94DD-4221-BDA8-C26CE314FA9F}" dt="2025-09-28T08:29:43.615" v="40383" actId="1076"/>
          <ac:grpSpMkLst>
            <pc:docMk/>
            <pc:sldMk cId="1503212855" sldId="348"/>
            <ac:grpSpMk id="14" creationId="{EBE0D824-ECE0-F110-4AC8-3B3660A66278}"/>
          </ac:grpSpMkLst>
        </pc:grpChg>
        <pc:grpChg chg="mod">
          <ac:chgData name="Robert de Groote" userId="2ce5265b-80a0-4fb8-a62a-8035e9b0c45a" providerId="ADAL" clId="{2F427DC0-94DD-4221-BDA8-C26CE314FA9F}" dt="2025-09-28T08:29:38.750" v="40382" actId="1076"/>
          <ac:grpSpMkLst>
            <pc:docMk/>
            <pc:sldMk cId="1503212855" sldId="348"/>
            <ac:grpSpMk id="463" creationId="{8BDCB93B-922D-1828-97FE-833C33980A95}"/>
          </ac:grpSpMkLst>
        </pc:grpChg>
      </pc:sldChg>
      <pc:sldChg chg="modSp add del mod">
        <pc:chgData name="Robert de Groote" userId="2ce5265b-80a0-4fb8-a62a-8035e9b0c45a" providerId="ADAL" clId="{2F427DC0-94DD-4221-BDA8-C26CE314FA9F}" dt="2025-09-28T08:36:44.543" v="40528" actId="47"/>
        <pc:sldMkLst>
          <pc:docMk/>
          <pc:sldMk cId="1855298368" sldId="349"/>
        </pc:sldMkLst>
      </pc:sldChg>
      <pc:sldChg chg="addSp delSp modSp add mod modAnim">
        <pc:chgData name="Robert de Groote" userId="2ce5265b-80a0-4fb8-a62a-8035e9b0c45a" providerId="ADAL" clId="{2F427DC0-94DD-4221-BDA8-C26CE314FA9F}" dt="2025-09-29T17:25:00.323" v="57102"/>
        <pc:sldMkLst>
          <pc:docMk/>
          <pc:sldMk cId="2298626481" sldId="349"/>
        </pc:sldMkLst>
        <pc:spChg chg="mod">
          <ac:chgData name="Robert de Groote" userId="2ce5265b-80a0-4fb8-a62a-8035e9b0c45a" providerId="ADAL" clId="{2F427DC0-94DD-4221-BDA8-C26CE314FA9F}" dt="2025-09-29T08:39:52.486" v="40922" actId="20577"/>
          <ac:spMkLst>
            <pc:docMk/>
            <pc:sldMk cId="2298626481" sldId="349"/>
            <ac:spMk id="2" creationId="{33EE2073-40F6-D83A-4DD1-45E6ADBF228F}"/>
          </ac:spMkLst>
        </pc:spChg>
        <pc:spChg chg="mod">
          <ac:chgData name="Robert de Groote" userId="2ce5265b-80a0-4fb8-a62a-8035e9b0c45a" providerId="ADAL" clId="{2F427DC0-94DD-4221-BDA8-C26CE314FA9F}" dt="2025-09-29T17:18:55.902" v="56699" actId="20577"/>
          <ac:spMkLst>
            <pc:docMk/>
            <pc:sldMk cId="2298626481" sldId="349"/>
            <ac:spMk id="3" creationId="{12F08F7C-9CC4-4929-D7BB-66267BB4B8D8}"/>
          </ac:spMkLst>
        </pc:spChg>
        <pc:spChg chg="add mod">
          <ac:chgData name="Robert de Groote" userId="2ce5265b-80a0-4fb8-a62a-8035e9b0c45a" providerId="ADAL" clId="{2F427DC0-94DD-4221-BDA8-C26CE314FA9F}" dt="2025-09-29T13:26:03.603" v="55016" actId="1076"/>
          <ac:spMkLst>
            <pc:docMk/>
            <pc:sldMk cId="2298626481" sldId="349"/>
            <ac:spMk id="4" creationId="{355BB1E2-1CDF-1846-2554-089DDA3C70E2}"/>
          </ac:spMkLst>
        </pc:spChg>
        <pc:spChg chg="mod">
          <ac:chgData name="Robert de Groote" userId="2ce5265b-80a0-4fb8-a62a-8035e9b0c45a" providerId="ADAL" clId="{2F427DC0-94DD-4221-BDA8-C26CE314FA9F}" dt="2025-09-29T17:19:09.013" v="56719"/>
          <ac:spMkLst>
            <pc:docMk/>
            <pc:sldMk cId="2298626481" sldId="349"/>
            <ac:spMk id="5" creationId="{4492308B-FA96-2439-0A4D-6F29910841C9}"/>
          </ac:spMkLst>
        </pc:spChg>
        <pc:spChg chg="add mod">
          <ac:chgData name="Robert de Groote" userId="2ce5265b-80a0-4fb8-a62a-8035e9b0c45a" providerId="ADAL" clId="{2F427DC0-94DD-4221-BDA8-C26CE314FA9F}" dt="2025-09-29T13:24:39.299" v="54979" actId="164"/>
          <ac:spMkLst>
            <pc:docMk/>
            <pc:sldMk cId="2298626481" sldId="349"/>
            <ac:spMk id="6" creationId="{1E5A8759-307A-F95B-05EC-ABB0C6C0A84B}"/>
          </ac:spMkLst>
        </pc:spChg>
        <pc:spChg chg="add mod">
          <ac:chgData name="Robert de Groote" userId="2ce5265b-80a0-4fb8-a62a-8035e9b0c45a" providerId="ADAL" clId="{2F427DC0-94DD-4221-BDA8-C26CE314FA9F}" dt="2025-09-29T13:24:44.629" v="54980" actId="164"/>
          <ac:spMkLst>
            <pc:docMk/>
            <pc:sldMk cId="2298626481" sldId="349"/>
            <ac:spMk id="7" creationId="{A87BFC0B-7CAA-28D1-3D97-F7597C541070}"/>
          </ac:spMkLst>
        </pc:spChg>
        <pc:spChg chg="mod">
          <ac:chgData name="Robert de Groote" userId="2ce5265b-80a0-4fb8-a62a-8035e9b0c45a" providerId="ADAL" clId="{2F427DC0-94DD-4221-BDA8-C26CE314FA9F}" dt="2025-09-29T13:24:48.060" v="54981" actId="164"/>
          <ac:spMkLst>
            <pc:docMk/>
            <pc:sldMk cId="2298626481" sldId="349"/>
            <ac:spMk id="8" creationId="{4A7C1971-698B-A60A-B469-C3D63D32658D}"/>
          </ac:spMkLst>
        </pc:spChg>
        <pc:spChg chg="add mod">
          <ac:chgData name="Robert de Groote" userId="2ce5265b-80a0-4fb8-a62a-8035e9b0c45a" providerId="ADAL" clId="{2F427DC0-94DD-4221-BDA8-C26CE314FA9F}" dt="2025-09-29T13:24:50.731" v="54982" actId="164"/>
          <ac:spMkLst>
            <pc:docMk/>
            <pc:sldMk cId="2298626481" sldId="349"/>
            <ac:spMk id="9" creationId="{6A47D7BE-A2CC-12AC-A54E-ECD03B4C80FB}"/>
          </ac:spMkLst>
        </pc:spChg>
        <pc:spChg chg="add mod">
          <ac:chgData name="Robert de Groote" userId="2ce5265b-80a0-4fb8-a62a-8035e9b0c45a" providerId="ADAL" clId="{2F427DC0-94DD-4221-BDA8-C26CE314FA9F}" dt="2025-09-29T13:24:53.345" v="54983" actId="164"/>
          <ac:spMkLst>
            <pc:docMk/>
            <pc:sldMk cId="2298626481" sldId="349"/>
            <ac:spMk id="10" creationId="{EC5F41DC-917F-69DC-5F70-B0FBCD9D2C7F}"/>
          </ac:spMkLst>
        </pc:spChg>
        <pc:spChg chg="mod">
          <ac:chgData name="Robert de Groote" userId="2ce5265b-80a0-4fb8-a62a-8035e9b0c45a" providerId="ADAL" clId="{2F427DC0-94DD-4221-BDA8-C26CE314FA9F}" dt="2025-09-29T13:24:55.653" v="54984" actId="164"/>
          <ac:spMkLst>
            <pc:docMk/>
            <pc:sldMk cId="2298626481" sldId="349"/>
            <ac:spMk id="11" creationId="{E5FD0DB1-7F3B-4F25-F8AF-B5EB8A00D108}"/>
          </ac:spMkLst>
        </pc:spChg>
        <pc:spChg chg="add mod">
          <ac:chgData name="Robert de Groote" userId="2ce5265b-80a0-4fb8-a62a-8035e9b0c45a" providerId="ADAL" clId="{2F427DC0-94DD-4221-BDA8-C26CE314FA9F}" dt="2025-09-29T13:24:58.982" v="54985" actId="164"/>
          <ac:spMkLst>
            <pc:docMk/>
            <pc:sldMk cId="2298626481" sldId="349"/>
            <ac:spMk id="12" creationId="{07C15787-5684-97F3-8575-BFC8F3903315}"/>
          </ac:spMkLst>
        </pc:spChg>
        <pc:spChg chg="add mod">
          <ac:chgData name="Robert de Groote" userId="2ce5265b-80a0-4fb8-a62a-8035e9b0c45a" providerId="ADAL" clId="{2F427DC0-94DD-4221-BDA8-C26CE314FA9F}" dt="2025-09-29T13:25:01.385" v="54986" actId="164"/>
          <ac:spMkLst>
            <pc:docMk/>
            <pc:sldMk cId="2298626481" sldId="349"/>
            <ac:spMk id="13" creationId="{C0A182C0-11E1-3F0D-A415-6110BD17DA7E}"/>
          </ac:spMkLst>
        </pc:spChg>
        <pc:spChg chg="add mod">
          <ac:chgData name="Robert de Groote" userId="2ce5265b-80a0-4fb8-a62a-8035e9b0c45a" providerId="ADAL" clId="{2F427DC0-94DD-4221-BDA8-C26CE314FA9F}" dt="2025-09-29T13:25:06.396" v="54987" actId="164"/>
          <ac:spMkLst>
            <pc:docMk/>
            <pc:sldMk cId="2298626481" sldId="349"/>
            <ac:spMk id="14" creationId="{3BCC9BDB-CD50-0E42-32A0-7C6D3BF3A6EE}"/>
          </ac:spMkLst>
        </pc:spChg>
        <pc:spChg chg="mod">
          <ac:chgData name="Robert de Groote" userId="2ce5265b-80a0-4fb8-a62a-8035e9b0c45a" providerId="ADAL" clId="{2F427DC0-94DD-4221-BDA8-C26CE314FA9F}" dt="2025-09-29T13:25:08.940" v="54988" actId="164"/>
          <ac:spMkLst>
            <pc:docMk/>
            <pc:sldMk cId="2298626481" sldId="349"/>
            <ac:spMk id="15" creationId="{E64A7063-13ED-A0E3-2445-2D809B60169C}"/>
          </ac:spMkLst>
        </pc:spChg>
        <pc:spChg chg="mod">
          <ac:chgData name="Robert de Groote" userId="2ce5265b-80a0-4fb8-a62a-8035e9b0c45a" providerId="ADAL" clId="{2F427DC0-94DD-4221-BDA8-C26CE314FA9F}" dt="2025-09-29T09:48:37.009" v="43037"/>
          <ac:spMkLst>
            <pc:docMk/>
            <pc:sldMk cId="2298626481" sldId="349"/>
            <ac:spMk id="18" creationId="{9BC8E531-9222-4389-A984-B2AE56949D25}"/>
          </ac:spMkLst>
        </pc:spChg>
        <pc:spChg chg="mod">
          <ac:chgData name="Robert de Groote" userId="2ce5265b-80a0-4fb8-a62a-8035e9b0c45a" providerId="ADAL" clId="{2F427DC0-94DD-4221-BDA8-C26CE314FA9F}" dt="2025-09-29T09:48:37.009" v="43037"/>
          <ac:spMkLst>
            <pc:docMk/>
            <pc:sldMk cId="2298626481" sldId="349"/>
            <ac:spMk id="21" creationId="{562A6180-C465-6576-B2CD-883984274484}"/>
          </ac:spMkLst>
        </pc:spChg>
        <pc:spChg chg="mod">
          <ac:chgData name="Robert de Groote" userId="2ce5265b-80a0-4fb8-a62a-8035e9b0c45a" providerId="ADAL" clId="{2F427DC0-94DD-4221-BDA8-C26CE314FA9F}" dt="2025-09-29T09:48:37.009" v="43037"/>
          <ac:spMkLst>
            <pc:docMk/>
            <pc:sldMk cId="2298626481" sldId="349"/>
            <ac:spMk id="25" creationId="{53751D20-45EF-606C-73A8-43300DD6A231}"/>
          </ac:spMkLst>
        </pc:spChg>
        <pc:spChg chg="add mod">
          <ac:chgData name="Robert de Groote" userId="2ce5265b-80a0-4fb8-a62a-8035e9b0c45a" providerId="ADAL" clId="{2F427DC0-94DD-4221-BDA8-C26CE314FA9F}" dt="2025-09-29T17:19:09.013" v="56719"/>
          <ac:spMkLst>
            <pc:docMk/>
            <pc:sldMk cId="2298626481" sldId="349"/>
            <ac:spMk id="28" creationId="{C0351F6D-11B5-A805-D832-64195F6F4DBF}"/>
          </ac:spMkLst>
        </pc:spChg>
        <pc:spChg chg="add mod">
          <ac:chgData name="Robert de Groote" userId="2ce5265b-80a0-4fb8-a62a-8035e9b0c45a" providerId="ADAL" clId="{2F427DC0-94DD-4221-BDA8-C26CE314FA9F}" dt="2025-09-29T13:24:39.299" v="54979" actId="164"/>
          <ac:spMkLst>
            <pc:docMk/>
            <pc:sldMk cId="2298626481" sldId="349"/>
            <ac:spMk id="29" creationId="{B6AD8AA6-D9FD-9B5D-7E55-101F95AD2102}"/>
          </ac:spMkLst>
        </pc:spChg>
        <pc:spChg chg="add mod">
          <ac:chgData name="Robert de Groote" userId="2ce5265b-80a0-4fb8-a62a-8035e9b0c45a" providerId="ADAL" clId="{2F427DC0-94DD-4221-BDA8-C26CE314FA9F}" dt="2025-09-29T13:24:44.629" v="54980" actId="164"/>
          <ac:spMkLst>
            <pc:docMk/>
            <pc:sldMk cId="2298626481" sldId="349"/>
            <ac:spMk id="30" creationId="{F799397A-4963-F393-4D73-D359AA800BB3}"/>
          </ac:spMkLst>
        </pc:spChg>
        <pc:spChg chg="add mod">
          <ac:chgData name="Robert de Groote" userId="2ce5265b-80a0-4fb8-a62a-8035e9b0c45a" providerId="ADAL" clId="{2F427DC0-94DD-4221-BDA8-C26CE314FA9F}" dt="2025-09-29T13:24:48.060" v="54981" actId="164"/>
          <ac:spMkLst>
            <pc:docMk/>
            <pc:sldMk cId="2298626481" sldId="349"/>
            <ac:spMk id="31" creationId="{A814900A-9E1C-8973-76EC-9AB3EC5DAD76}"/>
          </ac:spMkLst>
        </pc:spChg>
        <pc:spChg chg="add mod">
          <ac:chgData name="Robert de Groote" userId="2ce5265b-80a0-4fb8-a62a-8035e9b0c45a" providerId="ADAL" clId="{2F427DC0-94DD-4221-BDA8-C26CE314FA9F}" dt="2025-09-29T13:24:50.731" v="54982" actId="164"/>
          <ac:spMkLst>
            <pc:docMk/>
            <pc:sldMk cId="2298626481" sldId="349"/>
            <ac:spMk id="32" creationId="{97C8C0D7-86BA-AEBA-43CB-68D1F844726D}"/>
          </ac:spMkLst>
        </pc:spChg>
        <pc:spChg chg="add mod">
          <ac:chgData name="Robert de Groote" userId="2ce5265b-80a0-4fb8-a62a-8035e9b0c45a" providerId="ADAL" clId="{2F427DC0-94DD-4221-BDA8-C26CE314FA9F}" dt="2025-09-29T13:24:53.345" v="54983" actId="164"/>
          <ac:spMkLst>
            <pc:docMk/>
            <pc:sldMk cId="2298626481" sldId="349"/>
            <ac:spMk id="33" creationId="{21B82257-3CC2-7C1B-ADCF-CB4A8DD57B69}"/>
          </ac:spMkLst>
        </pc:spChg>
        <pc:spChg chg="add mod">
          <ac:chgData name="Robert de Groote" userId="2ce5265b-80a0-4fb8-a62a-8035e9b0c45a" providerId="ADAL" clId="{2F427DC0-94DD-4221-BDA8-C26CE314FA9F}" dt="2025-09-29T13:24:55.653" v="54984" actId="164"/>
          <ac:spMkLst>
            <pc:docMk/>
            <pc:sldMk cId="2298626481" sldId="349"/>
            <ac:spMk id="34" creationId="{5054AAD1-B7E9-379D-BA76-1633C76C01B9}"/>
          </ac:spMkLst>
        </pc:spChg>
        <pc:spChg chg="add mod">
          <ac:chgData name="Robert de Groote" userId="2ce5265b-80a0-4fb8-a62a-8035e9b0c45a" providerId="ADAL" clId="{2F427DC0-94DD-4221-BDA8-C26CE314FA9F}" dt="2025-09-29T13:24:58.982" v="54985" actId="164"/>
          <ac:spMkLst>
            <pc:docMk/>
            <pc:sldMk cId="2298626481" sldId="349"/>
            <ac:spMk id="35" creationId="{9DBFA8AE-F531-80FC-D8AB-67E97641A4C2}"/>
          </ac:spMkLst>
        </pc:spChg>
        <pc:spChg chg="add mod">
          <ac:chgData name="Robert de Groote" userId="2ce5265b-80a0-4fb8-a62a-8035e9b0c45a" providerId="ADAL" clId="{2F427DC0-94DD-4221-BDA8-C26CE314FA9F}" dt="2025-09-29T13:25:01.385" v="54986" actId="164"/>
          <ac:spMkLst>
            <pc:docMk/>
            <pc:sldMk cId="2298626481" sldId="349"/>
            <ac:spMk id="36" creationId="{1A67C2CB-DC9D-A046-1DAD-DA56B36B8DE4}"/>
          </ac:spMkLst>
        </pc:spChg>
        <pc:spChg chg="add mod">
          <ac:chgData name="Robert de Groote" userId="2ce5265b-80a0-4fb8-a62a-8035e9b0c45a" providerId="ADAL" clId="{2F427DC0-94DD-4221-BDA8-C26CE314FA9F}" dt="2025-09-29T13:25:06.396" v="54987" actId="164"/>
          <ac:spMkLst>
            <pc:docMk/>
            <pc:sldMk cId="2298626481" sldId="349"/>
            <ac:spMk id="37" creationId="{42287D0A-F6F8-DA91-AF1C-AFF219E75B66}"/>
          </ac:spMkLst>
        </pc:spChg>
        <pc:spChg chg="add mod">
          <ac:chgData name="Robert de Groote" userId="2ce5265b-80a0-4fb8-a62a-8035e9b0c45a" providerId="ADAL" clId="{2F427DC0-94DD-4221-BDA8-C26CE314FA9F}" dt="2025-09-29T13:25:08.940" v="54988" actId="164"/>
          <ac:spMkLst>
            <pc:docMk/>
            <pc:sldMk cId="2298626481" sldId="349"/>
            <ac:spMk id="38" creationId="{B39EDB3B-BE2B-5A94-0019-45A51D31A567}"/>
          </ac:spMkLst>
        </pc:spChg>
        <pc:spChg chg="add mod">
          <ac:chgData name="Robert de Groote" userId="2ce5265b-80a0-4fb8-a62a-8035e9b0c45a" providerId="ADAL" clId="{2F427DC0-94DD-4221-BDA8-C26CE314FA9F}" dt="2025-09-29T17:21:26.825" v="57037" actId="1076"/>
          <ac:spMkLst>
            <pc:docMk/>
            <pc:sldMk cId="2298626481" sldId="349"/>
            <ac:spMk id="39" creationId="{A4BE329A-FC38-9017-983D-0ED6370D9E2C}"/>
          </ac:spMkLst>
        </pc:spChg>
        <pc:spChg chg="add mod">
          <ac:chgData name="Robert de Groote" userId="2ce5265b-80a0-4fb8-a62a-8035e9b0c45a" providerId="ADAL" clId="{2F427DC0-94DD-4221-BDA8-C26CE314FA9F}" dt="2025-09-29T17:21:21.188" v="57036" actId="1076"/>
          <ac:spMkLst>
            <pc:docMk/>
            <pc:sldMk cId="2298626481" sldId="349"/>
            <ac:spMk id="40" creationId="{A6A095D6-A97F-6401-4F8A-60BAEB3C84F0}"/>
          </ac:spMkLst>
        </pc:spChg>
        <pc:spChg chg="add mod">
          <ac:chgData name="Robert de Groote" userId="2ce5265b-80a0-4fb8-a62a-8035e9b0c45a" providerId="ADAL" clId="{2F427DC0-94DD-4221-BDA8-C26CE314FA9F}" dt="2025-09-29T17:21:26.825" v="57037" actId="1076"/>
          <ac:spMkLst>
            <pc:docMk/>
            <pc:sldMk cId="2298626481" sldId="349"/>
            <ac:spMk id="41" creationId="{71302000-85EC-B0A8-F0EA-1F85022662BA}"/>
          </ac:spMkLst>
        </pc:spChg>
        <pc:spChg chg="add mod">
          <ac:chgData name="Robert de Groote" userId="2ce5265b-80a0-4fb8-a62a-8035e9b0c45a" providerId="ADAL" clId="{2F427DC0-94DD-4221-BDA8-C26CE314FA9F}" dt="2025-09-29T17:21:21.188" v="57036" actId="1076"/>
          <ac:spMkLst>
            <pc:docMk/>
            <pc:sldMk cId="2298626481" sldId="349"/>
            <ac:spMk id="42" creationId="{BA47DCBE-B84C-CFF0-C9EC-DF8F25DA8F4B}"/>
          </ac:spMkLst>
        </pc:spChg>
        <pc:spChg chg="add mod">
          <ac:chgData name="Robert de Groote" userId="2ce5265b-80a0-4fb8-a62a-8035e9b0c45a" providerId="ADAL" clId="{2F427DC0-94DD-4221-BDA8-C26CE314FA9F}" dt="2025-09-29T17:19:09.016" v="56723"/>
          <ac:spMkLst>
            <pc:docMk/>
            <pc:sldMk cId="2298626481" sldId="349"/>
            <ac:spMk id="43" creationId="{44C4F4F4-1D67-0084-273B-44591587D3CF}"/>
          </ac:spMkLst>
        </pc:spChg>
        <pc:spChg chg="add del mod">
          <ac:chgData name="Robert de Groote" userId="2ce5265b-80a0-4fb8-a62a-8035e9b0c45a" providerId="ADAL" clId="{2F427DC0-94DD-4221-BDA8-C26CE314FA9F}" dt="2025-09-29T13:24:03.993" v="54315"/>
          <ac:spMkLst>
            <pc:docMk/>
            <pc:sldMk cId="2298626481" sldId="349"/>
            <ac:spMk id="44" creationId="{4C0DE2A6-431E-A9B5-9618-79DC375895B4}"/>
          </ac:spMkLst>
        </pc:spChg>
        <pc:spChg chg="add del mod">
          <ac:chgData name="Robert de Groote" userId="2ce5265b-80a0-4fb8-a62a-8035e9b0c45a" providerId="ADAL" clId="{2F427DC0-94DD-4221-BDA8-C26CE314FA9F}" dt="2025-09-29T13:24:03.993" v="54315"/>
          <ac:spMkLst>
            <pc:docMk/>
            <pc:sldMk cId="2298626481" sldId="349"/>
            <ac:spMk id="45" creationId="{FCEA873A-7511-BEAE-1D92-AB0B78016949}"/>
          </ac:spMkLst>
        </pc:spChg>
        <pc:spChg chg="add del mod">
          <ac:chgData name="Robert de Groote" userId="2ce5265b-80a0-4fb8-a62a-8035e9b0c45a" providerId="ADAL" clId="{2F427DC0-94DD-4221-BDA8-C26CE314FA9F}" dt="2025-09-29T13:24:03.883" v="54274"/>
          <ac:spMkLst>
            <pc:docMk/>
            <pc:sldMk cId="2298626481" sldId="349"/>
            <ac:spMk id="46" creationId="{C53A3665-397F-7211-30AB-1D3A168E1821}"/>
          </ac:spMkLst>
        </pc:spChg>
        <pc:spChg chg="add del mod">
          <ac:chgData name="Robert de Groote" userId="2ce5265b-80a0-4fb8-a62a-8035e9b0c45a" providerId="ADAL" clId="{2F427DC0-94DD-4221-BDA8-C26CE314FA9F}" dt="2025-09-29T13:24:03.930" v="54283"/>
          <ac:spMkLst>
            <pc:docMk/>
            <pc:sldMk cId="2298626481" sldId="349"/>
            <ac:spMk id="47" creationId="{1E1082FC-47BB-1A88-2D3A-8E2213901305}"/>
          </ac:spMkLst>
        </pc:spChg>
        <pc:spChg chg="add del mod">
          <ac:chgData name="Robert de Groote" userId="2ce5265b-80a0-4fb8-a62a-8035e9b0c45a" providerId="ADAL" clId="{2F427DC0-94DD-4221-BDA8-C26CE314FA9F}" dt="2025-09-29T13:24:03.961" v="54292"/>
          <ac:spMkLst>
            <pc:docMk/>
            <pc:sldMk cId="2298626481" sldId="349"/>
            <ac:spMk id="48" creationId="{B1D0F37E-54D2-F279-464A-EDCA54E37D19}"/>
          </ac:spMkLst>
        </pc:spChg>
        <pc:spChg chg="add del mod">
          <ac:chgData name="Robert de Groote" userId="2ce5265b-80a0-4fb8-a62a-8035e9b0c45a" providerId="ADAL" clId="{2F427DC0-94DD-4221-BDA8-C26CE314FA9F}" dt="2025-09-29T13:24:03.977" v="54301"/>
          <ac:spMkLst>
            <pc:docMk/>
            <pc:sldMk cId="2298626481" sldId="349"/>
            <ac:spMk id="49" creationId="{80B35CA3-92C3-5224-75D4-6683DBA254D2}"/>
          </ac:spMkLst>
        </pc:spChg>
        <pc:spChg chg="add del mod">
          <ac:chgData name="Robert de Groote" userId="2ce5265b-80a0-4fb8-a62a-8035e9b0c45a" providerId="ADAL" clId="{2F427DC0-94DD-4221-BDA8-C26CE314FA9F}" dt="2025-09-29T13:24:07.018" v="54377"/>
          <ac:spMkLst>
            <pc:docMk/>
            <pc:sldMk cId="2298626481" sldId="349"/>
            <ac:spMk id="50" creationId="{ABF32678-EC64-2086-6AF3-334244F2B3D1}"/>
          </ac:spMkLst>
        </pc:spChg>
        <pc:spChg chg="add del mod">
          <ac:chgData name="Robert de Groote" userId="2ce5265b-80a0-4fb8-a62a-8035e9b0c45a" providerId="ADAL" clId="{2F427DC0-94DD-4221-BDA8-C26CE314FA9F}" dt="2025-09-29T13:24:07.018" v="54377"/>
          <ac:spMkLst>
            <pc:docMk/>
            <pc:sldMk cId="2298626481" sldId="349"/>
            <ac:spMk id="51" creationId="{4EE42632-A1C7-1E58-6643-A3CA2FF5DACA}"/>
          </ac:spMkLst>
        </pc:spChg>
        <pc:spChg chg="add del mod">
          <ac:chgData name="Robert de Groote" userId="2ce5265b-80a0-4fb8-a62a-8035e9b0c45a" providerId="ADAL" clId="{2F427DC0-94DD-4221-BDA8-C26CE314FA9F}" dt="2025-09-29T13:24:06.956" v="54336"/>
          <ac:spMkLst>
            <pc:docMk/>
            <pc:sldMk cId="2298626481" sldId="349"/>
            <ac:spMk id="52" creationId="{B0E837A4-77B6-CE92-D629-A0A621C57691}"/>
          </ac:spMkLst>
        </pc:spChg>
        <pc:spChg chg="add del mod">
          <ac:chgData name="Robert de Groote" userId="2ce5265b-80a0-4fb8-a62a-8035e9b0c45a" providerId="ADAL" clId="{2F427DC0-94DD-4221-BDA8-C26CE314FA9F}" dt="2025-09-29T13:24:06.971" v="54345"/>
          <ac:spMkLst>
            <pc:docMk/>
            <pc:sldMk cId="2298626481" sldId="349"/>
            <ac:spMk id="53" creationId="{B58A3FCA-3097-D583-0DCF-0FE67F79BA41}"/>
          </ac:spMkLst>
        </pc:spChg>
        <pc:spChg chg="add del mod">
          <ac:chgData name="Robert de Groote" userId="2ce5265b-80a0-4fb8-a62a-8035e9b0c45a" providerId="ADAL" clId="{2F427DC0-94DD-4221-BDA8-C26CE314FA9F}" dt="2025-09-29T13:24:06.987" v="54354"/>
          <ac:spMkLst>
            <pc:docMk/>
            <pc:sldMk cId="2298626481" sldId="349"/>
            <ac:spMk id="54" creationId="{E948611A-F59D-1174-0D4A-1FD5A44D169E}"/>
          </ac:spMkLst>
        </pc:spChg>
        <pc:spChg chg="add del mod">
          <ac:chgData name="Robert de Groote" userId="2ce5265b-80a0-4fb8-a62a-8035e9b0c45a" providerId="ADAL" clId="{2F427DC0-94DD-4221-BDA8-C26CE314FA9F}" dt="2025-09-29T13:24:07.003" v="54363"/>
          <ac:spMkLst>
            <pc:docMk/>
            <pc:sldMk cId="2298626481" sldId="349"/>
            <ac:spMk id="55" creationId="{4EA9D009-CAD4-8D48-068F-C0E76BC6AAF7}"/>
          </ac:spMkLst>
        </pc:spChg>
        <pc:spChg chg="add del mod">
          <ac:chgData name="Robert de Groote" userId="2ce5265b-80a0-4fb8-a62a-8035e9b0c45a" providerId="ADAL" clId="{2F427DC0-94DD-4221-BDA8-C26CE314FA9F}" dt="2025-09-29T13:24:09.772" v="54439"/>
          <ac:spMkLst>
            <pc:docMk/>
            <pc:sldMk cId="2298626481" sldId="349"/>
            <ac:spMk id="56" creationId="{7F51B164-E735-0E4A-405D-27D1CB1E12A8}"/>
          </ac:spMkLst>
        </pc:spChg>
        <pc:spChg chg="add del mod">
          <ac:chgData name="Robert de Groote" userId="2ce5265b-80a0-4fb8-a62a-8035e9b0c45a" providerId="ADAL" clId="{2F427DC0-94DD-4221-BDA8-C26CE314FA9F}" dt="2025-09-29T13:24:09.772" v="54439"/>
          <ac:spMkLst>
            <pc:docMk/>
            <pc:sldMk cId="2298626481" sldId="349"/>
            <ac:spMk id="57" creationId="{39C7EB1D-7A6A-CD71-CD31-327C52BEA57B}"/>
          </ac:spMkLst>
        </pc:spChg>
        <pc:spChg chg="add del mod">
          <ac:chgData name="Robert de Groote" userId="2ce5265b-80a0-4fb8-a62a-8035e9b0c45a" providerId="ADAL" clId="{2F427DC0-94DD-4221-BDA8-C26CE314FA9F}" dt="2025-09-29T13:24:09.650" v="54398"/>
          <ac:spMkLst>
            <pc:docMk/>
            <pc:sldMk cId="2298626481" sldId="349"/>
            <ac:spMk id="58" creationId="{935FF242-AE34-90B3-CBE6-8ED173E08328}"/>
          </ac:spMkLst>
        </pc:spChg>
        <pc:spChg chg="add del mod">
          <ac:chgData name="Robert de Groote" userId="2ce5265b-80a0-4fb8-a62a-8035e9b0c45a" providerId="ADAL" clId="{2F427DC0-94DD-4221-BDA8-C26CE314FA9F}" dt="2025-09-29T13:24:09.693" v="54407"/>
          <ac:spMkLst>
            <pc:docMk/>
            <pc:sldMk cId="2298626481" sldId="349"/>
            <ac:spMk id="59" creationId="{D0802F7A-E71A-D3AB-EB34-3CBC0561F0C3}"/>
          </ac:spMkLst>
        </pc:spChg>
        <pc:spChg chg="add del mod">
          <ac:chgData name="Robert de Groote" userId="2ce5265b-80a0-4fb8-a62a-8035e9b0c45a" providerId="ADAL" clId="{2F427DC0-94DD-4221-BDA8-C26CE314FA9F}" dt="2025-09-29T13:24:09.724" v="54416"/>
          <ac:spMkLst>
            <pc:docMk/>
            <pc:sldMk cId="2298626481" sldId="349"/>
            <ac:spMk id="60" creationId="{34F21485-0103-E842-E2C6-BA277622F501}"/>
          </ac:spMkLst>
        </pc:spChg>
        <pc:spChg chg="add del mod">
          <ac:chgData name="Robert de Groote" userId="2ce5265b-80a0-4fb8-a62a-8035e9b0c45a" providerId="ADAL" clId="{2F427DC0-94DD-4221-BDA8-C26CE314FA9F}" dt="2025-09-29T13:24:09.740" v="54425"/>
          <ac:spMkLst>
            <pc:docMk/>
            <pc:sldMk cId="2298626481" sldId="349"/>
            <ac:spMk id="61" creationId="{E987A1E6-C6BB-8E36-B900-460018776745}"/>
          </ac:spMkLst>
        </pc:spChg>
        <pc:spChg chg="add del mod">
          <ac:chgData name="Robert de Groote" userId="2ce5265b-80a0-4fb8-a62a-8035e9b0c45a" providerId="ADAL" clId="{2F427DC0-94DD-4221-BDA8-C26CE314FA9F}" dt="2025-09-29T13:24:12.443" v="54501"/>
          <ac:spMkLst>
            <pc:docMk/>
            <pc:sldMk cId="2298626481" sldId="349"/>
            <ac:spMk id="62" creationId="{94F2E36B-AC17-CA3E-DF04-64F23D77A83B}"/>
          </ac:spMkLst>
        </pc:spChg>
        <pc:spChg chg="add del mod">
          <ac:chgData name="Robert de Groote" userId="2ce5265b-80a0-4fb8-a62a-8035e9b0c45a" providerId="ADAL" clId="{2F427DC0-94DD-4221-BDA8-C26CE314FA9F}" dt="2025-09-29T13:24:12.443" v="54501"/>
          <ac:spMkLst>
            <pc:docMk/>
            <pc:sldMk cId="2298626481" sldId="349"/>
            <ac:spMk id="63" creationId="{19E1EA47-3C38-BDAA-5310-03BF8C22505E}"/>
          </ac:spMkLst>
        </pc:spChg>
        <pc:spChg chg="add del mod">
          <ac:chgData name="Robert de Groote" userId="2ce5265b-80a0-4fb8-a62a-8035e9b0c45a" providerId="ADAL" clId="{2F427DC0-94DD-4221-BDA8-C26CE314FA9F}" dt="2025-09-29T13:24:12.334" v="54460"/>
          <ac:spMkLst>
            <pc:docMk/>
            <pc:sldMk cId="2298626481" sldId="349"/>
            <ac:spMk id="64" creationId="{1C8EE2F4-30E8-FAB2-B08B-03AE32116258}"/>
          </ac:spMkLst>
        </pc:spChg>
        <pc:spChg chg="add del mod">
          <ac:chgData name="Robert de Groote" userId="2ce5265b-80a0-4fb8-a62a-8035e9b0c45a" providerId="ADAL" clId="{2F427DC0-94DD-4221-BDA8-C26CE314FA9F}" dt="2025-09-29T13:24:12.365" v="54469"/>
          <ac:spMkLst>
            <pc:docMk/>
            <pc:sldMk cId="2298626481" sldId="349"/>
            <ac:spMk id="65" creationId="{1DCE5BAE-D238-6110-7B43-36C6E39F6B05}"/>
          </ac:spMkLst>
        </pc:spChg>
        <pc:spChg chg="add del mod">
          <ac:chgData name="Robert de Groote" userId="2ce5265b-80a0-4fb8-a62a-8035e9b0c45a" providerId="ADAL" clId="{2F427DC0-94DD-4221-BDA8-C26CE314FA9F}" dt="2025-09-29T13:24:12.396" v="54478"/>
          <ac:spMkLst>
            <pc:docMk/>
            <pc:sldMk cId="2298626481" sldId="349"/>
            <ac:spMk id="66" creationId="{1B820D67-E9E5-917F-E982-B289A2181786}"/>
          </ac:spMkLst>
        </pc:spChg>
        <pc:spChg chg="add del mod">
          <ac:chgData name="Robert de Groote" userId="2ce5265b-80a0-4fb8-a62a-8035e9b0c45a" providerId="ADAL" clId="{2F427DC0-94DD-4221-BDA8-C26CE314FA9F}" dt="2025-09-29T13:24:12.412" v="54487"/>
          <ac:spMkLst>
            <pc:docMk/>
            <pc:sldMk cId="2298626481" sldId="349"/>
            <ac:spMk id="67" creationId="{ADEEB264-9CDB-64D7-11D2-DD2292B97943}"/>
          </ac:spMkLst>
        </pc:spChg>
        <pc:spChg chg="add del mod">
          <ac:chgData name="Robert de Groote" userId="2ce5265b-80a0-4fb8-a62a-8035e9b0c45a" providerId="ADAL" clId="{2F427DC0-94DD-4221-BDA8-C26CE314FA9F}" dt="2025-09-29T13:24:15.438" v="54563"/>
          <ac:spMkLst>
            <pc:docMk/>
            <pc:sldMk cId="2298626481" sldId="349"/>
            <ac:spMk id="68" creationId="{DDF08D0A-6711-5F57-3BB2-C4EC627FBA89}"/>
          </ac:spMkLst>
        </pc:spChg>
        <pc:spChg chg="add del mod">
          <ac:chgData name="Robert de Groote" userId="2ce5265b-80a0-4fb8-a62a-8035e9b0c45a" providerId="ADAL" clId="{2F427DC0-94DD-4221-BDA8-C26CE314FA9F}" dt="2025-09-29T13:24:15.438" v="54563"/>
          <ac:spMkLst>
            <pc:docMk/>
            <pc:sldMk cId="2298626481" sldId="349"/>
            <ac:spMk id="69" creationId="{ACBAC747-B16F-1BE5-B02D-7FD70587C937}"/>
          </ac:spMkLst>
        </pc:spChg>
        <pc:spChg chg="add del mod">
          <ac:chgData name="Robert de Groote" userId="2ce5265b-80a0-4fb8-a62a-8035e9b0c45a" providerId="ADAL" clId="{2F427DC0-94DD-4221-BDA8-C26CE314FA9F}" dt="2025-09-29T13:24:15.343" v="54522"/>
          <ac:spMkLst>
            <pc:docMk/>
            <pc:sldMk cId="2298626481" sldId="349"/>
            <ac:spMk id="70" creationId="{D5BC46B8-01F6-21D3-3EE3-0B311EC44C1C}"/>
          </ac:spMkLst>
        </pc:spChg>
        <pc:spChg chg="add del mod">
          <ac:chgData name="Robert de Groote" userId="2ce5265b-80a0-4fb8-a62a-8035e9b0c45a" providerId="ADAL" clId="{2F427DC0-94DD-4221-BDA8-C26CE314FA9F}" dt="2025-09-29T13:24:15.392" v="54531"/>
          <ac:spMkLst>
            <pc:docMk/>
            <pc:sldMk cId="2298626481" sldId="349"/>
            <ac:spMk id="71" creationId="{E41C434C-9B7D-B8DC-150D-9E9800CDDEE7}"/>
          </ac:spMkLst>
        </pc:spChg>
        <pc:spChg chg="add del mod">
          <ac:chgData name="Robert de Groote" userId="2ce5265b-80a0-4fb8-a62a-8035e9b0c45a" providerId="ADAL" clId="{2F427DC0-94DD-4221-BDA8-C26CE314FA9F}" dt="2025-09-29T13:24:15.406" v="54540"/>
          <ac:spMkLst>
            <pc:docMk/>
            <pc:sldMk cId="2298626481" sldId="349"/>
            <ac:spMk id="72" creationId="{F56427BA-A2D8-A185-31C1-B8438D07452A}"/>
          </ac:spMkLst>
        </pc:spChg>
        <pc:spChg chg="add del mod">
          <ac:chgData name="Robert de Groote" userId="2ce5265b-80a0-4fb8-a62a-8035e9b0c45a" providerId="ADAL" clId="{2F427DC0-94DD-4221-BDA8-C26CE314FA9F}" dt="2025-09-29T13:24:15.422" v="54549"/>
          <ac:spMkLst>
            <pc:docMk/>
            <pc:sldMk cId="2298626481" sldId="349"/>
            <ac:spMk id="73" creationId="{50D99FC4-D8C6-E1F3-F3B0-BCC18A3D073D}"/>
          </ac:spMkLst>
        </pc:spChg>
        <pc:spChg chg="add del mod">
          <ac:chgData name="Robert de Groote" userId="2ce5265b-80a0-4fb8-a62a-8035e9b0c45a" providerId="ADAL" clId="{2F427DC0-94DD-4221-BDA8-C26CE314FA9F}" dt="2025-09-29T13:24:17.449" v="54584"/>
          <ac:spMkLst>
            <pc:docMk/>
            <pc:sldMk cId="2298626481" sldId="349"/>
            <ac:spMk id="74" creationId="{8ABB4324-6716-1916-0370-32CFF0A8F1BB}"/>
          </ac:spMkLst>
        </pc:spChg>
        <pc:spChg chg="add del mod">
          <ac:chgData name="Robert de Groote" userId="2ce5265b-80a0-4fb8-a62a-8035e9b0c45a" providerId="ADAL" clId="{2F427DC0-94DD-4221-BDA8-C26CE314FA9F}" dt="2025-09-29T13:24:17.449" v="54584"/>
          <ac:spMkLst>
            <pc:docMk/>
            <pc:sldMk cId="2298626481" sldId="349"/>
            <ac:spMk id="75" creationId="{DA7E16E6-7BBA-5FF2-FB0E-2FF18A0FB8CF}"/>
          </ac:spMkLst>
        </pc:spChg>
        <pc:spChg chg="add del mod">
          <ac:chgData name="Robert de Groote" userId="2ce5265b-80a0-4fb8-a62a-8035e9b0c45a" providerId="ADAL" clId="{2F427DC0-94DD-4221-BDA8-C26CE314FA9F}" dt="2025-09-29T13:24:17.419" v="54573"/>
          <ac:spMkLst>
            <pc:docMk/>
            <pc:sldMk cId="2298626481" sldId="349"/>
            <ac:spMk id="76" creationId="{C3EA561F-3F40-104D-31C9-BC2E33D2918D}"/>
          </ac:spMkLst>
        </pc:spChg>
        <pc:spChg chg="add del mod">
          <ac:chgData name="Robert de Groote" userId="2ce5265b-80a0-4fb8-a62a-8035e9b0c45a" providerId="ADAL" clId="{2F427DC0-94DD-4221-BDA8-C26CE314FA9F}" dt="2025-09-29T13:24:17.449" v="54582"/>
          <ac:spMkLst>
            <pc:docMk/>
            <pc:sldMk cId="2298626481" sldId="349"/>
            <ac:spMk id="77" creationId="{44D93B9E-65A7-0B06-5F50-06BD5733C956}"/>
          </ac:spMkLst>
        </pc:spChg>
        <pc:spChg chg="add del mod">
          <ac:chgData name="Robert de Groote" userId="2ce5265b-80a0-4fb8-a62a-8035e9b0c45a" providerId="ADAL" clId="{2F427DC0-94DD-4221-BDA8-C26CE314FA9F}" dt="2025-09-29T13:24:17.496" v="54605"/>
          <ac:spMkLst>
            <pc:docMk/>
            <pc:sldMk cId="2298626481" sldId="349"/>
            <ac:spMk id="78" creationId="{662CE5D8-A88F-1F25-23B6-865D0709E793}"/>
          </ac:spMkLst>
        </pc:spChg>
        <pc:spChg chg="add del mod">
          <ac:chgData name="Robert de Groote" userId="2ce5265b-80a0-4fb8-a62a-8035e9b0c45a" providerId="ADAL" clId="{2F427DC0-94DD-4221-BDA8-C26CE314FA9F}" dt="2025-09-29T13:24:17.496" v="54605"/>
          <ac:spMkLst>
            <pc:docMk/>
            <pc:sldMk cId="2298626481" sldId="349"/>
            <ac:spMk id="79" creationId="{462E53C9-6392-1920-FC40-4C7415943368}"/>
          </ac:spMkLst>
        </pc:spChg>
        <pc:spChg chg="add del mod">
          <ac:chgData name="Robert de Groote" userId="2ce5265b-80a0-4fb8-a62a-8035e9b0c45a" providerId="ADAL" clId="{2F427DC0-94DD-4221-BDA8-C26CE314FA9F}" dt="2025-09-29T13:24:17.481" v="54594"/>
          <ac:spMkLst>
            <pc:docMk/>
            <pc:sldMk cId="2298626481" sldId="349"/>
            <ac:spMk id="80" creationId="{FC9242DD-8B86-3660-48FD-DA74B70E4565}"/>
          </ac:spMkLst>
        </pc:spChg>
        <pc:spChg chg="add del mod">
          <ac:chgData name="Robert de Groote" userId="2ce5265b-80a0-4fb8-a62a-8035e9b0c45a" providerId="ADAL" clId="{2F427DC0-94DD-4221-BDA8-C26CE314FA9F}" dt="2025-09-29T13:24:17.496" v="54603"/>
          <ac:spMkLst>
            <pc:docMk/>
            <pc:sldMk cId="2298626481" sldId="349"/>
            <ac:spMk id="81" creationId="{BBAD4625-5036-D371-0D88-6F34FBEC00F6}"/>
          </ac:spMkLst>
        </pc:spChg>
        <pc:spChg chg="add del mod">
          <ac:chgData name="Robert de Groote" userId="2ce5265b-80a0-4fb8-a62a-8035e9b0c45a" providerId="ADAL" clId="{2F427DC0-94DD-4221-BDA8-C26CE314FA9F}" dt="2025-09-29T13:24:18.249" v="54667"/>
          <ac:spMkLst>
            <pc:docMk/>
            <pc:sldMk cId="2298626481" sldId="349"/>
            <ac:spMk id="82" creationId="{C5164384-BA02-73BA-6F4F-BA202F0D7BA6}"/>
          </ac:spMkLst>
        </pc:spChg>
        <pc:spChg chg="add del mod">
          <ac:chgData name="Robert de Groote" userId="2ce5265b-80a0-4fb8-a62a-8035e9b0c45a" providerId="ADAL" clId="{2F427DC0-94DD-4221-BDA8-C26CE314FA9F}" dt="2025-09-29T13:24:18.249" v="54667"/>
          <ac:spMkLst>
            <pc:docMk/>
            <pc:sldMk cId="2298626481" sldId="349"/>
            <ac:spMk id="83" creationId="{37C6BD13-1E11-792B-7F14-1D4750FF9667}"/>
          </ac:spMkLst>
        </pc:spChg>
        <pc:spChg chg="add del mod">
          <ac:chgData name="Robert de Groote" userId="2ce5265b-80a0-4fb8-a62a-8035e9b0c45a" providerId="ADAL" clId="{2F427DC0-94DD-4221-BDA8-C26CE314FA9F}" dt="2025-09-29T13:24:18.140" v="54626"/>
          <ac:spMkLst>
            <pc:docMk/>
            <pc:sldMk cId="2298626481" sldId="349"/>
            <ac:spMk id="84" creationId="{C658FFBB-153D-65F7-CA7B-0A2CD0F038A7}"/>
          </ac:spMkLst>
        </pc:spChg>
        <pc:spChg chg="add del mod">
          <ac:chgData name="Robert de Groote" userId="2ce5265b-80a0-4fb8-a62a-8035e9b0c45a" providerId="ADAL" clId="{2F427DC0-94DD-4221-BDA8-C26CE314FA9F}" dt="2025-09-29T13:24:18.187" v="54635"/>
          <ac:spMkLst>
            <pc:docMk/>
            <pc:sldMk cId="2298626481" sldId="349"/>
            <ac:spMk id="85" creationId="{BD40E924-52D9-3A13-F5BE-A782DF1520AD}"/>
          </ac:spMkLst>
        </pc:spChg>
        <pc:spChg chg="add del mod">
          <ac:chgData name="Robert de Groote" userId="2ce5265b-80a0-4fb8-a62a-8035e9b0c45a" providerId="ADAL" clId="{2F427DC0-94DD-4221-BDA8-C26CE314FA9F}" dt="2025-09-29T13:24:18.218" v="54644"/>
          <ac:spMkLst>
            <pc:docMk/>
            <pc:sldMk cId="2298626481" sldId="349"/>
            <ac:spMk id="86" creationId="{F41ED1B3-14A7-CB0D-92E2-CA1904B8DC8C}"/>
          </ac:spMkLst>
        </pc:spChg>
        <pc:spChg chg="add del mod">
          <ac:chgData name="Robert de Groote" userId="2ce5265b-80a0-4fb8-a62a-8035e9b0c45a" providerId="ADAL" clId="{2F427DC0-94DD-4221-BDA8-C26CE314FA9F}" dt="2025-09-29T13:24:18.234" v="54653"/>
          <ac:spMkLst>
            <pc:docMk/>
            <pc:sldMk cId="2298626481" sldId="349"/>
            <ac:spMk id="87" creationId="{E599BF50-81FF-32AB-42E5-3136B9656886}"/>
          </ac:spMkLst>
        </pc:spChg>
        <pc:spChg chg="add del mod">
          <ac:chgData name="Robert de Groote" userId="2ce5265b-80a0-4fb8-a62a-8035e9b0c45a" providerId="ADAL" clId="{2F427DC0-94DD-4221-BDA8-C26CE314FA9F}" dt="2025-09-29T13:24:20.547" v="54729"/>
          <ac:spMkLst>
            <pc:docMk/>
            <pc:sldMk cId="2298626481" sldId="349"/>
            <ac:spMk id="88" creationId="{CA421E5A-7BFC-E75D-23B2-0B940E5F0704}"/>
          </ac:spMkLst>
        </pc:spChg>
        <pc:spChg chg="add del mod">
          <ac:chgData name="Robert de Groote" userId="2ce5265b-80a0-4fb8-a62a-8035e9b0c45a" providerId="ADAL" clId="{2F427DC0-94DD-4221-BDA8-C26CE314FA9F}" dt="2025-09-29T13:24:20.547" v="54729"/>
          <ac:spMkLst>
            <pc:docMk/>
            <pc:sldMk cId="2298626481" sldId="349"/>
            <ac:spMk id="89" creationId="{B2E19633-D59E-A4CE-1810-ADDEE00C284C}"/>
          </ac:spMkLst>
        </pc:spChg>
        <pc:spChg chg="add del mod">
          <ac:chgData name="Robert de Groote" userId="2ce5265b-80a0-4fb8-a62a-8035e9b0c45a" providerId="ADAL" clId="{2F427DC0-94DD-4221-BDA8-C26CE314FA9F}" dt="2025-09-29T13:24:20.453" v="54688"/>
          <ac:spMkLst>
            <pc:docMk/>
            <pc:sldMk cId="2298626481" sldId="349"/>
            <ac:spMk id="90" creationId="{B4CD3369-61BC-65D9-5249-98581FF523F1}"/>
          </ac:spMkLst>
        </pc:spChg>
        <pc:spChg chg="add del mod">
          <ac:chgData name="Robert de Groote" userId="2ce5265b-80a0-4fb8-a62a-8035e9b0c45a" providerId="ADAL" clId="{2F427DC0-94DD-4221-BDA8-C26CE314FA9F}" dt="2025-09-29T13:24:20.500" v="54697"/>
          <ac:spMkLst>
            <pc:docMk/>
            <pc:sldMk cId="2298626481" sldId="349"/>
            <ac:spMk id="91" creationId="{EB055872-22E7-CF12-07C6-2829E1B29244}"/>
          </ac:spMkLst>
        </pc:spChg>
        <pc:spChg chg="add del mod">
          <ac:chgData name="Robert de Groote" userId="2ce5265b-80a0-4fb8-a62a-8035e9b0c45a" providerId="ADAL" clId="{2F427DC0-94DD-4221-BDA8-C26CE314FA9F}" dt="2025-09-29T13:24:20.515" v="54706"/>
          <ac:spMkLst>
            <pc:docMk/>
            <pc:sldMk cId="2298626481" sldId="349"/>
            <ac:spMk id="92" creationId="{1FFA2A49-6DC4-7064-6FB8-F2779C4B9664}"/>
          </ac:spMkLst>
        </pc:spChg>
        <pc:spChg chg="add del mod">
          <ac:chgData name="Robert de Groote" userId="2ce5265b-80a0-4fb8-a62a-8035e9b0c45a" providerId="ADAL" clId="{2F427DC0-94DD-4221-BDA8-C26CE314FA9F}" dt="2025-09-29T13:24:20.531" v="54715"/>
          <ac:spMkLst>
            <pc:docMk/>
            <pc:sldMk cId="2298626481" sldId="349"/>
            <ac:spMk id="93" creationId="{EB090F42-A341-8574-038B-9426665BB9AE}"/>
          </ac:spMkLst>
        </pc:spChg>
        <pc:spChg chg="add del mod">
          <ac:chgData name="Robert de Groote" userId="2ce5265b-80a0-4fb8-a62a-8035e9b0c45a" providerId="ADAL" clId="{2F427DC0-94DD-4221-BDA8-C26CE314FA9F}" dt="2025-09-29T13:24:22.905" v="54791"/>
          <ac:spMkLst>
            <pc:docMk/>
            <pc:sldMk cId="2298626481" sldId="349"/>
            <ac:spMk id="94" creationId="{C276A068-1391-B072-0929-947ABADFE44C}"/>
          </ac:spMkLst>
        </pc:spChg>
        <pc:spChg chg="add del mod">
          <ac:chgData name="Robert de Groote" userId="2ce5265b-80a0-4fb8-a62a-8035e9b0c45a" providerId="ADAL" clId="{2F427DC0-94DD-4221-BDA8-C26CE314FA9F}" dt="2025-09-29T13:24:22.905" v="54791"/>
          <ac:spMkLst>
            <pc:docMk/>
            <pc:sldMk cId="2298626481" sldId="349"/>
            <ac:spMk id="95" creationId="{17003839-78B8-A802-EF43-5AC538CCD59F}"/>
          </ac:spMkLst>
        </pc:spChg>
        <pc:spChg chg="add del mod">
          <ac:chgData name="Robert de Groote" userId="2ce5265b-80a0-4fb8-a62a-8035e9b0c45a" providerId="ADAL" clId="{2F427DC0-94DD-4221-BDA8-C26CE314FA9F}" dt="2025-09-29T13:24:22.795" v="54750"/>
          <ac:spMkLst>
            <pc:docMk/>
            <pc:sldMk cId="2298626481" sldId="349"/>
            <ac:spMk id="96" creationId="{8A803426-A011-945A-B808-90D49E522613}"/>
          </ac:spMkLst>
        </pc:spChg>
        <pc:spChg chg="add del mod">
          <ac:chgData name="Robert de Groote" userId="2ce5265b-80a0-4fb8-a62a-8035e9b0c45a" providerId="ADAL" clId="{2F427DC0-94DD-4221-BDA8-C26CE314FA9F}" dt="2025-09-29T13:24:22.842" v="54759"/>
          <ac:spMkLst>
            <pc:docMk/>
            <pc:sldMk cId="2298626481" sldId="349"/>
            <ac:spMk id="97" creationId="{E2BC84C1-26BD-A541-E0B6-D6E000E211EF}"/>
          </ac:spMkLst>
        </pc:spChg>
        <pc:spChg chg="add del mod">
          <ac:chgData name="Robert de Groote" userId="2ce5265b-80a0-4fb8-a62a-8035e9b0c45a" providerId="ADAL" clId="{2F427DC0-94DD-4221-BDA8-C26CE314FA9F}" dt="2025-09-29T13:24:22.858" v="54768"/>
          <ac:spMkLst>
            <pc:docMk/>
            <pc:sldMk cId="2298626481" sldId="349"/>
            <ac:spMk id="98" creationId="{F56B809A-DCE2-9B77-730D-DCE49631367E}"/>
          </ac:spMkLst>
        </pc:spChg>
        <pc:spChg chg="add del mod">
          <ac:chgData name="Robert de Groote" userId="2ce5265b-80a0-4fb8-a62a-8035e9b0c45a" providerId="ADAL" clId="{2F427DC0-94DD-4221-BDA8-C26CE314FA9F}" dt="2025-09-29T13:24:22.879" v="54777"/>
          <ac:spMkLst>
            <pc:docMk/>
            <pc:sldMk cId="2298626481" sldId="349"/>
            <ac:spMk id="99" creationId="{9AFD233B-5167-F3CB-B031-ACD0042C758F}"/>
          </ac:spMkLst>
        </pc:spChg>
        <pc:spChg chg="add del mod">
          <ac:chgData name="Robert de Groote" userId="2ce5265b-80a0-4fb8-a62a-8035e9b0c45a" providerId="ADAL" clId="{2F427DC0-94DD-4221-BDA8-C26CE314FA9F}" dt="2025-09-29T13:24:25.438" v="54853"/>
          <ac:spMkLst>
            <pc:docMk/>
            <pc:sldMk cId="2298626481" sldId="349"/>
            <ac:spMk id="100" creationId="{97FE15F8-0688-2120-C188-8455B3C1DAA7}"/>
          </ac:spMkLst>
        </pc:spChg>
        <pc:spChg chg="add del mod">
          <ac:chgData name="Robert de Groote" userId="2ce5265b-80a0-4fb8-a62a-8035e9b0c45a" providerId="ADAL" clId="{2F427DC0-94DD-4221-BDA8-C26CE314FA9F}" dt="2025-09-29T13:24:25.438" v="54853"/>
          <ac:spMkLst>
            <pc:docMk/>
            <pc:sldMk cId="2298626481" sldId="349"/>
            <ac:spMk id="101" creationId="{2A0A0EBA-BEBB-1D45-68B9-00A4DFC76D56}"/>
          </ac:spMkLst>
        </pc:spChg>
        <pc:spChg chg="add del mod">
          <ac:chgData name="Robert de Groote" userId="2ce5265b-80a0-4fb8-a62a-8035e9b0c45a" providerId="ADAL" clId="{2F427DC0-94DD-4221-BDA8-C26CE314FA9F}" dt="2025-09-29T13:24:25.328" v="54812"/>
          <ac:spMkLst>
            <pc:docMk/>
            <pc:sldMk cId="2298626481" sldId="349"/>
            <ac:spMk id="102" creationId="{6D5F8C5F-7D2C-387B-9BCC-70938E32D81F}"/>
          </ac:spMkLst>
        </pc:spChg>
        <pc:spChg chg="add del mod">
          <ac:chgData name="Robert de Groote" userId="2ce5265b-80a0-4fb8-a62a-8035e9b0c45a" providerId="ADAL" clId="{2F427DC0-94DD-4221-BDA8-C26CE314FA9F}" dt="2025-09-29T13:24:25.359" v="54821"/>
          <ac:spMkLst>
            <pc:docMk/>
            <pc:sldMk cId="2298626481" sldId="349"/>
            <ac:spMk id="103" creationId="{264D438C-DCA9-52AA-2F21-CFBC1F8C4F71}"/>
          </ac:spMkLst>
        </pc:spChg>
        <pc:spChg chg="add del mod">
          <ac:chgData name="Robert de Groote" userId="2ce5265b-80a0-4fb8-a62a-8035e9b0c45a" providerId="ADAL" clId="{2F427DC0-94DD-4221-BDA8-C26CE314FA9F}" dt="2025-09-29T13:24:25.375" v="54830"/>
          <ac:spMkLst>
            <pc:docMk/>
            <pc:sldMk cId="2298626481" sldId="349"/>
            <ac:spMk id="104" creationId="{8D067639-D763-5CE9-DC92-944AF86D06F8}"/>
          </ac:spMkLst>
        </pc:spChg>
        <pc:spChg chg="add del mod">
          <ac:chgData name="Robert de Groote" userId="2ce5265b-80a0-4fb8-a62a-8035e9b0c45a" providerId="ADAL" clId="{2F427DC0-94DD-4221-BDA8-C26CE314FA9F}" dt="2025-09-29T13:24:25.407" v="54839"/>
          <ac:spMkLst>
            <pc:docMk/>
            <pc:sldMk cId="2298626481" sldId="349"/>
            <ac:spMk id="105" creationId="{ADF04B21-7B8C-54CE-7DEB-4A7595B10CEA}"/>
          </ac:spMkLst>
        </pc:spChg>
        <pc:spChg chg="add del mod">
          <ac:chgData name="Robert de Groote" userId="2ce5265b-80a0-4fb8-a62a-8035e9b0c45a" providerId="ADAL" clId="{2F427DC0-94DD-4221-BDA8-C26CE314FA9F}" dt="2025-09-29T13:24:28.078" v="54915"/>
          <ac:spMkLst>
            <pc:docMk/>
            <pc:sldMk cId="2298626481" sldId="349"/>
            <ac:spMk id="106" creationId="{D8A20541-171B-3BBC-5868-B971F3614322}"/>
          </ac:spMkLst>
        </pc:spChg>
        <pc:spChg chg="add del mod">
          <ac:chgData name="Robert de Groote" userId="2ce5265b-80a0-4fb8-a62a-8035e9b0c45a" providerId="ADAL" clId="{2F427DC0-94DD-4221-BDA8-C26CE314FA9F}" dt="2025-09-29T13:24:28.078" v="54915"/>
          <ac:spMkLst>
            <pc:docMk/>
            <pc:sldMk cId="2298626481" sldId="349"/>
            <ac:spMk id="107" creationId="{4D29C988-ABB4-1662-F8FD-5EC1195F77EF}"/>
          </ac:spMkLst>
        </pc:spChg>
        <pc:spChg chg="add del mod">
          <ac:chgData name="Robert de Groote" userId="2ce5265b-80a0-4fb8-a62a-8035e9b0c45a" providerId="ADAL" clId="{2F427DC0-94DD-4221-BDA8-C26CE314FA9F}" dt="2025-09-29T13:24:27.937" v="54874"/>
          <ac:spMkLst>
            <pc:docMk/>
            <pc:sldMk cId="2298626481" sldId="349"/>
            <ac:spMk id="108" creationId="{3717810F-4900-287D-9CBB-B70C7CD8759D}"/>
          </ac:spMkLst>
        </pc:spChg>
        <pc:spChg chg="add del mod">
          <ac:chgData name="Robert de Groote" userId="2ce5265b-80a0-4fb8-a62a-8035e9b0c45a" providerId="ADAL" clId="{2F427DC0-94DD-4221-BDA8-C26CE314FA9F}" dt="2025-09-29T13:24:27.984" v="54883"/>
          <ac:spMkLst>
            <pc:docMk/>
            <pc:sldMk cId="2298626481" sldId="349"/>
            <ac:spMk id="109" creationId="{851DD314-61A3-B7F2-7487-DF14A9ED4806}"/>
          </ac:spMkLst>
        </pc:spChg>
        <pc:spChg chg="add del mod">
          <ac:chgData name="Robert de Groote" userId="2ce5265b-80a0-4fb8-a62a-8035e9b0c45a" providerId="ADAL" clId="{2F427DC0-94DD-4221-BDA8-C26CE314FA9F}" dt="2025-09-29T13:24:28.015" v="54892"/>
          <ac:spMkLst>
            <pc:docMk/>
            <pc:sldMk cId="2298626481" sldId="349"/>
            <ac:spMk id="110" creationId="{0A69BDC6-E5FD-6EE9-B99C-4AA38D92B9F4}"/>
          </ac:spMkLst>
        </pc:spChg>
        <pc:spChg chg="add del mod">
          <ac:chgData name="Robert de Groote" userId="2ce5265b-80a0-4fb8-a62a-8035e9b0c45a" providerId="ADAL" clId="{2F427DC0-94DD-4221-BDA8-C26CE314FA9F}" dt="2025-09-29T13:24:28.046" v="54901"/>
          <ac:spMkLst>
            <pc:docMk/>
            <pc:sldMk cId="2298626481" sldId="349"/>
            <ac:spMk id="111" creationId="{2681EC83-7FF9-97DA-5D21-1B10B8210771}"/>
          </ac:spMkLst>
        </pc:spChg>
        <pc:spChg chg="add del mod">
          <ac:chgData name="Robert de Groote" userId="2ce5265b-80a0-4fb8-a62a-8035e9b0c45a" providerId="ADAL" clId="{2F427DC0-94DD-4221-BDA8-C26CE314FA9F}" dt="2025-09-29T13:24:30.638" v="54977"/>
          <ac:spMkLst>
            <pc:docMk/>
            <pc:sldMk cId="2298626481" sldId="349"/>
            <ac:spMk id="112" creationId="{F51B9CDD-ADA7-17C3-7444-BB68DA9463CC}"/>
          </ac:spMkLst>
        </pc:spChg>
        <pc:spChg chg="add del mod">
          <ac:chgData name="Robert de Groote" userId="2ce5265b-80a0-4fb8-a62a-8035e9b0c45a" providerId="ADAL" clId="{2F427DC0-94DD-4221-BDA8-C26CE314FA9F}" dt="2025-09-29T13:24:30.638" v="54977"/>
          <ac:spMkLst>
            <pc:docMk/>
            <pc:sldMk cId="2298626481" sldId="349"/>
            <ac:spMk id="113" creationId="{E3EB8B22-06F0-7146-D9B2-C20B198E53C2}"/>
          </ac:spMkLst>
        </pc:spChg>
        <pc:spChg chg="add del mod">
          <ac:chgData name="Robert de Groote" userId="2ce5265b-80a0-4fb8-a62a-8035e9b0c45a" providerId="ADAL" clId="{2F427DC0-94DD-4221-BDA8-C26CE314FA9F}" dt="2025-09-29T13:24:30.543" v="54936"/>
          <ac:spMkLst>
            <pc:docMk/>
            <pc:sldMk cId="2298626481" sldId="349"/>
            <ac:spMk id="114" creationId="{9A6952E4-6E1E-7EFE-E03C-31F7044E6464}"/>
          </ac:spMkLst>
        </pc:spChg>
        <pc:spChg chg="add del mod">
          <ac:chgData name="Robert de Groote" userId="2ce5265b-80a0-4fb8-a62a-8035e9b0c45a" providerId="ADAL" clId="{2F427DC0-94DD-4221-BDA8-C26CE314FA9F}" dt="2025-09-29T13:24:30.575" v="54945"/>
          <ac:spMkLst>
            <pc:docMk/>
            <pc:sldMk cId="2298626481" sldId="349"/>
            <ac:spMk id="115" creationId="{94E42D4E-3A9F-0BE7-9020-AF4947A9843C}"/>
          </ac:spMkLst>
        </pc:spChg>
        <pc:spChg chg="add del mod">
          <ac:chgData name="Robert de Groote" userId="2ce5265b-80a0-4fb8-a62a-8035e9b0c45a" providerId="ADAL" clId="{2F427DC0-94DD-4221-BDA8-C26CE314FA9F}" dt="2025-09-29T13:24:30.590" v="54954"/>
          <ac:spMkLst>
            <pc:docMk/>
            <pc:sldMk cId="2298626481" sldId="349"/>
            <ac:spMk id="116" creationId="{2399FE32-33C7-8875-31E7-7C8F1DB9D629}"/>
          </ac:spMkLst>
        </pc:spChg>
        <pc:spChg chg="add del mod">
          <ac:chgData name="Robert de Groote" userId="2ce5265b-80a0-4fb8-a62a-8035e9b0c45a" providerId="ADAL" clId="{2F427DC0-94DD-4221-BDA8-C26CE314FA9F}" dt="2025-09-29T13:24:30.622" v="54963"/>
          <ac:spMkLst>
            <pc:docMk/>
            <pc:sldMk cId="2298626481" sldId="349"/>
            <ac:spMk id="117" creationId="{44456B30-BD6A-A5CB-DF98-A4D464843910}"/>
          </ac:spMkLst>
        </pc:spChg>
        <pc:spChg chg="add mod">
          <ac:chgData name="Robert de Groote" userId="2ce5265b-80a0-4fb8-a62a-8035e9b0c45a" providerId="ADAL" clId="{2F427DC0-94DD-4221-BDA8-C26CE314FA9F}" dt="2025-09-29T13:25:55.188" v="55015" actId="20577"/>
          <ac:spMkLst>
            <pc:docMk/>
            <pc:sldMk cId="2298626481" sldId="349"/>
            <ac:spMk id="129" creationId="{0BB1220A-7867-F93D-6E57-DC21D1D0A078}"/>
          </ac:spMkLst>
        </pc:spChg>
        <pc:spChg chg="add mod">
          <ac:chgData name="Robert de Groote" userId="2ce5265b-80a0-4fb8-a62a-8035e9b0c45a" providerId="ADAL" clId="{2F427DC0-94DD-4221-BDA8-C26CE314FA9F}" dt="2025-09-29T17:17:08.099" v="56658" actId="1076"/>
          <ac:spMkLst>
            <pc:docMk/>
            <pc:sldMk cId="2298626481" sldId="349"/>
            <ac:spMk id="135" creationId="{62BF1A6E-4CA2-01B8-EB80-87E18DCB29B5}"/>
          </ac:spMkLst>
        </pc:spChg>
        <pc:spChg chg="mod">
          <ac:chgData name="Robert de Groote" userId="2ce5265b-80a0-4fb8-a62a-8035e9b0c45a" providerId="ADAL" clId="{2F427DC0-94DD-4221-BDA8-C26CE314FA9F}" dt="2025-09-29T17:19:09.003" v="56707"/>
          <ac:spMkLst>
            <pc:docMk/>
            <pc:sldMk cId="2298626481" sldId="349"/>
            <ac:spMk id="137" creationId="{61E5C63D-DD82-9ED4-1733-DB4498990D95}"/>
          </ac:spMkLst>
        </pc:spChg>
        <pc:spChg chg="mod">
          <ac:chgData name="Robert de Groote" userId="2ce5265b-80a0-4fb8-a62a-8035e9b0c45a" providerId="ADAL" clId="{2F427DC0-94DD-4221-BDA8-C26CE314FA9F}" dt="2025-09-29T17:19:09.003" v="56707"/>
          <ac:spMkLst>
            <pc:docMk/>
            <pc:sldMk cId="2298626481" sldId="349"/>
            <ac:spMk id="138" creationId="{8B1237A2-030F-CB0E-334B-D1EA670989C4}"/>
          </ac:spMkLst>
        </pc:spChg>
        <pc:spChg chg="add del mod">
          <ac:chgData name="Robert de Groote" userId="2ce5265b-80a0-4fb8-a62a-8035e9b0c45a" providerId="ADAL" clId="{2F427DC0-94DD-4221-BDA8-C26CE314FA9F}" dt="2025-09-29T17:19:09.018" v="56725"/>
          <ac:spMkLst>
            <pc:docMk/>
            <pc:sldMk cId="2298626481" sldId="349"/>
            <ac:spMk id="139" creationId="{4E542F20-DADF-4750-E11B-6A261AC9D2BA}"/>
          </ac:spMkLst>
        </pc:spChg>
        <pc:spChg chg="add mod">
          <ac:chgData name="Robert de Groote" userId="2ce5265b-80a0-4fb8-a62a-8035e9b0c45a" providerId="ADAL" clId="{2F427DC0-94DD-4221-BDA8-C26CE314FA9F}" dt="2025-09-29T17:21:16.497" v="57029"/>
          <ac:spMkLst>
            <pc:docMk/>
            <pc:sldMk cId="2298626481" sldId="349"/>
            <ac:spMk id="140" creationId="{F255F429-19D8-E8FD-D630-81A4A9913058}"/>
          </ac:spMkLst>
        </pc:spChg>
        <pc:spChg chg="add mod">
          <ac:chgData name="Robert de Groote" userId="2ce5265b-80a0-4fb8-a62a-8035e9b0c45a" providerId="ADAL" clId="{2F427DC0-94DD-4221-BDA8-C26CE314FA9F}" dt="2025-09-29T17:21:16.499" v="57033"/>
          <ac:spMkLst>
            <pc:docMk/>
            <pc:sldMk cId="2298626481" sldId="349"/>
            <ac:spMk id="141" creationId="{ECE900B8-B821-A462-67DE-BA9DE29E3C15}"/>
          </ac:spMkLst>
        </pc:spChg>
        <pc:spChg chg="add del mod">
          <ac:chgData name="Robert de Groote" userId="2ce5265b-80a0-4fb8-a62a-8035e9b0c45a" providerId="ADAL" clId="{2F427DC0-94DD-4221-BDA8-C26CE314FA9F}" dt="2025-09-29T17:21:01.601" v="56770"/>
          <ac:spMkLst>
            <pc:docMk/>
            <pc:sldMk cId="2298626481" sldId="349"/>
            <ac:spMk id="142" creationId="{11BAF0AB-BA2A-F603-9B51-50138E277C86}"/>
          </ac:spMkLst>
        </pc:spChg>
        <pc:spChg chg="add del mod">
          <ac:chgData name="Robert de Groote" userId="2ce5265b-80a0-4fb8-a62a-8035e9b0c45a" providerId="ADAL" clId="{2F427DC0-94DD-4221-BDA8-C26CE314FA9F}" dt="2025-09-29T17:21:01.601" v="56770"/>
          <ac:spMkLst>
            <pc:docMk/>
            <pc:sldMk cId="2298626481" sldId="349"/>
            <ac:spMk id="143" creationId="{7ECE5545-D646-8079-3141-19AF012142C6}"/>
          </ac:spMkLst>
        </pc:spChg>
        <pc:spChg chg="add del mod">
          <ac:chgData name="Robert de Groote" userId="2ce5265b-80a0-4fb8-a62a-8035e9b0c45a" providerId="ADAL" clId="{2F427DC0-94DD-4221-BDA8-C26CE314FA9F}" dt="2025-09-29T17:21:08.384" v="56825"/>
          <ac:spMkLst>
            <pc:docMk/>
            <pc:sldMk cId="2298626481" sldId="349"/>
            <ac:spMk id="144" creationId="{1BD7C23B-49FE-4506-3D41-2C39BC23273B}"/>
          </ac:spMkLst>
        </pc:spChg>
        <pc:spChg chg="add del mod">
          <ac:chgData name="Robert de Groote" userId="2ce5265b-80a0-4fb8-a62a-8035e9b0c45a" providerId="ADAL" clId="{2F427DC0-94DD-4221-BDA8-C26CE314FA9F}" dt="2025-09-29T17:21:08.384" v="56825"/>
          <ac:spMkLst>
            <pc:docMk/>
            <pc:sldMk cId="2298626481" sldId="349"/>
            <ac:spMk id="145" creationId="{000C2178-83CB-FA04-86AF-CB8E68147768}"/>
          </ac:spMkLst>
        </pc:spChg>
        <pc:spChg chg="add del mod">
          <ac:chgData name="Robert de Groote" userId="2ce5265b-80a0-4fb8-a62a-8035e9b0c45a" providerId="ADAL" clId="{2F427DC0-94DD-4221-BDA8-C26CE314FA9F}" dt="2025-09-29T17:21:08.384" v="56825"/>
          <ac:spMkLst>
            <pc:docMk/>
            <pc:sldMk cId="2298626481" sldId="349"/>
            <ac:spMk id="146" creationId="{D668DB4F-1EE8-C1F3-96E8-7E655F566229}"/>
          </ac:spMkLst>
        </pc:spChg>
        <pc:spChg chg="add del mod">
          <ac:chgData name="Robert de Groote" userId="2ce5265b-80a0-4fb8-a62a-8035e9b0c45a" providerId="ADAL" clId="{2F427DC0-94DD-4221-BDA8-C26CE314FA9F}" dt="2025-09-29T17:21:08.324" v="56798"/>
          <ac:spMkLst>
            <pc:docMk/>
            <pc:sldMk cId="2298626481" sldId="349"/>
            <ac:spMk id="147" creationId="{0A9CED75-8450-9A12-7598-96560637CD7F}"/>
          </ac:spMkLst>
        </pc:spChg>
        <pc:spChg chg="add del mod">
          <ac:chgData name="Robert de Groote" userId="2ce5265b-80a0-4fb8-a62a-8035e9b0c45a" providerId="ADAL" clId="{2F427DC0-94DD-4221-BDA8-C26CE314FA9F}" dt="2025-09-29T17:21:08.352" v="56807"/>
          <ac:spMkLst>
            <pc:docMk/>
            <pc:sldMk cId="2298626481" sldId="349"/>
            <ac:spMk id="148" creationId="{A4AFD3B7-1D2E-A0B1-2AA2-41F67F923B72}"/>
          </ac:spMkLst>
        </pc:spChg>
        <pc:spChg chg="add del mod">
          <ac:chgData name="Robert de Groote" userId="2ce5265b-80a0-4fb8-a62a-8035e9b0c45a" providerId="ADAL" clId="{2F427DC0-94DD-4221-BDA8-C26CE314FA9F}" dt="2025-09-29T17:21:09.134" v="56897"/>
          <ac:spMkLst>
            <pc:docMk/>
            <pc:sldMk cId="2298626481" sldId="349"/>
            <ac:spMk id="149" creationId="{110D6F60-1BF3-8ACE-6554-9844F6F1B339}"/>
          </ac:spMkLst>
        </pc:spChg>
        <pc:spChg chg="add del mod">
          <ac:chgData name="Robert de Groote" userId="2ce5265b-80a0-4fb8-a62a-8035e9b0c45a" providerId="ADAL" clId="{2F427DC0-94DD-4221-BDA8-C26CE314FA9F}" dt="2025-09-29T17:21:09.134" v="56897"/>
          <ac:spMkLst>
            <pc:docMk/>
            <pc:sldMk cId="2298626481" sldId="349"/>
            <ac:spMk id="150" creationId="{8C71C41D-3412-1C53-F481-C99C696463A3}"/>
          </ac:spMkLst>
        </pc:spChg>
        <pc:spChg chg="add del mod">
          <ac:chgData name="Robert de Groote" userId="2ce5265b-80a0-4fb8-a62a-8035e9b0c45a" providerId="ADAL" clId="{2F427DC0-94DD-4221-BDA8-C26CE314FA9F}" dt="2025-09-29T17:21:09.134" v="56897"/>
          <ac:spMkLst>
            <pc:docMk/>
            <pc:sldMk cId="2298626481" sldId="349"/>
            <ac:spMk id="151" creationId="{CDD7ADDC-7ABC-3C6F-1063-FB5FB5FFC3CE}"/>
          </ac:spMkLst>
        </pc:spChg>
        <pc:spChg chg="add del mod">
          <ac:chgData name="Robert de Groote" userId="2ce5265b-80a0-4fb8-a62a-8035e9b0c45a" providerId="ADAL" clId="{2F427DC0-94DD-4221-BDA8-C26CE314FA9F}" dt="2025-09-29T17:21:09.087" v="56870"/>
          <ac:spMkLst>
            <pc:docMk/>
            <pc:sldMk cId="2298626481" sldId="349"/>
            <ac:spMk id="152" creationId="{BA432A45-A995-71DD-6444-C9A4F92EAC36}"/>
          </ac:spMkLst>
        </pc:spChg>
        <pc:spChg chg="add del mod">
          <ac:chgData name="Robert de Groote" userId="2ce5265b-80a0-4fb8-a62a-8035e9b0c45a" providerId="ADAL" clId="{2F427DC0-94DD-4221-BDA8-C26CE314FA9F}" dt="2025-09-29T17:21:09.103" v="56879"/>
          <ac:spMkLst>
            <pc:docMk/>
            <pc:sldMk cId="2298626481" sldId="349"/>
            <ac:spMk id="153" creationId="{4B3BFFC6-3068-DB27-01D4-B67C70AFA9B1}"/>
          </ac:spMkLst>
        </pc:spChg>
        <pc:spChg chg="add del mod">
          <ac:chgData name="Robert de Groote" userId="2ce5265b-80a0-4fb8-a62a-8035e9b0c45a" providerId="ADAL" clId="{2F427DC0-94DD-4221-BDA8-C26CE314FA9F}" dt="2025-09-29T17:21:12.096" v="56951"/>
          <ac:spMkLst>
            <pc:docMk/>
            <pc:sldMk cId="2298626481" sldId="349"/>
            <ac:spMk id="154" creationId="{8A1B0FA7-7ABE-28B7-9A27-24A5D41C14D7}"/>
          </ac:spMkLst>
        </pc:spChg>
        <pc:spChg chg="add del mod">
          <ac:chgData name="Robert de Groote" userId="2ce5265b-80a0-4fb8-a62a-8035e9b0c45a" providerId="ADAL" clId="{2F427DC0-94DD-4221-BDA8-C26CE314FA9F}" dt="2025-09-29T17:21:12.096" v="56951"/>
          <ac:spMkLst>
            <pc:docMk/>
            <pc:sldMk cId="2298626481" sldId="349"/>
            <ac:spMk id="155" creationId="{00B73D13-88E8-041C-780D-8966EBADC27F}"/>
          </ac:spMkLst>
        </pc:spChg>
        <pc:spChg chg="add del mod">
          <ac:chgData name="Robert de Groote" userId="2ce5265b-80a0-4fb8-a62a-8035e9b0c45a" providerId="ADAL" clId="{2F427DC0-94DD-4221-BDA8-C26CE314FA9F}" dt="2025-09-29T17:21:12.096" v="56951"/>
          <ac:spMkLst>
            <pc:docMk/>
            <pc:sldMk cId="2298626481" sldId="349"/>
            <ac:spMk id="156" creationId="{8D8D498B-646D-CB3A-A13B-91FF2508183F}"/>
          </ac:spMkLst>
        </pc:spChg>
        <pc:spChg chg="add del mod">
          <ac:chgData name="Robert de Groote" userId="2ce5265b-80a0-4fb8-a62a-8035e9b0c45a" providerId="ADAL" clId="{2F427DC0-94DD-4221-BDA8-C26CE314FA9F}" dt="2025-09-29T17:21:12.028" v="56924"/>
          <ac:spMkLst>
            <pc:docMk/>
            <pc:sldMk cId="2298626481" sldId="349"/>
            <ac:spMk id="157" creationId="{D5F4BD02-0C9B-99E4-6D25-B5130AEA8652}"/>
          </ac:spMkLst>
        </pc:spChg>
        <pc:spChg chg="add del mod">
          <ac:chgData name="Robert de Groote" userId="2ce5265b-80a0-4fb8-a62a-8035e9b0c45a" providerId="ADAL" clId="{2F427DC0-94DD-4221-BDA8-C26CE314FA9F}" dt="2025-09-29T17:21:12.064" v="56933"/>
          <ac:spMkLst>
            <pc:docMk/>
            <pc:sldMk cId="2298626481" sldId="349"/>
            <ac:spMk id="158" creationId="{52E8D8F6-161F-D2C8-EFF6-68427FD92EEE}"/>
          </ac:spMkLst>
        </pc:spChg>
        <pc:spChg chg="add del mod">
          <ac:chgData name="Robert de Groote" userId="2ce5265b-80a0-4fb8-a62a-8035e9b0c45a" providerId="ADAL" clId="{2F427DC0-94DD-4221-BDA8-C26CE314FA9F}" dt="2025-09-29T17:21:14.310" v="56975"/>
          <ac:spMkLst>
            <pc:docMk/>
            <pc:sldMk cId="2298626481" sldId="349"/>
            <ac:spMk id="159" creationId="{FAF380B3-7A10-6B87-4646-F23381856C16}"/>
          </ac:spMkLst>
        </pc:spChg>
        <pc:spChg chg="add del mod">
          <ac:chgData name="Robert de Groote" userId="2ce5265b-80a0-4fb8-a62a-8035e9b0c45a" providerId="ADAL" clId="{2F427DC0-94DD-4221-BDA8-C26CE314FA9F}" dt="2025-09-29T17:21:14.310" v="56975"/>
          <ac:spMkLst>
            <pc:docMk/>
            <pc:sldMk cId="2298626481" sldId="349"/>
            <ac:spMk id="160" creationId="{9AB588EC-8FE1-77F9-148C-FE839A42ADBE}"/>
          </ac:spMkLst>
        </pc:spChg>
        <pc:spChg chg="add del mod">
          <ac:chgData name="Robert de Groote" userId="2ce5265b-80a0-4fb8-a62a-8035e9b0c45a" providerId="ADAL" clId="{2F427DC0-94DD-4221-BDA8-C26CE314FA9F}" dt="2025-09-29T17:21:16.500" v="57035"/>
          <ac:spMkLst>
            <pc:docMk/>
            <pc:sldMk cId="2298626481" sldId="349"/>
            <ac:spMk id="161" creationId="{15986208-AEAE-B8B5-589F-BC7B1245301A}"/>
          </ac:spMkLst>
        </pc:spChg>
        <pc:spChg chg="add del mod">
          <ac:chgData name="Robert de Groote" userId="2ce5265b-80a0-4fb8-a62a-8035e9b0c45a" providerId="ADAL" clId="{2F427DC0-94DD-4221-BDA8-C26CE314FA9F}" dt="2025-09-29T17:21:16.500" v="57035"/>
          <ac:spMkLst>
            <pc:docMk/>
            <pc:sldMk cId="2298626481" sldId="349"/>
            <ac:spMk id="162" creationId="{2011D44D-3E09-A652-1EAE-FE00AE30A196}"/>
          </ac:spMkLst>
        </pc:spChg>
        <pc:spChg chg="add del mod">
          <ac:chgData name="Robert de Groote" userId="2ce5265b-80a0-4fb8-a62a-8035e9b0c45a" providerId="ADAL" clId="{2F427DC0-94DD-4221-BDA8-C26CE314FA9F}" dt="2025-09-29T17:21:16.381" v="56996"/>
          <ac:spMkLst>
            <pc:docMk/>
            <pc:sldMk cId="2298626481" sldId="349"/>
            <ac:spMk id="163" creationId="{5A59EDD5-618E-A2BD-FCCE-80379DD3C972}"/>
          </ac:spMkLst>
        </pc:spChg>
        <pc:spChg chg="add del mod">
          <ac:chgData name="Robert de Groote" userId="2ce5265b-80a0-4fb8-a62a-8035e9b0c45a" providerId="ADAL" clId="{2F427DC0-94DD-4221-BDA8-C26CE314FA9F}" dt="2025-09-29T17:21:16.409" v="57005"/>
          <ac:spMkLst>
            <pc:docMk/>
            <pc:sldMk cId="2298626481" sldId="349"/>
            <ac:spMk id="164" creationId="{C18CA8C5-6102-B465-FB57-8118A742AA32}"/>
          </ac:spMkLst>
        </pc:spChg>
        <pc:spChg chg="add del mod">
          <ac:chgData name="Robert de Groote" userId="2ce5265b-80a0-4fb8-a62a-8035e9b0c45a" providerId="ADAL" clId="{2F427DC0-94DD-4221-BDA8-C26CE314FA9F}" dt="2025-09-29T17:21:16.440" v="57014"/>
          <ac:spMkLst>
            <pc:docMk/>
            <pc:sldMk cId="2298626481" sldId="349"/>
            <ac:spMk id="165" creationId="{4A300AE4-35CC-FD44-C4B4-35B81FCC0102}"/>
          </ac:spMkLst>
        </pc:spChg>
        <pc:spChg chg="add del mod">
          <ac:chgData name="Robert de Groote" userId="2ce5265b-80a0-4fb8-a62a-8035e9b0c45a" providerId="ADAL" clId="{2F427DC0-94DD-4221-BDA8-C26CE314FA9F}" dt="2025-09-29T17:21:16.465" v="57023"/>
          <ac:spMkLst>
            <pc:docMk/>
            <pc:sldMk cId="2298626481" sldId="349"/>
            <ac:spMk id="166" creationId="{D6352261-A673-8DFD-961D-3B996DE1E960}"/>
          </ac:spMkLst>
        </pc:spChg>
        <pc:spChg chg="add mod">
          <ac:chgData name="Robert de Groote" userId="2ce5265b-80a0-4fb8-a62a-8035e9b0c45a" providerId="ADAL" clId="{2F427DC0-94DD-4221-BDA8-C26CE314FA9F}" dt="2025-09-29T17:24:44.475" v="57099" actId="2711"/>
          <ac:spMkLst>
            <pc:docMk/>
            <pc:sldMk cId="2298626481" sldId="349"/>
            <ac:spMk id="167" creationId="{64B3C2A9-20B5-1CAE-FDDA-4084D9007F00}"/>
          </ac:spMkLst>
        </pc:spChg>
        <pc:grpChg chg="mod">
          <ac:chgData name="Robert de Groote" userId="2ce5265b-80a0-4fb8-a62a-8035e9b0c45a" providerId="ADAL" clId="{2F427DC0-94DD-4221-BDA8-C26CE314FA9F}" dt="2025-09-29T09:48:37.401" v="43061"/>
          <ac:grpSpMkLst>
            <pc:docMk/>
            <pc:sldMk cId="2298626481" sldId="349"/>
            <ac:grpSpMk id="16" creationId="{5F8915C6-D35D-F321-C484-2AAF449BFF33}"/>
          </ac:grpSpMkLst>
        </pc:grpChg>
        <pc:grpChg chg="add mod">
          <ac:chgData name="Robert de Groote" userId="2ce5265b-80a0-4fb8-a62a-8035e9b0c45a" providerId="ADAL" clId="{2F427DC0-94DD-4221-BDA8-C26CE314FA9F}" dt="2025-09-29T17:19:09.013" v="56719"/>
          <ac:grpSpMkLst>
            <pc:docMk/>
            <pc:sldMk cId="2298626481" sldId="349"/>
            <ac:grpSpMk id="118" creationId="{5932157F-C5C4-86FF-4F0A-1F0DA17FC458}"/>
          </ac:grpSpMkLst>
        </pc:grpChg>
        <pc:grpChg chg="add mod">
          <ac:chgData name="Robert de Groote" userId="2ce5265b-80a0-4fb8-a62a-8035e9b0c45a" providerId="ADAL" clId="{2F427DC0-94DD-4221-BDA8-C26CE314FA9F}" dt="2025-09-29T13:24:39.299" v="54979" actId="164"/>
          <ac:grpSpMkLst>
            <pc:docMk/>
            <pc:sldMk cId="2298626481" sldId="349"/>
            <ac:grpSpMk id="119" creationId="{41966C9C-C6CB-F421-7ECD-AAFBD39ED37B}"/>
          </ac:grpSpMkLst>
        </pc:grpChg>
        <pc:grpChg chg="add mod">
          <ac:chgData name="Robert de Groote" userId="2ce5265b-80a0-4fb8-a62a-8035e9b0c45a" providerId="ADAL" clId="{2F427DC0-94DD-4221-BDA8-C26CE314FA9F}" dt="2025-09-29T13:24:44.629" v="54980" actId="164"/>
          <ac:grpSpMkLst>
            <pc:docMk/>
            <pc:sldMk cId="2298626481" sldId="349"/>
            <ac:grpSpMk id="120" creationId="{435380B6-561A-8815-E747-2A22576AE65C}"/>
          </ac:grpSpMkLst>
        </pc:grpChg>
        <pc:grpChg chg="add mod">
          <ac:chgData name="Robert de Groote" userId="2ce5265b-80a0-4fb8-a62a-8035e9b0c45a" providerId="ADAL" clId="{2F427DC0-94DD-4221-BDA8-C26CE314FA9F}" dt="2025-09-29T13:24:48.060" v="54981" actId="164"/>
          <ac:grpSpMkLst>
            <pc:docMk/>
            <pc:sldMk cId="2298626481" sldId="349"/>
            <ac:grpSpMk id="121" creationId="{A1698B1E-C00C-90EB-083A-33D5F5F0F69A}"/>
          </ac:grpSpMkLst>
        </pc:grpChg>
        <pc:grpChg chg="add mod">
          <ac:chgData name="Robert de Groote" userId="2ce5265b-80a0-4fb8-a62a-8035e9b0c45a" providerId="ADAL" clId="{2F427DC0-94DD-4221-BDA8-C26CE314FA9F}" dt="2025-09-29T13:24:50.731" v="54982" actId="164"/>
          <ac:grpSpMkLst>
            <pc:docMk/>
            <pc:sldMk cId="2298626481" sldId="349"/>
            <ac:grpSpMk id="122" creationId="{38B3A509-D2D9-7F81-3597-5008EFD9D89D}"/>
          </ac:grpSpMkLst>
        </pc:grpChg>
        <pc:grpChg chg="add mod">
          <ac:chgData name="Robert de Groote" userId="2ce5265b-80a0-4fb8-a62a-8035e9b0c45a" providerId="ADAL" clId="{2F427DC0-94DD-4221-BDA8-C26CE314FA9F}" dt="2025-09-29T13:24:53.345" v="54983" actId="164"/>
          <ac:grpSpMkLst>
            <pc:docMk/>
            <pc:sldMk cId="2298626481" sldId="349"/>
            <ac:grpSpMk id="123" creationId="{C1FDB053-A899-390F-9A73-9EE6679173A9}"/>
          </ac:grpSpMkLst>
        </pc:grpChg>
        <pc:grpChg chg="add mod">
          <ac:chgData name="Robert de Groote" userId="2ce5265b-80a0-4fb8-a62a-8035e9b0c45a" providerId="ADAL" clId="{2F427DC0-94DD-4221-BDA8-C26CE314FA9F}" dt="2025-09-29T13:24:55.653" v="54984" actId="164"/>
          <ac:grpSpMkLst>
            <pc:docMk/>
            <pc:sldMk cId="2298626481" sldId="349"/>
            <ac:grpSpMk id="124" creationId="{9D0E39D0-8C0B-8E21-D1EB-53A57836E3CF}"/>
          </ac:grpSpMkLst>
        </pc:grpChg>
        <pc:grpChg chg="add mod">
          <ac:chgData name="Robert de Groote" userId="2ce5265b-80a0-4fb8-a62a-8035e9b0c45a" providerId="ADAL" clId="{2F427DC0-94DD-4221-BDA8-C26CE314FA9F}" dt="2025-09-29T13:24:58.982" v="54985" actId="164"/>
          <ac:grpSpMkLst>
            <pc:docMk/>
            <pc:sldMk cId="2298626481" sldId="349"/>
            <ac:grpSpMk id="125" creationId="{AF04388A-7C40-2A76-B519-D410ED198F7C}"/>
          </ac:grpSpMkLst>
        </pc:grpChg>
        <pc:grpChg chg="add mod">
          <ac:chgData name="Robert de Groote" userId="2ce5265b-80a0-4fb8-a62a-8035e9b0c45a" providerId="ADAL" clId="{2F427DC0-94DD-4221-BDA8-C26CE314FA9F}" dt="2025-09-29T13:25:01.385" v="54986" actId="164"/>
          <ac:grpSpMkLst>
            <pc:docMk/>
            <pc:sldMk cId="2298626481" sldId="349"/>
            <ac:grpSpMk id="126" creationId="{5F755A80-7E78-6C5D-6334-5A01DF5E5FBF}"/>
          </ac:grpSpMkLst>
        </pc:grpChg>
        <pc:grpChg chg="add mod">
          <ac:chgData name="Robert de Groote" userId="2ce5265b-80a0-4fb8-a62a-8035e9b0c45a" providerId="ADAL" clId="{2F427DC0-94DD-4221-BDA8-C26CE314FA9F}" dt="2025-09-29T13:25:06.396" v="54987" actId="164"/>
          <ac:grpSpMkLst>
            <pc:docMk/>
            <pc:sldMk cId="2298626481" sldId="349"/>
            <ac:grpSpMk id="127" creationId="{E09929C6-DD6F-B970-4C95-F2D52141B3E4}"/>
          </ac:grpSpMkLst>
        </pc:grpChg>
        <pc:grpChg chg="add mod">
          <ac:chgData name="Robert de Groote" userId="2ce5265b-80a0-4fb8-a62a-8035e9b0c45a" providerId="ADAL" clId="{2F427DC0-94DD-4221-BDA8-C26CE314FA9F}" dt="2025-09-29T13:25:08.940" v="54988" actId="164"/>
          <ac:grpSpMkLst>
            <pc:docMk/>
            <pc:sldMk cId="2298626481" sldId="349"/>
            <ac:grpSpMk id="128" creationId="{3F795E2B-6C61-71B9-064E-FC52EAEB7323}"/>
          </ac:grpSpMkLst>
        </pc:grpChg>
        <pc:grpChg chg="add del mod">
          <ac:chgData name="Robert de Groote" userId="2ce5265b-80a0-4fb8-a62a-8035e9b0c45a" providerId="ADAL" clId="{2F427DC0-94DD-4221-BDA8-C26CE314FA9F}" dt="2025-09-29T17:19:09.018" v="56725"/>
          <ac:grpSpMkLst>
            <pc:docMk/>
            <pc:sldMk cId="2298626481" sldId="349"/>
            <ac:grpSpMk id="136" creationId="{5D6C98BA-14F7-FFFA-5F08-3A1CE261074A}"/>
          </ac:grpSpMkLst>
        </pc:grpChg>
        <pc:cxnChg chg="add mod">
          <ac:chgData name="Robert de Groote" userId="2ce5265b-80a0-4fb8-a62a-8035e9b0c45a" providerId="ADAL" clId="{2F427DC0-94DD-4221-BDA8-C26CE314FA9F}" dt="2025-09-29T13:26:25.523" v="55020" actId="1582"/>
          <ac:cxnSpMkLst>
            <pc:docMk/>
            <pc:sldMk cId="2298626481" sldId="349"/>
            <ac:cxnSpMk id="131" creationId="{994D34DE-746A-1479-7AE5-574E786B46BE}"/>
          </ac:cxnSpMkLst>
        </pc:cxnChg>
        <pc:cxnChg chg="add mod">
          <ac:chgData name="Robert de Groote" userId="2ce5265b-80a0-4fb8-a62a-8035e9b0c45a" providerId="ADAL" clId="{2F427DC0-94DD-4221-BDA8-C26CE314FA9F}" dt="2025-09-29T13:26:37.361" v="55023" actId="14100"/>
          <ac:cxnSpMkLst>
            <pc:docMk/>
            <pc:sldMk cId="2298626481" sldId="349"/>
            <ac:cxnSpMk id="132" creationId="{FBA92D61-5B59-6E0A-F4C2-F3AE927B654F}"/>
          </ac:cxnSpMkLst>
        </pc:cxnChg>
      </pc:sldChg>
      <pc:sldChg chg="modSp add mod ord">
        <pc:chgData name="Robert de Groote" userId="2ce5265b-80a0-4fb8-a62a-8035e9b0c45a" providerId="ADAL" clId="{2F427DC0-94DD-4221-BDA8-C26CE314FA9F}" dt="2025-09-29T17:29:32.236" v="57247" actId="20577"/>
        <pc:sldMkLst>
          <pc:docMk/>
          <pc:sldMk cId="2217708825" sldId="350"/>
        </pc:sldMkLst>
        <pc:spChg chg="mod">
          <ac:chgData name="Robert de Groote" userId="2ce5265b-80a0-4fb8-a62a-8035e9b0c45a" providerId="ADAL" clId="{2F427DC0-94DD-4221-BDA8-C26CE314FA9F}" dt="2025-09-29T13:42:12.768" v="55418" actId="20577"/>
          <ac:spMkLst>
            <pc:docMk/>
            <pc:sldMk cId="2217708825" sldId="350"/>
            <ac:spMk id="2" creationId="{9DC0878B-6E5E-C53B-95A5-277DFDDAEFCC}"/>
          </ac:spMkLst>
        </pc:spChg>
        <pc:spChg chg="mod">
          <ac:chgData name="Robert de Groote" userId="2ce5265b-80a0-4fb8-a62a-8035e9b0c45a" providerId="ADAL" clId="{2F427DC0-94DD-4221-BDA8-C26CE314FA9F}" dt="2025-09-29T17:29:32.236" v="57247" actId="20577"/>
          <ac:spMkLst>
            <pc:docMk/>
            <pc:sldMk cId="2217708825" sldId="350"/>
            <ac:spMk id="3" creationId="{85AA0638-4F04-41B7-017A-80FF09EEEEE1}"/>
          </ac:spMkLst>
        </pc:spChg>
      </pc:sldChg>
      <pc:sldChg chg="addSp delSp modSp add del mod">
        <pc:chgData name="Robert de Groote" userId="2ce5265b-80a0-4fb8-a62a-8035e9b0c45a" providerId="ADAL" clId="{2F427DC0-94DD-4221-BDA8-C26CE314FA9F}" dt="2025-09-29T13:35:53.973" v="55200" actId="47"/>
        <pc:sldMkLst>
          <pc:docMk/>
          <pc:sldMk cId="369086216" sldId="351"/>
        </pc:sldMkLst>
        <pc:picChg chg="add mod">
          <ac:chgData name="Robert de Groote" userId="2ce5265b-80a0-4fb8-a62a-8035e9b0c45a" providerId="ADAL" clId="{2F427DC0-94DD-4221-BDA8-C26CE314FA9F}" dt="2025-09-29T09:11:30.923" v="42450" actId="1076"/>
          <ac:picMkLst>
            <pc:docMk/>
            <pc:sldMk cId="369086216" sldId="351"/>
            <ac:picMk id="5" creationId="{17A3D3FE-999D-6C05-169E-044B5AB74466}"/>
          </ac:picMkLst>
        </pc:picChg>
        <pc:picChg chg="del">
          <ac:chgData name="Robert de Groote" userId="2ce5265b-80a0-4fb8-a62a-8035e9b0c45a" providerId="ADAL" clId="{2F427DC0-94DD-4221-BDA8-C26CE314FA9F}" dt="2025-09-29T09:11:26.961" v="42447" actId="478"/>
          <ac:picMkLst>
            <pc:docMk/>
            <pc:sldMk cId="369086216" sldId="351"/>
            <ac:picMk id="1026" creationId="{F07C0A11-9ACD-2624-6610-6523D9957A9E}"/>
          </ac:picMkLst>
        </pc:picChg>
      </pc:sldChg>
      <pc:sldChg chg="addSp delSp modSp add del mod modTransition modAnim">
        <pc:chgData name="Robert de Groote" userId="2ce5265b-80a0-4fb8-a62a-8035e9b0c45a" providerId="ADAL" clId="{2F427DC0-94DD-4221-BDA8-C26CE314FA9F}" dt="2025-09-29T17:41:32.364" v="57352" actId="47"/>
        <pc:sldMkLst>
          <pc:docMk/>
          <pc:sldMk cId="1181527927" sldId="352"/>
        </pc:sldMkLst>
        <pc:spChg chg="mod">
          <ac:chgData name="Robert de Groote" userId="2ce5265b-80a0-4fb8-a62a-8035e9b0c45a" providerId="ADAL" clId="{2F427DC0-94DD-4221-BDA8-C26CE314FA9F}" dt="2025-09-29T10:42:36.162" v="46678" actId="20577"/>
          <ac:spMkLst>
            <pc:docMk/>
            <pc:sldMk cId="1181527927" sldId="352"/>
            <ac:spMk id="14" creationId="{0C6D7BAD-B7B0-94F8-1161-932D68052C39}"/>
          </ac:spMkLst>
        </pc:spChg>
        <pc:spChg chg="del">
          <ac:chgData name="Robert de Groote" userId="2ce5265b-80a0-4fb8-a62a-8035e9b0c45a" providerId="ADAL" clId="{2F427DC0-94DD-4221-BDA8-C26CE314FA9F}" dt="2025-09-29T09:13:11.620" v="42522" actId="478"/>
          <ac:spMkLst>
            <pc:docMk/>
            <pc:sldMk cId="1181527927" sldId="352"/>
            <ac:spMk id="26" creationId="{58686944-9CCF-DB06-FFC4-E32952469EED}"/>
          </ac:spMkLst>
        </pc:spChg>
        <pc:spChg chg="del mod">
          <ac:chgData name="Robert de Groote" userId="2ce5265b-80a0-4fb8-a62a-8035e9b0c45a" providerId="ADAL" clId="{2F427DC0-94DD-4221-BDA8-C26CE314FA9F}" dt="2025-09-29T09:13:05.797" v="42520" actId="478"/>
          <ac:spMkLst>
            <pc:docMk/>
            <pc:sldMk cId="1181527927" sldId="352"/>
            <ac:spMk id="27" creationId="{F55FE772-CC30-71C0-0232-A43C10D5EC2C}"/>
          </ac:spMkLst>
        </pc:spChg>
        <pc:spChg chg="mod modVis">
          <ac:chgData name="Robert de Groote" userId="2ce5265b-80a0-4fb8-a62a-8035e9b0c45a" providerId="ADAL" clId="{2F427DC0-94DD-4221-BDA8-C26CE314FA9F}" dt="2025-09-29T11:04:53.632" v="47062" actId="20577"/>
          <ac:spMkLst>
            <pc:docMk/>
            <pc:sldMk cId="1181527927" sldId="352"/>
            <ac:spMk id="30" creationId="{0E3CC6DD-99A1-2BC2-4B7B-6BE158E6544D}"/>
          </ac:spMkLst>
        </pc:spChg>
        <pc:spChg chg="add del mod">
          <ac:chgData name="Robert de Groote" userId="2ce5265b-80a0-4fb8-a62a-8035e9b0c45a" providerId="ADAL" clId="{2F427DC0-94DD-4221-BDA8-C26CE314FA9F}" dt="2025-09-29T09:12:47.149" v="42518"/>
          <ac:spMkLst>
            <pc:docMk/>
            <pc:sldMk cId="1181527927" sldId="352"/>
            <ac:spMk id="31" creationId="{30FAA3F8-1598-4530-DB27-17C37907F8D1}"/>
          </ac:spMkLst>
        </pc:spChg>
        <pc:spChg chg="add del mod">
          <ac:chgData name="Robert de Groote" userId="2ce5265b-80a0-4fb8-a62a-8035e9b0c45a" providerId="ADAL" clId="{2F427DC0-94DD-4221-BDA8-C26CE314FA9F}" dt="2025-09-29T09:12:47.149" v="42518"/>
          <ac:spMkLst>
            <pc:docMk/>
            <pc:sldMk cId="1181527927" sldId="352"/>
            <ac:spMk id="32" creationId="{D84E2499-CCF3-BE7A-08B1-3C0317F9D3AB}"/>
          </ac:spMkLst>
        </pc:spChg>
        <pc:spChg chg="add del mod">
          <ac:chgData name="Robert de Groote" userId="2ce5265b-80a0-4fb8-a62a-8035e9b0c45a" providerId="ADAL" clId="{2F427DC0-94DD-4221-BDA8-C26CE314FA9F}" dt="2025-09-29T09:12:47.034" v="42477"/>
          <ac:spMkLst>
            <pc:docMk/>
            <pc:sldMk cId="1181527927" sldId="352"/>
            <ac:spMk id="33" creationId="{AC8D3C5E-52A0-96CA-1C0F-C5C85C716C1F}"/>
          </ac:spMkLst>
        </pc:spChg>
        <pc:spChg chg="del">
          <ac:chgData name="Robert de Groote" userId="2ce5265b-80a0-4fb8-a62a-8035e9b0c45a" providerId="ADAL" clId="{2F427DC0-94DD-4221-BDA8-C26CE314FA9F}" dt="2025-09-29T09:12:36.391" v="42456" actId="478"/>
          <ac:spMkLst>
            <pc:docMk/>
            <pc:sldMk cId="1181527927" sldId="352"/>
            <ac:spMk id="34" creationId="{384D27C7-A6CC-A863-C630-086615CDEC85}"/>
          </ac:spMkLst>
        </pc:spChg>
        <pc:spChg chg="add del mod">
          <ac:chgData name="Robert de Groote" userId="2ce5265b-80a0-4fb8-a62a-8035e9b0c45a" providerId="ADAL" clId="{2F427DC0-94DD-4221-BDA8-C26CE314FA9F}" dt="2025-09-29T09:12:47.057" v="42486"/>
          <ac:spMkLst>
            <pc:docMk/>
            <pc:sldMk cId="1181527927" sldId="352"/>
            <ac:spMk id="35" creationId="{9CD24BFC-D641-3897-A63D-4628318A1FF6}"/>
          </ac:spMkLst>
        </pc:spChg>
        <pc:spChg chg="add del mod">
          <ac:chgData name="Robert de Groote" userId="2ce5265b-80a0-4fb8-a62a-8035e9b0c45a" providerId="ADAL" clId="{2F427DC0-94DD-4221-BDA8-C26CE314FA9F}" dt="2025-09-29T09:12:47.087" v="42495"/>
          <ac:spMkLst>
            <pc:docMk/>
            <pc:sldMk cId="1181527927" sldId="352"/>
            <ac:spMk id="37" creationId="{414D6762-0601-761B-289E-823AE77D7B6B}"/>
          </ac:spMkLst>
        </pc:spChg>
        <pc:spChg chg="add del mod">
          <ac:chgData name="Robert de Groote" userId="2ce5265b-80a0-4fb8-a62a-8035e9b0c45a" providerId="ADAL" clId="{2F427DC0-94DD-4221-BDA8-C26CE314FA9F}" dt="2025-09-29T09:12:47.119" v="42504"/>
          <ac:spMkLst>
            <pc:docMk/>
            <pc:sldMk cId="1181527927" sldId="352"/>
            <ac:spMk id="38" creationId="{EA73B66D-3D51-2949-38BD-2022971677D6}"/>
          </ac:spMkLst>
        </pc:spChg>
        <pc:spChg chg="del">
          <ac:chgData name="Robert de Groote" userId="2ce5265b-80a0-4fb8-a62a-8035e9b0c45a" providerId="ADAL" clId="{2F427DC0-94DD-4221-BDA8-C26CE314FA9F}" dt="2025-09-29T09:12:23.334" v="42453" actId="478"/>
          <ac:spMkLst>
            <pc:docMk/>
            <pc:sldMk cId="1181527927" sldId="352"/>
            <ac:spMk id="49" creationId="{E74691A6-801A-0C77-DACC-5D709FFFBC98}"/>
          </ac:spMkLst>
        </pc:spChg>
      </pc:sldChg>
      <pc:sldChg chg="addSp delSp modSp add del mod modTransition modAnim">
        <pc:chgData name="Robert de Groote" userId="2ce5265b-80a0-4fb8-a62a-8035e9b0c45a" providerId="ADAL" clId="{2F427DC0-94DD-4221-BDA8-C26CE314FA9F}" dt="2025-09-29T17:41:30.759" v="57351" actId="47"/>
        <pc:sldMkLst>
          <pc:docMk/>
          <pc:sldMk cId="2015659858" sldId="353"/>
        </pc:sldMkLst>
        <pc:spChg chg="mod">
          <ac:chgData name="Robert de Groote" userId="2ce5265b-80a0-4fb8-a62a-8035e9b0c45a" providerId="ADAL" clId="{2F427DC0-94DD-4221-BDA8-C26CE314FA9F}" dt="2025-09-29T10:42:28.527" v="46674" actId="20577"/>
          <ac:spMkLst>
            <pc:docMk/>
            <pc:sldMk cId="2015659858" sldId="353"/>
            <ac:spMk id="14" creationId="{EE3C3E59-3EDA-84FC-E5FD-6C33DE7D9CEA}"/>
          </ac:spMkLst>
        </pc:spChg>
        <pc:spChg chg="del">
          <ac:chgData name="Robert de Groote" userId="2ce5265b-80a0-4fb8-a62a-8035e9b0c45a" providerId="ADAL" clId="{2F427DC0-94DD-4221-BDA8-C26CE314FA9F}" dt="2025-09-29T09:15:11.011" v="42579" actId="478"/>
          <ac:spMkLst>
            <pc:docMk/>
            <pc:sldMk cId="2015659858" sldId="353"/>
            <ac:spMk id="26" creationId="{0393D77F-A75B-4C29-C5DF-3B37C4A03445}"/>
          </ac:spMkLst>
        </pc:spChg>
        <pc:spChg chg="mod">
          <ac:chgData name="Robert de Groote" userId="2ce5265b-80a0-4fb8-a62a-8035e9b0c45a" providerId="ADAL" clId="{2F427DC0-94DD-4221-BDA8-C26CE314FA9F}" dt="2025-09-29T10:42:31.204" v="46676" actId="20577"/>
          <ac:spMkLst>
            <pc:docMk/>
            <pc:sldMk cId="2015659858" sldId="353"/>
            <ac:spMk id="30" creationId="{A09754DD-91AA-D6FB-2CF2-0A5A9528E52E}"/>
          </ac:spMkLst>
        </pc:spChg>
        <pc:spChg chg="del">
          <ac:chgData name="Robert de Groote" userId="2ce5265b-80a0-4fb8-a62a-8035e9b0c45a" providerId="ADAL" clId="{2F427DC0-94DD-4221-BDA8-C26CE314FA9F}" dt="2025-09-29T09:15:12.566" v="42580" actId="478"/>
          <ac:spMkLst>
            <pc:docMk/>
            <pc:sldMk cId="2015659858" sldId="353"/>
            <ac:spMk id="34" creationId="{CE08C3E3-A515-E3FC-4C87-ADFF5C7FAA82}"/>
          </ac:spMkLst>
        </pc:spChg>
        <pc:picChg chg="add mod ord">
          <ac:chgData name="Robert de Groote" userId="2ce5265b-80a0-4fb8-a62a-8035e9b0c45a" providerId="ADAL" clId="{2F427DC0-94DD-4221-BDA8-C26CE314FA9F}" dt="2025-09-29T09:13:33.685" v="42573"/>
          <ac:picMkLst>
            <pc:docMk/>
            <pc:sldMk cId="2015659858" sldId="353"/>
            <ac:picMk id="32" creationId="{38847656-5CB2-EEF0-A143-237BFC6216E3}"/>
          </ac:picMkLst>
        </pc:picChg>
      </pc:sldChg>
      <pc:sldChg chg="addSp delSp modSp add mod modTransition modAnim">
        <pc:chgData name="Robert de Groote" userId="2ce5265b-80a0-4fb8-a62a-8035e9b0c45a" providerId="ADAL" clId="{2F427DC0-94DD-4221-BDA8-C26CE314FA9F}" dt="2025-09-30T08:18:44.060" v="57772" actId="20577"/>
        <pc:sldMkLst>
          <pc:docMk/>
          <pc:sldMk cId="122091193" sldId="354"/>
        </pc:sldMkLst>
        <pc:spChg chg="mod">
          <ac:chgData name="Robert de Groote" userId="2ce5265b-80a0-4fb8-a62a-8035e9b0c45a" providerId="ADAL" clId="{2F427DC0-94DD-4221-BDA8-C26CE314FA9F}" dt="2025-09-30T08:18:44.060" v="57772" actId="20577"/>
          <ac:spMkLst>
            <pc:docMk/>
            <pc:sldMk cId="122091193" sldId="354"/>
            <ac:spMk id="3" creationId="{E461E29B-06E0-2A46-C23F-466FBF902516}"/>
          </ac:spMkLst>
        </pc:spChg>
        <pc:spChg chg="mod">
          <ac:chgData name="Robert de Groote" userId="2ce5265b-80a0-4fb8-a62a-8035e9b0c45a" providerId="ADAL" clId="{2F427DC0-94DD-4221-BDA8-C26CE314FA9F}" dt="2025-09-29T10:14:02.705" v="43548"/>
          <ac:spMkLst>
            <pc:docMk/>
            <pc:sldMk cId="122091193" sldId="354"/>
            <ac:spMk id="4" creationId="{6ECA1ACE-DD87-A253-6AE8-5BD3EABDCB7B}"/>
          </ac:spMkLst>
        </pc:spChg>
        <pc:spChg chg="mod">
          <ac:chgData name="Robert de Groote" userId="2ce5265b-80a0-4fb8-a62a-8035e9b0c45a" providerId="ADAL" clId="{2F427DC0-94DD-4221-BDA8-C26CE314FA9F}" dt="2025-09-29T10:14:07.349" v="43610"/>
          <ac:spMkLst>
            <pc:docMk/>
            <pc:sldMk cId="122091193" sldId="354"/>
            <ac:spMk id="6" creationId="{3F10E40B-3958-8209-B11A-90EDA086FAA0}"/>
          </ac:spMkLst>
        </pc:spChg>
        <pc:spChg chg="mod">
          <ac:chgData name="Robert de Groote" userId="2ce5265b-80a0-4fb8-a62a-8035e9b0c45a" providerId="ADAL" clId="{2F427DC0-94DD-4221-BDA8-C26CE314FA9F}" dt="2025-09-29T10:14:11.694" v="43672"/>
          <ac:spMkLst>
            <pc:docMk/>
            <pc:sldMk cId="122091193" sldId="354"/>
            <ac:spMk id="8" creationId="{5F1ED601-6CB4-E45F-A72D-D93A18C1AF00}"/>
          </ac:spMkLst>
        </pc:spChg>
        <pc:spChg chg="mod">
          <ac:chgData name="Robert de Groote" userId="2ce5265b-80a0-4fb8-a62a-8035e9b0c45a" providerId="ADAL" clId="{2F427DC0-94DD-4221-BDA8-C26CE314FA9F}" dt="2025-09-29T10:14:15.196" v="43734"/>
          <ac:spMkLst>
            <pc:docMk/>
            <pc:sldMk cId="122091193" sldId="354"/>
            <ac:spMk id="10" creationId="{C6398B59-14EF-4D71-38BC-3D8E657D13D2}"/>
          </ac:spMkLst>
        </pc:spChg>
        <pc:spChg chg="mod">
          <ac:chgData name="Robert de Groote" userId="2ce5265b-80a0-4fb8-a62a-8035e9b0c45a" providerId="ADAL" clId="{2F427DC0-94DD-4221-BDA8-C26CE314FA9F}" dt="2025-09-29T10:14:18.429" v="43796"/>
          <ac:spMkLst>
            <pc:docMk/>
            <pc:sldMk cId="122091193" sldId="354"/>
            <ac:spMk id="12" creationId="{CB2A0330-6EF4-BD42-B308-62BEA7BFD06A}"/>
          </ac:spMkLst>
        </pc:spChg>
        <pc:spChg chg="mod">
          <ac:chgData name="Robert de Groote" userId="2ce5265b-80a0-4fb8-a62a-8035e9b0c45a" providerId="ADAL" clId="{2F427DC0-94DD-4221-BDA8-C26CE314FA9F}" dt="2025-09-29T10:14:21.584" v="43858"/>
          <ac:spMkLst>
            <pc:docMk/>
            <pc:sldMk cId="122091193" sldId="354"/>
            <ac:spMk id="14" creationId="{B469971E-19B8-3B0E-94D0-735348625D92}"/>
          </ac:spMkLst>
        </pc:spChg>
        <pc:spChg chg="mod">
          <ac:chgData name="Robert de Groote" userId="2ce5265b-80a0-4fb8-a62a-8035e9b0c45a" providerId="ADAL" clId="{2F427DC0-94DD-4221-BDA8-C26CE314FA9F}" dt="2025-09-29T10:14:24.031" v="43920"/>
          <ac:spMkLst>
            <pc:docMk/>
            <pc:sldMk cId="122091193" sldId="354"/>
            <ac:spMk id="16" creationId="{A088B848-C101-A1FD-648E-44D30AE9D45D}"/>
          </ac:spMkLst>
        </pc:spChg>
        <pc:spChg chg="mod">
          <ac:chgData name="Robert de Groote" userId="2ce5265b-80a0-4fb8-a62a-8035e9b0c45a" providerId="ADAL" clId="{2F427DC0-94DD-4221-BDA8-C26CE314FA9F}" dt="2025-09-29T10:14:26.691" v="43982"/>
          <ac:spMkLst>
            <pc:docMk/>
            <pc:sldMk cId="122091193" sldId="354"/>
            <ac:spMk id="18" creationId="{62C51E9D-3ABA-FAA9-BAAD-2D484918957A}"/>
          </ac:spMkLst>
        </pc:spChg>
        <pc:spChg chg="mod">
          <ac:chgData name="Robert de Groote" userId="2ce5265b-80a0-4fb8-a62a-8035e9b0c45a" providerId="ADAL" clId="{2F427DC0-94DD-4221-BDA8-C26CE314FA9F}" dt="2025-09-29T10:14:29.571" v="44044"/>
          <ac:spMkLst>
            <pc:docMk/>
            <pc:sldMk cId="122091193" sldId="354"/>
            <ac:spMk id="20" creationId="{98FE2371-65DB-F9BF-5EEE-4251465DDBF9}"/>
          </ac:spMkLst>
        </pc:spChg>
        <pc:spChg chg="mod">
          <ac:chgData name="Robert de Groote" userId="2ce5265b-80a0-4fb8-a62a-8035e9b0c45a" providerId="ADAL" clId="{2F427DC0-94DD-4221-BDA8-C26CE314FA9F}" dt="2025-09-29T10:14:32.221" v="44106"/>
          <ac:spMkLst>
            <pc:docMk/>
            <pc:sldMk cId="122091193" sldId="354"/>
            <ac:spMk id="22" creationId="{AD650771-A236-B7A8-1266-F8395C74FAEB}"/>
          </ac:spMkLst>
        </pc:spChg>
        <pc:spChg chg="mod">
          <ac:chgData name="Robert de Groote" userId="2ce5265b-80a0-4fb8-a62a-8035e9b0c45a" providerId="ADAL" clId="{2F427DC0-94DD-4221-BDA8-C26CE314FA9F}" dt="2025-09-29T10:14:35.060" v="44168"/>
          <ac:spMkLst>
            <pc:docMk/>
            <pc:sldMk cId="122091193" sldId="354"/>
            <ac:spMk id="24" creationId="{8BCFFFA9-DFBC-005A-B695-34FB55AE721C}"/>
          </ac:spMkLst>
        </pc:spChg>
        <pc:spChg chg="mod">
          <ac:chgData name="Robert de Groote" userId="2ce5265b-80a0-4fb8-a62a-8035e9b0c45a" providerId="ADAL" clId="{2F427DC0-94DD-4221-BDA8-C26CE314FA9F}" dt="2025-09-29T17:35:51.772" v="57308" actId="20577"/>
          <ac:spMkLst>
            <pc:docMk/>
            <pc:sldMk cId="122091193" sldId="354"/>
            <ac:spMk id="27" creationId="{8DD977B7-F275-142B-1C99-CF5E1F4E9062}"/>
          </ac:spMkLst>
        </pc:spChg>
        <pc:spChg chg="mod">
          <ac:chgData name="Robert de Groote" userId="2ce5265b-80a0-4fb8-a62a-8035e9b0c45a" providerId="ADAL" clId="{2F427DC0-94DD-4221-BDA8-C26CE314FA9F}" dt="2025-09-29T17:35:54.746" v="57312" actId="20577"/>
          <ac:spMkLst>
            <pc:docMk/>
            <pc:sldMk cId="122091193" sldId="354"/>
            <ac:spMk id="28" creationId="{5AB52872-142B-137B-24F0-4FD353E07449}"/>
          </ac:spMkLst>
        </pc:spChg>
        <pc:spChg chg="mod">
          <ac:chgData name="Robert de Groote" userId="2ce5265b-80a0-4fb8-a62a-8035e9b0c45a" providerId="ADAL" clId="{2F427DC0-94DD-4221-BDA8-C26CE314FA9F}" dt="2025-09-29T17:39:38.647" v="57348" actId="20577"/>
          <ac:spMkLst>
            <pc:docMk/>
            <pc:sldMk cId="122091193" sldId="354"/>
            <ac:spMk id="29" creationId="{41DA3758-DBC3-DCCE-E8D1-E7F33BEA8BC1}"/>
          </ac:spMkLst>
        </pc:spChg>
        <pc:spChg chg="mod">
          <ac:chgData name="Robert de Groote" userId="2ce5265b-80a0-4fb8-a62a-8035e9b0c45a" providerId="ADAL" clId="{2F427DC0-94DD-4221-BDA8-C26CE314FA9F}" dt="2025-09-29T17:36:15.667" v="57323" actId="108"/>
          <ac:spMkLst>
            <pc:docMk/>
            <pc:sldMk cId="122091193" sldId="354"/>
            <ac:spMk id="30" creationId="{9E60708F-57F3-812C-C606-05B8BC1C01F0}"/>
          </ac:spMkLst>
        </pc:spChg>
        <pc:spChg chg="add del mod topLvl">
          <ac:chgData name="Robert de Groote" userId="2ce5265b-80a0-4fb8-a62a-8035e9b0c45a" providerId="ADAL" clId="{2F427DC0-94DD-4221-BDA8-C26CE314FA9F}" dt="2025-09-29T10:17:44.001" v="44289" actId="478"/>
          <ac:spMkLst>
            <pc:docMk/>
            <pc:sldMk cId="122091193" sldId="354"/>
            <ac:spMk id="34" creationId="{FEA1025F-5881-0F00-480B-6FA716FD9DE0}"/>
          </ac:spMkLst>
        </pc:spChg>
        <pc:spChg chg="add del mod topLvl">
          <ac:chgData name="Robert de Groote" userId="2ce5265b-80a0-4fb8-a62a-8035e9b0c45a" providerId="ADAL" clId="{2F427DC0-94DD-4221-BDA8-C26CE314FA9F}" dt="2025-09-29T10:44:05.122" v="46692" actId="478"/>
          <ac:spMkLst>
            <pc:docMk/>
            <pc:sldMk cId="122091193" sldId="354"/>
            <ac:spMk id="36" creationId="{05738C8B-4CF6-F303-A94A-858019FB07E9}"/>
          </ac:spMkLst>
        </pc:spChg>
        <pc:spChg chg="add del mod">
          <ac:chgData name="Robert de Groote" userId="2ce5265b-80a0-4fb8-a62a-8035e9b0c45a" providerId="ADAL" clId="{2F427DC0-94DD-4221-BDA8-C26CE314FA9F}" dt="2025-09-29T09:42:15.232" v="42751"/>
          <ac:spMkLst>
            <pc:docMk/>
            <pc:sldMk cId="122091193" sldId="354"/>
            <ac:spMk id="37" creationId="{2B1C23BB-D821-AC99-85D8-759C56985613}"/>
          </ac:spMkLst>
        </pc:spChg>
        <pc:spChg chg="add del mod">
          <ac:chgData name="Robert de Groote" userId="2ce5265b-80a0-4fb8-a62a-8035e9b0c45a" providerId="ADAL" clId="{2F427DC0-94DD-4221-BDA8-C26CE314FA9F}" dt="2025-09-29T09:42:15.232" v="42751"/>
          <ac:spMkLst>
            <pc:docMk/>
            <pc:sldMk cId="122091193" sldId="354"/>
            <ac:spMk id="38" creationId="{D560FB2D-DD1F-00CF-8128-9B3BE0F402B4}"/>
          </ac:spMkLst>
        </pc:spChg>
        <pc:spChg chg="add del mod">
          <ac:chgData name="Robert de Groote" userId="2ce5265b-80a0-4fb8-a62a-8035e9b0c45a" providerId="ADAL" clId="{2F427DC0-94DD-4221-BDA8-C26CE314FA9F}" dt="2025-09-29T09:42:15.154" v="42712"/>
          <ac:spMkLst>
            <pc:docMk/>
            <pc:sldMk cId="122091193" sldId="354"/>
            <ac:spMk id="39" creationId="{EFE9E081-ADB4-8794-A57C-E69FA78DDBF2}"/>
          </ac:spMkLst>
        </pc:spChg>
        <pc:spChg chg="add del mod">
          <ac:chgData name="Robert de Groote" userId="2ce5265b-80a0-4fb8-a62a-8035e9b0c45a" providerId="ADAL" clId="{2F427DC0-94DD-4221-BDA8-C26CE314FA9F}" dt="2025-09-29T09:42:15.186" v="42721"/>
          <ac:spMkLst>
            <pc:docMk/>
            <pc:sldMk cId="122091193" sldId="354"/>
            <ac:spMk id="40" creationId="{077E973F-E85D-E58E-7B33-7B2B02FDFE3F}"/>
          </ac:spMkLst>
        </pc:spChg>
        <pc:spChg chg="add del mod">
          <ac:chgData name="Robert de Groote" userId="2ce5265b-80a0-4fb8-a62a-8035e9b0c45a" providerId="ADAL" clId="{2F427DC0-94DD-4221-BDA8-C26CE314FA9F}" dt="2025-09-29T09:42:15.201" v="42730"/>
          <ac:spMkLst>
            <pc:docMk/>
            <pc:sldMk cId="122091193" sldId="354"/>
            <ac:spMk id="41" creationId="{BB243EBD-12D0-C046-6F15-FD1B41FDAD0C}"/>
          </ac:spMkLst>
        </pc:spChg>
        <pc:spChg chg="add del mod">
          <ac:chgData name="Robert de Groote" userId="2ce5265b-80a0-4fb8-a62a-8035e9b0c45a" providerId="ADAL" clId="{2F427DC0-94DD-4221-BDA8-C26CE314FA9F}" dt="2025-09-29T09:42:15.217" v="42739"/>
          <ac:spMkLst>
            <pc:docMk/>
            <pc:sldMk cId="122091193" sldId="354"/>
            <ac:spMk id="42" creationId="{8B85D3D8-811C-412F-485B-5609F9F3857B}"/>
          </ac:spMkLst>
        </pc:spChg>
        <pc:spChg chg="add del mod">
          <ac:chgData name="Robert de Groote" userId="2ce5265b-80a0-4fb8-a62a-8035e9b0c45a" providerId="ADAL" clId="{2F427DC0-94DD-4221-BDA8-C26CE314FA9F}" dt="2025-09-29T09:42:25.612" v="42835"/>
          <ac:spMkLst>
            <pc:docMk/>
            <pc:sldMk cId="122091193" sldId="354"/>
            <ac:spMk id="45" creationId="{4273A069-B522-B6D8-C2B2-22F62B59105F}"/>
          </ac:spMkLst>
        </pc:spChg>
        <pc:spChg chg="add del mod">
          <ac:chgData name="Robert de Groote" userId="2ce5265b-80a0-4fb8-a62a-8035e9b0c45a" providerId="ADAL" clId="{2F427DC0-94DD-4221-BDA8-C26CE314FA9F}" dt="2025-09-29T09:42:25.612" v="42835"/>
          <ac:spMkLst>
            <pc:docMk/>
            <pc:sldMk cId="122091193" sldId="354"/>
            <ac:spMk id="46" creationId="{62C63782-86D7-CFBF-28D7-CB6E8D9B174B}"/>
          </ac:spMkLst>
        </pc:spChg>
        <pc:spChg chg="add del mod">
          <ac:chgData name="Robert de Groote" userId="2ce5265b-80a0-4fb8-a62a-8035e9b0c45a" providerId="ADAL" clId="{2F427DC0-94DD-4221-BDA8-C26CE314FA9F}" dt="2025-09-29T09:42:25.533" v="42796"/>
          <ac:spMkLst>
            <pc:docMk/>
            <pc:sldMk cId="122091193" sldId="354"/>
            <ac:spMk id="47" creationId="{0AB7D4CB-78A1-F420-861D-F76F56AC95BA}"/>
          </ac:spMkLst>
        </pc:spChg>
        <pc:spChg chg="add del mod">
          <ac:chgData name="Robert de Groote" userId="2ce5265b-80a0-4fb8-a62a-8035e9b0c45a" providerId="ADAL" clId="{2F427DC0-94DD-4221-BDA8-C26CE314FA9F}" dt="2025-09-29T09:42:25.564" v="42805"/>
          <ac:spMkLst>
            <pc:docMk/>
            <pc:sldMk cId="122091193" sldId="354"/>
            <ac:spMk id="48" creationId="{ECA404F1-4340-78A5-C988-DE98F02F5503}"/>
          </ac:spMkLst>
        </pc:spChg>
        <pc:spChg chg="add del mod">
          <ac:chgData name="Robert de Groote" userId="2ce5265b-80a0-4fb8-a62a-8035e9b0c45a" providerId="ADAL" clId="{2F427DC0-94DD-4221-BDA8-C26CE314FA9F}" dt="2025-09-29T09:42:25.580" v="42814"/>
          <ac:spMkLst>
            <pc:docMk/>
            <pc:sldMk cId="122091193" sldId="354"/>
            <ac:spMk id="49" creationId="{EE8A0B0E-058D-DF51-FEA3-B82174273F6E}"/>
          </ac:spMkLst>
        </pc:spChg>
        <pc:spChg chg="add del mod">
          <ac:chgData name="Robert de Groote" userId="2ce5265b-80a0-4fb8-a62a-8035e9b0c45a" providerId="ADAL" clId="{2F427DC0-94DD-4221-BDA8-C26CE314FA9F}" dt="2025-09-29T09:42:25.601" v="42823"/>
          <ac:spMkLst>
            <pc:docMk/>
            <pc:sldMk cId="122091193" sldId="354"/>
            <ac:spMk id="50" creationId="{1EBAA337-48D3-001C-5847-698EB1B83947}"/>
          </ac:spMkLst>
        </pc:spChg>
        <pc:spChg chg="add del mod">
          <ac:chgData name="Robert de Groote" userId="2ce5265b-80a0-4fb8-a62a-8035e9b0c45a" providerId="ADAL" clId="{2F427DC0-94DD-4221-BDA8-C26CE314FA9F}" dt="2025-09-29T09:42:33.349" v="42895"/>
          <ac:spMkLst>
            <pc:docMk/>
            <pc:sldMk cId="122091193" sldId="354"/>
            <ac:spMk id="51" creationId="{DB680179-43DF-A794-544F-E948C7D7D80C}"/>
          </ac:spMkLst>
        </pc:spChg>
        <pc:spChg chg="add del mod">
          <ac:chgData name="Robert de Groote" userId="2ce5265b-80a0-4fb8-a62a-8035e9b0c45a" providerId="ADAL" clId="{2F427DC0-94DD-4221-BDA8-C26CE314FA9F}" dt="2025-09-29T09:42:33.349" v="42895"/>
          <ac:spMkLst>
            <pc:docMk/>
            <pc:sldMk cId="122091193" sldId="354"/>
            <ac:spMk id="52" creationId="{B87B909D-2D16-DDA3-34CD-69C1A1DE5BFF}"/>
          </ac:spMkLst>
        </pc:spChg>
        <pc:spChg chg="add del mod">
          <ac:chgData name="Robert de Groote" userId="2ce5265b-80a0-4fb8-a62a-8035e9b0c45a" providerId="ADAL" clId="{2F427DC0-94DD-4221-BDA8-C26CE314FA9F}" dt="2025-09-29T09:42:33.251" v="42856"/>
          <ac:spMkLst>
            <pc:docMk/>
            <pc:sldMk cId="122091193" sldId="354"/>
            <ac:spMk id="53" creationId="{3B77692B-D19D-07BD-DEFF-8D355A6FE4D5}"/>
          </ac:spMkLst>
        </pc:spChg>
        <pc:spChg chg="add del mod">
          <ac:chgData name="Robert de Groote" userId="2ce5265b-80a0-4fb8-a62a-8035e9b0c45a" providerId="ADAL" clId="{2F427DC0-94DD-4221-BDA8-C26CE314FA9F}" dt="2025-09-29T09:42:33.282" v="42865"/>
          <ac:spMkLst>
            <pc:docMk/>
            <pc:sldMk cId="122091193" sldId="354"/>
            <ac:spMk id="54" creationId="{F8B3F4A5-0A52-2710-54CB-27A37BED00C9}"/>
          </ac:spMkLst>
        </pc:spChg>
        <pc:spChg chg="add del mod">
          <ac:chgData name="Robert de Groote" userId="2ce5265b-80a0-4fb8-a62a-8035e9b0c45a" providerId="ADAL" clId="{2F427DC0-94DD-4221-BDA8-C26CE314FA9F}" dt="2025-09-29T09:42:33.302" v="42874"/>
          <ac:spMkLst>
            <pc:docMk/>
            <pc:sldMk cId="122091193" sldId="354"/>
            <ac:spMk id="55" creationId="{B5264A28-A2D3-EC38-03CB-82EF7F2F5C04}"/>
          </ac:spMkLst>
        </pc:spChg>
        <pc:spChg chg="add del mod">
          <ac:chgData name="Robert de Groote" userId="2ce5265b-80a0-4fb8-a62a-8035e9b0c45a" providerId="ADAL" clId="{2F427DC0-94DD-4221-BDA8-C26CE314FA9F}" dt="2025-09-29T09:42:33.318" v="42883"/>
          <ac:spMkLst>
            <pc:docMk/>
            <pc:sldMk cId="122091193" sldId="354"/>
            <ac:spMk id="56" creationId="{6F7317F3-26A0-9CBD-C1A2-D460F046FCDA}"/>
          </ac:spMkLst>
        </pc:spChg>
        <pc:spChg chg="add del mod">
          <ac:chgData name="Robert de Groote" userId="2ce5265b-80a0-4fb8-a62a-8035e9b0c45a" providerId="ADAL" clId="{2F427DC0-94DD-4221-BDA8-C26CE314FA9F}" dt="2025-09-29T09:42:37.908" v="42937"/>
          <ac:spMkLst>
            <pc:docMk/>
            <pc:sldMk cId="122091193" sldId="354"/>
            <ac:spMk id="57" creationId="{1AA6D078-430E-114A-6815-8EA24F30E8F1}"/>
          </ac:spMkLst>
        </pc:spChg>
        <pc:spChg chg="add del mod">
          <ac:chgData name="Robert de Groote" userId="2ce5265b-80a0-4fb8-a62a-8035e9b0c45a" providerId="ADAL" clId="{2F427DC0-94DD-4221-BDA8-C26CE314FA9F}" dt="2025-09-29T09:42:37.861" v="42916"/>
          <ac:spMkLst>
            <pc:docMk/>
            <pc:sldMk cId="122091193" sldId="354"/>
            <ac:spMk id="59" creationId="{68DF8047-AA14-4CF9-6D4A-889D11B17835}"/>
          </ac:spMkLst>
        </pc:spChg>
        <pc:spChg chg="add del mod">
          <ac:chgData name="Robert de Groote" userId="2ce5265b-80a0-4fb8-a62a-8035e9b0c45a" providerId="ADAL" clId="{2F427DC0-94DD-4221-BDA8-C26CE314FA9F}" dt="2025-09-29T09:42:37.876" v="42925"/>
          <ac:spMkLst>
            <pc:docMk/>
            <pc:sldMk cId="122091193" sldId="354"/>
            <ac:spMk id="60" creationId="{3E11DF56-6518-82E8-0914-DF240F34E30C}"/>
          </ac:spMkLst>
        </pc:spChg>
        <pc:spChg chg="add del mod">
          <ac:chgData name="Robert de Groote" userId="2ce5265b-80a0-4fb8-a62a-8035e9b0c45a" providerId="ADAL" clId="{2F427DC0-94DD-4221-BDA8-C26CE314FA9F}" dt="2025-09-29T09:42:42.882" v="42979"/>
          <ac:spMkLst>
            <pc:docMk/>
            <pc:sldMk cId="122091193" sldId="354"/>
            <ac:spMk id="61" creationId="{A6CAE78D-1DCD-6BDD-8AB9-6C6EBE7FBAAE}"/>
          </ac:spMkLst>
        </pc:spChg>
        <pc:spChg chg="add del mod">
          <ac:chgData name="Robert de Groote" userId="2ce5265b-80a0-4fb8-a62a-8035e9b0c45a" providerId="ADAL" clId="{2F427DC0-94DD-4221-BDA8-C26CE314FA9F}" dt="2025-09-29T09:42:42.835" v="42958"/>
          <ac:spMkLst>
            <pc:docMk/>
            <pc:sldMk cId="122091193" sldId="354"/>
            <ac:spMk id="63" creationId="{AFDB5118-9AC5-1F58-50A0-0ADB328C8B3E}"/>
          </ac:spMkLst>
        </pc:spChg>
        <pc:spChg chg="add del mod">
          <ac:chgData name="Robert de Groote" userId="2ce5265b-80a0-4fb8-a62a-8035e9b0c45a" providerId="ADAL" clId="{2F427DC0-94DD-4221-BDA8-C26CE314FA9F}" dt="2025-09-29T09:42:42.866" v="42967"/>
          <ac:spMkLst>
            <pc:docMk/>
            <pc:sldMk cId="122091193" sldId="354"/>
            <ac:spMk id="64" creationId="{17E1BB10-13B3-E62F-DF7C-4CA0482533E7}"/>
          </ac:spMkLst>
        </pc:spChg>
        <pc:spChg chg="add mod">
          <ac:chgData name="Robert de Groote" userId="2ce5265b-80a0-4fb8-a62a-8035e9b0c45a" providerId="ADAL" clId="{2F427DC0-94DD-4221-BDA8-C26CE314FA9F}" dt="2025-09-29T10:14:02.726" v="43552"/>
          <ac:spMkLst>
            <pc:docMk/>
            <pc:sldMk cId="122091193" sldId="354"/>
            <ac:spMk id="65" creationId="{D32980A3-66B1-1FD8-3058-6B52BB44A1A5}"/>
          </ac:spMkLst>
        </pc:spChg>
        <pc:spChg chg="mod">
          <ac:chgData name="Robert de Groote" userId="2ce5265b-80a0-4fb8-a62a-8035e9b0c45a" providerId="ADAL" clId="{2F427DC0-94DD-4221-BDA8-C26CE314FA9F}" dt="2025-09-29T10:14:07.365" v="43614"/>
          <ac:spMkLst>
            <pc:docMk/>
            <pc:sldMk cId="122091193" sldId="354"/>
            <ac:spMk id="66" creationId="{EEEB8CDD-04BF-ACE2-F1C1-C544C246FF71}"/>
          </ac:spMkLst>
        </pc:spChg>
        <pc:spChg chg="add mod">
          <ac:chgData name="Robert de Groote" userId="2ce5265b-80a0-4fb8-a62a-8035e9b0c45a" providerId="ADAL" clId="{2F427DC0-94DD-4221-BDA8-C26CE314FA9F}" dt="2025-09-29T10:14:11.708" v="43676"/>
          <ac:spMkLst>
            <pc:docMk/>
            <pc:sldMk cId="122091193" sldId="354"/>
            <ac:spMk id="67" creationId="{138B1562-0F1D-2E67-5DA4-7CD11961FA48}"/>
          </ac:spMkLst>
        </pc:spChg>
        <pc:spChg chg="add mod">
          <ac:chgData name="Robert de Groote" userId="2ce5265b-80a0-4fb8-a62a-8035e9b0c45a" providerId="ADAL" clId="{2F427DC0-94DD-4221-BDA8-C26CE314FA9F}" dt="2025-09-29T10:14:15.212" v="43738"/>
          <ac:spMkLst>
            <pc:docMk/>
            <pc:sldMk cId="122091193" sldId="354"/>
            <ac:spMk id="68" creationId="{4526AF78-90E4-23FB-3CEF-C8BB261BF4D3}"/>
          </ac:spMkLst>
        </pc:spChg>
        <pc:spChg chg="add mod">
          <ac:chgData name="Robert de Groote" userId="2ce5265b-80a0-4fb8-a62a-8035e9b0c45a" providerId="ADAL" clId="{2F427DC0-94DD-4221-BDA8-C26CE314FA9F}" dt="2025-09-29T10:22:10.793" v="45275"/>
          <ac:spMkLst>
            <pc:docMk/>
            <pc:sldMk cId="122091193" sldId="354"/>
            <ac:spMk id="69" creationId="{AE374271-7156-D8F6-E081-88E0789850CB}"/>
          </ac:spMkLst>
        </pc:spChg>
        <pc:spChg chg="add mod">
          <ac:chgData name="Robert de Groote" userId="2ce5265b-80a0-4fb8-a62a-8035e9b0c45a" providerId="ADAL" clId="{2F427DC0-94DD-4221-BDA8-C26CE314FA9F}" dt="2025-09-29T10:19:24.599" v="44567"/>
          <ac:spMkLst>
            <pc:docMk/>
            <pc:sldMk cId="122091193" sldId="354"/>
            <ac:spMk id="70" creationId="{7B303C6D-6B4E-B15F-1839-75841E04C85C}"/>
          </ac:spMkLst>
        </pc:spChg>
        <pc:spChg chg="add mod">
          <ac:chgData name="Robert de Groote" userId="2ce5265b-80a0-4fb8-a62a-8035e9b0c45a" providerId="ADAL" clId="{2F427DC0-94DD-4221-BDA8-C26CE314FA9F}" dt="2025-09-29T10:14:24.037" v="43924"/>
          <ac:spMkLst>
            <pc:docMk/>
            <pc:sldMk cId="122091193" sldId="354"/>
            <ac:spMk id="71" creationId="{8B9ADC56-C474-27AB-09AE-F283982735C3}"/>
          </ac:spMkLst>
        </pc:spChg>
        <pc:spChg chg="add mod">
          <ac:chgData name="Robert de Groote" userId="2ce5265b-80a0-4fb8-a62a-8035e9b0c45a" providerId="ADAL" clId="{2F427DC0-94DD-4221-BDA8-C26CE314FA9F}" dt="2025-09-29T10:19:28.958" v="44627"/>
          <ac:spMkLst>
            <pc:docMk/>
            <pc:sldMk cId="122091193" sldId="354"/>
            <ac:spMk id="72" creationId="{73049935-56F1-60DD-4CA3-728796269F3E}"/>
          </ac:spMkLst>
        </pc:spChg>
        <pc:spChg chg="add mod">
          <ac:chgData name="Robert de Groote" userId="2ce5265b-80a0-4fb8-a62a-8035e9b0c45a" providerId="ADAL" clId="{2F427DC0-94DD-4221-BDA8-C26CE314FA9F}" dt="2025-09-29T10:14:29.586" v="44048"/>
          <ac:spMkLst>
            <pc:docMk/>
            <pc:sldMk cId="122091193" sldId="354"/>
            <ac:spMk id="73" creationId="{28B0EF31-5115-CD3C-6370-B35B3AEB1D64}"/>
          </ac:spMkLst>
        </pc:spChg>
        <pc:spChg chg="add mod">
          <ac:chgData name="Robert de Groote" userId="2ce5265b-80a0-4fb8-a62a-8035e9b0c45a" providerId="ADAL" clId="{2F427DC0-94DD-4221-BDA8-C26CE314FA9F}" dt="2025-09-29T10:19:34.430" v="44687"/>
          <ac:spMkLst>
            <pc:docMk/>
            <pc:sldMk cId="122091193" sldId="354"/>
            <ac:spMk id="74" creationId="{94549F55-EDCE-D65F-CC62-A98B0268AF39}"/>
          </ac:spMkLst>
        </pc:spChg>
        <pc:spChg chg="add mod">
          <ac:chgData name="Robert de Groote" userId="2ce5265b-80a0-4fb8-a62a-8035e9b0c45a" providerId="ADAL" clId="{2F427DC0-94DD-4221-BDA8-C26CE314FA9F}" dt="2025-09-29T10:14:35.069" v="44172"/>
          <ac:spMkLst>
            <pc:docMk/>
            <pc:sldMk cId="122091193" sldId="354"/>
            <ac:spMk id="75" creationId="{03F419A0-0831-CCD9-1E2B-C47A39E4B2A0}"/>
          </ac:spMkLst>
        </pc:spChg>
        <pc:spChg chg="del mod topLvl">
          <ac:chgData name="Robert de Groote" userId="2ce5265b-80a0-4fb8-a62a-8035e9b0c45a" providerId="ADAL" clId="{2F427DC0-94DD-4221-BDA8-C26CE314FA9F}" dt="2025-09-29T10:44:04.309" v="46691" actId="478"/>
          <ac:spMkLst>
            <pc:docMk/>
            <pc:sldMk cId="122091193" sldId="354"/>
            <ac:spMk id="80" creationId="{F4649DD4-098A-BDD1-859A-89677128046E}"/>
          </ac:spMkLst>
        </pc:spChg>
        <pc:spChg chg="add mod">
          <ac:chgData name="Robert de Groote" userId="2ce5265b-80a0-4fb8-a62a-8035e9b0c45a" providerId="ADAL" clId="{2F427DC0-94DD-4221-BDA8-C26CE314FA9F}" dt="2025-09-29T10:34:54.582" v="46591" actId="20577"/>
          <ac:spMkLst>
            <pc:docMk/>
            <pc:sldMk cId="122091193" sldId="354"/>
            <ac:spMk id="81" creationId="{8529601D-8970-D2DC-C301-E3CBB80EB174}"/>
          </ac:spMkLst>
        </pc:spChg>
        <pc:spChg chg="add mod">
          <ac:chgData name="Robert de Groote" userId="2ce5265b-80a0-4fb8-a62a-8035e9b0c45a" providerId="ADAL" clId="{2F427DC0-94DD-4221-BDA8-C26CE314FA9F}" dt="2025-09-29T10:22:24.717" v="45397"/>
          <ac:spMkLst>
            <pc:docMk/>
            <pc:sldMk cId="122091193" sldId="354"/>
            <ac:spMk id="82" creationId="{2F242D92-5CDB-6F9F-7E95-B161C6EF0888}"/>
          </ac:spMkLst>
        </pc:spChg>
        <pc:spChg chg="add del mod">
          <ac:chgData name="Robert de Groote" userId="2ce5265b-80a0-4fb8-a62a-8035e9b0c45a" providerId="ADAL" clId="{2F427DC0-94DD-4221-BDA8-C26CE314FA9F}" dt="2025-09-29T10:44:03.253" v="46690" actId="478"/>
          <ac:spMkLst>
            <pc:docMk/>
            <pc:sldMk cId="122091193" sldId="354"/>
            <ac:spMk id="83" creationId="{53840A7D-66C1-123D-2722-438FA0504DBC}"/>
          </ac:spMkLst>
        </pc:spChg>
        <pc:spChg chg="add mod">
          <ac:chgData name="Robert de Groote" userId="2ce5265b-80a0-4fb8-a62a-8035e9b0c45a" providerId="ADAL" clId="{2F427DC0-94DD-4221-BDA8-C26CE314FA9F}" dt="2025-09-29T10:37:15.720" v="46634" actId="20577"/>
          <ac:spMkLst>
            <pc:docMk/>
            <pc:sldMk cId="122091193" sldId="354"/>
            <ac:spMk id="84" creationId="{E028400F-FF15-42C6-EE08-FD011D21D921}"/>
          </ac:spMkLst>
        </pc:spChg>
        <pc:spChg chg="add mod">
          <ac:chgData name="Robert de Groote" userId="2ce5265b-80a0-4fb8-a62a-8035e9b0c45a" providerId="ADAL" clId="{2F427DC0-94DD-4221-BDA8-C26CE314FA9F}" dt="2025-09-29T10:19:28.960" v="44631"/>
          <ac:spMkLst>
            <pc:docMk/>
            <pc:sldMk cId="122091193" sldId="354"/>
            <ac:spMk id="85" creationId="{D84D8AC2-D099-E6BA-E30E-C7B31A8DA121}"/>
          </ac:spMkLst>
        </pc:spChg>
        <pc:spChg chg="add mod">
          <ac:chgData name="Robert de Groote" userId="2ce5265b-80a0-4fb8-a62a-8035e9b0c45a" providerId="ADAL" clId="{2F427DC0-94DD-4221-BDA8-C26CE314FA9F}" dt="2025-09-29T10:37:44.115" v="46638" actId="20577"/>
          <ac:spMkLst>
            <pc:docMk/>
            <pc:sldMk cId="122091193" sldId="354"/>
            <ac:spMk id="86" creationId="{DB968955-EC01-E202-0AD1-9F1D6EC260BE}"/>
          </ac:spMkLst>
        </pc:spChg>
        <pc:spChg chg="add del mod">
          <ac:chgData name="Robert de Groote" userId="2ce5265b-80a0-4fb8-a62a-8035e9b0c45a" providerId="ADAL" clId="{2F427DC0-94DD-4221-BDA8-C26CE314FA9F}" dt="2025-09-29T10:14:02.729" v="43554"/>
          <ac:spMkLst>
            <pc:docMk/>
            <pc:sldMk cId="122091193" sldId="354"/>
            <ac:spMk id="87" creationId="{A7EF285F-70CC-72E7-C545-6DF26834DA32}"/>
          </ac:spMkLst>
        </pc:spChg>
        <pc:spChg chg="add del mod">
          <ac:chgData name="Robert de Groote" userId="2ce5265b-80a0-4fb8-a62a-8035e9b0c45a" providerId="ADAL" clId="{2F427DC0-94DD-4221-BDA8-C26CE314FA9F}" dt="2025-09-29T10:14:02.729" v="43554"/>
          <ac:spMkLst>
            <pc:docMk/>
            <pc:sldMk cId="122091193" sldId="354"/>
            <ac:spMk id="88" creationId="{45BF6266-C7E2-5C9B-72CE-3956E2748B5D}"/>
          </ac:spMkLst>
        </pc:spChg>
        <pc:spChg chg="add del mod">
          <ac:chgData name="Robert de Groote" userId="2ce5265b-80a0-4fb8-a62a-8035e9b0c45a" providerId="ADAL" clId="{2F427DC0-94DD-4221-BDA8-C26CE314FA9F}" dt="2025-09-29T10:14:02.585" v="43513"/>
          <ac:spMkLst>
            <pc:docMk/>
            <pc:sldMk cId="122091193" sldId="354"/>
            <ac:spMk id="89" creationId="{DAA611D3-41EA-E3F8-1041-6073987A994D}"/>
          </ac:spMkLst>
        </pc:spChg>
        <pc:spChg chg="add del mod">
          <ac:chgData name="Robert de Groote" userId="2ce5265b-80a0-4fb8-a62a-8035e9b0c45a" providerId="ADAL" clId="{2F427DC0-94DD-4221-BDA8-C26CE314FA9F}" dt="2025-09-29T10:14:02.624" v="43522"/>
          <ac:spMkLst>
            <pc:docMk/>
            <pc:sldMk cId="122091193" sldId="354"/>
            <ac:spMk id="90" creationId="{1E56D9AA-03EF-4597-953F-6FC98F565843}"/>
          </ac:spMkLst>
        </pc:spChg>
        <pc:spChg chg="add del mod">
          <ac:chgData name="Robert de Groote" userId="2ce5265b-80a0-4fb8-a62a-8035e9b0c45a" providerId="ADAL" clId="{2F427DC0-94DD-4221-BDA8-C26CE314FA9F}" dt="2025-09-29T10:14:02.659" v="43531"/>
          <ac:spMkLst>
            <pc:docMk/>
            <pc:sldMk cId="122091193" sldId="354"/>
            <ac:spMk id="91" creationId="{96EC33B4-C76D-D885-2C8C-013E569BA79C}"/>
          </ac:spMkLst>
        </pc:spChg>
        <pc:spChg chg="add del mod">
          <ac:chgData name="Robert de Groote" userId="2ce5265b-80a0-4fb8-a62a-8035e9b0c45a" providerId="ADAL" clId="{2F427DC0-94DD-4221-BDA8-C26CE314FA9F}" dt="2025-09-29T10:14:02.692" v="43540"/>
          <ac:spMkLst>
            <pc:docMk/>
            <pc:sldMk cId="122091193" sldId="354"/>
            <ac:spMk id="92" creationId="{18B913E8-7A70-65D5-B3CF-A3669A80915F}"/>
          </ac:spMkLst>
        </pc:spChg>
        <pc:spChg chg="add del mod">
          <ac:chgData name="Robert de Groote" userId="2ce5265b-80a0-4fb8-a62a-8035e9b0c45a" providerId="ADAL" clId="{2F427DC0-94DD-4221-BDA8-C26CE314FA9F}" dt="2025-09-29T10:14:07.368" v="43616"/>
          <ac:spMkLst>
            <pc:docMk/>
            <pc:sldMk cId="122091193" sldId="354"/>
            <ac:spMk id="93" creationId="{E7F5BF1A-485A-F0FD-520F-4070F74BCE72}"/>
          </ac:spMkLst>
        </pc:spChg>
        <pc:spChg chg="add del mod">
          <ac:chgData name="Robert de Groote" userId="2ce5265b-80a0-4fb8-a62a-8035e9b0c45a" providerId="ADAL" clId="{2F427DC0-94DD-4221-BDA8-C26CE314FA9F}" dt="2025-09-29T10:14:07.368" v="43616"/>
          <ac:spMkLst>
            <pc:docMk/>
            <pc:sldMk cId="122091193" sldId="354"/>
            <ac:spMk id="94" creationId="{A781D132-54DD-A142-A229-C0826FF7199D}"/>
          </ac:spMkLst>
        </pc:spChg>
        <pc:spChg chg="add del mod">
          <ac:chgData name="Robert de Groote" userId="2ce5265b-80a0-4fb8-a62a-8035e9b0c45a" providerId="ADAL" clId="{2F427DC0-94DD-4221-BDA8-C26CE314FA9F}" dt="2025-09-29T10:14:07.239" v="43575"/>
          <ac:spMkLst>
            <pc:docMk/>
            <pc:sldMk cId="122091193" sldId="354"/>
            <ac:spMk id="95" creationId="{9F77DF47-8E8B-1AC4-1C86-18595FF67362}"/>
          </ac:spMkLst>
        </pc:spChg>
        <pc:spChg chg="add del mod">
          <ac:chgData name="Robert de Groote" userId="2ce5265b-80a0-4fb8-a62a-8035e9b0c45a" providerId="ADAL" clId="{2F427DC0-94DD-4221-BDA8-C26CE314FA9F}" dt="2025-09-29T10:14:07.287" v="43584"/>
          <ac:spMkLst>
            <pc:docMk/>
            <pc:sldMk cId="122091193" sldId="354"/>
            <ac:spMk id="96" creationId="{EB2C049C-831F-62CA-8E1C-35DED9F4B3B9}"/>
          </ac:spMkLst>
        </pc:spChg>
        <pc:spChg chg="add del mod">
          <ac:chgData name="Robert de Groote" userId="2ce5265b-80a0-4fb8-a62a-8035e9b0c45a" providerId="ADAL" clId="{2F427DC0-94DD-4221-BDA8-C26CE314FA9F}" dt="2025-09-29T10:14:07.306" v="43593"/>
          <ac:spMkLst>
            <pc:docMk/>
            <pc:sldMk cId="122091193" sldId="354"/>
            <ac:spMk id="97" creationId="{42412B41-95EB-87CC-1CAE-CDA280319FF6}"/>
          </ac:spMkLst>
        </pc:spChg>
        <pc:spChg chg="add del mod">
          <ac:chgData name="Robert de Groote" userId="2ce5265b-80a0-4fb8-a62a-8035e9b0c45a" providerId="ADAL" clId="{2F427DC0-94DD-4221-BDA8-C26CE314FA9F}" dt="2025-09-29T10:14:07.339" v="43602"/>
          <ac:spMkLst>
            <pc:docMk/>
            <pc:sldMk cId="122091193" sldId="354"/>
            <ac:spMk id="98" creationId="{B8899B36-AC53-51BE-9E42-6208D324C803}"/>
          </ac:spMkLst>
        </pc:spChg>
        <pc:spChg chg="add del mod">
          <ac:chgData name="Robert de Groote" userId="2ce5265b-80a0-4fb8-a62a-8035e9b0c45a" providerId="ADAL" clId="{2F427DC0-94DD-4221-BDA8-C26CE314FA9F}" dt="2025-09-29T10:14:11.712" v="43678"/>
          <ac:spMkLst>
            <pc:docMk/>
            <pc:sldMk cId="122091193" sldId="354"/>
            <ac:spMk id="99" creationId="{B2BA5693-BD3A-349A-47C7-92B851605CC7}"/>
          </ac:spMkLst>
        </pc:spChg>
        <pc:spChg chg="add del mod">
          <ac:chgData name="Robert de Groote" userId="2ce5265b-80a0-4fb8-a62a-8035e9b0c45a" providerId="ADAL" clId="{2F427DC0-94DD-4221-BDA8-C26CE314FA9F}" dt="2025-09-29T10:14:11.712" v="43678"/>
          <ac:spMkLst>
            <pc:docMk/>
            <pc:sldMk cId="122091193" sldId="354"/>
            <ac:spMk id="100" creationId="{086735C1-474D-7BB7-9B5C-9AA66DFDBE7B}"/>
          </ac:spMkLst>
        </pc:spChg>
        <pc:spChg chg="add del mod">
          <ac:chgData name="Robert de Groote" userId="2ce5265b-80a0-4fb8-a62a-8035e9b0c45a" providerId="ADAL" clId="{2F427DC0-94DD-4221-BDA8-C26CE314FA9F}" dt="2025-09-29T10:14:11.580" v="43637"/>
          <ac:spMkLst>
            <pc:docMk/>
            <pc:sldMk cId="122091193" sldId="354"/>
            <ac:spMk id="101" creationId="{B0CABFE2-4C9A-1B55-43A0-19FA7A30056C}"/>
          </ac:spMkLst>
        </pc:spChg>
        <pc:spChg chg="add del mod">
          <ac:chgData name="Robert de Groote" userId="2ce5265b-80a0-4fb8-a62a-8035e9b0c45a" providerId="ADAL" clId="{2F427DC0-94DD-4221-BDA8-C26CE314FA9F}" dt="2025-09-29T10:14:11.622" v="43646"/>
          <ac:spMkLst>
            <pc:docMk/>
            <pc:sldMk cId="122091193" sldId="354"/>
            <ac:spMk id="102" creationId="{A5D63C5F-7A78-D2D4-4124-94095BEB6412}"/>
          </ac:spMkLst>
        </pc:spChg>
        <pc:spChg chg="add del mod">
          <ac:chgData name="Robert de Groote" userId="2ce5265b-80a0-4fb8-a62a-8035e9b0c45a" providerId="ADAL" clId="{2F427DC0-94DD-4221-BDA8-C26CE314FA9F}" dt="2025-09-29T10:14:11.660" v="43655"/>
          <ac:spMkLst>
            <pc:docMk/>
            <pc:sldMk cId="122091193" sldId="354"/>
            <ac:spMk id="103" creationId="{9AEE08E8-BF4B-D668-B7BA-2A903C3B49BD}"/>
          </ac:spMkLst>
        </pc:spChg>
        <pc:spChg chg="add del mod">
          <ac:chgData name="Robert de Groote" userId="2ce5265b-80a0-4fb8-a62a-8035e9b0c45a" providerId="ADAL" clId="{2F427DC0-94DD-4221-BDA8-C26CE314FA9F}" dt="2025-09-29T10:14:11.683" v="43664"/>
          <ac:spMkLst>
            <pc:docMk/>
            <pc:sldMk cId="122091193" sldId="354"/>
            <ac:spMk id="104" creationId="{D9C463ED-31D3-2116-1379-DAEF61E8D6E2}"/>
          </ac:spMkLst>
        </pc:spChg>
        <pc:spChg chg="add del mod">
          <ac:chgData name="Robert de Groote" userId="2ce5265b-80a0-4fb8-a62a-8035e9b0c45a" providerId="ADAL" clId="{2F427DC0-94DD-4221-BDA8-C26CE314FA9F}" dt="2025-09-29T10:14:15.222" v="43740"/>
          <ac:spMkLst>
            <pc:docMk/>
            <pc:sldMk cId="122091193" sldId="354"/>
            <ac:spMk id="105" creationId="{9B8606EB-8AF3-1350-D646-A76542EC39EF}"/>
          </ac:spMkLst>
        </pc:spChg>
        <pc:spChg chg="add del mod">
          <ac:chgData name="Robert de Groote" userId="2ce5265b-80a0-4fb8-a62a-8035e9b0c45a" providerId="ADAL" clId="{2F427DC0-94DD-4221-BDA8-C26CE314FA9F}" dt="2025-09-29T10:14:15.222" v="43740"/>
          <ac:spMkLst>
            <pc:docMk/>
            <pc:sldMk cId="122091193" sldId="354"/>
            <ac:spMk id="106" creationId="{D529AC0E-1846-ACC4-D1E5-23D9A6892867}"/>
          </ac:spMkLst>
        </pc:spChg>
        <pc:spChg chg="add del mod">
          <ac:chgData name="Robert de Groote" userId="2ce5265b-80a0-4fb8-a62a-8035e9b0c45a" providerId="ADAL" clId="{2F427DC0-94DD-4221-BDA8-C26CE314FA9F}" dt="2025-09-29T10:14:15.051" v="43699"/>
          <ac:spMkLst>
            <pc:docMk/>
            <pc:sldMk cId="122091193" sldId="354"/>
            <ac:spMk id="107" creationId="{614AC45B-E8DF-D471-6147-B5F6294FAC7C}"/>
          </ac:spMkLst>
        </pc:spChg>
        <pc:spChg chg="add del mod">
          <ac:chgData name="Robert de Groote" userId="2ce5265b-80a0-4fb8-a62a-8035e9b0c45a" providerId="ADAL" clId="{2F427DC0-94DD-4221-BDA8-C26CE314FA9F}" dt="2025-09-29T10:14:15.093" v="43708"/>
          <ac:spMkLst>
            <pc:docMk/>
            <pc:sldMk cId="122091193" sldId="354"/>
            <ac:spMk id="108" creationId="{4C9540E2-E04B-0851-4AAB-4BE9A35DC15F}"/>
          </ac:spMkLst>
        </pc:spChg>
        <pc:spChg chg="add del mod">
          <ac:chgData name="Robert de Groote" userId="2ce5265b-80a0-4fb8-a62a-8035e9b0c45a" providerId="ADAL" clId="{2F427DC0-94DD-4221-BDA8-C26CE314FA9F}" dt="2025-09-29T10:14:15.127" v="43717"/>
          <ac:spMkLst>
            <pc:docMk/>
            <pc:sldMk cId="122091193" sldId="354"/>
            <ac:spMk id="109" creationId="{DAB3D008-22F2-E042-3900-D090EEEC51A5}"/>
          </ac:spMkLst>
        </pc:spChg>
        <pc:spChg chg="add del mod">
          <ac:chgData name="Robert de Groote" userId="2ce5265b-80a0-4fb8-a62a-8035e9b0c45a" providerId="ADAL" clId="{2F427DC0-94DD-4221-BDA8-C26CE314FA9F}" dt="2025-09-29T10:14:15.174" v="43726"/>
          <ac:spMkLst>
            <pc:docMk/>
            <pc:sldMk cId="122091193" sldId="354"/>
            <ac:spMk id="110" creationId="{2070483D-2DFA-07C7-E700-CD5CBF349A43}"/>
          </ac:spMkLst>
        </pc:spChg>
        <pc:spChg chg="add del mod">
          <ac:chgData name="Robert de Groote" userId="2ce5265b-80a0-4fb8-a62a-8035e9b0c45a" providerId="ADAL" clId="{2F427DC0-94DD-4221-BDA8-C26CE314FA9F}" dt="2025-09-29T10:14:18.446" v="43802"/>
          <ac:spMkLst>
            <pc:docMk/>
            <pc:sldMk cId="122091193" sldId="354"/>
            <ac:spMk id="111" creationId="{C365F347-A9CD-6802-24DF-7798F7560A27}"/>
          </ac:spMkLst>
        </pc:spChg>
        <pc:spChg chg="add del mod">
          <ac:chgData name="Robert de Groote" userId="2ce5265b-80a0-4fb8-a62a-8035e9b0c45a" providerId="ADAL" clId="{2F427DC0-94DD-4221-BDA8-C26CE314FA9F}" dt="2025-09-29T10:14:18.446" v="43802"/>
          <ac:spMkLst>
            <pc:docMk/>
            <pc:sldMk cId="122091193" sldId="354"/>
            <ac:spMk id="112" creationId="{5C726779-F0A1-550C-B302-3122C6DC8622}"/>
          </ac:spMkLst>
        </pc:spChg>
        <pc:spChg chg="add del mod">
          <ac:chgData name="Robert de Groote" userId="2ce5265b-80a0-4fb8-a62a-8035e9b0c45a" providerId="ADAL" clId="{2F427DC0-94DD-4221-BDA8-C26CE314FA9F}" dt="2025-09-29T10:14:18.348" v="43761"/>
          <ac:spMkLst>
            <pc:docMk/>
            <pc:sldMk cId="122091193" sldId="354"/>
            <ac:spMk id="113" creationId="{F9ED9825-FCEA-162A-393B-A69C81B23A36}"/>
          </ac:spMkLst>
        </pc:spChg>
        <pc:spChg chg="add del mod">
          <ac:chgData name="Robert de Groote" userId="2ce5265b-80a0-4fb8-a62a-8035e9b0c45a" providerId="ADAL" clId="{2F427DC0-94DD-4221-BDA8-C26CE314FA9F}" dt="2025-09-29T10:14:18.378" v="43770"/>
          <ac:spMkLst>
            <pc:docMk/>
            <pc:sldMk cId="122091193" sldId="354"/>
            <ac:spMk id="114" creationId="{96D2A61F-36B8-617E-8E87-3EB5626DABC9}"/>
          </ac:spMkLst>
        </pc:spChg>
        <pc:spChg chg="add del mod">
          <ac:chgData name="Robert de Groote" userId="2ce5265b-80a0-4fb8-a62a-8035e9b0c45a" providerId="ADAL" clId="{2F427DC0-94DD-4221-BDA8-C26CE314FA9F}" dt="2025-09-29T10:14:18.400" v="43779"/>
          <ac:spMkLst>
            <pc:docMk/>
            <pc:sldMk cId="122091193" sldId="354"/>
            <ac:spMk id="115" creationId="{6AF304C1-D2DF-27D8-B758-91F80FD0F54F}"/>
          </ac:spMkLst>
        </pc:spChg>
        <pc:spChg chg="add del mod">
          <ac:chgData name="Robert de Groote" userId="2ce5265b-80a0-4fb8-a62a-8035e9b0c45a" providerId="ADAL" clId="{2F427DC0-94DD-4221-BDA8-C26CE314FA9F}" dt="2025-09-29T10:14:18.417" v="43788"/>
          <ac:spMkLst>
            <pc:docMk/>
            <pc:sldMk cId="122091193" sldId="354"/>
            <ac:spMk id="116" creationId="{EEC92A06-1558-8227-D2DA-4993CD9E51E9}"/>
          </ac:spMkLst>
        </pc:spChg>
        <pc:spChg chg="add del mod">
          <ac:chgData name="Robert de Groote" userId="2ce5265b-80a0-4fb8-a62a-8035e9b0c45a" providerId="ADAL" clId="{2F427DC0-94DD-4221-BDA8-C26CE314FA9F}" dt="2025-09-29T10:14:21.601" v="43864"/>
          <ac:spMkLst>
            <pc:docMk/>
            <pc:sldMk cId="122091193" sldId="354"/>
            <ac:spMk id="117" creationId="{DDEBEAC3-203D-DBF4-F03E-992372D88126}"/>
          </ac:spMkLst>
        </pc:spChg>
        <pc:spChg chg="add del mod">
          <ac:chgData name="Robert de Groote" userId="2ce5265b-80a0-4fb8-a62a-8035e9b0c45a" providerId="ADAL" clId="{2F427DC0-94DD-4221-BDA8-C26CE314FA9F}" dt="2025-09-29T10:14:21.601" v="43864"/>
          <ac:spMkLst>
            <pc:docMk/>
            <pc:sldMk cId="122091193" sldId="354"/>
            <ac:spMk id="118" creationId="{3F091056-82C7-8A88-66BC-EA425D7ABACF}"/>
          </ac:spMkLst>
        </pc:spChg>
        <pc:spChg chg="add del mod">
          <ac:chgData name="Robert de Groote" userId="2ce5265b-80a0-4fb8-a62a-8035e9b0c45a" providerId="ADAL" clId="{2F427DC0-94DD-4221-BDA8-C26CE314FA9F}" dt="2025-09-29T10:14:21.466" v="43823"/>
          <ac:spMkLst>
            <pc:docMk/>
            <pc:sldMk cId="122091193" sldId="354"/>
            <ac:spMk id="119" creationId="{20FA3890-4E31-C168-C30A-CDBC317EE375}"/>
          </ac:spMkLst>
        </pc:spChg>
        <pc:spChg chg="add del mod">
          <ac:chgData name="Robert de Groote" userId="2ce5265b-80a0-4fb8-a62a-8035e9b0c45a" providerId="ADAL" clId="{2F427DC0-94DD-4221-BDA8-C26CE314FA9F}" dt="2025-09-29T10:14:21.516" v="43832"/>
          <ac:spMkLst>
            <pc:docMk/>
            <pc:sldMk cId="122091193" sldId="354"/>
            <ac:spMk id="120" creationId="{4DDC4E92-1496-AB27-39A3-9EF2606BD54A}"/>
          </ac:spMkLst>
        </pc:spChg>
        <pc:spChg chg="add del mod">
          <ac:chgData name="Robert de Groote" userId="2ce5265b-80a0-4fb8-a62a-8035e9b0c45a" providerId="ADAL" clId="{2F427DC0-94DD-4221-BDA8-C26CE314FA9F}" dt="2025-09-29T10:14:21.544" v="43841"/>
          <ac:spMkLst>
            <pc:docMk/>
            <pc:sldMk cId="122091193" sldId="354"/>
            <ac:spMk id="121" creationId="{07FBFFF6-5301-12E5-65C5-96FEA0EE8AA2}"/>
          </ac:spMkLst>
        </pc:spChg>
        <pc:spChg chg="add del mod">
          <ac:chgData name="Robert de Groote" userId="2ce5265b-80a0-4fb8-a62a-8035e9b0c45a" providerId="ADAL" clId="{2F427DC0-94DD-4221-BDA8-C26CE314FA9F}" dt="2025-09-29T10:14:21.575" v="43850"/>
          <ac:spMkLst>
            <pc:docMk/>
            <pc:sldMk cId="122091193" sldId="354"/>
            <ac:spMk id="122" creationId="{6E5491D4-0D58-B28A-F058-5A877D3B39E0}"/>
          </ac:spMkLst>
        </pc:spChg>
        <pc:spChg chg="add del mod">
          <ac:chgData name="Robert de Groote" userId="2ce5265b-80a0-4fb8-a62a-8035e9b0c45a" providerId="ADAL" clId="{2F427DC0-94DD-4221-BDA8-C26CE314FA9F}" dt="2025-09-29T10:14:24.043" v="43926"/>
          <ac:spMkLst>
            <pc:docMk/>
            <pc:sldMk cId="122091193" sldId="354"/>
            <ac:spMk id="123" creationId="{B9AE0D5B-A160-2435-3FC9-38A27C19B8AA}"/>
          </ac:spMkLst>
        </pc:spChg>
        <pc:spChg chg="add del mod">
          <ac:chgData name="Robert de Groote" userId="2ce5265b-80a0-4fb8-a62a-8035e9b0c45a" providerId="ADAL" clId="{2F427DC0-94DD-4221-BDA8-C26CE314FA9F}" dt="2025-09-29T10:14:24.043" v="43926"/>
          <ac:spMkLst>
            <pc:docMk/>
            <pc:sldMk cId="122091193" sldId="354"/>
            <ac:spMk id="124" creationId="{349F5EDF-1033-DB04-D9B6-5C3F85645CC3}"/>
          </ac:spMkLst>
        </pc:spChg>
        <pc:spChg chg="add del mod">
          <ac:chgData name="Robert de Groote" userId="2ce5265b-80a0-4fb8-a62a-8035e9b0c45a" providerId="ADAL" clId="{2F427DC0-94DD-4221-BDA8-C26CE314FA9F}" dt="2025-09-29T10:14:23.915" v="43885"/>
          <ac:spMkLst>
            <pc:docMk/>
            <pc:sldMk cId="122091193" sldId="354"/>
            <ac:spMk id="125" creationId="{4F55A13F-2495-8743-A3EC-02C1E277A699}"/>
          </ac:spMkLst>
        </pc:spChg>
        <pc:spChg chg="add del mod">
          <ac:chgData name="Robert de Groote" userId="2ce5265b-80a0-4fb8-a62a-8035e9b0c45a" providerId="ADAL" clId="{2F427DC0-94DD-4221-BDA8-C26CE314FA9F}" dt="2025-09-29T10:14:23.951" v="43894"/>
          <ac:spMkLst>
            <pc:docMk/>
            <pc:sldMk cId="122091193" sldId="354"/>
            <ac:spMk id="126" creationId="{9E10479D-6F15-0D7C-76AC-16E44039C492}"/>
          </ac:spMkLst>
        </pc:spChg>
        <pc:spChg chg="add del mod">
          <ac:chgData name="Robert de Groote" userId="2ce5265b-80a0-4fb8-a62a-8035e9b0c45a" providerId="ADAL" clId="{2F427DC0-94DD-4221-BDA8-C26CE314FA9F}" dt="2025-09-29T10:14:23.980" v="43903"/>
          <ac:spMkLst>
            <pc:docMk/>
            <pc:sldMk cId="122091193" sldId="354"/>
            <ac:spMk id="127" creationId="{1F72CE58-325B-92D6-D835-CCDBE91F853A}"/>
          </ac:spMkLst>
        </pc:spChg>
        <pc:spChg chg="add del mod">
          <ac:chgData name="Robert de Groote" userId="2ce5265b-80a0-4fb8-a62a-8035e9b0c45a" providerId="ADAL" clId="{2F427DC0-94DD-4221-BDA8-C26CE314FA9F}" dt="2025-09-29T10:14:24.015" v="43912"/>
          <ac:spMkLst>
            <pc:docMk/>
            <pc:sldMk cId="122091193" sldId="354"/>
            <ac:spMk id="128" creationId="{885AFA64-A9ED-2249-43D4-A42C6CACCA91}"/>
          </ac:spMkLst>
        </pc:spChg>
        <pc:spChg chg="add del mod">
          <ac:chgData name="Robert de Groote" userId="2ce5265b-80a0-4fb8-a62a-8035e9b0c45a" providerId="ADAL" clId="{2F427DC0-94DD-4221-BDA8-C26CE314FA9F}" dt="2025-09-29T10:14:26.713" v="43988"/>
          <ac:spMkLst>
            <pc:docMk/>
            <pc:sldMk cId="122091193" sldId="354"/>
            <ac:spMk id="129" creationId="{AC03C2A3-2F12-3697-BDF9-E850D1BE9215}"/>
          </ac:spMkLst>
        </pc:spChg>
        <pc:spChg chg="add del mod">
          <ac:chgData name="Robert de Groote" userId="2ce5265b-80a0-4fb8-a62a-8035e9b0c45a" providerId="ADAL" clId="{2F427DC0-94DD-4221-BDA8-C26CE314FA9F}" dt="2025-09-29T10:14:26.713" v="43988"/>
          <ac:spMkLst>
            <pc:docMk/>
            <pc:sldMk cId="122091193" sldId="354"/>
            <ac:spMk id="130" creationId="{E3ABC4F1-DAA9-21F4-FFC5-105D7F636F72}"/>
          </ac:spMkLst>
        </pc:spChg>
        <pc:spChg chg="add del mod">
          <ac:chgData name="Robert de Groote" userId="2ce5265b-80a0-4fb8-a62a-8035e9b0c45a" providerId="ADAL" clId="{2F427DC0-94DD-4221-BDA8-C26CE314FA9F}" dt="2025-09-29T10:14:26.578" v="43947"/>
          <ac:spMkLst>
            <pc:docMk/>
            <pc:sldMk cId="122091193" sldId="354"/>
            <ac:spMk id="131" creationId="{79DB0D91-E94E-DEE2-B6BD-AD5B0E59A6A6}"/>
          </ac:spMkLst>
        </pc:spChg>
        <pc:spChg chg="add del mod">
          <ac:chgData name="Robert de Groote" userId="2ce5265b-80a0-4fb8-a62a-8035e9b0c45a" providerId="ADAL" clId="{2F427DC0-94DD-4221-BDA8-C26CE314FA9F}" dt="2025-09-29T10:14:26.622" v="43956"/>
          <ac:spMkLst>
            <pc:docMk/>
            <pc:sldMk cId="122091193" sldId="354"/>
            <ac:spMk id="132" creationId="{18413A8A-09CD-BE85-0FF5-D2A62D168072}"/>
          </ac:spMkLst>
        </pc:spChg>
        <pc:spChg chg="add del mod">
          <ac:chgData name="Robert de Groote" userId="2ce5265b-80a0-4fb8-a62a-8035e9b0c45a" providerId="ADAL" clId="{2F427DC0-94DD-4221-BDA8-C26CE314FA9F}" dt="2025-09-29T10:14:26.651" v="43965"/>
          <ac:spMkLst>
            <pc:docMk/>
            <pc:sldMk cId="122091193" sldId="354"/>
            <ac:spMk id="133" creationId="{E8E4F8D9-C26F-9E9C-1307-2D9C1B9E6508}"/>
          </ac:spMkLst>
        </pc:spChg>
        <pc:spChg chg="add del mod">
          <ac:chgData name="Robert de Groote" userId="2ce5265b-80a0-4fb8-a62a-8035e9b0c45a" providerId="ADAL" clId="{2F427DC0-94DD-4221-BDA8-C26CE314FA9F}" dt="2025-09-29T10:14:26.682" v="43974"/>
          <ac:spMkLst>
            <pc:docMk/>
            <pc:sldMk cId="122091193" sldId="354"/>
            <ac:spMk id="134" creationId="{1F3A8CDC-AED6-5EDA-784A-848122FA04BA}"/>
          </ac:spMkLst>
        </pc:spChg>
        <pc:spChg chg="add del mod">
          <ac:chgData name="Robert de Groote" userId="2ce5265b-80a0-4fb8-a62a-8035e9b0c45a" providerId="ADAL" clId="{2F427DC0-94DD-4221-BDA8-C26CE314FA9F}" dt="2025-09-29T10:14:29.590" v="44050"/>
          <ac:spMkLst>
            <pc:docMk/>
            <pc:sldMk cId="122091193" sldId="354"/>
            <ac:spMk id="135" creationId="{97BB85A5-FF63-9127-9CE1-6143CE3EE21B}"/>
          </ac:spMkLst>
        </pc:spChg>
        <pc:spChg chg="add del mod">
          <ac:chgData name="Robert de Groote" userId="2ce5265b-80a0-4fb8-a62a-8035e9b0c45a" providerId="ADAL" clId="{2F427DC0-94DD-4221-BDA8-C26CE314FA9F}" dt="2025-09-29T10:14:29.590" v="44050"/>
          <ac:spMkLst>
            <pc:docMk/>
            <pc:sldMk cId="122091193" sldId="354"/>
            <ac:spMk id="136" creationId="{E1C63B26-3381-055B-53B8-41867CD88AEB}"/>
          </ac:spMkLst>
        </pc:spChg>
        <pc:spChg chg="add del mod">
          <ac:chgData name="Robert de Groote" userId="2ce5265b-80a0-4fb8-a62a-8035e9b0c45a" providerId="ADAL" clId="{2F427DC0-94DD-4221-BDA8-C26CE314FA9F}" dt="2025-09-29T10:14:29.461" v="44009"/>
          <ac:spMkLst>
            <pc:docMk/>
            <pc:sldMk cId="122091193" sldId="354"/>
            <ac:spMk id="137" creationId="{90E9A151-63D2-A1EB-FBE6-BB5D4D27ED8C}"/>
          </ac:spMkLst>
        </pc:spChg>
        <pc:spChg chg="add del mod">
          <ac:chgData name="Robert de Groote" userId="2ce5265b-80a0-4fb8-a62a-8035e9b0c45a" providerId="ADAL" clId="{2F427DC0-94DD-4221-BDA8-C26CE314FA9F}" dt="2025-09-29T10:14:29.494" v="44018"/>
          <ac:spMkLst>
            <pc:docMk/>
            <pc:sldMk cId="122091193" sldId="354"/>
            <ac:spMk id="138" creationId="{EF627147-FD3B-2ACF-71D1-0DCCBFAFDE6F}"/>
          </ac:spMkLst>
        </pc:spChg>
        <pc:spChg chg="add del mod">
          <ac:chgData name="Robert de Groote" userId="2ce5265b-80a0-4fb8-a62a-8035e9b0c45a" providerId="ADAL" clId="{2F427DC0-94DD-4221-BDA8-C26CE314FA9F}" dt="2025-09-29T10:14:29.530" v="44027"/>
          <ac:spMkLst>
            <pc:docMk/>
            <pc:sldMk cId="122091193" sldId="354"/>
            <ac:spMk id="139" creationId="{54637C57-5AD4-D7ED-7896-9E121977B375}"/>
          </ac:spMkLst>
        </pc:spChg>
        <pc:spChg chg="add del mod">
          <ac:chgData name="Robert de Groote" userId="2ce5265b-80a0-4fb8-a62a-8035e9b0c45a" providerId="ADAL" clId="{2F427DC0-94DD-4221-BDA8-C26CE314FA9F}" dt="2025-09-29T10:14:29.559" v="44036"/>
          <ac:spMkLst>
            <pc:docMk/>
            <pc:sldMk cId="122091193" sldId="354"/>
            <ac:spMk id="140" creationId="{A2A27E8C-0CB1-2C3E-E6F8-ADB1E20D7AB5}"/>
          </ac:spMkLst>
        </pc:spChg>
        <pc:spChg chg="add del mod">
          <ac:chgData name="Robert de Groote" userId="2ce5265b-80a0-4fb8-a62a-8035e9b0c45a" providerId="ADAL" clId="{2F427DC0-94DD-4221-BDA8-C26CE314FA9F}" dt="2025-09-29T10:14:32.244" v="44112"/>
          <ac:spMkLst>
            <pc:docMk/>
            <pc:sldMk cId="122091193" sldId="354"/>
            <ac:spMk id="141" creationId="{957D50CD-643F-2789-7256-1522F6A09625}"/>
          </ac:spMkLst>
        </pc:spChg>
        <pc:spChg chg="add del mod">
          <ac:chgData name="Robert de Groote" userId="2ce5265b-80a0-4fb8-a62a-8035e9b0c45a" providerId="ADAL" clId="{2F427DC0-94DD-4221-BDA8-C26CE314FA9F}" dt="2025-09-29T10:14:32.244" v="44112"/>
          <ac:spMkLst>
            <pc:docMk/>
            <pc:sldMk cId="122091193" sldId="354"/>
            <ac:spMk id="142" creationId="{A36A22A8-029A-8ACA-2562-762C35D94816}"/>
          </ac:spMkLst>
        </pc:spChg>
        <pc:spChg chg="add del mod">
          <ac:chgData name="Robert de Groote" userId="2ce5265b-80a0-4fb8-a62a-8035e9b0c45a" providerId="ADAL" clId="{2F427DC0-94DD-4221-BDA8-C26CE314FA9F}" dt="2025-09-29T10:14:32.133" v="44071"/>
          <ac:spMkLst>
            <pc:docMk/>
            <pc:sldMk cId="122091193" sldId="354"/>
            <ac:spMk id="143" creationId="{C344BC75-17A1-83DA-2BCF-CFB358DD7602}"/>
          </ac:spMkLst>
        </pc:spChg>
        <pc:spChg chg="add del mod">
          <ac:chgData name="Robert de Groote" userId="2ce5265b-80a0-4fb8-a62a-8035e9b0c45a" providerId="ADAL" clId="{2F427DC0-94DD-4221-BDA8-C26CE314FA9F}" dt="2025-09-29T10:14:32.167" v="44080"/>
          <ac:spMkLst>
            <pc:docMk/>
            <pc:sldMk cId="122091193" sldId="354"/>
            <ac:spMk id="144" creationId="{736A1851-94F4-73C1-AB9D-C0AF369FD98C}"/>
          </ac:spMkLst>
        </pc:spChg>
        <pc:spChg chg="add del mod">
          <ac:chgData name="Robert de Groote" userId="2ce5265b-80a0-4fb8-a62a-8035e9b0c45a" providerId="ADAL" clId="{2F427DC0-94DD-4221-BDA8-C26CE314FA9F}" dt="2025-09-29T10:14:32.197" v="44089"/>
          <ac:spMkLst>
            <pc:docMk/>
            <pc:sldMk cId="122091193" sldId="354"/>
            <ac:spMk id="145" creationId="{B9DDFBBA-3FB6-ED9A-F882-93AEC170D169}"/>
          </ac:spMkLst>
        </pc:spChg>
        <pc:spChg chg="add del mod">
          <ac:chgData name="Robert de Groote" userId="2ce5265b-80a0-4fb8-a62a-8035e9b0c45a" providerId="ADAL" clId="{2F427DC0-94DD-4221-BDA8-C26CE314FA9F}" dt="2025-09-29T10:14:32.212" v="44098"/>
          <ac:spMkLst>
            <pc:docMk/>
            <pc:sldMk cId="122091193" sldId="354"/>
            <ac:spMk id="146" creationId="{FCB88762-021B-557F-65F6-9396B03761A9}"/>
          </ac:spMkLst>
        </pc:spChg>
        <pc:spChg chg="add del mod">
          <ac:chgData name="Robert de Groote" userId="2ce5265b-80a0-4fb8-a62a-8035e9b0c45a" providerId="ADAL" clId="{2F427DC0-94DD-4221-BDA8-C26CE314FA9F}" dt="2025-09-29T10:14:35.076" v="44174"/>
          <ac:spMkLst>
            <pc:docMk/>
            <pc:sldMk cId="122091193" sldId="354"/>
            <ac:spMk id="147" creationId="{BB5E20E3-0066-F4E0-C229-5E21D721E77C}"/>
          </ac:spMkLst>
        </pc:spChg>
        <pc:spChg chg="add del mod">
          <ac:chgData name="Robert de Groote" userId="2ce5265b-80a0-4fb8-a62a-8035e9b0c45a" providerId="ADAL" clId="{2F427DC0-94DD-4221-BDA8-C26CE314FA9F}" dt="2025-09-29T10:14:35.076" v="44174"/>
          <ac:spMkLst>
            <pc:docMk/>
            <pc:sldMk cId="122091193" sldId="354"/>
            <ac:spMk id="148" creationId="{7D65F9AB-7BC6-7A78-4509-7A879C0ECB6B}"/>
          </ac:spMkLst>
        </pc:spChg>
        <pc:spChg chg="add del mod">
          <ac:chgData name="Robert de Groote" userId="2ce5265b-80a0-4fb8-a62a-8035e9b0c45a" providerId="ADAL" clId="{2F427DC0-94DD-4221-BDA8-C26CE314FA9F}" dt="2025-09-29T10:14:34.948" v="44133"/>
          <ac:spMkLst>
            <pc:docMk/>
            <pc:sldMk cId="122091193" sldId="354"/>
            <ac:spMk id="149" creationId="{FBF42C06-1BE1-F867-2B4A-D3B3C52C4B38}"/>
          </ac:spMkLst>
        </pc:spChg>
        <pc:spChg chg="add del mod">
          <ac:chgData name="Robert de Groote" userId="2ce5265b-80a0-4fb8-a62a-8035e9b0c45a" providerId="ADAL" clId="{2F427DC0-94DD-4221-BDA8-C26CE314FA9F}" dt="2025-09-29T10:14:34.987" v="44142"/>
          <ac:spMkLst>
            <pc:docMk/>
            <pc:sldMk cId="122091193" sldId="354"/>
            <ac:spMk id="150" creationId="{034C14BA-7AB4-8EE6-6696-FB81E882B84B}"/>
          </ac:spMkLst>
        </pc:spChg>
        <pc:spChg chg="add del mod">
          <ac:chgData name="Robert de Groote" userId="2ce5265b-80a0-4fb8-a62a-8035e9b0c45a" providerId="ADAL" clId="{2F427DC0-94DD-4221-BDA8-C26CE314FA9F}" dt="2025-09-29T10:14:35.015" v="44151"/>
          <ac:spMkLst>
            <pc:docMk/>
            <pc:sldMk cId="122091193" sldId="354"/>
            <ac:spMk id="151" creationId="{779AF0A7-2D9F-AC83-70E7-9799F8F6D764}"/>
          </ac:spMkLst>
        </pc:spChg>
        <pc:spChg chg="add del mod">
          <ac:chgData name="Robert de Groote" userId="2ce5265b-80a0-4fb8-a62a-8035e9b0c45a" providerId="ADAL" clId="{2F427DC0-94DD-4221-BDA8-C26CE314FA9F}" dt="2025-09-29T10:14:35.045" v="44160"/>
          <ac:spMkLst>
            <pc:docMk/>
            <pc:sldMk cId="122091193" sldId="354"/>
            <ac:spMk id="152" creationId="{C338A2C8-8B93-4618-0110-F743033B1AF7}"/>
          </ac:spMkLst>
        </pc:spChg>
        <pc:spChg chg="add del mod">
          <ac:chgData name="Robert de Groote" userId="2ce5265b-80a0-4fb8-a62a-8035e9b0c45a" providerId="ADAL" clId="{2F427DC0-94DD-4221-BDA8-C26CE314FA9F}" dt="2025-09-29T10:16:13.856" v="44282"/>
          <ac:spMkLst>
            <pc:docMk/>
            <pc:sldMk cId="122091193" sldId="354"/>
            <ac:spMk id="162" creationId="{89B69F34-8218-898E-8024-F8438B824D42}"/>
          </ac:spMkLst>
        </pc:spChg>
        <pc:spChg chg="add del mod">
          <ac:chgData name="Robert de Groote" userId="2ce5265b-80a0-4fb8-a62a-8035e9b0c45a" providerId="ADAL" clId="{2F427DC0-94DD-4221-BDA8-C26CE314FA9F}" dt="2025-09-29T10:16:13.856" v="44282"/>
          <ac:spMkLst>
            <pc:docMk/>
            <pc:sldMk cId="122091193" sldId="354"/>
            <ac:spMk id="163" creationId="{EEC1C83C-06CC-9A07-4796-82D239B56861}"/>
          </ac:spMkLst>
        </pc:spChg>
        <pc:spChg chg="add del mod">
          <ac:chgData name="Robert de Groote" userId="2ce5265b-80a0-4fb8-a62a-8035e9b0c45a" providerId="ADAL" clId="{2F427DC0-94DD-4221-BDA8-C26CE314FA9F}" dt="2025-09-29T10:16:13.668" v="44243"/>
          <ac:spMkLst>
            <pc:docMk/>
            <pc:sldMk cId="122091193" sldId="354"/>
            <ac:spMk id="164" creationId="{FF151AF3-5019-F1AD-9015-972B43C34DAC}"/>
          </ac:spMkLst>
        </pc:spChg>
        <pc:spChg chg="add del mod">
          <ac:chgData name="Robert de Groote" userId="2ce5265b-80a0-4fb8-a62a-8035e9b0c45a" providerId="ADAL" clId="{2F427DC0-94DD-4221-BDA8-C26CE314FA9F}" dt="2025-09-29T10:16:13.713" v="44252"/>
          <ac:spMkLst>
            <pc:docMk/>
            <pc:sldMk cId="122091193" sldId="354"/>
            <ac:spMk id="165" creationId="{69583EBB-93EE-4270-0D1F-EFF1F10F3253}"/>
          </ac:spMkLst>
        </pc:spChg>
        <pc:spChg chg="add del mod">
          <ac:chgData name="Robert de Groote" userId="2ce5265b-80a0-4fb8-a62a-8035e9b0c45a" providerId="ADAL" clId="{2F427DC0-94DD-4221-BDA8-C26CE314FA9F}" dt="2025-09-29T10:16:13.754" v="44261"/>
          <ac:spMkLst>
            <pc:docMk/>
            <pc:sldMk cId="122091193" sldId="354"/>
            <ac:spMk id="166" creationId="{07008875-84FA-E549-440D-FB059FA93D9D}"/>
          </ac:spMkLst>
        </pc:spChg>
        <pc:spChg chg="add del mod">
          <ac:chgData name="Robert de Groote" userId="2ce5265b-80a0-4fb8-a62a-8035e9b0c45a" providerId="ADAL" clId="{2F427DC0-94DD-4221-BDA8-C26CE314FA9F}" dt="2025-09-29T10:16:13.807" v="44270"/>
          <ac:spMkLst>
            <pc:docMk/>
            <pc:sldMk cId="122091193" sldId="354"/>
            <ac:spMk id="167" creationId="{7574E361-C0D1-FF68-AC9B-C76CD55F955C}"/>
          </ac:spMkLst>
        </pc:spChg>
        <pc:spChg chg="add del mod">
          <ac:chgData name="Robert de Groote" userId="2ce5265b-80a0-4fb8-a62a-8035e9b0c45a" providerId="ADAL" clId="{2F427DC0-94DD-4221-BDA8-C26CE314FA9F}" dt="2025-09-29T10:19:12.659" v="44453"/>
          <ac:spMkLst>
            <pc:docMk/>
            <pc:sldMk cId="122091193" sldId="354"/>
            <ac:spMk id="185" creationId="{D111A688-3ACA-97B7-58C5-A5CF60383574}"/>
          </ac:spMkLst>
        </pc:spChg>
        <pc:spChg chg="add del mod">
          <ac:chgData name="Robert de Groote" userId="2ce5265b-80a0-4fb8-a62a-8035e9b0c45a" providerId="ADAL" clId="{2F427DC0-94DD-4221-BDA8-C26CE314FA9F}" dt="2025-09-29T10:19:12.659" v="44453"/>
          <ac:spMkLst>
            <pc:docMk/>
            <pc:sldMk cId="122091193" sldId="354"/>
            <ac:spMk id="186" creationId="{80666995-3C49-E71E-21D0-31795CE242D3}"/>
          </ac:spMkLst>
        </pc:spChg>
        <pc:spChg chg="add del mod">
          <ac:chgData name="Robert de Groote" userId="2ce5265b-80a0-4fb8-a62a-8035e9b0c45a" providerId="ADAL" clId="{2F427DC0-94DD-4221-BDA8-C26CE314FA9F}" dt="2025-09-29T10:19:12.659" v="44453"/>
          <ac:spMkLst>
            <pc:docMk/>
            <pc:sldMk cId="122091193" sldId="354"/>
            <ac:spMk id="187" creationId="{6597E7FC-523E-5B74-5911-F776965D320F}"/>
          </ac:spMkLst>
        </pc:spChg>
        <pc:spChg chg="add del mod">
          <ac:chgData name="Robert de Groote" userId="2ce5265b-80a0-4fb8-a62a-8035e9b0c45a" providerId="ADAL" clId="{2F427DC0-94DD-4221-BDA8-C26CE314FA9F}" dt="2025-09-29T10:19:12.659" v="44453"/>
          <ac:spMkLst>
            <pc:docMk/>
            <pc:sldMk cId="122091193" sldId="354"/>
            <ac:spMk id="188" creationId="{BCD6CD39-2761-7C59-F3A3-66BEF05EA2C2}"/>
          </ac:spMkLst>
        </pc:spChg>
        <pc:spChg chg="add del mod">
          <ac:chgData name="Robert de Groote" userId="2ce5265b-80a0-4fb8-a62a-8035e9b0c45a" providerId="ADAL" clId="{2F427DC0-94DD-4221-BDA8-C26CE314FA9F}" dt="2025-09-29T10:19:12.659" v="44453"/>
          <ac:spMkLst>
            <pc:docMk/>
            <pc:sldMk cId="122091193" sldId="354"/>
            <ac:spMk id="189" creationId="{41D01D87-C9A5-82DA-ECD7-AD56AEB10C45}"/>
          </ac:spMkLst>
        </pc:spChg>
        <pc:spChg chg="add del mod">
          <ac:chgData name="Robert de Groote" userId="2ce5265b-80a0-4fb8-a62a-8035e9b0c45a" providerId="ADAL" clId="{2F427DC0-94DD-4221-BDA8-C26CE314FA9F}" dt="2025-09-29T10:19:12.353" v="44342"/>
          <ac:spMkLst>
            <pc:docMk/>
            <pc:sldMk cId="122091193" sldId="354"/>
            <ac:spMk id="190" creationId="{E11C1E00-3A93-6748-4F06-9B079F1A4ECE}"/>
          </ac:spMkLst>
        </pc:spChg>
        <pc:spChg chg="add del mod">
          <ac:chgData name="Robert de Groote" userId="2ce5265b-80a0-4fb8-a62a-8035e9b0c45a" providerId="ADAL" clId="{2F427DC0-94DD-4221-BDA8-C26CE314FA9F}" dt="2025-09-29T10:19:12.396" v="44351"/>
          <ac:spMkLst>
            <pc:docMk/>
            <pc:sldMk cId="122091193" sldId="354"/>
            <ac:spMk id="191" creationId="{40716FDA-3631-E90A-856C-6F822F4EE8EE}"/>
          </ac:spMkLst>
        </pc:spChg>
        <pc:spChg chg="add del mod">
          <ac:chgData name="Robert de Groote" userId="2ce5265b-80a0-4fb8-a62a-8035e9b0c45a" providerId="ADAL" clId="{2F427DC0-94DD-4221-BDA8-C26CE314FA9F}" dt="2025-09-29T10:19:12.427" v="44360"/>
          <ac:spMkLst>
            <pc:docMk/>
            <pc:sldMk cId="122091193" sldId="354"/>
            <ac:spMk id="192" creationId="{7DCF1B04-943F-408F-092E-08728F0D6D15}"/>
          </ac:spMkLst>
        </pc:spChg>
        <pc:spChg chg="add del mod">
          <ac:chgData name="Robert de Groote" userId="2ce5265b-80a0-4fb8-a62a-8035e9b0c45a" providerId="ADAL" clId="{2F427DC0-94DD-4221-BDA8-C26CE314FA9F}" dt="2025-09-29T10:19:12.460" v="44369"/>
          <ac:spMkLst>
            <pc:docMk/>
            <pc:sldMk cId="122091193" sldId="354"/>
            <ac:spMk id="193" creationId="{BA84630B-EC79-33CA-5079-521BC3A6652E}"/>
          </ac:spMkLst>
        </pc:spChg>
        <pc:spChg chg="add del mod">
          <ac:chgData name="Robert de Groote" userId="2ce5265b-80a0-4fb8-a62a-8035e9b0c45a" providerId="ADAL" clId="{2F427DC0-94DD-4221-BDA8-C26CE314FA9F}" dt="2025-09-29T10:19:12.490" v="44378"/>
          <ac:spMkLst>
            <pc:docMk/>
            <pc:sldMk cId="122091193" sldId="354"/>
            <ac:spMk id="194" creationId="{9353FCA8-1272-E521-B789-68CC82FFE067}"/>
          </ac:spMkLst>
        </pc:spChg>
        <pc:spChg chg="add del mod">
          <ac:chgData name="Robert de Groote" userId="2ce5265b-80a0-4fb8-a62a-8035e9b0c45a" providerId="ADAL" clId="{2F427DC0-94DD-4221-BDA8-C26CE314FA9F}" dt="2025-09-29T10:19:12.506" v="44387"/>
          <ac:spMkLst>
            <pc:docMk/>
            <pc:sldMk cId="122091193" sldId="354"/>
            <ac:spMk id="195" creationId="{230880B8-E575-D220-A03A-7858F88ABCB8}"/>
          </ac:spMkLst>
        </pc:spChg>
        <pc:spChg chg="add del mod">
          <ac:chgData name="Robert de Groote" userId="2ce5265b-80a0-4fb8-a62a-8035e9b0c45a" providerId="ADAL" clId="{2F427DC0-94DD-4221-BDA8-C26CE314FA9F}" dt="2025-09-29T10:19:12.539" v="44396"/>
          <ac:spMkLst>
            <pc:docMk/>
            <pc:sldMk cId="122091193" sldId="354"/>
            <ac:spMk id="196" creationId="{D75F53AC-0D90-04FC-A0C3-750F96A63282}"/>
          </ac:spMkLst>
        </pc:spChg>
        <pc:spChg chg="add del mod">
          <ac:chgData name="Robert de Groote" userId="2ce5265b-80a0-4fb8-a62a-8035e9b0c45a" providerId="ADAL" clId="{2F427DC0-94DD-4221-BDA8-C26CE314FA9F}" dt="2025-09-29T10:19:12.553" v="44405"/>
          <ac:spMkLst>
            <pc:docMk/>
            <pc:sldMk cId="122091193" sldId="354"/>
            <ac:spMk id="197" creationId="{4451482E-21EC-31EC-2157-2DAAF8BE0405}"/>
          </ac:spMkLst>
        </pc:spChg>
        <pc:spChg chg="add del mod">
          <ac:chgData name="Robert de Groote" userId="2ce5265b-80a0-4fb8-a62a-8035e9b0c45a" providerId="ADAL" clId="{2F427DC0-94DD-4221-BDA8-C26CE314FA9F}" dt="2025-09-29T10:19:12.588" v="44414"/>
          <ac:spMkLst>
            <pc:docMk/>
            <pc:sldMk cId="122091193" sldId="354"/>
            <ac:spMk id="198" creationId="{FA68B96B-9B1C-633B-70F9-149075E736AC}"/>
          </ac:spMkLst>
        </pc:spChg>
        <pc:spChg chg="add del mod">
          <ac:chgData name="Robert de Groote" userId="2ce5265b-80a0-4fb8-a62a-8035e9b0c45a" providerId="ADAL" clId="{2F427DC0-94DD-4221-BDA8-C26CE314FA9F}" dt="2025-09-29T10:19:12.621" v="44423"/>
          <ac:spMkLst>
            <pc:docMk/>
            <pc:sldMk cId="122091193" sldId="354"/>
            <ac:spMk id="199" creationId="{05B9F0FB-7136-9670-88D7-3FACE65F4E6E}"/>
          </ac:spMkLst>
        </pc:spChg>
        <pc:spChg chg="add del mod">
          <ac:chgData name="Robert de Groote" userId="2ce5265b-80a0-4fb8-a62a-8035e9b0c45a" providerId="ADAL" clId="{2F427DC0-94DD-4221-BDA8-C26CE314FA9F}" dt="2025-09-29T10:19:20.179" v="44513"/>
          <ac:spMkLst>
            <pc:docMk/>
            <pc:sldMk cId="122091193" sldId="354"/>
            <ac:spMk id="200" creationId="{FDE91CF3-5192-8A95-D829-E674F92817C2}"/>
          </ac:spMkLst>
        </pc:spChg>
        <pc:spChg chg="add del mod">
          <ac:chgData name="Robert de Groote" userId="2ce5265b-80a0-4fb8-a62a-8035e9b0c45a" providerId="ADAL" clId="{2F427DC0-94DD-4221-BDA8-C26CE314FA9F}" dt="2025-09-29T10:19:20.179" v="44513"/>
          <ac:spMkLst>
            <pc:docMk/>
            <pc:sldMk cId="122091193" sldId="354"/>
            <ac:spMk id="201" creationId="{B67CF120-A1A0-D1A1-7C4C-B876B93F9DB0}"/>
          </ac:spMkLst>
        </pc:spChg>
        <pc:spChg chg="add del mod">
          <ac:chgData name="Robert de Groote" userId="2ce5265b-80a0-4fb8-a62a-8035e9b0c45a" providerId="ADAL" clId="{2F427DC0-94DD-4221-BDA8-C26CE314FA9F}" dt="2025-09-29T10:19:20.042" v="44474"/>
          <ac:spMkLst>
            <pc:docMk/>
            <pc:sldMk cId="122091193" sldId="354"/>
            <ac:spMk id="202" creationId="{CDB47AA4-7171-50F7-1D5E-393EC8462C62}"/>
          </ac:spMkLst>
        </pc:spChg>
        <pc:spChg chg="add del mod">
          <ac:chgData name="Robert de Groote" userId="2ce5265b-80a0-4fb8-a62a-8035e9b0c45a" providerId="ADAL" clId="{2F427DC0-94DD-4221-BDA8-C26CE314FA9F}" dt="2025-09-29T10:19:20.087" v="44483"/>
          <ac:spMkLst>
            <pc:docMk/>
            <pc:sldMk cId="122091193" sldId="354"/>
            <ac:spMk id="203" creationId="{130FCBF9-679F-56C0-45D3-3F0B5B5432FC}"/>
          </ac:spMkLst>
        </pc:spChg>
        <pc:spChg chg="add del mod">
          <ac:chgData name="Robert de Groote" userId="2ce5265b-80a0-4fb8-a62a-8035e9b0c45a" providerId="ADAL" clId="{2F427DC0-94DD-4221-BDA8-C26CE314FA9F}" dt="2025-09-29T10:19:20.129" v="44492"/>
          <ac:spMkLst>
            <pc:docMk/>
            <pc:sldMk cId="122091193" sldId="354"/>
            <ac:spMk id="204" creationId="{B31D17ED-1B5B-7556-23F7-DAFA336FA5A2}"/>
          </ac:spMkLst>
        </pc:spChg>
        <pc:spChg chg="add del mod">
          <ac:chgData name="Robert de Groote" userId="2ce5265b-80a0-4fb8-a62a-8035e9b0c45a" providerId="ADAL" clId="{2F427DC0-94DD-4221-BDA8-C26CE314FA9F}" dt="2025-09-29T10:19:20.159" v="44501"/>
          <ac:spMkLst>
            <pc:docMk/>
            <pc:sldMk cId="122091193" sldId="354"/>
            <ac:spMk id="205" creationId="{E89B262C-0584-3430-76FB-54496EF5260C}"/>
          </ac:spMkLst>
        </pc:spChg>
        <pc:spChg chg="add del mod">
          <ac:chgData name="Robert de Groote" userId="2ce5265b-80a0-4fb8-a62a-8035e9b0c45a" providerId="ADAL" clId="{2F427DC0-94DD-4221-BDA8-C26CE314FA9F}" dt="2025-09-29T10:19:24.602" v="44573"/>
          <ac:spMkLst>
            <pc:docMk/>
            <pc:sldMk cId="122091193" sldId="354"/>
            <ac:spMk id="206" creationId="{23EA30D0-674A-11FF-51E5-94BE0C57106B}"/>
          </ac:spMkLst>
        </pc:spChg>
        <pc:spChg chg="add del mod">
          <ac:chgData name="Robert de Groote" userId="2ce5265b-80a0-4fb8-a62a-8035e9b0c45a" providerId="ADAL" clId="{2F427DC0-94DD-4221-BDA8-C26CE314FA9F}" dt="2025-09-29T10:19:24.602" v="44573"/>
          <ac:spMkLst>
            <pc:docMk/>
            <pc:sldMk cId="122091193" sldId="354"/>
            <ac:spMk id="207" creationId="{223A48D7-B8E7-5855-292F-618863E14854}"/>
          </ac:spMkLst>
        </pc:spChg>
        <pc:spChg chg="add del mod">
          <ac:chgData name="Robert de Groote" userId="2ce5265b-80a0-4fb8-a62a-8035e9b0c45a" providerId="ADAL" clId="{2F427DC0-94DD-4221-BDA8-C26CE314FA9F}" dt="2025-09-29T10:19:24.460" v="44534"/>
          <ac:spMkLst>
            <pc:docMk/>
            <pc:sldMk cId="122091193" sldId="354"/>
            <ac:spMk id="208" creationId="{A09C58D3-A55F-59AE-0972-4DA1293BA1C9}"/>
          </ac:spMkLst>
        </pc:spChg>
        <pc:spChg chg="add del mod">
          <ac:chgData name="Robert de Groote" userId="2ce5265b-80a0-4fb8-a62a-8035e9b0c45a" providerId="ADAL" clId="{2F427DC0-94DD-4221-BDA8-C26CE314FA9F}" dt="2025-09-29T10:19:24.504" v="44543"/>
          <ac:spMkLst>
            <pc:docMk/>
            <pc:sldMk cId="122091193" sldId="354"/>
            <ac:spMk id="209" creationId="{0A910847-0E4B-8C39-A7EE-27E4EB76BB29}"/>
          </ac:spMkLst>
        </pc:spChg>
        <pc:spChg chg="add del mod">
          <ac:chgData name="Robert de Groote" userId="2ce5265b-80a0-4fb8-a62a-8035e9b0c45a" providerId="ADAL" clId="{2F427DC0-94DD-4221-BDA8-C26CE314FA9F}" dt="2025-09-29T10:19:24.539" v="44552"/>
          <ac:spMkLst>
            <pc:docMk/>
            <pc:sldMk cId="122091193" sldId="354"/>
            <ac:spMk id="210" creationId="{1C181007-2DD9-05B4-DF52-F9D30DBCAAC3}"/>
          </ac:spMkLst>
        </pc:spChg>
        <pc:spChg chg="add del mod">
          <ac:chgData name="Robert de Groote" userId="2ce5265b-80a0-4fb8-a62a-8035e9b0c45a" providerId="ADAL" clId="{2F427DC0-94DD-4221-BDA8-C26CE314FA9F}" dt="2025-09-29T10:19:24.569" v="44561"/>
          <ac:spMkLst>
            <pc:docMk/>
            <pc:sldMk cId="122091193" sldId="354"/>
            <ac:spMk id="211" creationId="{96871149-071D-CF73-9F2D-91463997975D}"/>
          </ac:spMkLst>
        </pc:spChg>
        <pc:spChg chg="add del mod">
          <ac:chgData name="Robert de Groote" userId="2ce5265b-80a0-4fb8-a62a-8035e9b0c45a" providerId="ADAL" clId="{2F427DC0-94DD-4221-BDA8-C26CE314FA9F}" dt="2025-09-29T10:19:28.962" v="44633"/>
          <ac:spMkLst>
            <pc:docMk/>
            <pc:sldMk cId="122091193" sldId="354"/>
            <ac:spMk id="212" creationId="{D4ECF566-22AB-5E8E-F4AA-B6BB31E5A65E}"/>
          </ac:spMkLst>
        </pc:spChg>
        <pc:spChg chg="add del mod">
          <ac:chgData name="Robert de Groote" userId="2ce5265b-80a0-4fb8-a62a-8035e9b0c45a" providerId="ADAL" clId="{2F427DC0-94DD-4221-BDA8-C26CE314FA9F}" dt="2025-09-29T10:19:28.962" v="44633"/>
          <ac:spMkLst>
            <pc:docMk/>
            <pc:sldMk cId="122091193" sldId="354"/>
            <ac:spMk id="213" creationId="{96F19703-7B5A-A5FE-27F8-26CED6FC99CC}"/>
          </ac:spMkLst>
        </pc:spChg>
        <pc:spChg chg="add del mod">
          <ac:chgData name="Robert de Groote" userId="2ce5265b-80a0-4fb8-a62a-8035e9b0c45a" providerId="ADAL" clId="{2F427DC0-94DD-4221-BDA8-C26CE314FA9F}" dt="2025-09-29T10:19:28.858" v="44594"/>
          <ac:spMkLst>
            <pc:docMk/>
            <pc:sldMk cId="122091193" sldId="354"/>
            <ac:spMk id="214" creationId="{F4A4F706-8E98-F77E-D9F5-A34750317EAF}"/>
          </ac:spMkLst>
        </pc:spChg>
        <pc:spChg chg="add del mod">
          <ac:chgData name="Robert de Groote" userId="2ce5265b-80a0-4fb8-a62a-8035e9b0c45a" providerId="ADAL" clId="{2F427DC0-94DD-4221-BDA8-C26CE314FA9F}" dt="2025-09-29T10:19:28.893" v="44603"/>
          <ac:spMkLst>
            <pc:docMk/>
            <pc:sldMk cId="122091193" sldId="354"/>
            <ac:spMk id="215" creationId="{9AB27D73-5728-E45E-A24D-176286E4BA23}"/>
          </ac:spMkLst>
        </pc:spChg>
        <pc:spChg chg="add del mod">
          <ac:chgData name="Robert de Groote" userId="2ce5265b-80a0-4fb8-a62a-8035e9b0c45a" providerId="ADAL" clId="{2F427DC0-94DD-4221-BDA8-C26CE314FA9F}" dt="2025-09-29T10:19:28.914" v="44612"/>
          <ac:spMkLst>
            <pc:docMk/>
            <pc:sldMk cId="122091193" sldId="354"/>
            <ac:spMk id="216" creationId="{A376F909-C85A-D3CF-4B26-D1C33BDAA8E0}"/>
          </ac:spMkLst>
        </pc:spChg>
        <pc:spChg chg="add del mod">
          <ac:chgData name="Robert de Groote" userId="2ce5265b-80a0-4fb8-a62a-8035e9b0c45a" providerId="ADAL" clId="{2F427DC0-94DD-4221-BDA8-C26CE314FA9F}" dt="2025-09-29T10:19:28.930" v="44621"/>
          <ac:spMkLst>
            <pc:docMk/>
            <pc:sldMk cId="122091193" sldId="354"/>
            <ac:spMk id="217" creationId="{25203CBA-60AC-282B-BCE8-E5D85F95A347}"/>
          </ac:spMkLst>
        </pc:spChg>
        <pc:spChg chg="add del mod">
          <ac:chgData name="Robert de Groote" userId="2ce5265b-80a0-4fb8-a62a-8035e9b0c45a" providerId="ADAL" clId="{2F427DC0-94DD-4221-BDA8-C26CE314FA9F}" dt="2025-09-29T10:19:34.432" v="44693"/>
          <ac:spMkLst>
            <pc:docMk/>
            <pc:sldMk cId="122091193" sldId="354"/>
            <ac:spMk id="218" creationId="{9FF292BC-58A4-B512-3B2A-C7E1E5DFF18B}"/>
          </ac:spMkLst>
        </pc:spChg>
        <pc:spChg chg="add del mod">
          <ac:chgData name="Robert de Groote" userId="2ce5265b-80a0-4fb8-a62a-8035e9b0c45a" providerId="ADAL" clId="{2F427DC0-94DD-4221-BDA8-C26CE314FA9F}" dt="2025-09-29T10:19:34.432" v="44693"/>
          <ac:spMkLst>
            <pc:docMk/>
            <pc:sldMk cId="122091193" sldId="354"/>
            <ac:spMk id="219" creationId="{4587CBDB-9F01-A1D5-F7D9-C8C5C73A2FC7}"/>
          </ac:spMkLst>
        </pc:spChg>
        <pc:spChg chg="add del mod">
          <ac:chgData name="Robert de Groote" userId="2ce5265b-80a0-4fb8-a62a-8035e9b0c45a" providerId="ADAL" clId="{2F427DC0-94DD-4221-BDA8-C26CE314FA9F}" dt="2025-09-29T10:19:34.310" v="44654"/>
          <ac:spMkLst>
            <pc:docMk/>
            <pc:sldMk cId="122091193" sldId="354"/>
            <ac:spMk id="220" creationId="{F4F1D795-3C25-6E12-4C22-D800100ACA5B}"/>
          </ac:spMkLst>
        </pc:spChg>
        <pc:spChg chg="add del mod">
          <ac:chgData name="Robert de Groote" userId="2ce5265b-80a0-4fb8-a62a-8035e9b0c45a" providerId="ADAL" clId="{2F427DC0-94DD-4221-BDA8-C26CE314FA9F}" dt="2025-09-29T10:19:34.348" v="44663"/>
          <ac:spMkLst>
            <pc:docMk/>
            <pc:sldMk cId="122091193" sldId="354"/>
            <ac:spMk id="221" creationId="{02D2DD99-9776-E172-E6A1-9ACEB63DD217}"/>
          </ac:spMkLst>
        </pc:spChg>
        <pc:spChg chg="add del mod">
          <ac:chgData name="Robert de Groote" userId="2ce5265b-80a0-4fb8-a62a-8035e9b0c45a" providerId="ADAL" clId="{2F427DC0-94DD-4221-BDA8-C26CE314FA9F}" dt="2025-09-29T10:19:34.372" v="44672"/>
          <ac:spMkLst>
            <pc:docMk/>
            <pc:sldMk cId="122091193" sldId="354"/>
            <ac:spMk id="222" creationId="{837DCD34-CA5F-FEE4-B7DD-047489916A0C}"/>
          </ac:spMkLst>
        </pc:spChg>
        <pc:spChg chg="add del mod">
          <ac:chgData name="Robert de Groote" userId="2ce5265b-80a0-4fb8-a62a-8035e9b0c45a" providerId="ADAL" clId="{2F427DC0-94DD-4221-BDA8-C26CE314FA9F}" dt="2025-09-29T10:19:34.402" v="44681"/>
          <ac:spMkLst>
            <pc:docMk/>
            <pc:sldMk cId="122091193" sldId="354"/>
            <ac:spMk id="223" creationId="{1BA16A42-E7E5-9E39-0EA9-D9521AA458AC}"/>
          </ac:spMkLst>
        </pc:spChg>
        <pc:spChg chg="add del mod">
          <ac:chgData name="Robert de Groote" userId="2ce5265b-80a0-4fb8-a62a-8035e9b0c45a" providerId="ADAL" clId="{2F427DC0-94DD-4221-BDA8-C26CE314FA9F}" dt="2025-09-29T10:19:44.589" v="44754"/>
          <ac:spMkLst>
            <pc:docMk/>
            <pc:sldMk cId="122091193" sldId="354"/>
            <ac:spMk id="225" creationId="{68DC3E16-4EB4-60AA-1BCF-52F7151FB653}"/>
          </ac:spMkLst>
        </pc:spChg>
        <pc:spChg chg="add del mod">
          <ac:chgData name="Robert de Groote" userId="2ce5265b-80a0-4fb8-a62a-8035e9b0c45a" providerId="ADAL" clId="{2F427DC0-94DD-4221-BDA8-C26CE314FA9F}" dt="2025-09-29T10:19:44.589" v="44754"/>
          <ac:spMkLst>
            <pc:docMk/>
            <pc:sldMk cId="122091193" sldId="354"/>
            <ac:spMk id="226" creationId="{9F71B8AF-6A80-CA99-2F9B-5C9FF18DEFC0}"/>
          </ac:spMkLst>
        </pc:spChg>
        <pc:spChg chg="add del mod">
          <ac:chgData name="Robert de Groote" userId="2ce5265b-80a0-4fb8-a62a-8035e9b0c45a" providerId="ADAL" clId="{2F427DC0-94DD-4221-BDA8-C26CE314FA9F}" dt="2025-09-29T10:19:44.453" v="44715"/>
          <ac:spMkLst>
            <pc:docMk/>
            <pc:sldMk cId="122091193" sldId="354"/>
            <ac:spMk id="227" creationId="{2190F7F9-6233-0446-8FD5-596DC8B99B81}"/>
          </ac:spMkLst>
        </pc:spChg>
        <pc:spChg chg="add del mod">
          <ac:chgData name="Robert de Groote" userId="2ce5265b-80a0-4fb8-a62a-8035e9b0c45a" providerId="ADAL" clId="{2F427DC0-94DD-4221-BDA8-C26CE314FA9F}" dt="2025-09-29T10:19:44.495" v="44724"/>
          <ac:spMkLst>
            <pc:docMk/>
            <pc:sldMk cId="122091193" sldId="354"/>
            <ac:spMk id="228" creationId="{E0BDF749-3A29-00C2-D43D-14B1A4CBBFF4}"/>
          </ac:spMkLst>
        </pc:spChg>
        <pc:spChg chg="add del mod">
          <ac:chgData name="Robert de Groote" userId="2ce5265b-80a0-4fb8-a62a-8035e9b0c45a" providerId="ADAL" clId="{2F427DC0-94DD-4221-BDA8-C26CE314FA9F}" dt="2025-09-29T10:19:44.526" v="44733"/>
          <ac:spMkLst>
            <pc:docMk/>
            <pc:sldMk cId="122091193" sldId="354"/>
            <ac:spMk id="229" creationId="{5C32B20F-7E40-3E7C-FADC-5B87186B9F2A}"/>
          </ac:spMkLst>
        </pc:spChg>
        <pc:spChg chg="add del mod">
          <ac:chgData name="Robert de Groote" userId="2ce5265b-80a0-4fb8-a62a-8035e9b0c45a" providerId="ADAL" clId="{2F427DC0-94DD-4221-BDA8-C26CE314FA9F}" dt="2025-09-29T10:19:44.561" v="44742"/>
          <ac:spMkLst>
            <pc:docMk/>
            <pc:sldMk cId="122091193" sldId="354"/>
            <ac:spMk id="230" creationId="{93B649F4-7BBF-C7E0-EBEB-02F0B9A16E09}"/>
          </ac:spMkLst>
        </pc:spChg>
        <pc:spChg chg="add del mod">
          <ac:chgData name="Robert de Groote" userId="2ce5265b-80a0-4fb8-a62a-8035e9b0c45a" providerId="ADAL" clId="{2F427DC0-94DD-4221-BDA8-C26CE314FA9F}" dt="2025-09-29T10:19:53.728" v="44815"/>
          <ac:spMkLst>
            <pc:docMk/>
            <pc:sldMk cId="122091193" sldId="354"/>
            <ac:spMk id="232" creationId="{5B124F4B-75F2-7AF2-C233-5DFCEC9E439C}"/>
          </ac:spMkLst>
        </pc:spChg>
        <pc:spChg chg="add del mod">
          <ac:chgData name="Robert de Groote" userId="2ce5265b-80a0-4fb8-a62a-8035e9b0c45a" providerId="ADAL" clId="{2F427DC0-94DD-4221-BDA8-C26CE314FA9F}" dt="2025-09-29T10:19:53.728" v="44815"/>
          <ac:spMkLst>
            <pc:docMk/>
            <pc:sldMk cId="122091193" sldId="354"/>
            <ac:spMk id="233" creationId="{6018C5FA-CD0C-92D2-55A1-DCFD17857ECB}"/>
          </ac:spMkLst>
        </pc:spChg>
        <pc:spChg chg="add del mod">
          <ac:chgData name="Robert de Groote" userId="2ce5265b-80a0-4fb8-a62a-8035e9b0c45a" providerId="ADAL" clId="{2F427DC0-94DD-4221-BDA8-C26CE314FA9F}" dt="2025-09-29T10:19:53.610" v="44776"/>
          <ac:spMkLst>
            <pc:docMk/>
            <pc:sldMk cId="122091193" sldId="354"/>
            <ac:spMk id="234" creationId="{929A4480-7C1E-9054-917E-90CDB564764B}"/>
          </ac:spMkLst>
        </pc:spChg>
        <pc:spChg chg="add del mod">
          <ac:chgData name="Robert de Groote" userId="2ce5265b-80a0-4fb8-a62a-8035e9b0c45a" providerId="ADAL" clId="{2F427DC0-94DD-4221-BDA8-C26CE314FA9F}" dt="2025-09-29T10:19:53.637" v="44785"/>
          <ac:spMkLst>
            <pc:docMk/>
            <pc:sldMk cId="122091193" sldId="354"/>
            <ac:spMk id="235" creationId="{F9D250F4-3B9F-6412-C0B3-70F623A22149}"/>
          </ac:spMkLst>
        </pc:spChg>
        <pc:spChg chg="add del mod">
          <ac:chgData name="Robert de Groote" userId="2ce5265b-80a0-4fb8-a62a-8035e9b0c45a" providerId="ADAL" clId="{2F427DC0-94DD-4221-BDA8-C26CE314FA9F}" dt="2025-09-29T10:19:53.671" v="44794"/>
          <ac:spMkLst>
            <pc:docMk/>
            <pc:sldMk cId="122091193" sldId="354"/>
            <ac:spMk id="236" creationId="{3536A4BE-38D6-C16F-22D0-A1F3A0C84179}"/>
          </ac:spMkLst>
        </pc:spChg>
        <pc:spChg chg="add del mod">
          <ac:chgData name="Robert de Groote" userId="2ce5265b-80a0-4fb8-a62a-8035e9b0c45a" providerId="ADAL" clId="{2F427DC0-94DD-4221-BDA8-C26CE314FA9F}" dt="2025-09-29T10:19:53.698" v="44803"/>
          <ac:spMkLst>
            <pc:docMk/>
            <pc:sldMk cId="122091193" sldId="354"/>
            <ac:spMk id="237" creationId="{53C67DB5-1624-7506-AF63-AFCFAC07A827}"/>
          </ac:spMkLst>
        </pc:spChg>
        <pc:spChg chg="add del mod">
          <ac:chgData name="Robert de Groote" userId="2ce5265b-80a0-4fb8-a62a-8035e9b0c45a" providerId="ADAL" clId="{2F427DC0-94DD-4221-BDA8-C26CE314FA9F}" dt="2025-09-29T10:22:10.801" v="45281"/>
          <ac:spMkLst>
            <pc:docMk/>
            <pc:sldMk cId="122091193" sldId="354"/>
            <ac:spMk id="240" creationId="{643B8E3C-5F08-7381-BB5C-D7776B52ACDE}"/>
          </ac:spMkLst>
        </pc:spChg>
        <pc:spChg chg="add del mod">
          <ac:chgData name="Robert de Groote" userId="2ce5265b-80a0-4fb8-a62a-8035e9b0c45a" providerId="ADAL" clId="{2F427DC0-94DD-4221-BDA8-C26CE314FA9F}" dt="2025-09-29T10:22:10.801" v="45281"/>
          <ac:spMkLst>
            <pc:docMk/>
            <pc:sldMk cId="122091193" sldId="354"/>
            <ac:spMk id="241" creationId="{02F69CA8-285A-D7D7-3007-A269757B3FC7}"/>
          </ac:spMkLst>
        </pc:spChg>
        <pc:spChg chg="add del mod">
          <ac:chgData name="Robert de Groote" userId="2ce5265b-80a0-4fb8-a62a-8035e9b0c45a" providerId="ADAL" clId="{2F427DC0-94DD-4221-BDA8-C26CE314FA9F}" dt="2025-09-29T10:22:10.627" v="45242"/>
          <ac:spMkLst>
            <pc:docMk/>
            <pc:sldMk cId="122091193" sldId="354"/>
            <ac:spMk id="242" creationId="{3B836328-0119-63DC-270C-6036F059C187}"/>
          </ac:spMkLst>
        </pc:spChg>
        <pc:spChg chg="add del mod">
          <ac:chgData name="Robert de Groote" userId="2ce5265b-80a0-4fb8-a62a-8035e9b0c45a" providerId="ADAL" clId="{2F427DC0-94DD-4221-BDA8-C26CE314FA9F}" dt="2025-09-29T10:22:10.667" v="45251"/>
          <ac:spMkLst>
            <pc:docMk/>
            <pc:sldMk cId="122091193" sldId="354"/>
            <ac:spMk id="243" creationId="{991B15C4-C0DC-E505-D229-99C9DA9DE94A}"/>
          </ac:spMkLst>
        </pc:spChg>
        <pc:spChg chg="add del mod">
          <ac:chgData name="Robert de Groote" userId="2ce5265b-80a0-4fb8-a62a-8035e9b0c45a" providerId="ADAL" clId="{2F427DC0-94DD-4221-BDA8-C26CE314FA9F}" dt="2025-09-29T10:22:10.705" v="45260"/>
          <ac:spMkLst>
            <pc:docMk/>
            <pc:sldMk cId="122091193" sldId="354"/>
            <ac:spMk id="244" creationId="{870294F7-3AF1-D75F-3E9A-E8D8B5419715}"/>
          </ac:spMkLst>
        </pc:spChg>
        <pc:spChg chg="add del mod">
          <ac:chgData name="Robert de Groote" userId="2ce5265b-80a0-4fb8-a62a-8035e9b0c45a" providerId="ADAL" clId="{2F427DC0-94DD-4221-BDA8-C26CE314FA9F}" dt="2025-09-29T10:22:10.748" v="45269"/>
          <ac:spMkLst>
            <pc:docMk/>
            <pc:sldMk cId="122091193" sldId="354"/>
            <ac:spMk id="245" creationId="{21A1F91F-070B-3709-483D-C2A3C1A1C084}"/>
          </ac:spMkLst>
        </pc:spChg>
        <pc:spChg chg="add del mod">
          <ac:chgData name="Robert de Groote" userId="2ce5265b-80a0-4fb8-a62a-8035e9b0c45a" providerId="ADAL" clId="{2F427DC0-94DD-4221-BDA8-C26CE314FA9F}" dt="2025-09-29T10:22:20.260" v="45343"/>
          <ac:spMkLst>
            <pc:docMk/>
            <pc:sldMk cId="122091193" sldId="354"/>
            <ac:spMk id="248" creationId="{4E028129-E71A-6D20-6216-A5BA026B2E51}"/>
          </ac:spMkLst>
        </pc:spChg>
        <pc:spChg chg="add del mod">
          <ac:chgData name="Robert de Groote" userId="2ce5265b-80a0-4fb8-a62a-8035e9b0c45a" providerId="ADAL" clId="{2F427DC0-94DD-4221-BDA8-C26CE314FA9F}" dt="2025-09-29T10:22:20.260" v="45343"/>
          <ac:spMkLst>
            <pc:docMk/>
            <pc:sldMk cId="122091193" sldId="354"/>
            <ac:spMk id="249" creationId="{C1ECC70D-1F97-EA3A-5663-BC48E5562DBD}"/>
          </ac:spMkLst>
        </pc:spChg>
        <pc:spChg chg="add del mod">
          <ac:chgData name="Robert de Groote" userId="2ce5265b-80a0-4fb8-a62a-8035e9b0c45a" providerId="ADAL" clId="{2F427DC0-94DD-4221-BDA8-C26CE314FA9F}" dt="2025-09-29T10:22:20.141" v="45304"/>
          <ac:spMkLst>
            <pc:docMk/>
            <pc:sldMk cId="122091193" sldId="354"/>
            <ac:spMk id="250" creationId="{719241CF-0B9D-B36B-7B08-90A18F186707}"/>
          </ac:spMkLst>
        </pc:spChg>
        <pc:spChg chg="add del mod">
          <ac:chgData name="Robert de Groote" userId="2ce5265b-80a0-4fb8-a62a-8035e9b0c45a" providerId="ADAL" clId="{2F427DC0-94DD-4221-BDA8-C26CE314FA9F}" dt="2025-09-29T10:22:20.172" v="45313"/>
          <ac:spMkLst>
            <pc:docMk/>
            <pc:sldMk cId="122091193" sldId="354"/>
            <ac:spMk id="251" creationId="{4EA3588B-882C-8920-533C-4482934512C5}"/>
          </ac:spMkLst>
        </pc:spChg>
        <pc:spChg chg="add del mod">
          <ac:chgData name="Robert de Groote" userId="2ce5265b-80a0-4fb8-a62a-8035e9b0c45a" providerId="ADAL" clId="{2F427DC0-94DD-4221-BDA8-C26CE314FA9F}" dt="2025-09-29T10:22:20.201" v="45322"/>
          <ac:spMkLst>
            <pc:docMk/>
            <pc:sldMk cId="122091193" sldId="354"/>
            <ac:spMk id="252" creationId="{7BBCE387-5929-DFD4-BDF1-9E0C726E2AB4}"/>
          </ac:spMkLst>
        </pc:spChg>
        <pc:spChg chg="add del mod">
          <ac:chgData name="Robert de Groote" userId="2ce5265b-80a0-4fb8-a62a-8035e9b0c45a" providerId="ADAL" clId="{2F427DC0-94DD-4221-BDA8-C26CE314FA9F}" dt="2025-09-29T10:22:20.231" v="45331"/>
          <ac:spMkLst>
            <pc:docMk/>
            <pc:sldMk cId="122091193" sldId="354"/>
            <ac:spMk id="253" creationId="{D68FE8FE-2A18-C6C4-600D-645B7974FE76}"/>
          </ac:spMkLst>
        </pc:spChg>
        <pc:spChg chg="add del mod">
          <ac:chgData name="Robert de Groote" userId="2ce5265b-80a0-4fb8-a62a-8035e9b0c45a" providerId="ADAL" clId="{2F427DC0-94DD-4221-BDA8-C26CE314FA9F}" dt="2025-09-29T10:22:24.721" v="45403"/>
          <ac:spMkLst>
            <pc:docMk/>
            <pc:sldMk cId="122091193" sldId="354"/>
            <ac:spMk id="254" creationId="{EAB64571-5D7E-AC91-3BAF-1DFC7A26D24F}"/>
          </ac:spMkLst>
        </pc:spChg>
        <pc:spChg chg="add del mod">
          <ac:chgData name="Robert de Groote" userId="2ce5265b-80a0-4fb8-a62a-8035e9b0c45a" providerId="ADAL" clId="{2F427DC0-94DD-4221-BDA8-C26CE314FA9F}" dt="2025-09-29T10:22:24.721" v="45403"/>
          <ac:spMkLst>
            <pc:docMk/>
            <pc:sldMk cId="122091193" sldId="354"/>
            <ac:spMk id="255" creationId="{8E396D7B-579B-3A49-5F8A-345CCDF7FB0B}"/>
          </ac:spMkLst>
        </pc:spChg>
        <pc:spChg chg="add del mod">
          <ac:chgData name="Robert de Groote" userId="2ce5265b-80a0-4fb8-a62a-8035e9b0c45a" providerId="ADAL" clId="{2F427DC0-94DD-4221-BDA8-C26CE314FA9F}" dt="2025-09-29T10:22:24.609" v="45364"/>
          <ac:spMkLst>
            <pc:docMk/>
            <pc:sldMk cId="122091193" sldId="354"/>
            <ac:spMk id="256" creationId="{1571F4A0-7184-B7CF-F09F-A231FF7445C7}"/>
          </ac:spMkLst>
        </pc:spChg>
        <pc:spChg chg="add del mod">
          <ac:chgData name="Robert de Groote" userId="2ce5265b-80a0-4fb8-a62a-8035e9b0c45a" providerId="ADAL" clId="{2F427DC0-94DD-4221-BDA8-C26CE314FA9F}" dt="2025-09-29T10:22:24.644" v="45373"/>
          <ac:spMkLst>
            <pc:docMk/>
            <pc:sldMk cId="122091193" sldId="354"/>
            <ac:spMk id="257" creationId="{DB9C1310-D381-2436-EFC7-FC1CD957B97D}"/>
          </ac:spMkLst>
        </pc:spChg>
        <pc:spChg chg="add del mod">
          <ac:chgData name="Robert de Groote" userId="2ce5265b-80a0-4fb8-a62a-8035e9b0c45a" providerId="ADAL" clId="{2F427DC0-94DD-4221-BDA8-C26CE314FA9F}" dt="2025-09-29T10:22:24.673" v="45382"/>
          <ac:spMkLst>
            <pc:docMk/>
            <pc:sldMk cId="122091193" sldId="354"/>
            <ac:spMk id="258" creationId="{20C6BA28-FFFC-BF5B-F27D-DE9DCF080EB1}"/>
          </ac:spMkLst>
        </pc:spChg>
        <pc:spChg chg="add del mod">
          <ac:chgData name="Robert de Groote" userId="2ce5265b-80a0-4fb8-a62a-8035e9b0c45a" providerId="ADAL" clId="{2F427DC0-94DD-4221-BDA8-C26CE314FA9F}" dt="2025-09-29T10:22:24.706" v="45391"/>
          <ac:spMkLst>
            <pc:docMk/>
            <pc:sldMk cId="122091193" sldId="354"/>
            <ac:spMk id="259" creationId="{964FCDB1-B704-152E-4571-D9329C3B3DC5}"/>
          </ac:spMkLst>
        </pc:spChg>
        <pc:spChg chg="add mod">
          <ac:chgData name="Robert de Groote" userId="2ce5265b-80a0-4fb8-a62a-8035e9b0c45a" providerId="ADAL" clId="{2F427DC0-94DD-4221-BDA8-C26CE314FA9F}" dt="2025-09-29T10:36:24.128" v="46603" actId="1076"/>
          <ac:spMkLst>
            <pc:docMk/>
            <pc:sldMk cId="122091193" sldId="354"/>
            <ac:spMk id="260" creationId="{FDB32C21-B7A5-17DA-280B-86357ABBB616}"/>
          </ac:spMkLst>
        </pc:spChg>
        <pc:spChg chg="add mod">
          <ac:chgData name="Robert de Groote" userId="2ce5265b-80a0-4fb8-a62a-8035e9b0c45a" providerId="ADAL" clId="{2F427DC0-94DD-4221-BDA8-C26CE314FA9F}" dt="2025-09-29T10:43:02.566" v="46686" actId="20577"/>
          <ac:spMkLst>
            <pc:docMk/>
            <pc:sldMk cId="122091193" sldId="354"/>
            <ac:spMk id="261" creationId="{4F41A3ED-9DBF-F64A-30E9-8A9B8641A63E}"/>
          </ac:spMkLst>
        </pc:spChg>
        <pc:spChg chg="add mod">
          <ac:chgData name="Robert de Groote" userId="2ce5265b-80a0-4fb8-a62a-8035e9b0c45a" providerId="ADAL" clId="{2F427DC0-94DD-4221-BDA8-C26CE314FA9F}" dt="2025-09-29T12:56:56.829" v="53512" actId="20577"/>
          <ac:spMkLst>
            <pc:docMk/>
            <pc:sldMk cId="122091193" sldId="354"/>
            <ac:spMk id="262" creationId="{7DE84478-E03A-8C73-3BEE-9B872017DFB3}"/>
          </ac:spMkLst>
        </pc:spChg>
        <pc:grpChg chg="mod">
          <ac:chgData name="Robert de Groote" userId="2ce5265b-80a0-4fb8-a62a-8035e9b0c45a" providerId="ADAL" clId="{2F427DC0-94DD-4221-BDA8-C26CE314FA9F}" dt="2025-09-29T09:38:17.493" v="42621" actId="1076"/>
          <ac:grpSpMkLst>
            <pc:docMk/>
            <pc:sldMk cId="122091193" sldId="354"/>
            <ac:grpSpMk id="26" creationId="{049D4215-8B64-AC1D-AC36-5CEE9F18F482}"/>
          </ac:grpSpMkLst>
        </pc:grpChg>
        <pc:grpChg chg="add del mod">
          <ac:chgData name="Robert de Groote" userId="2ce5265b-80a0-4fb8-a62a-8035e9b0c45a" providerId="ADAL" clId="{2F427DC0-94DD-4221-BDA8-C26CE314FA9F}" dt="2025-09-29T10:12:40.835" v="43473" actId="165"/>
          <ac:grpSpMkLst>
            <pc:docMk/>
            <pc:sldMk cId="122091193" sldId="354"/>
            <ac:grpSpMk id="76" creationId="{3C4B2836-132E-4D63-A168-D9DCF79350BE}"/>
          </ac:grpSpMkLst>
        </pc:grpChg>
        <pc:grpChg chg="add del mod">
          <ac:chgData name="Robert de Groote" userId="2ce5265b-80a0-4fb8-a62a-8035e9b0c45a" providerId="ADAL" clId="{2F427DC0-94DD-4221-BDA8-C26CE314FA9F}" dt="2025-09-29T10:12:40.835" v="43473" actId="165"/>
          <ac:grpSpMkLst>
            <pc:docMk/>
            <pc:sldMk cId="122091193" sldId="354"/>
            <ac:grpSpMk id="77" creationId="{D2FBBE5A-CB56-5097-F2D4-8E4007462C9F}"/>
          </ac:grpSpMkLst>
        </pc:grpChg>
        <pc:grpChg chg="add del mod">
          <ac:chgData name="Robert de Groote" userId="2ce5265b-80a0-4fb8-a62a-8035e9b0c45a" providerId="ADAL" clId="{2F427DC0-94DD-4221-BDA8-C26CE314FA9F}" dt="2025-09-29T10:12:40.835" v="43473" actId="165"/>
          <ac:grpSpMkLst>
            <pc:docMk/>
            <pc:sldMk cId="122091193" sldId="354"/>
            <ac:grpSpMk id="78" creationId="{06CB217A-9284-3E2D-510B-5A7739443D6D}"/>
          </ac:grpSpMkLst>
        </pc:grpChg>
        <pc:cxnChg chg="add del mod topLvl">
          <ac:chgData name="Robert de Groote" userId="2ce5265b-80a0-4fb8-a62a-8035e9b0c45a" providerId="ADAL" clId="{2F427DC0-94DD-4221-BDA8-C26CE314FA9F}" dt="2025-09-29T10:17:42.908" v="44288" actId="478"/>
          <ac:cxnSpMkLst>
            <pc:docMk/>
            <pc:sldMk cId="122091193" sldId="354"/>
            <ac:cxnSpMk id="32" creationId="{00F17C6D-9A57-C4B3-32AC-7804475523DD}"/>
          </ac:cxnSpMkLst>
        </pc:cxnChg>
        <pc:cxnChg chg="add mod topLvl">
          <ac:chgData name="Robert de Groote" userId="2ce5265b-80a0-4fb8-a62a-8035e9b0c45a" providerId="ADAL" clId="{2F427DC0-94DD-4221-BDA8-C26CE314FA9F}" dt="2025-09-29T10:44:05.122" v="46692" actId="478"/>
          <ac:cxnSpMkLst>
            <pc:docMk/>
            <pc:sldMk cId="122091193" sldId="354"/>
            <ac:cxnSpMk id="35" creationId="{2B1BC7AA-9751-67AC-0B64-5A8ADBD31CB2}"/>
          </ac:cxnSpMkLst>
        </pc:cxnChg>
        <pc:cxnChg chg="add del mod">
          <ac:chgData name="Robert de Groote" userId="2ce5265b-80a0-4fb8-a62a-8035e9b0c45a" providerId="ADAL" clId="{2F427DC0-94DD-4221-BDA8-C26CE314FA9F}" dt="2025-09-29T09:42:20.542" v="42775"/>
          <ac:cxnSpMkLst>
            <pc:docMk/>
            <pc:sldMk cId="122091193" sldId="354"/>
            <ac:cxnSpMk id="43" creationId="{6A333DDF-7414-2122-FB12-85B2545A38A5}"/>
          </ac:cxnSpMkLst>
        </pc:cxnChg>
        <pc:cxnChg chg="add del mod">
          <ac:chgData name="Robert de Groote" userId="2ce5265b-80a0-4fb8-a62a-8035e9b0c45a" providerId="ADAL" clId="{2F427DC0-94DD-4221-BDA8-C26CE314FA9F}" dt="2025-09-29T09:42:20.542" v="42775"/>
          <ac:cxnSpMkLst>
            <pc:docMk/>
            <pc:sldMk cId="122091193" sldId="354"/>
            <ac:cxnSpMk id="44" creationId="{6370FD2B-F364-439A-2754-A554AB014FE3}"/>
          </ac:cxnSpMkLst>
        </pc:cxnChg>
        <pc:cxnChg chg="add del mod">
          <ac:chgData name="Robert de Groote" userId="2ce5265b-80a0-4fb8-a62a-8035e9b0c45a" providerId="ADAL" clId="{2F427DC0-94DD-4221-BDA8-C26CE314FA9F}" dt="2025-09-29T09:42:37.908" v="42937"/>
          <ac:cxnSpMkLst>
            <pc:docMk/>
            <pc:sldMk cId="122091193" sldId="354"/>
            <ac:cxnSpMk id="58" creationId="{F70706DC-BC8C-BD32-37DE-EEC9CE5BFCE9}"/>
          </ac:cxnSpMkLst>
        </pc:cxnChg>
        <pc:cxnChg chg="add del mod">
          <ac:chgData name="Robert de Groote" userId="2ce5265b-80a0-4fb8-a62a-8035e9b0c45a" providerId="ADAL" clId="{2F427DC0-94DD-4221-BDA8-C26CE314FA9F}" dt="2025-09-29T09:42:42.882" v="42979"/>
          <ac:cxnSpMkLst>
            <pc:docMk/>
            <pc:sldMk cId="122091193" sldId="354"/>
            <ac:cxnSpMk id="62" creationId="{D8F612F4-C80F-05A8-53C5-6ABF21183A7D}"/>
          </ac:cxnSpMkLst>
        </pc:cxnChg>
        <pc:cxnChg chg="mod topLvl">
          <ac:chgData name="Robert de Groote" userId="2ce5265b-80a0-4fb8-a62a-8035e9b0c45a" providerId="ADAL" clId="{2F427DC0-94DD-4221-BDA8-C26CE314FA9F}" dt="2025-09-29T10:44:04.309" v="46691" actId="478"/>
          <ac:cxnSpMkLst>
            <pc:docMk/>
            <pc:sldMk cId="122091193" sldId="354"/>
            <ac:cxnSpMk id="79" creationId="{69E7336D-A2E3-DCDA-A742-BA304F424184}"/>
          </ac:cxnSpMkLst>
        </pc:cxnChg>
        <pc:cxnChg chg="add mod">
          <ac:chgData name="Robert de Groote" userId="2ce5265b-80a0-4fb8-a62a-8035e9b0c45a" providerId="ADAL" clId="{2F427DC0-94DD-4221-BDA8-C26CE314FA9F}" dt="2025-09-29T10:16:13.847" v="44276"/>
          <ac:cxnSpMkLst>
            <pc:docMk/>
            <pc:sldMk cId="122091193" sldId="354"/>
            <ac:cxnSpMk id="153" creationId="{D0617509-0684-EB7A-7669-D1D5BC2AFC39}"/>
          </ac:cxnSpMkLst>
        </pc:cxnChg>
        <pc:cxnChg chg="add mod">
          <ac:chgData name="Robert de Groote" userId="2ce5265b-80a0-4fb8-a62a-8035e9b0c45a" providerId="ADAL" clId="{2F427DC0-94DD-4221-BDA8-C26CE314FA9F}" dt="2025-09-29T10:22:24.717" v="45397"/>
          <ac:cxnSpMkLst>
            <pc:docMk/>
            <pc:sldMk cId="122091193" sldId="354"/>
            <ac:cxnSpMk id="158" creationId="{660EC422-7D7B-0109-679F-C5198C7DA10E}"/>
          </ac:cxnSpMkLst>
        </pc:cxnChg>
        <pc:cxnChg chg="add mod">
          <ac:chgData name="Robert de Groote" userId="2ce5265b-80a0-4fb8-a62a-8035e9b0c45a" providerId="ADAL" clId="{2F427DC0-94DD-4221-BDA8-C26CE314FA9F}" dt="2025-09-29T10:22:24.719" v="45401"/>
          <ac:cxnSpMkLst>
            <pc:docMk/>
            <pc:sldMk cId="122091193" sldId="354"/>
            <ac:cxnSpMk id="171" creationId="{A7F5D09B-066D-C8E4-2A9D-F7F457E2F77B}"/>
          </ac:cxnSpMkLst>
        </pc:cxnChg>
        <pc:cxnChg chg="add mod">
          <ac:chgData name="Robert de Groote" userId="2ce5265b-80a0-4fb8-a62a-8035e9b0c45a" providerId="ADAL" clId="{2F427DC0-94DD-4221-BDA8-C26CE314FA9F}" dt="2025-09-29T10:44:03.253" v="46690" actId="478"/>
          <ac:cxnSpMkLst>
            <pc:docMk/>
            <pc:sldMk cId="122091193" sldId="354"/>
            <ac:cxnSpMk id="174" creationId="{162FC0FE-7685-9200-4CC9-F48BDAAD1139}"/>
          </ac:cxnSpMkLst>
        </pc:cxnChg>
        <pc:cxnChg chg="add mod">
          <ac:chgData name="Robert de Groote" userId="2ce5265b-80a0-4fb8-a62a-8035e9b0c45a" providerId="ADAL" clId="{2F427DC0-94DD-4221-BDA8-C26CE314FA9F}" dt="2025-09-29T10:19:28.960" v="44631"/>
          <ac:cxnSpMkLst>
            <pc:docMk/>
            <pc:sldMk cId="122091193" sldId="354"/>
            <ac:cxnSpMk id="177" creationId="{3686CB39-7A3F-AECE-82AE-005810B259DA}"/>
          </ac:cxnSpMkLst>
        </pc:cxnChg>
        <pc:cxnChg chg="add mod">
          <ac:chgData name="Robert de Groote" userId="2ce5265b-80a0-4fb8-a62a-8035e9b0c45a" providerId="ADAL" clId="{2F427DC0-94DD-4221-BDA8-C26CE314FA9F}" dt="2025-09-29T10:19:44.584" v="44748"/>
          <ac:cxnSpMkLst>
            <pc:docMk/>
            <pc:sldMk cId="122091193" sldId="354"/>
            <ac:cxnSpMk id="180" creationId="{5EE2C9D3-77FA-D002-BA77-FA03A406B64F}"/>
          </ac:cxnSpMkLst>
        </pc:cxnChg>
      </pc:sldChg>
      <pc:sldChg chg="addSp modSp add del mod modTransition modAnim">
        <pc:chgData name="Robert de Groote" userId="2ce5265b-80a0-4fb8-a62a-8035e9b0c45a" providerId="ADAL" clId="{2F427DC0-94DD-4221-BDA8-C26CE314FA9F}" dt="2025-09-29T10:14:42.444" v="44175" actId="47"/>
        <pc:sldMkLst>
          <pc:docMk/>
          <pc:sldMk cId="2428364196" sldId="355"/>
        </pc:sldMkLst>
        <pc:spChg chg="mod">
          <ac:chgData name="Robert de Groote" userId="2ce5265b-80a0-4fb8-a62a-8035e9b0c45a" providerId="ADAL" clId="{2F427DC0-94DD-4221-BDA8-C26CE314FA9F}" dt="2025-09-29T09:39:45.315" v="42669" actId="20577"/>
          <ac:spMkLst>
            <pc:docMk/>
            <pc:sldMk cId="2428364196" sldId="355"/>
            <ac:spMk id="14" creationId="{7E4CA371-71B5-E8EC-19ED-52C744DCE605}"/>
          </ac:spMkLst>
        </pc:spChg>
        <pc:spChg chg="mod">
          <ac:chgData name="Robert de Groote" userId="2ce5265b-80a0-4fb8-a62a-8035e9b0c45a" providerId="ADAL" clId="{2F427DC0-94DD-4221-BDA8-C26CE314FA9F}" dt="2025-09-29T09:40:46.662" v="42683" actId="20577"/>
          <ac:spMkLst>
            <pc:docMk/>
            <pc:sldMk cId="2428364196" sldId="355"/>
            <ac:spMk id="22" creationId="{14106701-B707-7A80-0510-F122507C4B87}"/>
          </ac:spMkLst>
        </pc:spChg>
        <pc:picChg chg="add mod ord">
          <ac:chgData name="Robert de Groote" userId="2ce5265b-80a0-4fb8-a62a-8035e9b0c45a" providerId="ADAL" clId="{2F427DC0-94DD-4221-BDA8-C26CE314FA9F}" dt="2025-09-29T09:38:28.045" v="42657"/>
          <ac:picMkLst>
            <pc:docMk/>
            <pc:sldMk cId="2428364196" sldId="355"/>
            <ac:picMk id="32" creationId="{99ACACDE-A161-CCD5-450F-468138680A43}"/>
          </ac:picMkLst>
        </pc:picChg>
      </pc:sldChg>
      <pc:sldChg chg="addSp delSp modSp add mod delAnim modAnim">
        <pc:chgData name="Robert de Groote" userId="2ce5265b-80a0-4fb8-a62a-8035e9b0c45a" providerId="ADAL" clId="{2F427DC0-94DD-4221-BDA8-C26CE314FA9F}" dt="2025-09-29T13:12:51.955" v="53876" actId="478"/>
        <pc:sldMkLst>
          <pc:docMk/>
          <pc:sldMk cId="2309664718" sldId="356"/>
        </pc:sldMkLst>
        <pc:spChg chg="mod">
          <ac:chgData name="Robert de Groote" userId="2ce5265b-80a0-4fb8-a62a-8035e9b0c45a" providerId="ADAL" clId="{2F427DC0-94DD-4221-BDA8-C26CE314FA9F}" dt="2025-09-29T09:50:23.844" v="43113" actId="20577"/>
          <ac:spMkLst>
            <pc:docMk/>
            <pc:sldMk cId="2309664718" sldId="356"/>
            <ac:spMk id="2" creationId="{99C965E8-55A8-CC45-CA01-257261D81E00}"/>
          </ac:spMkLst>
        </pc:spChg>
        <pc:spChg chg="mod">
          <ac:chgData name="Robert de Groote" userId="2ce5265b-80a0-4fb8-a62a-8035e9b0c45a" providerId="ADAL" clId="{2F427DC0-94DD-4221-BDA8-C26CE314FA9F}" dt="2025-09-29T13:11:05.669" v="53857" actId="6549"/>
          <ac:spMkLst>
            <pc:docMk/>
            <pc:sldMk cId="2309664718" sldId="356"/>
            <ac:spMk id="3" creationId="{777FF2EB-F10B-C79C-B8D1-5940FD1EDCE2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4" creationId="{74DB76BF-91B2-3DD7-0222-3D0F9DC17FB2}"/>
          </ac:spMkLst>
        </pc:spChg>
        <pc:spChg chg="del mod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6" creationId="{38D58C41-B47B-0FF5-A51B-C22763B23801}"/>
          </ac:spMkLst>
        </pc:spChg>
        <pc:spChg chg="mod">
          <ac:chgData name="Robert de Groote" userId="2ce5265b-80a0-4fb8-a62a-8035e9b0c45a" providerId="ADAL" clId="{2F427DC0-94DD-4221-BDA8-C26CE314FA9F}" dt="2025-09-29T12:16:22.173" v="47093" actId="20577"/>
          <ac:spMkLst>
            <pc:docMk/>
            <pc:sldMk cId="2309664718" sldId="356"/>
            <ac:spMk id="8" creationId="{D8AFC9A8-B2B4-9520-DEB6-075C16520778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10" creationId="{26543234-ABD5-CD35-CFA2-5E86CC74891F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12" creationId="{AAF05160-4A78-2BD4-13DA-C5C3D970ADD8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14" creationId="{8B36C3B7-541F-E876-71C2-258B0051B520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16" creationId="{0BBC60C0-EDE5-6B3B-2BBC-C8FC108BE999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18" creationId="{40854783-391D-7D13-A87F-052D4D11DA30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22" creationId="{78BCDC58-9142-9358-BD9B-BE15ECC0AAE2}"/>
          </ac:spMkLst>
        </pc:spChg>
        <pc:spChg chg="del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24" creationId="{722A133D-12ED-F025-CD95-1B5D443A9111}"/>
          </ac:spMkLst>
        </pc:spChg>
        <pc:spChg chg="del">
          <ac:chgData name="Robert de Groote" userId="2ce5265b-80a0-4fb8-a62a-8035e9b0c45a" providerId="ADAL" clId="{2F427DC0-94DD-4221-BDA8-C26CE314FA9F}" dt="2025-09-29T13:12:51.955" v="53876" actId="478"/>
          <ac:spMkLst>
            <pc:docMk/>
            <pc:sldMk cId="2309664718" sldId="356"/>
            <ac:spMk id="27" creationId="{7CFC3739-3EE8-56C2-754E-244F3C62EE65}"/>
          </ac:spMkLst>
        </pc:spChg>
        <pc:spChg chg="del mod">
          <ac:chgData name="Robert de Groote" userId="2ce5265b-80a0-4fb8-a62a-8035e9b0c45a" providerId="ADAL" clId="{2F427DC0-94DD-4221-BDA8-C26CE314FA9F}" dt="2025-09-29T13:12:51.955" v="53876" actId="478"/>
          <ac:spMkLst>
            <pc:docMk/>
            <pc:sldMk cId="2309664718" sldId="356"/>
            <ac:spMk id="28" creationId="{0370EB64-29A0-B749-1133-09BE684FCA54}"/>
          </ac:spMkLst>
        </pc:spChg>
        <pc:spChg chg="del">
          <ac:chgData name="Robert de Groote" userId="2ce5265b-80a0-4fb8-a62a-8035e9b0c45a" providerId="ADAL" clId="{2F427DC0-94DD-4221-BDA8-C26CE314FA9F}" dt="2025-09-29T13:12:51.955" v="53876" actId="478"/>
          <ac:spMkLst>
            <pc:docMk/>
            <pc:sldMk cId="2309664718" sldId="356"/>
            <ac:spMk id="29" creationId="{F3ED6BA7-3EC7-AB78-C8F9-78CDC57FB600}"/>
          </ac:spMkLst>
        </pc:spChg>
        <pc:spChg chg="del">
          <ac:chgData name="Robert de Groote" userId="2ce5265b-80a0-4fb8-a62a-8035e9b0c45a" providerId="ADAL" clId="{2F427DC0-94DD-4221-BDA8-C26CE314FA9F}" dt="2025-09-29T13:12:51.955" v="53876" actId="478"/>
          <ac:spMkLst>
            <pc:docMk/>
            <pc:sldMk cId="2309664718" sldId="356"/>
            <ac:spMk id="30" creationId="{162D068B-AF44-76CC-195B-2D2FB273EE6A}"/>
          </ac:spMkLst>
        </pc:spChg>
        <pc:spChg chg="add del mod">
          <ac:chgData name="Robert de Groote" userId="2ce5265b-80a0-4fb8-a62a-8035e9b0c45a" providerId="ADAL" clId="{2F427DC0-94DD-4221-BDA8-C26CE314FA9F}" dt="2025-09-29T12:16:44.337" v="47095" actId="478"/>
          <ac:spMkLst>
            <pc:docMk/>
            <pc:sldMk cId="2309664718" sldId="356"/>
            <ac:spMk id="31" creationId="{6414ED09-A696-F48A-FDB7-B6CD144FAFDF}"/>
          </ac:spMkLst>
        </pc:spChg>
        <pc:spChg chg="del">
          <ac:chgData name="Robert de Groote" userId="2ce5265b-80a0-4fb8-a62a-8035e9b0c45a" providerId="ADAL" clId="{2F427DC0-94DD-4221-BDA8-C26CE314FA9F}" dt="2025-09-29T12:16:41.337" v="47094" actId="478"/>
          <ac:spMkLst>
            <pc:docMk/>
            <pc:sldMk cId="2309664718" sldId="356"/>
            <ac:spMk id="34" creationId="{A2A4FF23-CBB4-64EB-299E-C080DB093A9D}"/>
          </ac:spMkLst>
        </pc:spChg>
        <pc:spChg chg="mod">
          <ac:chgData name="Robert de Groote" userId="2ce5265b-80a0-4fb8-a62a-8035e9b0c45a" providerId="ADAL" clId="{2F427DC0-94DD-4221-BDA8-C26CE314FA9F}" dt="2025-09-29T12:16:51.427" v="47133"/>
          <ac:spMkLst>
            <pc:docMk/>
            <pc:sldMk cId="2309664718" sldId="356"/>
            <ac:spMk id="39" creationId="{C1CCE11B-0F56-26D9-CE81-11946610684A}"/>
          </ac:spMkLst>
        </pc:spChg>
        <pc:spChg chg="mod">
          <ac:chgData name="Robert de Groote" userId="2ce5265b-80a0-4fb8-a62a-8035e9b0c45a" providerId="ADAL" clId="{2F427DC0-94DD-4221-BDA8-C26CE314FA9F}" dt="2025-09-29T12:16:51.427" v="47134"/>
          <ac:spMkLst>
            <pc:docMk/>
            <pc:sldMk cId="2309664718" sldId="356"/>
            <ac:spMk id="40" creationId="{0C7922A5-D895-BB45-AD3D-71B440371BB1}"/>
          </ac:spMkLst>
        </pc:spChg>
        <pc:spChg chg="mod">
          <ac:chgData name="Robert de Groote" userId="2ce5265b-80a0-4fb8-a62a-8035e9b0c45a" providerId="ADAL" clId="{2F427DC0-94DD-4221-BDA8-C26CE314FA9F}" dt="2025-09-29T12:16:51.427" v="47135"/>
          <ac:spMkLst>
            <pc:docMk/>
            <pc:sldMk cId="2309664718" sldId="356"/>
            <ac:spMk id="41" creationId="{84D2EAEC-3C08-77A3-3858-8602B0EC232E}"/>
          </ac:spMkLst>
        </pc:spChg>
        <pc:spChg chg="mod">
          <ac:chgData name="Robert de Groote" userId="2ce5265b-80a0-4fb8-a62a-8035e9b0c45a" providerId="ADAL" clId="{2F427DC0-94DD-4221-BDA8-C26CE314FA9F}" dt="2025-09-29T12:16:51.427" v="47136"/>
          <ac:spMkLst>
            <pc:docMk/>
            <pc:sldMk cId="2309664718" sldId="356"/>
            <ac:spMk id="42" creationId="{3AB98E21-A491-7260-A6E1-21F362C7A083}"/>
          </ac:spMkLst>
        </pc:spChg>
        <pc:spChg chg="mod">
          <ac:chgData name="Robert de Groote" userId="2ce5265b-80a0-4fb8-a62a-8035e9b0c45a" providerId="ADAL" clId="{2F427DC0-94DD-4221-BDA8-C26CE314FA9F}" dt="2025-09-29T12:16:51.427" v="47137"/>
          <ac:spMkLst>
            <pc:docMk/>
            <pc:sldMk cId="2309664718" sldId="356"/>
            <ac:spMk id="43" creationId="{C02D8DD9-7E3E-B3AA-2D03-E59992BD7C71}"/>
          </ac:spMkLst>
        </pc:spChg>
        <pc:spChg chg="mod">
          <ac:chgData name="Robert de Groote" userId="2ce5265b-80a0-4fb8-a62a-8035e9b0c45a" providerId="ADAL" clId="{2F427DC0-94DD-4221-BDA8-C26CE314FA9F}" dt="2025-09-29T12:16:51.443" v="47138"/>
          <ac:spMkLst>
            <pc:docMk/>
            <pc:sldMk cId="2309664718" sldId="356"/>
            <ac:spMk id="44" creationId="{41DBF810-616A-4923-5DB4-A4AF4017F4B5}"/>
          </ac:spMkLst>
        </pc:spChg>
        <pc:spChg chg="add mod">
          <ac:chgData name="Robert de Groote" userId="2ce5265b-80a0-4fb8-a62a-8035e9b0c45a" providerId="ADAL" clId="{2F427DC0-94DD-4221-BDA8-C26CE314FA9F}" dt="2025-09-29T12:16:51.443" v="47139"/>
          <ac:spMkLst>
            <pc:docMk/>
            <pc:sldMk cId="2309664718" sldId="356"/>
            <ac:spMk id="45" creationId="{E34C6F74-F079-C493-E6DE-62926A8052A6}"/>
          </ac:spMkLst>
        </pc:spChg>
        <pc:spChg chg="mod">
          <ac:chgData name="Robert de Groote" userId="2ce5265b-80a0-4fb8-a62a-8035e9b0c45a" providerId="ADAL" clId="{2F427DC0-94DD-4221-BDA8-C26CE314FA9F}" dt="2025-09-29T12:16:51.443" v="47140"/>
          <ac:spMkLst>
            <pc:docMk/>
            <pc:sldMk cId="2309664718" sldId="356"/>
            <ac:spMk id="46" creationId="{59CC57F5-496A-6693-5E79-CBDDD59885AF}"/>
          </ac:spMkLst>
        </pc:spChg>
        <pc:spChg chg="add mod">
          <ac:chgData name="Robert de Groote" userId="2ce5265b-80a0-4fb8-a62a-8035e9b0c45a" providerId="ADAL" clId="{2F427DC0-94DD-4221-BDA8-C26CE314FA9F}" dt="2025-09-29T12:16:51.443" v="47141"/>
          <ac:spMkLst>
            <pc:docMk/>
            <pc:sldMk cId="2309664718" sldId="356"/>
            <ac:spMk id="47" creationId="{D7B9798C-2A1E-2FAE-D160-1824CB08C6E9}"/>
          </ac:spMkLst>
        </pc:spChg>
        <pc:spChg chg="mod">
          <ac:chgData name="Robert de Groote" userId="2ce5265b-80a0-4fb8-a62a-8035e9b0c45a" providerId="ADAL" clId="{2F427DC0-94DD-4221-BDA8-C26CE314FA9F}" dt="2025-09-29T12:16:51.443" v="47142"/>
          <ac:spMkLst>
            <pc:docMk/>
            <pc:sldMk cId="2309664718" sldId="356"/>
            <ac:spMk id="48" creationId="{0552FB53-216B-B3E9-3E2C-D1B0143CD730}"/>
          </ac:spMkLst>
        </pc:spChg>
        <pc:spChg chg="mod">
          <ac:chgData name="Robert de Groote" userId="2ce5265b-80a0-4fb8-a62a-8035e9b0c45a" providerId="ADAL" clId="{2F427DC0-94DD-4221-BDA8-C26CE314FA9F}" dt="2025-09-29T12:16:51.443" v="47143"/>
          <ac:spMkLst>
            <pc:docMk/>
            <pc:sldMk cId="2309664718" sldId="356"/>
            <ac:spMk id="49" creationId="{3E1BC5F8-91C8-744D-A6D0-0198A865ED32}"/>
          </ac:spMkLst>
        </pc:spChg>
        <pc:spChg chg="mod">
          <ac:chgData name="Robert de Groote" userId="2ce5265b-80a0-4fb8-a62a-8035e9b0c45a" providerId="ADAL" clId="{2F427DC0-94DD-4221-BDA8-C26CE314FA9F}" dt="2025-09-29T12:16:51.175" v="47096"/>
          <ac:spMkLst>
            <pc:docMk/>
            <pc:sldMk cId="2309664718" sldId="356"/>
            <ac:spMk id="53" creationId="{C1F7F8FF-1CE5-E206-AD8B-8FCA93284181}"/>
          </ac:spMkLst>
        </pc:spChg>
        <pc:spChg chg="mod">
          <ac:chgData name="Robert de Groote" userId="2ce5265b-80a0-4fb8-a62a-8035e9b0c45a" providerId="ADAL" clId="{2F427DC0-94DD-4221-BDA8-C26CE314FA9F}" dt="2025-09-29T12:16:51.175" v="47096"/>
          <ac:spMkLst>
            <pc:docMk/>
            <pc:sldMk cId="2309664718" sldId="356"/>
            <ac:spMk id="55" creationId="{B2E81E09-D55E-8569-E4DB-F4DB97636CCE}"/>
          </ac:spMkLst>
        </pc:spChg>
        <pc:spChg chg="mod">
          <ac:chgData name="Robert de Groote" userId="2ce5265b-80a0-4fb8-a62a-8035e9b0c45a" providerId="ADAL" clId="{2F427DC0-94DD-4221-BDA8-C26CE314FA9F}" dt="2025-09-29T12:16:51.175" v="47096"/>
          <ac:spMkLst>
            <pc:docMk/>
            <pc:sldMk cId="2309664718" sldId="356"/>
            <ac:spMk id="58" creationId="{FEE7E864-0D9F-1EE9-2831-786B4FEB076C}"/>
          </ac:spMkLst>
        </pc:spChg>
        <pc:spChg chg="mod">
          <ac:chgData name="Robert de Groote" userId="2ce5265b-80a0-4fb8-a62a-8035e9b0c45a" providerId="ADAL" clId="{2F427DC0-94DD-4221-BDA8-C26CE314FA9F}" dt="2025-09-29T12:16:51.175" v="47096"/>
          <ac:spMkLst>
            <pc:docMk/>
            <pc:sldMk cId="2309664718" sldId="356"/>
            <ac:spMk id="60" creationId="{08D0CA91-3FBA-38A7-9D49-DFA37EB80E62}"/>
          </ac:spMkLst>
        </pc:spChg>
        <pc:spChg chg="mod">
          <ac:chgData name="Robert de Groote" userId="2ce5265b-80a0-4fb8-a62a-8035e9b0c45a" providerId="ADAL" clId="{2F427DC0-94DD-4221-BDA8-C26CE314FA9F}" dt="2025-09-29T12:16:51.175" v="47096"/>
          <ac:spMkLst>
            <pc:docMk/>
            <pc:sldMk cId="2309664718" sldId="356"/>
            <ac:spMk id="61" creationId="{AE20EE32-99CB-82CC-6ACD-345CE27C8742}"/>
          </ac:spMkLst>
        </pc:spChg>
        <pc:spChg chg="mod">
          <ac:chgData name="Robert de Groote" userId="2ce5265b-80a0-4fb8-a62a-8035e9b0c45a" providerId="ADAL" clId="{2F427DC0-94DD-4221-BDA8-C26CE314FA9F}" dt="2025-09-29T12:16:51.443" v="47146"/>
          <ac:spMkLst>
            <pc:docMk/>
            <pc:sldMk cId="2309664718" sldId="356"/>
            <ac:spMk id="63" creationId="{136EB93B-FC3B-BF83-F32E-56E40EDB63BB}"/>
          </ac:spMkLst>
        </pc:spChg>
        <pc:spChg chg="mod">
          <ac:chgData name="Robert de Groote" userId="2ce5265b-80a0-4fb8-a62a-8035e9b0c45a" providerId="ADAL" clId="{2F427DC0-94DD-4221-BDA8-C26CE314FA9F}" dt="2025-09-29T12:16:51.443" v="47147"/>
          <ac:spMkLst>
            <pc:docMk/>
            <pc:sldMk cId="2309664718" sldId="356"/>
            <ac:spMk id="64" creationId="{B614705F-62DA-4ECA-4114-66ECD86440C3}"/>
          </ac:spMkLst>
        </pc:spChg>
        <pc:spChg chg="mod">
          <ac:chgData name="Robert de Groote" userId="2ce5265b-80a0-4fb8-a62a-8035e9b0c45a" providerId="ADAL" clId="{2F427DC0-94DD-4221-BDA8-C26CE314FA9F}" dt="2025-09-29T12:16:51.443" v="47148"/>
          <ac:spMkLst>
            <pc:docMk/>
            <pc:sldMk cId="2309664718" sldId="356"/>
            <ac:spMk id="65" creationId="{4153B43B-873E-A802-35D7-ECEC69C2A663}"/>
          </ac:spMkLst>
        </pc:spChg>
        <pc:spChg chg="mod">
          <ac:chgData name="Robert de Groote" userId="2ce5265b-80a0-4fb8-a62a-8035e9b0c45a" providerId="ADAL" clId="{2F427DC0-94DD-4221-BDA8-C26CE314FA9F}" dt="2025-09-29T12:16:51.443" v="47149"/>
          <ac:spMkLst>
            <pc:docMk/>
            <pc:sldMk cId="2309664718" sldId="356"/>
            <ac:spMk id="66" creationId="{19609E82-E106-D307-80A5-2DAD6DAB44C1}"/>
          </ac:spMkLst>
        </pc:spChg>
        <pc:spChg chg="mod">
          <ac:chgData name="Robert de Groote" userId="2ce5265b-80a0-4fb8-a62a-8035e9b0c45a" providerId="ADAL" clId="{2F427DC0-94DD-4221-BDA8-C26CE314FA9F}" dt="2025-09-29T12:16:51.443" v="47150"/>
          <ac:spMkLst>
            <pc:docMk/>
            <pc:sldMk cId="2309664718" sldId="356"/>
            <ac:spMk id="67" creationId="{8E288E14-44B4-6872-384B-18C05FFE704B}"/>
          </ac:spMkLst>
        </pc:spChg>
        <pc:spChg chg="mod">
          <ac:chgData name="Robert de Groote" userId="2ce5265b-80a0-4fb8-a62a-8035e9b0c45a" providerId="ADAL" clId="{2F427DC0-94DD-4221-BDA8-C26CE314FA9F}" dt="2025-09-29T12:16:51.443" v="47151"/>
          <ac:spMkLst>
            <pc:docMk/>
            <pc:sldMk cId="2309664718" sldId="356"/>
            <ac:spMk id="68" creationId="{F61428C8-0272-4A30-16E1-C4B496CAA4E6}"/>
          </ac:spMkLst>
        </pc:spChg>
        <pc:spChg chg="add mod">
          <ac:chgData name="Robert de Groote" userId="2ce5265b-80a0-4fb8-a62a-8035e9b0c45a" providerId="ADAL" clId="{2F427DC0-94DD-4221-BDA8-C26CE314FA9F}" dt="2025-09-29T12:16:51.443" v="47152"/>
          <ac:spMkLst>
            <pc:docMk/>
            <pc:sldMk cId="2309664718" sldId="356"/>
            <ac:spMk id="69" creationId="{FE939B26-FE2A-C38D-5020-3E0BF66ACE34}"/>
          </ac:spMkLst>
        </pc:spChg>
        <pc:spChg chg="mod">
          <ac:chgData name="Robert de Groote" userId="2ce5265b-80a0-4fb8-a62a-8035e9b0c45a" providerId="ADAL" clId="{2F427DC0-94DD-4221-BDA8-C26CE314FA9F}" dt="2025-09-29T12:16:51.443" v="47153"/>
          <ac:spMkLst>
            <pc:docMk/>
            <pc:sldMk cId="2309664718" sldId="356"/>
            <ac:spMk id="70" creationId="{4AD13BE1-54EC-F130-F2F4-BE1A38E53C30}"/>
          </ac:spMkLst>
        </pc:spChg>
        <pc:spChg chg="mod">
          <ac:chgData name="Robert de Groote" userId="2ce5265b-80a0-4fb8-a62a-8035e9b0c45a" providerId="ADAL" clId="{2F427DC0-94DD-4221-BDA8-C26CE314FA9F}" dt="2025-09-29T12:16:51.443" v="47154"/>
          <ac:spMkLst>
            <pc:docMk/>
            <pc:sldMk cId="2309664718" sldId="356"/>
            <ac:spMk id="71" creationId="{55A88CD5-701D-C8E1-3BBF-B0D0B08F902C}"/>
          </ac:spMkLst>
        </pc:spChg>
        <pc:spChg chg="add mod">
          <ac:chgData name="Robert de Groote" userId="2ce5265b-80a0-4fb8-a62a-8035e9b0c45a" providerId="ADAL" clId="{2F427DC0-94DD-4221-BDA8-C26CE314FA9F}" dt="2025-09-29T12:16:51.443" v="47155"/>
          <ac:spMkLst>
            <pc:docMk/>
            <pc:sldMk cId="2309664718" sldId="356"/>
            <ac:spMk id="72" creationId="{831B721B-9DB8-B4A7-1337-2799E549CDE3}"/>
          </ac:spMkLst>
        </pc:spChg>
        <pc:spChg chg="mod">
          <ac:chgData name="Robert de Groote" userId="2ce5265b-80a0-4fb8-a62a-8035e9b0c45a" providerId="ADAL" clId="{2F427DC0-94DD-4221-BDA8-C26CE314FA9F}" dt="2025-09-29T12:16:51.443" v="47156"/>
          <ac:spMkLst>
            <pc:docMk/>
            <pc:sldMk cId="2309664718" sldId="356"/>
            <ac:spMk id="73" creationId="{36F2D45D-D85A-341C-6588-7C76EF5A3E61}"/>
          </ac:spMkLst>
        </pc:spChg>
        <pc:spChg chg="mod">
          <ac:chgData name="Robert de Groote" userId="2ce5265b-80a0-4fb8-a62a-8035e9b0c45a" providerId="ADAL" clId="{2F427DC0-94DD-4221-BDA8-C26CE314FA9F}" dt="2025-09-29T12:18:36.852" v="47785" actId="20577"/>
          <ac:spMkLst>
            <pc:docMk/>
            <pc:sldMk cId="2309664718" sldId="356"/>
            <ac:spMk id="75" creationId="{F8EB3046-BFA7-29A6-DFB2-514E6C8ABA62}"/>
          </ac:spMkLst>
        </pc:spChg>
        <pc:spChg chg="mod">
          <ac:chgData name="Robert de Groote" userId="2ce5265b-80a0-4fb8-a62a-8035e9b0c45a" providerId="ADAL" clId="{2F427DC0-94DD-4221-BDA8-C26CE314FA9F}" dt="2025-09-29T12:16:51.443" v="47159"/>
          <ac:spMkLst>
            <pc:docMk/>
            <pc:sldMk cId="2309664718" sldId="356"/>
            <ac:spMk id="76" creationId="{0045A88A-CF9D-12E5-3697-35CE4D7CA0EB}"/>
          </ac:spMkLst>
        </pc:spChg>
        <pc:spChg chg="mod">
          <ac:chgData name="Robert de Groote" userId="2ce5265b-80a0-4fb8-a62a-8035e9b0c45a" providerId="ADAL" clId="{2F427DC0-94DD-4221-BDA8-C26CE314FA9F}" dt="2025-09-29T12:18:43.809" v="47787" actId="20577"/>
          <ac:spMkLst>
            <pc:docMk/>
            <pc:sldMk cId="2309664718" sldId="356"/>
            <ac:spMk id="77" creationId="{09141CC6-1BA2-BFA3-E292-6AA3A43C0DF0}"/>
          </ac:spMkLst>
        </pc:spChg>
        <pc:spChg chg="mod">
          <ac:chgData name="Robert de Groote" userId="2ce5265b-80a0-4fb8-a62a-8035e9b0c45a" providerId="ADAL" clId="{2F427DC0-94DD-4221-BDA8-C26CE314FA9F}" dt="2025-09-29T12:16:51.443" v="47161"/>
          <ac:spMkLst>
            <pc:docMk/>
            <pc:sldMk cId="2309664718" sldId="356"/>
            <ac:spMk id="78" creationId="{BFA0F1B9-E5A1-5D97-6ABC-14E3C06BC6A6}"/>
          </ac:spMkLst>
        </pc:spChg>
        <pc:spChg chg="add mod">
          <ac:chgData name="Robert de Groote" userId="2ce5265b-80a0-4fb8-a62a-8035e9b0c45a" providerId="ADAL" clId="{2F427DC0-94DD-4221-BDA8-C26CE314FA9F}" dt="2025-09-29T12:56:42.612" v="53506" actId="20577"/>
          <ac:spMkLst>
            <pc:docMk/>
            <pc:sldMk cId="2309664718" sldId="356"/>
            <ac:spMk id="79" creationId="{D7F93AA9-F475-BEFD-F764-A07B7E93CDCA}"/>
          </ac:spMkLst>
        </pc:spChg>
        <pc:spChg chg="add mod ord">
          <ac:chgData name="Robert de Groote" userId="2ce5265b-80a0-4fb8-a62a-8035e9b0c45a" providerId="ADAL" clId="{2F427DC0-94DD-4221-BDA8-C26CE314FA9F}" dt="2025-09-29T12:18:34.003" v="47782" actId="20577"/>
          <ac:spMkLst>
            <pc:docMk/>
            <pc:sldMk cId="2309664718" sldId="356"/>
            <ac:spMk id="86" creationId="{91427010-69E0-75C5-4197-B77CF7C14144}"/>
          </ac:spMkLst>
        </pc:spChg>
        <pc:spChg chg="add mod ord">
          <ac:chgData name="Robert de Groote" userId="2ce5265b-80a0-4fb8-a62a-8035e9b0c45a" providerId="ADAL" clId="{2F427DC0-94DD-4221-BDA8-C26CE314FA9F}" dt="2025-09-29T12:18:46.630" v="47789" actId="20577"/>
          <ac:spMkLst>
            <pc:docMk/>
            <pc:sldMk cId="2309664718" sldId="356"/>
            <ac:spMk id="87" creationId="{A86D0E0D-2853-9FDE-B045-0C64E8FFD831}"/>
          </ac:spMkLst>
        </pc:spChg>
        <pc:spChg chg="add mod ord">
          <ac:chgData name="Robert de Groote" userId="2ce5265b-80a0-4fb8-a62a-8035e9b0c45a" providerId="ADAL" clId="{2F427DC0-94DD-4221-BDA8-C26CE314FA9F}" dt="2025-09-29T12:18:52.298" v="47793" actId="20577"/>
          <ac:spMkLst>
            <pc:docMk/>
            <pc:sldMk cId="2309664718" sldId="356"/>
            <ac:spMk id="88" creationId="{178380A5-8ED1-5B40-8BCB-BE7805A369E3}"/>
          </ac:spMkLst>
        </pc:spChg>
        <pc:spChg chg="add del mod">
          <ac:chgData name="Robert de Groote" userId="2ce5265b-80a0-4fb8-a62a-8035e9b0c45a" providerId="ADAL" clId="{2F427DC0-94DD-4221-BDA8-C26CE314FA9F}" dt="2025-09-29T12:18:09.521" v="47245"/>
          <ac:spMkLst>
            <pc:docMk/>
            <pc:sldMk cId="2309664718" sldId="356"/>
            <ac:spMk id="89" creationId="{D641E90A-5DD6-DE9E-6431-E6E6B9FB446E}"/>
          </ac:spMkLst>
        </pc:spChg>
        <pc:spChg chg="add del mod">
          <ac:chgData name="Robert de Groote" userId="2ce5265b-80a0-4fb8-a62a-8035e9b0c45a" providerId="ADAL" clId="{2F427DC0-94DD-4221-BDA8-C26CE314FA9F}" dt="2025-09-29T12:18:09.521" v="47245"/>
          <ac:spMkLst>
            <pc:docMk/>
            <pc:sldMk cId="2309664718" sldId="356"/>
            <ac:spMk id="90" creationId="{A3201BC9-DBC0-B9CD-BD2E-4A8DE0026925}"/>
          </ac:spMkLst>
        </pc:spChg>
        <pc:spChg chg="add del mod">
          <ac:chgData name="Robert de Groote" userId="2ce5265b-80a0-4fb8-a62a-8035e9b0c45a" providerId="ADAL" clId="{2F427DC0-94DD-4221-BDA8-C26CE314FA9F}" dt="2025-09-29T12:18:09.412" v="47206"/>
          <ac:spMkLst>
            <pc:docMk/>
            <pc:sldMk cId="2309664718" sldId="356"/>
            <ac:spMk id="91" creationId="{6BEDF153-4078-F395-FBCB-18F1FF2DE9E0}"/>
          </ac:spMkLst>
        </pc:spChg>
        <pc:spChg chg="add del mod">
          <ac:chgData name="Robert de Groote" userId="2ce5265b-80a0-4fb8-a62a-8035e9b0c45a" providerId="ADAL" clId="{2F427DC0-94DD-4221-BDA8-C26CE314FA9F}" dt="2025-09-29T12:18:09.474" v="47215"/>
          <ac:spMkLst>
            <pc:docMk/>
            <pc:sldMk cId="2309664718" sldId="356"/>
            <ac:spMk id="92" creationId="{CF240E48-493D-DB4B-CE05-DC11A9E56885}"/>
          </ac:spMkLst>
        </pc:spChg>
        <pc:spChg chg="add del mod">
          <ac:chgData name="Robert de Groote" userId="2ce5265b-80a0-4fb8-a62a-8035e9b0c45a" providerId="ADAL" clId="{2F427DC0-94DD-4221-BDA8-C26CE314FA9F}" dt="2025-09-29T12:18:09.490" v="47224"/>
          <ac:spMkLst>
            <pc:docMk/>
            <pc:sldMk cId="2309664718" sldId="356"/>
            <ac:spMk id="93" creationId="{954534BA-6CDE-7842-D29C-763771005918}"/>
          </ac:spMkLst>
        </pc:spChg>
        <pc:spChg chg="add del mod">
          <ac:chgData name="Robert de Groote" userId="2ce5265b-80a0-4fb8-a62a-8035e9b0c45a" providerId="ADAL" clId="{2F427DC0-94DD-4221-BDA8-C26CE314FA9F}" dt="2025-09-29T12:18:09.505" v="47233"/>
          <ac:spMkLst>
            <pc:docMk/>
            <pc:sldMk cId="2309664718" sldId="356"/>
            <ac:spMk id="94" creationId="{E91D6AA1-B505-5533-ABB6-AE3FCC3380E6}"/>
          </ac:spMkLst>
        </pc:spChg>
        <pc:spChg chg="add del mod">
          <ac:chgData name="Robert de Groote" userId="2ce5265b-80a0-4fb8-a62a-8035e9b0c45a" providerId="ADAL" clId="{2F427DC0-94DD-4221-BDA8-C26CE314FA9F}" dt="2025-09-29T12:18:14.654" v="47305"/>
          <ac:spMkLst>
            <pc:docMk/>
            <pc:sldMk cId="2309664718" sldId="356"/>
            <ac:spMk id="95" creationId="{AEF57F07-2552-7900-C5CA-95AC6BF85637}"/>
          </ac:spMkLst>
        </pc:spChg>
        <pc:spChg chg="add del mod">
          <ac:chgData name="Robert de Groote" userId="2ce5265b-80a0-4fb8-a62a-8035e9b0c45a" providerId="ADAL" clId="{2F427DC0-94DD-4221-BDA8-C26CE314FA9F}" dt="2025-09-29T12:18:14.654" v="47305"/>
          <ac:spMkLst>
            <pc:docMk/>
            <pc:sldMk cId="2309664718" sldId="356"/>
            <ac:spMk id="96" creationId="{32323490-9D32-3683-CD24-C4AFD308DABE}"/>
          </ac:spMkLst>
        </pc:spChg>
        <pc:spChg chg="add del mod">
          <ac:chgData name="Robert de Groote" userId="2ce5265b-80a0-4fb8-a62a-8035e9b0c45a" providerId="ADAL" clId="{2F427DC0-94DD-4221-BDA8-C26CE314FA9F}" dt="2025-09-29T12:18:14.560" v="47266"/>
          <ac:spMkLst>
            <pc:docMk/>
            <pc:sldMk cId="2309664718" sldId="356"/>
            <ac:spMk id="97" creationId="{3B4015C0-109C-74DD-FF3F-8CF83325721E}"/>
          </ac:spMkLst>
        </pc:spChg>
        <pc:spChg chg="add del mod">
          <ac:chgData name="Robert de Groote" userId="2ce5265b-80a0-4fb8-a62a-8035e9b0c45a" providerId="ADAL" clId="{2F427DC0-94DD-4221-BDA8-C26CE314FA9F}" dt="2025-09-29T12:18:14.591" v="47275"/>
          <ac:spMkLst>
            <pc:docMk/>
            <pc:sldMk cId="2309664718" sldId="356"/>
            <ac:spMk id="98" creationId="{4F441AB9-D328-1820-190F-10A04FD5CF61}"/>
          </ac:spMkLst>
        </pc:spChg>
        <pc:spChg chg="add del mod">
          <ac:chgData name="Robert de Groote" userId="2ce5265b-80a0-4fb8-a62a-8035e9b0c45a" providerId="ADAL" clId="{2F427DC0-94DD-4221-BDA8-C26CE314FA9F}" dt="2025-09-29T12:18:14.607" v="47284"/>
          <ac:spMkLst>
            <pc:docMk/>
            <pc:sldMk cId="2309664718" sldId="356"/>
            <ac:spMk id="99" creationId="{BDE9DC03-1884-74C0-9442-C1572B3FDCD7}"/>
          </ac:spMkLst>
        </pc:spChg>
        <pc:spChg chg="add del mod">
          <ac:chgData name="Robert de Groote" userId="2ce5265b-80a0-4fb8-a62a-8035e9b0c45a" providerId="ADAL" clId="{2F427DC0-94DD-4221-BDA8-C26CE314FA9F}" dt="2025-09-29T12:18:14.638" v="47293"/>
          <ac:spMkLst>
            <pc:docMk/>
            <pc:sldMk cId="2309664718" sldId="356"/>
            <ac:spMk id="100" creationId="{DE11C0D1-AE83-1157-87D4-EF367CDE8693}"/>
          </ac:spMkLst>
        </pc:spChg>
        <pc:spChg chg="add del mod">
          <ac:chgData name="Robert de Groote" userId="2ce5265b-80a0-4fb8-a62a-8035e9b0c45a" providerId="ADAL" clId="{2F427DC0-94DD-4221-BDA8-C26CE314FA9F}" dt="2025-09-29T12:18:18.224" v="47365"/>
          <ac:spMkLst>
            <pc:docMk/>
            <pc:sldMk cId="2309664718" sldId="356"/>
            <ac:spMk id="101" creationId="{D501F37C-AD5E-6183-A276-C17095B5AAAC}"/>
          </ac:spMkLst>
        </pc:spChg>
        <pc:spChg chg="add del mod">
          <ac:chgData name="Robert de Groote" userId="2ce5265b-80a0-4fb8-a62a-8035e9b0c45a" providerId="ADAL" clId="{2F427DC0-94DD-4221-BDA8-C26CE314FA9F}" dt="2025-09-29T12:18:18.224" v="47365"/>
          <ac:spMkLst>
            <pc:docMk/>
            <pc:sldMk cId="2309664718" sldId="356"/>
            <ac:spMk id="102" creationId="{8D7CB7BA-E597-02C1-F3DB-5044B8AACDFF}"/>
          </ac:spMkLst>
        </pc:spChg>
        <pc:spChg chg="add del mod">
          <ac:chgData name="Robert de Groote" userId="2ce5265b-80a0-4fb8-a62a-8035e9b0c45a" providerId="ADAL" clId="{2F427DC0-94DD-4221-BDA8-C26CE314FA9F}" dt="2025-09-29T12:18:18.127" v="47326"/>
          <ac:spMkLst>
            <pc:docMk/>
            <pc:sldMk cId="2309664718" sldId="356"/>
            <ac:spMk id="103" creationId="{A5F1BC8E-66EF-8B41-2F74-95507CD14B08}"/>
          </ac:spMkLst>
        </pc:spChg>
        <pc:spChg chg="add del mod">
          <ac:chgData name="Robert de Groote" userId="2ce5265b-80a0-4fb8-a62a-8035e9b0c45a" providerId="ADAL" clId="{2F427DC0-94DD-4221-BDA8-C26CE314FA9F}" dt="2025-09-29T12:18:18.159" v="47335"/>
          <ac:spMkLst>
            <pc:docMk/>
            <pc:sldMk cId="2309664718" sldId="356"/>
            <ac:spMk id="104" creationId="{DE037FAB-BC28-A789-0ED3-5D09A3BC9F43}"/>
          </ac:spMkLst>
        </pc:spChg>
        <pc:spChg chg="add del mod">
          <ac:chgData name="Robert de Groote" userId="2ce5265b-80a0-4fb8-a62a-8035e9b0c45a" providerId="ADAL" clId="{2F427DC0-94DD-4221-BDA8-C26CE314FA9F}" dt="2025-09-29T12:18:18.190" v="47344"/>
          <ac:spMkLst>
            <pc:docMk/>
            <pc:sldMk cId="2309664718" sldId="356"/>
            <ac:spMk id="105" creationId="{0776629A-891D-CCA9-F52E-542D99FA2E19}"/>
          </ac:spMkLst>
        </pc:spChg>
        <pc:spChg chg="add del mod">
          <ac:chgData name="Robert de Groote" userId="2ce5265b-80a0-4fb8-a62a-8035e9b0c45a" providerId="ADAL" clId="{2F427DC0-94DD-4221-BDA8-C26CE314FA9F}" dt="2025-09-29T12:18:18.205" v="47353"/>
          <ac:spMkLst>
            <pc:docMk/>
            <pc:sldMk cId="2309664718" sldId="356"/>
            <ac:spMk id="106" creationId="{A1DB186B-582F-3D76-D417-95CCB2F7FF85}"/>
          </ac:spMkLst>
        </pc:spChg>
        <pc:spChg chg="add del mod ord">
          <ac:chgData name="Robert de Groote" userId="2ce5265b-80a0-4fb8-a62a-8035e9b0c45a" providerId="ADAL" clId="{2F427DC0-94DD-4221-BDA8-C26CE314FA9F}" dt="2025-09-29T12:18:22.591" v="47501"/>
          <ac:spMkLst>
            <pc:docMk/>
            <pc:sldMk cId="2309664718" sldId="356"/>
            <ac:spMk id="108" creationId="{F77A7753-992D-292E-1D75-A5F46AC09C80}"/>
          </ac:spMkLst>
        </pc:spChg>
        <pc:spChg chg="add del mod">
          <ac:chgData name="Robert de Groote" userId="2ce5265b-80a0-4fb8-a62a-8035e9b0c45a" providerId="ADAL" clId="{2F427DC0-94DD-4221-BDA8-C26CE314FA9F}" dt="2025-09-29T12:18:22.497" v="47375"/>
          <ac:spMkLst>
            <pc:docMk/>
            <pc:sldMk cId="2309664718" sldId="356"/>
            <ac:spMk id="109" creationId="{635B2A14-E01F-719C-7219-401D5AEA5315}"/>
          </ac:spMkLst>
        </pc:spChg>
        <pc:spChg chg="add del mod ord">
          <ac:chgData name="Robert de Groote" userId="2ce5265b-80a0-4fb8-a62a-8035e9b0c45a" providerId="ADAL" clId="{2F427DC0-94DD-4221-BDA8-C26CE314FA9F}" dt="2025-09-29T12:18:22.638" v="47537"/>
          <ac:spMkLst>
            <pc:docMk/>
            <pc:sldMk cId="2309664718" sldId="356"/>
            <ac:spMk id="111" creationId="{3D27BE75-18BC-A5B5-4525-C05A4DA73B4C}"/>
          </ac:spMkLst>
        </pc:spChg>
        <pc:spChg chg="add del mod">
          <ac:chgData name="Robert de Groote" userId="2ce5265b-80a0-4fb8-a62a-8035e9b0c45a" providerId="ADAL" clId="{2F427DC0-94DD-4221-BDA8-C26CE314FA9F}" dt="2025-09-29T12:18:22.607" v="47511"/>
          <ac:spMkLst>
            <pc:docMk/>
            <pc:sldMk cId="2309664718" sldId="356"/>
            <ac:spMk id="112" creationId="{79B05A28-6F5A-6405-47CD-C647D4848582}"/>
          </ac:spMkLst>
        </pc:spChg>
        <pc:spChg chg="add del mod ord">
          <ac:chgData name="Robert de Groote" userId="2ce5265b-80a0-4fb8-a62a-8035e9b0c45a" providerId="ADAL" clId="{2F427DC0-94DD-4221-BDA8-C26CE314FA9F}" dt="2025-09-29T12:18:27.812" v="47601"/>
          <ac:spMkLst>
            <pc:docMk/>
            <pc:sldMk cId="2309664718" sldId="356"/>
            <ac:spMk id="114" creationId="{8313F18E-6E4E-8E25-112E-00BC399FCE66}"/>
          </ac:spMkLst>
        </pc:spChg>
        <pc:spChg chg="add del mod">
          <ac:chgData name="Robert de Groote" userId="2ce5265b-80a0-4fb8-a62a-8035e9b0c45a" providerId="ADAL" clId="{2F427DC0-94DD-4221-BDA8-C26CE314FA9F}" dt="2025-09-29T12:18:27.768" v="47547"/>
          <ac:spMkLst>
            <pc:docMk/>
            <pc:sldMk cId="2309664718" sldId="356"/>
            <ac:spMk id="115" creationId="{55F93088-4E71-126A-8093-41191CB9FF03}"/>
          </ac:spMkLst>
        </pc:spChg>
        <pc:spChg chg="add del mod ord">
          <ac:chgData name="Robert de Groote" userId="2ce5265b-80a0-4fb8-a62a-8035e9b0c45a" providerId="ADAL" clId="{2F427DC0-94DD-4221-BDA8-C26CE314FA9F}" dt="2025-09-29T12:18:27.847" v="47637"/>
          <ac:spMkLst>
            <pc:docMk/>
            <pc:sldMk cId="2309664718" sldId="356"/>
            <ac:spMk id="117" creationId="{9446FA53-721C-5432-E344-014482C69307}"/>
          </ac:spMkLst>
        </pc:spChg>
        <pc:spChg chg="add del mod">
          <ac:chgData name="Robert de Groote" userId="2ce5265b-80a0-4fb8-a62a-8035e9b0c45a" providerId="ADAL" clId="{2F427DC0-94DD-4221-BDA8-C26CE314FA9F}" dt="2025-09-29T12:18:27.827" v="47611"/>
          <ac:spMkLst>
            <pc:docMk/>
            <pc:sldMk cId="2309664718" sldId="356"/>
            <ac:spMk id="118" creationId="{1D480088-F75F-7B4F-3467-24A3B9819DD9}"/>
          </ac:spMkLst>
        </pc:spChg>
        <pc:spChg chg="add del mod ord">
          <ac:chgData name="Robert de Groote" userId="2ce5265b-80a0-4fb8-a62a-8035e9b0c45a" providerId="ADAL" clId="{2F427DC0-94DD-4221-BDA8-C26CE314FA9F}" dt="2025-09-29T12:18:31.434" v="47745"/>
          <ac:spMkLst>
            <pc:docMk/>
            <pc:sldMk cId="2309664718" sldId="356"/>
            <ac:spMk id="120" creationId="{A26A2CAC-249E-5040-5E67-288C621BAA53}"/>
          </ac:spMkLst>
        </pc:spChg>
        <pc:spChg chg="add del mod">
          <ac:chgData name="Robert de Groote" userId="2ce5265b-80a0-4fb8-a62a-8035e9b0c45a" providerId="ADAL" clId="{2F427DC0-94DD-4221-BDA8-C26CE314FA9F}" dt="2025-09-29T12:18:31.403" v="47647"/>
          <ac:spMkLst>
            <pc:docMk/>
            <pc:sldMk cId="2309664718" sldId="356"/>
            <ac:spMk id="121" creationId="{DE9AD5E9-1F8C-C274-AC67-1F639C69F120}"/>
          </ac:spMkLst>
        </pc:spChg>
        <pc:spChg chg="add del mod ord">
          <ac:chgData name="Robert de Groote" userId="2ce5265b-80a0-4fb8-a62a-8035e9b0c45a" providerId="ADAL" clId="{2F427DC0-94DD-4221-BDA8-C26CE314FA9F}" dt="2025-09-29T12:18:31.482" v="47781"/>
          <ac:spMkLst>
            <pc:docMk/>
            <pc:sldMk cId="2309664718" sldId="356"/>
            <ac:spMk id="123" creationId="{EBC41ED2-D168-F5F0-9FA8-237E1B3BF6B0}"/>
          </ac:spMkLst>
        </pc:spChg>
        <pc:spChg chg="add del mod">
          <ac:chgData name="Robert de Groote" userId="2ce5265b-80a0-4fb8-a62a-8035e9b0c45a" providerId="ADAL" clId="{2F427DC0-94DD-4221-BDA8-C26CE314FA9F}" dt="2025-09-29T12:18:31.455" v="47755"/>
          <ac:spMkLst>
            <pc:docMk/>
            <pc:sldMk cId="2309664718" sldId="356"/>
            <ac:spMk id="124" creationId="{C683EF7B-1040-CBE3-25D1-2A07BFFC5B46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25" creationId="{78827A68-59E6-AC3F-CBC8-503D77050FA9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27" creationId="{F92BA54C-5D85-1C67-27C6-58616F6F313B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31" creationId="{3BE7BAD0-8563-ED65-8C40-0EF90FC41598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33" creationId="{D8C5B7A6-0520-B994-7E21-287B874D64BB}"/>
          </ac:spMkLst>
        </pc:spChg>
        <pc:spChg chg="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42" creationId="{DA9FCE27-58E9-E165-8FEB-A60F44922917}"/>
          </ac:spMkLst>
        </pc:spChg>
        <pc:spChg chg="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47" creationId="{D5A4F931-7E41-5AE8-57E8-58DCB0B32BA9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48" creationId="{2EF2BA14-CDBA-B099-EECC-304CF7C61E55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49" creationId="{B8066B98-69A4-3FBA-1E0B-FAA50B6F8302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55" creationId="{B2058CAC-A858-353C-6BB2-E6CB4D5C491A}"/>
          </ac:spMkLst>
        </pc:spChg>
        <pc:spChg chg="add mod">
          <ac:chgData name="Robert de Groote" userId="2ce5265b-80a0-4fb8-a62a-8035e9b0c45a" providerId="ADAL" clId="{2F427DC0-94DD-4221-BDA8-C26CE314FA9F}" dt="2025-09-29T13:10:40.049" v="53852"/>
          <ac:spMkLst>
            <pc:docMk/>
            <pc:sldMk cId="2309664718" sldId="356"/>
            <ac:spMk id="158" creationId="{0DD7F0A5-0656-2ED8-E6EC-4FE7FB9D036B}"/>
          </ac:spMkLst>
        </pc:spChg>
        <pc:spChg chg="add mod">
          <ac:chgData name="Robert de Groote" userId="2ce5265b-80a0-4fb8-a62a-8035e9b0c45a" providerId="ADAL" clId="{2F427DC0-94DD-4221-BDA8-C26CE314FA9F}" dt="2025-09-29T13:12:38.639" v="53875" actId="1076"/>
          <ac:spMkLst>
            <pc:docMk/>
            <pc:sldMk cId="2309664718" sldId="356"/>
            <ac:spMk id="175" creationId="{7BA97B2E-7E74-3D8A-A847-11F2B3E5F5AA}"/>
          </ac:spMkLst>
        </pc:spChg>
        <pc:grpChg chg="mod">
          <ac:chgData name="Robert de Groote" userId="2ce5265b-80a0-4fb8-a62a-8035e9b0c45a" providerId="ADAL" clId="{2F427DC0-94DD-4221-BDA8-C26CE314FA9F}" dt="2025-09-29T12:16:51.443" v="47144"/>
          <ac:grpSpMkLst>
            <pc:docMk/>
            <pc:sldMk cId="2309664718" sldId="356"/>
            <ac:grpSpMk id="50" creationId="{F32284B0-C870-6569-9AAB-7D71DE0182D1}"/>
          </ac:grpSpMkLst>
        </pc:grpChg>
        <pc:cxnChg chg="add mod">
          <ac:chgData name="Robert de Groote" userId="2ce5265b-80a0-4fb8-a62a-8035e9b0c45a" providerId="ADAL" clId="{2F427DC0-94DD-4221-BDA8-C26CE314FA9F}" dt="2025-09-29T12:16:41.337" v="47094" actId="478"/>
          <ac:cxnSpMkLst>
            <pc:docMk/>
            <pc:sldMk cId="2309664718" sldId="356"/>
            <ac:cxnSpMk id="33" creationId="{0A98DC58-17A0-C1E5-380E-DB41F6392881}"/>
          </ac:cxnSpMkLst>
        </pc:cxnChg>
        <pc:cxnChg chg="mod ord">
          <ac:chgData name="Robert de Groote" userId="2ce5265b-80a0-4fb8-a62a-8035e9b0c45a" providerId="ADAL" clId="{2F427DC0-94DD-4221-BDA8-C26CE314FA9F}" dt="2025-09-29T12:18:22.638" v="47523"/>
          <ac:cxnSpMkLst>
            <pc:docMk/>
            <pc:sldMk cId="2309664718" sldId="356"/>
            <ac:cxnSpMk id="62" creationId="{72642A95-B713-01F8-969E-BAEDFC89E026}"/>
          </ac:cxnSpMkLst>
        </pc:cxnChg>
        <pc:cxnChg chg="mod ord">
          <ac:chgData name="Robert de Groote" userId="2ce5265b-80a0-4fb8-a62a-8035e9b0c45a" providerId="ADAL" clId="{2F427DC0-94DD-4221-BDA8-C26CE314FA9F}" dt="2025-09-29T12:18:31.482" v="47767"/>
          <ac:cxnSpMkLst>
            <pc:docMk/>
            <pc:sldMk cId="2309664718" sldId="356"/>
            <ac:cxnSpMk id="74" creationId="{5E8C621D-246A-51E4-A766-BC21925B9267}"/>
          </ac:cxnSpMkLst>
        </pc:cxnChg>
        <pc:cxnChg chg="mod">
          <ac:chgData name="Robert de Groote" userId="2ce5265b-80a0-4fb8-a62a-8035e9b0c45a" providerId="ADAL" clId="{2F427DC0-94DD-4221-BDA8-C26CE314FA9F}" dt="2025-09-29T12:18:09.521" v="47239"/>
          <ac:cxnSpMkLst>
            <pc:docMk/>
            <pc:sldMk cId="2309664718" sldId="356"/>
            <ac:cxnSpMk id="80" creationId="{0DB7292F-365B-A7E6-C210-6A98038D15C2}"/>
          </ac:cxnSpMkLst>
        </pc:cxnChg>
        <pc:cxnChg chg="mod">
          <ac:chgData name="Robert de Groote" userId="2ce5265b-80a0-4fb8-a62a-8035e9b0c45a" providerId="ADAL" clId="{2F427DC0-94DD-4221-BDA8-C26CE314FA9F}" dt="2025-09-29T12:16:51.443" v="47164"/>
          <ac:cxnSpMkLst>
            <pc:docMk/>
            <pc:sldMk cId="2309664718" sldId="356"/>
            <ac:cxnSpMk id="81" creationId="{F5A0E87C-5724-7F61-315C-D09B27623F21}"/>
          </ac:cxnSpMkLst>
        </pc:cxnChg>
        <pc:cxnChg chg="mod">
          <ac:chgData name="Robert de Groote" userId="2ce5265b-80a0-4fb8-a62a-8035e9b0c45a" providerId="ADAL" clId="{2F427DC0-94DD-4221-BDA8-C26CE314FA9F}" dt="2025-09-29T12:18:14.654" v="47299"/>
          <ac:cxnSpMkLst>
            <pc:docMk/>
            <pc:sldMk cId="2309664718" sldId="356"/>
            <ac:cxnSpMk id="82" creationId="{0E54AE3E-010D-DA59-E8F7-109F38517741}"/>
          </ac:cxnSpMkLst>
        </pc:cxnChg>
        <pc:cxnChg chg="mod ord">
          <ac:chgData name="Robert de Groote" userId="2ce5265b-80a0-4fb8-a62a-8035e9b0c45a" providerId="ADAL" clId="{2F427DC0-94DD-4221-BDA8-C26CE314FA9F}" dt="2025-09-29T12:18:27.847" v="47623"/>
          <ac:cxnSpMkLst>
            <pc:docMk/>
            <pc:sldMk cId="2309664718" sldId="356"/>
            <ac:cxnSpMk id="83" creationId="{FE383ACB-5E13-B4CF-E305-612E484A93BF}"/>
          </ac:cxnSpMkLst>
        </pc:cxnChg>
        <pc:cxnChg chg="mod">
          <ac:chgData name="Robert de Groote" userId="2ce5265b-80a0-4fb8-a62a-8035e9b0c45a" providerId="ADAL" clId="{2F427DC0-94DD-4221-BDA8-C26CE314FA9F}" dt="2025-09-29T12:16:51.443" v="47167"/>
          <ac:cxnSpMkLst>
            <pc:docMk/>
            <pc:sldMk cId="2309664718" sldId="356"/>
            <ac:cxnSpMk id="84" creationId="{9607015C-BB71-86B5-E2FC-A01A8D14F049}"/>
          </ac:cxnSpMkLst>
        </pc:cxnChg>
        <pc:cxnChg chg="mod">
          <ac:chgData name="Robert de Groote" userId="2ce5265b-80a0-4fb8-a62a-8035e9b0c45a" providerId="ADAL" clId="{2F427DC0-94DD-4221-BDA8-C26CE314FA9F}" dt="2025-09-29T12:18:18.221" v="47359"/>
          <ac:cxnSpMkLst>
            <pc:docMk/>
            <pc:sldMk cId="2309664718" sldId="356"/>
            <ac:cxnSpMk id="85" creationId="{1BE12D41-F2CD-051B-9AF4-CFE3D8B30EA4}"/>
          </ac:cxnSpMkLst>
        </pc:cxnChg>
        <pc:cxnChg chg="add del mod ord">
          <ac:chgData name="Robert de Groote" userId="2ce5265b-80a0-4fb8-a62a-8035e9b0c45a" providerId="ADAL" clId="{2F427DC0-94DD-4221-BDA8-C26CE314FA9F}" dt="2025-09-29T12:18:22.591" v="47501"/>
          <ac:cxnSpMkLst>
            <pc:docMk/>
            <pc:sldMk cId="2309664718" sldId="356"/>
            <ac:cxnSpMk id="107" creationId="{409B9EEE-7AC5-9ADD-0C4F-A775F407876D}"/>
          </ac:cxnSpMkLst>
        </pc:cxnChg>
        <pc:cxnChg chg="add del mod ord">
          <ac:chgData name="Robert de Groote" userId="2ce5265b-80a0-4fb8-a62a-8035e9b0c45a" providerId="ADAL" clId="{2F427DC0-94DD-4221-BDA8-C26CE314FA9F}" dt="2025-09-29T12:18:22.638" v="47537"/>
          <ac:cxnSpMkLst>
            <pc:docMk/>
            <pc:sldMk cId="2309664718" sldId="356"/>
            <ac:cxnSpMk id="110" creationId="{2B0F6A41-E41F-B76D-77FF-C9535441D1BD}"/>
          </ac:cxnSpMkLst>
        </pc:cxnChg>
        <pc:cxnChg chg="add del mod ord">
          <ac:chgData name="Robert de Groote" userId="2ce5265b-80a0-4fb8-a62a-8035e9b0c45a" providerId="ADAL" clId="{2F427DC0-94DD-4221-BDA8-C26CE314FA9F}" dt="2025-09-29T12:18:27.812" v="47601"/>
          <ac:cxnSpMkLst>
            <pc:docMk/>
            <pc:sldMk cId="2309664718" sldId="356"/>
            <ac:cxnSpMk id="113" creationId="{88C6D3A9-0534-F5D4-7B60-728493123A1D}"/>
          </ac:cxnSpMkLst>
        </pc:cxnChg>
        <pc:cxnChg chg="add del mod ord">
          <ac:chgData name="Robert de Groote" userId="2ce5265b-80a0-4fb8-a62a-8035e9b0c45a" providerId="ADAL" clId="{2F427DC0-94DD-4221-BDA8-C26CE314FA9F}" dt="2025-09-29T12:18:27.847" v="47637"/>
          <ac:cxnSpMkLst>
            <pc:docMk/>
            <pc:sldMk cId="2309664718" sldId="356"/>
            <ac:cxnSpMk id="116" creationId="{F9B280A8-EFE3-6779-F6F3-8F6A7554D5B8}"/>
          </ac:cxnSpMkLst>
        </pc:cxnChg>
        <pc:cxnChg chg="add del mod ord">
          <ac:chgData name="Robert de Groote" userId="2ce5265b-80a0-4fb8-a62a-8035e9b0c45a" providerId="ADAL" clId="{2F427DC0-94DD-4221-BDA8-C26CE314FA9F}" dt="2025-09-29T12:18:31.434" v="47745"/>
          <ac:cxnSpMkLst>
            <pc:docMk/>
            <pc:sldMk cId="2309664718" sldId="356"/>
            <ac:cxnSpMk id="119" creationId="{580E67A8-A305-FB21-1F82-271200D1E839}"/>
          </ac:cxnSpMkLst>
        </pc:cxnChg>
        <pc:cxnChg chg="add del mod ord">
          <ac:chgData name="Robert de Groote" userId="2ce5265b-80a0-4fb8-a62a-8035e9b0c45a" providerId="ADAL" clId="{2F427DC0-94DD-4221-BDA8-C26CE314FA9F}" dt="2025-09-29T12:18:31.482" v="47781"/>
          <ac:cxnSpMkLst>
            <pc:docMk/>
            <pc:sldMk cId="2309664718" sldId="356"/>
            <ac:cxnSpMk id="122" creationId="{854A2258-8F50-69C1-FE83-E29D0019B11C}"/>
          </ac:cxnSpMkLst>
        </pc:cxnChg>
      </pc:sldChg>
      <pc:sldChg chg="addSp modSp add del mod modTransition modAnim">
        <pc:chgData name="Robert de Groote" userId="2ce5265b-80a0-4fb8-a62a-8035e9b0c45a" providerId="ADAL" clId="{2F427DC0-94DD-4221-BDA8-C26CE314FA9F}" dt="2025-09-29T10:15:20.654" v="44212" actId="47"/>
        <pc:sldMkLst>
          <pc:docMk/>
          <pc:sldMk cId="7242332" sldId="357"/>
        </pc:sldMkLst>
        <pc:picChg chg="add mod ord">
          <ac:chgData name="Robert de Groote" userId="2ce5265b-80a0-4fb8-a62a-8035e9b0c45a" providerId="ADAL" clId="{2F427DC0-94DD-4221-BDA8-C26CE314FA9F}" dt="2025-09-29T10:14:59.888" v="44211"/>
          <ac:picMkLst>
            <pc:docMk/>
            <pc:sldMk cId="7242332" sldId="357"/>
            <ac:picMk id="32" creationId="{E4CA7528-9AFF-110B-B003-ECC385AFCFC4}"/>
          </ac:picMkLst>
        </pc:picChg>
      </pc:sldChg>
      <pc:sldChg chg="addSp modSp add del mod modTransition modAnim">
        <pc:chgData name="Robert de Groote" userId="2ce5265b-80a0-4fb8-a62a-8035e9b0c45a" providerId="ADAL" clId="{2F427DC0-94DD-4221-BDA8-C26CE314FA9F}" dt="2025-09-29T10:20:29.272" v="44852" actId="47"/>
        <pc:sldMkLst>
          <pc:docMk/>
          <pc:sldMk cId="3582126731" sldId="357"/>
        </pc:sldMkLst>
        <pc:picChg chg="add mod ord">
          <ac:chgData name="Robert de Groote" userId="2ce5265b-80a0-4fb8-a62a-8035e9b0c45a" providerId="ADAL" clId="{2F427DC0-94DD-4221-BDA8-C26CE314FA9F}" dt="2025-09-29T10:20:07.573" v="44851"/>
          <ac:picMkLst>
            <pc:docMk/>
            <pc:sldMk cId="3582126731" sldId="357"/>
            <ac:picMk id="32" creationId="{3C965203-8F20-0880-31EA-348686240257}"/>
          </ac:picMkLst>
        </pc:picChg>
      </pc:sldChg>
      <pc:sldChg chg="addSp delSp modSp add mod modTransition addAnim delAnim modAnim">
        <pc:chgData name="Robert de Groote" userId="2ce5265b-80a0-4fb8-a62a-8035e9b0c45a" providerId="ADAL" clId="{2F427DC0-94DD-4221-BDA8-C26CE314FA9F}" dt="2025-09-29T17:42:56.277" v="57359" actId="6549"/>
        <pc:sldMkLst>
          <pc:docMk/>
          <pc:sldMk cId="4124433150" sldId="357"/>
        </pc:sldMkLst>
        <pc:spChg chg="mod">
          <ac:chgData name="Robert de Groote" userId="2ce5265b-80a0-4fb8-a62a-8035e9b0c45a" providerId="ADAL" clId="{2F427DC0-94DD-4221-BDA8-C26CE314FA9F}" dt="2025-09-29T17:42:56.277" v="57359" actId="6549"/>
          <ac:spMkLst>
            <pc:docMk/>
            <pc:sldMk cId="4124433150" sldId="357"/>
            <ac:spMk id="3" creationId="{158EF7FE-95EF-0B84-04A1-A4B5865BDA0B}"/>
          </ac:spMkLst>
        </pc:spChg>
        <pc:spChg chg="del">
          <ac:chgData name="Robert de Groote" userId="2ce5265b-80a0-4fb8-a62a-8035e9b0c45a" providerId="ADAL" clId="{2F427DC0-94DD-4221-BDA8-C26CE314FA9F}" dt="2025-09-29T17:40:56.551" v="57349" actId="478"/>
          <ac:spMkLst>
            <pc:docMk/>
            <pc:sldMk cId="4124433150" sldId="357"/>
            <ac:spMk id="27" creationId="{1910960A-D867-48AC-5075-A888D457AB4A}"/>
          </ac:spMkLst>
        </pc:spChg>
        <pc:spChg chg="del">
          <ac:chgData name="Robert de Groote" userId="2ce5265b-80a0-4fb8-a62a-8035e9b0c45a" providerId="ADAL" clId="{2F427DC0-94DD-4221-BDA8-C26CE314FA9F}" dt="2025-09-29T17:40:56.551" v="57349" actId="478"/>
          <ac:spMkLst>
            <pc:docMk/>
            <pc:sldMk cId="4124433150" sldId="357"/>
            <ac:spMk id="28" creationId="{B55EB595-7E15-0D66-292B-E71D13C7B707}"/>
          </ac:spMkLst>
        </pc:spChg>
        <pc:spChg chg="del">
          <ac:chgData name="Robert de Groote" userId="2ce5265b-80a0-4fb8-a62a-8035e9b0c45a" providerId="ADAL" clId="{2F427DC0-94DD-4221-BDA8-C26CE314FA9F}" dt="2025-09-29T17:40:56.551" v="57349" actId="478"/>
          <ac:spMkLst>
            <pc:docMk/>
            <pc:sldMk cId="4124433150" sldId="357"/>
            <ac:spMk id="29" creationId="{ED0FEA46-4A9A-6E41-1D5B-B6F5CF5D1DAD}"/>
          </ac:spMkLst>
        </pc:spChg>
        <pc:spChg chg="del mod">
          <ac:chgData name="Robert de Groote" userId="2ce5265b-80a0-4fb8-a62a-8035e9b0c45a" providerId="ADAL" clId="{2F427DC0-94DD-4221-BDA8-C26CE314FA9F}" dt="2025-09-29T17:40:56.551" v="57349" actId="478"/>
          <ac:spMkLst>
            <pc:docMk/>
            <pc:sldMk cId="4124433150" sldId="357"/>
            <ac:spMk id="30" creationId="{2F8BB48C-2004-8ACA-5E0D-402CFB672B1F}"/>
          </ac:spMkLst>
        </pc:spChg>
        <pc:spChg chg="mod">
          <ac:chgData name="Robert de Groote" userId="2ce5265b-80a0-4fb8-a62a-8035e9b0c45a" providerId="ADAL" clId="{2F427DC0-94DD-4221-BDA8-C26CE314FA9F}" dt="2025-09-29T10:30:15.119" v="46286"/>
          <ac:spMkLst>
            <pc:docMk/>
            <pc:sldMk cId="4124433150" sldId="357"/>
            <ac:spMk id="31" creationId="{8985A383-983F-BF7A-5036-819F85C84C06}"/>
          </ac:spMkLst>
        </pc:spChg>
        <pc:spChg chg="mod">
          <ac:chgData name="Robert de Groote" userId="2ce5265b-80a0-4fb8-a62a-8035e9b0c45a" providerId="ADAL" clId="{2F427DC0-94DD-4221-BDA8-C26CE314FA9F}" dt="2025-09-29T10:30:19.261" v="46348"/>
          <ac:spMkLst>
            <pc:docMk/>
            <pc:sldMk cId="4124433150" sldId="357"/>
            <ac:spMk id="32" creationId="{E6282DE8-DD06-AEB4-9B5C-03A095DAB2EE}"/>
          </ac:spMkLst>
        </pc:spChg>
        <pc:spChg chg="mod">
          <ac:chgData name="Robert de Groote" userId="2ce5265b-80a0-4fb8-a62a-8035e9b0c45a" providerId="ADAL" clId="{2F427DC0-94DD-4221-BDA8-C26CE314FA9F}" dt="2025-09-29T10:30:22.493" v="46410"/>
          <ac:spMkLst>
            <pc:docMk/>
            <pc:sldMk cId="4124433150" sldId="357"/>
            <ac:spMk id="33" creationId="{5CEB5252-A277-A247-6ED5-711883F591E2}"/>
          </ac:spMkLst>
        </pc:spChg>
        <pc:spChg chg="del">
          <ac:chgData name="Robert de Groote" userId="2ce5265b-80a0-4fb8-a62a-8035e9b0c45a" providerId="ADAL" clId="{2F427DC0-94DD-4221-BDA8-C26CE314FA9F}" dt="2025-09-29T10:24:15.721" v="45580" actId="478"/>
          <ac:spMkLst>
            <pc:docMk/>
            <pc:sldMk cId="4124433150" sldId="357"/>
            <ac:spMk id="34" creationId="{20564D69-367C-0600-8B04-7A3E0F5815AE}"/>
          </ac:spMkLst>
        </pc:spChg>
        <pc:spChg chg="mod">
          <ac:chgData name="Robert de Groote" userId="2ce5265b-80a0-4fb8-a62a-8035e9b0c45a" providerId="ADAL" clId="{2F427DC0-94DD-4221-BDA8-C26CE314FA9F}" dt="2025-09-29T10:30:26.648" v="46472"/>
          <ac:spMkLst>
            <pc:docMk/>
            <pc:sldMk cId="4124433150" sldId="357"/>
            <ac:spMk id="35" creationId="{A3B17D9D-66B9-6B35-C131-9A881F4F9590}"/>
          </ac:spMkLst>
        </pc:spChg>
        <pc:spChg chg="mod">
          <ac:chgData name="Robert de Groote" userId="2ce5265b-80a0-4fb8-a62a-8035e9b0c45a" providerId="ADAL" clId="{2F427DC0-94DD-4221-BDA8-C26CE314FA9F}" dt="2025-09-29T10:30:30.152" v="46534"/>
          <ac:spMkLst>
            <pc:docMk/>
            <pc:sldMk cId="4124433150" sldId="357"/>
            <ac:spMk id="36" creationId="{EA23939E-D650-6AF3-58A6-C41E697C7801}"/>
          </ac:spMkLst>
        </pc:spChg>
        <pc:spChg chg="add mod">
          <ac:chgData name="Robert de Groote" userId="2ce5265b-80a0-4fb8-a62a-8035e9b0c45a" providerId="ADAL" clId="{2F427DC0-94DD-4221-BDA8-C26CE314FA9F}" dt="2025-09-29T10:30:15.123" v="46290"/>
          <ac:spMkLst>
            <pc:docMk/>
            <pc:sldMk cId="4124433150" sldId="357"/>
            <ac:spMk id="39" creationId="{B228E9EC-100B-AB12-BB43-77B2CEC24872}"/>
          </ac:spMkLst>
        </pc:spChg>
        <pc:spChg chg="add mod">
          <ac:chgData name="Robert de Groote" userId="2ce5265b-80a0-4fb8-a62a-8035e9b0c45a" providerId="ADAL" clId="{2F427DC0-94DD-4221-BDA8-C26CE314FA9F}" dt="2025-09-29T10:30:19.262" v="46352"/>
          <ac:spMkLst>
            <pc:docMk/>
            <pc:sldMk cId="4124433150" sldId="357"/>
            <ac:spMk id="40" creationId="{1E1FBC77-EBBB-E1F2-7A56-46B0F6509183}"/>
          </ac:spMkLst>
        </pc:spChg>
        <pc:spChg chg="add mod">
          <ac:chgData name="Robert de Groote" userId="2ce5265b-80a0-4fb8-a62a-8035e9b0c45a" providerId="ADAL" clId="{2F427DC0-94DD-4221-BDA8-C26CE314FA9F}" dt="2025-09-29T10:30:22.495" v="46414"/>
          <ac:spMkLst>
            <pc:docMk/>
            <pc:sldMk cId="4124433150" sldId="357"/>
            <ac:spMk id="41" creationId="{DA55E749-5826-5B20-E42A-9D5614396C1E}"/>
          </ac:spMkLst>
        </pc:spChg>
        <pc:spChg chg="add mod">
          <ac:chgData name="Robert de Groote" userId="2ce5265b-80a0-4fb8-a62a-8035e9b0c45a" providerId="ADAL" clId="{2F427DC0-94DD-4221-BDA8-C26CE314FA9F}" dt="2025-09-29T10:30:26.650" v="46476"/>
          <ac:spMkLst>
            <pc:docMk/>
            <pc:sldMk cId="4124433150" sldId="357"/>
            <ac:spMk id="42" creationId="{FBA92015-187E-ADB6-6B7E-E806F3532119}"/>
          </ac:spMkLst>
        </pc:spChg>
        <pc:spChg chg="add mod">
          <ac:chgData name="Robert de Groote" userId="2ce5265b-80a0-4fb8-a62a-8035e9b0c45a" providerId="ADAL" clId="{2F427DC0-94DD-4221-BDA8-C26CE314FA9F}" dt="2025-09-29T10:30:30.156" v="46538"/>
          <ac:spMkLst>
            <pc:docMk/>
            <pc:sldMk cId="4124433150" sldId="357"/>
            <ac:spMk id="43" creationId="{70C1D6ED-005D-A445-D4FE-72E091262AF0}"/>
          </ac:spMkLst>
        </pc:spChg>
        <pc:spChg chg="add del mod">
          <ac:chgData name="Robert de Groote" userId="2ce5265b-80a0-4fb8-a62a-8035e9b0c45a" providerId="ADAL" clId="{2F427DC0-94DD-4221-BDA8-C26CE314FA9F}" dt="2025-09-29T10:28:08.602" v="46132"/>
          <ac:spMkLst>
            <pc:docMk/>
            <pc:sldMk cId="4124433150" sldId="357"/>
            <ac:spMk id="60" creationId="{0012F8E2-984D-F5C4-493F-2D14F7D58E88}"/>
          </ac:spMkLst>
        </pc:spChg>
        <pc:spChg chg="add del mod">
          <ac:chgData name="Robert de Groote" userId="2ce5265b-80a0-4fb8-a62a-8035e9b0c45a" providerId="ADAL" clId="{2F427DC0-94DD-4221-BDA8-C26CE314FA9F}" dt="2025-09-29T10:28:08.602" v="46132"/>
          <ac:spMkLst>
            <pc:docMk/>
            <pc:sldMk cId="4124433150" sldId="357"/>
            <ac:spMk id="61" creationId="{E42300FD-0780-B35E-42F6-73F8A2C064B7}"/>
          </ac:spMkLst>
        </pc:spChg>
        <pc:spChg chg="add del mod">
          <ac:chgData name="Robert de Groote" userId="2ce5265b-80a0-4fb8-a62a-8035e9b0c45a" providerId="ADAL" clId="{2F427DC0-94DD-4221-BDA8-C26CE314FA9F}" dt="2025-09-29T10:28:08.602" v="46132"/>
          <ac:spMkLst>
            <pc:docMk/>
            <pc:sldMk cId="4124433150" sldId="357"/>
            <ac:spMk id="62" creationId="{B2A0B1A5-F945-C146-8849-540051032F6E}"/>
          </ac:spMkLst>
        </pc:spChg>
        <pc:spChg chg="add del mod">
          <ac:chgData name="Robert de Groote" userId="2ce5265b-80a0-4fb8-a62a-8035e9b0c45a" providerId="ADAL" clId="{2F427DC0-94DD-4221-BDA8-C26CE314FA9F}" dt="2025-09-29T10:28:08.602" v="46132"/>
          <ac:spMkLst>
            <pc:docMk/>
            <pc:sldMk cId="4124433150" sldId="357"/>
            <ac:spMk id="63" creationId="{DB227AB2-8316-EF3E-2F3E-B25DFD4BD9E2}"/>
          </ac:spMkLst>
        </pc:spChg>
        <pc:spChg chg="add del mod">
          <ac:chgData name="Robert de Groote" userId="2ce5265b-80a0-4fb8-a62a-8035e9b0c45a" providerId="ADAL" clId="{2F427DC0-94DD-4221-BDA8-C26CE314FA9F}" dt="2025-09-29T10:28:08.602" v="46132"/>
          <ac:spMkLst>
            <pc:docMk/>
            <pc:sldMk cId="4124433150" sldId="357"/>
            <ac:spMk id="64" creationId="{567F6C26-5E34-509B-4D1A-F2B2D3F76B30}"/>
          </ac:spMkLst>
        </pc:spChg>
        <pc:spChg chg="add del mod">
          <ac:chgData name="Robert de Groote" userId="2ce5265b-80a0-4fb8-a62a-8035e9b0c45a" providerId="ADAL" clId="{2F427DC0-94DD-4221-BDA8-C26CE314FA9F}" dt="2025-09-29T10:28:08.602" v="46132"/>
          <ac:spMkLst>
            <pc:docMk/>
            <pc:sldMk cId="4124433150" sldId="357"/>
            <ac:spMk id="65" creationId="{8FF39376-2E7F-2B74-B2FE-09B7A1D9C778}"/>
          </ac:spMkLst>
        </pc:spChg>
        <pc:spChg chg="add del mod">
          <ac:chgData name="Robert de Groote" userId="2ce5265b-80a0-4fb8-a62a-8035e9b0c45a" providerId="ADAL" clId="{2F427DC0-94DD-4221-BDA8-C26CE314FA9F}" dt="2025-09-29T10:28:37.215" v="46219"/>
          <ac:spMkLst>
            <pc:docMk/>
            <pc:sldMk cId="4124433150" sldId="357"/>
            <ac:spMk id="66" creationId="{563B94F2-746B-195A-2A4D-21A6F9730BA0}"/>
          </ac:spMkLst>
        </pc:spChg>
        <pc:spChg chg="add del mod">
          <ac:chgData name="Robert de Groote" userId="2ce5265b-80a0-4fb8-a62a-8035e9b0c45a" providerId="ADAL" clId="{2F427DC0-94DD-4221-BDA8-C26CE314FA9F}" dt="2025-09-29T10:28:37.215" v="46219"/>
          <ac:spMkLst>
            <pc:docMk/>
            <pc:sldMk cId="4124433150" sldId="357"/>
            <ac:spMk id="67" creationId="{E26745CF-F78B-BDC3-472A-A477AA96BC79}"/>
          </ac:spMkLst>
        </pc:spChg>
        <pc:spChg chg="add del mod">
          <ac:chgData name="Robert de Groote" userId="2ce5265b-80a0-4fb8-a62a-8035e9b0c45a" providerId="ADAL" clId="{2F427DC0-94DD-4221-BDA8-C26CE314FA9F}" dt="2025-09-29T10:28:37.215" v="46219"/>
          <ac:spMkLst>
            <pc:docMk/>
            <pc:sldMk cId="4124433150" sldId="357"/>
            <ac:spMk id="68" creationId="{D15C7912-2F35-D5F1-E385-9EDC27586BD9}"/>
          </ac:spMkLst>
        </pc:spChg>
        <pc:spChg chg="add del mod">
          <ac:chgData name="Robert de Groote" userId="2ce5265b-80a0-4fb8-a62a-8035e9b0c45a" providerId="ADAL" clId="{2F427DC0-94DD-4221-BDA8-C26CE314FA9F}" dt="2025-09-29T10:28:37.215" v="46219"/>
          <ac:spMkLst>
            <pc:docMk/>
            <pc:sldMk cId="4124433150" sldId="357"/>
            <ac:spMk id="69" creationId="{1DCB2C8C-E0E1-E618-7408-EE95B866002C}"/>
          </ac:spMkLst>
        </pc:spChg>
        <pc:spChg chg="add del mod">
          <ac:chgData name="Robert de Groote" userId="2ce5265b-80a0-4fb8-a62a-8035e9b0c45a" providerId="ADAL" clId="{2F427DC0-94DD-4221-BDA8-C26CE314FA9F}" dt="2025-09-29T10:28:37.215" v="46219"/>
          <ac:spMkLst>
            <pc:docMk/>
            <pc:sldMk cId="4124433150" sldId="357"/>
            <ac:spMk id="70" creationId="{35E46CA5-165B-9B6E-A70E-6B11E934B117}"/>
          </ac:spMkLst>
        </pc:spChg>
        <pc:spChg chg="add del mod">
          <ac:chgData name="Robert de Groote" userId="2ce5265b-80a0-4fb8-a62a-8035e9b0c45a" providerId="ADAL" clId="{2F427DC0-94DD-4221-BDA8-C26CE314FA9F}" dt="2025-09-29T10:28:37.215" v="46219"/>
          <ac:spMkLst>
            <pc:docMk/>
            <pc:sldMk cId="4124433150" sldId="357"/>
            <ac:spMk id="71" creationId="{79DDF381-DE02-1D81-8792-39F01584E4B0}"/>
          </ac:spMkLst>
        </pc:spChg>
        <pc:spChg chg="add del mod">
          <ac:chgData name="Robert de Groote" userId="2ce5265b-80a0-4fb8-a62a-8035e9b0c45a" providerId="ADAL" clId="{2F427DC0-94DD-4221-BDA8-C26CE314FA9F}" dt="2025-09-29T10:30:15.128" v="46292"/>
          <ac:spMkLst>
            <pc:docMk/>
            <pc:sldMk cId="4124433150" sldId="357"/>
            <ac:spMk id="72" creationId="{376D3530-6636-E829-CC33-D144AF4417D3}"/>
          </ac:spMkLst>
        </pc:spChg>
        <pc:spChg chg="add del mod">
          <ac:chgData name="Robert de Groote" userId="2ce5265b-80a0-4fb8-a62a-8035e9b0c45a" providerId="ADAL" clId="{2F427DC0-94DD-4221-BDA8-C26CE314FA9F}" dt="2025-09-29T10:30:15.128" v="46292"/>
          <ac:spMkLst>
            <pc:docMk/>
            <pc:sldMk cId="4124433150" sldId="357"/>
            <ac:spMk id="73" creationId="{436E2CF8-2316-96F1-168B-3F7E992D4DB5}"/>
          </ac:spMkLst>
        </pc:spChg>
        <pc:spChg chg="add del mod">
          <ac:chgData name="Robert de Groote" userId="2ce5265b-80a0-4fb8-a62a-8035e9b0c45a" providerId="ADAL" clId="{2F427DC0-94DD-4221-BDA8-C26CE314FA9F}" dt="2025-09-29T10:30:14.989" v="46251"/>
          <ac:spMkLst>
            <pc:docMk/>
            <pc:sldMk cId="4124433150" sldId="357"/>
            <ac:spMk id="74" creationId="{C9DECD73-14FF-3E05-21DE-8D847832A5EC}"/>
          </ac:spMkLst>
        </pc:spChg>
        <pc:spChg chg="add del mod">
          <ac:chgData name="Robert de Groote" userId="2ce5265b-80a0-4fb8-a62a-8035e9b0c45a" providerId="ADAL" clId="{2F427DC0-94DD-4221-BDA8-C26CE314FA9F}" dt="2025-09-29T10:30:15.025" v="46260"/>
          <ac:spMkLst>
            <pc:docMk/>
            <pc:sldMk cId="4124433150" sldId="357"/>
            <ac:spMk id="75" creationId="{5C5DFA2F-63BE-B077-913C-8AD737380200}"/>
          </ac:spMkLst>
        </pc:spChg>
        <pc:spChg chg="add del mod">
          <ac:chgData name="Robert de Groote" userId="2ce5265b-80a0-4fb8-a62a-8035e9b0c45a" providerId="ADAL" clId="{2F427DC0-94DD-4221-BDA8-C26CE314FA9F}" dt="2025-09-29T10:30:15.057" v="46269"/>
          <ac:spMkLst>
            <pc:docMk/>
            <pc:sldMk cId="4124433150" sldId="357"/>
            <ac:spMk id="76" creationId="{046EE5D8-895F-1941-B917-CC093A505BCD}"/>
          </ac:spMkLst>
        </pc:spChg>
        <pc:spChg chg="add del mod">
          <ac:chgData name="Robert de Groote" userId="2ce5265b-80a0-4fb8-a62a-8035e9b0c45a" providerId="ADAL" clId="{2F427DC0-94DD-4221-BDA8-C26CE314FA9F}" dt="2025-09-29T10:30:15.090" v="46278"/>
          <ac:spMkLst>
            <pc:docMk/>
            <pc:sldMk cId="4124433150" sldId="357"/>
            <ac:spMk id="77" creationId="{A75D0B2C-344D-9470-0EAE-A191501D6C6F}"/>
          </ac:spMkLst>
        </pc:spChg>
        <pc:spChg chg="add del mod">
          <ac:chgData name="Robert de Groote" userId="2ce5265b-80a0-4fb8-a62a-8035e9b0c45a" providerId="ADAL" clId="{2F427DC0-94DD-4221-BDA8-C26CE314FA9F}" dt="2025-09-29T10:30:19.266" v="46354"/>
          <ac:spMkLst>
            <pc:docMk/>
            <pc:sldMk cId="4124433150" sldId="357"/>
            <ac:spMk id="78" creationId="{B1EFBF43-D460-08F3-4B2D-DE6D2605E858}"/>
          </ac:spMkLst>
        </pc:spChg>
        <pc:spChg chg="add del mod">
          <ac:chgData name="Robert de Groote" userId="2ce5265b-80a0-4fb8-a62a-8035e9b0c45a" providerId="ADAL" clId="{2F427DC0-94DD-4221-BDA8-C26CE314FA9F}" dt="2025-09-29T10:30:19.266" v="46354"/>
          <ac:spMkLst>
            <pc:docMk/>
            <pc:sldMk cId="4124433150" sldId="357"/>
            <ac:spMk id="79" creationId="{7CEC1A54-CCA8-662D-014D-5BA2D17F4F93}"/>
          </ac:spMkLst>
        </pc:spChg>
        <pc:spChg chg="add del mod">
          <ac:chgData name="Robert de Groote" userId="2ce5265b-80a0-4fb8-a62a-8035e9b0c45a" providerId="ADAL" clId="{2F427DC0-94DD-4221-BDA8-C26CE314FA9F}" dt="2025-09-29T10:30:19.119" v="46313"/>
          <ac:spMkLst>
            <pc:docMk/>
            <pc:sldMk cId="4124433150" sldId="357"/>
            <ac:spMk id="80" creationId="{331B56B7-F6CD-9749-7FF4-A1F38E8E9077}"/>
          </ac:spMkLst>
        </pc:spChg>
        <pc:spChg chg="add del mod">
          <ac:chgData name="Robert de Groote" userId="2ce5265b-80a0-4fb8-a62a-8035e9b0c45a" providerId="ADAL" clId="{2F427DC0-94DD-4221-BDA8-C26CE314FA9F}" dt="2025-09-29T10:30:19.168" v="46322"/>
          <ac:spMkLst>
            <pc:docMk/>
            <pc:sldMk cId="4124433150" sldId="357"/>
            <ac:spMk id="81" creationId="{7B1E7942-2AF7-79E0-7D11-8756CB236697}"/>
          </ac:spMkLst>
        </pc:spChg>
        <pc:spChg chg="add del mod">
          <ac:chgData name="Robert de Groote" userId="2ce5265b-80a0-4fb8-a62a-8035e9b0c45a" providerId="ADAL" clId="{2F427DC0-94DD-4221-BDA8-C26CE314FA9F}" dt="2025-09-29T10:30:19.198" v="46331"/>
          <ac:spMkLst>
            <pc:docMk/>
            <pc:sldMk cId="4124433150" sldId="357"/>
            <ac:spMk id="82" creationId="{EEDAF54D-849D-6107-EB12-C5A667FEAEC9}"/>
          </ac:spMkLst>
        </pc:spChg>
        <pc:spChg chg="add del mod">
          <ac:chgData name="Robert de Groote" userId="2ce5265b-80a0-4fb8-a62a-8035e9b0c45a" providerId="ADAL" clId="{2F427DC0-94DD-4221-BDA8-C26CE314FA9F}" dt="2025-09-29T10:30:19.228" v="46340"/>
          <ac:spMkLst>
            <pc:docMk/>
            <pc:sldMk cId="4124433150" sldId="357"/>
            <ac:spMk id="83" creationId="{E6451E65-A55E-C6DE-3EDE-BBE1F3E8D68D}"/>
          </ac:spMkLst>
        </pc:spChg>
        <pc:spChg chg="add del mod">
          <ac:chgData name="Robert de Groote" userId="2ce5265b-80a0-4fb8-a62a-8035e9b0c45a" providerId="ADAL" clId="{2F427DC0-94DD-4221-BDA8-C26CE314FA9F}" dt="2025-09-29T10:30:22.498" v="46416"/>
          <ac:spMkLst>
            <pc:docMk/>
            <pc:sldMk cId="4124433150" sldId="357"/>
            <ac:spMk id="84" creationId="{45E7D69D-7E20-AB8A-F745-8574624EF2A3}"/>
          </ac:spMkLst>
        </pc:spChg>
        <pc:spChg chg="add del mod">
          <ac:chgData name="Robert de Groote" userId="2ce5265b-80a0-4fb8-a62a-8035e9b0c45a" providerId="ADAL" clId="{2F427DC0-94DD-4221-BDA8-C26CE314FA9F}" dt="2025-09-29T10:30:22.498" v="46416"/>
          <ac:spMkLst>
            <pc:docMk/>
            <pc:sldMk cId="4124433150" sldId="357"/>
            <ac:spMk id="85" creationId="{E2E798CF-5FD3-E0D8-3853-2E354B5F913F}"/>
          </ac:spMkLst>
        </pc:spChg>
        <pc:spChg chg="add del mod">
          <ac:chgData name="Robert de Groote" userId="2ce5265b-80a0-4fb8-a62a-8035e9b0c45a" providerId="ADAL" clId="{2F427DC0-94DD-4221-BDA8-C26CE314FA9F}" dt="2025-09-29T10:30:22.376" v="46375"/>
          <ac:spMkLst>
            <pc:docMk/>
            <pc:sldMk cId="4124433150" sldId="357"/>
            <ac:spMk id="86" creationId="{5B38C440-CBEF-9418-54D3-C0C8360A7CF8}"/>
          </ac:spMkLst>
        </pc:spChg>
        <pc:spChg chg="add del mod">
          <ac:chgData name="Robert de Groote" userId="2ce5265b-80a0-4fb8-a62a-8035e9b0c45a" providerId="ADAL" clId="{2F427DC0-94DD-4221-BDA8-C26CE314FA9F}" dt="2025-09-29T10:30:22.406" v="46384"/>
          <ac:spMkLst>
            <pc:docMk/>
            <pc:sldMk cId="4124433150" sldId="357"/>
            <ac:spMk id="87" creationId="{2E0E3224-28C7-C81F-A5FD-68C7D6BA8705}"/>
          </ac:spMkLst>
        </pc:spChg>
        <pc:spChg chg="add del mod">
          <ac:chgData name="Robert de Groote" userId="2ce5265b-80a0-4fb8-a62a-8035e9b0c45a" providerId="ADAL" clId="{2F427DC0-94DD-4221-BDA8-C26CE314FA9F}" dt="2025-09-29T10:30:22.435" v="46393"/>
          <ac:spMkLst>
            <pc:docMk/>
            <pc:sldMk cId="4124433150" sldId="357"/>
            <ac:spMk id="88" creationId="{931C6C42-85B2-0EB3-40C0-0F64CE3B4BE8}"/>
          </ac:spMkLst>
        </pc:spChg>
        <pc:spChg chg="add del mod">
          <ac:chgData name="Robert de Groote" userId="2ce5265b-80a0-4fb8-a62a-8035e9b0c45a" providerId="ADAL" clId="{2F427DC0-94DD-4221-BDA8-C26CE314FA9F}" dt="2025-09-29T10:30:22.466" v="46402"/>
          <ac:spMkLst>
            <pc:docMk/>
            <pc:sldMk cId="4124433150" sldId="357"/>
            <ac:spMk id="89" creationId="{613524B8-1DA8-9C16-A779-C9A560A4876D}"/>
          </ac:spMkLst>
        </pc:spChg>
        <pc:spChg chg="add del mod">
          <ac:chgData name="Robert de Groote" userId="2ce5265b-80a0-4fb8-a62a-8035e9b0c45a" providerId="ADAL" clId="{2F427DC0-94DD-4221-BDA8-C26CE314FA9F}" dt="2025-09-29T10:30:26.654" v="46478"/>
          <ac:spMkLst>
            <pc:docMk/>
            <pc:sldMk cId="4124433150" sldId="357"/>
            <ac:spMk id="90" creationId="{95BC003B-A9DF-EA8F-2884-BD0F48DD7BEF}"/>
          </ac:spMkLst>
        </pc:spChg>
        <pc:spChg chg="add del mod">
          <ac:chgData name="Robert de Groote" userId="2ce5265b-80a0-4fb8-a62a-8035e9b0c45a" providerId="ADAL" clId="{2F427DC0-94DD-4221-BDA8-C26CE314FA9F}" dt="2025-09-29T10:30:26.654" v="46478"/>
          <ac:spMkLst>
            <pc:docMk/>
            <pc:sldMk cId="4124433150" sldId="357"/>
            <ac:spMk id="91" creationId="{4F8473CB-8F0D-DDA1-9E01-03618D7EA3E2}"/>
          </ac:spMkLst>
        </pc:spChg>
        <pc:spChg chg="add del mod">
          <ac:chgData name="Robert de Groote" userId="2ce5265b-80a0-4fb8-a62a-8035e9b0c45a" providerId="ADAL" clId="{2F427DC0-94DD-4221-BDA8-C26CE314FA9F}" dt="2025-09-29T10:30:26.532" v="46437"/>
          <ac:spMkLst>
            <pc:docMk/>
            <pc:sldMk cId="4124433150" sldId="357"/>
            <ac:spMk id="92" creationId="{CC098741-5B52-5933-AC9D-D1715C87AC59}"/>
          </ac:spMkLst>
        </pc:spChg>
        <pc:spChg chg="add del mod">
          <ac:chgData name="Robert de Groote" userId="2ce5265b-80a0-4fb8-a62a-8035e9b0c45a" providerId="ADAL" clId="{2F427DC0-94DD-4221-BDA8-C26CE314FA9F}" dt="2025-09-29T10:30:26.560" v="46446"/>
          <ac:spMkLst>
            <pc:docMk/>
            <pc:sldMk cId="4124433150" sldId="357"/>
            <ac:spMk id="93" creationId="{0A12C7A4-4F22-5256-089C-A41A148959B3}"/>
          </ac:spMkLst>
        </pc:spChg>
        <pc:spChg chg="add del mod">
          <ac:chgData name="Robert de Groote" userId="2ce5265b-80a0-4fb8-a62a-8035e9b0c45a" providerId="ADAL" clId="{2F427DC0-94DD-4221-BDA8-C26CE314FA9F}" dt="2025-09-29T10:30:26.586" v="46455"/>
          <ac:spMkLst>
            <pc:docMk/>
            <pc:sldMk cId="4124433150" sldId="357"/>
            <ac:spMk id="94" creationId="{22562A78-F44D-F940-E26D-317F0EBCF11F}"/>
          </ac:spMkLst>
        </pc:spChg>
        <pc:spChg chg="add del mod">
          <ac:chgData name="Robert de Groote" userId="2ce5265b-80a0-4fb8-a62a-8035e9b0c45a" providerId="ADAL" clId="{2F427DC0-94DD-4221-BDA8-C26CE314FA9F}" dt="2025-09-29T10:30:26.618" v="46464"/>
          <ac:spMkLst>
            <pc:docMk/>
            <pc:sldMk cId="4124433150" sldId="357"/>
            <ac:spMk id="95" creationId="{0E6FF532-AFC8-0BAB-5B1A-FB496C878CCD}"/>
          </ac:spMkLst>
        </pc:spChg>
        <pc:spChg chg="add del mod">
          <ac:chgData name="Robert de Groote" userId="2ce5265b-80a0-4fb8-a62a-8035e9b0c45a" providerId="ADAL" clId="{2F427DC0-94DD-4221-BDA8-C26CE314FA9F}" dt="2025-09-29T10:30:30.160" v="46540"/>
          <ac:spMkLst>
            <pc:docMk/>
            <pc:sldMk cId="4124433150" sldId="357"/>
            <ac:spMk id="96" creationId="{8A7FEC9A-2BB6-82A3-2720-4A9A288169FA}"/>
          </ac:spMkLst>
        </pc:spChg>
        <pc:spChg chg="add del mod">
          <ac:chgData name="Robert de Groote" userId="2ce5265b-80a0-4fb8-a62a-8035e9b0c45a" providerId="ADAL" clId="{2F427DC0-94DD-4221-BDA8-C26CE314FA9F}" dt="2025-09-29T10:30:30.160" v="46540"/>
          <ac:spMkLst>
            <pc:docMk/>
            <pc:sldMk cId="4124433150" sldId="357"/>
            <ac:spMk id="97" creationId="{43E639A2-57AC-CC3D-D388-9FB2E43C18F7}"/>
          </ac:spMkLst>
        </pc:spChg>
        <pc:spChg chg="add del mod">
          <ac:chgData name="Robert de Groote" userId="2ce5265b-80a0-4fb8-a62a-8035e9b0c45a" providerId="ADAL" clId="{2F427DC0-94DD-4221-BDA8-C26CE314FA9F}" dt="2025-09-29T10:30:30.010" v="46499"/>
          <ac:spMkLst>
            <pc:docMk/>
            <pc:sldMk cId="4124433150" sldId="357"/>
            <ac:spMk id="98" creationId="{A484CA0C-1A32-9D69-F32A-E1C4EA8B280C}"/>
          </ac:spMkLst>
        </pc:spChg>
        <pc:spChg chg="add del mod">
          <ac:chgData name="Robert de Groote" userId="2ce5265b-80a0-4fb8-a62a-8035e9b0c45a" providerId="ADAL" clId="{2F427DC0-94DD-4221-BDA8-C26CE314FA9F}" dt="2025-09-29T10:30:30.048" v="46508"/>
          <ac:spMkLst>
            <pc:docMk/>
            <pc:sldMk cId="4124433150" sldId="357"/>
            <ac:spMk id="99" creationId="{FE729F4E-EF00-DAC7-4CA7-5507D8E05E04}"/>
          </ac:spMkLst>
        </pc:spChg>
        <pc:spChg chg="add del mod">
          <ac:chgData name="Robert de Groote" userId="2ce5265b-80a0-4fb8-a62a-8035e9b0c45a" providerId="ADAL" clId="{2F427DC0-94DD-4221-BDA8-C26CE314FA9F}" dt="2025-09-29T10:30:30.090" v="46517"/>
          <ac:spMkLst>
            <pc:docMk/>
            <pc:sldMk cId="4124433150" sldId="357"/>
            <ac:spMk id="100" creationId="{5F165296-6060-1094-A05C-30B4F180C278}"/>
          </ac:spMkLst>
        </pc:spChg>
        <pc:spChg chg="add del mod">
          <ac:chgData name="Robert de Groote" userId="2ce5265b-80a0-4fb8-a62a-8035e9b0c45a" providerId="ADAL" clId="{2F427DC0-94DD-4221-BDA8-C26CE314FA9F}" dt="2025-09-29T10:30:30.127" v="46526"/>
          <ac:spMkLst>
            <pc:docMk/>
            <pc:sldMk cId="4124433150" sldId="357"/>
            <ac:spMk id="101" creationId="{74B198D3-A469-4219-136C-BABFE3493232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08" creationId="{17D09E0A-1C98-1825-EFB5-7FEAE4BA5570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09" creationId="{538140DA-32F1-9253-A987-95B8D28CCE32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0" creationId="{A93D1BA9-4D32-DF34-B2B0-3A5A2DE2A6A5}"/>
          </ac:spMkLst>
        </pc:spChg>
        <pc:spChg chg="mod">
          <ac:chgData name="Robert de Groote" userId="2ce5265b-80a0-4fb8-a62a-8035e9b0c45a" providerId="ADAL" clId="{2F427DC0-94DD-4221-BDA8-C26CE314FA9F}" dt="2025-09-29T10:31:23.319" v="46571"/>
          <ac:spMkLst>
            <pc:docMk/>
            <pc:sldMk cId="4124433150" sldId="357"/>
            <ac:spMk id="111" creationId="{547C4D75-402C-0EEE-7C89-A530A52D794F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2" creationId="{77B2055C-94C1-DA65-17A6-6AAF0D0CE3D2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3" creationId="{1B5CC259-FC17-4F7E-AB06-E5C736409087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4" creationId="{E7A3ECE5-E2CA-6ACA-E41D-C171AE3CCC84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5" creationId="{E55F9E1E-3F72-A1BD-67D2-9541F7D91898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6" creationId="{E1DD8754-A8AC-69FD-3BE9-62F92249C2BC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7" creationId="{CF7BE30B-6E16-7EC4-D1EA-AD1BDDB86B18}"/>
          </ac:spMkLst>
        </pc:spChg>
        <pc:spChg chg="add mod">
          <ac:chgData name="Robert de Groote" userId="2ce5265b-80a0-4fb8-a62a-8035e9b0c45a" providerId="ADAL" clId="{2F427DC0-94DD-4221-BDA8-C26CE314FA9F}" dt="2025-09-29T10:31:24.938" v="46579" actId="164"/>
          <ac:spMkLst>
            <pc:docMk/>
            <pc:sldMk cId="4124433150" sldId="357"/>
            <ac:spMk id="118" creationId="{62C2819F-0407-84A9-1E96-0F999CDED701}"/>
          </ac:spMkLst>
        </pc:spChg>
        <pc:grpChg chg="add del mod modVis">
          <ac:chgData name="Robert de Groote" userId="2ce5265b-80a0-4fb8-a62a-8035e9b0c45a" providerId="ADAL" clId="{2F427DC0-94DD-4221-BDA8-C26CE314FA9F}" dt="2025-09-29T10:29:26.330" v="46226" actId="21"/>
          <ac:grpSpMkLst>
            <pc:docMk/>
            <pc:sldMk cId="4124433150" sldId="357"/>
            <ac:grpSpMk id="59" creationId="{80AEA2AB-CA34-5209-7BBC-B762C63268DE}"/>
          </ac:grpSpMkLst>
        </pc:grpChg>
        <pc:grpChg chg="add mod">
          <ac:chgData name="Robert de Groote" userId="2ce5265b-80a0-4fb8-a62a-8035e9b0c45a" providerId="ADAL" clId="{2F427DC0-94DD-4221-BDA8-C26CE314FA9F}" dt="2025-09-29T10:31:05.315" v="46553" actId="164"/>
          <ac:grpSpMkLst>
            <pc:docMk/>
            <pc:sldMk cId="4124433150" sldId="357"/>
            <ac:grpSpMk id="107" creationId="{ED5F25A7-F37C-33ED-37E3-66C8F704DDA6}"/>
          </ac:grpSpMkLst>
        </pc:grpChg>
        <pc:picChg chg="add mod ord">
          <ac:chgData name="Robert de Groote" userId="2ce5265b-80a0-4fb8-a62a-8035e9b0c45a" providerId="ADAL" clId="{2F427DC0-94DD-4221-BDA8-C26CE314FA9F}" dt="2025-09-29T10:22:55.287" v="45569"/>
          <ac:picMkLst>
            <pc:docMk/>
            <pc:sldMk cId="4124433150" sldId="357"/>
            <ac:picMk id="38" creationId="{3128B93E-881A-8A7A-EA95-EC57D136F331}"/>
          </ac:picMkLst>
        </pc:picChg>
        <pc:cxnChg chg="add mod ord">
          <ac:chgData name="Robert de Groote" userId="2ce5265b-80a0-4fb8-a62a-8035e9b0c45a" providerId="ADAL" clId="{2F427DC0-94DD-4221-BDA8-C26CE314FA9F}" dt="2025-09-29T10:29:26.330" v="46226" actId="21"/>
          <ac:cxnSpMkLst>
            <pc:docMk/>
            <pc:sldMk cId="4124433150" sldId="357"/>
            <ac:cxnSpMk id="44" creationId="{DD11C9A8-C98C-D3AB-1E9C-642F448BCD17}"/>
          </ac:cxnSpMkLst>
        </pc:cxnChg>
        <pc:cxnChg chg="add mod ord">
          <ac:chgData name="Robert de Groote" userId="2ce5265b-80a0-4fb8-a62a-8035e9b0c45a" providerId="ADAL" clId="{2F427DC0-94DD-4221-BDA8-C26CE314FA9F}" dt="2025-09-29T10:29:26.330" v="46226" actId="21"/>
          <ac:cxnSpMkLst>
            <pc:docMk/>
            <pc:sldMk cId="4124433150" sldId="357"/>
            <ac:cxnSpMk id="45" creationId="{E6C154B3-6B02-56E9-CF8D-BCA175CAD423}"/>
          </ac:cxnSpMkLst>
        </pc:cxnChg>
        <pc:cxnChg chg="add mod ord">
          <ac:chgData name="Robert de Groote" userId="2ce5265b-80a0-4fb8-a62a-8035e9b0c45a" providerId="ADAL" clId="{2F427DC0-94DD-4221-BDA8-C26CE314FA9F}" dt="2025-09-29T10:29:26.330" v="46226" actId="21"/>
          <ac:cxnSpMkLst>
            <pc:docMk/>
            <pc:sldMk cId="4124433150" sldId="357"/>
            <ac:cxnSpMk id="46" creationId="{9ED49892-F839-B3EE-E9DC-BEACAF456A9D}"/>
          </ac:cxnSpMkLst>
        </pc:cxnChg>
        <pc:cxnChg chg="add mod ord">
          <ac:chgData name="Robert de Groote" userId="2ce5265b-80a0-4fb8-a62a-8035e9b0c45a" providerId="ADAL" clId="{2F427DC0-94DD-4221-BDA8-C26CE314FA9F}" dt="2025-09-29T10:29:26.330" v="46226" actId="21"/>
          <ac:cxnSpMkLst>
            <pc:docMk/>
            <pc:sldMk cId="4124433150" sldId="357"/>
            <ac:cxnSpMk id="47" creationId="{933276EF-12EE-5C0D-466D-D41B602A2663}"/>
          </ac:cxnSpMkLst>
        </pc:cxnChg>
        <pc:cxnChg chg="add mod ord">
          <ac:chgData name="Robert de Groote" userId="2ce5265b-80a0-4fb8-a62a-8035e9b0c45a" providerId="ADAL" clId="{2F427DC0-94DD-4221-BDA8-C26CE314FA9F}" dt="2025-09-29T10:29:26.330" v="46226" actId="21"/>
          <ac:cxnSpMkLst>
            <pc:docMk/>
            <pc:sldMk cId="4124433150" sldId="357"/>
            <ac:cxnSpMk id="48" creationId="{9185B06F-0E7E-75D2-5E6A-5917DA971C1A}"/>
          </ac:cxnSpMkLst>
        </pc:cxnChg>
        <pc:cxnChg chg="add del mod ord">
          <ac:chgData name="Robert de Groote" userId="2ce5265b-80a0-4fb8-a62a-8035e9b0c45a" providerId="ADAL" clId="{2F427DC0-94DD-4221-BDA8-C26CE314FA9F}" dt="2025-09-29T10:25:12.280" v="46015"/>
          <ac:cxnSpMkLst>
            <pc:docMk/>
            <pc:sldMk cId="4124433150" sldId="357"/>
            <ac:cxnSpMk id="49" creationId="{24A1D652-D80A-BBB5-639D-FC835CA4DF44}"/>
          </ac:cxnSpMkLst>
        </pc:cxnChg>
        <pc:cxnChg chg="add del mod ord">
          <ac:chgData name="Robert de Groote" userId="2ce5265b-80a0-4fb8-a62a-8035e9b0c45a" providerId="ADAL" clId="{2F427DC0-94DD-4221-BDA8-C26CE314FA9F}" dt="2025-09-29T10:25:12.279" v="46014" actId="1076"/>
          <ac:cxnSpMkLst>
            <pc:docMk/>
            <pc:sldMk cId="4124433150" sldId="357"/>
            <ac:cxnSpMk id="50" creationId="{7086C52F-7764-5444-353E-84774C99A51E}"/>
          </ac:cxnSpMkLst>
        </pc:cxnChg>
        <pc:cxnChg chg="add del mod ord">
          <ac:chgData name="Robert de Groote" userId="2ce5265b-80a0-4fb8-a62a-8035e9b0c45a" providerId="ADAL" clId="{2F427DC0-94DD-4221-BDA8-C26CE314FA9F}" dt="2025-09-29T10:25:12.279" v="46013" actId="1076"/>
          <ac:cxnSpMkLst>
            <pc:docMk/>
            <pc:sldMk cId="4124433150" sldId="357"/>
            <ac:cxnSpMk id="51" creationId="{33925A91-067E-4086-92E5-C213D7CDC93E}"/>
          </ac:cxnSpMkLst>
        </pc:cxnChg>
        <pc:cxnChg chg="add del mod ord">
          <ac:chgData name="Robert de Groote" userId="2ce5265b-80a0-4fb8-a62a-8035e9b0c45a" providerId="ADAL" clId="{2F427DC0-94DD-4221-BDA8-C26CE314FA9F}" dt="2025-09-29T10:25:12.280" v="46015"/>
          <ac:cxnSpMkLst>
            <pc:docMk/>
            <pc:sldMk cId="4124433150" sldId="357"/>
            <ac:cxnSpMk id="52" creationId="{4B7471B5-6E7E-4910-CE02-714FF6EE1A39}"/>
          </ac:cxnSpMkLst>
        </pc:cxnChg>
        <pc:cxnChg chg="add del mod ord">
          <ac:chgData name="Robert de Groote" userId="2ce5265b-80a0-4fb8-a62a-8035e9b0c45a" providerId="ADAL" clId="{2F427DC0-94DD-4221-BDA8-C26CE314FA9F}" dt="2025-09-29T10:25:12.278" v="46011" actId="1076"/>
          <ac:cxnSpMkLst>
            <pc:docMk/>
            <pc:sldMk cId="4124433150" sldId="357"/>
            <ac:cxnSpMk id="53" creationId="{241FA64E-8AB9-BFCF-24EE-4800F8CB1731}"/>
          </ac:cxnSpMkLst>
        </pc:cxnChg>
        <pc:cxnChg chg="add del mod ord">
          <ac:chgData name="Robert de Groote" userId="2ce5265b-80a0-4fb8-a62a-8035e9b0c45a" providerId="ADAL" clId="{2F427DC0-94DD-4221-BDA8-C26CE314FA9F}" dt="2025-09-29T10:25:12.260" v="45943"/>
          <ac:cxnSpMkLst>
            <pc:docMk/>
            <pc:sldMk cId="4124433150" sldId="357"/>
            <ac:cxnSpMk id="54" creationId="{DC96025E-FA4B-5C8A-B2CD-73F3D38968E4}"/>
          </ac:cxnSpMkLst>
        </pc:cxnChg>
        <pc:cxnChg chg="add del mod ord">
          <ac:chgData name="Robert de Groote" userId="2ce5265b-80a0-4fb8-a62a-8035e9b0c45a" providerId="ADAL" clId="{2F427DC0-94DD-4221-BDA8-C26CE314FA9F}" dt="2025-09-29T10:25:12.263" v="45954" actId="1076"/>
          <ac:cxnSpMkLst>
            <pc:docMk/>
            <pc:sldMk cId="4124433150" sldId="357"/>
            <ac:cxnSpMk id="55" creationId="{2C49055D-D578-0D3B-F52F-DDF22C318A88}"/>
          </ac:cxnSpMkLst>
        </pc:cxnChg>
        <pc:cxnChg chg="add del mod ord">
          <ac:chgData name="Robert de Groote" userId="2ce5265b-80a0-4fb8-a62a-8035e9b0c45a" providerId="ADAL" clId="{2F427DC0-94DD-4221-BDA8-C26CE314FA9F}" dt="2025-09-29T10:25:12.262" v="45951" actId="1076"/>
          <ac:cxnSpMkLst>
            <pc:docMk/>
            <pc:sldMk cId="4124433150" sldId="357"/>
            <ac:cxnSpMk id="56" creationId="{8C65AF4D-4849-F77E-A7B0-1C735CD8C46C}"/>
          </ac:cxnSpMkLst>
        </pc:cxnChg>
        <pc:cxnChg chg="add del mod ord">
          <ac:chgData name="Robert de Groote" userId="2ce5265b-80a0-4fb8-a62a-8035e9b0c45a" providerId="ADAL" clId="{2F427DC0-94DD-4221-BDA8-C26CE314FA9F}" dt="2025-09-29T10:25:12.280" v="46015"/>
          <ac:cxnSpMkLst>
            <pc:docMk/>
            <pc:sldMk cId="4124433150" sldId="357"/>
            <ac:cxnSpMk id="57" creationId="{8167A519-DE7A-CE7F-5EB3-DE55D2324C02}"/>
          </ac:cxnSpMkLst>
        </pc:cxnChg>
        <pc:cxnChg chg="add del mod ord">
          <ac:chgData name="Robert de Groote" userId="2ce5265b-80a0-4fb8-a62a-8035e9b0c45a" providerId="ADAL" clId="{2F427DC0-94DD-4221-BDA8-C26CE314FA9F}" dt="2025-09-29T10:25:12.263" v="45953" actId="1076"/>
          <ac:cxnSpMkLst>
            <pc:docMk/>
            <pc:sldMk cId="4124433150" sldId="357"/>
            <ac:cxnSpMk id="58" creationId="{F18090D5-CBED-E9F2-18EC-1C22B11AB448}"/>
          </ac:cxnSpMkLst>
        </pc:cxnChg>
        <pc:cxnChg chg="add mod">
          <ac:chgData name="Robert de Groote" userId="2ce5265b-80a0-4fb8-a62a-8035e9b0c45a" providerId="ADAL" clId="{2F427DC0-94DD-4221-BDA8-C26CE314FA9F}" dt="2025-09-29T10:31:05.315" v="46553" actId="164"/>
          <ac:cxnSpMkLst>
            <pc:docMk/>
            <pc:sldMk cId="4124433150" sldId="357"/>
            <ac:cxnSpMk id="102" creationId="{49FE4403-20A4-E39A-4689-CFF2EB906985}"/>
          </ac:cxnSpMkLst>
        </pc:cxnChg>
        <pc:cxnChg chg="add mod">
          <ac:chgData name="Robert de Groote" userId="2ce5265b-80a0-4fb8-a62a-8035e9b0c45a" providerId="ADAL" clId="{2F427DC0-94DD-4221-BDA8-C26CE314FA9F}" dt="2025-09-29T10:31:05.315" v="46553" actId="164"/>
          <ac:cxnSpMkLst>
            <pc:docMk/>
            <pc:sldMk cId="4124433150" sldId="357"/>
            <ac:cxnSpMk id="103" creationId="{83B49031-D824-83E9-6DF0-EB61BF819B54}"/>
          </ac:cxnSpMkLst>
        </pc:cxnChg>
        <pc:cxnChg chg="add mod">
          <ac:chgData name="Robert de Groote" userId="2ce5265b-80a0-4fb8-a62a-8035e9b0c45a" providerId="ADAL" clId="{2F427DC0-94DD-4221-BDA8-C26CE314FA9F}" dt="2025-09-29T10:31:05.315" v="46553" actId="164"/>
          <ac:cxnSpMkLst>
            <pc:docMk/>
            <pc:sldMk cId="4124433150" sldId="357"/>
            <ac:cxnSpMk id="104" creationId="{69C75978-5941-C105-DF9F-FFC5732F934F}"/>
          </ac:cxnSpMkLst>
        </pc:cxnChg>
        <pc:cxnChg chg="add mod">
          <ac:chgData name="Robert de Groote" userId="2ce5265b-80a0-4fb8-a62a-8035e9b0c45a" providerId="ADAL" clId="{2F427DC0-94DD-4221-BDA8-C26CE314FA9F}" dt="2025-09-29T10:31:05.315" v="46553" actId="164"/>
          <ac:cxnSpMkLst>
            <pc:docMk/>
            <pc:sldMk cId="4124433150" sldId="357"/>
            <ac:cxnSpMk id="105" creationId="{3711BCFF-8198-FB0C-15BC-D8E7BEA890F4}"/>
          </ac:cxnSpMkLst>
        </pc:cxnChg>
        <pc:cxnChg chg="add mod">
          <ac:chgData name="Robert de Groote" userId="2ce5265b-80a0-4fb8-a62a-8035e9b0c45a" providerId="ADAL" clId="{2F427DC0-94DD-4221-BDA8-C26CE314FA9F}" dt="2025-09-29T10:31:05.315" v="46553" actId="164"/>
          <ac:cxnSpMkLst>
            <pc:docMk/>
            <pc:sldMk cId="4124433150" sldId="357"/>
            <ac:cxnSpMk id="106" creationId="{C326A9C6-BD9C-0478-2B1A-26AFD04D13AE}"/>
          </ac:cxnSpMkLst>
        </pc:cxnChg>
      </pc:sldChg>
      <pc:sldChg chg="addSp delSp modSp add del mod modTransition delAnim modAnim">
        <pc:chgData name="Robert de Groote" userId="2ce5265b-80a0-4fb8-a62a-8035e9b0c45a" providerId="ADAL" clId="{2F427DC0-94DD-4221-BDA8-C26CE314FA9F}" dt="2025-09-29T10:56:51.145" v="46989" actId="47"/>
        <pc:sldMkLst>
          <pc:docMk/>
          <pc:sldMk cId="125321886" sldId="358"/>
        </pc:sldMkLst>
        <pc:spChg chg="add del mod">
          <ac:chgData name="Robert de Groote" userId="2ce5265b-80a0-4fb8-a62a-8035e9b0c45a" providerId="ADAL" clId="{2F427DC0-94DD-4221-BDA8-C26CE314FA9F}" dt="2025-09-29T10:54:38.391" v="46946"/>
          <ac:spMkLst>
            <pc:docMk/>
            <pc:sldMk cId="125321886" sldId="358"/>
            <ac:spMk id="26" creationId="{8C766E03-B7FD-0558-E04D-7A3DD4480C6E}"/>
          </ac:spMkLst>
        </pc:spChg>
        <pc:spChg chg="mod">
          <ac:chgData name="Robert de Groote" userId="2ce5265b-80a0-4fb8-a62a-8035e9b0c45a" providerId="ADAL" clId="{2F427DC0-94DD-4221-BDA8-C26CE314FA9F}" dt="2025-09-29T10:54:38.382" v="46940"/>
          <ac:spMkLst>
            <pc:docMk/>
            <pc:sldMk cId="125321886" sldId="358"/>
            <ac:spMk id="27" creationId="{09CA138E-67F7-DED3-3241-E21FFBAE708B}"/>
          </ac:spMkLst>
        </pc:spChg>
        <pc:spChg chg="mod">
          <ac:chgData name="Robert de Groote" userId="2ce5265b-80a0-4fb8-a62a-8035e9b0c45a" providerId="ADAL" clId="{2F427DC0-94DD-4221-BDA8-C26CE314FA9F}" dt="2025-09-29T10:54:38.384" v="46944"/>
          <ac:spMkLst>
            <pc:docMk/>
            <pc:sldMk cId="125321886" sldId="358"/>
            <ac:spMk id="30" creationId="{D210E1E1-E701-175C-E77A-0F0243B4B7F4}"/>
          </ac:spMkLst>
        </pc:spChg>
        <pc:spChg chg="add del mod">
          <ac:chgData name="Robert de Groote" userId="2ce5265b-80a0-4fb8-a62a-8035e9b0c45a" providerId="ADAL" clId="{2F427DC0-94DD-4221-BDA8-C26CE314FA9F}" dt="2025-09-29T10:54:38.391" v="46946"/>
          <ac:spMkLst>
            <pc:docMk/>
            <pc:sldMk cId="125321886" sldId="358"/>
            <ac:spMk id="31" creationId="{D7C707C4-0679-C520-309F-1762E5A6CF16}"/>
          </ac:spMkLst>
        </pc:spChg>
        <pc:spChg chg="add del mod">
          <ac:chgData name="Robert de Groote" userId="2ce5265b-80a0-4fb8-a62a-8035e9b0c45a" providerId="ADAL" clId="{2F427DC0-94DD-4221-BDA8-C26CE314FA9F}" dt="2025-09-29T10:54:38.249" v="46905"/>
          <ac:spMkLst>
            <pc:docMk/>
            <pc:sldMk cId="125321886" sldId="358"/>
            <ac:spMk id="33" creationId="{A1C0E5C4-3246-8DBB-E5D8-C3ACBC2C930E}"/>
          </ac:spMkLst>
        </pc:spChg>
        <pc:spChg chg="add del mod">
          <ac:chgData name="Robert de Groote" userId="2ce5265b-80a0-4fb8-a62a-8035e9b0c45a" providerId="ADAL" clId="{2F427DC0-94DD-4221-BDA8-C26CE314FA9F}" dt="2025-09-29T10:54:38.287" v="46914"/>
          <ac:spMkLst>
            <pc:docMk/>
            <pc:sldMk cId="125321886" sldId="358"/>
            <ac:spMk id="34" creationId="{6604AF70-8785-21A6-C2FC-BDCFA1D87787}"/>
          </ac:spMkLst>
        </pc:spChg>
        <pc:spChg chg="add del mod">
          <ac:chgData name="Robert de Groote" userId="2ce5265b-80a0-4fb8-a62a-8035e9b0c45a" providerId="ADAL" clId="{2F427DC0-94DD-4221-BDA8-C26CE314FA9F}" dt="2025-09-29T10:54:38.325" v="46923"/>
          <ac:spMkLst>
            <pc:docMk/>
            <pc:sldMk cId="125321886" sldId="358"/>
            <ac:spMk id="35" creationId="{95769E6C-7CF0-3151-85ED-94A615FE9F7B}"/>
          </ac:spMkLst>
        </pc:spChg>
        <pc:spChg chg="add del mod">
          <ac:chgData name="Robert de Groote" userId="2ce5265b-80a0-4fb8-a62a-8035e9b0c45a" providerId="ADAL" clId="{2F427DC0-94DD-4221-BDA8-C26CE314FA9F}" dt="2025-09-29T10:54:38.364" v="46932"/>
          <ac:spMkLst>
            <pc:docMk/>
            <pc:sldMk cId="125321886" sldId="358"/>
            <ac:spMk id="36" creationId="{1D8C648A-B26D-F22E-17EF-156B4F7491DD}"/>
          </ac:spMkLst>
        </pc:spChg>
      </pc:sldChg>
      <pc:sldChg chg="addSp modSp add mod modTransition modAnim">
        <pc:chgData name="Robert de Groote" userId="2ce5265b-80a0-4fb8-a62a-8035e9b0c45a" providerId="ADAL" clId="{2F427DC0-94DD-4221-BDA8-C26CE314FA9F}" dt="2025-09-29T10:57:56.763" v="47001"/>
        <pc:sldMkLst>
          <pc:docMk/>
          <pc:sldMk cId="2497514830" sldId="359"/>
        </pc:sldMkLst>
        <pc:picChg chg="add mod ord">
          <ac:chgData name="Robert de Groote" userId="2ce5265b-80a0-4fb8-a62a-8035e9b0c45a" providerId="ADAL" clId="{2F427DC0-94DD-4221-BDA8-C26CE314FA9F}" dt="2025-09-29T10:54:42.006" v="46988"/>
          <ac:picMkLst>
            <pc:docMk/>
            <pc:sldMk cId="2497514830" sldId="359"/>
            <ac:picMk id="31" creationId="{0DA05D77-1CA7-021B-9642-A1790A87E131}"/>
          </ac:picMkLst>
        </pc:picChg>
      </pc:sldChg>
      <pc:sldChg chg="add del">
        <pc:chgData name="Robert de Groote" userId="2ce5265b-80a0-4fb8-a62a-8035e9b0c45a" providerId="ADAL" clId="{2F427DC0-94DD-4221-BDA8-C26CE314FA9F}" dt="2025-09-29T13:41:22.518" v="55406" actId="47"/>
        <pc:sldMkLst>
          <pc:docMk/>
          <pc:sldMk cId="2963096133" sldId="360"/>
        </pc:sldMkLst>
      </pc:sldChg>
    </pc:docChg>
  </pc:docChgLst>
  <pc:docChgLst>
    <pc:chgData name="Robert de Groote" userId="2ce5265b-80a0-4fb8-a62a-8035e9b0c45a" providerId="ADAL" clId="{8EBF52AB-6BEF-4B72-AF95-EFED6E097B56}"/>
    <pc:docChg chg="custSel addSld delSld modSld sldOrd">
      <pc:chgData name="Robert de Groote" userId="2ce5265b-80a0-4fb8-a62a-8035e9b0c45a" providerId="ADAL" clId="{8EBF52AB-6BEF-4B72-AF95-EFED6E097B56}" dt="2025-07-16T17:19:26.071" v="1188" actId="20577"/>
      <pc:docMkLst>
        <pc:docMk/>
      </pc:docMkLst>
      <pc:sldChg chg="modSp mod">
        <pc:chgData name="Robert de Groote" userId="2ce5265b-80a0-4fb8-a62a-8035e9b0c45a" providerId="ADAL" clId="{8EBF52AB-6BEF-4B72-AF95-EFED6E097B56}" dt="2025-07-16T16:51:16.387" v="27" actId="20577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8EBF52AB-6BEF-4B72-AF95-EFED6E097B56}" dt="2025-07-16T16:54:29.653" v="302" actId="20577"/>
        <pc:sldMkLst>
          <pc:docMk/>
          <pc:sldMk cId="3346646082" sldId="257"/>
        </pc:sldMkLst>
      </pc:sldChg>
      <pc:sldChg chg="del">
        <pc:chgData name="Robert de Groote" userId="2ce5265b-80a0-4fb8-a62a-8035e9b0c45a" providerId="ADAL" clId="{8EBF52AB-6BEF-4B72-AF95-EFED6E097B56}" dt="2025-07-16T16:54:33.161" v="303" actId="47"/>
        <pc:sldMkLst>
          <pc:docMk/>
          <pc:sldMk cId="1376807172" sldId="258"/>
        </pc:sldMkLst>
      </pc:sldChg>
      <pc:sldChg chg="del">
        <pc:chgData name="Robert de Groote" userId="2ce5265b-80a0-4fb8-a62a-8035e9b0c45a" providerId="ADAL" clId="{8EBF52AB-6BEF-4B72-AF95-EFED6E097B56}" dt="2025-07-16T16:54:33.800" v="304" actId="47"/>
        <pc:sldMkLst>
          <pc:docMk/>
          <pc:sldMk cId="734760806" sldId="259"/>
        </pc:sldMkLst>
      </pc:sldChg>
      <pc:sldChg chg="modSp mod">
        <pc:chgData name="Robert de Groote" userId="2ce5265b-80a0-4fb8-a62a-8035e9b0c45a" providerId="ADAL" clId="{8EBF52AB-6BEF-4B72-AF95-EFED6E097B56}" dt="2025-07-16T16:59:03.772" v="360" actId="20577"/>
        <pc:sldMkLst>
          <pc:docMk/>
          <pc:sldMk cId="2437096053" sldId="260"/>
        </pc:sldMkLst>
      </pc:sldChg>
      <pc:sldChg chg="del">
        <pc:chgData name="Robert de Groote" userId="2ce5265b-80a0-4fb8-a62a-8035e9b0c45a" providerId="ADAL" clId="{8EBF52AB-6BEF-4B72-AF95-EFED6E097B56}" dt="2025-07-16T16:59:12.529" v="361" actId="47"/>
        <pc:sldMkLst>
          <pc:docMk/>
          <pc:sldMk cId="1808417701" sldId="263"/>
        </pc:sldMkLst>
      </pc:sldChg>
      <pc:sldChg chg="modSp mod">
        <pc:chgData name="Robert de Groote" userId="2ce5265b-80a0-4fb8-a62a-8035e9b0c45a" providerId="ADAL" clId="{8EBF52AB-6BEF-4B72-AF95-EFED6E097B56}" dt="2025-07-16T17:18:41.963" v="1168" actId="20577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8EBF52AB-6BEF-4B72-AF95-EFED6E097B56}" dt="2025-07-16T17:14:00.840" v="878" actId="14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8EBF52AB-6BEF-4B72-AF95-EFED6E097B56}" dt="2025-07-16T17:19:26.071" v="1188" actId="20577"/>
        <pc:sldMkLst>
          <pc:docMk/>
          <pc:sldMk cId="2050195976" sldId="266"/>
        </pc:sldMkLst>
      </pc:sldChg>
      <pc:sldChg chg="del">
        <pc:chgData name="Robert de Groote" userId="2ce5265b-80a0-4fb8-a62a-8035e9b0c45a" providerId="ADAL" clId="{8EBF52AB-6BEF-4B72-AF95-EFED6E097B56}" dt="2025-07-16T16:59:13.102" v="362" actId="47"/>
        <pc:sldMkLst>
          <pc:docMk/>
          <pc:sldMk cId="3664691429" sldId="267"/>
        </pc:sldMkLst>
      </pc:sldChg>
      <pc:sldChg chg="modSp mod">
        <pc:chgData name="Robert de Groote" userId="2ce5265b-80a0-4fb8-a62a-8035e9b0c45a" providerId="ADAL" clId="{8EBF52AB-6BEF-4B72-AF95-EFED6E097B56}" dt="2025-07-16T17:01:41.236" v="479" actId="2057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8EBF52AB-6BEF-4B72-AF95-EFED6E097B56}" dt="2025-07-16T17:00:48.323" v="415" actId="47"/>
        <pc:sldMkLst>
          <pc:docMk/>
          <pc:sldMk cId="3999101625" sldId="269"/>
        </pc:sldMkLst>
      </pc:sldChg>
      <pc:sldChg chg="del">
        <pc:chgData name="Robert de Groote" userId="2ce5265b-80a0-4fb8-a62a-8035e9b0c45a" providerId="ADAL" clId="{8EBF52AB-6BEF-4B72-AF95-EFED6E097B56}" dt="2025-07-16T17:19:16.037" v="1170" actId="47"/>
        <pc:sldMkLst>
          <pc:docMk/>
          <pc:sldMk cId="3192644691" sldId="270"/>
        </pc:sldMkLst>
      </pc:sldChg>
      <pc:sldChg chg="del">
        <pc:chgData name="Robert de Groote" userId="2ce5265b-80a0-4fb8-a62a-8035e9b0c45a" providerId="ADAL" clId="{8EBF52AB-6BEF-4B72-AF95-EFED6E097B56}" dt="2025-07-16T17:18:59.683" v="1169" actId="47"/>
        <pc:sldMkLst>
          <pc:docMk/>
          <pc:sldMk cId="1961238602" sldId="271"/>
        </pc:sldMkLst>
      </pc:sldChg>
      <pc:sldChg chg="del">
        <pc:chgData name="Robert de Groote" userId="2ce5265b-80a0-4fb8-a62a-8035e9b0c45a" providerId="ADAL" clId="{8EBF52AB-6BEF-4B72-AF95-EFED6E097B56}" dt="2025-07-16T16:59:13.842" v="363" actId="47"/>
        <pc:sldMkLst>
          <pc:docMk/>
          <pc:sldMk cId="65950320" sldId="272"/>
        </pc:sldMkLst>
      </pc:sldChg>
      <pc:sldChg chg="modSp add mod ord">
        <pc:chgData name="Robert de Groote" userId="2ce5265b-80a0-4fb8-a62a-8035e9b0c45a" providerId="ADAL" clId="{8EBF52AB-6BEF-4B72-AF95-EFED6E097B56}" dt="2025-07-16T17:01:12.824" v="464" actId="2057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8EBF52AB-6BEF-4B72-AF95-EFED6E097B56}" dt="2025-07-16T16:59:17.386" v="366" actId="47"/>
        <pc:sldMkLst>
          <pc:docMk/>
          <pc:sldMk cId="3708766367" sldId="273"/>
        </pc:sldMkLst>
      </pc:sldChg>
      <pc:sldChg chg="del">
        <pc:chgData name="Robert de Groote" userId="2ce5265b-80a0-4fb8-a62a-8035e9b0c45a" providerId="ADAL" clId="{8EBF52AB-6BEF-4B72-AF95-EFED6E097B56}" dt="2025-07-16T16:59:18.383" v="367" actId="47"/>
        <pc:sldMkLst>
          <pc:docMk/>
          <pc:sldMk cId="2576651547" sldId="274"/>
        </pc:sldMkLst>
      </pc:sldChg>
      <pc:sldChg chg="del">
        <pc:chgData name="Robert de Groote" userId="2ce5265b-80a0-4fb8-a62a-8035e9b0c45a" providerId="ADAL" clId="{8EBF52AB-6BEF-4B72-AF95-EFED6E097B56}" dt="2025-07-16T16:59:15.239" v="365" actId="47"/>
        <pc:sldMkLst>
          <pc:docMk/>
          <pc:sldMk cId="1013437190" sldId="275"/>
        </pc:sldMkLst>
      </pc:sldChg>
      <pc:sldChg chg="del">
        <pc:chgData name="Robert de Groote" userId="2ce5265b-80a0-4fb8-a62a-8035e9b0c45a" providerId="ADAL" clId="{8EBF52AB-6BEF-4B72-AF95-EFED6E097B56}" dt="2025-07-16T16:59:14.460" v="364" actId="4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34A32566-AAE7-4C94-968D-A2374AC9D33F}"/>
    <pc:docChg chg="custSel addSld modSld">
      <pc:chgData name="Robert de Groote" userId="2ce5265b-80a0-4fb8-a62a-8035e9b0c45a" providerId="ADAL" clId="{34A32566-AAE7-4C94-968D-A2374AC9D33F}" dt="2025-07-16T15:11:29.046" v="3083" actId="20577"/>
      <pc:docMkLst>
        <pc:docMk/>
      </pc:docMkLst>
      <pc:sldChg chg="modSp mod">
        <pc:chgData name="Robert de Groote" userId="2ce5265b-80a0-4fb8-a62a-8035e9b0c45a" providerId="ADAL" clId="{34A32566-AAE7-4C94-968D-A2374AC9D33F}" dt="2025-07-16T14:26:14.979" v="1783"/>
        <pc:sldMkLst>
          <pc:docMk/>
          <pc:sldMk cId="4016192962" sldId="264"/>
        </pc:sldMkLst>
      </pc:sldChg>
      <pc:sldChg chg="modSp mod">
        <pc:chgData name="Robert de Groote" userId="2ce5265b-80a0-4fb8-a62a-8035e9b0c45a" providerId="ADAL" clId="{34A32566-AAE7-4C94-968D-A2374AC9D33F}" dt="2025-07-16T14:37:59.325" v="2199" actId="20577"/>
        <pc:sldMkLst>
          <pc:docMk/>
          <pc:sldMk cId="3021126975" sldId="265"/>
        </pc:sldMkLst>
      </pc:sldChg>
      <pc:sldChg chg="modSp add mod">
        <pc:chgData name="Robert de Groote" userId="2ce5265b-80a0-4fb8-a62a-8035e9b0c45a" providerId="ADAL" clId="{34A32566-AAE7-4C94-968D-A2374AC9D33F}" dt="2025-07-16T14:43:43.852" v="2597" actId="20577"/>
        <pc:sldMkLst>
          <pc:docMk/>
          <pc:sldMk cId="65950320" sldId="272"/>
        </pc:sldMkLst>
      </pc:sldChg>
      <pc:sldChg chg="modSp add mod">
        <pc:chgData name="Robert de Groote" userId="2ce5265b-80a0-4fb8-a62a-8035e9b0c45a" providerId="ADAL" clId="{34A32566-AAE7-4C94-968D-A2374AC9D33F}" dt="2025-07-16T14:15:49.970" v="1018" actId="20577"/>
        <pc:sldMkLst>
          <pc:docMk/>
          <pc:sldMk cId="3708766367" sldId="273"/>
        </pc:sldMkLst>
      </pc:sldChg>
      <pc:sldChg chg="modSp add mod">
        <pc:chgData name="Robert de Groote" userId="2ce5265b-80a0-4fb8-a62a-8035e9b0c45a" providerId="ADAL" clId="{34A32566-AAE7-4C94-968D-A2374AC9D33F}" dt="2025-07-16T14:18:22.862" v="1410" actId="6549"/>
        <pc:sldMkLst>
          <pc:docMk/>
          <pc:sldMk cId="2576651547" sldId="274"/>
        </pc:sldMkLst>
      </pc:sldChg>
      <pc:sldChg chg="add">
        <pc:chgData name="Robert de Groote" userId="2ce5265b-80a0-4fb8-a62a-8035e9b0c45a" providerId="ADAL" clId="{34A32566-AAE7-4C94-968D-A2374AC9D33F}" dt="2025-07-16T14:38:24.296" v="2200" actId="2890"/>
        <pc:sldMkLst>
          <pc:docMk/>
          <pc:sldMk cId="1013437190" sldId="275"/>
        </pc:sldMkLst>
      </pc:sldChg>
      <pc:sldChg chg="modSp add mod">
        <pc:chgData name="Robert de Groote" userId="2ce5265b-80a0-4fb8-a62a-8035e9b0c45a" providerId="ADAL" clId="{34A32566-AAE7-4C94-968D-A2374AC9D33F}" dt="2025-07-16T15:11:29.046" v="3083" actId="2057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26C0FC0F-787E-4AFE-AA9A-4E52AC6E2AD8}"/>
    <pc:docChg chg="undo redo custSel addSld delSld modSld sldOrd">
      <pc:chgData name="Robert de Groote" userId="2ce5265b-80a0-4fb8-a62a-8035e9b0c45a" providerId="ADAL" clId="{26C0FC0F-787E-4AFE-AA9A-4E52AC6E2AD8}" dt="2025-09-19T13:42:16.091" v="26348" actId="207"/>
      <pc:docMkLst>
        <pc:docMk/>
      </pc:docMkLst>
      <pc:sldChg chg="modSp mod modAnim">
        <pc:chgData name="Robert de Groote" userId="2ce5265b-80a0-4fb8-a62a-8035e9b0c45a" providerId="ADAL" clId="{26C0FC0F-787E-4AFE-AA9A-4E52AC6E2AD8}" dt="2025-09-19T12:52:37.068" v="25925"/>
        <pc:sldMkLst>
          <pc:docMk/>
          <pc:sldMk cId="4099711276" sldId="256"/>
        </pc:sldMkLst>
        <pc:spChg chg="mod">
          <ac:chgData name="Robert de Groote" userId="2ce5265b-80a0-4fb8-a62a-8035e9b0c45a" providerId="ADAL" clId="{26C0FC0F-787E-4AFE-AA9A-4E52AC6E2AD8}" dt="2025-09-17T14:42:25.245" v="14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addSp modSp mod modAnim">
        <pc:chgData name="Robert de Groote" userId="2ce5265b-80a0-4fb8-a62a-8035e9b0c45a" providerId="ADAL" clId="{26C0FC0F-787E-4AFE-AA9A-4E52AC6E2AD8}" dt="2025-09-19T12:52:55.989" v="25928"/>
        <pc:sldMkLst>
          <pc:docMk/>
          <pc:sldMk cId="3346646082" sldId="257"/>
        </pc:sldMkLst>
        <pc:spChg chg="mod">
          <ac:chgData name="Robert de Groote" userId="2ce5265b-80a0-4fb8-a62a-8035e9b0c45a" providerId="ADAL" clId="{26C0FC0F-787E-4AFE-AA9A-4E52AC6E2AD8}" dt="2025-09-17T14:42:32.439" v="20" actId="20577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26C0FC0F-787E-4AFE-AA9A-4E52AC6E2AD8}" dt="2025-09-19T12:52:46.039" v="25927" actId="27636"/>
          <ac:spMkLst>
            <pc:docMk/>
            <pc:sldMk cId="3346646082" sldId="257"/>
            <ac:spMk id="3" creationId="{81853582-0C43-5257-5530-A00EA0178D3B}"/>
          </ac:spMkLst>
        </pc:spChg>
        <pc:picChg chg="add mod">
          <ac:chgData name="Robert de Groote" userId="2ce5265b-80a0-4fb8-a62a-8035e9b0c45a" providerId="ADAL" clId="{26C0FC0F-787E-4AFE-AA9A-4E52AC6E2AD8}" dt="2025-09-18T11:17:45.740" v="4637" actId="14100"/>
          <ac:picMkLst>
            <pc:docMk/>
            <pc:sldMk cId="3346646082" sldId="257"/>
            <ac:picMk id="4" creationId="{372D2335-0AB2-F7A0-5D59-F9F25A27F56C}"/>
          </ac:picMkLst>
        </pc:picChg>
      </pc:sldChg>
      <pc:sldChg chg="addSp delSp modSp mod setBg setClrOvrMap">
        <pc:chgData name="Robert de Groote" userId="2ce5265b-80a0-4fb8-a62a-8035e9b0c45a" providerId="ADAL" clId="{26C0FC0F-787E-4AFE-AA9A-4E52AC6E2AD8}" dt="2025-09-19T12:53:14.518" v="25954" actId="20577"/>
        <pc:sldMkLst>
          <pc:docMk/>
          <pc:sldMk cId="2437096053" sldId="260"/>
        </pc:sldMkLst>
      </pc:sldChg>
      <pc:sldChg chg="modSp del mod">
        <pc:chgData name="Robert de Groote" userId="2ce5265b-80a0-4fb8-a62a-8035e9b0c45a" providerId="ADAL" clId="{26C0FC0F-787E-4AFE-AA9A-4E52AC6E2AD8}" dt="2025-09-19T12:53:30.096" v="25955" actId="47"/>
        <pc:sldMkLst>
          <pc:docMk/>
          <pc:sldMk cId="2593846471" sldId="261"/>
        </pc:sldMkLst>
      </pc:sldChg>
      <pc:sldChg chg="del">
        <pc:chgData name="Robert de Groote" userId="2ce5265b-80a0-4fb8-a62a-8035e9b0c45a" providerId="ADAL" clId="{26C0FC0F-787E-4AFE-AA9A-4E52AC6E2AD8}" dt="2025-09-17T17:48:03.353" v="4603" actId="47"/>
        <pc:sldMkLst>
          <pc:docMk/>
          <pc:sldMk cId="3021126975" sldId="265"/>
        </pc:sldMkLst>
      </pc:sldChg>
      <pc:sldChg chg="modSp mod">
        <pc:chgData name="Robert de Groote" userId="2ce5265b-80a0-4fb8-a62a-8035e9b0c45a" providerId="ADAL" clId="{26C0FC0F-787E-4AFE-AA9A-4E52AC6E2AD8}" dt="2025-09-17T15:19:27.216" v="1825" actId="20577"/>
        <pc:sldMkLst>
          <pc:docMk/>
          <pc:sldMk cId="2050195976" sldId="266"/>
        </pc:sldMkLst>
        <pc:spChg chg="mod">
          <ac:chgData name="Robert de Groote" userId="2ce5265b-80a0-4fb8-a62a-8035e9b0c45a" providerId="ADAL" clId="{26C0FC0F-787E-4AFE-AA9A-4E52AC6E2AD8}" dt="2025-09-17T15:19:12.853" v="1770" actId="6549"/>
          <ac:spMkLst>
            <pc:docMk/>
            <pc:sldMk cId="2050195976" sldId="266"/>
            <ac:spMk id="4" creationId="{AC8CA923-345A-AFDE-041B-702DD0ADEFF9}"/>
          </ac:spMkLst>
        </pc:spChg>
        <pc:spChg chg="mod">
          <ac:chgData name="Robert de Groote" userId="2ce5265b-80a0-4fb8-a62a-8035e9b0c45a" providerId="ADAL" clId="{26C0FC0F-787E-4AFE-AA9A-4E52AC6E2AD8}" dt="2025-09-17T15:19:27.216" v="1825" actId="20577"/>
          <ac:spMkLst>
            <pc:docMk/>
            <pc:sldMk cId="2050195976" sldId="266"/>
            <ac:spMk id="5" creationId="{5B7580F9-781A-4F77-591F-F3D1019DE0CB}"/>
          </ac:spMkLst>
        </pc:spChg>
      </pc:sldChg>
      <pc:sldChg chg="del">
        <pc:chgData name="Robert de Groote" userId="2ce5265b-80a0-4fb8-a62a-8035e9b0c45a" providerId="ADAL" clId="{26C0FC0F-787E-4AFE-AA9A-4E52AC6E2AD8}" dt="2025-09-17T17:48:04.401" v="4604" actId="4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26C0FC0F-787E-4AFE-AA9A-4E52AC6E2AD8}" dt="2025-09-17T17:48:09.215" v="4607" actId="47"/>
        <pc:sldMkLst>
          <pc:docMk/>
          <pc:sldMk cId="3909891326" sldId="272"/>
        </pc:sldMkLst>
      </pc:sldChg>
      <pc:sldChg chg="del">
        <pc:chgData name="Robert de Groote" userId="2ce5265b-80a0-4fb8-a62a-8035e9b0c45a" providerId="ADAL" clId="{26C0FC0F-787E-4AFE-AA9A-4E52AC6E2AD8}" dt="2025-09-17T14:58:26.052" v="804" actId="47"/>
        <pc:sldMkLst>
          <pc:docMk/>
          <pc:sldMk cId="4230653011" sldId="273"/>
        </pc:sldMkLst>
      </pc:sldChg>
      <pc:sldChg chg="modSp add del mod">
        <pc:chgData name="Robert de Groote" userId="2ce5265b-80a0-4fb8-a62a-8035e9b0c45a" providerId="ADAL" clId="{26C0FC0F-787E-4AFE-AA9A-4E52AC6E2AD8}" dt="2025-09-17T17:48:54.778" v="4632" actId="20577"/>
        <pc:sldMkLst>
          <pc:docMk/>
          <pc:sldMk cId="3657166026" sldId="274"/>
        </pc:sldMkLst>
      </pc:sldChg>
      <pc:sldChg chg="modSp mod">
        <pc:chgData name="Robert de Groote" userId="2ce5265b-80a0-4fb8-a62a-8035e9b0c45a" providerId="ADAL" clId="{26C0FC0F-787E-4AFE-AA9A-4E52AC6E2AD8}" dt="2025-09-17T16:41:08.426" v="3512" actId="20577"/>
        <pc:sldMkLst>
          <pc:docMk/>
          <pc:sldMk cId="1598828328" sldId="275"/>
        </pc:sldMkLst>
        <pc:spChg chg="mod">
          <ac:chgData name="Robert de Groote" userId="2ce5265b-80a0-4fb8-a62a-8035e9b0c45a" providerId="ADAL" clId="{26C0FC0F-787E-4AFE-AA9A-4E52AC6E2AD8}" dt="2025-09-17T16:39:58.645" v="3382" actId="20577"/>
          <ac:spMkLst>
            <pc:docMk/>
            <pc:sldMk cId="1598828328" sldId="275"/>
            <ac:spMk id="2" creationId="{DDFF7A87-E58D-3848-03BB-187C4750BC30}"/>
          </ac:spMkLst>
        </pc:spChg>
        <pc:spChg chg="mod">
          <ac:chgData name="Robert de Groote" userId="2ce5265b-80a0-4fb8-a62a-8035e9b0c45a" providerId="ADAL" clId="{26C0FC0F-787E-4AFE-AA9A-4E52AC6E2AD8}" dt="2025-09-17T16:41:08.426" v="3512" actId="20577"/>
          <ac:spMkLst>
            <pc:docMk/>
            <pc:sldMk cId="1598828328" sldId="275"/>
            <ac:spMk id="3" creationId="{6DCA8270-DE95-7954-F4CE-BC121EC30AD1}"/>
          </ac:spMkLst>
        </pc:spChg>
      </pc:sldChg>
      <pc:sldChg chg="del">
        <pc:chgData name="Robert de Groote" userId="2ce5265b-80a0-4fb8-a62a-8035e9b0c45a" providerId="ADAL" clId="{26C0FC0F-787E-4AFE-AA9A-4E52AC6E2AD8}" dt="2025-09-17T17:48:20.276" v="4608" actId="47"/>
        <pc:sldMkLst>
          <pc:docMk/>
          <pc:sldMk cId="1258586967" sldId="276"/>
        </pc:sldMkLst>
      </pc:sldChg>
      <pc:sldChg chg="del">
        <pc:chgData name="Robert de Groote" userId="2ce5265b-80a0-4fb8-a62a-8035e9b0c45a" providerId="ADAL" clId="{26C0FC0F-787E-4AFE-AA9A-4E52AC6E2AD8}" dt="2025-09-17T17:48:21.074" v="4609" actId="47"/>
        <pc:sldMkLst>
          <pc:docMk/>
          <pc:sldMk cId="3755024446" sldId="277"/>
        </pc:sldMkLst>
      </pc:sldChg>
      <pc:sldChg chg="del">
        <pc:chgData name="Robert de Groote" userId="2ce5265b-80a0-4fb8-a62a-8035e9b0c45a" providerId="ADAL" clId="{26C0FC0F-787E-4AFE-AA9A-4E52AC6E2AD8}" dt="2025-09-17T17:48:21.825" v="4610" actId="47"/>
        <pc:sldMkLst>
          <pc:docMk/>
          <pc:sldMk cId="2214709890" sldId="278"/>
        </pc:sldMkLst>
      </pc:sldChg>
      <pc:sldChg chg="add del">
        <pc:chgData name="Robert de Groote" userId="2ce5265b-80a0-4fb8-a62a-8035e9b0c45a" providerId="ADAL" clId="{26C0FC0F-787E-4AFE-AA9A-4E52AC6E2AD8}" dt="2025-09-17T17:48:46.097" v="4615" actId="47"/>
        <pc:sldMkLst>
          <pc:docMk/>
          <pc:sldMk cId="2729225412" sldId="279"/>
        </pc:sldMkLst>
      </pc:sldChg>
      <pc:sldChg chg="del">
        <pc:chgData name="Robert de Groote" userId="2ce5265b-80a0-4fb8-a62a-8035e9b0c45a" providerId="ADAL" clId="{26C0FC0F-787E-4AFE-AA9A-4E52AC6E2AD8}" dt="2025-09-17T17:48:08.543" v="4606" actId="47"/>
        <pc:sldMkLst>
          <pc:docMk/>
          <pc:sldMk cId="2288260186" sldId="280"/>
        </pc:sldMkLst>
      </pc:sldChg>
      <pc:sldChg chg="del">
        <pc:chgData name="Robert de Groote" userId="2ce5265b-80a0-4fb8-a62a-8035e9b0c45a" providerId="ADAL" clId="{26C0FC0F-787E-4AFE-AA9A-4E52AC6E2AD8}" dt="2025-09-17T17:48:05.837" v="4605" actId="47"/>
        <pc:sldMkLst>
          <pc:docMk/>
          <pc:sldMk cId="942638718" sldId="28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43:50.405" v="8960" actId="47"/>
        <pc:sldMkLst>
          <pc:docMk/>
          <pc:sldMk cId="3914987431" sldId="282"/>
        </pc:sldMkLst>
      </pc:sldChg>
      <pc:sldChg chg="addSp delSp modSp add mod modAnim">
        <pc:chgData name="Robert de Groote" userId="2ce5265b-80a0-4fb8-a62a-8035e9b0c45a" providerId="ADAL" clId="{26C0FC0F-787E-4AFE-AA9A-4E52AC6E2AD8}" dt="2025-09-19T13:00:43.661" v="25987"/>
        <pc:sldMkLst>
          <pc:docMk/>
          <pc:sldMk cId="2713723776" sldId="283"/>
        </pc:sldMkLst>
      </pc:sldChg>
      <pc:sldChg chg="addSp modSp add mod modAnim">
        <pc:chgData name="Robert de Groote" userId="2ce5265b-80a0-4fb8-a62a-8035e9b0c45a" providerId="ADAL" clId="{26C0FC0F-787E-4AFE-AA9A-4E52AC6E2AD8}" dt="2025-09-19T13:03:56.151" v="26068"/>
        <pc:sldMkLst>
          <pc:docMk/>
          <pc:sldMk cId="4168458889" sldId="284"/>
        </pc:sldMkLst>
      </pc:sldChg>
      <pc:sldChg chg="modSp add del mod">
        <pc:chgData name="Robert de Groote" userId="2ce5265b-80a0-4fb8-a62a-8035e9b0c45a" providerId="ADAL" clId="{26C0FC0F-787E-4AFE-AA9A-4E52AC6E2AD8}" dt="2025-09-19T08:45:27.459" v="23038" actId="47"/>
        <pc:sldMkLst>
          <pc:docMk/>
          <pc:sldMk cId="2494582434" sldId="285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9T13:40:12.964" v="26245"/>
        <pc:sldMkLst>
          <pc:docMk/>
          <pc:sldMk cId="613819666" sldId="286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8T15:00:59.521" v="16143"/>
        <pc:sldMkLst>
          <pc:docMk/>
          <pc:sldMk cId="2283501042" sldId="287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8T11:26:38.490" v="4838" actId="165"/>
        <pc:sldMkLst>
          <pc:docMk/>
          <pc:sldMk cId="2799843916" sldId="288"/>
        </pc:sldMkLst>
      </pc:sldChg>
      <pc:sldChg chg="modSp add del mod">
        <pc:chgData name="Robert de Groote" userId="2ce5265b-80a0-4fb8-a62a-8035e9b0c45a" providerId="ADAL" clId="{26C0FC0F-787E-4AFE-AA9A-4E52AC6E2AD8}" dt="2025-09-18T12:43:57.610" v="8962" actId="47"/>
        <pc:sldMkLst>
          <pc:docMk/>
          <pc:sldMk cId="197997870" sldId="289"/>
        </pc:sldMkLst>
      </pc:sldChg>
      <pc:sldChg chg="modSp add del mod">
        <pc:chgData name="Robert de Groote" userId="2ce5265b-80a0-4fb8-a62a-8035e9b0c45a" providerId="ADAL" clId="{26C0FC0F-787E-4AFE-AA9A-4E52AC6E2AD8}" dt="2025-09-18T14:29:46.582" v="13870" actId="47"/>
        <pc:sldMkLst>
          <pc:docMk/>
          <pc:sldMk cId="2009157358" sldId="290"/>
        </pc:sldMkLst>
      </pc:sldChg>
      <pc:sldChg chg="addSp modSp add mod modAnim">
        <pc:chgData name="Robert de Groote" userId="2ce5265b-80a0-4fb8-a62a-8035e9b0c45a" providerId="ADAL" clId="{26C0FC0F-787E-4AFE-AA9A-4E52AC6E2AD8}" dt="2025-09-19T12:56:03.682" v="25958" actId="15"/>
        <pc:sldMkLst>
          <pc:docMk/>
          <pc:sldMk cId="1850556459" sldId="291"/>
        </pc:sldMkLst>
      </pc:sldChg>
      <pc:sldChg chg="modSp add del mod">
        <pc:chgData name="Robert de Groote" userId="2ce5265b-80a0-4fb8-a62a-8035e9b0c45a" providerId="ADAL" clId="{26C0FC0F-787E-4AFE-AA9A-4E52AC6E2AD8}" dt="2025-09-18T14:29:48.472" v="13871" actId="47"/>
        <pc:sldMkLst>
          <pc:docMk/>
          <pc:sldMk cId="4090434141" sldId="292"/>
        </pc:sldMkLst>
      </pc:sldChg>
      <pc:sldChg chg="addSp delSp modSp add mod modAnim">
        <pc:chgData name="Robert de Groote" userId="2ce5265b-80a0-4fb8-a62a-8035e9b0c45a" providerId="ADAL" clId="{26C0FC0F-787E-4AFE-AA9A-4E52AC6E2AD8}" dt="2025-09-19T12:59:37.514" v="25980"/>
        <pc:sldMkLst>
          <pc:docMk/>
          <pc:sldMk cId="874727719" sldId="293"/>
        </pc:sldMkLst>
      </pc:sldChg>
      <pc:sldChg chg="addSp delSp modSp add mod delAnim modAnim">
        <pc:chgData name="Robert de Groote" userId="2ce5265b-80a0-4fb8-a62a-8035e9b0c45a" providerId="ADAL" clId="{26C0FC0F-787E-4AFE-AA9A-4E52AC6E2AD8}" dt="2025-09-19T13:06:04.735" v="26095"/>
        <pc:sldMkLst>
          <pc:docMk/>
          <pc:sldMk cId="95491915" sldId="294"/>
        </pc:sldMkLst>
      </pc:sldChg>
      <pc:sldChg chg="addSp modSp add mod modAnim">
        <pc:chgData name="Robert de Groote" userId="2ce5265b-80a0-4fb8-a62a-8035e9b0c45a" providerId="ADAL" clId="{26C0FC0F-787E-4AFE-AA9A-4E52AC6E2AD8}" dt="2025-09-19T13:33:41.443" v="26194" actId="14100"/>
        <pc:sldMkLst>
          <pc:docMk/>
          <pc:sldMk cId="4076454938" sldId="295"/>
        </pc:sldMkLst>
      </pc:sldChg>
      <pc:sldChg chg="modSp add mod">
        <pc:chgData name="Robert de Groote" userId="2ce5265b-80a0-4fb8-a62a-8035e9b0c45a" providerId="ADAL" clId="{26C0FC0F-787E-4AFE-AA9A-4E52AC6E2AD8}" dt="2025-09-17T16:45:37.379" v="3903" actId="20577"/>
        <pc:sldMkLst>
          <pc:docMk/>
          <pc:sldMk cId="2588820184" sldId="296"/>
        </pc:sldMkLst>
      </pc:sldChg>
      <pc:sldChg chg="modSp add mod">
        <pc:chgData name="Robert de Groote" userId="2ce5265b-80a0-4fb8-a62a-8035e9b0c45a" providerId="ADAL" clId="{26C0FC0F-787E-4AFE-AA9A-4E52AC6E2AD8}" dt="2025-09-17T16:45:10.826" v="3829" actId="20577"/>
        <pc:sldMkLst>
          <pc:docMk/>
          <pc:sldMk cId="1033322806" sldId="297"/>
        </pc:sldMkLst>
        <pc:spChg chg="mod">
          <ac:chgData name="Robert de Groote" userId="2ce5265b-80a0-4fb8-a62a-8035e9b0c45a" providerId="ADAL" clId="{26C0FC0F-787E-4AFE-AA9A-4E52AC6E2AD8}" dt="2025-09-17T16:43:47.962" v="3687" actId="6549"/>
          <ac:spMkLst>
            <pc:docMk/>
            <pc:sldMk cId="1033322806" sldId="297"/>
            <ac:spMk id="2" creationId="{FBA4DB54-AFE9-96D0-CBFB-F8ECC17FAC9B}"/>
          </ac:spMkLst>
        </pc:spChg>
        <pc:spChg chg="mod">
          <ac:chgData name="Robert de Groote" userId="2ce5265b-80a0-4fb8-a62a-8035e9b0c45a" providerId="ADAL" clId="{26C0FC0F-787E-4AFE-AA9A-4E52AC6E2AD8}" dt="2025-09-17T16:45:10.826" v="3829" actId="20577"/>
          <ac:spMkLst>
            <pc:docMk/>
            <pc:sldMk cId="1033322806" sldId="297"/>
            <ac:spMk id="3" creationId="{FC293A51-8BA9-583B-A56B-EFE4759DD12A}"/>
          </ac:spMkLst>
        </pc:spChg>
      </pc:sldChg>
      <pc:sldChg chg="modSp add mod">
        <pc:chgData name="Robert de Groote" userId="2ce5265b-80a0-4fb8-a62a-8035e9b0c45a" providerId="ADAL" clId="{26C0FC0F-787E-4AFE-AA9A-4E52AC6E2AD8}" dt="2025-09-17T16:47:07.788" v="4048" actId="6549"/>
        <pc:sldMkLst>
          <pc:docMk/>
          <pc:sldMk cId="248389283" sldId="298"/>
        </pc:sldMkLst>
      </pc:sldChg>
      <pc:sldChg chg="modSp add mod">
        <pc:chgData name="Robert de Groote" userId="2ce5265b-80a0-4fb8-a62a-8035e9b0c45a" providerId="ADAL" clId="{26C0FC0F-787E-4AFE-AA9A-4E52AC6E2AD8}" dt="2025-09-17T16:46:50.272" v="4018" actId="20577"/>
        <pc:sldMkLst>
          <pc:docMk/>
          <pc:sldMk cId="2383517423" sldId="299"/>
        </pc:sldMkLst>
      </pc:sldChg>
      <pc:sldChg chg="modSp add del mod ord">
        <pc:chgData name="Robert de Groote" userId="2ce5265b-80a0-4fb8-a62a-8035e9b0c45a" providerId="ADAL" clId="{26C0FC0F-787E-4AFE-AA9A-4E52AC6E2AD8}" dt="2025-09-18T15:03:11.283" v="16190"/>
        <pc:sldMkLst>
          <pc:docMk/>
          <pc:sldMk cId="881715533" sldId="300"/>
        </pc:sldMkLst>
        <pc:spChg chg="mod">
          <ac:chgData name="Robert de Groote" userId="2ce5265b-80a0-4fb8-a62a-8035e9b0c45a" providerId="ADAL" clId="{26C0FC0F-787E-4AFE-AA9A-4E52AC6E2AD8}" dt="2025-09-17T16:47:22.973" v="4060" actId="20577"/>
          <ac:spMkLst>
            <pc:docMk/>
            <pc:sldMk cId="881715533" sldId="300"/>
            <ac:spMk id="2" creationId="{F9CE0B83-7F07-9644-E15E-193BDA29D6AF}"/>
          </ac:spMkLst>
        </pc:spChg>
      </pc:sldChg>
      <pc:sldChg chg="addSp delSp modSp add mod modTransition modAnim">
        <pc:chgData name="Robert de Groote" userId="2ce5265b-80a0-4fb8-a62a-8035e9b0c45a" providerId="ADAL" clId="{26C0FC0F-787E-4AFE-AA9A-4E52AC6E2AD8}" dt="2025-09-18T11:29:00.345" v="5108"/>
        <pc:sldMkLst>
          <pc:docMk/>
          <pc:sldMk cId="1365433860" sldId="301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7T17:43:58.320" v="4369" actId="47"/>
        <pc:sldMkLst>
          <pc:docMk/>
          <pc:sldMk cId="3695370766" sldId="302"/>
        </pc:sldMkLst>
      </pc:sldChg>
      <pc:sldChg chg="addSp modSp add mod modTransition">
        <pc:chgData name="Robert de Groote" userId="2ce5265b-80a0-4fb8-a62a-8035e9b0c45a" providerId="ADAL" clId="{26C0FC0F-787E-4AFE-AA9A-4E52AC6E2AD8}" dt="2025-09-17T17:42:36.527" v="4367"/>
        <pc:sldMkLst>
          <pc:docMk/>
          <pc:sldMk cId="117013265" sldId="303"/>
        </pc:sldMkLst>
        <pc:picChg chg="add mod">
          <ac:chgData name="Robert de Groote" userId="2ce5265b-80a0-4fb8-a62a-8035e9b0c45a" providerId="ADAL" clId="{26C0FC0F-787E-4AFE-AA9A-4E52AC6E2AD8}" dt="2025-09-17T17:42:36.527" v="4367"/>
          <ac:picMkLst>
            <pc:docMk/>
            <pc:sldMk cId="117013265" sldId="303"/>
            <ac:picMk id="3" creationId="{666616BD-70BA-2297-D2A1-619BDEA108D5}"/>
          </ac:picMkLst>
        </pc:picChg>
      </pc:sldChg>
      <pc:sldChg chg="addSp delSp modSp add del mod modTransition delAnim modAnim">
        <pc:chgData name="Robert de Groote" userId="2ce5265b-80a0-4fb8-a62a-8035e9b0c45a" providerId="ADAL" clId="{26C0FC0F-787E-4AFE-AA9A-4E52AC6E2AD8}" dt="2025-09-18T11:27:04.889" v="4843" actId="47"/>
        <pc:sldMkLst>
          <pc:docMk/>
          <pc:sldMk cId="885263434" sldId="304"/>
        </pc:sldMkLst>
      </pc:sldChg>
      <pc:sldChg chg="addSp delSp modSp add mod modTransition addAnim delAnim modAnim">
        <pc:chgData name="Robert de Groote" userId="2ce5265b-80a0-4fb8-a62a-8035e9b0c45a" providerId="ADAL" clId="{26C0FC0F-787E-4AFE-AA9A-4E52AC6E2AD8}" dt="2025-09-18T11:27:22.269" v="5084" actId="478"/>
        <pc:sldMkLst>
          <pc:docMk/>
          <pc:sldMk cId="3184350671" sldId="304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2:26:20.220" v="8085" actId="6549"/>
        <pc:sldMkLst>
          <pc:docMk/>
          <pc:sldMk cId="3788273648" sldId="305"/>
        </pc:sldMkLst>
      </pc:sldChg>
      <pc:sldChg chg="addSp delSp modSp add mod modTransition modAnim">
        <pc:chgData name="Robert de Groote" userId="2ce5265b-80a0-4fb8-a62a-8035e9b0c45a" providerId="ADAL" clId="{26C0FC0F-787E-4AFE-AA9A-4E52AC6E2AD8}" dt="2025-09-18T11:34:11.691" v="6570"/>
        <pc:sldMkLst>
          <pc:docMk/>
          <pc:sldMk cId="2415291721" sldId="306"/>
        </pc:sldMkLst>
      </pc:sldChg>
      <pc:sldChg chg="addSp delSp modSp add del mod">
        <pc:chgData name="Robert de Groote" userId="2ce5265b-80a0-4fb8-a62a-8035e9b0c45a" providerId="ADAL" clId="{26C0FC0F-787E-4AFE-AA9A-4E52AC6E2AD8}" dt="2025-09-18T11:47:14.928" v="7391"/>
        <pc:sldMkLst>
          <pc:docMk/>
          <pc:sldMk cId="140628198" sldId="307"/>
        </pc:sldMkLst>
      </pc:sldChg>
      <pc:sldChg chg="add del">
        <pc:chgData name="Robert de Groote" userId="2ce5265b-80a0-4fb8-a62a-8035e9b0c45a" providerId="ADAL" clId="{26C0FC0F-787E-4AFE-AA9A-4E52AC6E2AD8}" dt="2025-09-18T12:03:26.929" v="7484" actId="2890"/>
        <pc:sldMkLst>
          <pc:docMk/>
          <pc:sldMk cId="1617434593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5:39.497" v="6986"/>
        <pc:sldMkLst>
          <pc:docMk/>
          <pc:sldMk cId="1730917247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35.231" v="7192"/>
        <pc:sldMkLst>
          <pc:docMk/>
          <pc:sldMk cId="2444021462" sldId="307"/>
        </pc:sldMkLst>
      </pc:sldChg>
      <pc:sldChg chg="add del modTransition">
        <pc:chgData name="Robert de Groote" userId="2ce5265b-80a0-4fb8-a62a-8035e9b0c45a" providerId="ADAL" clId="{26C0FC0F-787E-4AFE-AA9A-4E52AC6E2AD8}" dt="2025-09-18T12:43:52.394" v="8961" actId="47"/>
        <pc:sldMkLst>
          <pc:docMk/>
          <pc:sldMk cId="2454140950" sldId="307"/>
        </pc:sldMkLst>
      </pc:sldChg>
      <pc:sldChg chg="addSp delSp modSp add del mod">
        <pc:chgData name="Robert de Groote" userId="2ce5265b-80a0-4fb8-a62a-8035e9b0c45a" providerId="ADAL" clId="{26C0FC0F-787E-4AFE-AA9A-4E52AC6E2AD8}" dt="2025-09-18T11:46:48.402" v="7197" actId="2696"/>
        <pc:sldMkLst>
          <pc:docMk/>
          <pc:sldMk cId="2556776572" sldId="307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1:45:39.497" v="6986"/>
        <pc:sldMkLst>
          <pc:docMk/>
          <pc:sldMk cId="42093778" sldId="308"/>
        </pc:sldMkLst>
      </pc:sldChg>
      <pc:sldChg chg="add del">
        <pc:chgData name="Robert de Groote" userId="2ce5265b-80a0-4fb8-a62a-8035e9b0c45a" providerId="ADAL" clId="{26C0FC0F-787E-4AFE-AA9A-4E52AC6E2AD8}" dt="2025-09-18T11:46:35.231" v="7192"/>
        <pc:sldMkLst>
          <pc:docMk/>
          <pc:sldMk cId="342574506" sldId="308"/>
        </pc:sldMkLst>
      </pc:sldChg>
      <pc:sldChg chg="add del">
        <pc:chgData name="Robert de Groote" userId="2ce5265b-80a0-4fb8-a62a-8035e9b0c45a" providerId="ADAL" clId="{26C0FC0F-787E-4AFE-AA9A-4E52AC6E2AD8}" dt="2025-09-18T12:20:13.027" v="7648" actId="47"/>
        <pc:sldMkLst>
          <pc:docMk/>
          <pc:sldMk cId="848356659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19:49.168" v="7645" actId="47"/>
        <pc:sldMkLst>
          <pc:docMk/>
          <pc:sldMk cId="2068359823" sldId="308"/>
        </pc:sldMkLst>
      </pc:sldChg>
      <pc:sldChg chg="addSp delSp modSp add mod modAnim">
        <pc:chgData name="Robert de Groote" userId="2ce5265b-80a0-4fb8-a62a-8035e9b0c45a" providerId="ADAL" clId="{26C0FC0F-787E-4AFE-AA9A-4E52AC6E2AD8}" dt="2025-09-18T12:28:04.587" v="8318"/>
        <pc:sldMkLst>
          <pc:docMk/>
          <pc:sldMk cId="2375782824" sldId="308"/>
        </pc:sldMkLst>
      </pc:sldChg>
      <pc:sldChg chg="add del modAnim">
        <pc:chgData name="Robert de Groote" userId="2ce5265b-80a0-4fb8-a62a-8035e9b0c45a" providerId="ADAL" clId="{26C0FC0F-787E-4AFE-AA9A-4E52AC6E2AD8}" dt="2025-09-18T12:17:53.236" v="7605" actId="47"/>
        <pc:sldMkLst>
          <pc:docMk/>
          <pc:sldMk cId="3432135103" sldId="308"/>
        </pc:sldMkLst>
      </pc:sldChg>
      <pc:sldChg chg="add del">
        <pc:chgData name="Robert de Groote" userId="2ce5265b-80a0-4fb8-a62a-8035e9b0c45a" providerId="ADAL" clId="{26C0FC0F-787E-4AFE-AA9A-4E52AC6E2AD8}" dt="2025-09-18T11:47:14.928" v="7391"/>
        <pc:sldMkLst>
          <pc:docMk/>
          <pc:sldMk cId="3952600698" sldId="308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1:23.815" v="7780" actId="47"/>
        <pc:sldMkLst>
          <pc:docMk/>
          <pc:sldMk cId="4132812892" sldId="308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6:35.231" v="7192"/>
        <pc:sldMkLst>
          <pc:docMk/>
          <pc:sldMk cId="2112824529" sldId="309"/>
        </pc:sldMkLst>
      </pc:sldChg>
      <pc:sldChg chg="modSp add mod modTransition">
        <pc:chgData name="Robert de Groote" userId="2ce5265b-80a0-4fb8-a62a-8035e9b0c45a" providerId="ADAL" clId="{26C0FC0F-787E-4AFE-AA9A-4E52AC6E2AD8}" dt="2025-09-18T12:29:39.959" v="8528" actId="20577"/>
        <pc:sldMkLst>
          <pc:docMk/>
          <pc:sldMk cId="2340356800" sldId="309"/>
        </pc:sldMkLst>
      </pc:sldChg>
      <pc:sldChg chg="addSp delSp modSp add del mod modTransition addAnim delAnim modAnim">
        <pc:chgData name="Robert de Groote" userId="2ce5265b-80a0-4fb8-a62a-8035e9b0c45a" providerId="ADAL" clId="{26C0FC0F-787E-4AFE-AA9A-4E52AC6E2AD8}" dt="2025-09-18T11:47:14.928" v="7391"/>
        <pc:sldMkLst>
          <pc:docMk/>
          <pc:sldMk cId="2632289950" sldId="309"/>
        </pc:sldMkLst>
      </pc:sldChg>
      <pc:sldChg chg="addSp delSp modSp add mod delAnim modAnim">
        <pc:chgData name="Robert de Groote" userId="2ce5265b-80a0-4fb8-a62a-8035e9b0c45a" providerId="ADAL" clId="{26C0FC0F-787E-4AFE-AA9A-4E52AC6E2AD8}" dt="2025-09-18T12:43:30.263" v="8959"/>
        <pc:sldMkLst>
          <pc:docMk/>
          <pc:sldMk cId="3708548468" sldId="310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2:28:13.176" v="8319" actId="47"/>
        <pc:sldMkLst>
          <pc:docMk/>
          <pc:sldMk cId="4137551178" sldId="310"/>
        </pc:sldMkLst>
      </pc:sldChg>
      <pc:sldChg chg="modSp add del mod">
        <pc:chgData name="Robert de Groote" userId="2ce5265b-80a0-4fb8-a62a-8035e9b0c45a" providerId="ADAL" clId="{26C0FC0F-787E-4AFE-AA9A-4E52AC6E2AD8}" dt="2025-09-18T12:54:22.123" v="9397" actId="47"/>
        <pc:sldMkLst>
          <pc:docMk/>
          <pc:sldMk cId="2307875831" sldId="311"/>
        </pc:sldMkLst>
      </pc:sldChg>
      <pc:sldChg chg="addSp delSp modSp add mod ord delAnim modAnim">
        <pc:chgData name="Robert de Groote" userId="2ce5265b-80a0-4fb8-a62a-8035e9b0c45a" providerId="ADAL" clId="{26C0FC0F-787E-4AFE-AA9A-4E52AC6E2AD8}" dt="2025-09-18T13:04:34.255" v="9633"/>
        <pc:sldMkLst>
          <pc:docMk/>
          <pc:sldMk cId="4224142537" sldId="311"/>
        </pc:sldMkLst>
      </pc:sldChg>
      <pc:sldChg chg="delSp modSp add mod modAnim">
        <pc:chgData name="Robert de Groote" userId="2ce5265b-80a0-4fb8-a62a-8035e9b0c45a" providerId="ADAL" clId="{26C0FC0F-787E-4AFE-AA9A-4E52AC6E2AD8}" dt="2025-09-18T13:24:14.412" v="10532"/>
        <pc:sldMkLst>
          <pc:docMk/>
          <pc:sldMk cId="2383432657" sldId="312"/>
        </pc:sldMkLst>
      </pc:sldChg>
      <pc:sldChg chg="delSp modSp add mod modTransition modAnim">
        <pc:chgData name="Robert de Groote" userId="2ce5265b-80a0-4fb8-a62a-8035e9b0c45a" providerId="ADAL" clId="{26C0FC0F-787E-4AFE-AA9A-4E52AC6E2AD8}" dt="2025-09-18T13:23:53.078" v="10526"/>
        <pc:sldMkLst>
          <pc:docMk/>
          <pc:sldMk cId="2332392631" sldId="313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8T13:23:15.902" v="10514" actId="207"/>
        <pc:sldMkLst>
          <pc:docMk/>
          <pc:sldMk cId="3733322326" sldId="314"/>
        </pc:sldMkLst>
      </pc:sldChg>
      <pc:sldChg chg="addSp modSp add mod modAnim">
        <pc:chgData name="Robert de Groote" userId="2ce5265b-80a0-4fb8-a62a-8035e9b0c45a" providerId="ADAL" clId="{26C0FC0F-787E-4AFE-AA9A-4E52AC6E2AD8}" dt="2025-09-18T13:56:02.349" v="10803"/>
        <pc:sldMkLst>
          <pc:docMk/>
          <pc:sldMk cId="3288259036" sldId="315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9T12:57:54.153" v="25965" actId="20577"/>
        <pc:sldMkLst>
          <pc:docMk/>
          <pc:sldMk cId="1910636752" sldId="316"/>
        </pc:sldMkLst>
      </pc:sldChg>
      <pc:sldChg chg="addSp delSp modSp add mod modAnim">
        <pc:chgData name="Robert de Groote" userId="2ce5265b-80a0-4fb8-a62a-8035e9b0c45a" providerId="ADAL" clId="{26C0FC0F-787E-4AFE-AA9A-4E52AC6E2AD8}" dt="2025-09-18T14:51:41.583" v="15616" actId="20577"/>
        <pc:sldMkLst>
          <pc:docMk/>
          <pc:sldMk cId="10263876" sldId="317"/>
        </pc:sldMkLst>
      </pc:sldChg>
      <pc:sldChg chg="modSp add modTransition modAnim">
        <pc:chgData name="Robert de Groote" userId="2ce5265b-80a0-4fb8-a62a-8035e9b0c45a" providerId="ADAL" clId="{26C0FC0F-787E-4AFE-AA9A-4E52AC6E2AD8}" dt="2025-09-19T12:58:49.105" v="25967"/>
        <pc:sldMkLst>
          <pc:docMk/>
          <pc:sldMk cId="45731821" sldId="318"/>
        </pc:sldMkLst>
      </pc:sldChg>
      <pc:sldChg chg="addSp modSp add del mod modTransition modAnim">
        <pc:chgData name="Robert de Groote" userId="2ce5265b-80a0-4fb8-a62a-8035e9b0c45a" providerId="ADAL" clId="{26C0FC0F-787E-4AFE-AA9A-4E52AC6E2AD8}" dt="2025-09-18T14:57:35.923" v="16099" actId="2890"/>
        <pc:sldMkLst>
          <pc:docMk/>
          <pc:sldMk cId="1276102998" sldId="319"/>
        </pc:sldMkLst>
      </pc:sldChg>
      <pc:sldChg chg="addSp delSp modSp add del mod modTransition delAnim modAnim">
        <pc:chgData name="Robert de Groote" userId="2ce5265b-80a0-4fb8-a62a-8035e9b0c45a" providerId="ADAL" clId="{26C0FC0F-787E-4AFE-AA9A-4E52AC6E2AD8}" dt="2025-09-18T14:37:14.033" v="14814" actId="47"/>
        <pc:sldMkLst>
          <pc:docMk/>
          <pc:sldMk cId="2651593556" sldId="319"/>
        </pc:sldMkLst>
      </pc:sldChg>
      <pc:sldChg chg="delSp modSp add del mod modTransition">
        <pc:chgData name="Robert de Groote" userId="2ce5265b-80a0-4fb8-a62a-8035e9b0c45a" providerId="ADAL" clId="{26C0FC0F-787E-4AFE-AA9A-4E52AC6E2AD8}" dt="2025-09-18T15:18:08.656" v="17742" actId="47"/>
        <pc:sldMkLst>
          <pc:docMk/>
          <pc:sldMk cId="3412264307" sldId="319"/>
        </pc:sldMkLst>
      </pc:sldChg>
      <pc:sldChg chg="addSp delSp modSp add mod modTransition">
        <pc:chgData name="Robert de Groote" userId="2ce5265b-80a0-4fb8-a62a-8035e9b0c45a" providerId="ADAL" clId="{26C0FC0F-787E-4AFE-AA9A-4E52AC6E2AD8}" dt="2025-09-19T13:00:15.401" v="25984" actId="14100"/>
        <pc:sldMkLst>
          <pc:docMk/>
          <pc:sldMk cId="2947786956" sldId="320"/>
        </pc:sldMkLst>
      </pc:sldChg>
      <pc:sldChg chg="addSp delSp modSp add mod modTransition delAnim modAnim">
        <pc:chgData name="Robert de Groote" userId="2ce5265b-80a0-4fb8-a62a-8035e9b0c45a" providerId="ADAL" clId="{26C0FC0F-787E-4AFE-AA9A-4E52AC6E2AD8}" dt="2025-09-19T13:00:07.858" v="25982" actId="14100"/>
        <pc:sldMkLst>
          <pc:docMk/>
          <pc:sldMk cId="1992519415" sldId="321"/>
        </pc:sldMkLst>
      </pc:sldChg>
      <pc:sldChg chg="addSp delSp modSp add del mod modTransition modAnim">
        <pc:chgData name="Robert de Groote" userId="2ce5265b-80a0-4fb8-a62a-8035e9b0c45a" providerId="ADAL" clId="{26C0FC0F-787E-4AFE-AA9A-4E52AC6E2AD8}" dt="2025-09-18T15:16:51.148" v="17550" actId="2890"/>
        <pc:sldMkLst>
          <pc:docMk/>
          <pc:sldMk cId="2220892477" sldId="321"/>
        </pc:sldMkLst>
      </pc:sldChg>
      <pc:sldChg chg="modSp add mod ord">
        <pc:chgData name="Robert de Groote" userId="2ce5265b-80a0-4fb8-a62a-8035e9b0c45a" providerId="ADAL" clId="{26C0FC0F-787E-4AFE-AA9A-4E52AC6E2AD8}" dt="2025-09-18T15:23:32.773" v="17879" actId="20577"/>
        <pc:sldMkLst>
          <pc:docMk/>
          <pc:sldMk cId="4213126683" sldId="322"/>
        </pc:sldMkLst>
      </pc:sldChg>
      <pc:sldChg chg="addSp delSp modSp add mod modAnim">
        <pc:chgData name="Robert de Groote" userId="2ce5265b-80a0-4fb8-a62a-8035e9b0c45a" providerId="ADAL" clId="{26C0FC0F-787E-4AFE-AA9A-4E52AC6E2AD8}" dt="2025-09-19T13:01:00.254" v="25989"/>
        <pc:sldMkLst>
          <pc:docMk/>
          <pc:sldMk cId="2231015180" sldId="323"/>
        </pc:sldMkLst>
      </pc:sldChg>
      <pc:sldChg chg="addSp delSp modSp add mod addAnim delAnim modAnim">
        <pc:chgData name="Robert de Groote" userId="2ce5265b-80a0-4fb8-a62a-8035e9b0c45a" providerId="ADAL" clId="{26C0FC0F-787E-4AFE-AA9A-4E52AC6E2AD8}" dt="2025-09-18T17:46:05.411" v="22282"/>
        <pc:sldMkLst>
          <pc:docMk/>
          <pc:sldMk cId="916894152" sldId="324"/>
        </pc:sldMkLst>
      </pc:sldChg>
      <pc:sldChg chg="addSp delSp modSp add mod delAnim modAnim modShow">
        <pc:chgData name="Robert de Groote" userId="2ce5265b-80a0-4fb8-a62a-8035e9b0c45a" providerId="ADAL" clId="{26C0FC0F-787E-4AFE-AA9A-4E52AC6E2AD8}" dt="2025-09-19T13:25:19.239" v="26096" actId="729"/>
        <pc:sldMkLst>
          <pc:docMk/>
          <pc:sldMk cId="220472505" sldId="325"/>
        </pc:sldMkLst>
      </pc:sldChg>
      <pc:sldChg chg="modSp add mod">
        <pc:chgData name="Robert de Groote" userId="2ce5265b-80a0-4fb8-a62a-8035e9b0c45a" providerId="ADAL" clId="{26C0FC0F-787E-4AFE-AA9A-4E52AC6E2AD8}" dt="2025-09-19T13:42:16.091" v="26348" actId="207"/>
        <pc:sldMkLst>
          <pc:docMk/>
          <pc:sldMk cId="3008100289" sldId="326"/>
        </pc:sldMkLst>
      </pc:sldChg>
      <pc:sldChg chg="addSp delSp modSp add mod modAnim">
        <pc:chgData name="Robert de Groote" userId="2ce5265b-80a0-4fb8-a62a-8035e9b0c45a" providerId="ADAL" clId="{26C0FC0F-787E-4AFE-AA9A-4E52AC6E2AD8}" dt="2025-09-19T13:01:39.085" v="25994"/>
        <pc:sldMkLst>
          <pc:docMk/>
          <pc:sldMk cId="3863058989" sldId="32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6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3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9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algorithm/push_heap.html" TargetMode="External"/><Relationship Id="rId2" Type="http://schemas.openxmlformats.org/officeDocument/2006/relationships/hyperlink" Target="https://en.cppreference.com/w/cpp/algorithm/make_heap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cppreference.com/w/cpp/algorithm/pop_heap.html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A168E-AC13-4A71-A98B-B3F92DC01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Algorithms 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DF9F7-8B56-49E7-9AFB-EB5E5B6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 5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Heaps &amp; Hash tables</a:t>
            </a: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F7415E3B-A5AE-B6FB-D62A-33D555E1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2811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85D7-ABDF-C618-9CCD-413D088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weeks we </a:t>
            </a:r>
            <a:r>
              <a:rPr lang="nl-NL" dirty="0" err="1"/>
              <a:t>discussed</a:t>
            </a:r>
            <a:r>
              <a:rPr lang="nl-NL" dirty="0"/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53582-0C43-5257-5530-A00EA0178D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3948397"/>
              </a:xfrm>
            </p:spPr>
            <p:txBody>
              <a:bodyPr>
                <a:normAutofit/>
              </a:bodyPr>
              <a:lstStyle/>
              <a:p>
                <a:r>
                  <a:rPr lang="nl-NL" b="1" dirty="0"/>
                  <a:t>Sets</a:t>
                </a:r>
                <a:r>
                  <a:rPr lang="nl-NL" dirty="0"/>
                  <a:t>:</a:t>
                </a:r>
              </a:p>
              <a:p>
                <a:pPr lvl="1"/>
                <a:r>
                  <a:rPr lang="nl-NL" dirty="0"/>
                  <a:t>Arrays: </a:t>
                </a:r>
                <a:r>
                  <a:rPr lang="nl-NL" dirty="0" err="1"/>
                  <a:t>good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searching</a:t>
                </a:r>
                <a:r>
                  <a:rPr lang="nl-NL" dirty="0"/>
                  <a:t> (</a:t>
                </a:r>
                <a:r>
                  <a:rPr lang="nl-NL" dirty="0" err="1"/>
                  <a:t>binary</a:t>
                </a:r>
                <a:r>
                  <a:rPr lang="nl-NL" dirty="0"/>
                  <a:t> search), bad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inserting</a:t>
                </a:r>
                <a:r>
                  <a:rPr lang="nl-NL" dirty="0"/>
                  <a:t> / </a:t>
                </a:r>
                <a:r>
                  <a:rPr lang="nl-NL" dirty="0" err="1"/>
                  <a:t>removing</a:t>
                </a:r>
                <a:endParaRPr lang="nl-NL" dirty="0"/>
              </a:p>
              <a:p>
                <a:pPr lvl="1"/>
                <a:r>
                  <a:rPr lang="nl-NL" dirty="0" err="1"/>
                  <a:t>Linked</a:t>
                </a:r>
                <a:r>
                  <a:rPr lang="nl-NL" dirty="0"/>
                  <a:t> </a:t>
                </a:r>
                <a:r>
                  <a:rPr lang="nl-NL" dirty="0" err="1"/>
                  <a:t>lists</a:t>
                </a:r>
                <a:r>
                  <a:rPr lang="nl-NL" dirty="0"/>
                  <a:t>: </a:t>
                </a:r>
                <a:r>
                  <a:rPr lang="nl-NL" dirty="0" err="1"/>
                  <a:t>good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inserting</a:t>
                </a:r>
                <a:r>
                  <a:rPr lang="nl-NL" dirty="0"/>
                  <a:t> / </a:t>
                </a:r>
                <a:r>
                  <a:rPr lang="nl-NL" dirty="0" err="1"/>
                  <a:t>removing</a:t>
                </a:r>
                <a:r>
                  <a:rPr lang="nl-NL" dirty="0"/>
                  <a:t>, but bad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searching</a:t>
                </a:r>
                <a:endParaRPr lang="nl-NL" dirty="0"/>
              </a:p>
              <a:p>
                <a:pPr lvl="1"/>
                <a:r>
                  <a:rPr lang="nl-NL" dirty="0" err="1"/>
                  <a:t>Binary</a:t>
                </a:r>
                <a:r>
                  <a:rPr lang="nl-NL" dirty="0"/>
                  <a:t> Search Trees: excellent </a:t>
                </a:r>
                <a:r>
                  <a:rPr lang="nl-NL" dirty="0" err="1"/>
                  <a:t>choices</a:t>
                </a:r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all</a:t>
                </a:r>
                <a:r>
                  <a:rPr lang="nl-NL" dirty="0"/>
                  <a:t> operations</a:t>
                </a:r>
              </a:p>
              <a:p>
                <a:pPr lvl="2"/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kept</a:t>
                </a:r>
                <a:r>
                  <a:rPr lang="nl-NL" dirty="0"/>
                  <a:t> </a:t>
                </a:r>
                <a:r>
                  <a:rPr lang="nl-NL" dirty="0" err="1"/>
                  <a:t>balanced</a:t>
                </a:r>
                <a:endParaRPr lang="nl-NL" dirty="0"/>
              </a:p>
              <a:p>
                <a:pPr lvl="1"/>
                <a:endParaRPr lang="nl-NL" dirty="0"/>
              </a:p>
              <a:p>
                <a:r>
                  <a:rPr lang="nl-NL" dirty="0" err="1"/>
                  <a:t>Today</a:t>
                </a:r>
                <a:r>
                  <a:rPr lang="nl-NL" dirty="0"/>
                  <a:t> we </a:t>
                </a:r>
                <a:r>
                  <a:rPr lang="nl-NL" dirty="0" err="1"/>
                  <a:t>will</a:t>
                </a:r>
                <a:r>
                  <a:rPr lang="nl-NL" dirty="0"/>
                  <a:t> </a:t>
                </a:r>
                <a:r>
                  <a:rPr lang="nl-NL" dirty="0" err="1"/>
                  <a:t>slowly</a:t>
                </a:r>
                <a:r>
                  <a:rPr lang="nl-NL" dirty="0"/>
                  <a:t> let go of </a:t>
                </a:r>
                <a:r>
                  <a:rPr lang="nl-NL" dirty="0" err="1"/>
                  <a:t>sorted</a:t>
                </a:r>
                <a:r>
                  <a:rPr lang="nl-NL" dirty="0"/>
                  <a:t> data…</a:t>
                </a:r>
              </a:p>
              <a:p>
                <a:pPr lvl="1"/>
                <a:r>
                  <a:rPr lang="nl-NL" dirty="0"/>
                  <a:t>Meet </a:t>
                </a:r>
                <a:r>
                  <a:rPr lang="nl-NL" dirty="0" err="1"/>
                  <a:t>another</a:t>
                </a:r>
                <a:r>
                  <a:rPr lang="nl-NL" dirty="0"/>
                  <a:t> tree data </a:t>
                </a:r>
                <a:r>
                  <a:rPr lang="nl-NL" dirty="0" err="1"/>
                  <a:t>structure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is </a:t>
                </a:r>
                <a:r>
                  <a:rPr lang="nl-NL" dirty="0" err="1"/>
                  <a:t>stored</a:t>
                </a:r>
                <a:r>
                  <a:rPr lang="nl-NL" dirty="0"/>
                  <a:t> </a:t>
                </a:r>
                <a:r>
                  <a:rPr lang="nl-NL" dirty="0" err="1"/>
                  <a:t>inside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</a:t>
                </a:r>
              </a:p>
              <a:p>
                <a:pPr lvl="1"/>
                <a:r>
                  <a:rPr lang="nl-NL" dirty="0" err="1"/>
                  <a:t>Improve</a:t>
                </a:r>
                <a:r>
                  <a:rPr lang="nl-NL" dirty="0"/>
                  <a:t> </a:t>
                </a:r>
                <a:r>
                  <a:rPr lang="nl-NL" dirty="0" err="1"/>
                  <a:t>our</a:t>
                </a:r>
                <a:r>
                  <a:rPr lang="nl-NL" dirty="0"/>
                  <a:t> Sets even </a:t>
                </a:r>
                <a:r>
                  <a:rPr lang="nl-NL" dirty="0" err="1"/>
                  <a:t>further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dirty="0"/>
                  <a:t> on </a:t>
                </a:r>
                <a:r>
                  <a:rPr lang="nl-NL" dirty="0" err="1"/>
                  <a:t>average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all</a:t>
                </a:r>
                <a:r>
                  <a:rPr lang="nl-NL" dirty="0"/>
                  <a:t> operations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53582-0C43-5257-5530-A00EA0178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3948397"/>
              </a:xfrm>
              <a:blipFill>
                <a:blip r:embed="rId2"/>
                <a:stretch>
                  <a:fillRect l="-336" t="-15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372D2335-0AB2-F7A0-5D59-F9F25A27F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1888" y="1025102"/>
            <a:ext cx="3970936" cy="198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4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E415A-7B84-4135-1F1B-690B20A4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ifferent numbers in 3D">
            <a:extLst>
              <a:ext uri="{FF2B5EF4-FFF2-40B4-BE49-F238E27FC236}">
                <a16:creationId xmlns:a16="http://schemas.microsoft.com/office/drawing/2014/main" id="{9751CE9D-982A-434F-282F-41D7BD6B06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-1" y="10"/>
            <a:ext cx="12191999" cy="68579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50741CA-59A3-4426-8205-D763C96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8CA923-345A-AFDE-041B-702DD0AD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3874"/>
            <a:ext cx="5296829" cy="28847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Binary Heaps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580F9-781A-4F77-591F-F3D1019DE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1" y="956112"/>
            <a:ext cx="5296828" cy="1491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 dirty="0">
                <a:solidFill>
                  <a:srgbClr val="FFFFFF"/>
                </a:solidFill>
              </a:rPr>
              <a:t>Still sort of sorted, but in a different way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5D162C-996E-4B39-A3EF-DB9D0EEF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7529" y="5832424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195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AAD5-23C4-2A2A-AB75-0FBE5D36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7A87-E58D-3848-03BB-187C4750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Sometimes</a:t>
            </a:r>
            <a:r>
              <a:rPr lang="nl-NL" b="0" dirty="0"/>
              <a:t> </a:t>
            </a:r>
            <a:r>
              <a:rPr lang="nl-NL" b="0" dirty="0" err="1"/>
              <a:t>sorting</a:t>
            </a:r>
            <a:r>
              <a:rPr lang="nl-NL" b="0" dirty="0"/>
              <a:t> is </a:t>
            </a:r>
            <a:r>
              <a:rPr lang="nl-NL" b="0" dirty="0" err="1"/>
              <a:t>not</a:t>
            </a:r>
            <a:r>
              <a:rPr lang="nl-NL" b="0" dirty="0"/>
              <a:t> </a:t>
            </a:r>
            <a:r>
              <a:rPr lang="nl-NL" b="0" dirty="0" err="1"/>
              <a:t>needed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A8270-DE95-7954-F4CE-BC121EC30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Suppose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must </a:t>
            </a:r>
            <a:r>
              <a:rPr lang="nl-NL" dirty="0" err="1"/>
              <a:t>respond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incoming</a:t>
            </a:r>
            <a:r>
              <a:rPr lang="nl-NL" dirty="0"/>
              <a:t> </a:t>
            </a:r>
            <a:r>
              <a:rPr lang="nl-NL" dirty="0" err="1"/>
              <a:t>messages</a:t>
            </a:r>
            <a:r>
              <a:rPr lang="nl-NL" dirty="0"/>
              <a:t> </a:t>
            </a:r>
          </a:p>
          <a:p>
            <a:pPr lvl="1"/>
            <a:r>
              <a:rPr lang="nl-NL" dirty="0"/>
              <a:t>Handle </a:t>
            </a:r>
            <a:r>
              <a:rPr lang="nl-NL" dirty="0" err="1"/>
              <a:t>those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highest</a:t>
            </a:r>
            <a:r>
              <a:rPr lang="nl-NL" dirty="0"/>
              <a:t> priority first</a:t>
            </a:r>
          </a:p>
          <a:p>
            <a:pPr lvl="1"/>
            <a:r>
              <a:rPr lang="nl-NL" dirty="0" err="1"/>
              <a:t>Insert</a:t>
            </a:r>
            <a:r>
              <a:rPr lang="nl-NL" dirty="0"/>
              <a:t> new </a:t>
            </a:r>
            <a:r>
              <a:rPr lang="nl-NL" dirty="0" err="1"/>
              <a:t>ones</a:t>
            </a:r>
            <a:r>
              <a:rPr lang="nl-NL" dirty="0"/>
              <a:t> </a:t>
            </a:r>
            <a:r>
              <a:rPr lang="nl-NL" dirty="0" err="1"/>
              <a:t>based</a:t>
            </a:r>
            <a:r>
              <a:rPr lang="nl-NL" dirty="0"/>
              <a:t> on priority</a:t>
            </a:r>
          </a:p>
          <a:p>
            <a:pPr lvl="1"/>
            <a:endParaRPr lang="nl-NL" dirty="0"/>
          </a:p>
          <a:p>
            <a:r>
              <a:rPr lang="nl-NL" dirty="0"/>
              <a:t>Just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quick</a:t>
            </a:r>
            <a:r>
              <a:rPr lang="nl-NL" dirty="0"/>
              <a:t> access </a:t>
            </a:r>
            <a:r>
              <a:rPr lang="nl-NL" dirty="0" err="1"/>
              <a:t>to</a:t>
            </a:r>
            <a:r>
              <a:rPr lang="nl-NL" dirty="0"/>
              <a:t> “minimum” / “maximum” element</a:t>
            </a:r>
          </a:p>
          <a:p>
            <a:pPr lvl="1"/>
            <a:r>
              <a:rPr lang="nl-NL" dirty="0" err="1"/>
              <a:t>Keeping</a:t>
            </a:r>
            <a:r>
              <a:rPr lang="nl-NL" dirty="0"/>
              <a:t> </a:t>
            </a:r>
            <a:r>
              <a:rPr lang="nl-NL" dirty="0" err="1"/>
              <a:t>lower</a:t>
            </a:r>
            <a:r>
              <a:rPr lang="nl-NL" dirty="0"/>
              <a:t> priority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sorted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 err="1"/>
              <a:t>Can</a:t>
            </a:r>
            <a:r>
              <a:rPr lang="nl-NL" dirty="0"/>
              <a:t> we do </a:t>
            </a:r>
            <a:r>
              <a:rPr lang="nl-NL" dirty="0" err="1"/>
              <a:t>better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a (</a:t>
            </a:r>
            <a:r>
              <a:rPr lang="nl-NL" dirty="0" err="1"/>
              <a:t>balanced</a:t>
            </a:r>
            <a:r>
              <a:rPr lang="nl-NL" dirty="0"/>
              <a:t>) </a:t>
            </a:r>
            <a:r>
              <a:rPr lang="nl-NL" dirty="0" err="1"/>
              <a:t>Binary</a:t>
            </a:r>
            <a:r>
              <a:rPr lang="nl-NL" dirty="0"/>
              <a:t> Search Tree?</a:t>
            </a:r>
          </a:p>
        </p:txBody>
      </p:sp>
    </p:spTree>
    <p:extLst>
      <p:ext uri="{BB962C8B-B14F-4D97-AF65-F5344CB8AC3E}">
        <p14:creationId xmlns:p14="http://schemas.microsoft.com/office/powerpoint/2010/main" val="159882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Multi_202509221549475102_f22d8ee">
    <p:spTree>
      <p:nvGrpSpPr>
        <p:cNvPr id="1" name="">
          <a:extLst>
            <a:ext uri="{FF2B5EF4-FFF2-40B4-BE49-F238E27FC236}">
              <a16:creationId xmlns:a16="http://schemas.microsoft.com/office/drawing/2014/main" id="{C9494B9A-9038-90BE-5259-DDF7FED9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8EF1-2820-CCF1-2ACB-21636280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B6D8-5D54-565B-3B50-6E3360D7E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476412"/>
          </a:xfrm>
        </p:spPr>
        <p:txBody>
          <a:bodyPr>
            <a:normAutofit/>
          </a:bodyPr>
          <a:lstStyle/>
          <a:p>
            <a:r>
              <a:rPr lang="nl-NL" dirty="0"/>
              <a:t>An array is a </a:t>
            </a:r>
            <a:r>
              <a:rPr lang="nl-NL" dirty="0" err="1"/>
              <a:t>contiguous</a:t>
            </a:r>
            <a:r>
              <a:rPr lang="nl-NL" dirty="0"/>
              <a:t> block of </a:t>
            </a:r>
            <a:r>
              <a:rPr lang="nl-NL" dirty="0" err="1"/>
              <a:t>values</a:t>
            </a:r>
            <a:endParaRPr lang="nl-NL" dirty="0"/>
          </a:p>
          <a:p>
            <a:r>
              <a:rPr lang="nl-NL" dirty="0"/>
              <a:t>But </a:t>
            </a:r>
            <a:r>
              <a:rPr lang="nl-NL" dirty="0" err="1"/>
              <a:t>nothing</a:t>
            </a:r>
            <a:r>
              <a:rPr lang="nl-NL" dirty="0"/>
              <a:t> </a:t>
            </a:r>
            <a:r>
              <a:rPr lang="nl-NL" dirty="0" err="1"/>
              <a:t>stops</a:t>
            </a:r>
            <a:r>
              <a:rPr lang="nl-NL" dirty="0"/>
              <a:t> </a:t>
            </a:r>
            <a:r>
              <a:rPr lang="nl-NL" dirty="0" err="1"/>
              <a:t>us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interpreting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in a </a:t>
            </a:r>
            <a:r>
              <a:rPr lang="nl-NL" dirty="0" err="1"/>
              <a:t>hierarchical</a:t>
            </a:r>
            <a:r>
              <a:rPr lang="nl-NL" dirty="0"/>
              <a:t> way!</a:t>
            </a:r>
          </a:p>
        </p:txBody>
      </p:sp>
      <p:sp>
        <p:nvSpPr>
          <p:cNvPr id="19" name="Node empty 5">
            <a:extLst>
              <a:ext uri="{FF2B5EF4-FFF2-40B4-BE49-F238E27FC236}">
                <a16:creationId xmlns:a16="http://schemas.microsoft.com/office/drawing/2014/main" id="{F3A5F395-18BF-DD94-4216-5EB7C9B5342E}"/>
              </a:ext>
            </a:extLst>
          </p:cNvPr>
          <p:cNvSpPr/>
          <p:nvPr/>
        </p:nvSpPr>
        <p:spPr>
          <a:xfrm>
            <a:off x="688709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DC88631E-6FD4-717F-55F9-7B56E137BFDF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FB2E8380-95E6-F3A8-9AB3-89B9DABB17D4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2AF46C71-F87B-6283-9D3C-B1706576DE7A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714060C6-E182-6A9F-2557-C75D7BA28287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2451540A-E1FC-31A8-0FB0-F127A8224CF1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2D67CDB7-5542-43F7-601E-632118098B0E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7423E289-15EB-D894-5F4B-1FFFC3D0B834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616459F9-3DC5-E7C1-BEEC-9A43EAE92670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D1BEC9A8-7F3C-887D-AB67-01D30C970C59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DF07DE1C-3E57-8338-DDDA-A2912C66AD3D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A5FC94B2-691D-2920-4026-E5148A7B9FC0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414F1AE9-4248-4D7E-8B7E-CB82CF985A76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F0F5FC8E-AD0A-9D97-77E8-D4DBDE1D5147}"/>
              </a:ext>
            </a:extLst>
          </p:cNvPr>
          <p:cNvSpPr/>
          <p:nvPr/>
        </p:nvSpPr>
        <p:spPr>
          <a:xfrm>
            <a:off x="139086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E5074E89-9619-2D56-C2F1-AF899A85BA72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B00E6B9D-AD98-5B2D-E3C7-E172CA1D1BBF}"/>
              </a:ext>
            </a:extLst>
          </p:cNvPr>
          <p:cNvSpPr/>
          <p:nvPr/>
        </p:nvSpPr>
        <p:spPr>
          <a:xfrm>
            <a:off x="96807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87A561EA-0E1A-974C-82B5-EAC002F8B8AA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29E5CA8F-D700-2B0E-8799-C6B85A46D6DB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0976708B-853D-EF92-19B6-8406750AFC38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0D0E31B9-2B76-9F66-9B45-DBE7DB9D8265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E87A6784-639D-2C1E-E10A-70498074FF58}"/>
              </a:ext>
            </a:extLst>
          </p:cNvPr>
          <p:cNvSpPr/>
          <p:nvPr/>
        </p:nvSpPr>
        <p:spPr>
          <a:xfrm>
            <a:off x="392758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7B853482-F4ED-E73F-F710-CFE5F9538822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D5C6A158-8FD1-2EFD-62ED-A6BFD89EEFE5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BB09EF1A-9A75-0A83-F1A7-EF4008E2858E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8C179F7A-A9E8-C7AE-A472-EEE47AF82B6F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36F9ECC2-7D5E-154D-2B57-80C86CF5908D}"/>
              </a:ext>
            </a:extLst>
          </p:cNvPr>
          <p:cNvSpPr/>
          <p:nvPr/>
        </p:nvSpPr>
        <p:spPr>
          <a:xfrm>
            <a:off x="604151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BCCC8BC9-22B1-D4B2-6847-1CD0FE0B78F2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CB8738BD-79F4-D84A-392C-FF5FE817FF33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0CE232C2-A8CE-1C66-17BE-2B36EA008280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0D37BF89-5498-40C1-7E30-437A6DBCE1FE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7B795546-7760-0F2C-CF28-F3402BEFDF4F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035F5F70-34D1-CE59-EF21-6B3E479EA09C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64C1AEE1-0CAE-55D4-D43D-EE2895E2C206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09275C12-8D66-D302-1709-2291C05003F2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DDD3EE94-915E-AFCB-1ABD-3657A2546E5D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E3982D8A-8AAF-556A-60A4-37E134855072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1666B432-51C1-CCCD-3E45-56305A8B25F7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B089F997-0542-8763-24CB-2ED7B0196BA3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1D096430-26EA-832C-F729-0A8A4A2F2253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206D30B6-F2C1-5FBC-6EB6-BE09EC30A865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EFE1D941-858C-1699-46A5-C5602F7E4B64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292C1A1E-FF48-4ABD-1DA8-0DF56ACA7A66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034CEE7B-CB11-08E7-544F-68B3B0DEEF98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5" name="array@9">
            <a:extLst>
              <a:ext uri="{FF2B5EF4-FFF2-40B4-BE49-F238E27FC236}">
                <a16:creationId xmlns:a16="http://schemas.microsoft.com/office/drawing/2014/main" id="{13E1BC0B-89DE-DD3F-B86E-E0EE8DC31858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B8D32953-E79A-7246-F127-2DB8118EA368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DDF271CB-971E-4202-BF4F-914FFADC42CE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4CAF55B5-4BE2-A5EF-7F62-D3886F150CB3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CC8CCEAD-0CCE-9592-73EC-BC84434A1B48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037BB755-7C5B-503F-A5FA-2CB6659F2386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648D376B-9731-B70E-6A48-E6A63154B8D1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EDC6E8DD-3A16-4B30-8F98-77CEAE65B337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A33C66A9-69E2-DDE2-D2DC-3D0542CD00D4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28084F21-66DD-0B22-9B46-1B1A49ED9483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5C669BF6-1B96-775B-68DA-9113C44AE505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1F5B9781-D664-0607-34B1-35BA0CAE2335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2747DE9D-1379-50F7-DC39-FFFA77F4925B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48ADF1FB-BE4F-D171-4BFA-E1CCBB7F9A38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59716BA8-7104-5DCB-5FB8-B9E42B1B0D03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4B78F7F4-41A8-2DED-F86C-7D8B2A48D1F9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887F1FAF-7B54-6B32-800E-C1B77AAA6033}"/>
              </a:ext>
            </a:extLst>
          </p:cNvPr>
          <p:cNvSpPr/>
          <p:nvPr/>
        </p:nvSpPr>
        <p:spPr>
          <a:xfrm>
            <a:off x="350479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grpSp>
        <p:nvGrpSpPr>
          <p:cNvPr id="736" name="Group 940">
            <a:extLst>
              <a:ext uri="{FF2B5EF4-FFF2-40B4-BE49-F238E27FC236}">
                <a16:creationId xmlns:a16="http://schemas.microsoft.com/office/drawing/2014/main" id="{E215F957-09CE-3732-D6C8-647E127AF207}"/>
              </a:ext>
            </a:extLst>
          </p:cNvPr>
          <p:cNvGrpSpPr/>
          <p:nvPr/>
        </p:nvGrpSpPr>
        <p:grpSpPr>
          <a:xfrm>
            <a:off x="556540" y="5514264"/>
            <a:ext cx="1245854" cy="550091"/>
            <a:chOff x="556540" y="5307980"/>
            <a:chExt cx="1245854" cy="550091"/>
          </a:xfrm>
        </p:grpSpPr>
        <p:sp>
          <p:nvSpPr>
            <p:cNvPr id="737" name="Isosceles Triangle 736">
              <a:extLst>
                <a:ext uri="{FF2B5EF4-FFF2-40B4-BE49-F238E27FC236}">
                  <a16:creationId xmlns:a16="http://schemas.microsoft.com/office/drawing/2014/main" id="{90554C66-FA8D-446B-2C7C-C2EF588040D8}"/>
                </a:ext>
              </a:extLst>
            </p:cNvPr>
            <p:cNvSpPr/>
            <p:nvPr/>
          </p:nvSpPr>
          <p:spPr>
            <a:xfrm>
              <a:off x="1067955" y="5307980"/>
              <a:ext cx="223024" cy="178419"/>
            </a:xfrm>
            <a:prstGeom prst="triangle">
              <a:avLst/>
            </a:prstGeom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8" name="TextBox 737">
              <a:extLst>
                <a:ext uri="{FF2B5EF4-FFF2-40B4-BE49-F238E27FC236}">
                  <a16:creationId xmlns:a16="http://schemas.microsoft.com/office/drawing/2014/main" id="{5041FF4D-4F9E-6236-DD9E-1C5302CDAC52}"/>
                </a:ext>
              </a:extLst>
            </p:cNvPr>
            <p:cNvSpPr txBox="1"/>
            <p:nvPr/>
          </p:nvSpPr>
          <p:spPr>
            <a:xfrm>
              <a:off x="556540" y="5488739"/>
              <a:ext cx="12458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Root </a:t>
              </a:r>
              <a:r>
                <a:rPr lang="nl-NL" dirty="0" err="1">
                  <a:latin typeface="Aptos" panose="020B0004020202020204" pitchFamily="34" charset="0"/>
                </a:rPr>
                <a:t>value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739" name="Group 941">
            <a:extLst>
              <a:ext uri="{FF2B5EF4-FFF2-40B4-BE49-F238E27FC236}">
                <a16:creationId xmlns:a16="http://schemas.microsoft.com/office/drawing/2014/main" id="{88E12929-672C-9B3A-5887-B07B94352A62}"/>
              </a:ext>
            </a:extLst>
          </p:cNvPr>
          <p:cNvGrpSpPr/>
          <p:nvPr/>
        </p:nvGrpSpPr>
        <p:grpSpPr>
          <a:xfrm>
            <a:off x="1319953" y="4044363"/>
            <a:ext cx="1032655" cy="592942"/>
            <a:chOff x="1319953" y="4044363"/>
            <a:chExt cx="1032655" cy="592942"/>
          </a:xfrm>
        </p:grpSpPr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1D68FC73-8D3B-A90E-70AF-88DD9FA54418}"/>
                </a:ext>
              </a:extLst>
            </p:cNvPr>
            <p:cNvSpPr txBox="1"/>
            <p:nvPr/>
          </p:nvSpPr>
          <p:spPr>
            <a:xfrm>
              <a:off x="1319953" y="4044363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Children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741" name="Isosceles Triangle 740">
              <a:extLst>
                <a:ext uri="{FF2B5EF4-FFF2-40B4-BE49-F238E27FC236}">
                  <a16:creationId xmlns:a16="http://schemas.microsoft.com/office/drawing/2014/main" id="{9D5988C3-037C-E608-E96A-94FABF76A3A4}"/>
                </a:ext>
              </a:extLst>
            </p:cNvPr>
            <p:cNvSpPr/>
            <p:nvPr/>
          </p:nvSpPr>
          <p:spPr>
            <a:xfrm flipV="1">
              <a:off x="1490743" y="4458886"/>
              <a:ext cx="223024" cy="178419"/>
            </a:xfrm>
            <a:prstGeom prst="triangle">
              <a:avLst/>
            </a:prstGeom>
            <a:solidFill>
              <a:srgbClr val="00B050"/>
            </a:solidFill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2" name="Isosceles Triangle 741">
              <a:extLst>
                <a:ext uri="{FF2B5EF4-FFF2-40B4-BE49-F238E27FC236}">
                  <a16:creationId xmlns:a16="http://schemas.microsoft.com/office/drawing/2014/main" id="{8969BCF8-9C5E-9076-3EF6-0968B2D33C4A}"/>
                </a:ext>
              </a:extLst>
            </p:cNvPr>
            <p:cNvSpPr/>
            <p:nvPr/>
          </p:nvSpPr>
          <p:spPr>
            <a:xfrm flipV="1">
              <a:off x="1913530" y="4458885"/>
              <a:ext cx="223024" cy="178419"/>
            </a:xfrm>
            <a:prstGeom prst="triangle">
              <a:avLst/>
            </a:prstGeom>
            <a:solidFill>
              <a:srgbClr val="00B050"/>
            </a:solidFill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3" name="TextBox 939">
                <a:extLst>
                  <a:ext uri="{FF2B5EF4-FFF2-40B4-BE49-F238E27FC236}">
                    <a16:creationId xmlns:a16="http://schemas.microsoft.com/office/drawing/2014/main" id="{3DF94A18-9BB2-E5F2-4A3C-DD85EC4F666B}"/>
                  </a:ext>
                </a:extLst>
              </p:cNvPr>
              <p:cNvSpPr txBox="1"/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Store </a:t>
                </a:r>
                <a:r>
                  <a:rPr lang="nl-NL" dirty="0" err="1">
                    <a:latin typeface="Aptos" panose="020B0004020202020204" pitchFamily="34" charset="0"/>
                  </a:rPr>
                  <a:t>the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children</a:t>
                </a:r>
                <a:r>
                  <a:rPr lang="nl-NL" dirty="0">
                    <a:latin typeface="Aptos" panose="020B0004020202020204" pitchFamily="34" charset="0"/>
                  </a:rPr>
                  <a:t> of index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at indices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and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nl-NL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43" name="TextBox 939">
                <a:extLst>
                  <a:ext uri="{FF2B5EF4-FFF2-40B4-BE49-F238E27FC236}">
                    <a16:creationId xmlns:a16="http://schemas.microsoft.com/office/drawing/2014/main" id="{3DF94A18-9BB2-E5F2-4A3C-DD85EC4F6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blipFill>
                <a:blip r:embed="rId2"/>
                <a:stretch>
                  <a:fillRect l="-704" t="-6349" b="-23810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56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221549473388">
    <p:spTree>
      <p:nvGrpSpPr>
        <p:cNvPr id="1" name="">
          <a:extLst>
            <a:ext uri="{FF2B5EF4-FFF2-40B4-BE49-F238E27FC236}">
              <a16:creationId xmlns:a16="http://schemas.microsoft.com/office/drawing/2014/main" id="{C9494B9A-9038-90BE-5259-DDF7FED9C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8EF1-2820-CCF1-2ACB-21636280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EB6D8-5D54-565B-3B50-6E3360D7E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476412"/>
          </a:xfrm>
        </p:spPr>
        <p:txBody>
          <a:bodyPr>
            <a:normAutofit/>
          </a:bodyPr>
          <a:lstStyle/>
          <a:p>
            <a:r>
              <a:rPr lang="nl-NL" dirty="0"/>
              <a:t>An array is a </a:t>
            </a:r>
            <a:r>
              <a:rPr lang="nl-NL" dirty="0" err="1"/>
              <a:t>contiguous</a:t>
            </a:r>
            <a:r>
              <a:rPr lang="nl-NL" dirty="0"/>
              <a:t> block of </a:t>
            </a:r>
            <a:r>
              <a:rPr lang="nl-NL" dirty="0" err="1"/>
              <a:t>values</a:t>
            </a:r>
            <a:endParaRPr lang="nl-NL" dirty="0"/>
          </a:p>
          <a:p>
            <a:r>
              <a:rPr lang="nl-NL" dirty="0"/>
              <a:t>But </a:t>
            </a:r>
            <a:r>
              <a:rPr lang="nl-NL" dirty="0" err="1"/>
              <a:t>nothing</a:t>
            </a:r>
            <a:r>
              <a:rPr lang="nl-NL" dirty="0"/>
              <a:t> </a:t>
            </a:r>
            <a:r>
              <a:rPr lang="nl-NL" dirty="0" err="1"/>
              <a:t>stops</a:t>
            </a:r>
            <a:r>
              <a:rPr lang="nl-NL" dirty="0"/>
              <a:t> </a:t>
            </a:r>
            <a:r>
              <a:rPr lang="nl-NL" dirty="0" err="1"/>
              <a:t>us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interpreting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in a </a:t>
            </a:r>
            <a:r>
              <a:rPr lang="nl-NL" dirty="0" err="1"/>
              <a:t>hierarchical</a:t>
            </a:r>
            <a:r>
              <a:rPr lang="nl-NL" dirty="0"/>
              <a:t> way!</a:t>
            </a:r>
          </a:p>
        </p:txBody>
      </p:sp>
      <p:sp>
        <p:nvSpPr>
          <p:cNvPr id="19" name="Node empty 5">
            <a:extLst>
              <a:ext uri="{FF2B5EF4-FFF2-40B4-BE49-F238E27FC236}">
                <a16:creationId xmlns:a16="http://schemas.microsoft.com/office/drawing/2014/main" id="{F3A5F395-18BF-DD94-4216-5EB7C9B5342E}"/>
              </a:ext>
            </a:extLst>
          </p:cNvPr>
          <p:cNvSpPr/>
          <p:nvPr/>
        </p:nvSpPr>
        <p:spPr>
          <a:xfrm>
            <a:off x="688709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DC88631E-6FD4-717F-55F9-7B56E137BFDF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FB2E8380-95E6-F3A8-9AB3-89B9DABB17D4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2AF46C71-F87B-6283-9D3C-B1706576DE7A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714060C6-E182-6A9F-2557-C75D7BA28287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2451540A-E1FC-31A8-0FB0-F127A8224CF1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2D67CDB7-5542-43F7-601E-632118098B0E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7423E289-15EB-D894-5F4B-1FFFC3D0B834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616459F9-3DC5-E7C1-BEEC-9A43EAE92670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D1BEC9A8-7F3C-887D-AB67-01D30C970C59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DF07DE1C-3E57-8338-DDDA-A2912C66AD3D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A5FC94B2-691D-2920-4026-E5148A7B9FC0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414F1AE9-4248-4D7E-8B7E-CB82CF985A76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F0F5FC8E-AD0A-9D97-77E8-D4DBDE1D5147}"/>
              </a:ext>
            </a:extLst>
          </p:cNvPr>
          <p:cNvSpPr/>
          <p:nvPr/>
        </p:nvSpPr>
        <p:spPr>
          <a:xfrm>
            <a:off x="139086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E5074E89-9619-2D56-C2F1-AF899A85BA72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B00E6B9D-AD98-5B2D-E3C7-E172CA1D1BBF}"/>
              </a:ext>
            </a:extLst>
          </p:cNvPr>
          <p:cNvSpPr/>
          <p:nvPr/>
        </p:nvSpPr>
        <p:spPr>
          <a:xfrm>
            <a:off x="96807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87A561EA-0E1A-974C-82B5-EAC002F8B8AA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29E5CA8F-D700-2B0E-8799-C6B85A46D6DB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0976708B-853D-EF92-19B6-8406750AFC38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0D0E31B9-2B76-9F66-9B45-DBE7DB9D8265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E87A6784-639D-2C1E-E10A-70498074FF58}"/>
              </a:ext>
            </a:extLst>
          </p:cNvPr>
          <p:cNvSpPr/>
          <p:nvPr/>
        </p:nvSpPr>
        <p:spPr>
          <a:xfrm>
            <a:off x="392758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7B853482-F4ED-E73F-F710-CFE5F9538822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D5C6A158-8FD1-2EFD-62ED-A6BFD89EEFE5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BB09EF1A-9A75-0A83-F1A7-EF4008E2858E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8C179F7A-A9E8-C7AE-A472-EEE47AF82B6F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36F9ECC2-7D5E-154D-2B57-80C86CF5908D}"/>
              </a:ext>
            </a:extLst>
          </p:cNvPr>
          <p:cNvSpPr/>
          <p:nvPr/>
        </p:nvSpPr>
        <p:spPr>
          <a:xfrm>
            <a:off x="604151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BCCC8BC9-22B1-D4B2-6847-1CD0FE0B78F2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CB8738BD-79F4-D84A-392C-FF5FE817FF33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0CE232C2-A8CE-1C66-17BE-2B36EA008280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0D37BF89-5498-40C1-7E30-437A6DBCE1FE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7B795546-7760-0F2C-CF28-F3402BEFDF4F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035F5F70-34D1-CE59-EF21-6B3E479EA09C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64C1AEE1-0CAE-55D4-D43D-EE2895E2C206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09275C12-8D66-D302-1709-2291C05003F2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DDD3EE94-915E-AFCB-1ABD-3657A2546E5D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E3982D8A-8AAF-556A-60A4-37E134855072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1666B432-51C1-CCCD-3E45-56305A8B25F7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B089F997-0542-8763-24CB-2ED7B0196BA3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1D096430-26EA-832C-F729-0A8A4A2F2253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206D30B6-F2C1-5FBC-6EB6-BE09EC30A865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EFE1D941-858C-1699-46A5-C5602F7E4B64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292C1A1E-FF48-4ABD-1DA8-0DF56ACA7A66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034CEE7B-CB11-08E7-544F-68B3B0DEEF98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5" name="array@9">
            <a:extLst>
              <a:ext uri="{FF2B5EF4-FFF2-40B4-BE49-F238E27FC236}">
                <a16:creationId xmlns:a16="http://schemas.microsoft.com/office/drawing/2014/main" id="{13E1BC0B-89DE-DD3F-B86E-E0EE8DC31858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B8D32953-E79A-7246-F127-2DB8118EA368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DDF271CB-971E-4202-BF4F-914FFADC42CE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4CAF55B5-4BE2-A5EF-7F62-D3886F150CB3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CC8CCEAD-0CCE-9592-73EC-BC84434A1B48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037BB755-7C5B-503F-A5FA-2CB6659F2386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648D376B-9731-B70E-6A48-E6A63154B8D1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EDC6E8DD-3A16-4B30-8F98-77CEAE65B337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A33C66A9-69E2-DDE2-D2DC-3D0542CD00D4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28084F21-66DD-0B22-9B46-1B1A49ED9483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5C669BF6-1B96-775B-68DA-9113C44AE505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1F5B9781-D664-0607-34B1-35BA0CAE2335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2747DE9D-1379-50F7-DC39-FFFA77F4925B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48ADF1FB-BE4F-D171-4BFA-E1CCBB7F9A38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59716BA8-7104-5DCB-5FB8-B9E42B1B0D03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4B78F7F4-41A8-2DED-F86C-7D8B2A48D1F9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887F1FAF-7B54-6B32-800E-C1B77AAA6033}"/>
              </a:ext>
            </a:extLst>
          </p:cNvPr>
          <p:cNvSpPr/>
          <p:nvPr/>
        </p:nvSpPr>
        <p:spPr>
          <a:xfrm>
            <a:off x="350479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14" name="PPTIndicator202509221549475329">
            <a:extLst>
              <a:ext uri="{FF2B5EF4-FFF2-40B4-BE49-F238E27FC236}">
                <a16:creationId xmlns:a16="http://schemas.microsoft.com/office/drawing/2014/main" id="{1410240A-EA56-AB0F-3C29-EC5E694B302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  <p:grpSp>
        <p:nvGrpSpPr>
          <p:cNvPr id="15" name="Group 940">
            <a:extLst>
              <a:ext uri="{FF2B5EF4-FFF2-40B4-BE49-F238E27FC236}">
                <a16:creationId xmlns:a16="http://schemas.microsoft.com/office/drawing/2014/main" id="{577905D5-23CF-5D9A-74F5-498FC9B4E850}"/>
              </a:ext>
            </a:extLst>
          </p:cNvPr>
          <p:cNvGrpSpPr/>
          <p:nvPr/>
        </p:nvGrpSpPr>
        <p:grpSpPr>
          <a:xfrm>
            <a:off x="556540" y="5514264"/>
            <a:ext cx="1245854" cy="550091"/>
            <a:chOff x="556540" y="5307980"/>
            <a:chExt cx="1245854" cy="550091"/>
          </a:xfrm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8AACA9C-5321-C8D7-D8A5-27406E12A229}"/>
                </a:ext>
              </a:extLst>
            </p:cNvPr>
            <p:cNvSpPr/>
            <p:nvPr/>
          </p:nvSpPr>
          <p:spPr>
            <a:xfrm>
              <a:off x="1067955" y="5307980"/>
              <a:ext cx="223024" cy="178419"/>
            </a:xfrm>
            <a:prstGeom prst="triangle">
              <a:avLst/>
            </a:prstGeom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63AE367-EBE2-8B0A-2303-FCFE30E0A1E6}"/>
                </a:ext>
              </a:extLst>
            </p:cNvPr>
            <p:cNvSpPr txBox="1"/>
            <p:nvPr/>
          </p:nvSpPr>
          <p:spPr>
            <a:xfrm>
              <a:off x="556540" y="5488739"/>
              <a:ext cx="12458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Aptos" panose="020B0004020202020204" pitchFamily="34" charset="0"/>
                </a:rPr>
                <a:t>Root </a:t>
              </a:r>
              <a:r>
                <a:rPr lang="nl-NL" dirty="0" err="1">
                  <a:latin typeface="Aptos" panose="020B0004020202020204" pitchFamily="34" charset="0"/>
                </a:rPr>
                <a:t>value</a:t>
              </a:r>
              <a:endParaRPr lang="nl-NL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24" name="Group 941">
            <a:extLst>
              <a:ext uri="{FF2B5EF4-FFF2-40B4-BE49-F238E27FC236}">
                <a16:creationId xmlns:a16="http://schemas.microsoft.com/office/drawing/2014/main" id="{F52379E8-A034-85D8-76B4-4FAECB1C8210}"/>
              </a:ext>
            </a:extLst>
          </p:cNvPr>
          <p:cNvGrpSpPr/>
          <p:nvPr/>
        </p:nvGrpSpPr>
        <p:grpSpPr>
          <a:xfrm>
            <a:off x="1319953" y="4044363"/>
            <a:ext cx="1032655" cy="592942"/>
            <a:chOff x="1319953" y="4044363"/>
            <a:chExt cx="1032655" cy="59294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2D37B14-D0B5-03F2-9E02-A0B7BA288E93}"/>
                </a:ext>
              </a:extLst>
            </p:cNvPr>
            <p:cNvSpPr txBox="1"/>
            <p:nvPr/>
          </p:nvSpPr>
          <p:spPr>
            <a:xfrm>
              <a:off x="1319953" y="4044363"/>
              <a:ext cx="1032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Children</a:t>
              </a:r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F5DE0A65-D42C-2632-993A-CDD4DCD153C2}"/>
                </a:ext>
              </a:extLst>
            </p:cNvPr>
            <p:cNvSpPr/>
            <p:nvPr/>
          </p:nvSpPr>
          <p:spPr>
            <a:xfrm flipV="1">
              <a:off x="1490743" y="4458886"/>
              <a:ext cx="223024" cy="178419"/>
            </a:xfrm>
            <a:prstGeom prst="triangle">
              <a:avLst/>
            </a:prstGeom>
            <a:solidFill>
              <a:srgbClr val="00B050"/>
            </a:solidFill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8313760A-1CB0-C3CA-72AD-5F0A5E085D69}"/>
                </a:ext>
              </a:extLst>
            </p:cNvPr>
            <p:cNvSpPr/>
            <p:nvPr/>
          </p:nvSpPr>
          <p:spPr>
            <a:xfrm flipV="1">
              <a:off x="1913530" y="4458885"/>
              <a:ext cx="223024" cy="178419"/>
            </a:xfrm>
            <a:prstGeom prst="triangle">
              <a:avLst/>
            </a:prstGeom>
            <a:solidFill>
              <a:srgbClr val="00B050"/>
            </a:solidFill>
            <a:ln w="38100"/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939">
                <a:extLst>
                  <a:ext uri="{FF2B5EF4-FFF2-40B4-BE49-F238E27FC236}">
                    <a16:creationId xmlns:a16="http://schemas.microsoft.com/office/drawing/2014/main" id="{D5E08C41-ABA8-8E54-CFD0-20D8C5BEC285}"/>
                  </a:ext>
                </a:extLst>
              </p:cNvPr>
              <p:cNvSpPr txBox="1"/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Store </a:t>
                </a:r>
                <a:r>
                  <a:rPr lang="nl-NL" dirty="0" err="1">
                    <a:latin typeface="Aptos" panose="020B0004020202020204" pitchFamily="34" charset="0"/>
                  </a:rPr>
                  <a:t>the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children</a:t>
                </a:r>
                <a:r>
                  <a:rPr lang="nl-NL" dirty="0">
                    <a:latin typeface="Aptos" panose="020B0004020202020204" pitchFamily="34" charset="0"/>
                  </a:rPr>
                  <a:t> of index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at indices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and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nl-NL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8" name="TextBox 939">
                <a:extLst>
                  <a:ext uri="{FF2B5EF4-FFF2-40B4-BE49-F238E27FC236}">
                    <a16:creationId xmlns:a16="http://schemas.microsoft.com/office/drawing/2014/main" id="{D5E08C41-ABA8-8E54-CFD0-20D8C5BEC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blipFill>
                <a:blip r:embed="rId3"/>
                <a:stretch>
                  <a:fillRect l="-704" t="-6349" b="-23810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24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722793 0.1023899 0.1722793 0.1023899 0.3445587 0.2047798 E" pathEditMode="relative" ptsTypes="">
                                      <p:cBhvr>
                                        <p:cTn id="1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722791 0.1023899 0.1722791 0.1023899 0.3445583 0.2047798 E" pathEditMode="relative" ptsTypes="">
                                      <p:cBhvr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91863 0.1023899 0.1691863 0.1023899 0.3383726 0.2047798 E" pathEditMode="relative" ptsTypes="">
                                      <p:cBhvr>
                                        <p:cTn id="1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91863 0.1023899 0.1691863 0.1023899 0.3383727 0.2047798 E" pathEditMode="relative" ptsTypes="">
                                      <p:cBhvr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97249 0.1023899 0.1597249 0.1023899 0.3194498 0.2047798 E" pathEditMode="relative" ptsTypes="">
                                      <p:cBhvr>
                                        <p:cTn id="1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97249 0.1023899 0.1597249 0.1023899 0.3194499 0.2047798 E" pathEditMode="relative" ptsTypes="">
                                      <p:cBhvr>
                                        <p:cTn id="2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6632 0.1023899 0.156632 0.1023899 0.3132641 0.2047798 E" pathEditMode="relative" ptsTypes="">
                                      <p:cBhvr>
                                        <p:cTn id="2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66321 0.1023899 0.1566321 0.1023899 0.3132642 0.2047798 E" pathEditMode="relative" ptsTypes="">
                                      <p:cBhvr>
                                        <p:cTn id="2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023196 0.04683202 0.3023196 0.04683202 0.6046391 0.09366404 E" pathEditMode="relative" ptsTypes="">
                                      <p:cBhvr>
                                        <p:cTn id="26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818879 0.04683202 0.2818879 0.04683202 0.5637759 0.09366404 E" pathEditMode="relative" ptsTypes="">
                                      <p:cBhvr>
                                        <p:cTn id="2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550878 0.04683202 0.2550878 0.04683202 0.5101756 0.09366404 E" pathEditMode="relative" ptsTypes="">
                                      <p:cBhvr>
                                        <p:cTn id="30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346563 0.04683202 0.2346563 0.04683202 0.4693125 0.09366404 E" pathEditMode="relative" ptsTypes="">
                                      <p:cBhvr>
                                        <p:cTn id="3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527893 -0.008725937 0.3527893 -0.008725937 0.7055785 -0.01745187 E" pathEditMode="relative" ptsTypes="">
                                      <p:cBhvr>
                                        <p:cTn id="3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882187 -0.008725937 0.2882187 -0.008725937 0.5764374 -0.01745187 E" pathEditMode="relative" ptsTypes="">
                                      <p:cBhvr>
                                        <p:cTn id="3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465121 -0.06428389 0.3465121 -0.06428389 0.6930242 -0.1285678 E" pathEditMode="relative" ptsTypes="">
                                      <p:cBhvr>
                                        <p:cTn id="3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46512 -0.1165813 0.346512 -0.1165813 0.693024 -0.2331626 E" pathEditMode="relative" ptsTypes="">
                                      <p:cBhvr>
                                        <p:cTn id="40" dur="1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874455 -0.0624822 0.2874455 -0.0624822 0.574891 -0.1249644 E" pathEditMode="relative" ptsTypes="">
                                      <p:cBhvr>
                                        <p:cTn id="42" dur="15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512427 -0.06327164 0.3512427 -0.06327164 0.7024854 -0.1265433 E" pathEditMode="relative" ptsTypes="">
                                      <p:cBhvr>
                                        <p:cTn id="44" dur="1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335782 -0.006660687 0.2335782 -0.006660687 0.4671565 -0.01332137 E" pathEditMode="relative" ptsTypes="">
                                      <p:cBhvr>
                                        <p:cTn id="46" dur="150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790997 -0.01051574 0.2790997 -0.01051574 0.5581995 -0.02103147 E" pathEditMode="relative" ptsTypes="">
                                      <p:cBhvr>
                                        <p:cTn id="48" dur="1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07509 0.04889727 0.1507509 0.04889727 0.3015018 0.09779454 E" pathEditMode="relative" ptsTypes="">
                                      <p:cBhvr>
                                        <p:cTn id="50" dur="1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174 0.04889721 0.16174 0.04889721 0.3234799 0.09779443 E" pathEditMode="relative" ptsTypes="">
                                      <p:cBhvr>
                                        <p:cTn id="52" dur="1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584931 0.04949389 0.1584931 0.04949389 0.3169862 0.09898778 E" pathEditMode="relative" ptsTypes="">
                                      <p:cBhvr>
                                        <p:cTn id="54" dur="1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33053 0.04949389 0.1633053 0.04949389 0.3266105 0.09898778 E" pathEditMode="relative" ptsTypes="">
                                      <p:cBhvr>
                                        <p:cTn id="56" dur="1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57754 0.04889721 0.1657754 0.04889721 0.3315507 0.09779443 E" pathEditMode="relative" ptsTypes="">
                                      <p:cBhvr>
                                        <p:cTn id="58" dur="1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718259 0.04593718 0.1718259 0.04593718 0.3436518 0.09187435 E" pathEditMode="relative" ptsTypes="">
                                      <p:cBhvr>
                                        <p:cTn id="60" dur="1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691862 0.04596218 0.1691862 0.04596218 0.3383723 0.09192437 E" pathEditMode="relative" ptsTypes="">
                                      <p:cBhvr>
                                        <p:cTn id="62" dur="1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1766138 0.04604258 0.1766138 0.04604258 0.3532277 0.09208515 E" pathEditMode="relative" ptsTypes="">
                                      <p:cBhvr>
                                        <p:cTn id="64" dur="15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561658 -0.006660687 0.2561658 -0.006660687 0.5123315 -0.01332137 E" pathEditMode="relative" ptsTypes="">
                                      <p:cBhvr>
                                        <p:cTn id="66" dur="1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3015462 -0.01052201 0.3015462 -0.01052201 0.6030925 -0.02104402 E" pathEditMode="relative" ptsTypes="">
                                      <p:cBhvr>
                                        <p:cTn id="68" dur="1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17" grpId="0" animBg="1"/>
      <p:bldP spid="16" grpId="0" animBg="1"/>
      <p:bldP spid="13" grpId="0" animBg="1"/>
      <p:bldP spid="12" grpId="0" animBg="1"/>
      <p:bldP spid="11" grpId="0" animBg="1"/>
      <p:bldP spid="10" grpId="0" animBg="1"/>
      <p:bldP spid="20" grpId="0" animBg="1"/>
      <p:bldP spid="8" grpId="0" animBg="1"/>
      <p:bldP spid="21" grpId="0" animBg="1"/>
      <p:bldP spid="7" grpId="0" animBg="1"/>
      <p:bldP spid="6" grpId="0" animBg="1"/>
      <p:bldP spid="5" grpId="0" animBg="1"/>
      <p:bldP spid="4" grpId="0" animBg="1"/>
      <p:bldP spid="484" grpId="0"/>
      <p:bldP spid="485" grpId="0"/>
      <p:bldP spid="486" grpId="0"/>
      <p:bldP spid="487" grpId="0"/>
      <p:bldP spid="489" grpId="0"/>
      <p:bldP spid="491" grpId="0"/>
      <p:bldP spid="492" grpId="0"/>
      <p:bldP spid="493" grpId="0"/>
      <p:bldP spid="494" grpId="0"/>
      <p:bldP spid="495" grpId="0"/>
      <p:bldP spid="496" grpId="0"/>
      <p:bldP spid="497" grpId="0"/>
      <p:bldP spid="516" grpId="0"/>
      <p:bldP spid="488" grpId="0"/>
      <p:bldP spid="49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Multi_202509241643068640_21906be">
    <p:spTree>
      <p:nvGrpSpPr>
        <p:cNvPr id="1" name="">
          <a:extLst>
            <a:ext uri="{FF2B5EF4-FFF2-40B4-BE49-F238E27FC236}">
              <a16:creationId xmlns:a16="http://schemas.microsoft.com/office/drawing/2014/main" id="{19B24C18-F5FB-9E92-D30D-09181FAC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283EF1F9-BE36-6FEE-D56E-5AAD8270081D}"/>
              </a:ext>
            </a:extLst>
          </p:cNvPr>
          <p:cNvGrpSpPr/>
          <p:nvPr/>
        </p:nvGrpSpPr>
        <p:grpSpPr>
          <a:xfrm>
            <a:off x="7958293" y="4042611"/>
            <a:ext cx="3341050" cy="2286098"/>
            <a:chOff x="7317436" y="4042611"/>
            <a:chExt cx="3341050" cy="228609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6834694-46D8-CA08-363E-3CA98B66B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9324" y="4042611"/>
              <a:ext cx="998637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0C0402F-E506-EF6C-4371-DC7F8B7EA2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7961" y="4042611"/>
              <a:ext cx="998636" cy="7620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EB1153E-71F9-7854-42FF-B32327861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86597" y="4804643"/>
              <a:ext cx="460494" cy="7620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AB78DD-F05B-ADE5-4A41-7633FA2F1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47091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521781E-D5AA-39D1-9E7B-5ACA337A9C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5696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5D3DBB-FFD1-7E6A-267E-61A74240E6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87279" y="5566676"/>
              <a:ext cx="25021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CE8232-696A-B57A-1E75-5EF33AF41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4706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C6290D0-6839-08BD-6118-8C53331984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8460" y="5566676"/>
              <a:ext cx="202751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4866ED-09D6-AF29-D8A6-3CADF32BBF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8426" y="5566676"/>
              <a:ext cx="211392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32C0107-6ECE-D8FF-7EE6-485E7D1F1B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8829" y="5566676"/>
              <a:ext cx="21139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29734EF-4061-94FB-D403-645CC0958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7436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DA7ADB0-BC7D-F7BE-4E93-77D8383049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9324" y="4804643"/>
              <a:ext cx="469136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8611208-8F57-EA7E-14D5-4162BA5D61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829" y="4804643"/>
              <a:ext cx="4604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1D84C2D-9339-5429-4DEE-78421E54E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6099" y="4804643"/>
              <a:ext cx="460498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A74D49-EBB3-002E-D46B-2D8E27E82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1CAA7-A7F1-C158-2F92-B5E6F5C091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476412"/>
          </a:xfrm>
        </p:spPr>
        <p:txBody>
          <a:bodyPr>
            <a:normAutofit/>
          </a:bodyPr>
          <a:lstStyle/>
          <a:p>
            <a:r>
              <a:rPr lang="nl-NL" dirty="0"/>
              <a:t>An array is a </a:t>
            </a:r>
            <a:r>
              <a:rPr lang="nl-NL" dirty="0" err="1"/>
              <a:t>contiguous</a:t>
            </a:r>
            <a:r>
              <a:rPr lang="nl-NL" dirty="0"/>
              <a:t> block of </a:t>
            </a:r>
            <a:r>
              <a:rPr lang="nl-NL" dirty="0" err="1"/>
              <a:t>values</a:t>
            </a:r>
            <a:endParaRPr lang="nl-NL" dirty="0"/>
          </a:p>
          <a:p>
            <a:r>
              <a:rPr lang="nl-NL" dirty="0"/>
              <a:t>But </a:t>
            </a:r>
            <a:r>
              <a:rPr lang="nl-NL" dirty="0" err="1"/>
              <a:t>nothing</a:t>
            </a:r>
            <a:r>
              <a:rPr lang="nl-NL" dirty="0"/>
              <a:t> </a:t>
            </a:r>
            <a:r>
              <a:rPr lang="nl-NL" dirty="0" err="1"/>
              <a:t>stops</a:t>
            </a:r>
            <a:r>
              <a:rPr lang="nl-NL" dirty="0"/>
              <a:t> </a:t>
            </a:r>
            <a:r>
              <a:rPr lang="nl-NL" dirty="0" err="1"/>
              <a:t>us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interpreting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in a </a:t>
            </a:r>
            <a:r>
              <a:rPr lang="nl-NL" dirty="0" err="1"/>
              <a:t>hierarchical</a:t>
            </a:r>
            <a:r>
              <a:rPr lang="nl-NL" dirty="0"/>
              <a:t> way!</a:t>
            </a:r>
          </a:p>
        </p:txBody>
      </p:sp>
      <p:sp>
        <p:nvSpPr>
          <p:cNvPr id="19" name="Node empty 5">
            <a:extLst>
              <a:ext uri="{FF2B5EF4-FFF2-40B4-BE49-F238E27FC236}">
                <a16:creationId xmlns:a16="http://schemas.microsoft.com/office/drawing/2014/main" id="{0F37C1AA-AC25-5B30-82AC-A88054F747F9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659DA19F-4064-C003-7E18-DDA577F5648A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29D00F78-7570-B05A-5880-79ABC210F185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F43C5552-B70F-B649-0A91-316645E397EC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24A92AA2-0E81-DECE-9B3B-FBAE871D47B5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4E980E09-1DA0-8465-0450-4F930A075B91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FC9A8211-E2BC-4F97-07EC-31EF1E55C131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ECDE5A6A-1629-7715-C7E0-79F6AD8F917C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4442D169-F068-E9F8-63C2-C2ABA3891E54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EEF612B2-9C12-55A4-9652-B9F8A7FE464E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0A3C6807-3473-ABEC-68B2-90B3790DDD77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6DC45E6D-B2A0-37A8-37CD-D546EB0D0327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FC1CADF0-B87A-80D6-7099-D8467829833D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332F9FB0-7BEC-4120-DB44-DFC2A739A19D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E77C643D-C919-B457-B328-EF2BE04407BB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9CF11CDC-CA9E-6622-454A-AFCFE40E74C5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51407AAF-AFFB-83B4-460B-96C9F9E5A2B8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67707E7A-7A65-1197-FBE8-D13F79BDA94D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067033B2-7D13-A22F-2ECF-983935ED7C86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E4A37978-E127-1E35-2A70-1EBF8D038F51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8E7828D8-43A4-2806-687B-EF7C754CC658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ABD3C70B-BAD5-5365-417C-600579DDFF59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EA7440FF-5B95-4F0E-E584-B9738526AE42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B38D0904-50C6-DF39-5999-1AABC2715623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5B5093EF-5DDD-5366-4985-F96A64835BE4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D2672F4E-51BC-4F5F-1406-1E308195B903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CDA56DB5-CBEF-AD04-D4BD-472C4F8919AD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AC291D9F-EE2B-26A3-23C6-85C6FF0B48CA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CBC92E4A-C004-758D-035A-748A6D9491F2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13E61A57-9401-4A47-8036-15F32884E6BE}"/>
              </a:ext>
            </a:extLst>
          </p:cNvPr>
          <p:cNvGrpSpPr/>
          <p:nvPr/>
        </p:nvGrpSpPr>
        <p:grpSpPr>
          <a:xfrm>
            <a:off x="968074" y="4727684"/>
            <a:ext cx="6341806" cy="786580"/>
            <a:chOff x="968074" y="4727684"/>
            <a:chExt cx="6341806" cy="786580"/>
          </a:xfrm>
        </p:grpSpPr>
        <p:sp>
          <p:nvSpPr>
            <p:cNvPr id="66" name="array@0">
              <a:extLst>
                <a:ext uri="{FF2B5EF4-FFF2-40B4-BE49-F238E27FC236}">
                  <a16:creationId xmlns:a16="http://schemas.microsoft.com/office/drawing/2014/main" id="{D13F0D53-2DDB-2193-9869-9CA719A2EB64}"/>
                </a:ext>
              </a:extLst>
            </p:cNvPr>
            <p:cNvSpPr/>
            <p:nvPr/>
          </p:nvSpPr>
          <p:spPr>
            <a:xfrm>
              <a:off x="968074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83" name="idx 0">
              <a:extLst>
                <a:ext uri="{FF2B5EF4-FFF2-40B4-BE49-F238E27FC236}">
                  <a16:creationId xmlns:a16="http://schemas.microsoft.com/office/drawing/2014/main" id="{AF9D0972-EF57-08FB-FDF8-B4D7A2939C8F}"/>
                </a:ext>
              </a:extLst>
            </p:cNvPr>
            <p:cNvSpPr/>
            <p:nvPr/>
          </p:nvSpPr>
          <p:spPr>
            <a:xfrm>
              <a:off x="968074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67" name="array@1">
              <a:extLst>
                <a:ext uri="{FF2B5EF4-FFF2-40B4-BE49-F238E27FC236}">
                  <a16:creationId xmlns:a16="http://schemas.microsoft.com/office/drawing/2014/main" id="{58E84684-93B8-AF37-216A-BDAF376D6C89}"/>
                </a:ext>
              </a:extLst>
            </p:cNvPr>
            <p:cNvSpPr/>
            <p:nvPr/>
          </p:nvSpPr>
          <p:spPr>
            <a:xfrm>
              <a:off x="1390861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84" name="idx 1">
              <a:extLst>
                <a:ext uri="{FF2B5EF4-FFF2-40B4-BE49-F238E27FC236}">
                  <a16:creationId xmlns:a16="http://schemas.microsoft.com/office/drawing/2014/main" id="{0B81D262-4918-0E5D-1C48-8BE8347D7EF7}"/>
                </a:ext>
              </a:extLst>
            </p:cNvPr>
            <p:cNvSpPr/>
            <p:nvPr/>
          </p:nvSpPr>
          <p:spPr>
            <a:xfrm>
              <a:off x="1390861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68" name="array@2">
              <a:extLst>
                <a:ext uri="{FF2B5EF4-FFF2-40B4-BE49-F238E27FC236}">
                  <a16:creationId xmlns:a16="http://schemas.microsoft.com/office/drawing/2014/main" id="{8B2CE949-58B6-9A75-762C-FEB5EF6118B8}"/>
                </a:ext>
              </a:extLst>
            </p:cNvPr>
            <p:cNvSpPr/>
            <p:nvPr/>
          </p:nvSpPr>
          <p:spPr>
            <a:xfrm>
              <a:off x="1813648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85" name="idx 2">
              <a:extLst>
                <a:ext uri="{FF2B5EF4-FFF2-40B4-BE49-F238E27FC236}">
                  <a16:creationId xmlns:a16="http://schemas.microsoft.com/office/drawing/2014/main" id="{1189A12A-B555-8E88-8900-E304B9DA7E57}"/>
                </a:ext>
              </a:extLst>
            </p:cNvPr>
            <p:cNvSpPr/>
            <p:nvPr/>
          </p:nvSpPr>
          <p:spPr>
            <a:xfrm>
              <a:off x="1813648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69" name="array@3">
              <a:extLst>
                <a:ext uri="{FF2B5EF4-FFF2-40B4-BE49-F238E27FC236}">
                  <a16:creationId xmlns:a16="http://schemas.microsoft.com/office/drawing/2014/main" id="{93996DE5-DD98-1F52-5D62-5E194B4D7F0E}"/>
                </a:ext>
              </a:extLst>
            </p:cNvPr>
            <p:cNvSpPr/>
            <p:nvPr/>
          </p:nvSpPr>
          <p:spPr>
            <a:xfrm>
              <a:off x="2236435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86" name="idx 3">
              <a:extLst>
                <a:ext uri="{FF2B5EF4-FFF2-40B4-BE49-F238E27FC236}">
                  <a16:creationId xmlns:a16="http://schemas.microsoft.com/office/drawing/2014/main" id="{EB29729E-D82A-965E-59F1-7A3D9A7D2B05}"/>
                </a:ext>
              </a:extLst>
            </p:cNvPr>
            <p:cNvSpPr/>
            <p:nvPr/>
          </p:nvSpPr>
          <p:spPr>
            <a:xfrm>
              <a:off x="2236435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70" name="array@4">
              <a:extLst>
                <a:ext uri="{FF2B5EF4-FFF2-40B4-BE49-F238E27FC236}">
                  <a16:creationId xmlns:a16="http://schemas.microsoft.com/office/drawing/2014/main" id="{715C3732-6611-9AB0-0962-EBB1B93D1BD3}"/>
                </a:ext>
              </a:extLst>
            </p:cNvPr>
            <p:cNvSpPr/>
            <p:nvPr/>
          </p:nvSpPr>
          <p:spPr>
            <a:xfrm>
              <a:off x="2659222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87" name="idx 4">
              <a:extLst>
                <a:ext uri="{FF2B5EF4-FFF2-40B4-BE49-F238E27FC236}">
                  <a16:creationId xmlns:a16="http://schemas.microsoft.com/office/drawing/2014/main" id="{56D1C524-6BE5-C4E5-D6AC-CC1387FEA7F3}"/>
                </a:ext>
              </a:extLst>
            </p:cNvPr>
            <p:cNvSpPr/>
            <p:nvPr/>
          </p:nvSpPr>
          <p:spPr>
            <a:xfrm>
              <a:off x="2659222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71" name="array@5">
              <a:extLst>
                <a:ext uri="{FF2B5EF4-FFF2-40B4-BE49-F238E27FC236}">
                  <a16:creationId xmlns:a16="http://schemas.microsoft.com/office/drawing/2014/main" id="{CFC56239-CE35-4F7C-A66E-EAB88DDBAA27}"/>
                </a:ext>
              </a:extLst>
            </p:cNvPr>
            <p:cNvSpPr/>
            <p:nvPr/>
          </p:nvSpPr>
          <p:spPr>
            <a:xfrm>
              <a:off x="3082009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13</a:t>
              </a:r>
            </a:p>
          </p:txBody>
        </p:sp>
        <p:sp>
          <p:nvSpPr>
            <p:cNvPr id="82" name="idx 5">
              <a:extLst>
                <a:ext uri="{FF2B5EF4-FFF2-40B4-BE49-F238E27FC236}">
                  <a16:creationId xmlns:a16="http://schemas.microsoft.com/office/drawing/2014/main" id="{B0096753-981E-C295-9A53-C5AEF7492E11}"/>
                </a:ext>
              </a:extLst>
            </p:cNvPr>
            <p:cNvSpPr/>
            <p:nvPr/>
          </p:nvSpPr>
          <p:spPr>
            <a:xfrm>
              <a:off x="3082009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72" name="array@6">
              <a:extLst>
                <a:ext uri="{FF2B5EF4-FFF2-40B4-BE49-F238E27FC236}">
                  <a16:creationId xmlns:a16="http://schemas.microsoft.com/office/drawing/2014/main" id="{19EC8E1E-B136-A209-D27C-C82D1F0EEED1}"/>
                </a:ext>
              </a:extLst>
            </p:cNvPr>
            <p:cNvSpPr/>
            <p:nvPr/>
          </p:nvSpPr>
          <p:spPr>
            <a:xfrm>
              <a:off x="3504796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</a:p>
          </p:txBody>
        </p:sp>
        <p:sp>
          <p:nvSpPr>
            <p:cNvPr id="88" name="idx 6">
              <a:extLst>
                <a:ext uri="{FF2B5EF4-FFF2-40B4-BE49-F238E27FC236}">
                  <a16:creationId xmlns:a16="http://schemas.microsoft.com/office/drawing/2014/main" id="{8AFD8BA4-F0E5-505B-8D43-12C47B645044}"/>
                </a:ext>
              </a:extLst>
            </p:cNvPr>
            <p:cNvSpPr/>
            <p:nvPr/>
          </p:nvSpPr>
          <p:spPr>
            <a:xfrm>
              <a:off x="3504796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73" name="array@7">
              <a:extLst>
                <a:ext uri="{FF2B5EF4-FFF2-40B4-BE49-F238E27FC236}">
                  <a16:creationId xmlns:a16="http://schemas.microsoft.com/office/drawing/2014/main" id="{8144BB7A-C451-3427-BB5D-3A7675D8AED2}"/>
                </a:ext>
              </a:extLst>
            </p:cNvPr>
            <p:cNvSpPr/>
            <p:nvPr/>
          </p:nvSpPr>
          <p:spPr>
            <a:xfrm>
              <a:off x="3927583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34</a:t>
              </a:r>
            </a:p>
          </p:txBody>
        </p:sp>
        <p:sp>
          <p:nvSpPr>
            <p:cNvPr id="89" name="idx 7">
              <a:extLst>
                <a:ext uri="{FF2B5EF4-FFF2-40B4-BE49-F238E27FC236}">
                  <a16:creationId xmlns:a16="http://schemas.microsoft.com/office/drawing/2014/main" id="{8846B392-B5D7-5BED-CAD6-309D27B85476}"/>
                </a:ext>
              </a:extLst>
            </p:cNvPr>
            <p:cNvSpPr/>
            <p:nvPr/>
          </p:nvSpPr>
          <p:spPr>
            <a:xfrm>
              <a:off x="3927583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74" name="array@8">
              <a:extLst>
                <a:ext uri="{FF2B5EF4-FFF2-40B4-BE49-F238E27FC236}">
                  <a16:creationId xmlns:a16="http://schemas.microsoft.com/office/drawing/2014/main" id="{42AF9689-9BC8-FFC3-BC3B-1BBB23DAB864}"/>
                </a:ext>
              </a:extLst>
            </p:cNvPr>
            <p:cNvSpPr/>
            <p:nvPr/>
          </p:nvSpPr>
          <p:spPr>
            <a:xfrm>
              <a:off x="4350370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55</a:t>
              </a:r>
            </a:p>
          </p:txBody>
        </p:sp>
        <p:sp>
          <p:nvSpPr>
            <p:cNvPr id="90" name="idx 8">
              <a:extLst>
                <a:ext uri="{FF2B5EF4-FFF2-40B4-BE49-F238E27FC236}">
                  <a16:creationId xmlns:a16="http://schemas.microsoft.com/office/drawing/2014/main" id="{0827F443-83BF-6794-AE16-AE8209A9CB1F}"/>
                </a:ext>
              </a:extLst>
            </p:cNvPr>
            <p:cNvSpPr/>
            <p:nvPr/>
          </p:nvSpPr>
          <p:spPr>
            <a:xfrm>
              <a:off x="4350370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75" name="array@9">
              <a:extLst>
                <a:ext uri="{FF2B5EF4-FFF2-40B4-BE49-F238E27FC236}">
                  <a16:creationId xmlns:a16="http://schemas.microsoft.com/office/drawing/2014/main" id="{40B65BD4-9617-FFD5-8C7A-7BBFDD1BBA72}"/>
                </a:ext>
              </a:extLst>
            </p:cNvPr>
            <p:cNvSpPr/>
            <p:nvPr/>
          </p:nvSpPr>
          <p:spPr>
            <a:xfrm>
              <a:off x="4773157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89</a:t>
              </a:r>
            </a:p>
          </p:txBody>
        </p:sp>
        <p:sp>
          <p:nvSpPr>
            <p:cNvPr id="91" name="idx 9">
              <a:extLst>
                <a:ext uri="{FF2B5EF4-FFF2-40B4-BE49-F238E27FC236}">
                  <a16:creationId xmlns:a16="http://schemas.microsoft.com/office/drawing/2014/main" id="{A2D3F448-EC9C-DB0E-90A1-EB4D3301FE03}"/>
                </a:ext>
              </a:extLst>
            </p:cNvPr>
            <p:cNvSpPr/>
            <p:nvPr/>
          </p:nvSpPr>
          <p:spPr>
            <a:xfrm>
              <a:off x="4773157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76" name="array@10">
              <a:extLst>
                <a:ext uri="{FF2B5EF4-FFF2-40B4-BE49-F238E27FC236}">
                  <a16:creationId xmlns:a16="http://schemas.microsoft.com/office/drawing/2014/main" id="{DF516BC5-ED07-986F-F06B-891237D69415}"/>
                </a:ext>
              </a:extLst>
            </p:cNvPr>
            <p:cNvSpPr/>
            <p:nvPr/>
          </p:nvSpPr>
          <p:spPr>
            <a:xfrm>
              <a:off x="5195944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1" name="idx 10">
              <a:extLst>
                <a:ext uri="{FF2B5EF4-FFF2-40B4-BE49-F238E27FC236}">
                  <a16:creationId xmlns:a16="http://schemas.microsoft.com/office/drawing/2014/main" id="{E548BBD2-407E-DD42-57B3-BA8F95AF750B}"/>
                </a:ext>
              </a:extLst>
            </p:cNvPr>
            <p:cNvSpPr/>
            <p:nvPr/>
          </p:nvSpPr>
          <p:spPr>
            <a:xfrm>
              <a:off x="5195944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77" name="array@11">
              <a:extLst>
                <a:ext uri="{FF2B5EF4-FFF2-40B4-BE49-F238E27FC236}">
                  <a16:creationId xmlns:a16="http://schemas.microsoft.com/office/drawing/2014/main" id="{CC3B0690-CC47-0036-4F4F-225A1A61CE12}"/>
                </a:ext>
              </a:extLst>
            </p:cNvPr>
            <p:cNvSpPr/>
            <p:nvPr/>
          </p:nvSpPr>
          <p:spPr>
            <a:xfrm>
              <a:off x="5618731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2" name="idx 11">
              <a:extLst>
                <a:ext uri="{FF2B5EF4-FFF2-40B4-BE49-F238E27FC236}">
                  <a16:creationId xmlns:a16="http://schemas.microsoft.com/office/drawing/2014/main" id="{16B900CA-0F79-B8CC-9188-718A16DC6998}"/>
                </a:ext>
              </a:extLst>
            </p:cNvPr>
            <p:cNvSpPr/>
            <p:nvPr/>
          </p:nvSpPr>
          <p:spPr>
            <a:xfrm>
              <a:off x="5618731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78" name="array@12">
              <a:extLst>
                <a:ext uri="{FF2B5EF4-FFF2-40B4-BE49-F238E27FC236}">
                  <a16:creationId xmlns:a16="http://schemas.microsoft.com/office/drawing/2014/main" id="{6F0BF84F-867A-8E3D-AE0E-B2D64C13B8EF}"/>
                </a:ext>
              </a:extLst>
            </p:cNvPr>
            <p:cNvSpPr/>
            <p:nvPr/>
          </p:nvSpPr>
          <p:spPr>
            <a:xfrm>
              <a:off x="6041519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3" name="idx 12">
              <a:extLst>
                <a:ext uri="{FF2B5EF4-FFF2-40B4-BE49-F238E27FC236}">
                  <a16:creationId xmlns:a16="http://schemas.microsoft.com/office/drawing/2014/main" id="{D264FFC0-EB84-B871-92FA-666A0556F767}"/>
                </a:ext>
              </a:extLst>
            </p:cNvPr>
            <p:cNvSpPr/>
            <p:nvPr/>
          </p:nvSpPr>
          <p:spPr>
            <a:xfrm>
              <a:off x="6041519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164" name="idx 13">
              <a:extLst>
                <a:ext uri="{FF2B5EF4-FFF2-40B4-BE49-F238E27FC236}">
                  <a16:creationId xmlns:a16="http://schemas.microsoft.com/office/drawing/2014/main" id="{0E3D4409-926F-CD74-CA53-289378211586}"/>
                </a:ext>
              </a:extLst>
            </p:cNvPr>
            <p:cNvSpPr/>
            <p:nvPr/>
          </p:nvSpPr>
          <p:spPr>
            <a:xfrm>
              <a:off x="6464306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13</a:t>
              </a:r>
            </a:p>
          </p:txBody>
        </p:sp>
        <p:sp>
          <p:nvSpPr>
            <p:cNvPr id="79" name="array@13">
              <a:extLst>
                <a:ext uri="{FF2B5EF4-FFF2-40B4-BE49-F238E27FC236}">
                  <a16:creationId xmlns:a16="http://schemas.microsoft.com/office/drawing/2014/main" id="{3B406F8E-40F1-52BF-BBE3-2E49EDA325C6}"/>
                </a:ext>
              </a:extLst>
            </p:cNvPr>
            <p:cNvSpPr/>
            <p:nvPr/>
          </p:nvSpPr>
          <p:spPr>
            <a:xfrm>
              <a:off x="6464306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98" name="array@13">
              <a:extLst>
                <a:ext uri="{FF2B5EF4-FFF2-40B4-BE49-F238E27FC236}">
                  <a16:creationId xmlns:a16="http://schemas.microsoft.com/office/drawing/2014/main" id="{58192E4E-C4C7-B05C-392F-7F44FA2C7E0F}"/>
                </a:ext>
              </a:extLst>
            </p:cNvPr>
            <p:cNvSpPr/>
            <p:nvPr/>
          </p:nvSpPr>
          <p:spPr>
            <a:xfrm>
              <a:off x="6887093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07" name="idx 14">
              <a:extLst>
                <a:ext uri="{FF2B5EF4-FFF2-40B4-BE49-F238E27FC236}">
                  <a16:creationId xmlns:a16="http://schemas.microsoft.com/office/drawing/2014/main" id="{84B29B6E-6945-C999-52DE-A0C03C355418}"/>
                </a:ext>
              </a:extLst>
            </p:cNvPr>
            <p:cNvSpPr/>
            <p:nvPr/>
          </p:nvSpPr>
          <p:spPr>
            <a:xfrm>
              <a:off x="6887093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516" name="t-idx 14">
            <a:extLst>
              <a:ext uri="{FF2B5EF4-FFF2-40B4-BE49-F238E27FC236}">
                <a16:creationId xmlns:a16="http://schemas.microsoft.com/office/drawing/2014/main" id="{ED254FF8-3A76-7B63-8D3F-D02C70C35377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939">
                <a:extLst>
                  <a:ext uri="{FF2B5EF4-FFF2-40B4-BE49-F238E27FC236}">
                    <a16:creationId xmlns:a16="http://schemas.microsoft.com/office/drawing/2014/main" id="{321C87CD-CBB7-D55F-79FE-46FD842EF05B}"/>
                  </a:ext>
                </a:extLst>
              </p:cNvPr>
              <p:cNvSpPr txBox="1"/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Store </a:t>
                </a:r>
                <a:r>
                  <a:rPr lang="nl-NL" dirty="0" err="1">
                    <a:latin typeface="Aptos" panose="020B0004020202020204" pitchFamily="34" charset="0"/>
                  </a:rPr>
                  <a:t>the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children</a:t>
                </a:r>
                <a:r>
                  <a:rPr lang="nl-NL" dirty="0">
                    <a:latin typeface="Aptos" panose="020B0004020202020204" pitchFamily="34" charset="0"/>
                  </a:rPr>
                  <a:t> of index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at indices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and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nl-NL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TextBox 939">
                <a:extLst>
                  <a:ext uri="{FF2B5EF4-FFF2-40B4-BE49-F238E27FC236}">
                    <a16:creationId xmlns:a16="http://schemas.microsoft.com/office/drawing/2014/main" id="{321C87CD-CBB7-D55F-79FE-46FD842EF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blipFill>
                <a:blip r:embed="rId2"/>
                <a:stretch>
                  <a:fillRect l="-704" t="-6349" b="-23810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22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241643068652_4fcf131">
    <p:spTree>
      <p:nvGrpSpPr>
        <p:cNvPr id="1" name="">
          <a:extLst>
            <a:ext uri="{FF2B5EF4-FFF2-40B4-BE49-F238E27FC236}">
              <a16:creationId xmlns:a16="http://schemas.microsoft.com/office/drawing/2014/main" id="{9B50DE22-D2E6-4498-F5F1-7990D552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0B9272EA-5580-BC35-5E26-316D18367FC8}"/>
              </a:ext>
            </a:extLst>
          </p:cNvPr>
          <p:cNvGrpSpPr/>
          <p:nvPr/>
        </p:nvGrpSpPr>
        <p:grpSpPr>
          <a:xfrm>
            <a:off x="7958293" y="4042611"/>
            <a:ext cx="3341050" cy="2286098"/>
            <a:chOff x="7317436" y="4042611"/>
            <a:chExt cx="3341050" cy="228609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A52A97D-8D12-F589-946D-658A01A41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9324" y="4042611"/>
              <a:ext cx="998637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575A131-1C59-0832-2344-63424FDEBD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7961" y="4042611"/>
              <a:ext cx="998636" cy="7620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B5C76F-8BFB-5CC1-5738-728AA6A947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86597" y="4804643"/>
              <a:ext cx="460494" cy="7620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DDF209E-953A-6C48-6648-DBC85DAD0B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47091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0BAA5D6-F17D-5DD5-661A-F867DB1C2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5696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D879A15-738B-0D2D-33D5-729E7BEAB2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87279" y="5566676"/>
              <a:ext cx="25021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0AF9B8E-AF87-7BF1-5FFA-757C00E532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4706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5FEEFC2-9712-8219-6077-0A79BEB324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58460" y="5566676"/>
              <a:ext cx="202751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28F52EE-7DE0-C2DE-5F77-49C8264814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8426" y="5566676"/>
              <a:ext cx="211392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97F508C-1D6D-59CB-92A8-D4F59061B1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8829" y="5566676"/>
              <a:ext cx="21139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7B636F5-06E7-1392-6533-5C50BF86EA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7436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D4A2498-3CB5-1575-1353-6A1887EFFB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9324" y="4804643"/>
              <a:ext cx="469136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38A4BE-AE23-02F9-F5BE-ADCFEF8639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8829" y="4804643"/>
              <a:ext cx="4604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AB31806-DA82-2ABE-52D7-B9CB5FB390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26099" y="4804643"/>
              <a:ext cx="460498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89E7BA-3A61-2843-C19E-9A136C89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7AF0-62B1-AA25-256C-EF264EE9C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2199499"/>
          </a:xfrm>
        </p:spPr>
        <p:txBody>
          <a:bodyPr>
            <a:normAutofit/>
          </a:bodyPr>
          <a:lstStyle/>
          <a:p>
            <a:r>
              <a:rPr lang="nl-NL" dirty="0"/>
              <a:t>Like a </a:t>
            </a:r>
            <a:r>
              <a:rPr lang="nl-NL" dirty="0" err="1"/>
              <a:t>binary</a:t>
            </a:r>
            <a:r>
              <a:rPr lang="nl-NL" dirty="0"/>
              <a:t> tree, but </a:t>
            </a:r>
            <a:r>
              <a:rPr lang="nl-NL" dirty="0" err="1"/>
              <a:t>stored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array</a:t>
            </a:r>
          </a:p>
          <a:p>
            <a:pPr lvl="1"/>
            <a:r>
              <a:rPr lang="nl-NL" dirty="0"/>
              <a:t>No </a:t>
            </a:r>
            <a:r>
              <a:rPr lang="nl-NL" dirty="0" err="1"/>
              <a:t>gaps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 </a:t>
            </a:r>
            <a:r>
              <a:rPr lang="nl-NL" dirty="0" err="1">
                <a:sym typeface="Wingdings" panose="05000000000000000000" pitchFamily="2" charset="2"/>
              </a:rPr>
              <a:t>all</a:t>
            </a:r>
            <a:r>
              <a:rPr lang="nl-NL" dirty="0">
                <a:sym typeface="Wingdings" panose="05000000000000000000" pitchFamily="2" charset="2"/>
              </a:rPr>
              <a:t> levels </a:t>
            </a:r>
            <a:r>
              <a:rPr lang="nl-NL" dirty="0" err="1">
                <a:sym typeface="Wingdings" panose="05000000000000000000" pitchFamily="2" charset="2"/>
              </a:rPr>
              <a:t>filled</a:t>
            </a:r>
            <a:r>
              <a:rPr lang="nl-NL" dirty="0">
                <a:sym typeface="Wingdings" panose="05000000000000000000" pitchFamily="2" charset="2"/>
              </a:rPr>
              <a:t> </a:t>
            </a:r>
            <a:r>
              <a:rPr lang="nl-NL" dirty="0" err="1">
                <a:sym typeface="Wingdings" panose="05000000000000000000" pitchFamily="2" charset="2"/>
              </a:rPr>
              <a:t>before</a:t>
            </a:r>
            <a:r>
              <a:rPr lang="nl-NL" dirty="0">
                <a:sym typeface="Wingdings" panose="05000000000000000000" pitchFamily="2" charset="2"/>
              </a:rPr>
              <a:t> next </a:t>
            </a:r>
            <a:r>
              <a:rPr lang="nl-NL" dirty="0" err="1">
                <a:sym typeface="Wingdings" panose="05000000000000000000" pitchFamily="2" charset="2"/>
              </a:rPr>
              <a:t>one</a:t>
            </a:r>
            <a:r>
              <a:rPr lang="nl-NL" dirty="0">
                <a:sym typeface="Wingdings" panose="05000000000000000000" pitchFamily="2" charset="2"/>
              </a:rPr>
              <a:t> is</a:t>
            </a:r>
          </a:p>
          <a:p>
            <a:endParaRPr lang="nl-NL" dirty="0">
              <a:sym typeface="Wingdings" panose="05000000000000000000" pitchFamily="2" charset="2"/>
            </a:endParaRPr>
          </a:p>
          <a:p>
            <a:r>
              <a:rPr lang="nl-NL" b="1" dirty="0" err="1">
                <a:sym typeface="Wingdings" panose="05000000000000000000" pitchFamily="2" charset="2"/>
              </a:rPr>
              <a:t>Can’t</a:t>
            </a:r>
            <a:r>
              <a:rPr lang="nl-NL" b="1" dirty="0">
                <a:sym typeface="Wingdings" panose="05000000000000000000" pitchFamily="2" charset="2"/>
              </a:rPr>
              <a:t> keep </a:t>
            </a:r>
            <a:r>
              <a:rPr lang="nl-NL" b="1" dirty="0" err="1">
                <a:sym typeface="Wingdings" panose="05000000000000000000" pitchFamily="2" charset="2"/>
              </a:rPr>
              <a:t>things</a:t>
            </a:r>
            <a:r>
              <a:rPr lang="nl-NL" b="1" dirty="0">
                <a:sym typeface="Wingdings" panose="05000000000000000000" pitchFamily="2" charset="2"/>
              </a:rPr>
              <a:t> </a:t>
            </a:r>
            <a:r>
              <a:rPr lang="nl-NL" b="1" dirty="0" err="1">
                <a:sym typeface="Wingdings" panose="05000000000000000000" pitchFamily="2" charset="2"/>
              </a:rPr>
              <a:t>sorted</a:t>
            </a:r>
            <a:r>
              <a:rPr lang="nl-NL" b="1" dirty="0">
                <a:sym typeface="Wingdings" panose="05000000000000000000" pitchFamily="2" charset="2"/>
              </a:rPr>
              <a:t> like a BST!</a:t>
            </a:r>
            <a:endParaRPr lang="nl-NL" b="1" dirty="0"/>
          </a:p>
        </p:txBody>
      </p:sp>
      <p:sp>
        <p:nvSpPr>
          <p:cNvPr id="19" name="Node empty 5">
            <a:extLst>
              <a:ext uri="{FF2B5EF4-FFF2-40B4-BE49-F238E27FC236}">
                <a16:creationId xmlns:a16="http://schemas.microsoft.com/office/drawing/2014/main" id="{3A0055D2-6CD4-4561-665D-33E1724E39EA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443ED63D-07E0-CF04-784F-1C1F77591860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BBC82178-57B9-53BE-8D8C-47D56483D402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4C153EE7-3ECD-98E1-B520-DF09022D7707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32651027-8778-61BD-5F0A-7E883003F4AB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2F90CA7E-0B09-F546-7E5B-8E3E060B138A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79EC7284-A0BD-F34D-2DD3-2E9B1005B4DB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70DE3993-6A65-2F2F-F45B-FC05787CD80D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D85E596F-D56F-75B2-8235-6390E180CE0E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80DF7843-A703-5ED4-E3E5-BDE6943FECF6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198CC401-4F51-B970-2787-0E774F0C90FB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BC99D8E0-62EF-EEFD-23D9-224DBF3156FE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73837D50-05D3-F5B5-BC06-EC534B6D6AC8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EA6CCCCD-EFF9-27BB-9336-CF98792A9813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3119F809-EC01-2FFD-7090-56EC9BF7149E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FEEC0056-9904-285B-A795-E5B593A3E383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96BDB9E1-5767-9FA0-7E58-E689138C1001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C2D36DBC-A339-1F92-86B7-FDCA4EAF1533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13EDB507-76A8-5DCE-F30A-D69449B17375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518B8E79-1CB7-4E5F-17C8-9A07B0ECB76C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1040FA7E-124E-786B-9828-7DE3B2316993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74EDC8B1-F4D1-923D-CB76-D01E2228D33B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5DF19DBC-E8DE-2C61-ECF5-2C683A5FEBC3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B338CD27-4D6A-A335-8357-41356F8ECF4D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CFB9A1BC-E421-0F13-C4EF-FF40092207B1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E10A94BC-CD64-515B-26B3-464018FCF630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C3D35C22-92A1-5A26-1425-27CD2F2E5C55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EBB107F6-F472-F0EC-6685-5FEC3E9A9A1D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1FBE6EA2-83A3-D672-80B8-6C064523387C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A64CF53A-A0B4-AAAC-EB8A-73B5204635E3}"/>
              </a:ext>
            </a:extLst>
          </p:cNvPr>
          <p:cNvGrpSpPr/>
          <p:nvPr/>
        </p:nvGrpSpPr>
        <p:grpSpPr>
          <a:xfrm>
            <a:off x="968074" y="4727684"/>
            <a:ext cx="6341806" cy="786580"/>
            <a:chOff x="968074" y="4727684"/>
            <a:chExt cx="6341806" cy="786580"/>
          </a:xfrm>
        </p:grpSpPr>
        <p:sp>
          <p:nvSpPr>
            <p:cNvPr id="66" name="array@0">
              <a:extLst>
                <a:ext uri="{FF2B5EF4-FFF2-40B4-BE49-F238E27FC236}">
                  <a16:creationId xmlns:a16="http://schemas.microsoft.com/office/drawing/2014/main" id="{7637B8F7-6314-EAC3-7262-5645541F5C1C}"/>
                </a:ext>
              </a:extLst>
            </p:cNvPr>
            <p:cNvSpPr/>
            <p:nvPr/>
          </p:nvSpPr>
          <p:spPr>
            <a:xfrm>
              <a:off x="968074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83" name="idx 0">
              <a:extLst>
                <a:ext uri="{FF2B5EF4-FFF2-40B4-BE49-F238E27FC236}">
                  <a16:creationId xmlns:a16="http://schemas.microsoft.com/office/drawing/2014/main" id="{9C550792-E242-BB96-F300-11307860DA03}"/>
                </a:ext>
              </a:extLst>
            </p:cNvPr>
            <p:cNvSpPr/>
            <p:nvPr/>
          </p:nvSpPr>
          <p:spPr>
            <a:xfrm>
              <a:off x="968074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67" name="array@1">
              <a:extLst>
                <a:ext uri="{FF2B5EF4-FFF2-40B4-BE49-F238E27FC236}">
                  <a16:creationId xmlns:a16="http://schemas.microsoft.com/office/drawing/2014/main" id="{9D1310DA-F520-0605-A855-730EB41BA49C}"/>
                </a:ext>
              </a:extLst>
            </p:cNvPr>
            <p:cNvSpPr/>
            <p:nvPr/>
          </p:nvSpPr>
          <p:spPr>
            <a:xfrm>
              <a:off x="1390861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84" name="idx 1">
              <a:extLst>
                <a:ext uri="{FF2B5EF4-FFF2-40B4-BE49-F238E27FC236}">
                  <a16:creationId xmlns:a16="http://schemas.microsoft.com/office/drawing/2014/main" id="{3DE0F6EB-7A10-331F-93A2-9BD03EB8E94D}"/>
                </a:ext>
              </a:extLst>
            </p:cNvPr>
            <p:cNvSpPr/>
            <p:nvPr/>
          </p:nvSpPr>
          <p:spPr>
            <a:xfrm>
              <a:off x="1390861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68" name="array@2">
              <a:extLst>
                <a:ext uri="{FF2B5EF4-FFF2-40B4-BE49-F238E27FC236}">
                  <a16:creationId xmlns:a16="http://schemas.microsoft.com/office/drawing/2014/main" id="{FAD45DC7-9096-99D8-1ADE-D34D592A2EF5}"/>
                </a:ext>
              </a:extLst>
            </p:cNvPr>
            <p:cNvSpPr/>
            <p:nvPr/>
          </p:nvSpPr>
          <p:spPr>
            <a:xfrm>
              <a:off x="1813648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85" name="idx 2">
              <a:extLst>
                <a:ext uri="{FF2B5EF4-FFF2-40B4-BE49-F238E27FC236}">
                  <a16:creationId xmlns:a16="http://schemas.microsoft.com/office/drawing/2014/main" id="{24AA3AAF-2DF4-C307-9133-36DB68D5104F}"/>
                </a:ext>
              </a:extLst>
            </p:cNvPr>
            <p:cNvSpPr/>
            <p:nvPr/>
          </p:nvSpPr>
          <p:spPr>
            <a:xfrm>
              <a:off x="1813648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69" name="array@3">
              <a:extLst>
                <a:ext uri="{FF2B5EF4-FFF2-40B4-BE49-F238E27FC236}">
                  <a16:creationId xmlns:a16="http://schemas.microsoft.com/office/drawing/2014/main" id="{C2984285-CE40-F4AD-EEE6-7A3561B32C70}"/>
                </a:ext>
              </a:extLst>
            </p:cNvPr>
            <p:cNvSpPr/>
            <p:nvPr/>
          </p:nvSpPr>
          <p:spPr>
            <a:xfrm>
              <a:off x="2236435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86" name="idx 3">
              <a:extLst>
                <a:ext uri="{FF2B5EF4-FFF2-40B4-BE49-F238E27FC236}">
                  <a16:creationId xmlns:a16="http://schemas.microsoft.com/office/drawing/2014/main" id="{4CA50161-0137-012E-6875-7221AFF7C63F}"/>
                </a:ext>
              </a:extLst>
            </p:cNvPr>
            <p:cNvSpPr/>
            <p:nvPr/>
          </p:nvSpPr>
          <p:spPr>
            <a:xfrm>
              <a:off x="2236435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70" name="array@4">
              <a:extLst>
                <a:ext uri="{FF2B5EF4-FFF2-40B4-BE49-F238E27FC236}">
                  <a16:creationId xmlns:a16="http://schemas.microsoft.com/office/drawing/2014/main" id="{A38044D5-1BF3-05D3-3404-5277E7F4C47C}"/>
                </a:ext>
              </a:extLst>
            </p:cNvPr>
            <p:cNvSpPr/>
            <p:nvPr/>
          </p:nvSpPr>
          <p:spPr>
            <a:xfrm>
              <a:off x="2659222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87" name="idx 4">
              <a:extLst>
                <a:ext uri="{FF2B5EF4-FFF2-40B4-BE49-F238E27FC236}">
                  <a16:creationId xmlns:a16="http://schemas.microsoft.com/office/drawing/2014/main" id="{CB7D2F7B-46C4-B9D2-BBF4-ED0AE04FD6D4}"/>
                </a:ext>
              </a:extLst>
            </p:cNvPr>
            <p:cNvSpPr/>
            <p:nvPr/>
          </p:nvSpPr>
          <p:spPr>
            <a:xfrm>
              <a:off x="2659222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71" name="array@5">
              <a:extLst>
                <a:ext uri="{FF2B5EF4-FFF2-40B4-BE49-F238E27FC236}">
                  <a16:creationId xmlns:a16="http://schemas.microsoft.com/office/drawing/2014/main" id="{341FF787-EFAD-093D-717A-954013FC057A}"/>
                </a:ext>
              </a:extLst>
            </p:cNvPr>
            <p:cNvSpPr/>
            <p:nvPr/>
          </p:nvSpPr>
          <p:spPr>
            <a:xfrm>
              <a:off x="3082009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13</a:t>
              </a:r>
            </a:p>
          </p:txBody>
        </p:sp>
        <p:sp>
          <p:nvSpPr>
            <p:cNvPr id="82" name="idx 5">
              <a:extLst>
                <a:ext uri="{FF2B5EF4-FFF2-40B4-BE49-F238E27FC236}">
                  <a16:creationId xmlns:a16="http://schemas.microsoft.com/office/drawing/2014/main" id="{2F7B0E91-D0A8-6A5D-FCF1-B89B2C6F20B1}"/>
                </a:ext>
              </a:extLst>
            </p:cNvPr>
            <p:cNvSpPr/>
            <p:nvPr/>
          </p:nvSpPr>
          <p:spPr>
            <a:xfrm>
              <a:off x="3082009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72" name="array@6">
              <a:extLst>
                <a:ext uri="{FF2B5EF4-FFF2-40B4-BE49-F238E27FC236}">
                  <a16:creationId xmlns:a16="http://schemas.microsoft.com/office/drawing/2014/main" id="{48E058F7-40BB-E2A1-E36D-20AF1DD3B298}"/>
                </a:ext>
              </a:extLst>
            </p:cNvPr>
            <p:cNvSpPr/>
            <p:nvPr/>
          </p:nvSpPr>
          <p:spPr>
            <a:xfrm>
              <a:off x="3504796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</a:p>
          </p:txBody>
        </p:sp>
        <p:sp>
          <p:nvSpPr>
            <p:cNvPr id="88" name="idx 6">
              <a:extLst>
                <a:ext uri="{FF2B5EF4-FFF2-40B4-BE49-F238E27FC236}">
                  <a16:creationId xmlns:a16="http://schemas.microsoft.com/office/drawing/2014/main" id="{BB9FDDB9-497C-04FB-7725-76151857A144}"/>
                </a:ext>
              </a:extLst>
            </p:cNvPr>
            <p:cNvSpPr/>
            <p:nvPr/>
          </p:nvSpPr>
          <p:spPr>
            <a:xfrm>
              <a:off x="3504796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73" name="array@7">
              <a:extLst>
                <a:ext uri="{FF2B5EF4-FFF2-40B4-BE49-F238E27FC236}">
                  <a16:creationId xmlns:a16="http://schemas.microsoft.com/office/drawing/2014/main" id="{7E8CFE3B-5098-36B7-BA9A-F80978DA9FA0}"/>
                </a:ext>
              </a:extLst>
            </p:cNvPr>
            <p:cNvSpPr/>
            <p:nvPr/>
          </p:nvSpPr>
          <p:spPr>
            <a:xfrm>
              <a:off x="3927583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34</a:t>
              </a:r>
            </a:p>
          </p:txBody>
        </p:sp>
        <p:sp>
          <p:nvSpPr>
            <p:cNvPr id="89" name="idx 7">
              <a:extLst>
                <a:ext uri="{FF2B5EF4-FFF2-40B4-BE49-F238E27FC236}">
                  <a16:creationId xmlns:a16="http://schemas.microsoft.com/office/drawing/2014/main" id="{FA04A671-576F-384F-3206-2799C021C6E6}"/>
                </a:ext>
              </a:extLst>
            </p:cNvPr>
            <p:cNvSpPr/>
            <p:nvPr/>
          </p:nvSpPr>
          <p:spPr>
            <a:xfrm>
              <a:off x="3927583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74" name="array@8">
              <a:extLst>
                <a:ext uri="{FF2B5EF4-FFF2-40B4-BE49-F238E27FC236}">
                  <a16:creationId xmlns:a16="http://schemas.microsoft.com/office/drawing/2014/main" id="{E2C41826-35FA-95A7-D929-CE568E5ECC93}"/>
                </a:ext>
              </a:extLst>
            </p:cNvPr>
            <p:cNvSpPr/>
            <p:nvPr/>
          </p:nvSpPr>
          <p:spPr>
            <a:xfrm>
              <a:off x="4350370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55</a:t>
              </a:r>
            </a:p>
          </p:txBody>
        </p:sp>
        <p:sp>
          <p:nvSpPr>
            <p:cNvPr id="90" name="idx 8">
              <a:extLst>
                <a:ext uri="{FF2B5EF4-FFF2-40B4-BE49-F238E27FC236}">
                  <a16:creationId xmlns:a16="http://schemas.microsoft.com/office/drawing/2014/main" id="{A26E945E-82C3-6957-EDFF-2512E8EF4123}"/>
                </a:ext>
              </a:extLst>
            </p:cNvPr>
            <p:cNvSpPr/>
            <p:nvPr/>
          </p:nvSpPr>
          <p:spPr>
            <a:xfrm>
              <a:off x="4350370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75" name="array@9">
              <a:extLst>
                <a:ext uri="{FF2B5EF4-FFF2-40B4-BE49-F238E27FC236}">
                  <a16:creationId xmlns:a16="http://schemas.microsoft.com/office/drawing/2014/main" id="{A4BD3592-FB37-24FE-0AB5-959C49028328}"/>
                </a:ext>
              </a:extLst>
            </p:cNvPr>
            <p:cNvSpPr/>
            <p:nvPr/>
          </p:nvSpPr>
          <p:spPr>
            <a:xfrm>
              <a:off x="4773157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89</a:t>
              </a:r>
            </a:p>
          </p:txBody>
        </p:sp>
        <p:sp>
          <p:nvSpPr>
            <p:cNvPr id="91" name="idx 9">
              <a:extLst>
                <a:ext uri="{FF2B5EF4-FFF2-40B4-BE49-F238E27FC236}">
                  <a16:creationId xmlns:a16="http://schemas.microsoft.com/office/drawing/2014/main" id="{C701B680-4EF6-4BC7-6838-DBC730D8FA05}"/>
                </a:ext>
              </a:extLst>
            </p:cNvPr>
            <p:cNvSpPr/>
            <p:nvPr/>
          </p:nvSpPr>
          <p:spPr>
            <a:xfrm>
              <a:off x="4773157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76" name="array@10">
              <a:extLst>
                <a:ext uri="{FF2B5EF4-FFF2-40B4-BE49-F238E27FC236}">
                  <a16:creationId xmlns:a16="http://schemas.microsoft.com/office/drawing/2014/main" id="{965670FB-A0DC-1679-C692-26EEB10A182E}"/>
                </a:ext>
              </a:extLst>
            </p:cNvPr>
            <p:cNvSpPr/>
            <p:nvPr/>
          </p:nvSpPr>
          <p:spPr>
            <a:xfrm>
              <a:off x="5195944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1" name="idx 10">
              <a:extLst>
                <a:ext uri="{FF2B5EF4-FFF2-40B4-BE49-F238E27FC236}">
                  <a16:creationId xmlns:a16="http://schemas.microsoft.com/office/drawing/2014/main" id="{C5B84975-C2E3-BFB5-4229-85CA91A5835F}"/>
                </a:ext>
              </a:extLst>
            </p:cNvPr>
            <p:cNvSpPr/>
            <p:nvPr/>
          </p:nvSpPr>
          <p:spPr>
            <a:xfrm>
              <a:off x="5195944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77" name="array@11">
              <a:extLst>
                <a:ext uri="{FF2B5EF4-FFF2-40B4-BE49-F238E27FC236}">
                  <a16:creationId xmlns:a16="http://schemas.microsoft.com/office/drawing/2014/main" id="{0F519076-DB21-1DBD-74BE-7546859C59D8}"/>
                </a:ext>
              </a:extLst>
            </p:cNvPr>
            <p:cNvSpPr/>
            <p:nvPr/>
          </p:nvSpPr>
          <p:spPr>
            <a:xfrm>
              <a:off x="5618731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2" name="idx 11">
              <a:extLst>
                <a:ext uri="{FF2B5EF4-FFF2-40B4-BE49-F238E27FC236}">
                  <a16:creationId xmlns:a16="http://schemas.microsoft.com/office/drawing/2014/main" id="{A035C8D7-AF0A-CB79-734A-2B3D05648862}"/>
                </a:ext>
              </a:extLst>
            </p:cNvPr>
            <p:cNvSpPr/>
            <p:nvPr/>
          </p:nvSpPr>
          <p:spPr>
            <a:xfrm>
              <a:off x="5618731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78" name="array@12">
              <a:extLst>
                <a:ext uri="{FF2B5EF4-FFF2-40B4-BE49-F238E27FC236}">
                  <a16:creationId xmlns:a16="http://schemas.microsoft.com/office/drawing/2014/main" id="{6BA09A51-C260-2AA0-8B4A-CFCEA69F39E7}"/>
                </a:ext>
              </a:extLst>
            </p:cNvPr>
            <p:cNvSpPr/>
            <p:nvPr/>
          </p:nvSpPr>
          <p:spPr>
            <a:xfrm>
              <a:off x="6041519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163" name="idx 12">
              <a:extLst>
                <a:ext uri="{FF2B5EF4-FFF2-40B4-BE49-F238E27FC236}">
                  <a16:creationId xmlns:a16="http://schemas.microsoft.com/office/drawing/2014/main" id="{7672CEC4-CAFF-DE07-E8CA-89379A0302EE}"/>
                </a:ext>
              </a:extLst>
            </p:cNvPr>
            <p:cNvSpPr/>
            <p:nvPr/>
          </p:nvSpPr>
          <p:spPr>
            <a:xfrm>
              <a:off x="6041519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164" name="idx 13">
              <a:extLst>
                <a:ext uri="{FF2B5EF4-FFF2-40B4-BE49-F238E27FC236}">
                  <a16:creationId xmlns:a16="http://schemas.microsoft.com/office/drawing/2014/main" id="{DD9BB260-7FDC-42DB-79CD-6CBCF98FEEE1}"/>
                </a:ext>
              </a:extLst>
            </p:cNvPr>
            <p:cNvSpPr/>
            <p:nvPr/>
          </p:nvSpPr>
          <p:spPr>
            <a:xfrm>
              <a:off x="6464306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13</a:t>
              </a:r>
            </a:p>
          </p:txBody>
        </p:sp>
        <p:sp>
          <p:nvSpPr>
            <p:cNvPr id="79" name="array@13">
              <a:extLst>
                <a:ext uri="{FF2B5EF4-FFF2-40B4-BE49-F238E27FC236}">
                  <a16:creationId xmlns:a16="http://schemas.microsoft.com/office/drawing/2014/main" id="{10DAAFA4-1202-3310-32E0-7617666039F0}"/>
                </a:ext>
              </a:extLst>
            </p:cNvPr>
            <p:cNvSpPr/>
            <p:nvPr/>
          </p:nvSpPr>
          <p:spPr>
            <a:xfrm>
              <a:off x="6464306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98" name="array@13">
              <a:extLst>
                <a:ext uri="{FF2B5EF4-FFF2-40B4-BE49-F238E27FC236}">
                  <a16:creationId xmlns:a16="http://schemas.microsoft.com/office/drawing/2014/main" id="{4C97BA44-7C1E-ADB4-DDF8-832785C8FC6A}"/>
                </a:ext>
              </a:extLst>
            </p:cNvPr>
            <p:cNvSpPr/>
            <p:nvPr/>
          </p:nvSpPr>
          <p:spPr>
            <a:xfrm>
              <a:off x="6887093" y="472768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07" name="idx 14">
              <a:extLst>
                <a:ext uri="{FF2B5EF4-FFF2-40B4-BE49-F238E27FC236}">
                  <a16:creationId xmlns:a16="http://schemas.microsoft.com/office/drawing/2014/main" id="{0E4F8BBC-0FBF-5EAA-2F5A-B59CFBCBAA8F}"/>
                </a:ext>
              </a:extLst>
            </p:cNvPr>
            <p:cNvSpPr/>
            <p:nvPr/>
          </p:nvSpPr>
          <p:spPr>
            <a:xfrm>
              <a:off x="6887093" y="512097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516" name="t-idx 14">
            <a:extLst>
              <a:ext uri="{FF2B5EF4-FFF2-40B4-BE49-F238E27FC236}">
                <a16:creationId xmlns:a16="http://schemas.microsoft.com/office/drawing/2014/main" id="{CCF840E2-38C7-5B01-8E9F-BF4CE6C1EDA5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939">
                <a:extLst>
                  <a:ext uri="{FF2B5EF4-FFF2-40B4-BE49-F238E27FC236}">
                    <a16:creationId xmlns:a16="http://schemas.microsoft.com/office/drawing/2014/main" id="{D57CDE09-8FF8-8948-3E75-07CEB46FEAAB}"/>
                  </a:ext>
                </a:extLst>
              </p:cNvPr>
              <p:cNvSpPr txBox="1"/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Store </a:t>
                </a:r>
                <a:r>
                  <a:rPr lang="nl-NL" dirty="0" err="1">
                    <a:latin typeface="Aptos" panose="020B0004020202020204" pitchFamily="34" charset="0"/>
                  </a:rPr>
                  <a:t>the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children</a:t>
                </a:r>
                <a:r>
                  <a:rPr lang="nl-NL" dirty="0">
                    <a:latin typeface="Aptos" panose="020B0004020202020204" pitchFamily="34" charset="0"/>
                  </a:rPr>
                  <a:t> of index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at indices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nl-NL" dirty="0">
                    <a:latin typeface="Aptos" panose="020B0004020202020204" pitchFamily="34" charset="0"/>
                  </a:rPr>
                  <a:t> </a:t>
                </a:r>
                <a:r>
                  <a:rPr lang="nl-NL" dirty="0" err="1">
                    <a:latin typeface="Aptos" panose="020B0004020202020204" pitchFamily="34" charset="0"/>
                  </a:rPr>
                  <a:t>and</a:t>
                </a:r>
                <a:r>
                  <a:rPr lang="nl-NL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nl-NL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TextBox 939">
                <a:extLst>
                  <a:ext uri="{FF2B5EF4-FFF2-40B4-BE49-F238E27FC236}">
                    <a16:creationId xmlns:a16="http://schemas.microsoft.com/office/drawing/2014/main" id="{D57CDE09-8FF8-8948-3E75-07CEB46FE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91" y="6130497"/>
                <a:ext cx="6043834" cy="369332"/>
              </a:xfrm>
              <a:prstGeom prst="rect">
                <a:avLst/>
              </a:prstGeom>
              <a:blipFill>
                <a:blip r:embed="rId2"/>
                <a:stretch>
                  <a:fillRect l="-704" t="-6349" b="-23810"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68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263A-1AA7-2187-A0A1-3F53E9F0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069CD8-076F-1C1F-8CD0-3CB404A79677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867454-917A-6F71-B582-F261643D49D4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11FCAE-EDE5-694E-5420-E83F896D2575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27FAB6-4C2E-38EF-3265-02D730630B59}"/>
              </a:ext>
            </a:extLst>
          </p:cNvPr>
          <p:cNvCxnSpPr>
            <a:cxnSpLocks/>
          </p:cNvCxnSpPr>
          <p:nvPr/>
        </p:nvCxnSpPr>
        <p:spPr>
          <a:xfrm flipH="1" flipV="1">
            <a:off x="11087948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7C168A-B2CB-7F46-C843-7B7C0EDDD2A7}"/>
              </a:ext>
            </a:extLst>
          </p:cNvPr>
          <p:cNvCxnSpPr>
            <a:cxnSpLocks/>
          </p:cNvCxnSpPr>
          <p:nvPr/>
        </p:nvCxnSpPr>
        <p:spPr>
          <a:xfrm flipV="1">
            <a:off x="10876553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5F649CF-D5A5-3A0A-20D8-5C6A13A430BA}"/>
              </a:ext>
            </a:extLst>
          </p:cNvPr>
          <p:cNvCxnSpPr>
            <a:cxnSpLocks/>
          </p:cNvCxnSpPr>
          <p:nvPr/>
        </p:nvCxnSpPr>
        <p:spPr>
          <a:xfrm flipH="1" flipV="1">
            <a:off x="10128136" y="5566676"/>
            <a:ext cx="25021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B658C5-538B-421A-F814-7CD85BB0F514}"/>
              </a:ext>
            </a:extLst>
          </p:cNvPr>
          <p:cNvCxnSpPr>
            <a:cxnSpLocks/>
          </p:cNvCxnSpPr>
          <p:nvPr/>
        </p:nvCxnSpPr>
        <p:spPr>
          <a:xfrm flipV="1">
            <a:off x="995556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B2F21B-A9FA-6041-97B9-6D5C01EE913B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6FC2790-FBC0-E484-66B8-7EC413599512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6391C15-F297-C83B-2423-5C38A6AFE397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61C10B-6570-58E7-49E1-9A71A268B8F0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CF6C219-9F27-4A36-6118-521AEBE78991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1F167F4-C51E-4280-4425-E61D4E326023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B4AFCEC-9AB9-A9F8-B5BC-631D4D3738D7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F0B7D60-BEB2-B49C-47F7-F0B6DA14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F5FEB-3BAD-BDDA-EEF6-757A45AF3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1974525"/>
          </a:xfrm>
        </p:spPr>
        <p:txBody>
          <a:bodyPr>
            <a:normAutofit/>
          </a:bodyPr>
          <a:lstStyle/>
          <a:p>
            <a:r>
              <a:rPr lang="nl-NL" dirty="0" err="1"/>
              <a:t>What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keep </a:t>
            </a:r>
            <a:r>
              <a:rPr lang="nl-NL" dirty="0" err="1"/>
              <a:t>sorted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i="1" dirty="0" err="1"/>
              <a:t>path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top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bottom</a:t>
            </a:r>
            <a:endParaRPr lang="nl-NL" dirty="0"/>
          </a:p>
          <a:p>
            <a:pPr lvl="1"/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is smaller </a:t>
            </a:r>
            <a:r>
              <a:rPr lang="nl-NL" dirty="0" err="1"/>
              <a:t>than</a:t>
            </a:r>
            <a:r>
              <a:rPr lang="nl-NL" dirty="0"/>
              <a:t> (or </a:t>
            </a:r>
            <a:r>
              <a:rPr lang="nl-NL" dirty="0" err="1"/>
              <a:t>equal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) </a:t>
            </a:r>
            <a:r>
              <a:rPr lang="nl-NL" dirty="0" err="1"/>
              <a:t>both</a:t>
            </a:r>
            <a:r>
              <a:rPr lang="nl-NL" dirty="0"/>
              <a:t> of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child</a:t>
            </a:r>
            <a:r>
              <a:rPr lang="nl-NL" dirty="0"/>
              <a:t> </a:t>
            </a:r>
            <a:r>
              <a:rPr lang="nl-NL" dirty="0" err="1"/>
              <a:t>values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removing</a:t>
            </a:r>
            <a:r>
              <a:rPr lang="nl-NL" dirty="0"/>
              <a:t> / </a:t>
            </a:r>
            <a:r>
              <a:rPr lang="nl-NL" dirty="0" err="1"/>
              <a:t>inserting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, we must </a:t>
            </a:r>
            <a:r>
              <a:rPr lang="nl-NL" dirty="0" err="1"/>
              <a:t>ensure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are </a:t>
            </a:r>
            <a:r>
              <a:rPr lang="nl-NL" dirty="0" err="1"/>
              <a:t>kept</a:t>
            </a:r>
            <a:r>
              <a:rPr lang="nl-NL" dirty="0"/>
              <a:t> </a:t>
            </a:r>
            <a:r>
              <a:rPr lang="nl-NL" dirty="0" err="1"/>
              <a:t>sorted</a:t>
            </a:r>
            <a:endParaRPr lang="nl-NL" dirty="0"/>
          </a:p>
        </p:txBody>
      </p:sp>
      <p:sp>
        <p:nvSpPr>
          <p:cNvPr id="19" name="Node empty 5">
            <a:extLst>
              <a:ext uri="{FF2B5EF4-FFF2-40B4-BE49-F238E27FC236}">
                <a16:creationId xmlns:a16="http://schemas.microsoft.com/office/drawing/2014/main" id="{AC6F2046-086C-42EC-3CC2-B8C61A15210E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5156E543-A92C-939A-C771-392164091370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B6AC11FA-1229-27BC-7681-BE4E68E45E20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0A13189A-C770-366B-11FA-E997BF1D7E8B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39B3C404-4C59-7FF2-ED6D-32990C426805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51D89CDA-BC85-94A9-6642-04C0A9935EE6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EC314398-7AA6-2BA8-7BCC-71AC8E39335E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D701B916-8070-499B-9569-33B759088C21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3B51C133-DD09-5ADF-C725-04F88B85811F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07F515AA-C7EE-2F2B-1691-8F38358CF6D3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547148CE-2B6D-112E-4570-7ADAD5534B59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6CEC6048-CD24-55CA-820C-81594C6392BE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7A4BC8DD-2142-8A32-90F5-B84AF82C9883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BB463566-1371-5876-EAB0-0F3297FCE8BA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A9E361D8-84B6-5E8B-F72A-E981311964D4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0D09E2AB-4570-053A-F572-C80B776DC793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1C0340FE-54A8-1DAD-FBCB-1063A2F0C21D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233D6533-D270-1D33-CDD9-0190D481811F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2FBAA6A2-515F-F124-366F-29D25D4281B5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26DAB24E-4787-B467-80B0-4B5B91B71A17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AF037CD9-649B-E322-836A-8E78DCD2A20F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6ECDAB1A-AE0B-978C-47FF-DE7FC092461F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A7DD2315-204D-A29E-64DC-83F288847EC4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BA00BFAC-0033-A5B0-D69F-9493C2D2EA2D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E3F03EC7-A48E-78CC-3FD3-ABCB16691F62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D900A27A-8FA6-ABD7-A3FD-E3559CD27190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D0BF0D6A-9247-D39F-3292-0392C45F660C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92809984-52B6-5296-8282-7650234459D3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08FEC747-0675-683F-F0B5-7B92F2DB2A0D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65B44F0A-31E7-85EC-105B-27B0B01C651E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3B3699A7-F9A0-FAAA-D84C-809B89F0B0DA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A5FDBFF7-5D8C-F20A-3A15-495443E39ADE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C378E7BD-959B-4374-EA92-5E271B1C0980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AC6AD389-A4B1-EBD7-6230-9A907C74D239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1CCF4824-2A1C-4CDC-DAD9-7A7EC59ADF9F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E11CBFCE-959B-3262-8ACA-DFECC59249DD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067AC484-DFBD-B2EE-81E7-04ABC1DA8A04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E2C24487-0E94-88EB-CB43-B7EB4286D466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B8D9C91D-F5BF-A907-2305-7CDE40CE2CE8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833B8FCE-A8BB-CB56-39C2-851B327BA940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7985D786-DD31-EACF-A14C-1F60A82A2CCB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3BF29CC3-720A-4CC7-E2D6-6256B221B554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2A1BF622-DA10-AFEB-05C8-AD95D96525DC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CDC0C7A2-1DBB-722A-7761-5B1AF88A49CF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9A881497-E794-8359-D281-80E8041AEE8B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A78B3BAD-25CC-8C82-5980-AF50DE83B18C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AC643487-E14F-7AEA-35AF-D9F57F78EA99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5" name="array@9">
            <a:extLst>
              <a:ext uri="{FF2B5EF4-FFF2-40B4-BE49-F238E27FC236}">
                <a16:creationId xmlns:a16="http://schemas.microsoft.com/office/drawing/2014/main" id="{0EC9D57E-00E1-9DA6-B441-9596D3D71301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656EC70E-9463-1B7A-626E-C6DFF6C33104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B72EE2FA-95FF-2D45-372E-7485D3617815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0556A967-B011-4E6F-C88F-D6A8A92FC90A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50C4B556-9035-B080-0994-723182854649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EC31958E-8768-7BF7-5FA2-3DAA89A583AC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E0C6251B-2723-7275-386A-459A712680D4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102520AF-195B-AFBB-763C-F5AD4BAA7BA2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0FE5D8E8-5899-2402-4779-11A5CF09771C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4ED55A1D-1EE2-30D3-09AE-E49F7E561AF1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F5252F60-283D-9204-657B-C4FC3C7CABC9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8C919D9F-D054-113A-0A93-1C1C687A6DF7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F46AF9F2-C07D-F8CF-8158-276DFE0EF1D7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B77724F-5ECA-E079-A9CC-6E042BFA4C84}"/>
              </a:ext>
            </a:extLst>
          </p:cNvPr>
          <p:cNvSpPr/>
          <p:nvPr/>
        </p:nvSpPr>
        <p:spPr>
          <a:xfrm>
            <a:off x="8418788" y="1547446"/>
            <a:ext cx="2669160" cy="1339840"/>
          </a:xfrm>
          <a:prstGeom prst="wedgeEllipseCallout">
            <a:avLst>
              <a:gd name="adj1" fmla="val -82212"/>
              <a:gd name="adj2" fmla="val 77666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called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b="1" i="1" dirty="0" err="1">
                <a:latin typeface="Aptos" panose="020B0004020202020204" pitchFamily="34" charset="0"/>
              </a:rPr>
              <a:t>heap</a:t>
            </a:r>
            <a:r>
              <a:rPr lang="nl-NL" b="1" i="1" dirty="0">
                <a:latin typeface="Aptos" panose="020B0004020202020204" pitchFamily="34" charset="0"/>
              </a:rPr>
              <a:t> property</a:t>
            </a:r>
          </a:p>
        </p:txBody>
      </p:sp>
    </p:spTree>
    <p:extLst>
      <p:ext uri="{BB962C8B-B14F-4D97-AF65-F5344CB8AC3E}">
        <p14:creationId xmlns:p14="http://schemas.microsoft.com/office/powerpoint/2010/main" val="296728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1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4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5" grpId="0" animBg="1"/>
      <p:bldP spid="4" grpId="0" animBg="1"/>
      <p:bldP spid="66" grpId="0" animBg="1"/>
      <p:bldP spid="67" grpId="0" animBg="1"/>
      <p:bldP spid="69" grpId="0" animBg="1"/>
      <p:bldP spid="73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26E2-01E2-F56F-4492-A32C8D45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82E9-B3EE-606E-406E-71A70379F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Heap</a:t>
            </a:r>
            <a:r>
              <a:rPr lang="nl-NL" b="0" dirty="0"/>
              <a:t> property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42769-9FAB-028B-517D-FE7D6FE7F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669800" cy="597442"/>
          </a:xfrm>
        </p:spPr>
        <p:txBody>
          <a:bodyPr>
            <a:normAutofit/>
          </a:bodyPr>
          <a:lstStyle/>
          <a:p>
            <a:r>
              <a:rPr lang="nl-NL" dirty="0"/>
              <a:t>For </a:t>
            </a:r>
            <a:r>
              <a:rPr lang="nl-NL" dirty="0" err="1"/>
              <a:t>which</a:t>
            </a:r>
            <a:r>
              <a:rPr lang="nl-NL" dirty="0"/>
              <a:t> of these arrays does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property </a:t>
            </a:r>
            <a:r>
              <a:rPr lang="nl-NL" dirty="0" err="1"/>
              <a:t>hold</a:t>
            </a:r>
            <a:r>
              <a:rPr lang="nl-NL" dirty="0"/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57D8CC-16A3-C451-91CF-13797744CDD8}"/>
              </a:ext>
            </a:extLst>
          </p:cNvPr>
          <p:cNvGrpSpPr/>
          <p:nvPr/>
        </p:nvGrpSpPr>
        <p:grpSpPr>
          <a:xfrm>
            <a:off x="4089531" y="3505550"/>
            <a:ext cx="3695848" cy="3003409"/>
            <a:chOff x="7603495" y="3521945"/>
            <a:chExt cx="3695848" cy="3003409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87D50B3-28C0-D74E-9264-2965B2554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0181" y="4042611"/>
              <a:ext cx="998637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603B313-2C48-184F-17AC-63637A6EE2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8818" y="4042611"/>
              <a:ext cx="998636" cy="7620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759122F-E1C6-A1AD-B346-B3FE9C9BAC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7454" y="4804643"/>
              <a:ext cx="460494" cy="7620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E78B91E-26A6-722A-C3F1-3333791508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9317" y="5566676"/>
              <a:ext cx="202751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BB69A6-3742-F789-D9F9-896E0870CB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9283" y="5566676"/>
              <a:ext cx="211392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4F91C53-99CC-4555-D7EF-6D51D73C56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9686" y="5566676"/>
              <a:ext cx="21139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3A9B77C-2249-009A-D88C-A123FBFC7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8293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25F3101-3865-5320-0522-958E5D1691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0181" y="4804643"/>
              <a:ext cx="469136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569156-EA87-76AA-4612-0190890CA0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9686" y="4804643"/>
              <a:ext cx="4604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B3C7B8D-8E42-5001-F36D-E98F4DB3FF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6956" y="4804643"/>
              <a:ext cx="460498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Node empty 1">
              <a:extLst>
                <a:ext uri="{FF2B5EF4-FFF2-40B4-BE49-F238E27FC236}">
                  <a16:creationId xmlns:a16="http://schemas.microsoft.com/office/drawing/2014/main" id="{2A399517-F878-13F9-DF67-4CE2D021EE26}"/>
                </a:ext>
              </a:extLst>
            </p:cNvPr>
            <p:cNvSpPr/>
            <p:nvPr/>
          </p:nvSpPr>
          <p:spPr>
            <a:xfrm>
              <a:off x="9090675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33</a:t>
              </a:r>
            </a:p>
          </p:txBody>
        </p:sp>
        <p:sp>
          <p:nvSpPr>
            <p:cNvPr id="12" name="Node 89">
              <a:extLst>
                <a:ext uri="{FF2B5EF4-FFF2-40B4-BE49-F238E27FC236}">
                  <a16:creationId xmlns:a16="http://schemas.microsoft.com/office/drawing/2014/main" id="{7C75D599-E296-EDD8-8C3D-47296FD021C0}"/>
                </a:ext>
              </a:extLst>
            </p:cNvPr>
            <p:cNvSpPr/>
            <p:nvPr/>
          </p:nvSpPr>
          <p:spPr>
            <a:xfrm>
              <a:off x="866789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</a:p>
          </p:txBody>
        </p:sp>
        <p:sp>
          <p:nvSpPr>
            <p:cNvPr id="11" name="Node 55">
              <a:extLst>
                <a:ext uri="{FF2B5EF4-FFF2-40B4-BE49-F238E27FC236}">
                  <a16:creationId xmlns:a16="http://schemas.microsoft.com/office/drawing/2014/main" id="{18663AF7-5AC5-766F-2CBD-0A52B32AFBC2}"/>
                </a:ext>
              </a:extLst>
            </p:cNvPr>
            <p:cNvSpPr/>
            <p:nvPr/>
          </p:nvSpPr>
          <p:spPr>
            <a:xfrm>
              <a:off x="8169686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14</a:t>
              </a:r>
            </a:p>
          </p:txBody>
        </p:sp>
        <p:sp>
          <p:nvSpPr>
            <p:cNvPr id="10" name="Node 34">
              <a:extLst>
                <a:ext uri="{FF2B5EF4-FFF2-40B4-BE49-F238E27FC236}">
                  <a16:creationId xmlns:a16="http://schemas.microsoft.com/office/drawing/2014/main" id="{7E344071-8384-A76F-04C9-6D64F80F6275}"/>
                </a:ext>
              </a:extLst>
            </p:cNvPr>
            <p:cNvSpPr/>
            <p:nvPr/>
          </p:nvSpPr>
          <p:spPr>
            <a:xfrm>
              <a:off x="774690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75</a:t>
              </a:r>
            </a:p>
          </p:txBody>
        </p:sp>
        <p:sp>
          <p:nvSpPr>
            <p:cNvPr id="20" name="Node 21">
              <a:extLst>
                <a:ext uri="{FF2B5EF4-FFF2-40B4-BE49-F238E27FC236}">
                  <a16:creationId xmlns:a16="http://schemas.microsoft.com/office/drawing/2014/main" id="{AF218D96-E6F1-E7EB-F27E-E6C50446E79B}"/>
                </a:ext>
              </a:extLst>
            </p:cNvPr>
            <p:cNvSpPr/>
            <p:nvPr/>
          </p:nvSpPr>
          <p:spPr>
            <a:xfrm>
              <a:off x="10876556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</a:p>
          </p:txBody>
        </p:sp>
        <p:sp>
          <p:nvSpPr>
            <p:cNvPr id="8" name="Node 13">
              <a:extLst>
                <a:ext uri="{FF2B5EF4-FFF2-40B4-BE49-F238E27FC236}">
                  <a16:creationId xmlns:a16="http://schemas.microsoft.com/office/drawing/2014/main" id="{2A1C19BD-DCE7-0BD5-1A8F-BFBEC475514D}"/>
                </a:ext>
              </a:extLst>
            </p:cNvPr>
            <p:cNvSpPr/>
            <p:nvPr/>
          </p:nvSpPr>
          <p:spPr>
            <a:xfrm>
              <a:off x="9955565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15</a:t>
              </a:r>
            </a:p>
          </p:txBody>
        </p:sp>
        <p:sp>
          <p:nvSpPr>
            <p:cNvPr id="21" name="Node 8">
              <a:extLst>
                <a:ext uri="{FF2B5EF4-FFF2-40B4-BE49-F238E27FC236}">
                  <a16:creationId xmlns:a16="http://schemas.microsoft.com/office/drawing/2014/main" id="{B6B57AFF-B17E-49E8-ADCB-7AE699810165}"/>
                </a:ext>
              </a:extLst>
            </p:cNvPr>
            <p:cNvSpPr/>
            <p:nvPr/>
          </p:nvSpPr>
          <p:spPr>
            <a:xfrm>
              <a:off x="8879283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25</a:t>
              </a:r>
            </a:p>
          </p:txBody>
        </p:sp>
        <p:sp>
          <p:nvSpPr>
            <p:cNvPr id="7" name="Node 5">
              <a:extLst>
                <a:ext uri="{FF2B5EF4-FFF2-40B4-BE49-F238E27FC236}">
                  <a16:creationId xmlns:a16="http://schemas.microsoft.com/office/drawing/2014/main" id="{2D2BAED3-B45D-4951-CA1D-5481BF4B8BFE}"/>
                </a:ext>
              </a:extLst>
            </p:cNvPr>
            <p:cNvSpPr/>
            <p:nvPr/>
          </p:nvSpPr>
          <p:spPr>
            <a:xfrm>
              <a:off x="7958293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13</a:t>
              </a:r>
            </a:p>
          </p:txBody>
        </p:sp>
        <p:sp>
          <p:nvSpPr>
            <p:cNvPr id="6" name="Node 3">
              <a:extLst>
                <a:ext uri="{FF2B5EF4-FFF2-40B4-BE49-F238E27FC236}">
                  <a16:creationId xmlns:a16="http://schemas.microsoft.com/office/drawing/2014/main" id="{E54C877A-B041-53C0-FC87-FDA1F96DCBA7}"/>
                </a:ext>
              </a:extLst>
            </p:cNvPr>
            <p:cNvSpPr/>
            <p:nvPr/>
          </p:nvSpPr>
          <p:spPr>
            <a:xfrm>
              <a:off x="10416061" y="460799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17</a:t>
              </a:r>
            </a:p>
          </p:txBody>
        </p:sp>
        <p:sp>
          <p:nvSpPr>
            <p:cNvPr id="5" name="Node 2">
              <a:extLst>
                <a:ext uri="{FF2B5EF4-FFF2-40B4-BE49-F238E27FC236}">
                  <a16:creationId xmlns:a16="http://schemas.microsoft.com/office/drawing/2014/main" id="{1BFAC4A5-0433-6235-3E58-8A86018B234C}"/>
                </a:ext>
              </a:extLst>
            </p:cNvPr>
            <p:cNvSpPr/>
            <p:nvPr/>
          </p:nvSpPr>
          <p:spPr>
            <a:xfrm>
              <a:off x="8418788" y="460799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4" name="Node 1">
              <a:extLst>
                <a:ext uri="{FF2B5EF4-FFF2-40B4-BE49-F238E27FC236}">
                  <a16:creationId xmlns:a16="http://schemas.microsoft.com/office/drawing/2014/main" id="{B56E741E-33F5-0B3C-051A-CAF0497DF17B}"/>
                </a:ext>
              </a:extLst>
            </p:cNvPr>
            <p:cNvSpPr/>
            <p:nvPr/>
          </p:nvSpPr>
          <p:spPr>
            <a:xfrm>
              <a:off x="9417425" y="3845966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484" name="t-idx 0">
              <a:extLst>
                <a:ext uri="{FF2B5EF4-FFF2-40B4-BE49-F238E27FC236}">
                  <a16:creationId xmlns:a16="http://schemas.microsoft.com/office/drawing/2014/main" id="{A778ADB1-1887-70DC-8A0F-00053B2F3803}"/>
                </a:ext>
              </a:extLst>
            </p:cNvPr>
            <p:cNvSpPr/>
            <p:nvPr/>
          </p:nvSpPr>
          <p:spPr>
            <a:xfrm>
              <a:off x="9417424" y="3521945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485" name="t-idx 1">
              <a:extLst>
                <a:ext uri="{FF2B5EF4-FFF2-40B4-BE49-F238E27FC236}">
                  <a16:creationId xmlns:a16="http://schemas.microsoft.com/office/drawing/2014/main" id="{90C6C514-9B3E-949B-6C85-687B63454578}"/>
                </a:ext>
              </a:extLst>
            </p:cNvPr>
            <p:cNvSpPr/>
            <p:nvPr/>
          </p:nvSpPr>
          <p:spPr>
            <a:xfrm>
              <a:off x="8399933" y="4263968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486" name="t-idx 2">
              <a:extLst>
                <a:ext uri="{FF2B5EF4-FFF2-40B4-BE49-F238E27FC236}">
                  <a16:creationId xmlns:a16="http://schemas.microsoft.com/office/drawing/2014/main" id="{64D92799-3C0E-8A2C-AE7C-EA71510D69DF}"/>
                </a:ext>
              </a:extLst>
            </p:cNvPr>
            <p:cNvSpPr/>
            <p:nvPr/>
          </p:nvSpPr>
          <p:spPr>
            <a:xfrm>
              <a:off x="10378351" y="4263968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487" name="t-idx 3">
              <a:extLst>
                <a:ext uri="{FF2B5EF4-FFF2-40B4-BE49-F238E27FC236}">
                  <a16:creationId xmlns:a16="http://schemas.microsoft.com/office/drawing/2014/main" id="{E05F2E07-EA5C-DD95-F5FD-DD8882CB1B12}"/>
                </a:ext>
              </a:extLst>
            </p:cNvPr>
            <p:cNvSpPr/>
            <p:nvPr/>
          </p:nvSpPr>
          <p:spPr>
            <a:xfrm>
              <a:off x="7932007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488" name="t-idx 4">
              <a:extLst>
                <a:ext uri="{FF2B5EF4-FFF2-40B4-BE49-F238E27FC236}">
                  <a16:creationId xmlns:a16="http://schemas.microsoft.com/office/drawing/2014/main" id="{03986A66-CD33-024F-C0D4-25B98DB697A2}"/>
                </a:ext>
              </a:extLst>
            </p:cNvPr>
            <p:cNvSpPr/>
            <p:nvPr/>
          </p:nvSpPr>
          <p:spPr>
            <a:xfrm>
              <a:off x="8905568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489" name="t-idx 5">
              <a:extLst>
                <a:ext uri="{FF2B5EF4-FFF2-40B4-BE49-F238E27FC236}">
                  <a16:creationId xmlns:a16="http://schemas.microsoft.com/office/drawing/2014/main" id="{F33AD73F-1547-9DF0-EDA1-E4A4C3FBBE5B}"/>
                </a:ext>
              </a:extLst>
            </p:cNvPr>
            <p:cNvSpPr/>
            <p:nvPr/>
          </p:nvSpPr>
          <p:spPr>
            <a:xfrm>
              <a:off x="9887577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490" name="t-idx 6">
              <a:extLst>
                <a:ext uri="{FF2B5EF4-FFF2-40B4-BE49-F238E27FC236}">
                  <a16:creationId xmlns:a16="http://schemas.microsoft.com/office/drawing/2014/main" id="{4C6606A7-F1BB-7AB3-7B92-DC8D286C07AF}"/>
                </a:ext>
              </a:extLst>
            </p:cNvPr>
            <p:cNvSpPr/>
            <p:nvPr/>
          </p:nvSpPr>
          <p:spPr>
            <a:xfrm>
              <a:off x="10857701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491" name="t-idx 7">
              <a:extLst>
                <a:ext uri="{FF2B5EF4-FFF2-40B4-BE49-F238E27FC236}">
                  <a16:creationId xmlns:a16="http://schemas.microsoft.com/office/drawing/2014/main" id="{D0D7D1B2-E87C-26FD-47A8-FF06F41E5351}"/>
                </a:ext>
              </a:extLst>
            </p:cNvPr>
            <p:cNvSpPr/>
            <p:nvPr/>
          </p:nvSpPr>
          <p:spPr>
            <a:xfrm>
              <a:off x="7603495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492" name="t-idx 8">
              <a:extLst>
                <a:ext uri="{FF2B5EF4-FFF2-40B4-BE49-F238E27FC236}">
                  <a16:creationId xmlns:a16="http://schemas.microsoft.com/office/drawing/2014/main" id="{AD4B6B99-5864-1B77-D016-3CCDB9CEFEEE}"/>
                </a:ext>
              </a:extLst>
            </p:cNvPr>
            <p:cNvSpPr/>
            <p:nvPr/>
          </p:nvSpPr>
          <p:spPr>
            <a:xfrm>
              <a:off x="8294237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493" name="t-idx 9">
              <a:extLst>
                <a:ext uri="{FF2B5EF4-FFF2-40B4-BE49-F238E27FC236}">
                  <a16:creationId xmlns:a16="http://schemas.microsoft.com/office/drawing/2014/main" id="{60FED983-3A55-7C78-9865-5E93D08CE4FA}"/>
                </a:ext>
              </a:extLst>
            </p:cNvPr>
            <p:cNvSpPr/>
            <p:nvPr/>
          </p:nvSpPr>
          <p:spPr>
            <a:xfrm>
              <a:off x="8614993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494" name="t-idx 10">
              <a:extLst>
                <a:ext uri="{FF2B5EF4-FFF2-40B4-BE49-F238E27FC236}">
                  <a16:creationId xmlns:a16="http://schemas.microsoft.com/office/drawing/2014/main" id="{76298A95-9DBA-CD21-52DB-ADB5411F1004}"/>
                </a:ext>
              </a:extLst>
            </p:cNvPr>
            <p:cNvSpPr/>
            <p:nvPr/>
          </p:nvSpPr>
          <p:spPr>
            <a:xfrm>
              <a:off x="9177979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BE0D824-ECE0-F110-4AC8-3B3660A66278}"/>
              </a:ext>
            </a:extLst>
          </p:cNvPr>
          <p:cNvGrpSpPr/>
          <p:nvPr/>
        </p:nvGrpSpPr>
        <p:grpSpPr>
          <a:xfrm>
            <a:off x="0" y="3499584"/>
            <a:ext cx="3695848" cy="3003409"/>
            <a:chOff x="7603495" y="3521945"/>
            <a:chExt cx="3695848" cy="3003409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D61D067-AAA3-86D1-DD57-8F3BE1E0ED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0181" y="4042611"/>
              <a:ext cx="998637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29CCE0C-E5D3-B1DA-5A3B-0FD6D680DD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8818" y="4042611"/>
              <a:ext cx="998636" cy="7620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F29B4AC-DF15-843E-8B1E-1560762403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7454" y="4804643"/>
              <a:ext cx="460494" cy="7620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83BE45E-02FC-AB1C-BA4E-DAEE1CD7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553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27F12D3-78CD-5728-1782-E0C2A5F66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8136" y="5566676"/>
              <a:ext cx="25021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6795F90-5B6F-DAF7-5E00-4D6C5D13D8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5563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29CE7FA-26D7-9AF9-489C-16FF94E11D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9317" y="5566676"/>
              <a:ext cx="202751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8C3652C-FC5A-9B2E-FDD9-9C8E0EF1F2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9283" y="5566676"/>
              <a:ext cx="211392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D920A3-D739-2F75-8A62-49FB0B42FF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9686" y="5566676"/>
              <a:ext cx="21139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F559106-1FBC-86F5-94C9-6E0F6F4711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8293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50CA6FF-BBDA-8748-5602-82068CAD8F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0181" y="4804643"/>
              <a:ext cx="469136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D62026D-EB78-1ABE-5014-6E4C207CB2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9686" y="4804643"/>
              <a:ext cx="4604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EABAB2-9053-6DA6-4F82-994B43DE4F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6956" y="4804643"/>
              <a:ext cx="460498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Node empty 4">
              <a:extLst>
                <a:ext uri="{FF2B5EF4-FFF2-40B4-BE49-F238E27FC236}">
                  <a16:creationId xmlns:a16="http://schemas.microsoft.com/office/drawing/2014/main" id="{6C8B18D2-F2F8-9F76-5D91-2DC5D00FD114}"/>
                </a:ext>
              </a:extLst>
            </p:cNvPr>
            <p:cNvSpPr/>
            <p:nvPr/>
          </p:nvSpPr>
          <p:spPr>
            <a:xfrm>
              <a:off x="10665161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24</a:t>
              </a:r>
            </a:p>
          </p:txBody>
        </p:sp>
        <p:sp>
          <p:nvSpPr>
            <p:cNvPr id="47" name="Node empty 3">
              <a:extLst>
                <a:ext uri="{FF2B5EF4-FFF2-40B4-BE49-F238E27FC236}">
                  <a16:creationId xmlns:a16="http://schemas.microsoft.com/office/drawing/2014/main" id="{C60E6CF1-DBA7-9662-7135-FC9B53D4A181}"/>
                </a:ext>
              </a:extLst>
            </p:cNvPr>
            <p:cNvSpPr/>
            <p:nvPr/>
          </p:nvSpPr>
          <p:spPr>
            <a:xfrm>
              <a:off x="10166958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99</a:t>
              </a:r>
            </a:p>
          </p:txBody>
        </p:sp>
        <p:sp>
          <p:nvSpPr>
            <p:cNvPr id="48" name="Node empty 2">
              <a:extLst>
                <a:ext uri="{FF2B5EF4-FFF2-40B4-BE49-F238E27FC236}">
                  <a16:creationId xmlns:a16="http://schemas.microsoft.com/office/drawing/2014/main" id="{D9B53CBF-FD6A-7040-C624-6F1E7341EFD0}"/>
                </a:ext>
              </a:extLst>
            </p:cNvPr>
            <p:cNvSpPr/>
            <p:nvPr/>
          </p:nvSpPr>
          <p:spPr>
            <a:xfrm>
              <a:off x="9744171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15</a:t>
              </a:r>
            </a:p>
          </p:txBody>
        </p:sp>
        <p:sp>
          <p:nvSpPr>
            <p:cNvPr id="50" name="Node empty 1">
              <a:extLst>
                <a:ext uri="{FF2B5EF4-FFF2-40B4-BE49-F238E27FC236}">
                  <a16:creationId xmlns:a16="http://schemas.microsoft.com/office/drawing/2014/main" id="{106AE23A-A399-3A46-2B3C-820649FC69F8}"/>
                </a:ext>
              </a:extLst>
            </p:cNvPr>
            <p:cNvSpPr/>
            <p:nvPr/>
          </p:nvSpPr>
          <p:spPr>
            <a:xfrm>
              <a:off x="9090675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</a:p>
          </p:txBody>
        </p:sp>
        <p:sp>
          <p:nvSpPr>
            <p:cNvPr id="51" name="Node 89">
              <a:extLst>
                <a:ext uri="{FF2B5EF4-FFF2-40B4-BE49-F238E27FC236}">
                  <a16:creationId xmlns:a16="http://schemas.microsoft.com/office/drawing/2014/main" id="{3CFCC4F3-E873-69EB-3D62-8462609312E2}"/>
                </a:ext>
              </a:extLst>
            </p:cNvPr>
            <p:cNvSpPr/>
            <p:nvPr/>
          </p:nvSpPr>
          <p:spPr>
            <a:xfrm>
              <a:off x="866789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52" name="Node 55">
              <a:extLst>
                <a:ext uri="{FF2B5EF4-FFF2-40B4-BE49-F238E27FC236}">
                  <a16:creationId xmlns:a16="http://schemas.microsoft.com/office/drawing/2014/main" id="{5DBA15E9-6B19-6531-BAD1-AD7D31F611AD}"/>
                </a:ext>
              </a:extLst>
            </p:cNvPr>
            <p:cNvSpPr/>
            <p:nvPr/>
          </p:nvSpPr>
          <p:spPr>
            <a:xfrm>
              <a:off x="8169686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55</a:t>
              </a:r>
            </a:p>
          </p:txBody>
        </p:sp>
        <p:sp>
          <p:nvSpPr>
            <p:cNvPr id="54" name="Node 34">
              <a:extLst>
                <a:ext uri="{FF2B5EF4-FFF2-40B4-BE49-F238E27FC236}">
                  <a16:creationId xmlns:a16="http://schemas.microsoft.com/office/drawing/2014/main" id="{AF977DA8-9CF4-08A2-37CC-72611D6F4514}"/>
                </a:ext>
              </a:extLst>
            </p:cNvPr>
            <p:cNvSpPr/>
            <p:nvPr/>
          </p:nvSpPr>
          <p:spPr>
            <a:xfrm>
              <a:off x="774690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66</a:t>
              </a:r>
            </a:p>
          </p:txBody>
        </p:sp>
        <p:sp>
          <p:nvSpPr>
            <p:cNvPr id="55" name="Node 21">
              <a:extLst>
                <a:ext uri="{FF2B5EF4-FFF2-40B4-BE49-F238E27FC236}">
                  <a16:creationId xmlns:a16="http://schemas.microsoft.com/office/drawing/2014/main" id="{61EFC06A-9FBB-1DDF-1FF6-497A53B4F724}"/>
                </a:ext>
              </a:extLst>
            </p:cNvPr>
            <p:cNvSpPr/>
            <p:nvPr/>
          </p:nvSpPr>
          <p:spPr>
            <a:xfrm>
              <a:off x="10876556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</a:p>
          </p:txBody>
        </p:sp>
        <p:sp>
          <p:nvSpPr>
            <p:cNvPr id="57" name="Node 13">
              <a:extLst>
                <a:ext uri="{FF2B5EF4-FFF2-40B4-BE49-F238E27FC236}">
                  <a16:creationId xmlns:a16="http://schemas.microsoft.com/office/drawing/2014/main" id="{8F42836D-AB0D-2264-456B-53D46D60359D}"/>
                </a:ext>
              </a:extLst>
            </p:cNvPr>
            <p:cNvSpPr/>
            <p:nvPr/>
          </p:nvSpPr>
          <p:spPr>
            <a:xfrm>
              <a:off x="9955565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58" name="Node 8">
              <a:extLst>
                <a:ext uri="{FF2B5EF4-FFF2-40B4-BE49-F238E27FC236}">
                  <a16:creationId xmlns:a16="http://schemas.microsoft.com/office/drawing/2014/main" id="{FEAE1957-3C25-A44E-C374-D1C579BDE05E}"/>
                </a:ext>
              </a:extLst>
            </p:cNvPr>
            <p:cNvSpPr/>
            <p:nvPr/>
          </p:nvSpPr>
          <p:spPr>
            <a:xfrm>
              <a:off x="8879283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60" name="Node 5">
              <a:extLst>
                <a:ext uri="{FF2B5EF4-FFF2-40B4-BE49-F238E27FC236}">
                  <a16:creationId xmlns:a16="http://schemas.microsoft.com/office/drawing/2014/main" id="{B70DA35E-0D35-BD9A-948B-378937FC39DA}"/>
                </a:ext>
              </a:extLst>
            </p:cNvPr>
            <p:cNvSpPr/>
            <p:nvPr/>
          </p:nvSpPr>
          <p:spPr>
            <a:xfrm>
              <a:off x="7958293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</a:p>
          </p:txBody>
        </p:sp>
        <p:sp>
          <p:nvSpPr>
            <p:cNvPr id="61" name="Node 3">
              <a:extLst>
                <a:ext uri="{FF2B5EF4-FFF2-40B4-BE49-F238E27FC236}">
                  <a16:creationId xmlns:a16="http://schemas.microsoft.com/office/drawing/2014/main" id="{E6107103-D7AD-02ED-2395-557AA2D3C102}"/>
                </a:ext>
              </a:extLst>
            </p:cNvPr>
            <p:cNvSpPr/>
            <p:nvPr/>
          </p:nvSpPr>
          <p:spPr>
            <a:xfrm>
              <a:off x="10416061" y="460799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62" name="Node 2">
              <a:extLst>
                <a:ext uri="{FF2B5EF4-FFF2-40B4-BE49-F238E27FC236}">
                  <a16:creationId xmlns:a16="http://schemas.microsoft.com/office/drawing/2014/main" id="{26B88915-7F98-1B1C-B4A7-21FDA916C93D}"/>
                </a:ext>
              </a:extLst>
            </p:cNvPr>
            <p:cNvSpPr/>
            <p:nvPr/>
          </p:nvSpPr>
          <p:spPr>
            <a:xfrm>
              <a:off x="8418788" y="460799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63" name="Node 1">
              <a:extLst>
                <a:ext uri="{FF2B5EF4-FFF2-40B4-BE49-F238E27FC236}">
                  <a16:creationId xmlns:a16="http://schemas.microsoft.com/office/drawing/2014/main" id="{49A13329-EFBA-FF7C-4DE9-CFFC3C532D77}"/>
                </a:ext>
              </a:extLst>
            </p:cNvPr>
            <p:cNvSpPr/>
            <p:nvPr/>
          </p:nvSpPr>
          <p:spPr>
            <a:xfrm>
              <a:off x="9417425" y="3845966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448" name="t-idx 0">
              <a:extLst>
                <a:ext uri="{FF2B5EF4-FFF2-40B4-BE49-F238E27FC236}">
                  <a16:creationId xmlns:a16="http://schemas.microsoft.com/office/drawing/2014/main" id="{FE03AFE9-13FE-6D92-B50C-1ACFDAA059A5}"/>
                </a:ext>
              </a:extLst>
            </p:cNvPr>
            <p:cNvSpPr/>
            <p:nvPr/>
          </p:nvSpPr>
          <p:spPr>
            <a:xfrm>
              <a:off x="9417424" y="3521945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449" name="t-idx 1">
              <a:extLst>
                <a:ext uri="{FF2B5EF4-FFF2-40B4-BE49-F238E27FC236}">
                  <a16:creationId xmlns:a16="http://schemas.microsoft.com/office/drawing/2014/main" id="{BD93578B-B9E7-11CC-F5D6-F6A4349046B9}"/>
                </a:ext>
              </a:extLst>
            </p:cNvPr>
            <p:cNvSpPr/>
            <p:nvPr/>
          </p:nvSpPr>
          <p:spPr>
            <a:xfrm>
              <a:off x="8399933" y="4263968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450" name="t-idx 2">
              <a:extLst>
                <a:ext uri="{FF2B5EF4-FFF2-40B4-BE49-F238E27FC236}">
                  <a16:creationId xmlns:a16="http://schemas.microsoft.com/office/drawing/2014/main" id="{7F60DD31-FBC3-9E46-ABD4-889770E8A695}"/>
                </a:ext>
              </a:extLst>
            </p:cNvPr>
            <p:cNvSpPr/>
            <p:nvPr/>
          </p:nvSpPr>
          <p:spPr>
            <a:xfrm>
              <a:off x="10378351" y="4263968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451" name="t-idx 3">
              <a:extLst>
                <a:ext uri="{FF2B5EF4-FFF2-40B4-BE49-F238E27FC236}">
                  <a16:creationId xmlns:a16="http://schemas.microsoft.com/office/drawing/2014/main" id="{45D0E128-4E62-8A14-9A7D-43C1CEE95A60}"/>
                </a:ext>
              </a:extLst>
            </p:cNvPr>
            <p:cNvSpPr/>
            <p:nvPr/>
          </p:nvSpPr>
          <p:spPr>
            <a:xfrm>
              <a:off x="7932007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452" name="t-idx 4">
              <a:extLst>
                <a:ext uri="{FF2B5EF4-FFF2-40B4-BE49-F238E27FC236}">
                  <a16:creationId xmlns:a16="http://schemas.microsoft.com/office/drawing/2014/main" id="{ED3B51CF-FDCA-29C8-03CE-2AE539C99519}"/>
                </a:ext>
              </a:extLst>
            </p:cNvPr>
            <p:cNvSpPr/>
            <p:nvPr/>
          </p:nvSpPr>
          <p:spPr>
            <a:xfrm>
              <a:off x="8905568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453" name="t-idx 5">
              <a:extLst>
                <a:ext uri="{FF2B5EF4-FFF2-40B4-BE49-F238E27FC236}">
                  <a16:creationId xmlns:a16="http://schemas.microsoft.com/office/drawing/2014/main" id="{FA59850E-FE06-FB3E-931E-382052EB8D30}"/>
                </a:ext>
              </a:extLst>
            </p:cNvPr>
            <p:cNvSpPr/>
            <p:nvPr/>
          </p:nvSpPr>
          <p:spPr>
            <a:xfrm>
              <a:off x="9887577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454" name="t-idx 6">
              <a:extLst>
                <a:ext uri="{FF2B5EF4-FFF2-40B4-BE49-F238E27FC236}">
                  <a16:creationId xmlns:a16="http://schemas.microsoft.com/office/drawing/2014/main" id="{E1873DED-ECEA-FB44-0903-6EFD329BA5DA}"/>
                </a:ext>
              </a:extLst>
            </p:cNvPr>
            <p:cNvSpPr/>
            <p:nvPr/>
          </p:nvSpPr>
          <p:spPr>
            <a:xfrm>
              <a:off x="10857701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455" name="t-idx 7">
              <a:extLst>
                <a:ext uri="{FF2B5EF4-FFF2-40B4-BE49-F238E27FC236}">
                  <a16:creationId xmlns:a16="http://schemas.microsoft.com/office/drawing/2014/main" id="{CBDBDA32-4D92-7503-746E-0456CD699430}"/>
                </a:ext>
              </a:extLst>
            </p:cNvPr>
            <p:cNvSpPr/>
            <p:nvPr/>
          </p:nvSpPr>
          <p:spPr>
            <a:xfrm>
              <a:off x="7603495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456" name="t-idx 8">
              <a:extLst>
                <a:ext uri="{FF2B5EF4-FFF2-40B4-BE49-F238E27FC236}">
                  <a16:creationId xmlns:a16="http://schemas.microsoft.com/office/drawing/2014/main" id="{09F0F5EF-46CD-38BA-743F-DBA9EF50E71F}"/>
                </a:ext>
              </a:extLst>
            </p:cNvPr>
            <p:cNvSpPr/>
            <p:nvPr/>
          </p:nvSpPr>
          <p:spPr>
            <a:xfrm>
              <a:off x="8294237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457" name="t-idx 9">
              <a:extLst>
                <a:ext uri="{FF2B5EF4-FFF2-40B4-BE49-F238E27FC236}">
                  <a16:creationId xmlns:a16="http://schemas.microsoft.com/office/drawing/2014/main" id="{17D2D7E7-CAD8-14E4-555B-2B38EE386A40}"/>
                </a:ext>
              </a:extLst>
            </p:cNvPr>
            <p:cNvSpPr/>
            <p:nvPr/>
          </p:nvSpPr>
          <p:spPr>
            <a:xfrm>
              <a:off x="8614993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458" name="t-idx 10">
              <a:extLst>
                <a:ext uri="{FF2B5EF4-FFF2-40B4-BE49-F238E27FC236}">
                  <a16:creationId xmlns:a16="http://schemas.microsoft.com/office/drawing/2014/main" id="{28C38950-66AD-72E8-E7F7-46A29D22F9FB}"/>
                </a:ext>
              </a:extLst>
            </p:cNvPr>
            <p:cNvSpPr/>
            <p:nvPr/>
          </p:nvSpPr>
          <p:spPr>
            <a:xfrm>
              <a:off x="9177979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459" name="t-idx 11">
              <a:extLst>
                <a:ext uri="{FF2B5EF4-FFF2-40B4-BE49-F238E27FC236}">
                  <a16:creationId xmlns:a16="http://schemas.microsoft.com/office/drawing/2014/main" id="{4C1E3847-8742-4448-A835-745A02D2B056}"/>
                </a:ext>
              </a:extLst>
            </p:cNvPr>
            <p:cNvSpPr/>
            <p:nvPr/>
          </p:nvSpPr>
          <p:spPr>
            <a:xfrm>
              <a:off x="9660998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460" name="t-idx 12">
              <a:extLst>
                <a:ext uri="{FF2B5EF4-FFF2-40B4-BE49-F238E27FC236}">
                  <a16:creationId xmlns:a16="http://schemas.microsoft.com/office/drawing/2014/main" id="{1E449E6E-14E2-FEB2-CABC-B6C5E6D1F35F}"/>
                </a:ext>
              </a:extLst>
            </p:cNvPr>
            <p:cNvSpPr/>
            <p:nvPr/>
          </p:nvSpPr>
          <p:spPr>
            <a:xfrm>
              <a:off x="10231321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461" name="t-idx 13">
              <a:extLst>
                <a:ext uri="{FF2B5EF4-FFF2-40B4-BE49-F238E27FC236}">
                  <a16:creationId xmlns:a16="http://schemas.microsoft.com/office/drawing/2014/main" id="{B04C7E92-7AB9-DDEF-E4C2-578FDBB73A71}"/>
                </a:ext>
              </a:extLst>
            </p:cNvPr>
            <p:cNvSpPr/>
            <p:nvPr/>
          </p:nvSpPr>
          <p:spPr>
            <a:xfrm>
              <a:off x="10566882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13</a:t>
              </a:r>
            </a:p>
          </p:txBody>
        </p: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8BDCB93B-922D-1828-97FE-833C33980A95}"/>
              </a:ext>
            </a:extLst>
          </p:cNvPr>
          <p:cNvGrpSpPr/>
          <p:nvPr/>
        </p:nvGrpSpPr>
        <p:grpSpPr>
          <a:xfrm>
            <a:off x="8179063" y="3493358"/>
            <a:ext cx="4012937" cy="3003409"/>
            <a:chOff x="7603495" y="3521945"/>
            <a:chExt cx="4012937" cy="3003409"/>
          </a:xfrm>
        </p:grpSpPr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F65A58ED-DCDB-E5D4-2140-2F75B9E84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0181" y="4042611"/>
              <a:ext cx="998637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FE583E11-BE63-B233-3C8D-623DCF225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28818" y="4042611"/>
              <a:ext cx="998636" cy="7620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7F3F8335-5F81-60E2-80E7-099D14F75B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7454" y="4804643"/>
              <a:ext cx="460494" cy="76203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18297915-0450-9E8A-D43E-B798A033BC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7948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7B7E7179-4A31-E5D4-A9AD-27FB3857C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553" y="5566676"/>
              <a:ext cx="2113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CE8CEA1C-4352-606B-5CB1-E4226D61C7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8136" y="5566676"/>
              <a:ext cx="25021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FA9A6A3F-ADA0-14DF-5255-1977EE12D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5563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83BAB36C-21CD-AB74-9015-CD45ABE90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9317" y="5566676"/>
              <a:ext cx="202751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71F3D8E8-D66E-2657-30C2-B345815DF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79283" y="5566676"/>
              <a:ext cx="211392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5C016CA4-2A77-AFC2-053E-F1CE4068AB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69686" y="5566676"/>
              <a:ext cx="211394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4DAB8921-B7D5-49F5-63D9-A140525A46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8293" y="5566676"/>
              <a:ext cx="211393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B93AD916-7438-6609-5B3D-FD92DDFFAD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0181" y="4804643"/>
              <a:ext cx="469136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F16B253E-6779-49B8-CF41-D9CAD79DA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9686" y="4804643"/>
              <a:ext cx="460495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3BAB2C3B-4F29-4D08-A87B-F3E6222D31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6956" y="4804643"/>
              <a:ext cx="460498" cy="7620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78" name="Node empty 5">
              <a:extLst>
                <a:ext uri="{FF2B5EF4-FFF2-40B4-BE49-F238E27FC236}">
                  <a16:creationId xmlns:a16="http://schemas.microsoft.com/office/drawing/2014/main" id="{D807FBB6-78EC-7A44-F8CF-4642C0F0862A}"/>
                </a:ext>
              </a:extLst>
            </p:cNvPr>
            <p:cNvSpPr/>
            <p:nvPr/>
          </p:nvSpPr>
          <p:spPr>
            <a:xfrm>
              <a:off x="1108795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16</a:t>
              </a:r>
            </a:p>
          </p:txBody>
        </p:sp>
        <p:sp>
          <p:nvSpPr>
            <p:cNvPr id="479" name="Node empty 4">
              <a:extLst>
                <a:ext uri="{FF2B5EF4-FFF2-40B4-BE49-F238E27FC236}">
                  <a16:creationId xmlns:a16="http://schemas.microsoft.com/office/drawing/2014/main" id="{85D49E69-B903-E687-ED35-F90978B82D8D}"/>
                </a:ext>
              </a:extLst>
            </p:cNvPr>
            <p:cNvSpPr/>
            <p:nvPr/>
          </p:nvSpPr>
          <p:spPr>
            <a:xfrm>
              <a:off x="10665161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480" name="Node empty 3">
              <a:extLst>
                <a:ext uri="{FF2B5EF4-FFF2-40B4-BE49-F238E27FC236}">
                  <a16:creationId xmlns:a16="http://schemas.microsoft.com/office/drawing/2014/main" id="{23892505-2542-E463-3C1F-204B81261E0E}"/>
                </a:ext>
              </a:extLst>
            </p:cNvPr>
            <p:cNvSpPr/>
            <p:nvPr/>
          </p:nvSpPr>
          <p:spPr>
            <a:xfrm>
              <a:off x="10166958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481" name="Node empty 2">
              <a:extLst>
                <a:ext uri="{FF2B5EF4-FFF2-40B4-BE49-F238E27FC236}">
                  <a16:creationId xmlns:a16="http://schemas.microsoft.com/office/drawing/2014/main" id="{E86786C6-8484-E7B7-1023-39E2A0229509}"/>
                </a:ext>
              </a:extLst>
            </p:cNvPr>
            <p:cNvSpPr/>
            <p:nvPr/>
          </p:nvSpPr>
          <p:spPr>
            <a:xfrm>
              <a:off x="9744171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482" name="Node empty 1">
              <a:extLst>
                <a:ext uri="{FF2B5EF4-FFF2-40B4-BE49-F238E27FC236}">
                  <a16:creationId xmlns:a16="http://schemas.microsoft.com/office/drawing/2014/main" id="{6EEBD14B-6D5A-C987-6EEC-9ACAB84F1EBF}"/>
                </a:ext>
              </a:extLst>
            </p:cNvPr>
            <p:cNvSpPr/>
            <p:nvPr/>
          </p:nvSpPr>
          <p:spPr>
            <a:xfrm>
              <a:off x="9090675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483" name="Node 89">
              <a:extLst>
                <a:ext uri="{FF2B5EF4-FFF2-40B4-BE49-F238E27FC236}">
                  <a16:creationId xmlns:a16="http://schemas.microsoft.com/office/drawing/2014/main" id="{7F13AB29-CCCB-C1DF-9F64-D26C3BF49106}"/>
                </a:ext>
              </a:extLst>
            </p:cNvPr>
            <p:cNvSpPr/>
            <p:nvPr/>
          </p:nvSpPr>
          <p:spPr>
            <a:xfrm>
              <a:off x="866789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499" name="Node 55">
              <a:extLst>
                <a:ext uri="{FF2B5EF4-FFF2-40B4-BE49-F238E27FC236}">
                  <a16:creationId xmlns:a16="http://schemas.microsoft.com/office/drawing/2014/main" id="{1DBD414A-416B-826F-DD9C-9A7E8914F1B3}"/>
                </a:ext>
              </a:extLst>
            </p:cNvPr>
            <p:cNvSpPr/>
            <p:nvPr/>
          </p:nvSpPr>
          <p:spPr>
            <a:xfrm>
              <a:off x="8169686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500" name="Node 34">
              <a:extLst>
                <a:ext uri="{FF2B5EF4-FFF2-40B4-BE49-F238E27FC236}">
                  <a16:creationId xmlns:a16="http://schemas.microsoft.com/office/drawing/2014/main" id="{2E32E912-4D29-B754-D53D-34B7B9E36ABC}"/>
                </a:ext>
              </a:extLst>
            </p:cNvPr>
            <p:cNvSpPr/>
            <p:nvPr/>
          </p:nvSpPr>
          <p:spPr>
            <a:xfrm>
              <a:off x="7746900" y="6132064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501" name="Node 21">
              <a:extLst>
                <a:ext uri="{FF2B5EF4-FFF2-40B4-BE49-F238E27FC236}">
                  <a16:creationId xmlns:a16="http://schemas.microsoft.com/office/drawing/2014/main" id="{839C254C-1DDD-6746-BEBD-6885800898FE}"/>
                </a:ext>
              </a:extLst>
            </p:cNvPr>
            <p:cNvSpPr/>
            <p:nvPr/>
          </p:nvSpPr>
          <p:spPr>
            <a:xfrm>
              <a:off x="10876556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18</a:t>
              </a:r>
            </a:p>
          </p:txBody>
        </p:sp>
        <p:sp>
          <p:nvSpPr>
            <p:cNvPr id="502" name="Node 13">
              <a:extLst>
                <a:ext uri="{FF2B5EF4-FFF2-40B4-BE49-F238E27FC236}">
                  <a16:creationId xmlns:a16="http://schemas.microsoft.com/office/drawing/2014/main" id="{DB129BD1-7431-4931-8FEF-EAE393F23BB5}"/>
                </a:ext>
              </a:extLst>
            </p:cNvPr>
            <p:cNvSpPr/>
            <p:nvPr/>
          </p:nvSpPr>
          <p:spPr>
            <a:xfrm>
              <a:off x="9955565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503" name="Node 8">
              <a:extLst>
                <a:ext uri="{FF2B5EF4-FFF2-40B4-BE49-F238E27FC236}">
                  <a16:creationId xmlns:a16="http://schemas.microsoft.com/office/drawing/2014/main" id="{5D446E6E-BC58-A403-8A32-D83B131A61AD}"/>
                </a:ext>
              </a:extLst>
            </p:cNvPr>
            <p:cNvSpPr/>
            <p:nvPr/>
          </p:nvSpPr>
          <p:spPr>
            <a:xfrm>
              <a:off x="8879283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504" name="Node 5">
              <a:extLst>
                <a:ext uri="{FF2B5EF4-FFF2-40B4-BE49-F238E27FC236}">
                  <a16:creationId xmlns:a16="http://schemas.microsoft.com/office/drawing/2014/main" id="{D3C4DF7A-2D5B-86AE-6F76-5C2789E6EFD6}"/>
                </a:ext>
              </a:extLst>
            </p:cNvPr>
            <p:cNvSpPr/>
            <p:nvPr/>
          </p:nvSpPr>
          <p:spPr>
            <a:xfrm>
              <a:off x="7958293" y="5370032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505" name="Node 3">
              <a:extLst>
                <a:ext uri="{FF2B5EF4-FFF2-40B4-BE49-F238E27FC236}">
                  <a16:creationId xmlns:a16="http://schemas.microsoft.com/office/drawing/2014/main" id="{74CD0ECD-AB3C-8D6F-7605-396B3E31B332}"/>
                </a:ext>
              </a:extLst>
            </p:cNvPr>
            <p:cNvSpPr/>
            <p:nvPr/>
          </p:nvSpPr>
          <p:spPr>
            <a:xfrm>
              <a:off x="10416061" y="460799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35</a:t>
              </a:r>
            </a:p>
          </p:txBody>
        </p:sp>
        <p:sp>
          <p:nvSpPr>
            <p:cNvPr id="506" name="Node 2">
              <a:extLst>
                <a:ext uri="{FF2B5EF4-FFF2-40B4-BE49-F238E27FC236}">
                  <a16:creationId xmlns:a16="http://schemas.microsoft.com/office/drawing/2014/main" id="{48D6DA77-38E5-B7DA-0A9E-BD0C4D4ECF3E}"/>
                </a:ext>
              </a:extLst>
            </p:cNvPr>
            <p:cNvSpPr/>
            <p:nvPr/>
          </p:nvSpPr>
          <p:spPr>
            <a:xfrm>
              <a:off x="8418788" y="460799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21</a:t>
              </a:r>
            </a:p>
          </p:txBody>
        </p:sp>
        <p:sp>
          <p:nvSpPr>
            <p:cNvPr id="508" name="Node 1">
              <a:extLst>
                <a:ext uri="{FF2B5EF4-FFF2-40B4-BE49-F238E27FC236}">
                  <a16:creationId xmlns:a16="http://schemas.microsoft.com/office/drawing/2014/main" id="{F0A012E6-86D0-3773-D4C7-EF55E6A04CA7}"/>
                </a:ext>
              </a:extLst>
            </p:cNvPr>
            <p:cNvSpPr/>
            <p:nvPr/>
          </p:nvSpPr>
          <p:spPr>
            <a:xfrm>
              <a:off x="9417425" y="3845966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</a:p>
          </p:txBody>
        </p:sp>
        <p:sp>
          <p:nvSpPr>
            <p:cNvPr id="509" name="t-idx 0">
              <a:extLst>
                <a:ext uri="{FF2B5EF4-FFF2-40B4-BE49-F238E27FC236}">
                  <a16:creationId xmlns:a16="http://schemas.microsoft.com/office/drawing/2014/main" id="{D042D408-4CFC-DAC6-2E0A-DDC8E584D019}"/>
                </a:ext>
              </a:extLst>
            </p:cNvPr>
            <p:cNvSpPr/>
            <p:nvPr/>
          </p:nvSpPr>
          <p:spPr>
            <a:xfrm>
              <a:off x="9417424" y="3521945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510" name="t-idx 1">
              <a:extLst>
                <a:ext uri="{FF2B5EF4-FFF2-40B4-BE49-F238E27FC236}">
                  <a16:creationId xmlns:a16="http://schemas.microsoft.com/office/drawing/2014/main" id="{2880F2AB-768C-B18E-7A9E-63075C8155E6}"/>
                </a:ext>
              </a:extLst>
            </p:cNvPr>
            <p:cNvSpPr/>
            <p:nvPr/>
          </p:nvSpPr>
          <p:spPr>
            <a:xfrm>
              <a:off x="8399933" y="4263968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511" name="t-idx 2">
              <a:extLst>
                <a:ext uri="{FF2B5EF4-FFF2-40B4-BE49-F238E27FC236}">
                  <a16:creationId xmlns:a16="http://schemas.microsoft.com/office/drawing/2014/main" id="{A2B45B8A-6CEC-530F-2A9B-9EB1213B5896}"/>
                </a:ext>
              </a:extLst>
            </p:cNvPr>
            <p:cNvSpPr/>
            <p:nvPr/>
          </p:nvSpPr>
          <p:spPr>
            <a:xfrm>
              <a:off x="10378351" y="4263968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64" name="t-idx 3">
              <a:extLst>
                <a:ext uri="{FF2B5EF4-FFF2-40B4-BE49-F238E27FC236}">
                  <a16:creationId xmlns:a16="http://schemas.microsoft.com/office/drawing/2014/main" id="{9DDA8972-2011-4E2A-3FB0-9540C39832B1}"/>
                </a:ext>
              </a:extLst>
            </p:cNvPr>
            <p:cNvSpPr/>
            <p:nvPr/>
          </p:nvSpPr>
          <p:spPr>
            <a:xfrm>
              <a:off x="7932007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65" name="t-idx 4">
              <a:extLst>
                <a:ext uri="{FF2B5EF4-FFF2-40B4-BE49-F238E27FC236}">
                  <a16:creationId xmlns:a16="http://schemas.microsoft.com/office/drawing/2014/main" id="{A8C9F12C-5102-91B8-651D-BECFE41CD382}"/>
                </a:ext>
              </a:extLst>
            </p:cNvPr>
            <p:cNvSpPr/>
            <p:nvPr/>
          </p:nvSpPr>
          <p:spPr>
            <a:xfrm>
              <a:off x="8905568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80" name="t-idx 5">
              <a:extLst>
                <a:ext uri="{FF2B5EF4-FFF2-40B4-BE49-F238E27FC236}">
                  <a16:creationId xmlns:a16="http://schemas.microsoft.com/office/drawing/2014/main" id="{B5C47FE9-D340-168C-325B-29FE96AF3E96}"/>
                </a:ext>
              </a:extLst>
            </p:cNvPr>
            <p:cNvSpPr/>
            <p:nvPr/>
          </p:nvSpPr>
          <p:spPr>
            <a:xfrm>
              <a:off x="9887577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81" name="t-idx 6">
              <a:extLst>
                <a:ext uri="{FF2B5EF4-FFF2-40B4-BE49-F238E27FC236}">
                  <a16:creationId xmlns:a16="http://schemas.microsoft.com/office/drawing/2014/main" id="{336CB52F-3C19-DD55-B73E-0A0ADF9DA08B}"/>
                </a:ext>
              </a:extLst>
            </p:cNvPr>
            <p:cNvSpPr/>
            <p:nvPr/>
          </p:nvSpPr>
          <p:spPr>
            <a:xfrm>
              <a:off x="10857701" y="5029616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92" name="t-idx 7">
              <a:extLst>
                <a:ext uri="{FF2B5EF4-FFF2-40B4-BE49-F238E27FC236}">
                  <a16:creationId xmlns:a16="http://schemas.microsoft.com/office/drawing/2014/main" id="{9AEC5A60-84CC-CEBF-04A2-DEC7DFEF7238}"/>
                </a:ext>
              </a:extLst>
            </p:cNvPr>
            <p:cNvSpPr/>
            <p:nvPr/>
          </p:nvSpPr>
          <p:spPr>
            <a:xfrm>
              <a:off x="7603495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93" name="t-idx 8">
              <a:extLst>
                <a:ext uri="{FF2B5EF4-FFF2-40B4-BE49-F238E27FC236}">
                  <a16:creationId xmlns:a16="http://schemas.microsoft.com/office/drawing/2014/main" id="{CA45D2D7-C4C6-FDD8-8822-24023CD20CAE}"/>
                </a:ext>
              </a:extLst>
            </p:cNvPr>
            <p:cNvSpPr/>
            <p:nvPr/>
          </p:nvSpPr>
          <p:spPr>
            <a:xfrm>
              <a:off x="8294237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94" name="t-idx 9">
              <a:extLst>
                <a:ext uri="{FF2B5EF4-FFF2-40B4-BE49-F238E27FC236}">
                  <a16:creationId xmlns:a16="http://schemas.microsoft.com/office/drawing/2014/main" id="{7DD847B9-A04B-487C-06D3-75CA70E604AB}"/>
                </a:ext>
              </a:extLst>
            </p:cNvPr>
            <p:cNvSpPr/>
            <p:nvPr/>
          </p:nvSpPr>
          <p:spPr>
            <a:xfrm>
              <a:off x="8614993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95" name="t-idx 10">
              <a:extLst>
                <a:ext uri="{FF2B5EF4-FFF2-40B4-BE49-F238E27FC236}">
                  <a16:creationId xmlns:a16="http://schemas.microsoft.com/office/drawing/2014/main" id="{B939C1CD-2C8B-1153-71E6-2240328EE6EF}"/>
                </a:ext>
              </a:extLst>
            </p:cNvPr>
            <p:cNvSpPr/>
            <p:nvPr/>
          </p:nvSpPr>
          <p:spPr>
            <a:xfrm>
              <a:off x="9177979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96" name="t-idx 11">
              <a:extLst>
                <a:ext uri="{FF2B5EF4-FFF2-40B4-BE49-F238E27FC236}">
                  <a16:creationId xmlns:a16="http://schemas.microsoft.com/office/drawing/2014/main" id="{9BC463EC-E467-25BB-EA60-9C840FF64E3E}"/>
                </a:ext>
              </a:extLst>
            </p:cNvPr>
            <p:cNvSpPr/>
            <p:nvPr/>
          </p:nvSpPr>
          <p:spPr>
            <a:xfrm>
              <a:off x="9660998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97" name="t-idx 12">
              <a:extLst>
                <a:ext uri="{FF2B5EF4-FFF2-40B4-BE49-F238E27FC236}">
                  <a16:creationId xmlns:a16="http://schemas.microsoft.com/office/drawing/2014/main" id="{DC6BEA1B-8ADC-7244-4760-7B14DA5711F2}"/>
                </a:ext>
              </a:extLst>
            </p:cNvPr>
            <p:cNvSpPr/>
            <p:nvPr/>
          </p:nvSpPr>
          <p:spPr>
            <a:xfrm>
              <a:off x="10231321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12</a:t>
              </a:r>
            </a:p>
          </p:txBody>
        </p:sp>
        <p:sp>
          <p:nvSpPr>
            <p:cNvPr id="98" name="t-idx 13">
              <a:extLst>
                <a:ext uri="{FF2B5EF4-FFF2-40B4-BE49-F238E27FC236}">
                  <a16:creationId xmlns:a16="http://schemas.microsoft.com/office/drawing/2014/main" id="{BE27920C-954A-8F56-3DAD-93CB3A0AE190}"/>
                </a:ext>
              </a:extLst>
            </p:cNvPr>
            <p:cNvSpPr/>
            <p:nvPr/>
          </p:nvSpPr>
          <p:spPr>
            <a:xfrm>
              <a:off x="10566882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13</a:t>
              </a:r>
            </a:p>
          </p:txBody>
        </p:sp>
        <p:sp>
          <p:nvSpPr>
            <p:cNvPr id="99" name="t-idx 14">
              <a:extLst>
                <a:ext uri="{FF2B5EF4-FFF2-40B4-BE49-F238E27FC236}">
                  <a16:creationId xmlns:a16="http://schemas.microsoft.com/office/drawing/2014/main" id="{2BC3FF19-564A-66FD-5561-864E4CFB6249}"/>
                </a:ext>
              </a:extLst>
            </p:cNvPr>
            <p:cNvSpPr/>
            <p:nvPr/>
          </p:nvSpPr>
          <p:spPr>
            <a:xfrm>
              <a:off x="11193645" y="5799832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16" name="Speech Bubble: Oval 15">
            <a:extLst>
              <a:ext uri="{FF2B5EF4-FFF2-40B4-BE49-F238E27FC236}">
                <a16:creationId xmlns:a16="http://schemas.microsoft.com/office/drawing/2014/main" id="{B9F7E20A-8938-50AB-FFF8-693B55D92DB5}"/>
              </a:ext>
            </a:extLst>
          </p:cNvPr>
          <p:cNvSpPr/>
          <p:nvPr/>
        </p:nvSpPr>
        <p:spPr>
          <a:xfrm>
            <a:off x="9505463" y="2128486"/>
            <a:ext cx="2267438" cy="1300514"/>
          </a:xfrm>
          <a:prstGeom prst="wedgeEllipseCallout">
            <a:avLst>
              <a:gd name="adj1" fmla="val -16718"/>
              <a:gd name="adj2" fmla="val 56812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called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b="1" dirty="0">
                <a:latin typeface="Aptos" panose="020B0004020202020204" pitchFamily="34" charset="0"/>
              </a:rPr>
              <a:t>Max</a:t>
            </a:r>
            <a:r>
              <a:rPr lang="nl-NL" dirty="0">
                <a:latin typeface="Aptos" panose="020B0004020202020204" pitchFamily="34" charset="0"/>
              </a:rPr>
              <a:t>-</a:t>
            </a:r>
            <a:r>
              <a:rPr lang="nl-NL" dirty="0" err="1">
                <a:latin typeface="Aptos" panose="020B0004020202020204" pitchFamily="34" charset="0"/>
              </a:rPr>
              <a:t>heap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Speech Bubble: Oval 16">
            <a:extLst>
              <a:ext uri="{FF2B5EF4-FFF2-40B4-BE49-F238E27FC236}">
                <a16:creationId xmlns:a16="http://schemas.microsoft.com/office/drawing/2014/main" id="{FDE9ED41-C0EE-7C6B-4A9F-C00F8782700B}"/>
              </a:ext>
            </a:extLst>
          </p:cNvPr>
          <p:cNvSpPr/>
          <p:nvPr/>
        </p:nvSpPr>
        <p:spPr>
          <a:xfrm>
            <a:off x="2805333" y="3119086"/>
            <a:ext cx="2267438" cy="1300514"/>
          </a:xfrm>
          <a:prstGeom prst="wedgeEllipseCallout">
            <a:avLst>
              <a:gd name="adj1" fmla="val -69368"/>
              <a:gd name="adj2" fmla="val 13844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called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b="1" dirty="0">
                <a:latin typeface="Aptos" panose="020B0004020202020204" pitchFamily="34" charset="0"/>
              </a:rPr>
              <a:t>Min</a:t>
            </a:r>
            <a:r>
              <a:rPr lang="nl-NL" dirty="0">
                <a:latin typeface="Aptos" panose="020B0004020202020204" pitchFamily="34" charset="0"/>
              </a:rPr>
              <a:t>-</a:t>
            </a:r>
            <a:r>
              <a:rPr lang="nl-NL" dirty="0" err="1">
                <a:latin typeface="Aptos" panose="020B0004020202020204" pitchFamily="34" charset="0"/>
              </a:rPr>
              <a:t>heap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21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89724-8858-FC69-F61C-C3BC13ED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16B068-F9A7-2A52-3A84-6655701EC692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DA9CD0-A372-C923-CC40-B744EA9346FA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634308-6550-EF83-6505-DD3942547DCE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34BD601-16F3-E342-23EF-8EE34EFDF281}"/>
              </a:ext>
            </a:extLst>
          </p:cNvPr>
          <p:cNvCxnSpPr>
            <a:cxnSpLocks/>
          </p:cNvCxnSpPr>
          <p:nvPr/>
        </p:nvCxnSpPr>
        <p:spPr>
          <a:xfrm flipH="1" flipV="1">
            <a:off x="11087948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3CA476-35C3-5591-B97E-7C4466E98D91}"/>
              </a:ext>
            </a:extLst>
          </p:cNvPr>
          <p:cNvCxnSpPr>
            <a:cxnSpLocks/>
          </p:cNvCxnSpPr>
          <p:nvPr/>
        </p:nvCxnSpPr>
        <p:spPr>
          <a:xfrm flipV="1">
            <a:off x="10876553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4FA8DA-59C9-E50B-1E93-8544ACB985CE}"/>
              </a:ext>
            </a:extLst>
          </p:cNvPr>
          <p:cNvCxnSpPr>
            <a:cxnSpLocks/>
          </p:cNvCxnSpPr>
          <p:nvPr/>
        </p:nvCxnSpPr>
        <p:spPr>
          <a:xfrm flipH="1" flipV="1">
            <a:off x="10128136" y="5566676"/>
            <a:ext cx="25021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BE5B5C-3122-2019-A058-0B0F5FD0BCB5}"/>
              </a:ext>
            </a:extLst>
          </p:cNvPr>
          <p:cNvCxnSpPr>
            <a:cxnSpLocks/>
          </p:cNvCxnSpPr>
          <p:nvPr/>
        </p:nvCxnSpPr>
        <p:spPr>
          <a:xfrm flipV="1">
            <a:off x="995556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B18596-6472-3864-0AF3-10FD360C4426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F285378-644F-6314-9A0F-882418B5A723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088C363-249F-906C-29A5-39B0368CFF30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72AE55A-E073-21E1-82D6-5A03AF182A38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472DC0F-35D4-23E7-10EB-F2BB86B9FC27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669937-C26A-0A42-B171-462A868F97C2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4769557-2973-98AE-3FDE-5184450D1EE9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F96FD30-ACE0-81F8-6C04-2EA741C6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r>
              <a:rPr lang="nl-NL" b="0" dirty="0"/>
              <a:t> – </a:t>
            </a:r>
            <a:r>
              <a:rPr lang="nl-NL" b="0" dirty="0" err="1"/>
              <a:t>Finding</a:t>
            </a:r>
            <a:r>
              <a:rPr lang="nl-NL" b="0" dirty="0"/>
              <a:t> </a:t>
            </a:r>
            <a:r>
              <a:rPr lang="nl-NL" b="0" dirty="0" err="1"/>
              <a:t>things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C782C-40C9-C5B5-51D5-EDE1A05CBA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1974525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Can’t</a:t>
                </a:r>
                <a:r>
                  <a:rPr lang="nl-NL" dirty="0"/>
                  <a:t> </a:t>
                </a:r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:r>
                  <a:rPr lang="nl-NL" dirty="0" err="1"/>
                  <a:t>binary</a:t>
                </a:r>
                <a:r>
                  <a:rPr lang="nl-NL" dirty="0"/>
                  <a:t> search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find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(</a:t>
                </a:r>
                <a:r>
                  <a:rPr lang="nl-NL" dirty="0" err="1"/>
                  <a:t>why</a:t>
                </a:r>
                <a:r>
                  <a:rPr lang="nl-NL" dirty="0"/>
                  <a:t>?)!</a:t>
                </a:r>
              </a:p>
              <a:p>
                <a:pPr lvl="1"/>
                <a:r>
                  <a:rPr lang="nl-NL" dirty="0" err="1"/>
                  <a:t>Membership</a:t>
                </a:r>
                <a:r>
                  <a:rPr lang="nl-NL" dirty="0"/>
                  <a:t> </a:t>
                </a:r>
                <a:r>
                  <a:rPr lang="nl-NL" dirty="0" err="1"/>
                  <a:t>testing</a:t>
                </a:r>
                <a:r>
                  <a:rPr lang="nl-NL" dirty="0"/>
                  <a:t> is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 – </a:t>
                </a:r>
                <a:r>
                  <a:rPr lang="nl-NL" dirty="0" err="1"/>
                  <a:t>shouldn’t</a:t>
                </a:r>
                <a:r>
                  <a:rPr lang="nl-NL" dirty="0"/>
                  <a:t> </a:t>
                </a:r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:r>
                  <a:rPr lang="nl-NL" dirty="0" err="1"/>
                  <a:t>it</a:t>
                </a:r>
                <a:endParaRPr lang="nl-NL" dirty="0"/>
              </a:p>
              <a:p>
                <a:pPr lvl="1"/>
                <a:endParaRPr lang="nl-NL" dirty="0"/>
              </a:p>
              <a:p>
                <a:r>
                  <a:rPr lang="nl-NL" dirty="0" err="1"/>
                  <a:t>Don’t</a:t>
                </a:r>
                <a:r>
                  <a:rPr lang="nl-NL" dirty="0"/>
                  <a:t> </a:t>
                </a:r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:r>
                  <a:rPr lang="nl-NL" dirty="0" err="1"/>
                  <a:t>binary</a:t>
                </a:r>
                <a:r>
                  <a:rPr lang="nl-NL" dirty="0"/>
                  <a:t> </a:t>
                </a:r>
                <a:r>
                  <a:rPr lang="nl-NL" dirty="0" err="1"/>
                  <a:t>heaps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represent</a:t>
                </a:r>
                <a:r>
                  <a:rPr lang="nl-NL" dirty="0"/>
                  <a:t> sets!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C782C-40C9-C5B5-51D5-EDE1A05CBA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1974525"/>
              </a:xfrm>
              <a:blipFill>
                <a:blip r:embed="rId2"/>
                <a:stretch>
                  <a:fillRect l="-336" t="-3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Node empty 5">
            <a:extLst>
              <a:ext uri="{FF2B5EF4-FFF2-40B4-BE49-F238E27FC236}">
                <a16:creationId xmlns:a16="http://schemas.microsoft.com/office/drawing/2014/main" id="{E902B48F-C405-6A72-435E-99B983A252D0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EF015395-1DB0-788C-957B-D59C2565ADDF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C62310CA-8504-8CEC-E550-C3AEBEE154CC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FD9309BA-6B0E-E65B-BC61-2AB31550E9C3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F3F5FA23-F0DB-6EE0-A6CD-9ED7D1E67F7A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46BEB22D-1A96-3251-6A82-98189C10B2EE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BD9E86F3-7546-C54A-9573-7FA33185D9F2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24A01B94-6650-9BAC-6E74-E83B1A5C3FBC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BFC3B65A-CEEB-A9BA-B6EC-8C8C02910292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121E0E9C-B65E-0F23-55C4-FFF79B2BE878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116A7953-BB91-F567-EF03-A2472111583D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32A0EE04-2EDE-34A9-DD1E-1EBC3088B527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078A0B5D-E937-64CE-1E0B-1FE17241761B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20CCBF78-E481-648D-825A-83952A786211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8D468D4C-370D-B0E7-8D7B-63F4C01CD6FA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43F2BDE7-B6BF-A323-17D7-D39471EB4283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F0996B59-AEAD-2D50-A494-6442822F2E86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DBB6CD19-C641-0C1D-5101-BFA2E436A1DE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A4C41DB9-4CE9-97B7-6AF5-FB2A0647D1C7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9691586E-765A-DFB1-C225-94F7C7C94AEE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DFF62209-27B2-AE9D-7F30-72E146C65756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E1581947-16FF-CFCB-4D1C-6FE293102FE6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8D72D691-BB62-77A6-6D8C-B6CE6EE29A7A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1EEC5E50-87F5-F39F-BC7A-25CA924B7003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BEB5DC7A-D6C8-AF63-5DB5-C5A62CF522F9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C1B1A072-A575-2875-CCD0-2A5291870F97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0F80B991-80CA-F172-6B57-769ACB892937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F3AFEA59-A3B9-288A-A66C-39FD4741B549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66E8957D-36CA-8CA8-1287-4DE09958AB72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B88CBB63-C550-02DB-EF7B-795E08F736D0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F9A44A14-0240-CD12-33CE-8C0C5F00F62A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751B2E9D-4937-6CA2-4900-896CA6B3CFF8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870B20CC-F5C2-95DB-1865-96A9C82AD0C3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0DAA5029-216A-B66E-B4E2-00FB2ACB3761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04BF3922-653A-7847-69D8-364F0C68CB08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055156D2-2DE5-E54B-91CF-406B6C13C292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700C5958-8105-A3EB-B4EE-BA3E1823BA84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7B725BB1-37D7-07E9-0003-934C79ED7C9C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510839C9-3073-5478-CD0F-29FBD73C099A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90F19545-3E19-9DEB-867F-B2FF5AC60172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399F2B2C-4EE3-957B-C9EF-E8F621F65CBD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65AC5C6F-E6D8-B0C5-BEE1-BFACD7C5E670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D8B0B015-BA75-5873-2E54-F7F79966F601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55E426B7-DAA3-4A73-B02F-1FDBF2FAC5B9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B2FD4A69-FEA3-9B92-28F6-5F2707D16AA9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2F6A76C4-956C-BAB0-47DD-89CFE430857C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BB587385-6645-4744-015A-AE8EE3AE8529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5" name="array@9">
            <a:extLst>
              <a:ext uri="{FF2B5EF4-FFF2-40B4-BE49-F238E27FC236}">
                <a16:creationId xmlns:a16="http://schemas.microsoft.com/office/drawing/2014/main" id="{BB89DF86-78A8-E5C3-005F-CA9FC77D589B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A0B2500C-D0C2-05A7-1135-BAC563B009E7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A35038A1-57AE-F06A-93FB-42750BAB175E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1234EA4B-8078-ABDF-2B08-E5FE02377D80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7A816392-15CF-7584-A8B2-61DF7B1F30F8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DD2A7DD3-1F2F-761C-3B2E-9C126648C7F4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1D31FA0C-C6EE-ED0B-970C-D4D0FE821AAD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90F50281-3F17-67CD-6C06-1E7670B0A0A3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5590A6D5-7ADB-FFF2-3EB3-963D9629741D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1A33F2C3-57C8-0158-3928-9339B5223946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5C7358ED-B511-D9F4-A188-B8103FA83849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26AE06AA-1810-3C73-4728-0205B6CA3FAF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1A42449B-D9A5-02B2-51D6-7A888112BC40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8063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8F51-E88D-8086-171C-BB9666CC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8B20E2-AA9E-A388-7C46-E1C734EB9B7D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C3ABC5-5544-8089-DD09-EB68AE0B9523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F8C6CC-B42A-3D8F-490E-5C1462226CB9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69A100-DBC5-C79B-55C4-E1383AB0F40D}"/>
              </a:ext>
            </a:extLst>
          </p:cNvPr>
          <p:cNvCxnSpPr>
            <a:cxnSpLocks/>
          </p:cNvCxnSpPr>
          <p:nvPr/>
        </p:nvCxnSpPr>
        <p:spPr>
          <a:xfrm flipH="1" flipV="1">
            <a:off x="11087948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C4E363-F9E5-C018-CF6F-99832636148C}"/>
              </a:ext>
            </a:extLst>
          </p:cNvPr>
          <p:cNvCxnSpPr>
            <a:cxnSpLocks/>
          </p:cNvCxnSpPr>
          <p:nvPr/>
        </p:nvCxnSpPr>
        <p:spPr>
          <a:xfrm flipV="1">
            <a:off x="10876553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E669166-F764-C95C-C3B9-9E42D95F676D}"/>
              </a:ext>
            </a:extLst>
          </p:cNvPr>
          <p:cNvCxnSpPr>
            <a:cxnSpLocks/>
          </p:cNvCxnSpPr>
          <p:nvPr/>
        </p:nvCxnSpPr>
        <p:spPr>
          <a:xfrm flipH="1" flipV="1">
            <a:off x="10128136" y="5566676"/>
            <a:ext cx="25021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43CF152-832D-BD1C-76B0-260D83D7B50A}"/>
              </a:ext>
            </a:extLst>
          </p:cNvPr>
          <p:cNvCxnSpPr>
            <a:cxnSpLocks/>
          </p:cNvCxnSpPr>
          <p:nvPr/>
        </p:nvCxnSpPr>
        <p:spPr>
          <a:xfrm flipV="1">
            <a:off x="995556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FB27681-F662-2C6E-C89D-6FA61F65AACD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4138135-744E-AB4B-5ABC-897C9693664A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93329CC-1CC4-4A41-1FA0-FAB0AC0F4BEC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4A9170B-9DCA-4A95-F2DE-016EC26EC210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516A38C-7FAB-7993-34B7-366A7463A1EB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D98AE3B-2356-88F1-5B94-EB707867BB00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D9ADFBD-D78D-ABFA-FF56-077F4BBE8BD1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BD2AA01-2414-BC33-C1CA-A3D9CD63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r>
              <a:rPr lang="nl-NL" b="0" dirty="0"/>
              <a:t> – Priority Queue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DFD6-7249-0253-0127-9977160EF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1974525"/>
          </a:xfrm>
        </p:spPr>
        <p:txBody>
          <a:bodyPr>
            <a:normAutofit/>
          </a:bodyPr>
          <a:lstStyle/>
          <a:p>
            <a:r>
              <a:rPr lang="nl-NL" dirty="0" err="1"/>
              <a:t>Binary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is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quickly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out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element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b="1" dirty="0" err="1"/>
              <a:t>highest</a:t>
            </a:r>
            <a:r>
              <a:rPr lang="nl-NL" b="1" dirty="0"/>
              <a:t> priority</a:t>
            </a:r>
            <a:r>
              <a:rPr lang="nl-NL" dirty="0"/>
              <a:t> (</a:t>
            </a:r>
            <a:r>
              <a:rPr lang="nl-NL" dirty="0" err="1"/>
              <a:t>smallest</a:t>
            </a:r>
            <a:r>
              <a:rPr lang="nl-NL" dirty="0"/>
              <a:t>) is</a:t>
            </a:r>
          </a:p>
          <a:p>
            <a:r>
              <a:rPr lang="nl-NL" dirty="0"/>
              <a:t>In </a:t>
            </a:r>
            <a:r>
              <a:rPr lang="nl-NL" dirty="0" err="1"/>
              <a:t>addition</a:t>
            </a:r>
            <a:r>
              <a:rPr lang="nl-NL" dirty="0"/>
              <a:t>, we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able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:</a:t>
            </a:r>
          </a:p>
          <a:p>
            <a:pPr lvl="1"/>
            <a:r>
              <a:rPr lang="nl-NL" b="1" dirty="0" err="1"/>
              <a:t>Remove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highest</a:t>
            </a:r>
            <a:r>
              <a:rPr lang="nl-NL" dirty="0"/>
              <a:t> priority</a:t>
            </a:r>
          </a:p>
          <a:p>
            <a:pPr lvl="1"/>
            <a:r>
              <a:rPr lang="nl-NL" b="1" dirty="0" err="1"/>
              <a:t>Insert</a:t>
            </a:r>
            <a:r>
              <a:rPr lang="nl-NL" dirty="0"/>
              <a:t> a new </a:t>
            </a:r>
            <a:r>
              <a:rPr lang="nl-NL" dirty="0" err="1"/>
              <a:t>value</a:t>
            </a:r>
            <a:r>
              <a:rPr lang="nl-NL" dirty="0"/>
              <a:t> &amp; </a:t>
            </a:r>
            <a:r>
              <a:rPr lang="nl-NL" dirty="0" err="1"/>
              <a:t>restore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property</a:t>
            </a:r>
          </a:p>
        </p:txBody>
      </p:sp>
      <p:sp>
        <p:nvSpPr>
          <p:cNvPr id="19" name="Node empty 5">
            <a:extLst>
              <a:ext uri="{FF2B5EF4-FFF2-40B4-BE49-F238E27FC236}">
                <a16:creationId xmlns:a16="http://schemas.microsoft.com/office/drawing/2014/main" id="{C68481FC-94AE-481E-9995-E9D325F804B7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CBA45AF5-35E5-009F-1625-97EF632437D8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80CC8662-5412-4495-425E-49898DE0B540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CD3DC7E6-F423-30DE-4C23-C60F30AE97CB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E3CE6497-77E2-8D8C-B8B9-02E29BAF8BAF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B49A5C3A-1319-48F0-06AB-5A70B6727D6E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0A935888-6415-A4C3-7D86-6B3AB44F6E6B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D67AACEC-9BDC-89A8-464B-7F2A49B9F9D0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36B55F2C-4F61-7482-75D4-74C3DEEA98B0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7B6F65AA-07D7-FA2C-A098-639E5857E555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06C05B60-7832-4B34-2DD2-522111139C07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DEB585DE-8969-6A13-632C-0FDCA4DB6731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586DD151-7443-4531-C7B4-F190A40164A2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6D6B485D-15B0-7A10-E1DC-D8AF6C98DBBF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C3260C31-9525-3FC4-B897-F646066784D7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92120378-5679-FDD9-F930-BA84434021CA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E79B41D8-B805-1FF7-9F2D-1B3C9861DE86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33DEDAA9-45AF-858E-BACB-7F4E7377EF6B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617BCED2-A5C6-4D4D-C770-F6D27F03ECC7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D1E8CEA3-E355-12C2-18D7-7700E81C067A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18861790-CC56-0042-3BD7-9842D5271AD4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93A171E6-BE3D-0928-C64F-2046E8942ABA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5B731076-AC66-3438-827D-06D782C58B81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B5AB5A4E-2E55-C3AA-8E6C-B40F3F53B858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D390EBB3-7335-2C74-7383-6D5F68D2F206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09F86122-49CD-2D62-2DBB-84598F81D2B2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2FC68010-16CC-AAE7-43D5-FAEB370C65C2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CAF817EC-0E2B-1691-A8CC-F2446BDBA069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55056D78-AF48-8566-458E-A72FF70E5B07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7693738B-7C23-C67F-98A0-81F60FFEED62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54662FA9-8461-B621-C41B-41F73B931358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E1984924-77BA-E319-E73C-5C07BEC9F5E3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1B8E225C-1E51-CFE0-9D98-EDAD963E5A1C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FBB6AF4F-6782-A29D-7522-6270A1164F75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5C0E25EB-2A1F-E0DE-5FA9-0A87AA577AA2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75F21F16-59A3-8BEC-751E-D3184004F1B4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B8AD6CCF-F7F9-D949-3EB7-1138D8110D58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C1C452F4-4E7D-97F2-F548-117E5285AD62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39F84FAD-C1FF-D55F-AFD9-75AADA77440A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414C3A86-2541-B95E-6791-4161A10723B0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41947184-E81C-7B43-CF4F-6E6E98B0F566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420184FA-B724-B812-1924-FAA44FB0D18D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44355EF2-9EA7-B9BA-FFEA-03359619CE9F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A08FDBE5-F055-B77B-518D-9510DC4FC6AE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2897E416-4726-A79F-6E1C-BB9774D6870E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83ECBD4B-7FC8-8B65-AF60-633B296F1B2B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D3707DDA-E175-1525-63B8-4D83F7A02C43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5" name="array@9">
            <a:extLst>
              <a:ext uri="{FF2B5EF4-FFF2-40B4-BE49-F238E27FC236}">
                <a16:creationId xmlns:a16="http://schemas.microsoft.com/office/drawing/2014/main" id="{A1997A3A-57F0-9B98-7DDD-5BF132DB99BB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BB0E6343-701D-EAEC-53D9-CB8D8F5B31E5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C2680061-FC4F-7DCA-991A-B43EC170E246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09DD7214-26AE-9903-F17F-7A9878D3E008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D8C0741B-F340-3887-2018-F9F8FC5C736E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ECFEAE85-81CC-769C-9D16-B37240FFC04C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5C0111F4-FEF3-163F-CA7E-FB6F6E7A2B0D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0B9C30C9-37A1-A351-9A9A-FC371FA5F4E6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30899B82-471B-0473-8150-E8C29F673B95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039D271A-E52E-0015-EA88-4791A1C7E972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86CD902B-6A02-3CBD-F814-784BF4617BA6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8FEFED2B-BE4C-E966-EB6F-ACB587FCFAC8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11915A23-C853-5DAA-3FD7-1E304511AD0C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69495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9183-3733-9562-5ACA-2F62D45E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8ECD31-58D9-6C06-652A-023AD9034D10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E529505-7BBB-4DBC-B26B-11706CE00120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6B68CD6-70EF-22FE-61FF-B3C6B07BC0A2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F7D5AB-3107-F4A1-2CCF-FF05963D3798}"/>
              </a:ext>
            </a:extLst>
          </p:cNvPr>
          <p:cNvCxnSpPr>
            <a:cxnSpLocks/>
          </p:cNvCxnSpPr>
          <p:nvPr/>
        </p:nvCxnSpPr>
        <p:spPr>
          <a:xfrm flipH="1" flipV="1">
            <a:off x="11087948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16589F-B5A5-134A-2BB8-054DB8D79426}"/>
              </a:ext>
            </a:extLst>
          </p:cNvPr>
          <p:cNvCxnSpPr>
            <a:cxnSpLocks/>
          </p:cNvCxnSpPr>
          <p:nvPr/>
        </p:nvCxnSpPr>
        <p:spPr>
          <a:xfrm flipV="1">
            <a:off x="10876553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49A50B-6F19-B5D1-0442-890515BE89A3}"/>
              </a:ext>
            </a:extLst>
          </p:cNvPr>
          <p:cNvCxnSpPr>
            <a:cxnSpLocks/>
          </p:cNvCxnSpPr>
          <p:nvPr/>
        </p:nvCxnSpPr>
        <p:spPr>
          <a:xfrm flipH="1" flipV="1">
            <a:off x="10128136" y="5566676"/>
            <a:ext cx="25021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E8BB82-8D99-923C-2D79-23E1A7741236}"/>
              </a:ext>
            </a:extLst>
          </p:cNvPr>
          <p:cNvCxnSpPr>
            <a:cxnSpLocks/>
          </p:cNvCxnSpPr>
          <p:nvPr/>
        </p:nvCxnSpPr>
        <p:spPr>
          <a:xfrm flipV="1">
            <a:off x="995556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F85F0C-17D1-D43C-4713-03AB670E3DBE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4113D53-34A1-6329-4BAA-890649803E45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C3C62A6-643C-E164-3987-BC8FED77569D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921BED5-AD60-D2F4-E3F8-6F16A00FCAA0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E0EEB75-9E28-F4D5-72D3-3AD560A09586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8AF083C-299E-F661-5326-A1B78B51C818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1B57E78-D1F2-99AF-A038-9A24782A12DD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1C0B142-09AB-4D2F-D66A-0120833B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r>
              <a:rPr lang="nl-NL" b="0" dirty="0"/>
              <a:t> – Min-</a:t>
            </a:r>
            <a:r>
              <a:rPr lang="nl-NL" b="0" dirty="0" err="1"/>
              <a:t>Removal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19B826-A1A8-0DC5-D2A5-D3FFD0B05C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8265488" cy="1974525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How do we update </a:t>
                </a:r>
                <a:r>
                  <a:rPr lang="nl-NL" dirty="0" err="1"/>
                  <a:t>the</a:t>
                </a:r>
                <a:r>
                  <a:rPr lang="nl-NL" dirty="0"/>
                  <a:t> tree </a:t>
                </a:r>
                <a:r>
                  <a:rPr lang="nl-NL" dirty="0" err="1"/>
                  <a:t>so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all</a:t>
                </a:r>
                <a:r>
                  <a:rPr lang="nl-NL" dirty="0"/>
                  <a:t> root-</a:t>
                </a:r>
                <a:r>
                  <a:rPr lang="nl-NL" dirty="0" err="1"/>
                  <a:t>leaf</a:t>
                </a:r>
                <a:r>
                  <a:rPr lang="nl-NL" dirty="0"/>
                  <a:t> </a:t>
                </a:r>
                <a:r>
                  <a:rPr lang="nl-NL" dirty="0" err="1"/>
                  <a:t>paths</a:t>
                </a:r>
                <a:r>
                  <a:rPr lang="nl-NL" dirty="0"/>
                  <a:t> </a:t>
                </a:r>
                <a:r>
                  <a:rPr lang="nl-NL" dirty="0" err="1"/>
                  <a:t>remain</a:t>
                </a:r>
                <a:r>
                  <a:rPr lang="nl-NL" dirty="0"/>
                  <a:t> </a:t>
                </a:r>
                <a:r>
                  <a:rPr lang="nl-NL" dirty="0" err="1"/>
                  <a:t>sorted</a:t>
                </a:r>
                <a:r>
                  <a:rPr lang="nl-NL" dirty="0"/>
                  <a:t>?</a:t>
                </a:r>
              </a:p>
              <a:p>
                <a:pPr lvl="1"/>
                <a:r>
                  <a:rPr lang="nl-NL" dirty="0"/>
                  <a:t>Swap first </a:t>
                </a:r>
                <a:r>
                  <a:rPr lang="nl-NL" dirty="0" err="1"/>
                  <a:t>with</a:t>
                </a:r>
                <a:r>
                  <a:rPr lang="nl-NL" dirty="0"/>
                  <a:t> last element</a:t>
                </a:r>
              </a:p>
              <a:p>
                <a:pPr lvl="1"/>
                <a:r>
                  <a:rPr lang="nl-NL" dirty="0" err="1"/>
                  <a:t>Perform</a:t>
                </a:r>
                <a:r>
                  <a:rPr lang="nl-NL" dirty="0"/>
                  <a:t> swaps </a:t>
                </a:r>
                <a:r>
                  <a:rPr lang="nl-NL" dirty="0" err="1"/>
                  <a:t>with</a:t>
                </a:r>
                <a:r>
                  <a:rPr lang="nl-NL" dirty="0"/>
                  <a:t> </a:t>
                </a:r>
                <a:r>
                  <a:rPr lang="nl-NL" dirty="0" err="1"/>
                  <a:t>smallest</a:t>
                </a:r>
                <a:r>
                  <a:rPr lang="nl-NL" dirty="0"/>
                  <a:t> </a:t>
                </a:r>
                <a:r>
                  <a:rPr lang="nl-NL" dirty="0" err="1"/>
                  <a:t>child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move new </a:t>
                </a:r>
                <a:r>
                  <a:rPr lang="nl-NL" dirty="0" err="1"/>
                  <a:t>value</a:t>
                </a:r>
                <a:r>
                  <a:rPr lang="nl-NL" dirty="0"/>
                  <a:t> “</a:t>
                </a:r>
                <a:r>
                  <a:rPr lang="nl-NL" dirty="0" err="1"/>
                  <a:t>downwards</a:t>
                </a:r>
                <a:r>
                  <a:rPr lang="nl-NL" dirty="0"/>
                  <a:t>”</a:t>
                </a:r>
              </a:p>
              <a:p>
                <a:pPr lvl="1"/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19B826-A1A8-0DC5-D2A5-D3FFD0B05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8265488" cy="1974525"/>
              </a:xfrm>
              <a:blipFill>
                <a:blip r:embed="rId2"/>
                <a:stretch>
                  <a:fillRect l="-442" t="-3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Node empty 5">
            <a:extLst>
              <a:ext uri="{FF2B5EF4-FFF2-40B4-BE49-F238E27FC236}">
                <a16:creationId xmlns:a16="http://schemas.microsoft.com/office/drawing/2014/main" id="{5B1923F0-2D51-08FF-2ACF-4AFEBF2A119D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DC445AB2-371E-BB9F-880A-3E81FE35FD07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F9C920FA-8778-407B-B5F9-62DA82A3EB28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87D78CAF-F4B6-02F0-CBF3-BFE47B4DC186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AB85AE7D-7AFE-721D-DA84-2CA64F6C87BA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A9D3A8D8-C7AF-BF4F-B2B2-3C9E01430460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AE024470-C012-5303-1F6D-9F341980E7D1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A92EB9DD-3534-27F9-0DC7-8C0ADD691523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D1113D8C-AA76-1617-BE7F-9071D1C9FBD7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8DD07EED-E1B9-8693-E74D-630404ADB0E7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8D9F589B-913D-3833-F3B8-0C845F62F102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29F187F5-7478-795F-269F-EC9EE4F391BB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C9165889-A51E-0BFA-83D7-0F1EF740DFA5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7DAE82F1-ED57-4876-FFCE-D28FC34C9DB9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E514351F-42A3-68ED-24C2-4BBDF9C348C5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6758DA86-FE23-1EFB-64CE-F63F435CEA70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A687B35A-0023-31B8-F173-BAA511A7612B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850DE984-E475-3D50-71B4-0C531140105C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6032BD60-7EBC-68DC-E294-35995C64A082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A748072C-7317-743D-C731-316F12E0DFA0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077088B0-4EF9-A530-BC99-53EE37CF1C72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FB195720-9695-4987-91E8-F6F1EBF3578C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9870D180-4DE9-6FE1-D564-E8C7C1EA471C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EC1A72A0-D043-3E84-6632-A15CC9575657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AFD034FB-DDC5-FEE3-40F8-758330B3CEB8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D8816086-666F-A789-96AC-519552B52575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36CE5631-C8FA-A10C-6C7B-4B31B36C2D6A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F6265E98-232C-279E-6684-45B64392AFBC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E74794A8-BCA4-8320-73D0-01E7F73205CC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E3B6BE5F-0766-C65C-173A-5366F3951D72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94C8412C-6FD5-0CE8-3EF1-916182AC0684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D650F057-8CC5-B4CB-8266-DAD96650D2D5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CF2E7797-47B4-95FF-86E7-A90BAC865BE4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FDF74D6A-D1B2-706A-C2DA-4F72200C12C2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18338EF3-A869-2236-4441-C179B0725D57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3FF42555-117D-3FBF-EE97-47733553F4A9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98D65FED-84C6-2CF3-14F3-600C97B082AB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9F783F6D-9232-9B88-ADB0-94ED39587FE0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9AB00C38-5765-5A77-FAE8-16FEEA6CD297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F8D83A10-92DE-7E0B-8918-0783956D7787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4B49D689-D19C-0124-2231-6E1D22932C30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47377CAE-58D2-E8A5-D14E-C126498128E6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5D60D8D9-D0DC-93E1-E2CC-10BC5BC9791D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3A6D202D-32A7-9CBB-6B8A-F1837170CAC5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0326FA9C-83AE-A7DB-25FE-F8E5B5F90F3F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C797DD7E-A48B-7B70-723F-23F494220123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3B88223B-4CA0-2178-20BC-BA7E29BBB781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E3F50275-1A96-8F24-A7FD-1DD1470DC3DE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AB302DC9-DF02-C2AE-A7AA-B3DA8742E111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228A7C28-8C23-648A-A8C7-D4298BEE3AAC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97AB5517-F9F3-933F-692F-9E473046A9C2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E1792352-4FAC-7DED-E020-5C634CB33DFF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06285D86-5856-E7DC-5A49-2C496FB9DA1B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D39AD90F-8B05-5160-64C4-9869FAA138E5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ECE1763A-1C75-CAB4-CF46-DCF407A80121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6C0C01E1-5F87-8E51-AB54-92ED66F2A6C5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E32D9AD6-5228-213F-35BB-690586B8AD4A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89F83A9A-6EC1-20DB-19B5-2B7045EA6987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9" name="Node 89">
            <a:extLst>
              <a:ext uri="{FF2B5EF4-FFF2-40B4-BE49-F238E27FC236}">
                <a16:creationId xmlns:a16="http://schemas.microsoft.com/office/drawing/2014/main" id="{5978342A-12C4-ADA1-EB3D-6FE634F8E780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30" name="array@9">
            <a:extLst>
              <a:ext uri="{FF2B5EF4-FFF2-40B4-BE49-F238E27FC236}">
                <a16:creationId xmlns:a16="http://schemas.microsoft.com/office/drawing/2014/main" id="{95D5D58C-F792-B4B0-92A9-4F56CF2D3B82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grpSp>
        <p:nvGrpSpPr>
          <p:cNvPr id="62" name="Valid heap">
            <a:extLst>
              <a:ext uri="{FF2B5EF4-FFF2-40B4-BE49-F238E27FC236}">
                <a16:creationId xmlns:a16="http://schemas.microsoft.com/office/drawing/2014/main" id="{BC001566-DDBD-5AD2-6C7D-A1BCE2507EB8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B58E79C-068A-64F1-8C38-7664653F66D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BBB3A06-97DF-822E-3D2F-B17B4BF4C7A6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61" name="Invalid heap">
            <a:extLst>
              <a:ext uri="{FF2B5EF4-FFF2-40B4-BE49-F238E27FC236}">
                <a16:creationId xmlns:a16="http://schemas.microsoft.com/office/drawing/2014/main" id="{C834486B-EB9D-5F33-C297-2C4C271CCD45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76CA642-7EDE-36B3-8304-2E74A6976CC1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E2D1016-26AC-C388-B5D7-DF01A198238A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F7EE36DA-4463-C9B5-AA71-303147FCF08F}"/>
              </a:ext>
            </a:extLst>
          </p:cNvPr>
          <p:cNvSpPr/>
          <p:nvPr/>
        </p:nvSpPr>
        <p:spPr>
          <a:xfrm>
            <a:off x="8905568" y="1498862"/>
            <a:ext cx="2859084" cy="1798110"/>
          </a:xfrm>
          <a:prstGeom prst="wedgeEllipseCallout">
            <a:avLst>
              <a:gd name="adj1" fmla="val -80182"/>
              <a:gd name="adj2" fmla="val 71412"/>
            </a:avLst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called</a:t>
            </a:r>
            <a:r>
              <a:rPr lang="nl-NL" dirty="0">
                <a:latin typeface="Aptos" panose="020B0004020202020204" pitchFamily="34" charset="0"/>
              </a:rPr>
              <a:t> “</a:t>
            </a:r>
            <a:r>
              <a:rPr lang="nl-NL" dirty="0" err="1">
                <a:latin typeface="Aptos" panose="020B0004020202020204" pitchFamily="34" charset="0"/>
              </a:rPr>
              <a:t>bubbling</a:t>
            </a:r>
            <a:r>
              <a:rPr lang="nl-NL" dirty="0">
                <a:latin typeface="Aptos" panose="020B0004020202020204" pitchFamily="34" charset="0"/>
              </a:rPr>
              <a:t> down”</a:t>
            </a:r>
          </a:p>
        </p:txBody>
      </p:sp>
    </p:spTree>
    <p:extLst>
      <p:ext uri="{BB962C8B-B14F-4D97-AF65-F5344CB8AC3E}">
        <p14:creationId xmlns:p14="http://schemas.microsoft.com/office/powerpoint/2010/main" val="377892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06145 -0.33333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-1615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-0.31211 -4.44444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69" y="-88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6146 0.33334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16667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31211 -3.7037E-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45 -0.33334 L -0.02044 -0.22223 " pathEditMode="relative" rAng="0" ptsTypes="AA">
                                      <p:cBhvr>
                                        <p:cTn id="7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54" y="5556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7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-581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211 4.44444E-6 L -0.27747 -2.22222E-6 " pathEditMode="relative" rAng="0" ptsTypes="AA">
                                      <p:cBhvr>
                                        <p:cTn id="76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3" y="-116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4 3.33333E-6 " pathEditMode="relative" rAng="0" ptsTypes="AA">
                                      <p:cBhvr>
                                        <p:cTn id="78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03776 -0.11111 " pathEditMode="relative" rAng="0" ptsTypes="AA">
                                      <p:cBhvr>
                                        <p:cTn id="10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2" y="-5185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45 -0.22223 L -0.0582 -0.11112 " pathEditMode="relative" rAng="0" ptsTypes="AA">
                                      <p:cBhvr>
                                        <p:cTn id="10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" y="5556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747 4.44444E-6 L -0.20808 3.33333E-6 " pathEditMode="relative" rAng="0" ptsTypes="AA">
                                      <p:cBhvr>
                                        <p:cTn id="105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3" y="556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-0.0694 3.33333E-6 " pathEditMode="relative" rAng="0" ptsTypes="AA">
                                      <p:cBhvr>
                                        <p:cTn id="107" dur="1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21 -0.11112 L -0.07552 4.81481E-6 " pathEditMode="relative" rAng="0" ptsTypes="AA">
                                      <p:cBhvr>
                                        <p:cTn id="130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5556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81481E-6 L 0.01732 -0.11112 " pathEditMode="relative" rAng="0" ptsTypes="AA">
                                      <p:cBhvr>
                                        <p:cTn id="132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-5556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07 4.44444E-6 L -0.0694 3.33333E-6 " pathEditMode="relative" rAng="0" ptsTypes="AA">
                                      <p:cBhvr>
                                        <p:cTn id="134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48" y="556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-0.13867 3.33333E-6 " pathEditMode="relative" rAng="0" ptsTypes="AA">
                                      <p:cBhvr>
                                        <p:cTn id="136" dur="1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88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"/>
                            </p:stCondLst>
                            <p:childTnLst>
                              <p:par>
                                <p:cTn id="13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4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5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5" grpId="0" animBg="1"/>
      <p:bldP spid="5" grpId="1" animBg="1"/>
      <p:bldP spid="4" grpId="0" animBg="1"/>
      <p:bldP spid="4" grpId="1" animBg="1"/>
      <p:bldP spid="66" grpId="0" animBg="1"/>
      <p:bldP spid="66" grpId="1" animBg="1"/>
      <p:bldP spid="67" grpId="0" animBg="1"/>
      <p:bldP spid="69" grpId="0" animBg="1"/>
      <p:bldP spid="73" grpId="0" animBg="1"/>
      <p:bldP spid="9" grpId="0" animBg="1"/>
      <p:bldP spid="9" grpId="1" animBg="1"/>
      <p:bldP spid="9" grpId="2" animBg="1"/>
      <p:bldP spid="9" grpId="3" animBg="1"/>
      <p:bldP spid="30" grpId="0" animBg="1"/>
      <p:bldP spid="30" grpId="1" animBg="1"/>
      <p:bldP spid="30" grpId="2" animBg="1"/>
      <p:bldP spid="30" grpId="3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25ACD-63AF-0F84-E11B-D529C7EC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8F5E734-1CB9-E23A-40B9-303AC579711B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7774BD6-7966-266B-2E39-30F271B9AF71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354FB7-B4B0-00E8-3F04-82B3470860DD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D7B701-D304-A2D2-EEE5-23EBC7AB0570}"/>
              </a:ext>
            </a:extLst>
          </p:cNvPr>
          <p:cNvCxnSpPr>
            <a:cxnSpLocks/>
          </p:cNvCxnSpPr>
          <p:nvPr/>
        </p:nvCxnSpPr>
        <p:spPr>
          <a:xfrm flipH="1" flipV="1">
            <a:off x="11087948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B418BFF-5342-7762-F632-2020839901FE}"/>
              </a:ext>
            </a:extLst>
          </p:cNvPr>
          <p:cNvCxnSpPr>
            <a:cxnSpLocks/>
          </p:cNvCxnSpPr>
          <p:nvPr/>
        </p:nvCxnSpPr>
        <p:spPr>
          <a:xfrm flipV="1">
            <a:off x="10876553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025DD7-AF7D-F2B9-5267-9140267E2781}"/>
              </a:ext>
            </a:extLst>
          </p:cNvPr>
          <p:cNvCxnSpPr>
            <a:cxnSpLocks/>
          </p:cNvCxnSpPr>
          <p:nvPr/>
        </p:nvCxnSpPr>
        <p:spPr>
          <a:xfrm flipH="1" flipV="1">
            <a:off x="10128136" y="5566676"/>
            <a:ext cx="25021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954153-8FBE-DF08-B9AD-B877858FD6A7}"/>
              </a:ext>
            </a:extLst>
          </p:cNvPr>
          <p:cNvCxnSpPr>
            <a:cxnSpLocks/>
          </p:cNvCxnSpPr>
          <p:nvPr/>
        </p:nvCxnSpPr>
        <p:spPr>
          <a:xfrm flipV="1">
            <a:off x="995556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48E625E-EC4A-515A-3847-8C9844D623E0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1857F84-C944-5CFD-65DB-42183CF789BA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0F7E1D-F058-5788-C1F8-1740432AB9D7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E3A9B0-5691-22F6-7604-D34BB5F57C4D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0CD52B5-C3D8-ADB6-D603-6D63AB9709F0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0502CB-BB19-30F5-6B2D-F1B8514844C1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3D3BFE4-5170-B9C7-C33A-E2B174D59401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869C5F-F073-44AD-2289-DBD22558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The </a:t>
            </a:r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</a:t>
            </a:r>
            <a:r>
              <a:rPr lang="nl-NL" b="0" dirty="0"/>
              <a:t> – </a:t>
            </a:r>
            <a:r>
              <a:rPr lang="nl-NL" b="0" dirty="0" err="1"/>
              <a:t>Insertion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D0D6C-28B3-A881-1934-9B70AF9546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1974525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Append </a:t>
                </a:r>
                <a:r>
                  <a:rPr lang="nl-NL" dirty="0" err="1"/>
                  <a:t>to</a:t>
                </a:r>
                <a:r>
                  <a:rPr lang="nl-NL" dirty="0"/>
                  <a:t> array (= </a:t>
                </a:r>
                <a:r>
                  <a:rPr lang="nl-NL" dirty="0" err="1"/>
                  <a:t>add</a:t>
                </a:r>
                <a:r>
                  <a:rPr lang="nl-NL" dirty="0"/>
                  <a:t> as rightmost </a:t>
                </a:r>
                <a:r>
                  <a:rPr lang="nl-NL" dirty="0" err="1"/>
                  <a:t>leaf</a:t>
                </a:r>
                <a:r>
                  <a:rPr lang="nl-NL" dirty="0"/>
                  <a:t>)</a:t>
                </a:r>
              </a:p>
              <a:p>
                <a:pPr lvl="1"/>
                <a:r>
                  <a:rPr lang="nl-NL" dirty="0" err="1"/>
                  <a:t>Perform</a:t>
                </a:r>
                <a:r>
                  <a:rPr lang="nl-NL" dirty="0"/>
                  <a:t> swaps </a:t>
                </a:r>
                <a:r>
                  <a:rPr lang="nl-NL" dirty="0" err="1"/>
                  <a:t>with</a:t>
                </a:r>
                <a:r>
                  <a:rPr lang="nl-NL" dirty="0"/>
                  <a:t> </a:t>
                </a:r>
                <a:r>
                  <a:rPr lang="nl-NL" dirty="0" err="1"/>
                  <a:t>parent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move new </a:t>
                </a:r>
                <a:r>
                  <a:rPr lang="nl-NL" dirty="0" err="1"/>
                  <a:t>value</a:t>
                </a:r>
                <a:r>
                  <a:rPr lang="nl-NL" dirty="0"/>
                  <a:t> “</a:t>
                </a:r>
                <a:r>
                  <a:rPr lang="nl-NL" dirty="0" err="1"/>
                  <a:t>upwards</a:t>
                </a:r>
                <a:r>
                  <a:rPr lang="nl-NL" dirty="0"/>
                  <a:t>”</a:t>
                </a:r>
              </a:p>
              <a:p>
                <a:pPr lvl="1"/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D0D6C-28B3-A881-1934-9B70AF954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1974525"/>
              </a:xfrm>
              <a:blipFill>
                <a:blip r:embed="rId2"/>
                <a:stretch>
                  <a:fillRect l="-336" t="-3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Node empty 5">
            <a:extLst>
              <a:ext uri="{FF2B5EF4-FFF2-40B4-BE49-F238E27FC236}">
                <a16:creationId xmlns:a16="http://schemas.microsoft.com/office/drawing/2014/main" id="{179234A6-E844-B3C5-5743-FBC39D19C3EA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Node empty 4">
            <a:extLst>
              <a:ext uri="{FF2B5EF4-FFF2-40B4-BE49-F238E27FC236}">
                <a16:creationId xmlns:a16="http://schemas.microsoft.com/office/drawing/2014/main" id="{4F316753-A3B3-DB3C-B10A-215E2928CD1D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Node empty 3">
            <a:extLst>
              <a:ext uri="{FF2B5EF4-FFF2-40B4-BE49-F238E27FC236}">
                <a16:creationId xmlns:a16="http://schemas.microsoft.com/office/drawing/2014/main" id="{A8CBA915-4C7B-5655-70EC-30F6B608BDA5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Node empty 2">
            <a:extLst>
              <a:ext uri="{FF2B5EF4-FFF2-40B4-BE49-F238E27FC236}">
                <a16:creationId xmlns:a16="http://schemas.microsoft.com/office/drawing/2014/main" id="{5A738165-6A64-41FF-2D7A-FEE7B1CD8FBB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Node empty 1">
            <a:extLst>
              <a:ext uri="{FF2B5EF4-FFF2-40B4-BE49-F238E27FC236}">
                <a16:creationId xmlns:a16="http://schemas.microsoft.com/office/drawing/2014/main" id="{D97C2FB0-EEF7-66A1-1B4E-A6818B2D0F15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Node 89">
            <a:extLst>
              <a:ext uri="{FF2B5EF4-FFF2-40B4-BE49-F238E27FC236}">
                <a16:creationId xmlns:a16="http://schemas.microsoft.com/office/drawing/2014/main" id="{610B58CD-EFF3-8DC0-8CBB-4EDC0DD2BCB9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11" name="Node 55">
            <a:extLst>
              <a:ext uri="{FF2B5EF4-FFF2-40B4-BE49-F238E27FC236}">
                <a16:creationId xmlns:a16="http://schemas.microsoft.com/office/drawing/2014/main" id="{3E0E32E9-6EBF-AB05-C380-CCD6EED52F15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10" name="Node 34">
            <a:extLst>
              <a:ext uri="{FF2B5EF4-FFF2-40B4-BE49-F238E27FC236}">
                <a16:creationId xmlns:a16="http://schemas.microsoft.com/office/drawing/2014/main" id="{63C85514-E9D6-73E7-6BC4-6F3CC0D3C3FB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20" name="Node 21">
            <a:extLst>
              <a:ext uri="{FF2B5EF4-FFF2-40B4-BE49-F238E27FC236}">
                <a16:creationId xmlns:a16="http://schemas.microsoft.com/office/drawing/2014/main" id="{FBF2F511-8AF2-DBEE-4321-AC813E5337FA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" name="Node 13">
            <a:extLst>
              <a:ext uri="{FF2B5EF4-FFF2-40B4-BE49-F238E27FC236}">
                <a16:creationId xmlns:a16="http://schemas.microsoft.com/office/drawing/2014/main" id="{6D62AC0A-9865-9D00-C8A3-8B65D1D563E8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1" name="Node 8">
            <a:extLst>
              <a:ext uri="{FF2B5EF4-FFF2-40B4-BE49-F238E27FC236}">
                <a16:creationId xmlns:a16="http://schemas.microsoft.com/office/drawing/2014/main" id="{1F3F9874-9BF1-7109-F5A8-1A4691229AEC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" name="Node 5">
            <a:extLst>
              <a:ext uri="{FF2B5EF4-FFF2-40B4-BE49-F238E27FC236}">
                <a16:creationId xmlns:a16="http://schemas.microsoft.com/office/drawing/2014/main" id="{E149D2C4-6279-D91A-9D2E-0D1B6AF0C03C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Node 3">
            <a:extLst>
              <a:ext uri="{FF2B5EF4-FFF2-40B4-BE49-F238E27FC236}">
                <a16:creationId xmlns:a16="http://schemas.microsoft.com/office/drawing/2014/main" id="{72B2A9AB-EA03-2EF0-66BB-89779ED9F456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" name="Node 2">
            <a:extLst>
              <a:ext uri="{FF2B5EF4-FFF2-40B4-BE49-F238E27FC236}">
                <a16:creationId xmlns:a16="http://schemas.microsoft.com/office/drawing/2014/main" id="{C6E575F8-B48C-C0AA-51C7-849EFB13EDA5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" name="Node 1">
            <a:extLst>
              <a:ext uri="{FF2B5EF4-FFF2-40B4-BE49-F238E27FC236}">
                <a16:creationId xmlns:a16="http://schemas.microsoft.com/office/drawing/2014/main" id="{E8ABD053-266D-AE6D-A875-2B67FE13CCD6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4" name="t-idx 0">
            <a:extLst>
              <a:ext uri="{FF2B5EF4-FFF2-40B4-BE49-F238E27FC236}">
                <a16:creationId xmlns:a16="http://schemas.microsoft.com/office/drawing/2014/main" id="{A5C7B2A3-DFC6-EF12-FA80-D1D3557789F9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85" name="t-idx 1">
            <a:extLst>
              <a:ext uri="{FF2B5EF4-FFF2-40B4-BE49-F238E27FC236}">
                <a16:creationId xmlns:a16="http://schemas.microsoft.com/office/drawing/2014/main" id="{462E6E12-9794-CB1A-20A7-689175239EE9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6" name="t-idx 2">
            <a:extLst>
              <a:ext uri="{FF2B5EF4-FFF2-40B4-BE49-F238E27FC236}">
                <a16:creationId xmlns:a16="http://schemas.microsoft.com/office/drawing/2014/main" id="{70AE7B3A-E971-65B1-CCDB-8BB894C27699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87" name="t-idx 3">
            <a:extLst>
              <a:ext uri="{FF2B5EF4-FFF2-40B4-BE49-F238E27FC236}">
                <a16:creationId xmlns:a16="http://schemas.microsoft.com/office/drawing/2014/main" id="{A686D1C6-E93A-C219-EDE2-D82BB81EF9F3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488" name="t-idx 4">
            <a:extLst>
              <a:ext uri="{FF2B5EF4-FFF2-40B4-BE49-F238E27FC236}">
                <a16:creationId xmlns:a16="http://schemas.microsoft.com/office/drawing/2014/main" id="{42FAF983-C89C-3C16-C2C0-32B9A3D21FE5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9" name="t-idx 5">
            <a:extLst>
              <a:ext uri="{FF2B5EF4-FFF2-40B4-BE49-F238E27FC236}">
                <a16:creationId xmlns:a16="http://schemas.microsoft.com/office/drawing/2014/main" id="{418CFC25-FA89-4F2E-BCAB-EE847D23E214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90" name="t-idx 6">
            <a:extLst>
              <a:ext uri="{FF2B5EF4-FFF2-40B4-BE49-F238E27FC236}">
                <a16:creationId xmlns:a16="http://schemas.microsoft.com/office/drawing/2014/main" id="{C9A00BDD-C66E-F76E-F766-68DF14CF789D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91" name="t-idx 7">
            <a:extLst>
              <a:ext uri="{FF2B5EF4-FFF2-40B4-BE49-F238E27FC236}">
                <a16:creationId xmlns:a16="http://schemas.microsoft.com/office/drawing/2014/main" id="{2EBC2511-EFAD-2A85-A365-3AF35190A43D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92" name="t-idx 8">
            <a:extLst>
              <a:ext uri="{FF2B5EF4-FFF2-40B4-BE49-F238E27FC236}">
                <a16:creationId xmlns:a16="http://schemas.microsoft.com/office/drawing/2014/main" id="{76D4590D-E5EC-3EBB-AEB8-0883C1D912ED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93" name="t-idx 9">
            <a:extLst>
              <a:ext uri="{FF2B5EF4-FFF2-40B4-BE49-F238E27FC236}">
                <a16:creationId xmlns:a16="http://schemas.microsoft.com/office/drawing/2014/main" id="{B95D1859-1E18-4880-3B4B-DFD0837654C1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94" name="t-idx 10">
            <a:extLst>
              <a:ext uri="{FF2B5EF4-FFF2-40B4-BE49-F238E27FC236}">
                <a16:creationId xmlns:a16="http://schemas.microsoft.com/office/drawing/2014/main" id="{C4FEE67E-F56E-CF0E-C449-CF501BAD94A7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95" name="t-idx 11">
            <a:extLst>
              <a:ext uri="{FF2B5EF4-FFF2-40B4-BE49-F238E27FC236}">
                <a16:creationId xmlns:a16="http://schemas.microsoft.com/office/drawing/2014/main" id="{4BAF7C26-4A7C-D331-0C5C-4657DAEBAF01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96" name="t-idx 12">
            <a:extLst>
              <a:ext uri="{FF2B5EF4-FFF2-40B4-BE49-F238E27FC236}">
                <a16:creationId xmlns:a16="http://schemas.microsoft.com/office/drawing/2014/main" id="{AF61AEEA-91B9-79B0-ABB4-CE67226FD230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97" name="t-idx 13">
            <a:extLst>
              <a:ext uri="{FF2B5EF4-FFF2-40B4-BE49-F238E27FC236}">
                <a16:creationId xmlns:a16="http://schemas.microsoft.com/office/drawing/2014/main" id="{D8C01738-5A16-BABB-AEE1-E3878AA986DD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66" name="array@0">
            <a:extLst>
              <a:ext uri="{FF2B5EF4-FFF2-40B4-BE49-F238E27FC236}">
                <a16:creationId xmlns:a16="http://schemas.microsoft.com/office/drawing/2014/main" id="{69975F31-B957-0320-D78B-E692C06C00C1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3" name="idx 0">
            <a:extLst>
              <a:ext uri="{FF2B5EF4-FFF2-40B4-BE49-F238E27FC236}">
                <a16:creationId xmlns:a16="http://schemas.microsoft.com/office/drawing/2014/main" id="{E04A5DAD-9499-8932-5ED4-3DD8D5D27D58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7" name="array@1">
            <a:extLst>
              <a:ext uri="{FF2B5EF4-FFF2-40B4-BE49-F238E27FC236}">
                <a16:creationId xmlns:a16="http://schemas.microsoft.com/office/drawing/2014/main" id="{F859EF32-A4C3-6509-BA4C-F3C10E0EFBDC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4" name="idx 1">
            <a:extLst>
              <a:ext uri="{FF2B5EF4-FFF2-40B4-BE49-F238E27FC236}">
                <a16:creationId xmlns:a16="http://schemas.microsoft.com/office/drawing/2014/main" id="{2592BF5D-5B58-B6B6-DB5C-BE25980B83B0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array@2">
            <a:extLst>
              <a:ext uri="{FF2B5EF4-FFF2-40B4-BE49-F238E27FC236}">
                <a16:creationId xmlns:a16="http://schemas.microsoft.com/office/drawing/2014/main" id="{7D2279CB-1D0A-74B1-CD56-E2C72BC14220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5" name="idx 2">
            <a:extLst>
              <a:ext uri="{FF2B5EF4-FFF2-40B4-BE49-F238E27FC236}">
                <a16:creationId xmlns:a16="http://schemas.microsoft.com/office/drawing/2014/main" id="{BB291A90-EBEC-5442-289B-E9ADF611159C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69" name="array@3">
            <a:extLst>
              <a:ext uri="{FF2B5EF4-FFF2-40B4-BE49-F238E27FC236}">
                <a16:creationId xmlns:a16="http://schemas.microsoft.com/office/drawing/2014/main" id="{7FCE49C7-7EBD-BCC1-764E-1AAF5FA5EE3C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6" name="idx 3">
            <a:extLst>
              <a:ext uri="{FF2B5EF4-FFF2-40B4-BE49-F238E27FC236}">
                <a16:creationId xmlns:a16="http://schemas.microsoft.com/office/drawing/2014/main" id="{83948735-691B-3C9B-EBC5-C88F1C0C3ABB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0" name="array@4">
            <a:extLst>
              <a:ext uri="{FF2B5EF4-FFF2-40B4-BE49-F238E27FC236}">
                <a16:creationId xmlns:a16="http://schemas.microsoft.com/office/drawing/2014/main" id="{3D2197B1-948C-8266-E6E2-3329CF48A3B2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7" name="idx 4">
            <a:extLst>
              <a:ext uri="{FF2B5EF4-FFF2-40B4-BE49-F238E27FC236}">
                <a16:creationId xmlns:a16="http://schemas.microsoft.com/office/drawing/2014/main" id="{DEEBDCA4-3EE3-C877-80E1-A55896A16317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1" name="array@5">
            <a:extLst>
              <a:ext uri="{FF2B5EF4-FFF2-40B4-BE49-F238E27FC236}">
                <a16:creationId xmlns:a16="http://schemas.microsoft.com/office/drawing/2014/main" id="{F0DD4BA6-6430-B237-D3C4-BEA6D172C0B5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2" name="idx 5">
            <a:extLst>
              <a:ext uri="{FF2B5EF4-FFF2-40B4-BE49-F238E27FC236}">
                <a16:creationId xmlns:a16="http://schemas.microsoft.com/office/drawing/2014/main" id="{486E8582-9787-011D-3C79-D50B907D9F0C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72" name="array@6">
            <a:extLst>
              <a:ext uri="{FF2B5EF4-FFF2-40B4-BE49-F238E27FC236}">
                <a16:creationId xmlns:a16="http://schemas.microsoft.com/office/drawing/2014/main" id="{8EC8C2E4-E942-C8CB-4EC8-CEEBB50B74E9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88" name="idx 6">
            <a:extLst>
              <a:ext uri="{FF2B5EF4-FFF2-40B4-BE49-F238E27FC236}">
                <a16:creationId xmlns:a16="http://schemas.microsoft.com/office/drawing/2014/main" id="{C0216219-1AA7-569F-EE5D-1245C4904F77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3" name="array@7">
            <a:extLst>
              <a:ext uri="{FF2B5EF4-FFF2-40B4-BE49-F238E27FC236}">
                <a16:creationId xmlns:a16="http://schemas.microsoft.com/office/drawing/2014/main" id="{346A09AA-460B-DC89-52AE-52637F3D21F6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34</a:t>
            </a:r>
          </a:p>
        </p:txBody>
      </p:sp>
      <p:sp>
        <p:nvSpPr>
          <p:cNvPr id="89" name="idx 7">
            <a:extLst>
              <a:ext uri="{FF2B5EF4-FFF2-40B4-BE49-F238E27FC236}">
                <a16:creationId xmlns:a16="http://schemas.microsoft.com/office/drawing/2014/main" id="{E2ACB75C-8203-68B0-8F50-1FB92D51AAB8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4" name="array@8">
            <a:extLst>
              <a:ext uri="{FF2B5EF4-FFF2-40B4-BE49-F238E27FC236}">
                <a16:creationId xmlns:a16="http://schemas.microsoft.com/office/drawing/2014/main" id="{8A46CB74-4C05-4CCF-6ACF-CD6F39926DC6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90" name="idx 8">
            <a:extLst>
              <a:ext uri="{FF2B5EF4-FFF2-40B4-BE49-F238E27FC236}">
                <a16:creationId xmlns:a16="http://schemas.microsoft.com/office/drawing/2014/main" id="{56785ABF-BC19-4C17-3984-05DC15299206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75" name="array@9">
            <a:extLst>
              <a:ext uri="{FF2B5EF4-FFF2-40B4-BE49-F238E27FC236}">
                <a16:creationId xmlns:a16="http://schemas.microsoft.com/office/drawing/2014/main" id="{01A858E6-D303-A0E3-A156-16487C2F9621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89</a:t>
            </a:r>
          </a:p>
        </p:txBody>
      </p:sp>
      <p:sp>
        <p:nvSpPr>
          <p:cNvPr id="91" name="idx 9">
            <a:extLst>
              <a:ext uri="{FF2B5EF4-FFF2-40B4-BE49-F238E27FC236}">
                <a16:creationId xmlns:a16="http://schemas.microsoft.com/office/drawing/2014/main" id="{6766768F-064D-F5E2-00F8-601576F9CD63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76" name="array@10">
            <a:extLst>
              <a:ext uri="{FF2B5EF4-FFF2-40B4-BE49-F238E27FC236}">
                <a16:creationId xmlns:a16="http://schemas.microsoft.com/office/drawing/2014/main" id="{2AE8A0C7-693E-1DA9-B787-35B0E943572B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1" name="idx 10">
            <a:extLst>
              <a:ext uri="{FF2B5EF4-FFF2-40B4-BE49-F238E27FC236}">
                <a16:creationId xmlns:a16="http://schemas.microsoft.com/office/drawing/2014/main" id="{60B77FEF-411E-026B-50FD-D67E2C6D65B6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77" name="array@11">
            <a:extLst>
              <a:ext uri="{FF2B5EF4-FFF2-40B4-BE49-F238E27FC236}">
                <a16:creationId xmlns:a16="http://schemas.microsoft.com/office/drawing/2014/main" id="{7D8EC29F-23DF-604C-0BC3-9E88A9460235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2" name="idx 11">
            <a:extLst>
              <a:ext uri="{FF2B5EF4-FFF2-40B4-BE49-F238E27FC236}">
                <a16:creationId xmlns:a16="http://schemas.microsoft.com/office/drawing/2014/main" id="{BC6ECC1E-AA78-E436-31CB-EFC74A823F67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8" name="array@12">
            <a:extLst>
              <a:ext uri="{FF2B5EF4-FFF2-40B4-BE49-F238E27FC236}">
                <a16:creationId xmlns:a16="http://schemas.microsoft.com/office/drawing/2014/main" id="{1C3AC188-C3E7-5E36-F09D-3A1649090051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3" name="idx 12">
            <a:extLst>
              <a:ext uri="{FF2B5EF4-FFF2-40B4-BE49-F238E27FC236}">
                <a16:creationId xmlns:a16="http://schemas.microsoft.com/office/drawing/2014/main" id="{DA08AB0B-2B9D-DC85-344D-B7C30AFFA2C6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64" name="idx 13">
            <a:extLst>
              <a:ext uri="{FF2B5EF4-FFF2-40B4-BE49-F238E27FC236}">
                <a16:creationId xmlns:a16="http://schemas.microsoft.com/office/drawing/2014/main" id="{E4FFD36A-D097-FC4B-6C61-CED9594BE361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9" name="array@13">
            <a:extLst>
              <a:ext uri="{FF2B5EF4-FFF2-40B4-BE49-F238E27FC236}">
                <a16:creationId xmlns:a16="http://schemas.microsoft.com/office/drawing/2014/main" id="{BAB2B9A8-5898-7693-E3CF-9AB0DF7EB150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8" name="array@13">
            <a:extLst>
              <a:ext uri="{FF2B5EF4-FFF2-40B4-BE49-F238E27FC236}">
                <a16:creationId xmlns:a16="http://schemas.microsoft.com/office/drawing/2014/main" id="{CE7183A0-6F0C-D494-5704-7D6022A701CD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07" name="idx 14">
            <a:extLst>
              <a:ext uri="{FF2B5EF4-FFF2-40B4-BE49-F238E27FC236}">
                <a16:creationId xmlns:a16="http://schemas.microsoft.com/office/drawing/2014/main" id="{0D9EC9A1-141C-7DEB-07FE-8C3631B526FA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516" name="t-idx 14">
            <a:extLst>
              <a:ext uri="{FF2B5EF4-FFF2-40B4-BE49-F238E27FC236}">
                <a16:creationId xmlns:a16="http://schemas.microsoft.com/office/drawing/2014/main" id="{935CD396-A5CF-6236-4F38-6857019FF3C0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9" name="Node 42">
            <a:extLst>
              <a:ext uri="{FF2B5EF4-FFF2-40B4-BE49-F238E27FC236}">
                <a16:creationId xmlns:a16="http://schemas.microsoft.com/office/drawing/2014/main" id="{83A2D2EC-E8CF-DCE2-F351-71F39466B82B}"/>
              </a:ext>
            </a:extLst>
          </p:cNvPr>
          <p:cNvSpPr/>
          <p:nvPr/>
        </p:nvSpPr>
        <p:spPr>
          <a:xfrm>
            <a:off x="9090674" y="7210525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array 42">
            <a:extLst>
              <a:ext uri="{FF2B5EF4-FFF2-40B4-BE49-F238E27FC236}">
                <a16:creationId xmlns:a16="http://schemas.microsoft.com/office/drawing/2014/main" id="{3DEDBB2C-A450-C848-95FF-8A8CAC0A87FF}"/>
              </a:ext>
            </a:extLst>
          </p:cNvPr>
          <p:cNvSpPr/>
          <p:nvPr/>
        </p:nvSpPr>
        <p:spPr>
          <a:xfrm>
            <a:off x="5195944" y="7196618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grpSp>
        <p:nvGrpSpPr>
          <p:cNvPr id="22" name="Valid heap">
            <a:extLst>
              <a:ext uri="{FF2B5EF4-FFF2-40B4-BE49-F238E27FC236}">
                <a16:creationId xmlns:a16="http://schemas.microsoft.com/office/drawing/2014/main" id="{231F8AC8-6B82-F2F2-E9B1-1691C734D092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C07623C-C7DE-385C-9271-730B842D558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33477B0-EA75-D96B-1750-A1C306B8CCCA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27" name="Invalid heap">
            <a:extLst>
              <a:ext uri="{FF2B5EF4-FFF2-40B4-BE49-F238E27FC236}">
                <a16:creationId xmlns:a16="http://schemas.microsoft.com/office/drawing/2014/main" id="{953ABF62-7181-BD62-3583-77D3FCC2356E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0D67CD0-2CE6-278D-822C-A996A3C80D6D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E907FD0-1B06-8B0C-548A-8D861ACD90FE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sp>
        <p:nvSpPr>
          <p:cNvPr id="32" name="Oval Callout 11">
            <a:extLst>
              <a:ext uri="{FF2B5EF4-FFF2-40B4-BE49-F238E27FC236}">
                <a16:creationId xmlns:a16="http://schemas.microsoft.com/office/drawing/2014/main" id="{29178AB8-D4EA-8FC3-770F-CBE7BFF5D825}"/>
              </a:ext>
            </a:extLst>
          </p:cNvPr>
          <p:cNvSpPr/>
          <p:nvPr/>
        </p:nvSpPr>
        <p:spPr>
          <a:xfrm>
            <a:off x="8905568" y="1498862"/>
            <a:ext cx="2859084" cy="1798110"/>
          </a:xfrm>
          <a:prstGeom prst="wedgeEllipseCallout">
            <a:avLst>
              <a:gd name="adj1" fmla="val -111505"/>
              <a:gd name="adj2" fmla="val 46772"/>
            </a:avLst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This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called</a:t>
            </a:r>
            <a:r>
              <a:rPr lang="nl-NL" dirty="0">
                <a:latin typeface="Aptos" panose="020B0004020202020204" pitchFamily="34" charset="0"/>
              </a:rPr>
              <a:t> “</a:t>
            </a:r>
            <a:r>
              <a:rPr lang="nl-NL" dirty="0" err="1">
                <a:latin typeface="Aptos" panose="020B0004020202020204" pitchFamily="34" charset="0"/>
              </a:rPr>
              <a:t>bubbling</a:t>
            </a:r>
            <a:r>
              <a:rPr lang="nl-NL" dirty="0">
                <a:latin typeface="Aptos" panose="020B0004020202020204" pitchFamily="34" charset="0"/>
              </a:rPr>
              <a:t> up”</a:t>
            </a:r>
          </a:p>
        </p:txBody>
      </p:sp>
    </p:spTree>
    <p:extLst>
      <p:ext uri="{BB962C8B-B14F-4D97-AF65-F5344CB8AC3E}">
        <p14:creationId xmlns:p14="http://schemas.microsoft.com/office/powerpoint/2010/main" val="171053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7.40741E-7 L -3.125E-6 -0.35996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1810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59259E-6 L -4.16667E-6 -0.15741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20807 3.33333E-6 " pathEditMode="relative" rAng="0" ptsTypes="AA">
                                      <p:cBhvr>
                                        <p:cTn id="42" dur="1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43" y="-69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07407E-6 L 0.01732 0.11112 " pathEditMode="relative" rAng="0" ptsTypes="AA">
                                      <p:cBhvr>
                                        <p:cTn id="44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" y="555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35995 L -0.20807 -0.35995 " pathEditMode="relative" rAng="0" ptsTypes="AA">
                                      <p:cBhvr>
                                        <p:cTn id="4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65" y="-69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0.1574 L -0.01732 -0.26852 " pathEditMode="relative" rAng="0" ptsTypes="AA">
                                      <p:cBhvr>
                                        <p:cTn id="4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0.10404 4.07407E-6 " pathEditMode="relative" rAng="0" ptsTypes="AA">
                                      <p:cBhvr>
                                        <p:cTn id="52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-23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07 -0.35995 L -0.3121 -0.35995 " pathEditMode="relative" rAng="0" ptsTypes="AA">
                                      <p:cBhvr>
                                        <p:cTn id="5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556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3776 0.11111 " pathEditMode="relative" rAng="0" ptsTypes="AA">
                                      <p:cBhvr>
                                        <p:cTn id="5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530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32 -0.26852 L -0.05508 -0.37963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4" y="-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6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 animBg="1"/>
      <p:bldP spid="5" grpId="0" animBg="1"/>
      <p:bldP spid="67" grpId="0" animBg="1"/>
      <p:bldP spid="70" grpId="0" animBg="1"/>
      <p:bldP spid="76" grpId="0" animBg="1"/>
      <p:bldP spid="9" grpId="0" animBg="1"/>
      <p:bldP spid="9" grpId="1" animBg="1"/>
      <p:bldP spid="9" grpId="2" animBg="1"/>
      <p:bldP spid="14" grpId="0" animBg="1"/>
      <p:bldP spid="14" grpId="1" animBg="1"/>
      <p:bldP spid="14" grpId="2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2922A-3DF0-DCBA-ACE5-DCCB45FB2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0B83-7F07-9644-E15E-193BDA29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Removing</a:t>
            </a:r>
            <a:r>
              <a:rPr lang="nl-NL" b="0" dirty="0"/>
              <a:t> is </a:t>
            </a:r>
            <a:r>
              <a:rPr lang="nl-NL" b="0" dirty="0" err="1"/>
              <a:t>sorting</a:t>
            </a:r>
            <a:r>
              <a:rPr lang="nl-NL" b="0" dirty="0"/>
              <a:t>!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7BE0-58CD-FE6E-742C-80AC38257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Removal</a:t>
            </a:r>
            <a:r>
              <a:rPr lang="nl-NL" dirty="0"/>
              <a:t> puts </a:t>
            </a:r>
            <a:r>
              <a:rPr lang="nl-NL" b="1" dirty="0" err="1"/>
              <a:t>smallest</a:t>
            </a:r>
            <a:r>
              <a:rPr lang="nl-NL" b="1" dirty="0"/>
              <a:t> </a:t>
            </a:r>
            <a:r>
              <a:rPr lang="nl-NL" b="1" dirty="0" err="1"/>
              <a:t>value</a:t>
            </a:r>
            <a:r>
              <a:rPr lang="nl-NL" dirty="0"/>
              <a:t> at end of array</a:t>
            </a:r>
          </a:p>
          <a:p>
            <a:r>
              <a:rPr lang="nl-NL" dirty="0" err="1"/>
              <a:t>Repeating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is empty: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are </a:t>
            </a:r>
            <a:r>
              <a:rPr lang="nl-NL" dirty="0" err="1"/>
              <a:t>sorted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time </a:t>
            </a:r>
            <a:r>
              <a:rPr lang="nl-NL" dirty="0" err="1"/>
              <a:t>complexity</a:t>
            </a:r>
            <a:r>
              <a:rPr lang="nl-NL" dirty="0"/>
              <a:t> of </a:t>
            </a:r>
            <a:r>
              <a:rPr lang="nl-NL" dirty="0" err="1"/>
              <a:t>sorting</a:t>
            </a:r>
            <a:r>
              <a:rPr lang="nl-NL" dirty="0"/>
              <a:t> in </a:t>
            </a:r>
            <a:r>
              <a:rPr lang="nl-NL" dirty="0" err="1"/>
              <a:t>this</a:t>
            </a:r>
            <a:r>
              <a:rPr lang="nl-NL" dirty="0"/>
              <a:t> way?</a:t>
            </a:r>
          </a:p>
          <a:p>
            <a:endParaRPr lang="nl-NL" dirty="0"/>
          </a:p>
          <a:p>
            <a:r>
              <a:rPr lang="nl-NL" dirty="0" err="1"/>
              <a:t>Once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 </a:t>
            </a:r>
            <a:r>
              <a:rPr lang="nl-NL" dirty="0" err="1"/>
              <a:t>satisfies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property,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easily</a:t>
            </a:r>
            <a:r>
              <a:rPr lang="nl-NL" dirty="0"/>
              <a:t> </a:t>
            </a:r>
            <a:r>
              <a:rPr lang="nl-NL" dirty="0" err="1"/>
              <a:t>sort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But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much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is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let </a:t>
            </a:r>
            <a:r>
              <a:rPr lang="nl-NL" dirty="0" err="1"/>
              <a:t>arbitrary</a:t>
            </a:r>
            <a:r>
              <a:rPr lang="nl-NL" dirty="0"/>
              <a:t> data </a:t>
            </a:r>
            <a:r>
              <a:rPr lang="nl-NL" dirty="0" err="1"/>
              <a:t>satisfy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property?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2B678-FB84-D03B-B79F-917D06E2D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388" y="2468881"/>
            <a:ext cx="1150374" cy="11503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F451DD-2B40-F09D-D807-0B25CA52E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37" y="2505194"/>
            <a:ext cx="1077748" cy="1077748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93D9B9ED-F532-A1DA-6DBF-E04E7CC16AE1}"/>
              </a:ext>
            </a:extLst>
          </p:cNvPr>
          <p:cNvSpPr/>
          <p:nvPr/>
        </p:nvSpPr>
        <p:spPr>
          <a:xfrm>
            <a:off x="8479672" y="2747467"/>
            <a:ext cx="752355" cy="593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1A1A31-F168-607A-ADBB-5B9AA6CD7687}"/>
                  </a:ext>
                </a:extLst>
              </p:cNvPr>
              <p:cNvSpPr txBox="1"/>
              <p:nvPr/>
            </p:nvSpPr>
            <p:spPr>
              <a:xfrm>
                <a:off x="7256652" y="4077653"/>
                <a:ext cx="16952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400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nl-NL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4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func>
                            <m:funcPr>
                              <m:ctrlPr>
                                <a:rPr lang="nl-NL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NL" sz="2400" b="1" i="0" dirty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fName>
                            <m:e>
                              <m:r>
                                <a:rPr lang="nl-NL" sz="2400" b="1" i="1" dirty="0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nl-NL" sz="24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1A1A31-F168-607A-ADBB-5B9AA6CD7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652" y="4077653"/>
                <a:ext cx="1695272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71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B2D77-7E09-B37E-01E6-4311B6E9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DB54-AFE9-96D0-CBFB-F8ECC17FA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Building a </a:t>
            </a:r>
            <a:r>
              <a:rPr lang="nl-NL" dirty="0" err="1"/>
              <a:t>Heap</a:t>
            </a:r>
            <a:r>
              <a:rPr lang="nl-NL" dirty="0"/>
              <a:t> - </a:t>
            </a:r>
            <a:r>
              <a:rPr lang="nl-NL" dirty="0" err="1"/>
              <a:t>Heapify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93A51-8BA9-583B-A56B-EFE4759DD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7529606" cy="1863114"/>
          </a:xfrm>
        </p:spPr>
        <p:txBody>
          <a:bodyPr>
            <a:normAutofit/>
          </a:bodyPr>
          <a:lstStyle/>
          <a:p>
            <a:r>
              <a:rPr lang="nl-NL" dirty="0"/>
              <a:t>Make </a:t>
            </a:r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bubble-sorting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root-</a:t>
            </a:r>
            <a:r>
              <a:rPr lang="nl-NL" dirty="0" err="1"/>
              <a:t>leaf</a:t>
            </a:r>
            <a:r>
              <a:rPr lang="nl-NL" dirty="0"/>
              <a:t> </a:t>
            </a:r>
            <a:r>
              <a:rPr lang="nl-NL" dirty="0" err="1"/>
              <a:t>paths</a:t>
            </a:r>
            <a:endParaRPr lang="nl-NL" dirty="0"/>
          </a:p>
          <a:p>
            <a:r>
              <a:rPr lang="nl-NL" dirty="0"/>
              <a:t>Go over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last </a:t>
            </a:r>
            <a:r>
              <a:rPr lang="nl-NL" dirty="0" err="1"/>
              <a:t>to</a:t>
            </a:r>
            <a:r>
              <a:rPr lang="nl-NL" dirty="0"/>
              <a:t> first</a:t>
            </a:r>
          </a:p>
          <a:p>
            <a:pPr lvl="1"/>
            <a:r>
              <a:rPr lang="nl-NL" dirty="0"/>
              <a:t>Swap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downwards</a:t>
            </a:r>
            <a:r>
              <a:rPr lang="nl-NL" dirty="0"/>
              <a:t> </a:t>
            </a:r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needed</a:t>
            </a:r>
            <a:r>
              <a:rPr lang="nl-NL" dirty="0"/>
              <a:t> (</a:t>
            </a:r>
            <a:r>
              <a:rPr lang="nl-NL" dirty="0" err="1"/>
              <a:t>bubble</a:t>
            </a:r>
            <a:r>
              <a:rPr lang="nl-NL" dirty="0"/>
              <a:t> down)</a:t>
            </a:r>
          </a:p>
          <a:p>
            <a:pPr lvl="1"/>
            <a:r>
              <a:rPr lang="nl-NL" dirty="0" err="1"/>
              <a:t>Restores</a:t>
            </a:r>
            <a:r>
              <a:rPr lang="nl-NL" dirty="0"/>
              <a:t> </a:t>
            </a:r>
            <a:r>
              <a:rPr lang="nl-NL" dirty="0" err="1"/>
              <a:t>heap</a:t>
            </a:r>
            <a:r>
              <a:rPr lang="nl-NL" dirty="0"/>
              <a:t> property bottom-up</a:t>
            </a:r>
          </a:p>
        </p:txBody>
      </p:sp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969A9A3E-4617-2138-53D2-B9FFBFAEDB52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8DC28F43-C33C-DB28-32C5-CE4175E78A1E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CE858404-01BF-D6E7-A803-69361108C136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27">
            <a:extLst>
              <a:ext uri="{FF2B5EF4-FFF2-40B4-BE49-F238E27FC236}">
                <a16:creationId xmlns:a16="http://schemas.microsoft.com/office/drawing/2014/main" id="{6272729B-5F65-BDF9-BF20-3E1F374B6605}"/>
              </a:ext>
            </a:extLst>
          </p:cNvPr>
          <p:cNvCxnSpPr>
            <a:cxnSpLocks/>
          </p:cNvCxnSpPr>
          <p:nvPr/>
        </p:nvCxnSpPr>
        <p:spPr>
          <a:xfrm flipH="1" flipV="1">
            <a:off x="11087948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30">
            <a:extLst>
              <a:ext uri="{FF2B5EF4-FFF2-40B4-BE49-F238E27FC236}">
                <a16:creationId xmlns:a16="http://schemas.microsoft.com/office/drawing/2014/main" id="{AA5A1B0F-98F8-89DD-5739-6CE36803D80D}"/>
              </a:ext>
            </a:extLst>
          </p:cNvPr>
          <p:cNvCxnSpPr>
            <a:cxnSpLocks/>
          </p:cNvCxnSpPr>
          <p:nvPr/>
        </p:nvCxnSpPr>
        <p:spPr>
          <a:xfrm flipV="1">
            <a:off x="10876553" y="5566676"/>
            <a:ext cx="2113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33">
            <a:extLst>
              <a:ext uri="{FF2B5EF4-FFF2-40B4-BE49-F238E27FC236}">
                <a16:creationId xmlns:a16="http://schemas.microsoft.com/office/drawing/2014/main" id="{C31C901F-536D-7757-9020-96AC260FDC8F}"/>
              </a:ext>
            </a:extLst>
          </p:cNvPr>
          <p:cNvCxnSpPr>
            <a:cxnSpLocks/>
          </p:cNvCxnSpPr>
          <p:nvPr/>
        </p:nvCxnSpPr>
        <p:spPr>
          <a:xfrm flipH="1" flipV="1">
            <a:off x="10158314" y="5566675"/>
            <a:ext cx="220036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36">
            <a:extLst>
              <a:ext uri="{FF2B5EF4-FFF2-40B4-BE49-F238E27FC236}">
                <a16:creationId xmlns:a16="http://schemas.microsoft.com/office/drawing/2014/main" id="{43082792-8458-AFE6-552E-833A2888E100}"/>
              </a:ext>
            </a:extLst>
          </p:cNvPr>
          <p:cNvCxnSpPr>
            <a:cxnSpLocks/>
          </p:cNvCxnSpPr>
          <p:nvPr/>
        </p:nvCxnSpPr>
        <p:spPr>
          <a:xfrm flipV="1">
            <a:off x="995556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39">
            <a:extLst>
              <a:ext uri="{FF2B5EF4-FFF2-40B4-BE49-F238E27FC236}">
                <a16:creationId xmlns:a16="http://schemas.microsoft.com/office/drawing/2014/main" id="{BC0978AF-CBDC-5A10-B6CE-317081F3583A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42">
            <a:extLst>
              <a:ext uri="{FF2B5EF4-FFF2-40B4-BE49-F238E27FC236}">
                <a16:creationId xmlns:a16="http://schemas.microsoft.com/office/drawing/2014/main" id="{F7DAB5DE-AF04-6972-3AAF-7A01BCE9CC28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45">
            <a:extLst>
              <a:ext uri="{FF2B5EF4-FFF2-40B4-BE49-F238E27FC236}">
                <a16:creationId xmlns:a16="http://schemas.microsoft.com/office/drawing/2014/main" id="{048CD30B-54FE-BDA5-9EBC-35FC1D8F3599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48">
            <a:extLst>
              <a:ext uri="{FF2B5EF4-FFF2-40B4-BE49-F238E27FC236}">
                <a16:creationId xmlns:a16="http://schemas.microsoft.com/office/drawing/2014/main" id="{76E05345-05A6-2F51-FBD2-C962B8E7C091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ADEC3544-1AEA-48E7-E89B-056F0BE840DE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5D2870E4-1617-3E9A-0A2C-0E271F0C3B2C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FA131F7C-BD43-8BC5-F7B4-FC38D990474C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Node 12">
            <a:extLst>
              <a:ext uri="{FF2B5EF4-FFF2-40B4-BE49-F238E27FC236}">
                <a16:creationId xmlns:a16="http://schemas.microsoft.com/office/drawing/2014/main" id="{838FE311-16CF-C102-1ADE-6AB00AADF7CB}"/>
              </a:ext>
            </a:extLst>
          </p:cNvPr>
          <p:cNvSpPr/>
          <p:nvPr/>
        </p:nvSpPr>
        <p:spPr>
          <a:xfrm>
            <a:off x="1108795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9" name="Node 6">
            <a:extLst>
              <a:ext uri="{FF2B5EF4-FFF2-40B4-BE49-F238E27FC236}">
                <a16:creationId xmlns:a16="http://schemas.microsoft.com/office/drawing/2014/main" id="{DBB4ABE2-71A3-D0A1-F19D-8E8CD912AF1B}"/>
              </a:ext>
            </a:extLst>
          </p:cNvPr>
          <p:cNvSpPr/>
          <p:nvPr/>
        </p:nvSpPr>
        <p:spPr>
          <a:xfrm>
            <a:off x="1066516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0" name="Node 3">
            <a:extLst>
              <a:ext uri="{FF2B5EF4-FFF2-40B4-BE49-F238E27FC236}">
                <a16:creationId xmlns:a16="http://schemas.microsoft.com/office/drawing/2014/main" id="{8A95544F-8FCD-8291-7371-D487C44129EE}"/>
              </a:ext>
            </a:extLst>
          </p:cNvPr>
          <p:cNvSpPr/>
          <p:nvPr/>
        </p:nvSpPr>
        <p:spPr>
          <a:xfrm>
            <a:off x="10166958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Node4 (R)">
            <a:extLst>
              <a:ext uri="{FF2B5EF4-FFF2-40B4-BE49-F238E27FC236}">
                <a16:creationId xmlns:a16="http://schemas.microsoft.com/office/drawing/2014/main" id="{68FA464D-DBB2-D739-BBC3-5B35AF957896}"/>
              </a:ext>
            </a:extLst>
          </p:cNvPr>
          <p:cNvSpPr/>
          <p:nvPr/>
        </p:nvSpPr>
        <p:spPr>
          <a:xfrm>
            <a:off x="9744171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Node 1">
            <a:extLst>
              <a:ext uri="{FF2B5EF4-FFF2-40B4-BE49-F238E27FC236}">
                <a16:creationId xmlns:a16="http://schemas.microsoft.com/office/drawing/2014/main" id="{C8AD3D80-8C92-2D2F-889D-DE117AC75AA0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3" name="Node 5">
            <a:extLst>
              <a:ext uri="{FF2B5EF4-FFF2-40B4-BE49-F238E27FC236}">
                <a16:creationId xmlns:a16="http://schemas.microsoft.com/office/drawing/2014/main" id="{9AA9C3FC-000E-F2C9-9233-465CE28E3D65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4" name="Node 4">
            <a:extLst>
              <a:ext uri="{FF2B5EF4-FFF2-40B4-BE49-F238E27FC236}">
                <a16:creationId xmlns:a16="http://schemas.microsoft.com/office/drawing/2014/main" id="{05F9945E-8E13-9D7D-800E-58AD57A9730E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Node 11">
            <a:extLst>
              <a:ext uri="{FF2B5EF4-FFF2-40B4-BE49-F238E27FC236}">
                <a16:creationId xmlns:a16="http://schemas.microsoft.com/office/drawing/2014/main" id="{A0507795-3843-20D3-FFF5-514F630AD71B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26" name="Node 21">
            <a:extLst>
              <a:ext uri="{FF2B5EF4-FFF2-40B4-BE49-F238E27FC236}">
                <a16:creationId xmlns:a16="http://schemas.microsoft.com/office/drawing/2014/main" id="{3C708B8B-2247-4FA8-E50D-CAD18BA22AFA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5635A13C-1B1A-645A-BBC1-72864AFC3281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9">
            <a:extLst>
              <a:ext uri="{FF2B5EF4-FFF2-40B4-BE49-F238E27FC236}">
                <a16:creationId xmlns:a16="http://schemas.microsoft.com/office/drawing/2014/main" id="{B115868D-A809-ACC2-4177-69F9BCE00983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9" name="Node 13">
            <a:extLst>
              <a:ext uri="{FF2B5EF4-FFF2-40B4-BE49-F238E27FC236}">
                <a16:creationId xmlns:a16="http://schemas.microsoft.com/office/drawing/2014/main" id="{17C3BC00-4880-032C-A031-5946373319FC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30" name="Node 10">
            <a:extLst>
              <a:ext uri="{FF2B5EF4-FFF2-40B4-BE49-F238E27FC236}">
                <a16:creationId xmlns:a16="http://schemas.microsoft.com/office/drawing/2014/main" id="{F48CA020-4532-0BA6-7D79-7A9CB14623F8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1" name="Node 15">
            <a:extLst>
              <a:ext uri="{FF2B5EF4-FFF2-40B4-BE49-F238E27FC236}">
                <a16:creationId xmlns:a16="http://schemas.microsoft.com/office/drawing/2014/main" id="{2280F75B-4246-E732-DB05-30DEFA2A7FCC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32" name="Node 25">
            <a:extLst>
              <a:ext uri="{FF2B5EF4-FFF2-40B4-BE49-F238E27FC236}">
                <a16:creationId xmlns:a16="http://schemas.microsoft.com/office/drawing/2014/main" id="{453D4E65-A108-83B3-2C22-369326347733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33" name="t-idx 0">
            <a:extLst>
              <a:ext uri="{FF2B5EF4-FFF2-40B4-BE49-F238E27FC236}">
                <a16:creationId xmlns:a16="http://schemas.microsoft.com/office/drawing/2014/main" id="{E8DDDA0C-A0A0-CBB5-2717-E849086B0EC3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4" name="t-idx 1">
            <a:extLst>
              <a:ext uri="{FF2B5EF4-FFF2-40B4-BE49-F238E27FC236}">
                <a16:creationId xmlns:a16="http://schemas.microsoft.com/office/drawing/2014/main" id="{D6B074A4-A791-A5C6-F73E-AD94661154AA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-idx 2">
            <a:extLst>
              <a:ext uri="{FF2B5EF4-FFF2-40B4-BE49-F238E27FC236}">
                <a16:creationId xmlns:a16="http://schemas.microsoft.com/office/drawing/2014/main" id="{C84B8C57-F0A1-49A3-B838-E17A9B2D3721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6" name="t-idx 3">
            <a:extLst>
              <a:ext uri="{FF2B5EF4-FFF2-40B4-BE49-F238E27FC236}">
                <a16:creationId xmlns:a16="http://schemas.microsoft.com/office/drawing/2014/main" id="{F9756445-6C09-3518-0D81-8B69FA052F04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-idx 4">
            <a:extLst>
              <a:ext uri="{FF2B5EF4-FFF2-40B4-BE49-F238E27FC236}">
                <a16:creationId xmlns:a16="http://schemas.microsoft.com/office/drawing/2014/main" id="{92345A18-C726-141C-BC5E-EBE58893C2BB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-idx 5">
            <a:extLst>
              <a:ext uri="{FF2B5EF4-FFF2-40B4-BE49-F238E27FC236}">
                <a16:creationId xmlns:a16="http://schemas.microsoft.com/office/drawing/2014/main" id="{2ABB55C4-5308-D326-D99B-AF9FB3A99C7C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9" name="t-idx 6">
            <a:extLst>
              <a:ext uri="{FF2B5EF4-FFF2-40B4-BE49-F238E27FC236}">
                <a16:creationId xmlns:a16="http://schemas.microsoft.com/office/drawing/2014/main" id="{897CD9FC-A695-C151-AF0E-1DF721BCA01B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0" name="t-idx 7">
            <a:extLst>
              <a:ext uri="{FF2B5EF4-FFF2-40B4-BE49-F238E27FC236}">
                <a16:creationId xmlns:a16="http://schemas.microsoft.com/office/drawing/2014/main" id="{753685A1-025C-8F84-E551-5F5C75E9F88B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1" name="t-idx 8">
            <a:extLst>
              <a:ext uri="{FF2B5EF4-FFF2-40B4-BE49-F238E27FC236}">
                <a16:creationId xmlns:a16="http://schemas.microsoft.com/office/drawing/2014/main" id="{4766227D-54D5-C726-49DE-9EAC734C9E94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2" name="t-idx 9">
            <a:extLst>
              <a:ext uri="{FF2B5EF4-FFF2-40B4-BE49-F238E27FC236}">
                <a16:creationId xmlns:a16="http://schemas.microsoft.com/office/drawing/2014/main" id="{D87015E9-234C-1A68-1456-13A7EC21845D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3" name="t-idx 10">
            <a:extLst>
              <a:ext uri="{FF2B5EF4-FFF2-40B4-BE49-F238E27FC236}">
                <a16:creationId xmlns:a16="http://schemas.microsoft.com/office/drawing/2014/main" id="{3F929ABB-5AFF-66C4-2303-B7742A90D047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4" name="t-idx 11">
            <a:extLst>
              <a:ext uri="{FF2B5EF4-FFF2-40B4-BE49-F238E27FC236}">
                <a16:creationId xmlns:a16="http://schemas.microsoft.com/office/drawing/2014/main" id="{514748E9-632D-E974-238B-BFAEA12057C4}"/>
              </a:ext>
            </a:extLst>
          </p:cNvPr>
          <p:cNvSpPr/>
          <p:nvPr/>
        </p:nvSpPr>
        <p:spPr>
          <a:xfrm>
            <a:off x="9660998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5" name="t-idx 12">
            <a:extLst>
              <a:ext uri="{FF2B5EF4-FFF2-40B4-BE49-F238E27FC236}">
                <a16:creationId xmlns:a16="http://schemas.microsoft.com/office/drawing/2014/main" id="{82DB267A-C060-F7FB-011D-D53FF38B1F69}"/>
              </a:ext>
            </a:extLst>
          </p:cNvPr>
          <p:cNvSpPr/>
          <p:nvPr/>
        </p:nvSpPr>
        <p:spPr>
          <a:xfrm>
            <a:off x="10231321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46" name="t-idx 13">
            <a:extLst>
              <a:ext uri="{FF2B5EF4-FFF2-40B4-BE49-F238E27FC236}">
                <a16:creationId xmlns:a16="http://schemas.microsoft.com/office/drawing/2014/main" id="{678867D9-1F01-8590-C9A4-37FFD6D38893}"/>
              </a:ext>
            </a:extLst>
          </p:cNvPr>
          <p:cNvSpPr/>
          <p:nvPr/>
        </p:nvSpPr>
        <p:spPr>
          <a:xfrm>
            <a:off x="10566882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22B6232C-AA91-3B32-B6F9-FFDBE5D5BA7B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482B9079-3021-85C6-106D-E626BAF6709F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F95D1075-C2D0-C70F-F99D-A29C9BDECF06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D84613A5-9ED6-F61F-78D8-4FE6582B9790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66AA79EF-99BC-34CE-A8C4-4CE10E9E55D4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BC5C8901-7C3D-CDD7-F13B-C58AD2EF8F82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B700EDCA-0022-CE28-1CD6-43D34955BE3F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2A61E73E-A93A-6A11-7969-94B6FF023971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0834344C-D89C-2309-2FD4-BE18DDEAD5D8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D6010DA4-C116-3682-E05C-01398013C4F6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7A2EECB5-A009-F4FD-E27D-9A1E603F50D1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B27620C2-CB0A-869B-A78F-33C9CC6DE5CB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8EE6A1D2-F1CD-6371-031F-747053CA5924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A9ED64EC-9C59-F5CE-F96C-A1C2FADA5EB1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1B31957B-E259-7C82-049D-36337228F0A1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C55163C1-6F5B-B9BC-C8BF-9B5F2389C481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E96BF3B3-D881-7A49-6F14-8A38363C50D9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C20C5882-31E0-03C7-D505-B25511885453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974AEA76-9C55-C650-E372-9510602EEA17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5A981C15-5AF5-4F64-E978-C1F015E30176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F895F30B-5892-8D71-C9BE-619A5754B16E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F3B26167-52D8-EAA2-41E7-087AB192DA7D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9" name="array@11">
            <a:extLst>
              <a:ext uri="{FF2B5EF4-FFF2-40B4-BE49-F238E27FC236}">
                <a16:creationId xmlns:a16="http://schemas.microsoft.com/office/drawing/2014/main" id="{7BD8C3F4-1D2B-235D-B51D-BF5808F4A605}"/>
              </a:ext>
            </a:extLst>
          </p:cNvPr>
          <p:cNvSpPr/>
          <p:nvPr/>
        </p:nvSpPr>
        <p:spPr>
          <a:xfrm>
            <a:off x="561873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70" name="idx 11">
            <a:extLst>
              <a:ext uri="{FF2B5EF4-FFF2-40B4-BE49-F238E27FC236}">
                <a16:creationId xmlns:a16="http://schemas.microsoft.com/office/drawing/2014/main" id="{86760C91-71F3-287D-F4F2-B459A0A7683C}"/>
              </a:ext>
            </a:extLst>
          </p:cNvPr>
          <p:cNvSpPr/>
          <p:nvPr/>
        </p:nvSpPr>
        <p:spPr>
          <a:xfrm>
            <a:off x="561873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71" name="array@12">
            <a:extLst>
              <a:ext uri="{FF2B5EF4-FFF2-40B4-BE49-F238E27FC236}">
                <a16:creationId xmlns:a16="http://schemas.microsoft.com/office/drawing/2014/main" id="{F2EDC24B-4FE3-F0E3-4723-9AE821C69427}"/>
              </a:ext>
            </a:extLst>
          </p:cNvPr>
          <p:cNvSpPr/>
          <p:nvPr/>
        </p:nvSpPr>
        <p:spPr>
          <a:xfrm>
            <a:off x="604151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72" name="idx 12">
            <a:extLst>
              <a:ext uri="{FF2B5EF4-FFF2-40B4-BE49-F238E27FC236}">
                <a16:creationId xmlns:a16="http://schemas.microsoft.com/office/drawing/2014/main" id="{F87F95E0-B3B5-DCF5-0A99-D318B3EE44F3}"/>
              </a:ext>
            </a:extLst>
          </p:cNvPr>
          <p:cNvSpPr/>
          <p:nvPr/>
        </p:nvSpPr>
        <p:spPr>
          <a:xfrm>
            <a:off x="604151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3" name="idx 13">
            <a:extLst>
              <a:ext uri="{FF2B5EF4-FFF2-40B4-BE49-F238E27FC236}">
                <a16:creationId xmlns:a16="http://schemas.microsoft.com/office/drawing/2014/main" id="{A55ECFA6-C61E-2C17-FFEE-AE9833EE634D}"/>
              </a:ext>
            </a:extLst>
          </p:cNvPr>
          <p:cNvSpPr/>
          <p:nvPr/>
        </p:nvSpPr>
        <p:spPr>
          <a:xfrm>
            <a:off x="646430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74" name="array@13">
            <a:extLst>
              <a:ext uri="{FF2B5EF4-FFF2-40B4-BE49-F238E27FC236}">
                <a16:creationId xmlns:a16="http://schemas.microsoft.com/office/drawing/2014/main" id="{B2F1E99D-709E-703D-4D1B-861F84ABEC6F}"/>
              </a:ext>
            </a:extLst>
          </p:cNvPr>
          <p:cNvSpPr/>
          <p:nvPr/>
        </p:nvSpPr>
        <p:spPr>
          <a:xfrm>
            <a:off x="646430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75" name="array@13">
            <a:extLst>
              <a:ext uri="{FF2B5EF4-FFF2-40B4-BE49-F238E27FC236}">
                <a16:creationId xmlns:a16="http://schemas.microsoft.com/office/drawing/2014/main" id="{A0EBBBF8-7D5C-2B02-A9B9-00BFAA3EEAA2}"/>
              </a:ext>
            </a:extLst>
          </p:cNvPr>
          <p:cNvSpPr/>
          <p:nvPr/>
        </p:nvSpPr>
        <p:spPr>
          <a:xfrm>
            <a:off x="688709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76" name="idx 14">
            <a:extLst>
              <a:ext uri="{FF2B5EF4-FFF2-40B4-BE49-F238E27FC236}">
                <a16:creationId xmlns:a16="http://schemas.microsoft.com/office/drawing/2014/main" id="{1C562DBB-4810-A71F-102F-CD08CF0E5498}"/>
              </a:ext>
            </a:extLst>
          </p:cNvPr>
          <p:cNvSpPr/>
          <p:nvPr/>
        </p:nvSpPr>
        <p:spPr>
          <a:xfrm>
            <a:off x="688709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77" name="t-idx 14">
            <a:extLst>
              <a:ext uri="{FF2B5EF4-FFF2-40B4-BE49-F238E27FC236}">
                <a16:creationId xmlns:a16="http://schemas.microsoft.com/office/drawing/2014/main" id="{E74CCBAC-DE6A-C5F7-EA89-B7621ECC1D97}"/>
              </a:ext>
            </a:extLst>
          </p:cNvPr>
          <p:cNvSpPr/>
          <p:nvPr/>
        </p:nvSpPr>
        <p:spPr>
          <a:xfrm>
            <a:off x="1119364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14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C90602F6-A0CC-4340-6E45-5F70EAA1DBAD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BDC09FC-D2D3-CE0E-955A-CDC249303C7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BC8971-62A3-F86A-7B71-2640C9330230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81" name="Invalid heap">
            <a:extLst>
              <a:ext uri="{FF2B5EF4-FFF2-40B4-BE49-F238E27FC236}">
                <a16:creationId xmlns:a16="http://schemas.microsoft.com/office/drawing/2014/main" id="{55643F21-6CF2-BCDD-0EB9-ABF775B17832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B69CC06-7035-7804-B466-62DFAF0F2BC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BA7B359-1041-85B2-0CDE-088557F271F0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332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5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81481E-6 L 0.01732 -0.11112 " pathEditMode="relative" rAng="0" ptsTypes="AA">
                                      <p:cBhvr>
                                        <p:cTn id="1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-5556"/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1731 0.11112 " pathEditMode="relative" rAng="0" ptsTypes="AA">
                                      <p:cBhvr>
                                        <p:cTn id="1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2" y="5556"/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0.24271 -2.96296E-6 " pathEditMode="relative" rAng="0" ptsTypes="AA">
                                      <p:cBhvr>
                                        <p:cTn id="16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14" y="-255"/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44444E-6 L -0.24271 -2.96296E-6 " pathEditMode="relative" rAng="0" ptsTypes="AA">
                                      <p:cBhvr>
                                        <p:cTn id="16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96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00"/>
                            </p:stCondLst>
                            <p:childTnLst>
                              <p:par>
                                <p:cTn id="17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500"/>
                            </p:stCondLst>
                            <p:childTnLst>
                              <p:par>
                                <p:cTn id="1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19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0.01732 0.11112 " pathEditMode="relative" rAng="0" ptsTypes="AA">
                                      <p:cBhvr>
                                        <p:cTn id="1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2" y="5556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4.81481E-6 L -0.01731 -0.11112 " pathEditMode="relative" rAng="0" ptsTypes="AA">
                                      <p:cBhvr>
                                        <p:cTn id="1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" y="-5556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44444E-6 L 0.24284 -2.96296E-6 " pathEditMode="relative" rAng="0" ptsTypes="AA">
                                      <p:cBhvr>
                                        <p:cTn id="2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57" y="-255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44444E-6 L -0.24284 -2.96296E-6 " pathEditMode="relative" rAng="0" ptsTypes="AA">
                                      <p:cBhvr>
                                        <p:cTn id="20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35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07407E-6 L 0.01731 0.11112 " pathEditMode="relative" rAng="0" ptsTypes="AA">
                                      <p:cBhvr>
                                        <p:cTn id="2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7" y="5556"/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-0.01731 -0.11112 " pathEditMode="relative" rAng="0" ptsTypes="AA">
                                      <p:cBhvr>
                                        <p:cTn id="2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8" y="-5556"/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20807 3.33333E-6 " pathEditMode="relative" rAng="0" ptsTypes="AA">
                                      <p:cBhvr>
                                        <p:cTn id="22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47" y="556"/>
                                    </p:animMotion>
                                  </p:childTnLst>
                                </p:cTn>
                              </p:par>
                              <p:par>
                                <p:cTn id="2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20807 3.33333E-6 " pathEditMode="relative" rAng="0" ptsTypes="AA">
                                      <p:cBhvr>
                                        <p:cTn id="2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47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2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01732 0.11112 " pathEditMode="relative" rAng="0" ptsTypes="AA">
                                      <p:cBhvr>
                                        <p:cTn id="2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1" y="5556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4.81481E-6 L -0.01732 -0.11112 " pathEditMode="relative" rAng="0" ptsTypes="AA">
                                      <p:cBhvr>
                                        <p:cTn id="2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0" y="-5162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0.17331 -2.96296E-6 " pathEditMode="relative" rAng="0" ptsTypes="AA">
                                      <p:cBhvr>
                                        <p:cTn id="25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-255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-0.17331 -2.96296E-6 " pathEditMode="relative" rAng="0" ptsTypes="AA">
                                      <p:cBhvr>
                                        <p:cTn id="26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20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2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2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2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03776 0.11111 " pathEditMode="relative" rAng="0" ptsTypes="AA">
                                      <p:cBhvr>
                                        <p:cTn id="2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7" y="5556"/>
                                    </p:animMotion>
                                  </p:childTnLst>
                                </p:cTn>
                              </p:par>
                              <p:par>
                                <p:cTn id="2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32 -0.11112 L 0.02044 -0.22222 " pathEditMode="relative" rAng="0" ptsTypes="AA">
                                      <p:cBhvr>
                                        <p:cTn id="2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2" y="-5278"/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0.10404 -2.96296E-6 " pathEditMode="relative" rAng="0" ptsTypes="AA">
                                      <p:cBhvr>
                                        <p:cTn id="2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56" y="-255"/>
                                    </p:animMotion>
                                  </p:childTnLst>
                                </p:cTn>
                              </p:par>
                              <p:par>
                                <p:cTn id="28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284 4.44444E-6 L -0.34688 3.33333E-6 " pathEditMode="relative" rAng="0" ptsTypes="AA">
                                      <p:cBhvr>
                                        <p:cTn id="28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47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76 0.11111 L -0.05508 0.22223 " pathEditMode="relative" rAng="0" ptsTypes="AA">
                                      <p:cBhvr>
                                        <p:cTn id="29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5" y="5556"/>
                                    </p:animMotion>
                                  </p:childTnLst>
                                </p:cTn>
                              </p:par>
                              <p:par>
                                <p:cTn id="29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4.81481E-6 L 0.01732 -0.11112 " pathEditMode="relative" rAng="0" ptsTypes="AA">
                                      <p:cBhvr>
                                        <p:cTn id="2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8" y="-5556"/>
                                    </p:animMotion>
                                  </p:childTnLst>
                                </p:cTn>
                              </p:par>
                              <p:par>
                                <p:cTn id="29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44444E-6 L -0.20808 -2.96296E-6 " pathEditMode="relative" rAng="0" ptsTypes="AA">
                                      <p:cBhvr>
                                        <p:cTn id="29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04" y="-255"/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03 4.44444E-6 L 0.31211 -2.96296E-6 " pathEditMode="relative" rAng="0" ptsTypes="AA">
                                      <p:cBhvr>
                                        <p:cTn id="29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4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1000"/>
                            </p:stCondLst>
                            <p:childTnLst>
                              <p:par>
                                <p:cTn id="30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3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30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3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3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3776 0.11111 " pathEditMode="relative" rAng="0" ptsTypes="AA">
                                      <p:cBhvr>
                                        <p:cTn id="3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5556"/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32 -0.11112 L -0.05508 -0.22222 " pathEditMode="relative" rAng="0" ptsTypes="AA">
                                      <p:cBhvr>
                                        <p:cTn id="3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-5579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0.10404 -2.96296E-6 " pathEditMode="relative" rAng="0" ptsTypes="AA">
                                      <p:cBhvr>
                                        <p:cTn id="32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3" y="-255"/>
                                    </p:animMotion>
                                  </p:childTnLst>
                                </p:cTn>
                              </p:par>
                              <p:par>
                                <p:cTn id="3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07 -2.96296E-6 L -0.31211 4.44444E-6 " pathEditMode="relative" rAng="0" ptsTypes="AA">
                                      <p:cBhvr>
                                        <p:cTn id="32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47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76 0.11111 L 0.01927 0.22223 " pathEditMode="relative" rAng="0" ptsTypes="AA">
                                      <p:cBhvr>
                                        <p:cTn id="3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4" y="5556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01732 -0.11112 " pathEditMode="relative" rAng="0" ptsTypes="AA">
                                      <p:cBhvr>
                                        <p:cTn id="3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-5162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04 4.44444E-6 L 0.27747 -2.96296E-6 " pathEditMode="relative" rAng="0" ptsTypes="AA">
                                      <p:cBhvr>
                                        <p:cTn id="3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4" y="-255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-0.17344 -2.96296E-6 " pathEditMode="relative" rAng="0" ptsTypes="AA">
                                      <p:cBhvr>
                                        <p:cTn id="33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4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1000"/>
                            </p:stCondLst>
                            <p:childTnLst>
                              <p:par>
                                <p:cTn id="34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3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3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3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030A0"/>
                                      </p:to>
                                    </p:animClr>
                                    <p:set>
                                      <p:cBhvr>
                                        <p:cTn id="3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819 0.11111 " pathEditMode="relative" rAng="0" ptsTypes="AA">
                                      <p:cBhvr>
                                        <p:cTn id="3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15" y="5764"/>
                                    </p:animMotion>
                                  </p:childTnLst>
                                </p:cTn>
                              </p:par>
                              <p:par>
                                <p:cTn id="36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08 -0.22223 L 0.02683 -0.33333 " pathEditMode="relative" rAng="0" ptsTypes="AA">
                                      <p:cBhvr>
                                        <p:cTn id="3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-5440"/>
                                    </p:animMotion>
                                  </p:childTnLst>
                                </p:cTn>
                              </p:par>
                              <p:par>
                                <p:cTn id="36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03464 3.33333E-6 " pathEditMode="relative" rAng="0" ptsTypes="AA">
                                      <p:cBhvr>
                                        <p:cTn id="36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4" y="556"/>
                                    </p:animMotion>
                                  </p:childTnLst>
                                </p:cTn>
                              </p:par>
                              <p:par>
                                <p:cTn id="36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211 4.44444E-6 L -0.34675 -2.96296E-6 " pathEditMode="relative" rAng="0" ptsTypes="AA">
                                      <p:cBhvr>
                                        <p:cTn id="36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4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19 0.11111 L -0.11966 0.22222 " pathEditMode="relative" rAng="0" ptsTypes="AA">
                                      <p:cBhvr>
                                        <p:cTn id="3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" y="5301"/>
                                    </p:animMotion>
                                  </p:childTnLst>
                                </p:cTn>
                              </p:par>
                              <p:par>
                                <p:cTn id="37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32 -0.11112 L 0.02044 -0.22222 " pathEditMode="relative" rAng="0" ptsTypes="AA">
                                      <p:cBhvr>
                                        <p:cTn id="3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-5579"/>
                                    </p:animMotion>
                                  </p:childTnLst>
                                </p:cTn>
                              </p:par>
                              <p:par>
                                <p:cTn id="37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464 4.44444E-6 L 0.10403 3.33333E-6 " pathEditMode="relative" rAng="0" ptsTypes="AA">
                                      <p:cBhvr>
                                        <p:cTn id="37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3" y="556"/>
                                    </p:animMotion>
                                  </p:childTnLst>
                                </p:cTn>
                              </p:par>
                              <p:par>
                                <p:cTn id="3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331 4.44444E-6 L -0.2427 -2.96296E-6 " pathEditMode="relative" rAng="0" ptsTypes="AA">
                                      <p:cBhvr>
                                        <p:cTn id="37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966 0.22222 L -0.1401 0.33334 " pathEditMode="relative" rAng="0" ptsTypes="AA">
                                      <p:cBhvr>
                                        <p:cTn id="38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" y="5556"/>
                                    </p:animMotion>
                                  </p:childTnLst>
                                </p:cTn>
                              </p:par>
                              <p:par>
                                <p:cTn id="38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81481E-6 L 0.01732 -0.11111 " pathEditMode="relative" rAng="0" ptsTypes="AA">
                                      <p:cBhvr>
                                        <p:cTn id="38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-5926"/>
                                    </p:animMotion>
                                  </p:childTnLst>
                                </p:cTn>
                              </p:par>
                              <p:par>
                                <p:cTn id="384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04 4.44444E-6 L 0.24271 -2.96296E-6 " pathEditMode="relative" rAng="0" ptsTypes="AA">
                                      <p:cBhvr>
                                        <p:cTn id="38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1" y="-255"/>
                                    </p:animMotion>
                                  </p:childTnLst>
                                </p:cTn>
                              </p:par>
                              <p:par>
                                <p:cTn id="38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-0.13868 3.33333E-6 " pathEditMode="relative" rAng="0" ptsTypes="AA">
                                      <p:cBhvr>
                                        <p:cTn id="38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36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1000"/>
                            </p:stCondLst>
                            <p:childTnLst>
                              <p:par>
                                <p:cTn id="38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3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  <p:set>
                                      <p:cBhvr>
                                        <p:cTn id="39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1500"/>
                            </p:stCondLst>
                            <p:childTnLst>
                              <p:par>
                                <p:cTn id="3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9" grpId="1" animBg="1"/>
      <p:bldP spid="20" grpId="0" animBg="1"/>
      <p:bldP spid="20" grpId="1" animBg="1"/>
      <p:bldP spid="20" grpId="2" animBg="1"/>
      <p:bldP spid="21" grpId="0" animBg="1"/>
      <p:bldP spid="21" grpId="1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4" grpId="0" animBg="1"/>
      <p:bldP spid="24" grpId="1" animBg="1"/>
      <p:bldP spid="24" grpId="2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2" grpId="3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 animBg="1"/>
      <p:bldP spid="47" grpId="1" animBg="1"/>
      <p:bldP spid="47" grpId="2" animBg="1"/>
      <p:bldP spid="49" grpId="0" animBg="1"/>
      <p:bldP spid="49" grpId="1" animBg="1"/>
      <p:bldP spid="51" grpId="0" animBg="1"/>
      <p:bldP spid="51" grpId="1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3" grpId="1" animBg="1"/>
      <p:bldP spid="65" grpId="0" animBg="1"/>
      <p:bldP spid="67" grpId="0" animBg="1"/>
      <p:bldP spid="67" grpId="1" animBg="1"/>
      <p:bldP spid="67" grpId="2" animBg="1"/>
      <p:bldP spid="69" grpId="0" animBg="1"/>
      <p:bldP spid="71" grpId="0" animBg="1"/>
      <p:bldP spid="71" grpId="1" animBg="1"/>
      <p:bldP spid="74" grpId="0" animBg="1"/>
      <p:bldP spid="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4F447-0FD2-58DC-8D15-A4D02471D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9B4D-0BAD-02C2-7DF5-025B8591C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Building a </a:t>
            </a:r>
            <a:r>
              <a:rPr lang="nl-NL" dirty="0" err="1"/>
              <a:t>Heap</a:t>
            </a:r>
            <a:r>
              <a:rPr lang="nl-NL" dirty="0"/>
              <a:t> - </a:t>
            </a:r>
            <a:r>
              <a:rPr lang="nl-NL" dirty="0" err="1"/>
              <a:t>Heapify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E24DED-4CD6-0EA5-4B28-99032EC820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NL" dirty="0"/>
                  <a:t>What is </a:t>
                </a:r>
                <a:r>
                  <a:rPr lang="nl-NL" dirty="0" err="1"/>
                  <a:t>the</a:t>
                </a:r>
                <a:r>
                  <a:rPr lang="nl-NL" dirty="0"/>
                  <a:t> time </a:t>
                </a:r>
                <a:r>
                  <a:rPr lang="nl-NL" dirty="0" err="1"/>
                  <a:t>complexity</a:t>
                </a:r>
                <a:r>
                  <a:rPr lang="nl-NL" dirty="0"/>
                  <a:t> of </a:t>
                </a:r>
                <a:r>
                  <a:rPr lang="nl-NL" dirty="0" err="1"/>
                  <a:t>Heapify</a:t>
                </a:r>
                <a:r>
                  <a:rPr lang="nl-NL" dirty="0"/>
                  <a:t>?</a:t>
                </a:r>
              </a:p>
              <a:p>
                <a:pPr lvl="1"/>
                <a:r>
                  <a:rPr lang="nl-NL" dirty="0"/>
                  <a:t>The </a:t>
                </a:r>
                <a:r>
                  <a:rPr lang="nl-NL" dirty="0" err="1"/>
                  <a:t>number</a:t>
                </a:r>
                <a:r>
                  <a:rPr lang="nl-NL" dirty="0"/>
                  <a:t> of </a:t>
                </a:r>
                <a:r>
                  <a:rPr lang="nl-NL" dirty="0" err="1"/>
                  <a:t>leaf</a:t>
                </a:r>
                <a:r>
                  <a:rPr lang="nl-NL" dirty="0"/>
                  <a:t> </a:t>
                </a:r>
                <a:r>
                  <a:rPr lang="nl-NL" dirty="0" err="1"/>
                  <a:t>nodes</a:t>
                </a:r>
                <a:r>
                  <a:rPr lang="nl-NL" dirty="0"/>
                  <a:t> in a “full” tree of n </a:t>
                </a:r>
                <a:r>
                  <a:rPr lang="nl-NL" dirty="0" err="1"/>
                  <a:t>nodes</a:t>
                </a:r>
                <a:r>
                  <a:rPr lang="nl-NL" dirty="0"/>
                  <a:t> is </a:t>
                </a:r>
                <a:r>
                  <a:rPr lang="nl-NL" dirty="0" err="1"/>
                  <a:t>equal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nl-NL" dirty="0"/>
                  <a:t>, </a:t>
                </a:r>
                <a:r>
                  <a:rPr lang="nl-NL" dirty="0" err="1"/>
                  <a:t>rounded</a:t>
                </a:r>
                <a:r>
                  <a:rPr lang="nl-NL" dirty="0"/>
                  <a:t> up</a:t>
                </a:r>
              </a:p>
              <a:p>
                <a:pPr lvl="1"/>
                <a:r>
                  <a:rPr lang="nl-NL" dirty="0"/>
                  <a:t>The </a:t>
                </a:r>
                <a:r>
                  <a:rPr lang="nl-NL" dirty="0" err="1"/>
                  <a:t>number</a:t>
                </a:r>
                <a:r>
                  <a:rPr lang="nl-NL" dirty="0"/>
                  <a:t> of </a:t>
                </a:r>
                <a:r>
                  <a:rPr lang="nl-NL" dirty="0" err="1"/>
                  <a:t>nodes</a:t>
                </a:r>
                <a:r>
                  <a:rPr lang="nl-NL" dirty="0"/>
                  <a:t> at a </a:t>
                </a:r>
                <a:r>
                  <a:rPr lang="nl-NL" dirty="0" err="1"/>
                  <a:t>distance</a:t>
                </a:r>
                <a:r>
                  <a:rPr lang="nl-NL" dirty="0"/>
                  <a:t> of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from</a:t>
                </a:r>
                <a:r>
                  <a:rPr lang="nl-NL" dirty="0"/>
                  <a:t> a </a:t>
                </a:r>
                <a:r>
                  <a:rPr lang="nl-NL" dirty="0" err="1"/>
                  <a:t>leaf</a:t>
                </a:r>
                <a:r>
                  <a:rPr lang="nl-NL" dirty="0"/>
                  <a:t> node is </a:t>
                </a:r>
                <a:r>
                  <a:rPr lang="nl-NL" dirty="0" err="1"/>
                  <a:t>equal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sSup>
                          <m:sSup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d>
                              <m:dPr>
                                <m:begChr m:val="{"/>
                                <m:endChr m:val="}"/>
                                <m:ctrlP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nl-NL" b="1" dirty="0"/>
              </a:p>
              <a:p>
                <a:pPr lvl="1"/>
                <a:r>
                  <a:rPr lang="nl-NL" dirty="0"/>
                  <a:t>At most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nl-NL" dirty="0"/>
                  <a:t> swaps per node at level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nl-NL" b="1" dirty="0"/>
              </a:p>
              <a:p>
                <a:pPr lvl="1"/>
                <a:r>
                  <a:rPr lang="nl-NL" dirty="0"/>
                  <a:t>Total </a:t>
                </a:r>
                <a:r>
                  <a:rPr lang="nl-NL" dirty="0" err="1"/>
                  <a:t>work</a:t>
                </a:r>
                <a:r>
                  <a:rPr lang="nl-NL" dirty="0"/>
                  <a:t> </a:t>
                </a:r>
                <a:r>
                  <a:rPr lang="nl-NL" dirty="0" err="1"/>
                  <a:t>done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nl-NL" i="1" dirty="0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nl-NL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den>
                    </m:f>
                  </m:oMath>
                </a14:m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i="1" dirty="0" smtClean="0">
                        <a:latin typeface="Cambria Math" panose="02040503050406030204" pitchFamily="18" charset="0"/>
                      </a:rPr>
                      <m:t> ∙( 0 + 1/4 + 2/8 + 3/16 + …)≤</m:t>
                    </m:r>
                    <m:r>
                      <a:rPr 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nl-NL" dirty="0"/>
              </a:p>
              <a:p>
                <a:endParaRPr lang="nl-NL" dirty="0"/>
              </a:p>
              <a:p>
                <a:r>
                  <a:rPr lang="nl-NL" dirty="0" err="1"/>
                  <a:t>Conclusion</a:t>
                </a:r>
                <a:r>
                  <a:rPr lang="nl-NL" dirty="0"/>
                  <a:t>: time </a:t>
                </a:r>
                <a:r>
                  <a:rPr lang="nl-NL" dirty="0" err="1"/>
                  <a:t>complexity</a:t>
                </a:r>
                <a:r>
                  <a:rPr lang="nl-NL" dirty="0"/>
                  <a:t> is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E24DED-4CD6-0EA5-4B28-99032EC820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96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CDBC-49E5-18B6-FDB2-D95E3FA8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CC50-680A-3CB8-3B0F-421D974BD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54CE9-C5C1-8AF9-8826-F41C5C2F8F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 err="1"/>
                  <a:t>Heapify</a:t>
                </a:r>
                <a:r>
                  <a:rPr lang="nl-NL" dirty="0"/>
                  <a:t>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A54CE9-C5C1-8AF9-8826-F41C5C2F8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5BB4C28E-B0FA-C346-7AE9-E074CAF620DA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1113CDD6-2604-534C-A202-8CD1874D410D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DEFF6AD4-EF50-C9BA-68F7-7F1891062AB4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39">
            <a:extLst>
              <a:ext uri="{FF2B5EF4-FFF2-40B4-BE49-F238E27FC236}">
                <a16:creationId xmlns:a16="http://schemas.microsoft.com/office/drawing/2014/main" id="{5F626554-DFB8-8B99-DF27-8483847D2A1F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42">
            <a:extLst>
              <a:ext uri="{FF2B5EF4-FFF2-40B4-BE49-F238E27FC236}">
                <a16:creationId xmlns:a16="http://schemas.microsoft.com/office/drawing/2014/main" id="{4727ACBB-3B27-AE70-863F-9D98432DC6DE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45">
            <a:extLst>
              <a:ext uri="{FF2B5EF4-FFF2-40B4-BE49-F238E27FC236}">
                <a16:creationId xmlns:a16="http://schemas.microsoft.com/office/drawing/2014/main" id="{E6A6F948-05B1-C149-FDD5-83ACFE1CB3C2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48">
            <a:extLst>
              <a:ext uri="{FF2B5EF4-FFF2-40B4-BE49-F238E27FC236}">
                <a16:creationId xmlns:a16="http://schemas.microsoft.com/office/drawing/2014/main" id="{E4776D4C-DDD6-13D4-F06C-65BE76021019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24790D64-6B1F-533B-FD7B-496C44EB48F1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AF50D409-3116-2E73-01BE-EF9A2F48718C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AF399A95-8E99-62DB-E387-D388F1AAD395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Node 1">
            <a:extLst>
              <a:ext uri="{FF2B5EF4-FFF2-40B4-BE49-F238E27FC236}">
                <a16:creationId xmlns:a16="http://schemas.microsoft.com/office/drawing/2014/main" id="{AD6B7A0E-7469-0034-4FDF-539A206AFAE4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3" name="Node 5">
            <a:extLst>
              <a:ext uri="{FF2B5EF4-FFF2-40B4-BE49-F238E27FC236}">
                <a16:creationId xmlns:a16="http://schemas.microsoft.com/office/drawing/2014/main" id="{E4AA5E96-5270-B530-E4AE-D6A2FF4B440A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4" name="Node 4">
            <a:extLst>
              <a:ext uri="{FF2B5EF4-FFF2-40B4-BE49-F238E27FC236}">
                <a16:creationId xmlns:a16="http://schemas.microsoft.com/office/drawing/2014/main" id="{8B65E80A-DA4D-282F-C706-298424E21458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Node 11">
            <a:extLst>
              <a:ext uri="{FF2B5EF4-FFF2-40B4-BE49-F238E27FC236}">
                <a16:creationId xmlns:a16="http://schemas.microsoft.com/office/drawing/2014/main" id="{3325AB04-0381-A221-CD58-B299EBC5A0BD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26" name="Node 21">
            <a:extLst>
              <a:ext uri="{FF2B5EF4-FFF2-40B4-BE49-F238E27FC236}">
                <a16:creationId xmlns:a16="http://schemas.microsoft.com/office/drawing/2014/main" id="{31FFCC4A-8EEF-46B9-3FE1-14AED842EC8B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28A3B3E5-881A-42F0-52DD-987D3CE7A0B9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9">
            <a:extLst>
              <a:ext uri="{FF2B5EF4-FFF2-40B4-BE49-F238E27FC236}">
                <a16:creationId xmlns:a16="http://schemas.microsoft.com/office/drawing/2014/main" id="{A4AC5553-7D20-C694-5616-1FE73A2F614C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9" name="Node 42">
            <a:extLst>
              <a:ext uri="{FF2B5EF4-FFF2-40B4-BE49-F238E27FC236}">
                <a16:creationId xmlns:a16="http://schemas.microsoft.com/office/drawing/2014/main" id="{6A5EF2C8-BD32-E9BB-1A30-1EB09B1CAA82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30" name="Node 10">
            <a:extLst>
              <a:ext uri="{FF2B5EF4-FFF2-40B4-BE49-F238E27FC236}">
                <a16:creationId xmlns:a16="http://schemas.microsoft.com/office/drawing/2014/main" id="{A5BB9921-34D5-ADD3-3D1F-0E228C60C8CF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1" name="Node 15">
            <a:extLst>
              <a:ext uri="{FF2B5EF4-FFF2-40B4-BE49-F238E27FC236}">
                <a16:creationId xmlns:a16="http://schemas.microsoft.com/office/drawing/2014/main" id="{CDACA5CC-E02A-7533-4A45-AB80301C4490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32" name="Node 25">
            <a:extLst>
              <a:ext uri="{FF2B5EF4-FFF2-40B4-BE49-F238E27FC236}">
                <a16:creationId xmlns:a16="http://schemas.microsoft.com/office/drawing/2014/main" id="{9F74C860-D9A8-B7DD-9F3F-DAA6D5E589E6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33" name="t-idx 0">
            <a:extLst>
              <a:ext uri="{FF2B5EF4-FFF2-40B4-BE49-F238E27FC236}">
                <a16:creationId xmlns:a16="http://schemas.microsoft.com/office/drawing/2014/main" id="{8AE2E694-CD4B-BBB3-D21B-914A0F587BF1}"/>
              </a:ext>
            </a:extLst>
          </p:cNvPr>
          <p:cNvSpPr/>
          <p:nvPr/>
        </p:nvSpPr>
        <p:spPr>
          <a:xfrm>
            <a:off x="9417424" y="3521945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4" name="t-idx 1">
            <a:extLst>
              <a:ext uri="{FF2B5EF4-FFF2-40B4-BE49-F238E27FC236}">
                <a16:creationId xmlns:a16="http://schemas.microsoft.com/office/drawing/2014/main" id="{E3A3B744-0B53-125D-21C3-A9C31B49DD4E}"/>
              </a:ext>
            </a:extLst>
          </p:cNvPr>
          <p:cNvSpPr/>
          <p:nvPr/>
        </p:nvSpPr>
        <p:spPr>
          <a:xfrm>
            <a:off x="8399933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5" name="t-idx 2">
            <a:extLst>
              <a:ext uri="{FF2B5EF4-FFF2-40B4-BE49-F238E27FC236}">
                <a16:creationId xmlns:a16="http://schemas.microsoft.com/office/drawing/2014/main" id="{FFAE1F0A-D3A7-3190-CF92-BA0B65F7067C}"/>
              </a:ext>
            </a:extLst>
          </p:cNvPr>
          <p:cNvSpPr/>
          <p:nvPr/>
        </p:nvSpPr>
        <p:spPr>
          <a:xfrm>
            <a:off x="10378351" y="4263968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6" name="t-idx 3">
            <a:extLst>
              <a:ext uri="{FF2B5EF4-FFF2-40B4-BE49-F238E27FC236}">
                <a16:creationId xmlns:a16="http://schemas.microsoft.com/office/drawing/2014/main" id="{226FCF04-91E2-8C61-8C19-CDA3D709F140}"/>
              </a:ext>
            </a:extLst>
          </p:cNvPr>
          <p:cNvSpPr/>
          <p:nvPr/>
        </p:nvSpPr>
        <p:spPr>
          <a:xfrm>
            <a:off x="793200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7" name="t-idx 4">
            <a:extLst>
              <a:ext uri="{FF2B5EF4-FFF2-40B4-BE49-F238E27FC236}">
                <a16:creationId xmlns:a16="http://schemas.microsoft.com/office/drawing/2014/main" id="{B9D5AD77-456F-2BD1-E2D8-B651468B23BA}"/>
              </a:ext>
            </a:extLst>
          </p:cNvPr>
          <p:cNvSpPr/>
          <p:nvPr/>
        </p:nvSpPr>
        <p:spPr>
          <a:xfrm>
            <a:off x="8905568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8" name="t-idx 5">
            <a:extLst>
              <a:ext uri="{FF2B5EF4-FFF2-40B4-BE49-F238E27FC236}">
                <a16:creationId xmlns:a16="http://schemas.microsoft.com/office/drawing/2014/main" id="{169EAB1B-9E1E-AE3D-8312-83E013B84F3E}"/>
              </a:ext>
            </a:extLst>
          </p:cNvPr>
          <p:cNvSpPr/>
          <p:nvPr/>
        </p:nvSpPr>
        <p:spPr>
          <a:xfrm>
            <a:off x="9887577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9" name="t-idx 6">
            <a:extLst>
              <a:ext uri="{FF2B5EF4-FFF2-40B4-BE49-F238E27FC236}">
                <a16:creationId xmlns:a16="http://schemas.microsoft.com/office/drawing/2014/main" id="{FB27B2F6-8785-914A-FB66-C6A6B3153028}"/>
              </a:ext>
            </a:extLst>
          </p:cNvPr>
          <p:cNvSpPr/>
          <p:nvPr/>
        </p:nvSpPr>
        <p:spPr>
          <a:xfrm>
            <a:off x="10857701" y="5029616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40" name="t-idx 7">
            <a:extLst>
              <a:ext uri="{FF2B5EF4-FFF2-40B4-BE49-F238E27FC236}">
                <a16:creationId xmlns:a16="http://schemas.microsoft.com/office/drawing/2014/main" id="{1F7E2F48-DB88-9E00-63BC-A6693BF6F3A3}"/>
              </a:ext>
            </a:extLst>
          </p:cNvPr>
          <p:cNvSpPr/>
          <p:nvPr/>
        </p:nvSpPr>
        <p:spPr>
          <a:xfrm>
            <a:off x="7603495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1" name="t-idx 8">
            <a:extLst>
              <a:ext uri="{FF2B5EF4-FFF2-40B4-BE49-F238E27FC236}">
                <a16:creationId xmlns:a16="http://schemas.microsoft.com/office/drawing/2014/main" id="{D6B80269-3F57-8D2C-BD4C-D99A7B477ABF}"/>
              </a:ext>
            </a:extLst>
          </p:cNvPr>
          <p:cNvSpPr/>
          <p:nvPr/>
        </p:nvSpPr>
        <p:spPr>
          <a:xfrm>
            <a:off x="8294237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2" name="t-idx 9">
            <a:extLst>
              <a:ext uri="{FF2B5EF4-FFF2-40B4-BE49-F238E27FC236}">
                <a16:creationId xmlns:a16="http://schemas.microsoft.com/office/drawing/2014/main" id="{27F1837A-3299-D49A-F5D9-5FE782F0B40F}"/>
              </a:ext>
            </a:extLst>
          </p:cNvPr>
          <p:cNvSpPr/>
          <p:nvPr/>
        </p:nvSpPr>
        <p:spPr>
          <a:xfrm>
            <a:off x="8614993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3" name="t-idx 10">
            <a:extLst>
              <a:ext uri="{FF2B5EF4-FFF2-40B4-BE49-F238E27FC236}">
                <a16:creationId xmlns:a16="http://schemas.microsoft.com/office/drawing/2014/main" id="{6DECC36A-AD74-8643-55F6-108835E0E868}"/>
              </a:ext>
            </a:extLst>
          </p:cNvPr>
          <p:cNvSpPr/>
          <p:nvPr/>
        </p:nvSpPr>
        <p:spPr>
          <a:xfrm>
            <a:off x="9177979" y="5799832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745BD954-0180-1EE5-A412-42C148EBE027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2052C85C-8E7C-034B-74BD-CD6931F6D1E2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7F407B91-736C-D165-8BB1-134406CA2CFC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F53E78BE-78CF-4037-A2D4-E8AEC9AAA98D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1D03823E-8392-57A7-F235-81A2DC86C3A6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BB729CFB-0A64-6E1B-1C1B-6070A8E0A6A0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D07BCC36-2AA0-0DD1-DA26-175A4E1BFDB7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6E79AB13-FE2D-1FC2-832B-0801CFBAE4CA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ADE94904-EF11-5D8D-5CD1-173AE464B372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40CE2D85-C77D-AFD3-C875-779DB93A7F61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11E8B99E-D28A-52FF-8DC6-16A84DAAE0EE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9C2361FF-0BC7-7C61-F43E-5ECC606CAC84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A1FEC5C2-6303-0D61-E50E-724B8F042A87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293FC96D-4F59-1FE2-B313-99C9FE9BC2BF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AE24A9F3-61A9-B204-8800-E38F80C81CB9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49DE4EB6-AE83-2BC8-05E1-57778F46AF27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1255B58D-0A87-F41B-3F14-0290E2EAB1CF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FEC15C97-343B-C3D3-361F-B6C31CA78E6B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4AC5E1DC-477B-75B2-CC5C-73066A259CFA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D93EC991-F2F3-B829-A4FC-5EFF3496AC9F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6B36B049-4138-65D1-D10B-FC0C3BA350F2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E555F97F-7B06-7E77-F674-D2A2E2CA9B5A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2ED0C7DC-A1AD-B6D8-D647-B909D9890C92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9C4F975-9482-29FF-768C-E8360F2DC0C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43BE4EE-13B7-7584-B64D-D0E5319C7EC2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81" name="Invalid heap">
            <a:extLst>
              <a:ext uri="{FF2B5EF4-FFF2-40B4-BE49-F238E27FC236}">
                <a16:creationId xmlns:a16="http://schemas.microsoft.com/office/drawing/2014/main" id="{5DCCD5F0-03F1-9EE7-F720-BE416BA6408D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4D34930D-0297-B3CD-9846-1BD09B7CD331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20A8560-C871-FCCA-D182-8C76DCE23477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528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3776 -0.11111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8" y="-555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0.03776 0.11111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" y="555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-0.1388 1.48148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0" y="-30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0.1388 1.48148E-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0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-0.03776 0.11111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4" y="530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03776 -0.11111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1" y="-5579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0.0694 -7.40741E-7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2" y="-44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-0.0694 3.33333E-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76 -0.11111 L 0.11966 -0.22222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10" y="-544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819 0.11111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54" y="555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03463 -7.40741E-7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0" y="-44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94 4.44444E-6 L -0.10403 3.33333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4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29" grpId="1" animBg="1"/>
      <p:bldP spid="30" grpId="0" animBg="1"/>
      <p:bldP spid="31" grpId="0" animBg="1"/>
      <p:bldP spid="32" grpId="0" animBg="1"/>
      <p:bldP spid="47" grpId="0" animBg="1"/>
      <p:bldP spid="49" grpId="0" animBg="1"/>
      <p:bldP spid="51" grpId="0" animBg="1"/>
      <p:bldP spid="53" grpId="0" animBg="1"/>
      <p:bldP spid="53" grpId="1" animBg="1"/>
      <p:bldP spid="5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536D-8592-1EF8-2F5E-948A3637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C504-8015-DCA9-A8FB-853CEED9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A492B-2386-E6FD-3D95-44899710E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EA492B-2386-E6FD-3D95-44899710E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33B46E64-40B5-B7AF-C8BE-185450847A87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9657C648-03D7-6722-7978-536815249F3A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B640D93C-0DE7-E3D3-C0A0-871F7FB3734C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39">
            <a:extLst>
              <a:ext uri="{FF2B5EF4-FFF2-40B4-BE49-F238E27FC236}">
                <a16:creationId xmlns:a16="http://schemas.microsoft.com/office/drawing/2014/main" id="{41CC122A-23DE-BD6C-A968-BB9EE9A6E332}"/>
              </a:ext>
            </a:extLst>
          </p:cNvPr>
          <p:cNvCxnSpPr>
            <a:cxnSpLocks/>
          </p:cNvCxnSpPr>
          <p:nvPr/>
        </p:nvCxnSpPr>
        <p:spPr>
          <a:xfrm flipH="1" flipV="1">
            <a:off x="9099317" y="5566676"/>
            <a:ext cx="202751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42">
            <a:extLst>
              <a:ext uri="{FF2B5EF4-FFF2-40B4-BE49-F238E27FC236}">
                <a16:creationId xmlns:a16="http://schemas.microsoft.com/office/drawing/2014/main" id="{5933C077-0F1B-C897-0967-4A219124CD72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45">
            <a:extLst>
              <a:ext uri="{FF2B5EF4-FFF2-40B4-BE49-F238E27FC236}">
                <a16:creationId xmlns:a16="http://schemas.microsoft.com/office/drawing/2014/main" id="{600EC20A-38E4-B97A-7191-83FC1AFE4348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48">
            <a:extLst>
              <a:ext uri="{FF2B5EF4-FFF2-40B4-BE49-F238E27FC236}">
                <a16:creationId xmlns:a16="http://schemas.microsoft.com/office/drawing/2014/main" id="{78B499F5-1FAF-A2F0-DE2D-1951A7321352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9BA6BA41-E2BB-DA7C-9CD5-F3E2EB6FD7B1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BDF462F5-EC18-0F97-EF72-3CCA59191ABF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2EBC04BA-72B2-9754-67C9-BABB0E6BBE2E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Node 1">
            <a:extLst>
              <a:ext uri="{FF2B5EF4-FFF2-40B4-BE49-F238E27FC236}">
                <a16:creationId xmlns:a16="http://schemas.microsoft.com/office/drawing/2014/main" id="{A15B02D2-4970-BA12-FE13-8D4544C8B9FF}"/>
              </a:ext>
            </a:extLst>
          </p:cNvPr>
          <p:cNvSpPr/>
          <p:nvPr/>
        </p:nvSpPr>
        <p:spPr>
          <a:xfrm>
            <a:off x="9090675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3" name="Node 5">
            <a:extLst>
              <a:ext uri="{FF2B5EF4-FFF2-40B4-BE49-F238E27FC236}">
                <a16:creationId xmlns:a16="http://schemas.microsoft.com/office/drawing/2014/main" id="{EA36A3D5-42A9-24FB-EB68-E536AC5F1BA5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4" name="Node 4">
            <a:extLst>
              <a:ext uri="{FF2B5EF4-FFF2-40B4-BE49-F238E27FC236}">
                <a16:creationId xmlns:a16="http://schemas.microsoft.com/office/drawing/2014/main" id="{BED4697A-F4A0-7E4D-588C-D77C895F01E5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Node 11">
            <a:extLst>
              <a:ext uri="{FF2B5EF4-FFF2-40B4-BE49-F238E27FC236}">
                <a16:creationId xmlns:a16="http://schemas.microsoft.com/office/drawing/2014/main" id="{AAE8CDF7-C3F5-1048-BF81-E71399EE8FCF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26" name="Node 10">
            <a:extLst>
              <a:ext uri="{FF2B5EF4-FFF2-40B4-BE49-F238E27FC236}">
                <a16:creationId xmlns:a16="http://schemas.microsoft.com/office/drawing/2014/main" id="{F0D09E82-C7D6-92D6-F3AE-C0A7B1ED9DF4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96E7256D-B8D3-FE1B-2918-5FC2F170820C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9">
            <a:extLst>
              <a:ext uri="{FF2B5EF4-FFF2-40B4-BE49-F238E27FC236}">
                <a16:creationId xmlns:a16="http://schemas.microsoft.com/office/drawing/2014/main" id="{502213DB-3F45-3E6E-B456-435CAE8BA7EA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9" name="Node 15">
            <a:extLst>
              <a:ext uri="{FF2B5EF4-FFF2-40B4-BE49-F238E27FC236}">
                <a16:creationId xmlns:a16="http://schemas.microsoft.com/office/drawing/2014/main" id="{3C84FAFD-E02F-2D54-9047-EB003B0C7B54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30" name="Node 21">
            <a:extLst>
              <a:ext uri="{FF2B5EF4-FFF2-40B4-BE49-F238E27FC236}">
                <a16:creationId xmlns:a16="http://schemas.microsoft.com/office/drawing/2014/main" id="{2946BA17-E0ED-39C0-5BD3-357E4F33E9FB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31" name="Node 25">
            <a:extLst>
              <a:ext uri="{FF2B5EF4-FFF2-40B4-BE49-F238E27FC236}">
                <a16:creationId xmlns:a16="http://schemas.microsoft.com/office/drawing/2014/main" id="{D5FBCDCA-0142-ACF7-9DD1-C721ADEDBE25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32" name="Node 42">
            <a:extLst>
              <a:ext uri="{FF2B5EF4-FFF2-40B4-BE49-F238E27FC236}">
                <a16:creationId xmlns:a16="http://schemas.microsoft.com/office/drawing/2014/main" id="{45DB82B5-41A2-996A-411F-41429A787844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E9D801F3-A99A-9213-AEFF-E9755B097956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B30D83BC-CC47-65DF-C1BE-927B89C2A18F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D54314EA-937A-0FA4-46DE-1ED40844D403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E3B5F1AD-C5E9-D3B9-1483-9AEE0DCF6162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9BF2C4F3-2710-0736-E880-A23E67AD2F3A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110F23E4-0368-98E2-C8CC-2D7B1A70A065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BF1D41F8-B815-8A3C-CCE7-178FCE1F66BF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2D30203B-A868-E293-D354-C287946E3407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C72D7183-E83B-AF5E-2A4F-3CCB20B91E14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B629C217-FF86-28B9-1202-677D18BFA681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02D3D40F-BDA5-05C8-7799-B0B044D660C5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9EF495E3-7AE4-DEB9-BC73-B172DF043975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1A4FB022-B9EE-B96F-C39B-E0371B77AA6D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9B9EC835-FDF7-7D96-67A1-31691C68E47E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6EB911E6-FC1F-7955-C259-CA447C2DB93B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0B47B4AA-85EF-2ECA-81BD-4FC7C6B198D8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0D4580A5-81BB-2FAC-20BD-93CE13370498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FFD74A76-A4B0-CAF7-9527-C2890AA16DD9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70C0DDFF-1FD2-3817-5E05-8DBE458D4C6B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5063F249-4D9D-D1E4-5459-480A394D72F0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B9685FCE-B4C6-92A8-C5DA-2BEB29E156B4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C2C84FCF-C412-6AD4-37DB-9C0A33304F55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6C645138-3FDC-01D2-FD01-049A8FF08B17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4D48318-9105-6570-1004-65CF55F6AAB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840D405-E9AE-86C2-5284-8183056EC422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7" name="Invalid heap">
            <a:extLst>
              <a:ext uri="{FF2B5EF4-FFF2-40B4-BE49-F238E27FC236}">
                <a16:creationId xmlns:a16="http://schemas.microsoft.com/office/drawing/2014/main" id="{3C32ACA3-9C10-C52B-C08A-EE05A84B2347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861B605-B090-C520-DEFB-29968C323B10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008F39-C874-7832-6BC4-3AAE0ACA31A9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703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0.02682 -0.3333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-1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2682 0.3333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4" y="1666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34674 4.81481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05" y="2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34675 3.33333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9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82 -0.33334 L -0.05508 -0.22223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5" y="555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08 -0.22223 L -0.09284 -0.1111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" y="555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03776 -0.11111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4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284 -0.11112 L -0.11016 4.81481E-6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" y="5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81481E-6 L 0.01732 -0.1111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4" y="-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2" grpId="3" animBg="1"/>
      <p:bldP spid="25" grpId="0" animBg="1"/>
      <p:bldP spid="29" grpId="0" animBg="1"/>
      <p:bldP spid="31" grpId="0" animBg="1"/>
      <p:bldP spid="32" grpId="0" animBg="1"/>
      <p:bldP spid="32" grpId="1" animBg="1"/>
      <p:bldP spid="47" grpId="0" animBg="1"/>
      <p:bldP spid="6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B0A3-82C5-09CD-0408-8944173BA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288B99-192A-14F9-D2D7-752D2E5F0A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288B99-192A-14F9-D2D7-752D2E5F0A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3AFBAD01-D8B3-432F-1EE1-8189D14CA3C8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82EB5E9F-B225-29AC-5E45-20C28AD48045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F9AA61BB-E7B0-1005-CB5E-31FF4C3CDAC8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42">
            <a:extLst>
              <a:ext uri="{FF2B5EF4-FFF2-40B4-BE49-F238E27FC236}">
                <a16:creationId xmlns:a16="http://schemas.microsoft.com/office/drawing/2014/main" id="{0E522A6F-DEB5-A2F0-FBBB-832B215DFA7F}"/>
              </a:ext>
            </a:extLst>
          </p:cNvPr>
          <p:cNvCxnSpPr>
            <a:cxnSpLocks/>
          </p:cNvCxnSpPr>
          <p:nvPr/>
        </p:nvCxnSpPr>
        <p:spPr>
          <a:xfrm flipV="1">
            <a:off x="8879283" y="5566676"/>
            <a:ext cx="211392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45">
            <a:extLst>
              <a:ext uri="{FF2B5EF4-FFF2-40B4-BE49-F238E27FC236}">
                <a16:creationId xmlns:a16="http://schemas.microsoft.com/office/drawing/2014/main" id="{F9BC1F5C-426D-DFA3-8846-91E7DA0DED6F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48">
            <a:extLst>
              <a:ext uri="{FF2B5EF4-FFF2-40B4-BE49-F238E27FC236}">
                <a16:creationId xmlns:a16="http://schemas.microsoft.com/office/drawing/2014/main" id="{4EDE702E-288C-2815-4B9F-F8E3E2A734BC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C232EEBD-CBC4-D867-7D0D-4331BB3C9211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5A796996-EE3A-6B5D-C7A3-A4A285200017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5F6775A2-88B6-A4CF-E8D0-40B04796D9D6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Node 5">
            <a:extLst>
              <a:ext uri="{FF2B5EF4-FFF2-40B4-BE49-F238E27FC236}">
                <a16:creationId xmlns:a16="http://schemas.microsoft.com/office/drawing/2014/main" id="{04B6998E-59F5-2F2E-BFD9-4E889B9DEF02}"/>
              </a:ext>
            </a:extLst>
          </p:cNvPr>
          <p:cNvSpPr/>
          <p:nvPr/>
        </p:nvSpPr>
        <p:spPr>
          <a:xfrm>
            <a:off x="866789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4" name="Node 4">
            <a:extLst>
              <a:ext uri="{FF2B5EF4-FFF2-40B4-BE49-F238E27FC236}">
                <a16:creationId xmlns:a16="http://schemas.microsoft.com/office/drawing/2014/main" id="{01250C73-AA01-83BA-6AD2-332C9DD7D4D7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Node 1">
            <a:extLst>
              <a:ext uri="{FF2B5EF4-FFF2-40B4-BE49-F238E27FC236}">
                <a16:creationId xmlns:a16="http://schemas.microsoft.com/office/drawing/2014/main" id="{ED586189-7175-2113-31A9-87AEDFB4E25B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Node 10">
            <a:extLst>
              <a:ext uri="{FF2B5EF4-FFF2-40B4-BE49-F238E27FC236}">
                <a16:creationId xmlns:a16="http://schemas.microsoft.com/office/drawing/2014/main" id="{2BFE893B-406A-CA63-8355-FD51D1F7AF25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C54928D6-DAF1-F5C0-AA2E-9D2A54E9028B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9">
            <a:extLst>
              <a:ext uri="{FF2B5EF4-FFF2-40B4-BE49-F238E27FC236}">
                <a16:creationId xmlns:a16="http://schemas.microsoft.com/office/drawing/2014/main" id="{66CD6625-B0BF-1C7C-8FE9-DD0431E21BB0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9" name="Node 11">
            <a:extLst>
              <a:ext uri="{FF2B5EF4-FFF2-40B4-BE49-F238E27FC236}">
                <a16:creationId xmlns:a16="http://schemas.microsoft.com/office/drawing/2014/main" id="{E23FF34C-761C-1796-762F-AF507B707C99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30" name="Node 21">
            <a:extLst>
              <a:ext uri="{FF2B5EF4-FFF2-40B4-BE49-F238E27FC236}">
                <a16:creationId xmlns:a16="http://schemas.microsoft.com/office/drawing/2014/main" id="{A049CBF5-8E43-B0E1-3AA3-3F3A883CD527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31" name="Node 15">
            <a:extLst>
              <a:ext uri="{FF2B5EF4-FFF2-40B4-BE49-F238E27FC236}">
                <a16:creationId xmlns:a16="http://schemas.microsoft.com/office/drawing/2014/main" id="{0DAE2773-7436-3532-5151-2A0EA0234E50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32" name="Node 25">
            <a:extLst>
              <a:ext uri="{FF2B5EF4-FFF2-40B4-BE49-F238E27FC236}">
                <a16:creationId xmlns:a16="http://schemas.microsoft.com/office/drawing/2014/main" id="{7CBA4183-E964-ED22-25CD-C8561AFA76CE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0AC3DF9F-B6B2-C820-ADD8-FE344CDB1695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17EA3F84-0569-0929-0838-B9E7F6B24EC6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D0F6054A-863E-D9F8-CD2D-68BC3D966EBF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81189B31-B742-83DF-868A-A81A9C33BE7E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6CB669DF-803D-C371-EB88-3711BE418042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F20EFFF7-EDB6-EAB2-CA37-4F9BA1134450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289AD00A-FB26-9B0C-B2D0-6B4F1D0BE70E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78221220-EDF4-1E35-A681-D5226211D15E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412C0F83-B5A1-590B-4F7B-41614D969EC1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C7200BB9-6D1A-3CEF-23F9-BDA152A9080E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94E994EB-404F-96C1-D74E-D6FFCE9D09CC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534C9BA4-F3E9-E779-1372-9EB713868B0A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17EE4612-04F6-48EA-FA1D-C5E90FCCA1A0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8E956623-C01D-A764-3EB3-3F7AC48663EA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F0A8D2E5-48C4-7B03-8586-316931BB7C5B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AA3F495F-3720-7896-91A0-DC90C62C7F48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53DAC63B-CF13-6E97-0B75-1558346C5497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819315B7-2900-ABEB-8D72-4786CB8BDF1C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0B2B17CE-F07E-336D-3D52-07DEF4A540DA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A0FF0EFD-B9C4-9049-CA40-567C80A9EA3E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21A1B56F-330C-D478-B2E7-098B122D8FC5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C2CB253F-D62A-0B95-6AD5-67BF88ED47D4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57797462-AF96-E7D5-0177-E7197D36305D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6EC2C08-F5A3-534C-5DC1-07E67F9B96A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5975C22-9396-A36B-8105-6F4583345EE8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BC780D0-22CB-CD14-1C88-9D2E7EF8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p:grpSp>
        <p:nvGrpSpPr>
          <p:cNvPr id="10" name="Invalid heap">
            <a:extLst>
              <a:ext uri="{FF2B5EF4-FFF2-40B4-BE49-F238E27FC236}">
                <a16:creationId xmlns:a16="http://schemas.microsoft.com/office/drawing/2014/main" id="{F3243257-886C-4991-46FF-2916ECCF6DD3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EAF57FD-9A81-8D1B-8AE4-8AC4ECF9718E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26736E-D863-E6DB-1BC5-F1A3C539B85E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026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6145 0.3333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73" y="1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81481E-6 L 0.06145 -0.3333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-1666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31211 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38" y="-3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-0.31211 3.33333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73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45 -0.33334 L 0.14335 -0.22223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555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0819 -0.11111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14" y="-555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1211 4.44444E-6 L -0.24284 1.11111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07" y="-532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-0.06927 3.33333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2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335 -0.22223 L 0.18112 -0.11112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" y="555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03776 -0.1111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2" y="-5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283 4.44444E-6 L -0.10404 3.33333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70" y="55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-0.1388 3.33333E-6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  <p:bldP spid="26" grpId="0" animBg="1"/>
      <p:bldP spid="30" grpId="0" animBg="1"/>
      <p:bldP spid="32" grpId="0" animBg="1"/>
      <p:bldP spid="32" grpId="1" animBg="1"/>
      <p:bldP spid="47" grpId="0" animBg="1"/>
      <p:bldP spid="51" grpId="0" animBg="1"/>
      <p:bldP spid="59" grpId="0" animBg="1"/>
      <p:bldP spid="65" grpId="0" animBg="1"/>
      <p:bldP spid="65" grpId="1" animBg="1"/>
      <p:bldP spid="65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0976F-E1C8-2ABE-1B1D-84EDBF1A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2CD5-5725-7349-581F-B75FA3C9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852092-0D18-D47F-CC55-E451B55DA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852092-0D18-D47F-CC55-E451B55DA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06176FFC-39E0-9D77-C621-9EA8296248DD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5748C0DF-2652-D3EF-2FEF-84B9AB59CF17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B5A0DB76-FE91-7B35-B7D9-F38DEFC4668D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45">
            <a:extLst>
              <a:ext uri="{FF2B5EF4-FFF2-40B4-BE49-F238E27FC236}">
                <a16:creationId xmlns:a16="http://schemas.microsoft.com/office/drawing/2014/main" id="{9238D9F2-3A7D-0254-7944-1612B9856D5C}"/>
              </a:ext>
            </a:extLst>
          </p:cNvPr>
          <p:cNvCxnSpPr>
            <a:cxnSpLocks/>
          </p:cNvCxnSpPr>
          <p:nvPr/>
        </p:nvCxnSpPr>
        <p:spPr>
          <a:xfrm flipH="1" flipV="1">
            <a:off x="8169686" y="5566676"/>
            <a:ext cx="211394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48">
            <a:extLst>
              <a:ext uri="{FF2B5EF4-FFF2-40B4-BE49-F238E27FC236}">
                <a16:creationId xmlns:a16="http://schemas.microsoft.com/office/drawing/2014/main" id="{9392D540-9BFF-A3FF-FA9C-D98F85AEC0A7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D1BBF3CC-B9C2-9314-9DAD-4002114DA4E3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93960F0D-3EF5-E21F-0FA7-45417F6DB999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FAF43D5E-F605-516D-FFA9-BA11E288714F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Node 4">
            <a:extLst>
              <a:ext uri="{FF2B5EF4-FFF2-40B4-BE49-F238E27FC236}">
                <a16:creationId xmlns:a16="http://schemas.microsoft.com/office/drawing/2014/main" id="{B48835A2-0A09-A317-DEF4-144E1268D347}"/>
              </a:ext>
            </a:extLst>
          </p:cNvPr>
          <p:cNvSpPr/>
          <p:nvPr/>
        </p:nvSpPr>
        <p:spPr>
          <a:xfrm>
            <a:off x="8169686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Node 1">
            <a:extLst>
              <a:ext uri="{FF2B5EF4-FFF2-40B4-BE49-F238E27FC236}">
                <a16:creationId xmlns:a16="http://schemas.microsoft.com/office/drawing/2014/main" id="{34AFDA64-8943-8DA8-EA8A-9A98852ACF98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Node 5">
            <a:extLst>
              <a:ext uri="{FF2B5EF4-FFF2-40B4-BE49-F238E27FC236}">
                <a16:creationId xmlns:a16="http://schemas.microsoft.com/office/drawing/2014/main" id="{AA8B1C8C-3CB2-B4CC-BE10-7593DD3EC25B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74F2ECA6-63D5-015F-4A5A-95DC82DFFE8E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9">
            <a:extLst>
              <a:ext uri="{FF2B5EF4-FFF2-40B4-BE49-F238E27FC236}">
                <a16:creationId xmlns:a16="http://schemas.microsoft.com/office/drawing/2014/main" id="{DBBB45C1-76F6-6866-E1C0-BFBDDBA4449B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9" name="Node 11">
            <a:extLst>
              <a:ext uri="{FF2B5EF4-FFF2-40B4-BE49-F238E27FC236}">
                <a16:creationId xmlns:a16="http://schemas.microsoft.com/office/drawing/2014/main" id="{0CA3E0DC-5837-D164-211D-B223DF864704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30" name="Node 10">
            <a:extLst>
              <a:ext uri="{FF2B5EF4-FFF2-40B4-BE49-F238E27FC236}">
                <a16:creationId xmlns:a16="http://schemas.microsoft.com/office/drawing/2014/main" id="{0B4F2F0A-93C7-6A1A-ACF3-D3BC938B4098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1" name="Node 15">
            <a:extLst>
              <a:ext uri="{FF2B5EF4-FFF2-40B4-BE49-F238E27FC236}">
                <a16:creationId xmlns:a16="http://schemas.microsoft.com/office/drawing/2014/main" id="{07956A42-99ED-097C-E0D4-D6BC7FBB249F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32" name="Node 21">
            <a:extLst>
              <a:ext uri="{FF2B5EF4-FFF2-40B4-BE49-F238E27FC236}">
                <a16:creationId xmlns:a16="http://schemas.microsoft.com/office/drawing/2014/main" id="{415ADEF6-2D3F-7D24-D242-BEA7436CF32D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ED1ABF16-AFDB-4D40-5E57-9C55F46D3541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2A39DC0B-42DE-E0CF-D5DA-0764E51341F8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BF2D2DDC-F301-C385-F4AF-A2C4B8D24EC6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AA6204C6-810E-878E-FFFC-F249566D2C80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4EDB3F09-A924-2285-52BF-9330EF3ADBB9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687461A3-D717-5682-8F63-898B249F16DB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83A0B266-EBA3-7028-793D-2231AAA8A568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BF74DC1E-745D-442E-0576-790FF184010D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6247D8E4-1890-3517-5689-37D241A3E37C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CFAFC20B-E014-55B3-0404-D3086B931BFB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34EBF999-3464-E959-81D3-71F0E462E9EB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6146EBDD-BE36-D717-472B-36A87DB032E1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F1C7827E-669B-7F89-090A-D3D537F19174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4E04CFDE-56D5-7A53-2E81-A3E603C09F63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DE853E75-BEA0-5B2C-CC99-0A4AA3E3C0AD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E0B54E6F-B385-BAB3-D3BD-69AE35A894E1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ADF25568-1730-C596-A79A-A2734F7BBF73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53CA23B9-3A7C-4708-6597-1B30E55BC40F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56C897B0-FF94-0B2C-EB07-A8FAFA4D79C6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4ADA970D-37FE-88E1-AF0D-DB3ACCB4A161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581E9974-9AAF-CE4A-73A0-35A0575A5066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D00CDAB6-F578-65B0-1479-EE8F83762CB8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DF89F353-41F6-0FE9-BD98-C9733900AAF4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F1375CE-44C5-0D11-9028-C738B81EA99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B6B3AECF-B6A7-3222-8589-63A7D6EFCCF8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7" name="Invalid heap">
            <a:extLst>
              <a:ext uri="{FF2B5EF4-FFF2-40B4-BE49-F238E27FC236}">
                <a16:creationId xmlns:a16="http://schemas.microsoft.com/office/drawing/2014/main" id="{EC1362F4-1089-E504-DFB3-DB7074B8EF86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BA7A85D-BA46-9956-4D31-E367DE014F1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73BF9B-7EE7-D2B9-27B7-3A571C3ABE6D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124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4.81481E-6 L 0.10234 -0.3333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17" y="-1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10234 0.3333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17" y="1666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4.44444E-6 L -0.27735 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80" y="55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27734 3.33333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06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234 -0.33334 L 0.02045 -0.22223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45" y="555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-555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735 4.44444E-6 L -0.24271 3.33333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55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3 3.33333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6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044 -0.22223 L -0.01732 -0.11112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" y="555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03776 -0.1111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-5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271 4.44444E-6 L -0.17331 3.33333E-6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8" y="55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-0.0694 -2.59259E-6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  <p:bldP spid="29" grpId="0" animBg="1"/>
      <p:bldP spid="31" grpId="0" animBg="1"/>
      <p:bldP spid="32" grpId="0" animBg="1"/>
      <p:bldP spid="32" grpId="1" animBg="1"/>
      <p:bldP spid="47" grpId="0" animBg="1"/>
      <p:bldP spid="49" grpId="0" animBg="1"/>
      <p:bldP spid="53" grpId="0" animBg="1"/>
      <p:bldP spid="63" grpId="0" animBg="1"/>
      <p:bldP spid="63" grpId="1" animBg="1"/>
      <p:bldP spid="63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5253-7EEF-E8CC-B161-835EA5E05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1C1E-8A51-5A40-0978-15BDB2317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B3BE5-4324-5691-0B5D-BE3E4C3C2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1B3BE5-4324-5691-0B5D-BE3E4C3C2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55FB8F5C-2E87-56A7-69F2-5DA06E33027A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F4DB1076-EA22-3B11-58A1-BD8FD426C6B9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453C6EF0-57BA-CB7B-3F51-601C1FA81BC5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48">
            <a:extLst>
              <a:ext uri="{FF2B5EF4-FFF2-40B4-BE49-F238E27FC236}">
                <a16:creationId xmlns:a16="http://schemas.microsoft.com/office/drawing/2014/main" id="{C5DE79F7-D096-277F-A669-227B98A0C2B7}"/>
              </a:ext>
            </a:extLst>
          </p:cNvPr>
          <p:cNvCxnSpPr>
            <a:cxnSpLocks/>
          </p:cNvCxnSpPr>
          <p:nvPr/>
        </p:nvCxnSpPr>
        <p:spPr>
          <a:xfrm flipV="1">
            <a:off x="7958293" y="5566676"/>
            <a:ext cx="211393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4DC1F3C3-4C76-C4E7-54C2-C1D18A0708B8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09F62A0B-8BE7-8301-0BB5-28B3E5718CE8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E151B78B-7CA7-D17B-D1A3-FB409062CBFD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Node 1">
            <a:extLst>
              <a:ext uri="{FF2B5EF4-FFF2-40B4-BE49-F238E27FC236}">
                <a16:creationId xmlns:a16="http://schemas.microsoft.com/office/drawing/2014/main" id="{D2BEFF88-0D92-9125-F416-078141BDC3A8}"/>
              </a:ext>
            </a:extLst>
          </p:cNvPr>
          <p:cNvSpPr/>
          <p:nvPr/>
        </p:nvSpPr>
        <p:spPr>
          <a:xfrm>
            <a:off x="7746900" y="61320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6" name="Node 5">
            <a:extLst>
              <a:ext uri="{FF2B5EF4-FFF2-40B4-BE49-F238E27FC236}">
                <a16:creationId xmlns:a16="http://schemas.microsoft.com/office/drawing/2014/main" id="{BA219600-DCC5-04FF-D1B8-CB7EBC05E826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49670F32-9D33-2811-4C49-C388FEC6B056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9">
            <a:extLst>
              <a:ext uri="{FF2B5EF4-FFF2-40B4-BE49-F238E27FC236}">
                <a16:creationId xmlns:a16="http://schemas.microsoft.com/office/drawing/2014/main" id="{9A329B5E-1760-78DD-812A-74D15D24F338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9" name="Node 4">
            <a:extLst>
              <a:ext uri="{FF2B5EF4-FFF2-40B4-BE49-F238E27FC236}">
                <a16:creationId xmlns:a16="http://schemas.microsoft.com/office/drawing/2014/main" id="{E4FE24DB-24A9-2EA2-9C33-59D63AB93F88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0" name="Node 10">
            <a:extLst>
              <a:ext uri="{FF2B5EF4-FFF2-40B4-BE49-F238E27FC236}">
                <a16:creationId xmlns:a16="http://schemas.microsoft.com/office/drawing/2014/main" id="{1E0C3980-BB0B-FDD5-30A7-C2B2BEE1C71B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1" name="Node 11">
            <a:extLst>
              <a:ext uri="{FF2B5EF4-FFF2-40B4-BE49-F238E27FC236}">
                <a16:creationId xmlns:a16="http://schemas.microsoft.com/office/drawing/2014/main" id="{2C08982B-4CB2-250D-30FC-10654807656A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32" name="Node 15">
            <a:extLst>
              <a:ext uri="{FF2B5EF4-FFF2-40B4-BE49-F238E27FC236}">
                <a16:creationId xmlns:a16="http://schemas.microsoft.com/office/drawing/2014/main" id="{86246BC9-C707-7363-B3F5-A1C38E39602B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1EF458E8-0146-FB9F-48AC-CFFA6B850885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88822976-DDFC-8E41-FE89-691AF51F2FF5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E4F2DD1A-CACC-FD4F-1DB4-0BC004566060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EE508319-C8B5-DFE2-3963-11968D39B848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E67E6D76-3ABE-CA7D-BD59-7F5A75F60426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200DA2ED-0ED4-91CC-17E8-778538DF6978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72EA5312-A3D5-967D-8343-E1D104997FEE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E264DDB6-C661-46F1-4672-C7911D39E93C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06766FCE-651B-40F4-D111-C93B96E7AEF8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5E9FDF96-0B97-47A1-274E-B17D98EE1D9D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1094E88C-8CFE-EA82-0223-040CE3AE0D9A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B51A6830-E744-B650-041E-EE475D137242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D2F918DB-2B8E-1499-F019-1CC1648C7D7B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7DC45510-4E1F-A155-3D9D-95C4EEF67F35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134AAFEA-57EF-7513-7673-AE89C3F28FEB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7CD1EC46-932E-09F0-16A4-73785EC8215F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8F8B72FB-A577-34E8-18BE-E4C780314740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F001AC0A-74E6-A4BD-1AA5-38D8A67E675B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F28B1FEF-029A-D136-1985-747C92478FDF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525EB0B8-6AEA-E4E7-2657-8EF04F994F0B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05DDBA34-AA3A-D7A5-DF30-0D52BEB1E361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32E235CB-A3FF-25BD-09AE-3FA6B9D3CDD4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88D4F609-7861-77E2-B9AE-88CDD793C783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148C348-53E7-4C86-ED45-E4029171CD6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AF76AD1-F3D6-DC89-E025-19F5242AD311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7" name="Invalid heap">
            <a:extLst>
              <a:ext uri="{FF2B5EF4-FFF2-40B4-BE49-F238E27FC236}">
                <a16:creationId xmlns:a16="http://schemas.microsoft.com/office/drawing/2014/main" id="{5B07B1CF-73AC-A0A5-82E2-592D9061EBB0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788E3BB-0381-950D-297C-78C18EAAC848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8034B7-FD37-8FB1-DB18-9D0543980366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203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13698 0.3333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49" y="1666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2427 3.3333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74" y="5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81481E-6 L 0.13698 -0.33334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05" y="-16667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44444E-6 L -0.24271 -2.59259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7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698 -0.33334 L 0.05508 -0.22223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555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271 4.44444E-6 L -0.20808 1.11111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1" y="-53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76" y="-555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4 -2.59259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08 -0.22223 L 0.09284 -0.11112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5556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07 4.44444E-6 L -0.10404 3.33333E-6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99" y="55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07407E-6 L -0.03776 -0.11111 " pathEditMode="relative" rAng="0" ptsTypes="AA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" y="-555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10404 -1.48148E-6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0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5" grpId="2" animBg="1"/>
      <p:bldP spid="28" grpId="0" animBg="1"/>
      <p:bldP spid="31" grpId="0" animBg="1"/>
      <p:bldP spid="32" grpId="0" animBg="1"/>
      <p:bldP spid="32" grpId="1" animBg="1"/>
      <p:bldP spid="47" grpId="0" animBg="1"/>
      <p:bldP spid="49" grpId="0" animBg="1"/>
      <p:bldP spid="55" grpId="0" animBg="1"/>
      <p:bldP spid="61" grpId="0" animBg="1"/>
      <p:bldP spid="61" grpId="1" animBg="1"/>
      <p:bldP spid="61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BE5D2-03D2-6C6F-D1B1-FE93E157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B9E2-47B8-131A-844A-FBAB7382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576D1-8417-F3AF-BFA5-15FC04D29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4576D1-8417-F3AF-BFA5-15FC04D29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E1A2D5C0-CBD9-2335-DCCC-B03F84C8850B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56B2BEEF-5CB9-17B0-62FB-22D2FBF91C38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24">
            <a:extLst>
              <a:ext uri="{FF2B5EF4-FFF2-40B4-BE49-F238E27FC236}">
                <a16:creationId xmlns:a16="http://schemas.microsoft.com/office/drawing/2014/main" id="{662D2D21-6C46-CC3B-2518-46763CC2C583}"/>
              </a:ext>
            </a:extLst>
          </p:cNvPr>
          <p:cNvCxnSpPr>
            <a:cxnSpLocks/>
          </p:cNvCxnSpPr>
          <p:nvPr/>
        </p:nvCxnSpPr>
        <p:spPr>
          <a:xfrm flipH="1" flipV="1">
            <a:off x="10627454" y="4804643"/>
            <a:ext cx="460494" cy="7620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8EC4EB42-67F8-1823-C511-D991DB578B06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866B03A4-5ADA-1ECD-DD9C-079E8FA41178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6B1BD673-91B4-E8B2-2558-C82C67C473BA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Node 5">
            <a:extLst>
              <a:ext uri="{FF2B5EF4-FFF2-40B4-BE49-F238E27FC236}">
                <a16:creationId xmlns:a16="http://schemas.microsoft.com/office/drawing/2014/main" id="{86AA5708-DC10-8958-443B-19BA6D993B75}"/>
              </a:ext>
            </a:extLst>
          </p:cNvPr>
          <p:cNvSpPr/>
          <p:nvPr/>
        </p:nvSpPr>
        <p:spPr>
          <a:xfrm>
            <a:off x="10876556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7" name="Node 8">
            <a:extLst>
              <a:ext uri="{FF2B5EF4-FFF2-40B4-BE49-F238E27FC236}">
                <a16:creationId xmlns:a16="http://schemas.microsoft.com/office/drawing/2014/main" id="{BC8A3BBC-DFA3-FB8C-2245-FF77A660941E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8" name="Node 1">
            <a:extLst>
              <a:ext uri="{FF2B5EF4-FFF2-40B4-BE49-F238E27FC236}">
                <a16:creationId xmlns:a16="http://schemas.microsoft.com/office/drawing/2014/main" id="{1E1E1C81-4D01-E701-E0B4-893A1E88FFAC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9" name="Node 4">
            <a:extLst>
              <a:ext uri="{FF2B5EF4-FFF2-40B4-BE49-F238E27FC236}">
                <a16:creationId xmlns:a16="http://schemas.microsoft.com/office/drawing/2014/main" id="{3CF0B2D4-4F6F-F1FB-CF57-CC8F929BEB28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0" name="Node 10">
            <a:extLst>
              <a:ext uri="{FF2B5EF4-FFF2-40B4-BE49-F238E27FC236}">
                <a16:creationId xmlns:a16="http://schemas.microsoft.com/office/drawing/2014/main" id="{4AC8B91A-9073-6620-5263-AB7862B18191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1" name="Node 9">
            <a:extLst>
              <a:ext uri="{FF2B5EF4-FFF2-40B4-BE49-F238E27FC236}">
                <a16:creationId xmlns:a16="http://schemas.microsoft.com/office/drawing/2014/main" id="{D13E3E0C-0D16-8B72-8D07-83458FEC1721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32" name="Node 11">
            <a:extLst>
              <a:ext uri="{FF2B5EF4-FFF2-40B4-BE49-F238E27FC236}">
                <a16:creationId xmlns:a16="http://schemas.microsoft.com/office/drawing/2014/main" id="{0EBA1295-094D-002B-4680-A24173A8FCA0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4F9699BB-AB98-76F5-EC54-9D838E7A0340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BCD75902-3FA0-598C-772A-487608AD15AD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4A5869F3-DF28-71E6-065D-69FE8854B52F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519FE303-D257-DBE7-81F8-05FCE61FC5A4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F7E0FD0F-8585-4475-8372-74E9DA414252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2C3DEBB1-D017-1B2F-A657-11513EDFE780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C0878E10-1950-03AF-A363-1F7C82388994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E5106EC0-C2E3-3962-6F07-6E44EB7C2912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B8FC4A03-5F52-53A0-F5FE-A1581538FAEB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2CE22C14-5174-7CCA-E927-C560259905D1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54B3C39E-CC34-838E-CBDE-D6D825B67A6B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27438030-5AEA-E7F7-DE3A-8E9C493D49F5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C4B12374-8986-B85C-31AD-0A054B276399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44E35E16-0C8B-6940-8BA5-CB8B8C4491C5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C3653FE3-B188-3978-60D5-FA58EC5A9524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C264111D-E0C6-C5CB-0D21-F9FE36ACA95A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6CE44AEE-D4E3-FFE2-AAED-F81F13D3E0AB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3B2FA23D-DC96-D90E-CF2D-F517EB92EB10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9D3CCD20-8357-79BB-3509-6DBB1D7D644D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5AE3C31D-EDBE-8D50-DE54-6CC05A655F44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DF7A0493-C433-2A8B-C852-79FCCDB5B63A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4B051D70-0AB3-DB5F-304D-40600B3DC367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C8BE4980-AEFD-EA7B-C040-7415F62ABFA7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E347DA9-E9EE-5AE8-D739-06AD06D9C8E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3CEE32D-A0AC-6042-19B3-064B238B6752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7" name="Invalid heap">
            <a:extLst>
              <a:ext uri="{FF2B5EF4-FFF2-40B4-BE49-F238E27FC236}">
                <a16:creationId xmlns:a16="http://schemas.microsoft.com/office/drawing/2014/main" id="{EA923529-0D17-CFE5-DBB9-F1223C2CF101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413DA8-A1A3-D47E-E206-2097D59F2A0F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17A331-B7FA-AD73-E0E5-F2AF1565EFA5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509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07407E-6 L -0.11967 -0.222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90" y="-111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-0.20807 3.3333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312" y="5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0.11967 0.2222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1111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20807 3.33333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30" y="55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967 -0.22222 L -0.03776 -0.11111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555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08 4.44444E-6 L -0.1388 -2.59259E-6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5" y="-2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08191 -0.11111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2" y="-555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-0.06927 3.33333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72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76 -0.11111 L -0.07552 -4.07407E-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8" y="555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88 4.44444E-6 L -0.03477 3.33333E-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34" y="55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0.03776 -0.11111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4" y="-555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44444E-6 L -0.10404 3.33333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52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6" grpId="2" animBg="1"/>
      <p:bldP spid="27" grpId="0" animBg="1"/>
      <p:bldP spid="30" grpId="0" animBg="1"/>
      <p:bldP spid="32" grpId="0" animBg="1"/>
      <p:bldP spid="32" grpId="1" animBg="1"/>
      <p:bldP spid="47" grpId="0" animBg="1"/>
      <p:bldP spid="51" grpId="0" animBg="1"/>
      <p:bldP spid="57" grpId="0" animBg="1"/>
      <p:bldP spid="59" grpId="0" animBg="1"/>
      <p:bldP spid="59" grpId="1" animBg="1"/>
      <p:bldP spid="59" grpId="2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F41A3-E760-3D82-11CB-EDF86093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5ADA7-443D-FF6E-9E80-19B1E920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995B5-800A-8A1D-7D5C-975BCDEBCE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995B5-800A-8A1D-7D5C-975BCDEBCE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E5F9CA2E-F5FE-378D-0DF9-27AB83371643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6D18A8E6-A24C-67DA-B5EF-8C348F057379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98B59029-8481-1B97-7E0C-331D1AA786E2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9AD8A2D0-C250-3E83-69AB-F0C01FAE80FC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58">
            <a:extLst>
              <a:ext uri="{FF2B5EF4-FFF2-40B4-BE49-F238E27FC236}">
                <a16:creationId xmlns:a16="http://schemas.microsoft.com/office/drawing/2014/main" id="{B71F5AA5-B5F9-64B0-8E7E-FB1C3E3A4574}"/>
              </a:ext>
            </a:extLst>
          </p:cNvPr>
          <p:cNvCxnSpPr>
            <a:cxnSpLocks/>
          </p:cNvCxnSpPr>
          <p:nvPr/>
        </p:nvCxnSpPr>
        <p:spPr>
          <a:xfrm flipV="1">
            <a:off x="10166956" y="4804643"/>
            <a:ext cx="460498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Node 5">
            <a:extLst>
              <a:ext uri="{FF2B5EF4-FFF2-40B4-BE49-F238E27FC236}">
                <a16:creationId xmlns:a16="http://schemas.microsoft.com/office/drawing/2014/main" id="{C6130C76-DFCC-AEB1-1EA9-7E1762D52962}"/>
              </a:ext>
            </a:extLst>
          </p:cNvPr>
          <p:cNvSpPr/>
          <p:nvPr/>
        </p:nvSpPr>
        <p:spPr>
          <a:xfrm>
            <a:off x="9955565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8" name="Node 1">
            <a:extLst>
              <a:ext uri="{FF2B5EF4-FFF2-40B4-BE49-F238E27FC236}">
                <a16:creationId xmlns:a16="http://schemas.microsoft.com/office/drawing/2014/main" id="{DB7DDC81-74E8-EC8E-0090-1CFED93AA0EF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9" name="Node 4">
            <a:extLst>
              <a:ext uri="{FF2B5EF4-FFF2-40B4-BE49-F238E27FC236}">
                <a16:creationId xmlns:a16="http://schemas.microsoft.com/office/drawing/2014/main" id="{49615D8C-E9BF-CDF3-D287-F19A3F88FA5E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0" name="Node 8">
            <a:extLst>
              <a:ext uri="{FF2B5EF4-FFF2-40B4-BE49-F238E27FC236}">
                <a16:creationId xmlns:a16="http://schemas.microsoft.com/office/drawing/2014/main" id="{FF7E8737-9B06-456E-ECEF-373A69115B86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1" name="Node 9">
            <a:extLst>
              <a:ext uri="{FF2B5EF4-FFF2-40B4-BE49-F238E27FC236}">
                <a16:creationId xmlns:a16="http://schemas.microsoft.com/office/drawing/2014/main" id="{07958FF2-AB47-8253-27ED-6B2BFE9BFDB4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32" name="Node 10">
            <a:extLst>
              <a:ext uri="{FF2B5EF4-FFF2-40B4-BE49-F238E27FC236}">
                <a16:creationId xmlns:a16="http://schemas.microsoft.com/office/drawing/2014/main" id="{70E24ADD-CF56-DF51-B479-017BDB5EA9F1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749219F4-ECBC-C62F-348A-E5208475D7FC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677F6284-1F1E-98AA-9D62-DA01DAF48DEE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89DB8F90-7346-0777-FF5F-101770291748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1DC71995-6D6D-70BA-1B4E-82D671887828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8490A759-BEEA-3870-8083-F455BE85D5F6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29BCAAC7-475C-2DEC-05A8-46684C45EE5C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AF311AA1-0434-43AF-5039-24DC1F81F4A0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AF93CC26-DDAF-3281-D4A8-D659C58EEA3E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5D6F089D-CD19-1DEB-182A-23425DF91DC0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705D9F24-1A30-468D-420C-155EF1E71DBC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0F854FEA-3ECA-F23F-7E96-023E96750A7F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47845547-9EA7-9B47-9083-D6F246015ACA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B802F03A-1608-8993-193F-D9E624F24E80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B36D6E39-073E-F1CF-BB27-89216E39A49E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E7D0F5DF-CC66-8B3D-0913-0FF976BA610A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8381B124-D461-2641-6E2A-C5E0559EF9FA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B8BCB2AE-A67E-6B80-1BAB-F0AA50613F2F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9A4741E1-DADA-9AE3-7657-DD8DDC735481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16FD91CB-A770-8227-C9F8-16EF2B632DCB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3D3CDD4B-1242-04B8-E740-1C05F232F228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ACF98065-4994-C678-AE25-5909329F41CF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224D5D57-4672-D5F4-8333-F837273B63AE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4DDF1EC1-C3E9-3583-0D9A-C657451FEE9A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0307F3F-6B55-DBFA-7BB2-F60B15403650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E2FA94F-427D-753F-86CF-933C39D2449A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7" name="Invalid heap">
            <a:extLst>
              <a:ext uri="{FF2B5EF4-FFF2-40B4-BE49-F238E27FC236}">
                <a16:creationId xmlns:a16="http://schemas.microsoft.com/office/drawing/2014/main" id="{CD22B4CA-3E7C-486B-E1E6-4527BFF9D0E8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166E3D6-C01C-355F-DD84-39519951E69D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ED6B3BF-1F80-C478-B520-D9D7A2B4078C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583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7407E-6 L -0.04414 -0.222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7" y="-111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44444E-6 L -0.17331 -1.48148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68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0.04414 0.2222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4" y="1148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1733 -1.48148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98" y="4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14 -0.22222 L -0.12604 -0.11111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555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331 4.44444E-6 L -0.13867 3.33333E-6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55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-555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3 3.33333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31" grpId="0" animBg="1"/>
      <p:bldP spid="32" grpId="0" animBg="1"/>
      <p:bldP spid="32" grpId="1" animBg="1"/>
      <p:bldP spid="47" grpId="0" animBg="1"/>
      <p:bldP spid="49" grpId="0" animBg="1"/>
      <p:bldP spid="57" grpId="0" animBg="1"/>
      <p:bldP spid="57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7459-A937-B54E-F4D7-63DD5235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A235-494D-6077-33C7-8596E99B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0C997-C02D-2864-20FA-AD3CD1B88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B0C997-C02D-2864-20FA-AD3CD1B88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3FEEBFBD-15FC-24D5-FC7B-8EE63604D5C7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FDC93A1A-6CDC-4717-F407-05070EC14831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52">
            <a:extLst>
              <a:ext uri="{FF2B5EF4-FFF2-40B4-BE49-F238E27FC236}">
                <a16:creationId xmlns:a16="http://schemas.microsoft.com/office/drawing/2014/main" id="{B103AF65-E087-E322-C759-BD960FD1D4B7}"/>
              </a:ext>
            </a:extLst>
          </p:cNvPr>
          <p:cNvCxnSpPr>
            <a:cxnSpLocks/>
          </p:cNvCxnSpPr>
          <p:nvPr/>
        </p:nvCxnSpPr>
        <p:spPr>
          <a:xfrm flipH="1" flipV="1">
            <a:off x="8630181" y="4804643"/>
            <a:ext cx="469136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04525C84-6CC9-E11B-6CF9-E928191CD85B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Node 1">
            <a:extLst>
              <a:ext uri="{FF2B5EF4-FFF2-40B4-BE49-F238E27FC236}">
                <a16:creationId xmlns:a16="http://schemas.microsoft.com/office/drawing/2014/main" id="{EDB7DDD2-19DC-F346-B7AA-0919C535E265}"/>
              </a:ext>
            </a:extLst>
          </p:cNvPr>
          <p:cNvSpPr/>
          <p:nvPr/>
        </p:nvSpPr>
        <p:spPr>
          <a:xfrm>
            <a:off x="887928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29" name="Node 4">
            <a:extLst>
              <a:ext uri="{FF2B5EF4-FFF2-40B4-BE49-F238E27FC236}">
                <a16:creationId xmlns:a16="http://schemas.microsoft.com/office/drawing/2014/main" id="{2613BB4F-3175-8E29-8279-28B1138BB51B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0" name="Node 8">
            <a:extLst>
              <a:ext uri="{FF2B5EF4-FFF2-40B4-BE49-F238E27FC236}">
                <a16:creationId xmlns:a16="http://schemas.microsoft.com/office/drawing/2014/main" id="{DDC2B94B-EFCE-FE24-97EB-AE258DFEE0DA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1" name="Node 5">
            <a:extLst>
              <a:ext uri="{FF2B5EF4-FFF2-40B4-BE49-F238E27FC236}">
                <a16:creationId xmlns:a16="http://schemas.microsoft.com/office/drawing/2014/main" id="{0070ED69-2EAC-85B5-178A-4B1E611E47F9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2" name="Node 9">
            <a:extLst>
              <a:ext uri="{FF2B5EF4-FFF2-40B4-BE49-F238E27FC236}">
                <a16:creationId xmlns:a16="http://schemas.microsoft.com/office/drawing/2014/main" id="{40195DA8-41D3-3D72-21EC-ADFD0BA8DDB9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4071375B-78F6-9715-55C9-0C54D60933DF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12351FA7-E191-A72B-BD11-12C0799C67A0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B0E8C8A2-FFA5-4B87-11AD-48BCB42539DA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8E5C754C-4BB4-1599-F9A6-C02DBB1D09A8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537CDF5D-504B-565F-B098-BE7E95D58536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2D6FD375-F51A-9796-E220-AA561731AA2A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24AF00E2-A87D-7BB1-BC3B-CD5C4420F14C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CDCC99C1-D717-3E5E-0EC4-69B0894E31E4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6C2A221A-A8A0-E308-34D1-6F4E139D5CCD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9E9D941F-B7E1-C555-D4AC-621CA13EFCAF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5D3CE88A-DE94-9468-21C7-5C98C9F1F4B8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C85B61EE-71ED-7AAE-49DA-3B1933EF92D8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BE00286B-D324-8F4B-5921-B09F96FE56C6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E54B7F43-1C3B-06DE-3961-21D04C2E76D7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3E7D09C3-E279-3880-7D14-D0A859FB05E5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5AC046EE-A277-85AA-2F90-0EAFA98B111C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C0BE4160-F130-1E1E-EAE2-94D7C671BA5B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E4AA54EC-E64E-B0F2-B6B5-753EC17CEE5B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7C7C2B73-7B58-6249-157F-CF6F4C62D350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31CA1B18-2856-7E96-3BD3-704A43379FD4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990A4584-02CF-6AB1-91DD-CA5760FF3E57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F6B3F57A-F214-726F-DDC8-C2597591F0FF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B37C8D1E-B5BD-3B44-863C-F08D197E3668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26A1C15-EA5A-E8B0-1893-FD8D0DB69AB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C3691EB-FDA2-DFFA-EB95-F0B291E14609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6" name="Invalid heap">
            <a:extLst>
              <a:ext uri="{FF2B5EF4-FFF2-40B4-BE49-F238E27FC236}">
                <a16:creationId xmlns:a16="http://schemas.microsoft.com/office/drawing/2014/main" id="{A72176CD-838D-92BA-D619-8552D7B9E5D2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3D56304-D073-37D4-AEE4-6655E070D3F4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403FB7-F9D9-B544-61EC-665BBE13FA7B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60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4.07407E-6 L 0.04414 -0.22223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-111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-0.13867 -1.48148E-6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36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4414 0.22222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7" y="1148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13867 3.33333E-6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45" y="55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414 -0.22222 L 0.12604 -0.11111 " pathEditMode="relative" rAng="0" ptsTypes="AA">
                                      <p:cBhvr>
                                        <p:cTn id="3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1" y="555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868 4.44444E-6 L -0.0694 3.33333E-6 " pathEditMode="relative" rAng="0" ptsTypes="AA">
                                      <p:cBhvr>
                                        <p:cTn id="36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5" y="55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0819 -0.11111 " pathEditMode="relative" rAng="0" ptsTypes="AA">
                                      <p:cBhvr>
                                        <p:cTn id="38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2" y="-555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-0.06927 3.33333E-6 " pathEditMode="relative" rAng="0" ptsTypes="AA">
                                      <p:cBhvr>
                                        <p:cTn id="4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6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0" grpId="0" animBg="1"/>
      <p:bldP spid="32" grpId="0" animBg="1"/>
      <p:bldP spid="32" grpId="1" animBg="1"/>
      <p:bldP spid="47" grpId="0" animBg="1"/>
      <p:bldP spid="51" grpId="0" animBg="1"/>
      <p:bldP spid="55" grpId="0" animBg="1"/>
      <p:bldP spid="55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4EA0-A8F1-8899-BD03-03E0DEFA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1EA8-CA52-0361-8578-679A99A6C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F0134-DD40-9D22-0152-6BB216FBF4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F0134-DD40-9D22-0152-6BB216FBF4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1EF0E3BB-2D6D-4A3A-E3F1-217EE7FCB91C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C7939CA4-2F9C-7F20-E26E-99FD71BE24BB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55">
            <a:extLst>
              <a:ext uri="{FF2B5EF4-FFF2-40B4-BE49-F238E27FC236}">
                <a16:creationId xmlns:a16="http://schemas.microsoft.com/office/drawing/2014/main" id="{B9D180A3-9D23-F088-AC41-1B4E33790089}"/>
              </a:ext>
            </a:extLst>
          </p:cNvPr>
          <p:cNvCxnSpPr>
            <a:cxnSpLocks/>
          </p:cNvCxnSpPr>
          <p:nvPr/>
        </p:nvCxnSpPr>
        <p:spPr>
          <a:xfrm flipV="1">
            <a:off x="8169686" y="4804643"/>
            <a:ext cx="460495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Node 4">
            <a:extLst>
              <a:ext uri="{FF2B5EF4-FFF2-40B4-BE49-F238E27FC236}">
                <a16:creationId xmlns:a16="http://schemas.microsoft.com/office/drawing/2014/main" id="{085564F7-EF51-D449-2F06-1AC3A047E622}"/>
              </a:ext>
            </a:extLst>
          </p:cNvPr>
          <p:cNvSpPr/>
          <p:nvPr/>
        </p:nvSpPr>
        <p:spPr>
          <a:xfrm>
            <a:off x="7958293" y="537003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0" name="Node 1">
            <a:extLst>
              <a:ext uri="{FF2B5EF4-FFF2-40B4-BE49-F238E27FC236}">
                <a16:creationId xmlns:a16="http://schemas.microsoft.com/office/drawing/2014/main" id="{633B6B64-ECFB-DFF6-ED1B-84A987C82944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1" name="Node 5">
            <a:extLst>
              <a:ext uri="{FF2B5EF4-FFF2-40B4-BE49-F238E27FC236}">
                <a16:creationId xmlns:a16="http://schemas.microsoft.com/office/drawing/2014/main" id="{C483A7DE-81F2-48E5-052F-008530980D35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2" name="Node 8">
            <a:extLst>
              <a:ext uri="{FF2B5EF4-FFF2-40B4-BE49-F238E27FC236}">
                <a16:creationId xmlns:a16="http://schemas.microsoft.com/office/drawing/2014/main" id="{596BF5D1-5D5E-FD5D-3452-E5312F806DEB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54382360-17AA-0C54-2B57-7AB97F2CCA19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62839D15-F0CD-E053-7F28-9E57460E54DC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42322603-814E-3F84-EA8A-3CA7AB664621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035068D0-2281-4BCA-80B1-C87BB0005393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CF080030-2A1E-3E99-02B7-16D17E46B235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F881E04B-2779-955E-AE20-4BDF2569C82F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3BDC6C4A-A762-56E1-4898-3CBC6A1D126F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DDBAAD64-3FBE-77CB-CC3C-D3D109514EF6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E462BB89-53D1-523C-6B95-80421AD554FE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809CBD80-441B-566E-25BB-2C31F858AFAF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FE756A05-8A7A-E60F-CF0E-BED0749F6415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3630A6DF-B820-8F08-F10F-5ABB21256C13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97F0EAC3-C76B-FC4F-399E-5139447D6612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9291B0E9-E185-CA17-7F44-8937D3B24C10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89483701-3E55-F2BF-39B8-85F4A90C5BE1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CA64B95C-CEE4-EF03-65E4-D0146B78355C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BA5EA8F8-976E-C251-CD9A-B1CF700BD2BF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E7694F9D-3E77-F23D-25F9-0FAFDE18F144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FDE3ED20-FDDD-C7F2-1E33-8AE15CD212C9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C0BF6304-E590-D308-7CA8-EBACCA688C5B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09B9D8B5-1D8A-808F-C857-78EB1B9B8318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64209B61-9E77-33F7-FB6B-A82DD9DBB011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CDE509A6-AC9E-A8B7-9B19-38BFB2FDAE6E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9496C0E-4124-082B-CFEF-BA3F409CE53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EB0240B-0A8E-BE56-F5C3-C574822856D0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6" name="Invalid heap">
            <a:extLst>
              <a:ext uri="{FF2B5EF4-FFF2-40B4-BE49-F238E27FC236}">
                <a16:creationId xmlns:a16="http://schemas.microsoft.com/office/drawing/2014/main" id="{55097898-617F-E540-5A68-13E4A4A3CB26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A4A3E1-350E-D7FC-50F2-FD798A26B5E4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77DE98-D38C-0D9E-A3F0-2537A7BECC62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234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4.07407E-6 L 0.11966 -0.22223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7" y="-1111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44444E-6 L -0.10403 3.33333E-6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04" y="55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11966 0.22222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90" y="1148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10404 3.33333E-6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39" y="55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966 -0.22222 L 0.03776 -0.11111 " pathEditMode="relative" rAng="0" ptsTypes="AA">
                                      <p:cBhvr>
                                        <p:cTn id="3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50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404 4.44444E-6 L -0.0694 3.33333E-6 " pathEditMode="relative" rAng="0" ptsTypes="AA">
                                      <p:cBhvr>
                                        <p:cTn id="3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88" y="55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-555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3 1.11111E-6 " pathEditMode="relative" rAng="0" ptsTypes="AA">
                                      <p:cBhvr>
                                        <p:cTn id="4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1" grpId="0" animBg="1"/>
      <p:bldP spid="32" grpId="0" animBg="1"/>
      <p:bldP spid="32" grpId="1" animBg="1"/>
      <p:bldP spid="47" grpId="0" animBg="1"/>
      <p:bldP spid="49" grpId="0" animBg="1"/>
      <p:bldP spid="53" grpId="0" animBg="1"/>
      <p:bldP spid="53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251528546878_e62658d">
    <p:spTree>
      <p:nvGrpSpPr>
        <p:cNvPr id="1" name="">
          <a:extLst>
            <a:ext uri="{FF2B5EF4-FFF2-40B4-BE49-F238E27FC236}">
              <a16:creationId xmlns:a16="http://schemas.microsoft.com/office/drawing/2014/main" id="{0A5F101B-FFD4-8C97-A737-1F0BED73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8EBD-93A8-733C-0840-CE765204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6CCB68-8BE3-F762-D664-0EC8622B0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6CCB68-8BE3-F762-D664-0EC8622B0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39CD40B7-E625-E724-3E61-4CD1D969069A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14">
            <a:extLst>
              <a:ext uri="{FF2B5EF4-FFF2-40B4-BE49-F238E27FC236}">
                <a16:creationId xmlns:a16="http://schemas.microsoft.com/office/drawing/2014/main" id="{2C03BCC0-9AED-E54B-B6C0-C8ED1B33608F}"/>
              </a:ext>
            </a:extLst>
          </p:cNvPr>
          <p:cNvCxnSpPr>
            <a:cxnSpLocks/>
          </p:cNvCxnSpPr>
          <p:nvPr/>
        </p:nvCxnSpPr>
        <p:spPr>
          <a:xfrm flipH="1" flipV="1">
            <a:off x="9628818" y="4042611"/>
            <a:ext cx="998636" cy="7620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Node 1">
            <a:extLst>
              <a:ext uri="{FF2B5EF4-FFF2-40B4-BE49-F238E27FC236}">
                <a16:creationId xmlns:a16="http://schemas.microsoft.com/office/drawing/2014/main" id="{5CAD5CC5-AD1D-9758-88A4-0055A1BE0846}"/>
              </a:ext>
            </a:extLst>
          </p:cNvPr>
          <p:cNvSpPr/>
          <p:nvPr/>
        </p:nvSpPr>
        <p:spPr>
          <a:xfrm>
            <a:off x="10416061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1" name="Node 4">
            <a:extLst>
              <a:ext uri="{FF2B5EF4-FFF2-40B4-BE49-F238E27FC236}">
                <a16:creationId xmlns:a16="http://schemas.microsoft.com/office/drawing/2014/main" id="{ADF837C4-67A9-A5F4-E45D-980404F6E748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2" name="Node 5">
            <a:extLst>
              <a:ext uri="{FF2B5EF4-FFF2-40B4-BE49-F238E27FC236}">
                <a16:creationId xmlns:a16="http://schemas.microsoft.com/office/drawing/2014/main" id="{CDC901D4-6874-08FB-C850-FE92BDE74C6B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049375C9-3B74-4C96-277A-C2F11F00B4E3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DCAD15DC-BFA7-981F-4771-7670BE115AAB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D78EC494-6938-8F71-8A6A-A945249C63D5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77B9EBA2-2D6C-0DEE-2FE5-B01A9EC4921B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DCB28FFE-E827-2424-2BBD-570E03217E2E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38002B60-3681-71EA-7D5C-82145936160B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32558151-3A83-AFAF-DA56-CC46B858956E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9FD944DB-484C-8439-D834-5BD520D48023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2440502F-8D69-317F-157D-ED4A77FC37B9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9DD39EE6-4488-4BFD-E657-7C060F285147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88078AFA-758B-95BF-0687-1335D7762802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A1BA243D-9481-4177-B9C8-68F313936B9E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9EC17308-85CC-666B-F940-7CEEBAFDCD67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694D8966-25A5-D946-AF23-42F85488B1DD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88A1B305-6BE2-738E-DB76-161BDA766ED5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A538E402-A55D-6FAE-C5F6-1C8795D4DEB3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A988C2D8-32A2-FB4A-0BCA-6847105D5AC9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39FD513B-AA83-F09B-2A76-968CDCEBBCD7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273F2799-08DD-5BB5-DFF3-914E8835745B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0680117F-557D-233F-7323-64B3799D6002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7E16FD41-B16E-4756-8ADD-6B893260A73A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BEEAA020-AC9D-9A37-4DF2-CF30F200C1FB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C5FE23D8-C5D1-AA45-F019-A91EB365A790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9FC37E7-3BFB-45F2-473B-08FA1F90101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0C61A3A-7876-6E93-6956-EBA8B23C3B16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  <p:grpSp>
        <p:nvGrpSpPr>
          <p:cNvPr id="6" name="Invalid heap">
            <a:extLst>
              <a:ext uri="{FF2B5EF4-FFF2-40B4-BE49-F238E27FC236}">
                <a16:creationId xmlns:a16="http://schemas.microsoft.com/office/drawing/2014/main" id="{D31D2BE4-11AE-5827-987E-B9680218DD5D}"/>
              </a:ext>
            </a:extLst>
          </p:cNvPr>
          <p:cNvGrpSpPr/>
          <p:nvPr/>
        </p:nvGrpSpPr>
        <p:grpSpPr>
          <a:xfrm>
            <a:off x="2870615" y="5751047"/>
            <a:ext cx="1602008" cy="762034"/>
            <a:chOff x="2870615" y="5751047"/>
            <a:chExt cx="1602008" cy="76203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5257E27-8F0D-2EB0-07B0-C0F35022AD39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0615" y="5751047"/>
              <a:ext cx="762034" cy="7620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5C2DC2-4674-F90B-30C9-391AD5181296}"/>
                </a:ext>
              </a:extLst>
            </p:cNvPr>
            <p:cNvSpPr txBox="1"/>
            <p:nvPr/>
          </p:nvSpPr>
          <p:spPr>
            <a:xfrm>
              <a:off x="3632649" y="5808899"/>
              <a:ext cx="8399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Invalid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28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2.96296E-6 L -0.0819 -0.11111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-55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44444E-6 L -0.06927 1.11111E-6 " pathEditMode="relative" rAng="0" ptsTypes="AA">
                                      <p:cBhvr>
                                        <p:cTn id="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4" y="-53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0.0819 0.11111 " pathEditMode="relative" rAng="0" ptsTypes="AA">
                                      <p:cBhvr>
                                        <p:cTn id="10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555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06927 -1.48148E-6 " pathEditMode="relative" rAng="0" ptsTypes="AA">
                                      <p:cBhvr>
                                        <p:cTn id="1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5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19 -0.11111 L -0.16381 -2.96296E-6 " pathEditMode="relative" rAng="0" ptsTypes="AA">
                                      <p:cBhvr>
                                        <p:cTn id="3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8" y="5556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928 4.44444E-6 L -0.03464 3.33333E-6 " pathEditMode="relative" rAng="0" ptsTypes="AA">
                                      <p:cBhvr>
                                        <p:cTn id="3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3" y="55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-555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3 -1.48148E-6 " pathEditMode="relative" rAng="0" ptsTypes="AA">
                                      <p:cBhvr>
                                        <p:cTn id="4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"/>
                            </p:stCondLst>
                            <p:childTnLst>
                              <p:par>
                                <p:cTn id="4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 animBg="1"/>
      <p:bldP spid="32" grpId="0" animBg="1"/>
      <p:bldP spid="32" grpId="1" animBg="1"/>
      <p:bldP spid="47" grpId="0" animBg="1"/>
      <p:bldP spid="49" grpId="0" animBg="1"/>
      <p:bldP spid="51" grpId="0" animBg="1"/>
      <p:bldP spid="5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251528546898_4ce3066">
    <p:spTree>
      <p:nvGrpSpPr>
        <p:cNvPr id="1" name="">
          <a:extLst>
            <a:ext uri="{FF2B5EF4-FFF2-40B4-BE49-F238E27FC236}">
              <a16:creationId xmlns:a16="http://schemas.microsoft.com/office/drawing/2014/main" id="{72095366-7ABB-30E0-0B32-750B0FC4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2D0C-946F-274D-2978-49E8D7ED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C68A43-7F6B-5B0E-83A0-7C08178A4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dirty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C68A43-7F6B-5B0E-83A0-7C08178A4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D1E75483-B855-4E52-2AEC-D9E4B032DE29}"/>
              </a:ext>
            </a:extLst>
          </p:cNvPr>
          <p:cNvCxnSpPr>
            <a:cxnSpLocks/>
          </p:cNvCxnSpPr>
          <p:nvPr/>
        </p:nvCxnSpPr>
        <p:spPr>
          <a:xfrm flipH="1">
            <a:off x="8630181" y="4042611"/>
            <a:ext cx="998637" cy="7620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Node 1">
            <a:extLst>
              <a:ext uri="{FF2B5EF4-FFF2-40B4-BE49-F238E27FC236}">
                <a16:creationId xmlns:a16="http://schemas.microsoft.com/office/drawing/2014/main" id="{B5FC99B2-3924-6C5E-A35F-598B05D4DDBD}"/>
              </a:ext>
            </a:extLst>
          </p:cNvPr>
          <p:cNvSpPr/>
          <p:nvPr/>
        </p:nvSpPr>
        <p:spPr>
          <a:xfrm>
            <a:off x="8418788" y="460799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2" name="Node 4">
            <a:extLst>
              <a:ext uri="{FF2B5EF4-FFF2-40B4-BE49-F238E27FC236}">
                <a16:creationId xmlns:a16="http://schemas.microsoft.com/office/drawing/2014/main" id="{886B5121-75D1-9468-6B1E-EE0676ADC6DB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6BEA77E8-E194-D4F9-0F93-726D5101EF51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E69E6662-6F5E-CBF9-E526-9596EEF0EF79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B2FFD69D-1DC0-7FF7-083A-A7A0D2FE19CC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D435CA0A-6A1B-A4B0-0C77-5AC30DF8DC17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6301056B-3857-3E8E-BEF1-8373A20AF81C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61A8C300-E46E-6D32-EC39-88F9D52DE0A6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5F3F4CCD-5B73-AED6-FC00-26CC231D21F5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C4376BDD-2396-5848-5587-1A904EF9F128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250BA497-063F-E8D4-7529-61B7B4641BDF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4B62AE8B-9398-B47F-BF26-D263C023B731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41A69A32-774C-B28F-622C-1ACCC8B8ACD4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B404251C-4429-BF12-50DD-904880B7AA72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E2A204AD-E2F2-22B7-289F-021AE77526C8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2A848D8B-88E4-D878-EB6C-A86FA8F1BA41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7EC38687-619F-2119-8E91-AE8203D1FF49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095388E3-E1E6-F5C5-C5DB-5B5AA5C69891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3A840A05-22BC-F20D-03B7-E5A9918ADC6A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7FCA26C0-5FB9-B8C5-E721-15E19D997796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B5CC03F2-EDC6-35E7-7C95-1B643569FB58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A54D9FDF-5F50-4443-BA56-2644843DAB55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D5622CCD-5D9E-29DA-1753-65B2FB90E909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D6ECE455-986E-5F59-2132-495C1821DD41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27E151DF-5D95-C6B4-5AA5-899BC46BA3FE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8D35AC1-D497-1B30-25CD-CB7CE3DF60C7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4A3A747-62F7-8687-1AC2-0EB182BE3DB5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043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85185E-6 L -0.0819 0.1111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55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44444E-6 L 0.03464 -1.48148E-6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4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19 -0.11111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89" y="-555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44444E-6 L -0.03463 3.33333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2" grpId="1" animBg="1"/>
      <p:bldP spid="47" grpId="0" animBg="1"/>
      <p:bldP spid="4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8335-9C49-791E-796F-D3262E51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23EF-2951-74EF-062D-9A8327A8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Sort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3E8FB-A2B3-6C72-F2F5-FA38E5871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To </a:t>
                </a:r>
                <a:r>
                  <a:rPr lang="nl-NL" dirty="0" err="1"/>
                  <a:t>sort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array in </a:t>
                </a:r>
                <a:r>
                  <a:rPr lang="nl-NL" i="1" dirty="0" err="1"/>
                  <a:t>ascending</a:t>
                </a:r>
                <a:r>
                  <a:rPr lang="nl-NL" dirty="0"/>
                  <a:t> order:</a:t>
                </a:r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Heapify: </a:t>
                </a:r>
                <a:r>
                  <a:rPr lang="nl-NL" dirty="0" err="1"/>
                  <a:t>rearrange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form a </a:t>
                </a:r>
                <a:r>
                  <a:rPr lang="nl-NL" b="1" dirty="0"/>
                  <a:t>max-</a:t>
                </a:r>
                <a:r>
                  <a:rPr lang="nl-NL" b="1" dirty="0" err="1"/>
                  <a:t>heap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b="1" dirty="0"/>
              </a:p>
              <a:p>
                <a:pPr marL="608076" lvl="1" indent="-342900">
                  <a:buFont typeface="+mj-lt"/>
                  <a:buAutoNum type="arabicPeriod"/>
                </a:pPr>
                <a:r>
                  <a:rPr lang="nl-NL" dirty="0"/>
                  <a:t>Keep </a:t>
                </a:r>
                <a:r>
                  <a:rPr lang="nl-NL" dirty="0" err="1"/>
                  <a:t>removing</a:t>
                </a:r>
                <a:r>
                  <a:rPr lang="nl-NL" dirty="0"/>
                  <a:t> </a:t>
                </a:r>
                <a:r>
                  <a:rPr lang="nl-NL" dirty="0" err="1"/>
                  <a:t>each</a:t>
                </a:r>
                <a:r>
                  <a:rPr lang="nl-NL" dirty="0"/>
                  <a:t> element </a:t>
                </a:r>
                <a:r>
                  <a:rPr lang="nl-NL" dirty="0" err="1"/>
                  <a:t>until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is empty –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per element</a:t>
                </a:r>
              </a:p>
              <a:p>
                <a:r>
                  <a:rPr lang="nl-NL" dirty="0"/>
                  <a:t>Time </a:t>
                </a:r>
                <a:r>
                  <a:rPr lang="nl-NL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nl-NL" b="1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NL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nl-NL" b="1" i="1" dirty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3E8FB-A2B3-6C72-F2F5-FA38E5871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280503" cy="3566160"/>
              </a:xfrm>
              <a:blipFill>
                <a:blip r:embed="rId2"/>
                <a:stretch>
                  <a:fillRect l="-503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Node 1">
            <a:extLst>
              <a:ext uri="{FF2B5EF4-FFF2-40B4-BE49-F238E27FC236}">
                <a16:creationId xmlns:a16="http://schemas.microsoft.com/office/drawing/2014/main" id="{D7EE0802-73AB-CCDE-F793-7B3BAA98FEA8}"/>
              </a:ext>
            </a:extLst>
          </p:cNvPr>
          <p:cNvSpPr/>
          <p:nvPr/>
        </p:nvSpPr>
        <p:spPr>
          <a:xfrm>
            <a:off x="9417425" y="3845966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7" name="array@0">
            <a:extLst>
              <a:ext uri="{FF2B5EF4-FFF2-40B4-BE49-F238E27FC236}">
                <a16:creationId xmlns:a16="http://schemas.microsoft.com/office/drawing/2014/main" id="{4B541B65-D18A-83FB-D4EA-037F7F63943E}"/>
              </a:ext>
            </a:extLst>
          </p:cNvPr>
          <p:cNvSpPr/>
          <p:nvPr/>
        </p:nvSpPr>
        <p:spPr>
          <a:xfrm>
            <a:off x="968074" y="472768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8" name="idx 0">
            <a:extLst>
              <a:ext uri="{FF2B5EF4-FFF2-40B4-BE49-F238E27FC236}">
                <a16:creationId xmlns:a16="http://schemas.microsoft.com/office/drawing/2014/main" id="{E3A82842-6103-E59E-1DF4-7BB31105B4C8}"/>
              </a:ext>
            </a:extLst>
          </p:cNvPr>
          <p:cNvSpPr/>
          <p:nvPr/>
        </p:nvSpPr>
        <p:spPr>
          <a:xfrm>
            <a:off x="96807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49" name="array@1">
            <a:extLst>
              <a:ext uri="{FF2B5EF4-FFF2-40B4-BE49-F238E27FC236}">
                <a16:creationId xmlns:a16="http://schemas.microsoft.com/office/drawing/2014/main" id="{E0D2EC35-2027-574F-2D31-0AAE79B2ED91}"/>
              </a:ext>
            </a:extLst>
          </p:cNvPr>
          <p:cNvSpPr/>
          <p:nvPr/>
        </p:nvSpPr>
        <p:spPr>
          <a:xfrm>
            <a:off x="1390861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0" name="idx 1">
            <a:extLst>
              <a:ext uri="{FF2B5EF4-FFF2-40B4-BE49-F238E27FC236}">
                <a16:creationId xmlns:a16="http://schemas.microsoft.com/office/drawing/2014/main" id="{8C15ED0A-0B05-001C-C4FF-8C098AE66428}"/>
              </a:ext>
            </a:extLst>
          </p:cNvPr>
          <p:cNvSpPr/>
          <p:nvPr/>
        </p:nvSpPr>
        <p:spPr>
          <a:xfrm>
            <a:off x="1390861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51" name="array@2">
            <a:extLst>
              <a:ext uri="{FF2B5EF4-FFF2-40B4-BE49-F238E27FC236}">
                <a16:creationId xmlns:a16="http://schemas.microsoft.com/office/drawing/2014/main" id="{149ABBF1-B8BE-C6BA-51DC-25AFEFE503FF}"/>
              </a:ext>
            </a:extLst>
          </p:cNvPr>
          <p:cNvSpPr/>
          <p:nvPr/>
        </p:nvSpPr>
        <p:spPr>
          <a:xfrm>
            <a:off x="1813648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2" name="idx 2">
            <a:extLst>
              <a:ext uri="{FF2B5EF4-FFF2-40B4-BE49-F238E27FC236}">
                <a16:creationId xmlns:a16="http://schemas.microsoft.com/office/drawing/2014/main" id="{DC942234-E83A-3DCD-86D8-C57F225DD47A}"/>
              </a:ext>
            </a:extLst>
          </p:cNvPr>
          <p:cNvSpPr/>
          <p:nvPr/>
        </p:nvSpPr>
        <p:spPr>
          <a:xfrm>
            <a:off x="1813648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53" name="array@3">
            <a:extLst>
              <a:ext uri="{FF2B5EF4-FFF2-40B4-BE49-F238E27FC236}">
                <a16:creationId xmlns:a16="http://schemas.microsoft.com/office/drawing/2014/main" id="{D006BD0D-9857-2F33-C73B-0716B6A2A84D}"/>
              </a:ext>
            </a:extLst>
          </p:cNvPr>
          <p:cNvSpPr/>
          <p:nvPr/>
        </p:nvSpPr>
        <p:spPr>
          <a:xfrm>
            <a:off x="2236435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4" name="idx 3">
            <a:extLst>
              <a:ext uri="{FF2B5EF4-FFF2-40B4-BE49-F238E27FC236}">
                <a16:creationId xmlns:a16="http://schemas.microsoft.com/office/drawing/2014/main" id="{34948869-005F-D2C1-0654-FDB76D5F0733}"/>
              </a:ext>
            </a:extLst>
          </p:cNvPr>
          <p:cNvSpPr/>
          <p:nvPr/>
        </p:nvSpPr>
        <p:spPr>
          <a:xfrm>
            <a:off x="2236435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55" name="array@4">
            <a:extLst>
              <a:ext uri="{FF2B5EF4-FFF2-40B4-BE49-F238E27FC236}">
                <a16:creationId xmlns:a16="http://schemas.microsoft.com/office/drawing/2014/main" id="{16D4F93F-356C-61C5-553F-B831C04DDCDD}"/>
              </a:ext>
            </a:extLst>
          </p:cNvPr>
          <p:cNvSpPr/>
          <p:nvPr/>
        </p:nvSpPr>
        <p:spPr>
          <a:xfrm>
            <a:off x="2659222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56" name="idx 4">
            <a:extLst>
              <a:ext uri="{FF2B5EF4-FFF2-40B4-BE49-F238E27FC236}">
                <a16:creationId xmlns:a16="http://schemas.microsoft.com/office/drawing/2014/main" id="{641B3F20-75A5-A523-9933-CE1298B28937}"/>
              </a:ext>
            </a:extLst>
          </p:cNvPr>
          <p:cNvSpPr/>
          <p:nvPr/>
        </p:nvSpPr>
        <p:spPr>
          <a:xfrm>
            <a:off x="2659222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57" name="array@5">
            <a:extLst>
              <a:ext uri="{FF2B5EF4-FFF2-40B4-BE49-F238E27FC236}">
                <a16:creationId xmlns:a16="http://schemas.microsoft.com/office/drawing/2014/main" id="{1D4821DA-1C17-E679-BD0B-04CE74C2C0AF}"/>
              </a:ext>
            </a:extLst>
          </p:cNvPr>
          <p:cNvSpPr/>
          <p:nvPr/>
        </p:nvSpPr>
        <p:spPr>
          <a:xfrm>
            <a:off x="3082009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8" name="idx 5">
            <a:extLst>
              <a:ext uri="{FF2B5EF4-FFF2-40B4-BE49-F238E27FC236}">
                <a16:creationId xmlns:a16="http://schemas.microsoft.com/office/drawing/2014/main" id="{CBB79FFF-BBE8-2EBF-054F-9B5038EE38FB}"/>
              </a:ext>
            </a:extLst>
          </p:cNvPr>
          <p:cNvSpPr/>
          <p:nvPr/>
        </p:nvSpPr>
        <p:spPr>
          <a:xfrm>
            <a:off x="3082009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59" name="array@6">
            <a:extLst>
              <a:ext uri="{FF2B5EF4-FFF2-40B4-BE49-F238E27FC236}">
                <a16:creationId xmlns:a16="http://schemas.microsoft.com/office/drawing/2014/main" id="{93B50FEA-A9F9-842C-6F73-E2F3B0C3BDE9}"/>
              </a:ext>
            </a:extLst>
          </p:cNvPr>
          <p:cNvSpPr/>
          <p:nvPr/>
        </p:nvSpPr>
        <p:spPr>
          <a:xfrm>
            <a:off x="3504796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60" name="idx 6">
            <a:extLst>
              <a:ext uri="{FF2B5EF4-FFF2-40B4-BE49-F238E27FC236}">
                <a16:creationId xmlns:a16="http://schemas.microsoft.com/office/drawing/2014/main" id="{822741BA-2D5C-8EF7-714C-76309F357160}"/>
              </a:ext>
            </a:extLst>
          </p:cNvPr>
          <p:cNvSpPr/>
          <p:nvPr/>
        </p:nvSpPr>
        <p:spPr>
          <a:xfrm>
            <a:off x="3504796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1" name="array@7">
            <a:extLst>
              <a:ext uri="{FF2B5EF4-FFF2-40B4-BE49-F238E27FC236}">
                <a16:creationId xmlns:a16="http://schemas.microsoft.com/office/drawing/2014/main" id="{9AF0E85A-3E1E-7F50-529B-1C50DAE0B874}"/>
              </a:ext>
            </a:extLst>
          </p:cNvPr>
          <p:cNvSpPr/>
          <p:nvPr/>
        </p:nvSpPr>
        <p:spPr>
          <a:xfrm>
            <a:off x="3927583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62" name="idx 7">
            <a:extLst>
              <a:ext uri="{FF2B5EF4-FFF2-40B4-BE49-F238E27FC236}">
                <a16:creationId xmlns:a16="http://schemas.microsoft.com/office/drawing/2014/main" id="{E4035DB6-93B6-4EDC-D71C-228C7A7E1BC8}"/>
              </a:ext>
            </a:extLst>
          </p:cNvPr>
          <p:cNvSpPr/>
          <p:nvPr/>
        </p:nvSpPr>
        <p:spPr>
          <a:xfrm>
            <a:off x="3927583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3" name="array@8">
            <a:extLst>
              <a:ext uri="{FF2B5EF4-FFF2-40B4-BE49-F238E27FC236}">
                <a16:creationId xmlns:a16="http://schemas.microsoft.com/office/drawing/2014/main" id="{2AF4D9AF-D02A-2B8C-76D1-5CB75569E8B1}"/>
              </a:ext>
            </a:extLst>
          </p:cNvPr>
          <p:cNvSpPr/>
          <p:nvPr/>
        </p:nvSpPr>
        <p:spPr>
          <a:xfrm>
            <a:off x="4350370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64" name="idx 8">
            <a:extLst>
              <a:ext uri="{FF2B5EF4-FFF2-40B4-BE49-F238E27FC236}">
                <a16:creationId xmlns:a16="http://schemas.microsoft.com/office/drawing/2014/main" id="{5EBDCD04-36AA-4561-EE79-CA7F066A5DE1}"/>
              </a:ext>
            </a:extLst>
          </p:cNvPr>
          <p:cNvSpPr/>
          <p:nvPr/>
        </p:nvSpPr>
        <p:spPr>
          <a:xfrm>
            <a:off x="4350370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65" name="array@9">
            <a:extLst>
              <a:ext uri="{FF2B5EF4-FFF2-40B4-BE49-F238E27FC236}">
                <a16:creationId xmlns:a16="http://schemas.microsoft.com/office/drawing/2014/main" id="{357E316C-E7C4-1723-6344-998FEDE2AB23}"/>
              </a:ext>
            </a:extLst>
          </p:cNvPr>
          <p:cNvSpPr/>
          <p:nvPr/>
        </p:nvSpPr>
        <p:spPr>
          <a:xfrm>
            <a:off x="4773157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66" name="idx 9">
            <a:extLst>
              <a:ext uri="{FF2B5EF4-FFF2-40B4-BE49-F238E27FC236}">
                <a16:creationId xmlns:a16="http://schemas.microsoft.com/office/drawing/2014/main" id="{EBCB56DF-7327-6216-6631-C2A7778F53ED}"/>
              </a:ext>
            </a:extLst>
          </p:cNvPr>
          <p:cNvSpPr/>
          <p:nvPr/>
        </p:nvSpPr>
        <p:spPr>
          <a:xfrm>
            <a:off x="4773157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7" name="array@10">
            <a:extLst>
              <a:ext uri="{FF2B5EF4-FFF2-40B4-BE49-F238E27FC236}">
                <a16:creationId xmlns:a16="http://schemas.microsoft.com/office/drawing/2014/main" id="{A62B2E33-B13E-04A5-0B5A-46CDC867C71C}"/>
              </a:ext>
            </a:extLst>
          </p:cNvPr>
          <p:cNvSpPr/>
          <p:nvPr/>
        </p:nvSpPr>
        <p:spPr>
          <a:xfrm>
            <a:off x="5195944" y="4727684"/>
            <a:ext cx="422787" cy="39329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42</a:t>
            </a:r>
          </a:p>
        </p:txBody>
      </p:sp>
      <p:sp>
        <p:nvSpPr>
          <p:cNvPr id="68" name="idx 10">
            <a:extLst>
              <a:ext uri="{FF2B5EF4-FFF2-40B4-BE49-F238E27FC236}">
                <a16:creationId xmlns:a16="http://schemas.microsoft.com/office/drawing/2014/main" id="{8F5519FC-B71E-3F35-DAD3-AAB218681FF6}"/>
              </a:ext>
            </a:extLst>
          </p:cNvPr>
          <p:cNvSpPr/>
          <p:nvPr/>
        </p:nvSpPr>
        <p:spPr>
          <a:xfrm>
            <a:off x="5195944" y="5120974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grpSp>
        <p:nvGrpSpPr>
          <p:cNvPr id="78" name="Valid heap">
            <a:extLst>
              <a:ext uri="{FF2B5EF4-FFF2-40B4-BE49-F238E27FC236}">
                <a16:creationId xmlns:a16="http://schemas.microsoft.com/office/drawing/2014/main" id="{3E2EFAC8-4EF5-6204-3C9C-1CFA6A3401D6}"/>
              </a:ext>
            </a:extLst>
          </p:cNvPr>
          <p:cNvGrpSpPr/>
          <p:nvPr/>
        </p:nvGrpSpPr>
        <p:grpSpPr>
          <a:xfrm>
            <a:off x="4772824" y="5763322"/>
            <a:ext cx="1552635" cy="762034"/>
            <a:chOff x="5277661" y="5751047"/>
            <a:chExt cx="1552635" cy="762034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5070BD7-DB5A-39D7-30B6-6528255A1D31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7661" y="5751047"/>
              <a:ext cx="762034" cy="762034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7F7230F-A20F-2D85-FB4E-DF2FDAA146D7}"/>
                </a:ext>
              </a:extLst>
            </p:cNvPr>
            <p:cNvSpPr txBox="1"/>
            <p:nvPr/>
          </p:nvSpPr>
          <p:spPr>
            <a:xfrm>
              <a:off x="6039695" y="5808899"/>
              <a:ext cx="79060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Aptos" panose="020B0004020202020204" pitchFamily="34" charset="0"/>
                </a:rPr>
                <a:t>Valid</a:t>
              </a:r>
              <a:endParaRPr lang="nl-NL" dirty="0">
                <a:latin typeface="Aptos" panose="020B0004020202020204" pitchFamily="34" charset="0"/>
              </a:endParaRPr>
            </a:p>
            <a:p>
              <a:r>
                <a:rPr lang="nl-NL" dirty="0" err="1">
                  <a:latin typeface="Aptos" panose="020B0004020202020204" pitchFamily="34" charset="0"/>
                </a:rPr>
                <a:t>Heap</a:t>
              </a:r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186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5B09-5765-9B3A-DC0E-5D0101B2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1885A-58F9-31A4-A3D3-7BAE4798F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Binary</a:t>
            </a:r>
            <a:r>
              <a:rPr lang="nl-NL" b="0" dirty="0"/>
              <a:t> </a:t>
            </a:r>
            <a:r>
              <a:rPr lang="nl-NL" b="0" dirty="0" err="1"/>
              <a:t>Heaps</a:t>
            </a:r>
            <a:r>
              <a:rPr lang="nl-NL" b="0" dirty="0"/>
              <a:t> in C++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304C3-FEA0-1869-2C74-201233495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NL" dirty="0" err="1"/>
              <a:t>Build</a:t>
            </a:r>
            <a:r>
              <a:rPr lang="nl-NL" dirty="0"/>
              <a:t> a </a:t>
            </a:r>
            <a:r>
              <a:rPr lang="nl-NL" dirty="0" err="1"/>
              <a:t>heap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(part of) e.g. a vector: 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make_heap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(begin, end)</a:t>
            </a:r>
            <a:r>
              <a:rPr lang="nl-NL" dirty="0"/>
              <a:t> </a:t>
            </a:r>
            <a:r>
              <a:rPr lang="nl-NL" sz="1800" dirty="0"/>
              <a:t>(</a:t>
            </a:r>
            <a:r>
              <a:rPr lang="nl-NL" sz="1800" dirty="0" err="1">
                <a:hlinkClick r:id="rId2"/>
              </a:rPr>
              <a:t>cppreference</a:t>
            </a:r>
            <a:r>
              <a:rPr lang="nl-NL" sz="1800" dirty="0"/>
              <a:t>)</a:t>
            </a:r>
            <a:endParaRPr lang="nl-NL" dirty="0"/>
          </a:p>
          <a:p>
            <a:r>
              <a:rPr lang="nl-NL" dirty="0" err="1"/>
              <a:t>Insert</a:t>
            </a:r>
            <a:r>
              <a:rPr lang="nl-NL" dirty="0"/>
              <a:t> a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a </a:t>
            </a:r>
            <a:r>
              <a:rPr lang="nl-NL" dirty="0" err="1"/>
              <a:t>heap</a:t>
            </a:r>
            <a:r>
              <a:rPr lang="nl-NL" dirty="0"/>
              <a:t>: 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push_heap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(begin,</a:t>
            </a:r>
            <a:r>
              <a:rPr lang="nl-NL" dirty="0"/>
              <a:t> 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end)</a:t>
            </a:r>
            <a:r>
              <a:rPr lang="nl-NL" dirty="0"/>
              <a:t> </a:t>
            </a:r>
            <a:r>
              <a:rPr lang="nl-NL" sz="1800" dirty="0"/>
              <a:t>(</a:t>
            </a:r>
            <a:r>
              <a:rPr lang="nl-NL" sz="1800" dirty="0" err="1">
                <a:hlinkClick r:id="rId3"/>
              </a:rPr>
              <a:t>cppreference</a:t>
            </a:r>
            <a:r>
              <a:rPr lang="nl-NL" sz="1800" dirty="0"/>
              <a:t>)</a:t>
            </a:r>
          </a:p>
          <a:p>
            <a:pPr lvl="1"/>
            <a:r>
              <a:rPr lang="nl-NL" dirty="0" err="1"/>
              <a:t>Inserts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at 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 – 1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heap</a:t>
            </a:r>
            <a:endParaRPr lang="nl-NL" dirty="0"/>
          </a:p>
          <a:p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top </a:t>
            </a:r>
            <a:r>
              <a:rPr lang="nl-NL" dirty="0" err="1"/>
              <a:t>value</a:t>
            </a:r>
            <a:r>
              <a:rPr lang="nl-NL" dirty="0"/>
              <a:t>: 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pop_heap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(begin,</a:t>
            </a:r>
            <a:r>
              <a:rPr lang="nl-NL" dirty="0"/>
              <a:t> 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end)</a:t>
            </a:r>
            <a:r>
              <a:rPr lang="nl-NL" dirty="0"/>
              <a:t> </a:t>
            </a:r>
            <a:r>
              <a:rPr lang="nl-NL" sz="1800" dirty="0"/>
              <a:t>(</a:t>
            </a:r>
            <a:r>
              <a:rPr lang="nl-NL" sz="1800" dirty="0" err="1">
                <a:hlinkClick r:id="rId4"/>
              </a:rPr>
              <a:t>cppreference</a:t>
            </a:r>
            <a:r>
              <a:rPr lang="nl-NL" sz="1800" dirty="0"/>
              <a:t>)</a:t>
            </a:r>
          </a:p>
          <a:p>
            <a:pPr lvl="1"/>
            <a:r>
              <a:rPr lang="nl-NL" dirty="0" err="1"/>
              <a:t>Removed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at 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end - 1</a:t>
            </a:r>
          </a:p>
          <a:p>
            <a:endParaRPr lang="nl-NL" dirty="0"/>
          </a:p>
          <a:p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, these </a:t>
            </a:r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either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sz="19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bool</a:t>
            </a:r>
            <a:r>
              <a:rPr lang="nl-NL" sz="19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operator&lt; </a:t>
            </a:r>
            <a:r>
              <a:rPr lang="nl-NL" dirty="0"/>
              <a:t>member </a:t>
            </a:r>
            <a:r>
              <a:rPr lang="nl-NL" dirty="0" err="1"/>
              <a:t>function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class</a:t>
            </a:r>
          </a:p>
          <a:p>
            <a:pPr lvl="1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passed</a:t>
            </a:r>
            <a:r>
              <a:rPr lang="nl-NL" dirty="0"/>
              <a:t> as </a:t>
            </a:r>
            <a:r>
              <a:rPr lang="nl-NL" dirty="0" err="1"/>
              <a:t>an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 argument</a:t>
            </a:r>
          </a:p>
        </p:txBody>
      </p:sp>
    </p:spTree>
    <p:extLst>
      <p:ext uri="{BB962C8B-B14F-4D97-AF65-F5344CB8AC3E}">
        <p14:creationId xmlns:p14="http://schemas.microsoft.com/office/powerpoint/2010/main" val="119696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C823E-12EB-986B-A344-F9933907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3CA5A0-8A58-8D77-7AF7-5EB9AC563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Hash Tables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3B6E14-05FF-72B7-149B-F2D71269B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Who needs sorting, anyway?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3282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E64BE-977E-0F7B-DE8E-4B800604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5336C-56F1-F73F-EBFA-7AD63971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r>
              <a:rPr lang="nl-NL" b="0" dirty="0"/>
              <a:t> or </a:t>
            </a:r>
            <a:r>
              <a:rPr lang="nl-NL" b="0" dirty="0" err="1"/>
              <a:t>not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endParaRPr lang="nl-NL" dirty="0"/>
          </a:p>
        </p:txBody>
      </p:sp>
      <p:pic>
        <p:nvPicPr>
          <p:cNvPr id="5" name="Picture 4" descr="Stack of multicolored books">
            <a:extLst>
              <a:ext uri="{FF2B5EF4-FFF2-40B4-BE49-F238E27FC236}">
                <a16:creationId xmlns:a16="http://schemas.microsoft.com/office/drawing/2014/main" id="{E77F0BF4-CF6D-A110-075B-F065E8FFA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07" r="33090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64EC-F8AB-B508-F9C4-2ECEC7FA6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2" y="2633236"/>
            <a:ext cx="5652960" cy="3664687"/>
          </a:xfrm>
        </p:spPr>
        <p:txBody>
          <a:bodyPr>
            <a:normAutofit/>
          </a:bodyPr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were</a:t>
            </a:r>
            <a:r>
              <a:rPr lang="nl-NL" dirty="0"/>
              <a:t> we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focused</a:t>
            </a:r>
            <a:r>
              <a:rPr lang="nl-NL" dirty="0"/>
              <a:t> on </a:t>
            </a:r>
            <a:r>
              <a:rPr lang="nl-NL" dirty="0" err="1"/>
              <a:t>keeping</a:t>
            </a:r>
            <a:r>
              <a:rPr lang="nl-NL" dirty="0"/>
              <a:t> data </a:t>
            </a:r>
            <a:r>
              <a:rPr lang="nl-NL" dirty="0" err="1"/>
              <a:t>sorted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first </a:t>
            </a:r>
            <a:r>
              <a:rPr lang="nl-NL" dirty="0" err="1"/>
              <a:t>place</a:t>
            </a:r>
            <a:r>
              <a:rPr lang="nl-NL" dirty="0"/>
              <a:t>?</a:t>
            </a:r>
          </a:p>
          <a:p>
            <a:endParaRPr lang="nl-NL" dirty="0"/>
          </a:p>
          <a:p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it’s</a:t>
            </a:r>
            <a:r>
              <a:rPr lang="nl-NL" dirty="0"/>
              <a:t> </a:t>
            </a:r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/>
              <a:t>find</a:t>
            </a:r>
            <a:r>
              <a:rPr lang="nl-NL" dirty="0"/>
              <a:t> </a:t>
            </a:r>
            <a:r>
              <a:rPr lang="nl-NL" dirty="0" err="1"/>
              <a:t>things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they’re</a:t>
            </a:r>
            <a:r>
              <a:rPr lang="nl-NL" dirty="0"/>
              <a:t> </a:t>
            </a:r>
            <a:r>
              <a:rPr lang="nl-NL" dirty="0" err="1"/>
              <a:t>sorted</a:t>
            </a:r>
            <a:r>
              <a:rPr lang="nl-NL" dirty="0"/>
              <a:t>, </a:t>
            </a:r>
            <a:r>
              <a:rPr lang="nl-NL" i="1" dirty="0"/>
              <a:t>right</a:t>
            </a:r>
            <a:r>
              <a:rPr lang="nl-NL" dirty="0"/>
              <a:t>?</a:t>
            </a:r>
          </a:p>
          <a:p>
            <a:pPr lvl="1"/>
            <a:endParaRPr lang="nl-NL" dirty="0"/>
          </a:p>
          <a:p>
            <a:r>
              <a:rPr lang="nl-NL" dirty="0"/>
              <a:t>How do we do </a:t>
            </a:r>
            <a:r>
              <a:rPr lang="nl-NL" dirty="0" err="1"/>
              <a:t>this</a:t>
            </a:r>
            <a:r>
              <a:rPr lang="nl-NL" dirty="0"/>
              <a:t> in real life?</a:t>
            </a:r>
          </a:p>
        </p:txBody>
      </p:sp>
    </p:spTree>
    <p:extLst>
      <p:ext uri="{BB962C8B-B14F-4D97-AF65-F5344CB8AC3E}">
        <p14:creationId xmlns:p14="http://schemas.microsoft.com/office/powerpoint/2010/main" val="2493329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183F1-E340-A066-5CB5-B621C587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80C704-300E-572D-FD9F-F19C2B49E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5579D9-5E51-7A14-7525-15B4B080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r>
              <a:rPr lang="nl-NL" b="0" dirty="0"/>
              <a:t> or </a:t>
            </a:r>
            <a:r>
              <a:rPr lang="nl-NL" b="0" dirty="0" err="1"/>
              <a:t>not</a:t>
            </a:r>
            <a:r>
              <a:rPr lang="nl-NL" b="0" dirty="0"/>
              <a:t> </a:t>
            </a:r>
            <a:r>
              <a:rPr lang="nl-NL" b="0" dirty="0" err="1"/>
              <a:t>to</a:t>
            </a:r>
            <a:r>
              <a:rPr lang="nl-NL" b="0" dirty="0"/>
              <a:t> </a:t>
            </a:r>
            <a:r>
              <a:rPr lang="nl-NL" b="0" dirty="0" err="1"/>
              <a:t>sort</a:t>
            </a:r>
            <a:endParaRPr lang="nl-NL" dirty="0"/>
          </a:p>
        </p:txBody>
      </p:sp>
      <p:pic>
        <p:nvPicPr>
          <p:cNvPr id="5" name="Picture 4" descr="Stack of multicolored books">
            <a:extLst>
              <a:ext uri="{FF2B5EF4-FFF2-40B4-BE49-F238E27FC236}">
                <a16:creationId xmlns:a16="http://schemas.microsoft.com/office/drawing/2014/main" id="{CFA7B1E4-6350-1B9F-807C-1E5C03A8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106" r="33091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3A1929-9BB1-BD46-6FD1-3680AC3B7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1C33E-37C2-F9CF-1AFD-AAD36C4C3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nl-NL" dirty="0"/>
              <a:t>How are </a:t>
            </a:r>
            <a:r>
              <a:rPr lang="nl-NL" dirty="0" err="1"/>
              <a:t>books</a:t>
            </a:r>
            <a:r>
              <a:rPr lang="nl-NL" dirty="0"/>
              <a:t> in a </a:t>
            </a:r>
            <a:r>
              <a:rPr lang="nl-NL" dirty="0" err="1"/>
              <a:t>library</a:t>
            </a:r>
            <a:r>
              <a:rPr lang="nl-NL" dirty="0"/>
              <a:t> </a:t>
            </a:r>
            <a:r>
              <a:rPr lang="nl-NL" dirty="0" err="1"/>
              <a:t>sorted</a:t>
            </a:r>
            <a:r>
              <a:rPr lang="nl-NL" dirty="0"/>
              <a:t>?</a:t>
            </a:r>
          </a:p>
          <a:p>
            <a:pPr>
              <a:lnSpc>
                <a:spcPct val="110000"/>
              </a:lnSpc>
            </a:pPr>
            <a:endParaRPr lang="nl-NL" dirty="0"/>
          </a:p>
          <a:p>
            <a:pPr>
              <a:lnSpc>
                <a:spcPct val="110000"/>
              </a:lnSpc>
            </a:pPr>
            <a:r>
              <a:rPr lang="nl-NL" dirty="0" err="1"/>
              <a:t>Typically</a:t>
            </a:r>
            <a:r>
              <a:rPr lang="nl-NL" dirty="0"/>
              <a:t>: </a:t>
            </a:r>
            <a:r>
              <a:rPr lang="nl-NL" dirty="0" err="1"/>
              <a:t>catalog</a:t>
            </a:r>
            <a:r>
              <a:rPr lang="nl-NL" dirty="0"/>
              <a:t> </a:t>
            </a:r>
            <a:r>
              <a:rPr lang="nl-NL" dirty="0" err="1"/>
              <a:t>numbers</a:t>
            </a:r>
            <a:endParaRPr lang="nl-NL" dirty="0"/>
          </a:p>
          <a:p>
            <a:pPr lvl="1">
              <a:lnSpc>
                <a:spcPct val="110000"/>
              </a:lnSpc>
            </a:pPr>
            <a:r>
              <a:rPr lang="nl-NL" dirty="0" err="1"/>
              <a:t>Gives</a:t>
            </a:r>
            <a:r>
              <a:rPr lang="nl-NL" dirty="0"/>
              <a:t> </a:t>
            </a:r>
            <a:r>
              <a:rPr lang="nl-NL" dirty="0" err="1"/>
              <a:t>section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look </a:t>
            </a:r>
            <a:r>
              <a:rPr lang="nl-NL" dirty="0" err="1"/>
              <a:t>for</a:t>
            </a:r>
            <a:r>
              <a:rPr lang="nl-NL" dirty="0"/>
              <a:t> a </a:t>
            </a:r>
            <a:r>
              <a:rPr lang="nl-NL" dirty="0" err="1"/>
              <a:t>book</a:t>
            </a:r>
            <a:endParaRPr lang="nl-NL" dirty="0"/>
          </a:p>
          <a:p>
            <a:pPr lvl="1">
              <a:lnSpc>
                <a:spcPct val="110000"/>
              </a:lnSpc>
            </a:pPr>
            <a:r>
              <a:rPr lang="nl-NL" dirty="0"/>
              <a:t>Inside </a:t>
            </a:r>
            <a:r>
              <a:rPr lang="nl-NL" dirty="0" err="1"/>
              <a:t>section</a:t>
            </a:r>
            <a:r>
              <a:rPr lang="nl-NL" dirty="0"/>
              <a:t>, </a:t>
            </a:r>
            <a:r>
              <a:rPr lang="nl-NL" dirty="0" err="1"/>
              <a:t>books</a:t>
            </a:r>
            <a:r>
              <a:rPr lang="nl-NL" dirty="0"/>
              <a:t> are </a:t>
            </a:r>
            <a:r>
              <a:rPr lang="nl-NL" dirty="0" err="1"/>
              <a:t>sorted</a:t>
            </a:r>
            <a:endParaRPr lang="nl-NL" dirty="0"/>
          </a:p>
          <a:p>
            <a:pPr lvl="1">
              <a:lnSpc>
                <a:spcPct val="110000"/>
              </a:lnSpc>
            </a:pPr>
            <a:r>
              <a:rPr lang="nl-NL" dirty="0" err="1"/>
              <a:t>Two-step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book</a:t>
            </a:r>
            <a:endParaRPr lang="nl-NL" dirty="0"/>
          </a:p>
          <a:p>
            <a:pPr>
              <a:lnSpc>
                <a:spcPct val="110000"/>
              </a:lnSpc>
            </a:pPr>
            <a:endParaRPr lang="nl-NL" sz="1800" dirty="0"/>
          </a:p>
          <a:p>
            <a:pPr>
              <a:lnSpc>
                <a:spcPct val="110000"/>
              </a:lnSpc>
            </a:pPr>
            <a:r>
              <a:rPr lang="nl-NL" sz="1800" dirty="0" err="1"/>
              <a:t>Use</a:t>
            </a:r>
            <a:r>
              <a:rPr lang="nl-NL" sz="1800" dirty="0"/>
              <a:t> a </a:t>
            </a:r>
            <a:r>
              <a:rPr lang="nl-NL" sz="1800" dirty="0" err="1"/>
              <a:t>simple</a:t>
            </a:r>
            <a:r>
              <a:rPr lang="nl-NL" sz="1800" dirty="0"/>
              <a:t> piece of information </a:t>
            </a:r>
            <a:r>
              <a:rPr lang="nl-NL" sz="1800" dirty="0" err="1"/>
              <a:t>to</a:t>
            </a:r>
            <a:r>
              <a:rPr lang="nl-NL" sz="1800" dirty="0"/>
              <a:t> </a:t>
            </a:r>
            <a:r>
              <a:rPr lang="nl-NL" sz="1800" dirty="0" err="1"/>
              <a:t>quickly</a:t>
            </a:r>
            <a:r>
              <a:rPr lang="nl-NL" sz="1800" dirty="0"/>
              <a:t> </a:t>
            </a:r>
            <a:r>
              <a:rPr lang="nl-NL" sz="1800" dirty="0" err="1"/>
              <a:t>narrow</a:t>
            </a:r>
            <a:r>
              <a:rPr lang="nl-NL" sz="1800" dirty="0"/>
              <a:t> down </a:t>
            </a:r>
            <a:r>
              <a:rPr lang="nl-NL" sz="1800" dirty="0" err="1"/>
              <a:t>location</a:t>
            </a: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1395666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291254419499_6df3fe1">
    <p:spTree>
      <p:nvGrpSpPr>
        <p:cNvPr id="1" name="">
          <a:extLst>
            <a:ext uri="{FF2B5EF4-FFF2-40B4-BE49-F238E27FC236}">
              <a16:creationId xmlns:a16="http://schemas.microsoft.com/office/drawing/2014/main" id="{5CD4EA28-9E8C-AEA5-467A-6A7ECBFC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5250-EAAC-A3BD-FC3C-50B8C79D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Arrays as sets – </a:t>
            </a:r>
            <a:r>
              <a:rPr lang="nl-NL" b="0" dirty="0" err="1"/>
              <a:t>using</a:t>
            </a:r>
            <a:r>
              <a:rPr lang="nl-NL" b="0" dirty="0"/>
              <a:t> </a:t>
            </a:r>
            <a:r>
              <a:rPr lang="nl-NL" b="0" dirty="0" err="1"/>
              <a:t>value</a:t>
            </a:r>
            <a:r>
              <a:rPr lang="nl-NL" b="0" dirty="0"/>
              <a:t> as </a:t>
            </a:r>
            <a:r>
              <a:rPr lang="nl-NL" b="0" dirty="0" err="1"/>
              <a:t>location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A992-8F7F-A7A9-6BE5-85603903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305198" cy="1919674"/>
          </a:xfrm>
        </p:spPr>
        <p:txBody>
          <a:bodyPr>
            <a:normAutofit/>
          </a:bodyPr>
          <a:lstStyle/>
          <a:p>
            <a:r>
              <a:rPr lang="nl-NL" dirty="0" err="1"/>
              <a:t>Imagine</a:t>
            </a:r>
            <a:r>
              <a:rPr lang="nl-NL" dirty="0"/>
              <a:t> a </a:t>
            </a:r>
            <a:r>
              <a:rPr lang="nl-NL" b="1" dirty="0"/>
              <a:t>set</a:t>
            </a:r>
            <a:r>
              <a:rPr lang="nl-NL" dirty="0"/>
              <a:t> of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implemented</a:t>
            </a:r>
            <a:r>
              <a:rPr lang="nl-NL" dirty="0"/>
              <a:t> as </a:t>
            </a:r>
            <a:r>
              <a:rPr lang="nl-NL" dirty="0" err="1"/>
              <a:t>an</a:t>
            </a:r>
            <a:r>
              <a:rPr lang="nl-NL" dirty="0"/>
              <a:t> array</a:t>
            </a:r>
          </a:p>
          <a:p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keeping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 </a:t>
            </a:r>
            <a:r>
              <a:rPr lang="nl-NL" dirty="0" err="1"/>
              <a:t>contiguous</a:t>
            </a:r>
            <a:r>
              <a:rPr lang="nl-NL" dirty="0"/>
              <a:t> block,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as </a:t>
            </a:r>
            <a:r>
              <a:rPr lang="nl-NL" dirty="0" err="1"/>
              <a:t>its</a:t>
            </a:r>
            <a:r>
              <a:rPr lang="nl-NL" dirty="0"/>
              <a:t> index!</a:t>
            </a:r>
          </a:p>
          <a:p>
            <a:pPr lvl="1"/>
            <a:r>
              <a:rPr lang="nl-NL" dirty="0" err="1"/>
              <a:t>Insert</a:t>
            </a:r>
            <a:r>
              <a:rPr lang="nl-NL" dirty="0"/>
              <a:t>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array[x] = x</a:t>
            </a:r>
          </a:p>
          <a:p>
            <a:pPr lvl="1"/>
            <a:r>
              <a:rPr lang="nl-NL" dirty="0" err="1"/>
              <a:t>Membership</a:t>
            </a:r>
            <a:r>
              <a:rPr lang="nl-NL" dirty="0"/>
              <a:t> test: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array[x] == x</a:t>
            </a:r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DD234DD5-D2F0-C186-A654-5BE78D0B3D66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idx 0">
            <a:extLst>
              <a:ext uri="{FF2B5EF4-FFF2-40B4-BE49-F238E27FC236}">
                <a16:creationId xmlns:a16="http://schemas.microsoft.com/office/drawing/2014/main" id="{D5BD8250-9952-2D18-9904-AACDC58BEA23}"/>
              </a:ext>
            </a:extLst>
          </p:cNvPr>
          <p:cNvSpPr/>
          <p:nvPr/>
        </p:nvSpPr>
        <p:spPr>
          <a:xfrm>
            <a:off x="450312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DF81727E-F79A-CD75-99B9-BA3135909E1E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idx 1">
            <a:extLst>
              <a:ext uri="{FF2B5EF4-FFF2-40B4-BE49-F238E27FC236}">
                <a16:creationId xmlns:a16="http://schemas.microsoft.com/office/drawing/2014/main" id="{113258D8-8206-9343-4C81-9DA03C693464}"/>
              </a:ext>
            </a:extLst>
          </p:cNvPr>
          <p:cNvSpPr/>
          <p:nvPr/>
        </p:nvSpPr>
        <p:spPr>
          <a:xfrm>
            <a:off x="4925913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22A2C294-95B7-9B2D-08C7-6BB3441EA8F8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idx 2">
            <a:extLst>
              <a:ext uri="{FF2B5EF4-FFF2-40B4-BE49-F238E27FC236}">
                <a16:creationId xmlns:a16="http://schemas.microsoft.com/office/drawing/2014/main" id="{C343FF7E-9371-D205-7081-128A1EE36923}"/>
              </a:ext>
            </a:extLst>
          </p:cNvPr>
          <p:cNvSpPr/>
          <p:nvPr/>
        </p:nvSpPr>
        <p:spPr>
          <a:xfrm>
            <a:off x="5348700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BA97747D-705C-DB4F-E84C-91FE96F3BC2C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idx 3">
            <a:extLst>
              <a:ext uri="{FF2B5EF4-FFF2-40B4-BE49-F238E27FC236}">
                <a16:creationId xmlns:a16="http://schemas.microsoft.com/office/drawing/2014/main" id="{9CE66B1F-E37F-7D47-A586-0CE864B8D1EF}"/>
              </a:ext>
            </a:extLst>
          </p:cNvPr>
          <p:cNvSpPr/>
          <p:nvPr/>
        </p:nvSpPr>
        <p:spPr>
          <a:xfrm>
            <a:off x="5771487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12466600-FEE1-A15E-FD6D-154BD097A5A9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idx 4">
            <a:extLst>
              <a:ext uri="{FF2B5EF4-FFF2-40B4-BE49-F238E27FC236}">
                <a16:creationId xmlns:a16="http://schemas.microsoft.com/office/drawing/2014/main" id="{E4A47861-D78D-1C47-E1B1-EDD50FC19AC9}"/>
              </a:ext>
            </a:extLst>
          </p:cNvPr>
          <p:cNvSpPr/>
          <p:nvPr/>
        </p:nvSpPr>
        <p:spPr>
          <a:xfrm>
            <a:off x="6194274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84224BEB-0869-9E65-20FB-229F68E30A61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idx 5">
            <a:extLst>
              <a:ext uri="{FF2B5EF4-FFF2-40B4-BE49-F238E27FC236}">
                <a16:creationId xmlns:a16="http://schemas.microsoft.com/office/drawing/2014/main" id="{DDBB5861-7821-B1FD-F356-A7AACC7A11D3}"/>
              </a:ext>
            </a:extLst>
          </p:cNvPr>
          <p:cNvSpPr/>
          <p:nvPr/>
        </p:nvSpPr>
        <p:spPr>
          <a:xfrm>
            <a:off x="6617061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6EB6B4A4-A234-1FD6-56F6-D0256803247A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idx 6">
            <a:extLst>
              <a:ext uri="{FF2B5EF4-FFF2-40B4-BE49-F238E27FC236}">
                <a16:creationId xmlns:a16="http://schemas.microsoft.com/office/drawing/2014/main" id="{F258F6E1-5E98-F192-7AAC-027A97F6B3AC}"/>
              </a:ext>
            </a:extLst>
          </p:cNvPr>
          <p:cNvSpPr/>
          <p:nvPr/>
        </p:nvSpPr>
        <p:spPr>
          <a:xfrm>
            <a:off x="7039848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8FCCCACA-1427-75A9-0D5A-B1FF811BFFEB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9" name="idx 7">
            <a:extLst>
              <a:ext uri="{FF2B5EF4-FFF2-40B4-BE49-F238E27FC236}">
                <a16:creationId xmlns:a16="http://schemas.microsoft.com/office/drawing/2014/main" id="{BC87C1C0-BCF0-B878-06BB-9092B81F835B}"/>
              </a:ext>
            </a:extLst>
          </p:cNvPr>
          <p:cNvSpPr/>
          <p:nvPr/>
        </p:nvSpPr>
        <p:spPr>
          <a:xfrm>
            <a:off x="7462635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66B6331F-89F5-AB23-FFF5-0F70B735B9EC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1" name="idx 8">
            <a:extLst>
              <a:ext uri="{FF2B5EF4-FFF2-40B4-BE49-F238E27FC236}">
                <a16:creationId xmlns:a16="http://schemas.microsoft.com/office/drawing/2014/main" id="{459D76A9-5EBC-037C-EED2-A919EDFA2244}"/>
              </a:ext>
            </a:extLst>
          </p:cNvPr>
          <p:cNvSpPr/>
          <p:nvPr/>
        </p:nvSpPr>
        <p:spPr>
          <a:xfrm>
            <a:off x="7885422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768C75D4-F708-14F2-5909-35562163DD41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3" name="idx 9">
            <a:extLst>
              <a:ext uri="{FF2B5EF4-FFF2-40B4-BE49-F238E27FC236}">
                <a16:creationId xmlns:a16="http://schemas.microsoft.com/office/drawing/2014/main" id="{5872C854-449B-7894-BA58-47AF797BF90E}"/>
              </a:ext>
            </a:extLst>
          </p:cNvPr>
          <p:cNvSpPr/>
          <p:nvPr/>
        </p:nvSpPr>
        <p:spPr>
          <a:xfrm>
            <a:off x="8308209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5642E538-7257-E7D4-37E7-63F92AA17EA5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idx 10">
            <a:extLst>
              <a:ext uri="{FF2B5EF4-FFF2-40B4-BE49-F238E27FC236}">
                <a16:creationId xmlns:a16="http://schemas.microsoft.com/office/drawing/2014/main" id="{F5AD6413-70CD-A2C0-D71B-977DF12E52F0}"/>
              </a:ext>
            </a:extLst>
          </p:cNvPr>
          <p:cNvSpPr/>
          <p:nvPr/>
        </p:nvSpPr>
        <p:spPr>
          <a:xfrm>
            <a:off x="873099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F8C1FE4-5BEE-7376-8CC2-F87A5B1139BB}"/>
              </a:ext>
            </a:extLst>
          </p:cNvPr>
          <p:cNvSpPr/>
          <p:nvPr/>
        </p:nvSpPr>
        <p:spPr>
          <a:xfrm>
            <a:off x="640079" y="4635909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AD205A-3E19-B917-9A6E-02A457A2B743}"/>
              </a:ext>
            </a:extLst>
          </p:cNvPr>
          <p:cNvSpPr/>
          <p:nvPr/>
        </p:nvSpPr>
        <p:spPr>
          <a:xfrm>
            <a:off x="640078" y="5146713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7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E37053-9392-1353-8B40-4870463D2C24}"/>
              </a:ext>
            </a:extLst>
          </p:cNvPr>
          <p:cNvSpPr/>
          <p:nvPr/>
        </p:nvSpPr>
        <p:spPr>
          <a:xfrm>
            <a:off x="640077" y="5657517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DEAA97-E716-DF9E-7669-D5EC4DB9D002}"/>
              </a:ext>
            </a:extLst>
          </p:cNvPr>
          <p:cNvSpPr/>
          <p:nvPr/>
        </p:nvSpPr>
        <p:spPr>
          <a:xfrm>
            <a:off x="640077" y="6168320"/>
            <a:ext cx="1871523" cy="45720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143EDF-482D-4ED1-D6ED-ADB20FD0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450" y="1464926"/>
            <a:ext cx="2007909" cy="200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8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18" grpId="0" build="allAtOnce"/>
      <p:bldP spid="27" grpId="0" animBg="1"/>
      <p:bldP spid="28" grpId="0" animBg="1"/>
      <p:bldP spid="29" grpId="0" animBg="1"/>
      <p:bldP spid="3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291254417849">
    <p:spTree>
      <p:nvGrpSpPr>
        <p:cNvPr id="1" name="">
          <a:extLst>
            <a:ext uri="{FF2B5EF4-FFF2-40B4-BE49-F238E27FC236}">
              <a16:creationId xmlns:a16="http://schemas.microsoft.com/office/drawing/2014/main" id="{5CD4EA28-9E8C-AEA5-467A-6A7ECBFC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5250-EAAC-A3BD-FC3C-50B8C79D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Arrays as sets – </a:t>
            </a:r>
            <a:r>
              <a:rPr lang="nl-NL" b="0" dirty="0" err="1"/>
              <a:t>using</a:t>
            </a:r>
            <a:r>
              <a:rPr lang="nl-NL" b="0" dirty="0"/>
              <a:t> </a:t>
            </a:r>
            <a:r>
              <a:rPr lang="nl-NL" b="0" dirty="0" err="1"/>
              <a:t>value</a:t>
            </a:r>
            <a:r>
              <a:rPr lang="nl-NL" b="0" dirty="0"/>
              <a:t> as </a:t>
            </a:r>
            <a:r>
              <a:rPr lang="nl-NL" b="0" dirty="0" err="1"/>
              <a:t>location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9A992-8F7F-A7A9-6BE5-85603903A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305198" cy="1919674"/>
          </a:xfrm>
        </p:spPr>
        <p:txBody>
          <a:bodyPr>
            <a:normAutofit/>
          </a:bodyPr>
          <a:lstStyle/>
          <a:p>
            <a:r>
              <a:rPr lang="nl-NL" dirty="0" err="1"/>
              <a:t>Imagine</a:t>
            </a:r>
            <a:r>
              <a:rPr lang="nl-NL" dirty="0"/>
              <a:t> a </a:t>
            </a:r>
            <a:r>
              <a:rPr lang="nl-NL" b="1" dirty="0"/>
              <a:t>set</a:t>
            </a:r>
            <a:r>
              <a:rPr lang="nl-NL" dirty="0"/>
              <a:t> of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implemented</a:t>
            </a:r>
            <a:r>
              <a:rPr lang="nl-NL" dirty="0"/>
              <a:t> as </a:t>
            </a:r>
            <a:r>
              <a:rPr lang="nl-NL" dirty="0" err="1"/>
              <a:t>an</a:t>
            </a:r>
            <a:r>
              <a:rPr lang="nl-NL" dirty="0"/>
              <a:t> array</a:t>
            </a:r>
          </a:p>
          <a:p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keeping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 </a:t>
            </a:r>
            <a:r>
              <a:rPr lang="nl-NL" dirty="0" err="1"/>
              <a:t>contiguous</a:t>
            </a:r>
            <a:r>
              <a:rPr lang="nl-NL" dirty="0"/>
              <a:t> block,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as </a:t>
            </a:r>
            <a:r>
              <a:rPr lang="nl-NL" dirty="0" err="1"/>
              <a:t>its</a:t>
            </a:r>
            <a:r>
              <a:rPr lang="nl-NL" dirty="0"/>
              <a:t> index!</a:t>
            </a:r>
          </a:p>
          <a:p>
            <a:pPr lvl="1"/>
            <a:r>
              <a:rPr lang="nl-NL" dirty="0" err="1"/>
              <a:t>Insert</a:t>
            </a:r>
            <a:r>
              <a:rPr lang="nl-NL" dirty="0"/>
              <a:t>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array[x] = x</a:t>
            </a:r>
          </a:p>
          <a:p>
            <a:pPr lvl="1"/>
            <a:r>
              <a:rPr lang="nl-NL" dirty="0" err="1"/>
              <a:t>Membership</a:t>
            </a:r>
            <a:r>
              <a:rPr lang="nl-NL" dirty="0"/>
              <a:t> test: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array[x] == x</a:t>
            </a:r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DD234DD5-D2F0-C186-A654-5BE78D0B3D66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idx 0">
            <a:extLst>
              <a:ext uri="{FF2B5EF4-FFF2-40B4-BE49-F238E27FC236}">
                <a16:creationId xmlns:a16="http://schemas.microsoft.com/office/drawing/2014/main" id="{D5BD8250-9952-2D18-9904-AACDC58BEA23}"/>
              </a:ext>
            </a:extLst>
          </p:cNvPr>
          <p:cNvSpPr/>
          <p:nvPr/>
        </p:nvSpPr>
        <p:spPr>
          <a:xfrm>
            <a:off x="450312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DF81727E-F79A-CD75-99B9-BA3135909E1E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idx 1">
            <a:extLst>
              <a:ext uri="{FF2B5EF4-FFF2-40B4-BE49-F238E27FC236}">
                <a16:creationId xmlns:a16="http://schemas.microsoft.com/office/drawing/2014/main" id="{113258D8-8206-9343-4C81-9DA03C693464}"/>
              </a:ext>
            </a:extLst>
          </p:cNvPr>
          <p:cNvSpPr/>
          <p:nvPr/>
        </p:nvSpPr>
        <p:spPr>
          <a:xfrm>
            <a:off x="4925913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22A2C294-95B7-9B2D-08C7-6BB3441EA8F8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idx 2">
            <a:extLst>
              <a:ext uri="{FF2B5EF4-FFF2-40B4-BE49-F238E27FC236}">
                <a16:creationId xmlns:a16="http://schemas.microsoft.com/office/drawing/2014/main" id="{C343FF7E-9371-D205-7081-128A1EE36923}"/>
              </a:ext>
            </a:extLst>
          </p:cNvPr>
          <p:cNvSpPr/>
          <p:nvPr/>
        </p:nvSpPr>
        <p:spPr>
          <a:xfrm>
            <a:off x="5348700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BA97747D-705C-DB4F-E84C-91FE96F3BC2C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idx 3">
            <a:extLst>
              <a:ext uri="{FF2B5EF4-FFF2-40B4-BE49-F238E27FC236}">
                <a16:creationId xmlns:a16="http://schemas.microsoft.com/office/drawing/2014/main" id="{9CE66B1F-E37F-7D47-A586-0CE864B8D1EF}"/>
              </a:ext>
            </a:extLst>
          </p:cNvPr>
          <p:cNvSpPr/>
          <p:nvPr/>
        </p:nvSpPr>
        <p:spPr>
          <a:xfrm>
            <a:off x="5771487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12466600-FEE1-A15E-FD6D-154BD097A5A9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idx 4">
            <a:extLst>
              <a:ext uri="{FF2B5EF4-FFF2-40B4-BE49-F238E27FC236}">
                <a16:creationId xmlns:a16="http://schemas.microsoft.com/office/drawing/2014/main" id="{E4A47861-D78D-1C47-E1B1-EDD50FC19AC9}"/>
              </a:ext>
            </a:extLst>
          </p:cNvPr>
          <p:cNvSpPr/>
          <p:nvPr/>
        </p:nvSpPr>
        <p:spPr>
          <a:xfrm>
            <a:off x="6194274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84224BEB-0869-9E65-20FB-229F68E30A61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idx 5">
            <a:extLst>
              <a:ext uri="{FF2B5EF4-FFF2-40B4-BE49-F238E27FC236}">
                <a16:creationId xmlns:a16="http://schemas.microsoft.com/office/drawing/2014/main" id="{DDBB5861-7821-B1FD-F356-A7AACC7A11D3}"/>
              </a:ext>
            </a:extLst>
          </p:cNvPr>
          <p:cNvSpPr/>
          <p:nvPr/>
        </p:nvSpPr>
        <p:spPr>
          <a:xfrm>
            <a:off x="6617061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6EB6B4A4-A234-1FD6-56F6-D0256803247A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idx 6">
            <a:extLst>
              <a:ext uri="{FF2B5EF4-FFF2-40B4-BE49-F238E27FC236}">
                <a16:creationId xmlns:a16="http://schemas.microsoft.com/office/drawing/2014/main" id="{F258F6E1-5E98-F192-7AAC-027A97F6B3AC}"/>
              </a:ext>
            </a:extLst>
          </p:cNvPr>
          <p:cNvSpPr/>
          <p:nvPr/>
        </p:nvSpPr>
        <p:spPr>
          <a:xfrm>
            <a:off x="7039848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8FCCCACA-1427-75A9-0D5A-B1FF811BFFEB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9" name="idx 7">
            <a:extLst>
              <a:ext uri="{FF2B5EF4-FFF2-40B4-BE49-F238E27FC236}">
                <a16:creationId xmlns:a16="http://schemas.microsoft.com/office/drawing/2014/main" id="{BC87C1C0-BCF0-B878-06BB-9092B81F835B}"/>
              </a:ext>
            </a:extLst>
          </p:cNvPr>
          <p:cNvSpPr/>
          <p:nvPr/>
        </p:nvSpPr>
        <p:spPr>
          <a:xfrm>
            <a:off x="7462635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66B6331F-89F5-AB23-FFF5-0F70B735B9EC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1" name="idx 8">
            <a:extLst>
              <a:ext uri="{FF2B5EF4-FFF2-40B4-BE49-F238E27FC236}">
                <a16:creationId xmlns:a16="http://schemas.microsoft.com/office/drawing/2014/main" id="{459D76A9-5EBC-037C-EED2-A919EDFA2244}"/>
              </a:ext>
            </a:extLst>
          </p:cNvPr>
          <p:cNvSpPr/>
          <p:nvPr/>
        </p:nvSpPr>
        <p:spPr>
          <a:xfrm>
            <a:off x="7885422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768C75D4-F708-14F2-5909-35562163DD41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3" name="idx 9">
            <a:extLst>
              <a:ext uri="{FF2B5EF4-FFF2-40B4-BE49-F238E27FC236}">
                <a16:creationId xmlns:a16="http://schemas.microsoft.com/office/drawing/2014/main" id="{5872C854-449B-7894-BA58-47AF797BF90E}"/>
              </a:ext>
            </a:extLst>
          </p:cNvPr>
          <p:cNvSpPr/>
          <p:nvPr/>
        </p:nvSpPr>
        <p:spPr>
          <a:xfrm>
            <a:off x="8308209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5642E538-7257-E7D4-37E7-63F92AA17EA5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idx 10">
            <a:extLst>
              <a:ext uri="{FF2B5EF4-FFF2-40B4-BE49-F238E27FC236}">
                <a16:creationId xmlns:a16="http://schemas.microsoft.com/office/drawing/2014/main" id="{F5AD6413-70CD-A2C0-D71B-977DF12E52F0}"/>
              </a:ext>
            </a:extLst>
          </p:cNvPr>
          <p:cNvSpPr/>
          <p:nvPr/>
        </p:nvSpPr>
        <p:spPr>
          <a:xfrm>
            <a:off x="873099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F8C1FE4-5BEE-7376-8CC2-F87A5B1139BB}"/>
              </a:ext>
            </a:extLst>
          </p:cNvPr>
          <p:cNvSpPr/>
          <p:nvPr/>
        </p:nvSpPr>
        <p:spPr>
          <a:xfrm>
            <a:off x="640079" y="4635909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AD205A-3E19-B917-9A6E-02A457A2B743}"/>
              </a:ext>
            </a:extLst>
          </p:cNvPr>
          <p:cNvSpPr/>
          <p:nvPr/>
        </p:nvSpPr>
        <p:spPr>
          <a:xfrm>
            <a:off x="640078" y="5146713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7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9E37053-9392-1353-8B40-4870463D2C24}"/>
              </a:ext>
            </a:extLst>
          </p:cNvPr>
          <p:cNvSpPr/>
          <p:nvPr/>
        </p:nvSpPr>
        <p:spPr>
          <a:xfrm>
            <a:off x="640077" y="5657517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DEAA97-E716-DF9E-7669-D5EC4DB9D002}"/>
              </a:ext>
            </a:extLst>
          </p:cNvPr>
          <p:cNvSpPr/>
          <p:nvPr/>
        </p:nvSpPr>
        <p:spPr>
          <a:xfrm>
            <a:off x="640077" y="6168320"/>
            <a:ext cx="1871523" cy="45720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4143EDF-482D-4ED1-D6ED-ADB20FD0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450" y="1464926"/>
            <a:ext cx="2007909" cy="2007909"/>
          </a:xfrm>
          <a:prstGeom prst="rect">
            <a:avLst/>
          </a:prstGeom>
        </p:spPr>
      </p:pic>
      <p:pic>
        <p:nvPicPr>
          <p:cNvPr id="31" name="PPTIndicator202509291254419849">
            <a:extLst>
              <a:ext uri="{FF2B5EF4-FFF2-40B4-BE49-F238E27FC236}">
                <a16:creationId xmlns:a16="http://schemas.microsoft.com/office/drawing/2014/main" id="{0DA05D77-1CA7-021B-9642-A1790A87E1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1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7.947286E-08 -0.1117243 7.947286E-08 -0.1117243 1.589457E-07 -0.2234487 E" pathEditMode="relative" ptsTypes="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25C8A2"/>
                                      </p:to>
                                    </p:animClr>
                                    <p:set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4506-4F70-638D-2066-9AFC91A29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3750-3994-D978-9169-CB150A7C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Modulo </a:t>
            </a:r>
            <a:r>
              <a:rPr lang="nl-NL" b="0" dirty="0" err="1"/>
              <a:t>indexing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AE888-6F0F-B384-C940-02BE358D4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755648"/>
          </a:xfrm>
        </p:spPr>
        <p:txBody>
          <a:bodyPr>
            <a:normAutofit/>
          </a:bodyPr>
          <a:lstStyle/>
          <a:p>
            <a:r>
              <a:rPr lang="nl-NL" dirty="0" err="1"/>
              <a:t>Apply</a:t>
            </a:r>
            <a:r>
              <a:rPr lang="nl-NL" dirty="0"/>
              <a:t> modulo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stay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</a:t>
            </a:r>
            <a:r>
              <a:rPr lang="nl-NL" dirty="0" err="1"/>
              <a:t>bounds</a:t>
            </a:r>
            <a:endParaRPr lang="nl-NL" dirty="0"/>
          </a:p>
          <a:p>
            <a:pPr lvl="1"/>
            <a:r>
              <a:rPr lang="nl-NL" dirty="0" err="1"/>
              <a:t>Insert</a:t>
            </a:r>
            <a:r>
              <a:rPr lang="nl-NL" dirty="0"/>
              <a:t>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 % </a:t>
            </a:r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= x</a:t>
            </a:r>
          </a:p>
          <a:p>
            <a:pPr lvl="1"/>
            <a:r>
              <a:rPr lang="nl-NL" dirty="0" err="1"/>
              <a:t>Membership</a:t>
            </a:r>
            <a:r>
              <a:rPr lang="nl-NL" dirty="0"/>
              <a:t> test: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 % </a:t>
            </a:r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== x</a:t>
            </a:r>
            <a:endParaRPr lang="nl-NL" dirty="0"/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AEA14D95-1F89-4F2F-F600-8CEB31A4D563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idx 0">
            <a:extLst>
              <a:ext uri="{FF2B5EF4-FFF2-40B4-BE49-F238E27FC236}">
                <a16:creationId xmlns:a16="http://schemas.microsoft.com/office/drawing/2014/main" id="{F62F0CAD-26D3-7B50-637E-26E5268A0950}"/>
              </a:ext>
            </a:extLst>
          </p:cNvPr>
          <p:cNvSpPr/>
          <p:nvPr/>
        </p:nvSpPr>
        <p:spPr>
          <a:xfrm>
            <a:off x="450312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EB62C619-C470-1E7A-B6EB-B88C5FD318A0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idx 1">
            <a:extLst>
              <a:ext uri="{FF2B5EF4-FFF2-40B4-BE49-F238E27FC236}">
                <a16:creationId xmlns:a16="http://schemas.microsoft.com/office/drawing/2014/main" id="{187AE33B-209C-5949-FCB2-0CCDE5172E33}"/>
              </a:ext>
            </a:extLst>
          </p:cNvPr>
          <p:cNvSpPr/>
          <p:nvPr/>
        </p:nvSpPr>
        <p:spPr>
          <a:xfrm>
            <a:off x="4925913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20802471-4467-FB45-FFDA-00F74C2DA7D4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idx 2">
            <a:extLst>
              <a:ext uri="{FF2B5EF4-FFF2-40B4-BE49-F238E27FC236}">
                <a16:creationId xmlns:a16="http://schemas.microsoft.com/office/drawing/2014/main" id="{752395A7-E458-22D2-3643-9486955CCA1A}"/>
              </a:ext>
            </a:extLst>
          </p:cNvPr>
          <p:cNvSpPr/>
          <p:nvPr/>
        </p:nvSpPr>
        <p:spPr>
          <a:xfrm>
            <a:off x="5348700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B160563F-85BF-CABC-2C9A-9169B9459483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idx 3">
            <a:extLst>
              <a:ext uri="{FF2B5EF4-FFF2-40B4-BE49-F238E27FC236}">
                <a16:creationId xmlns:a16="http://schemas.microsoft.com/office/drawing/2014/main" id="{B104E9A9-E02F-F209-4C7F-88AC43282C43}"/>
              </a:ext>
            </a:extLst>
          </p:cNvPr>
          <p:cNvSpPr/>
          <p:nvPr/>
        </p:nvSpPr>
        <p:spPr>
          <a:xfrm>
            <a:off x="5771487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6EA5E116-2453-000C-AD70-AFD24C7FD133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3" name="idx 4">
            <a:extLst>
              <a:ext uri="{FF2B5EF4-FFF2-40B4-BE49-F238E27FC236}">
                <a16:creationId xmlns:a16="http://schemas.microsoft.com/office/drawing/2014/main" id="{D0063BB5-1C13-2525-D853-BB9B078DC53D}"/>
              </a:ext>
            </a:extLst>
          </p:cNvPr>
          <p:cNvSpPr/>
          <p:nvPr/>
        </p:nvSpPr>
        <p:spPr>
          <a:xfrm>
            <a:off x="6194274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9EAB3B5E-E811-3736-D1B3-50BF560ED8A9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5" name="idx 5">
            <a:extLst>
              <a:ext uri="{FF2B5EF4-FFF2-40B4-BE49-F238E27FC236}">
                <a16:creationId xmlns:a16="http://schemas.microsoft.com/office/drawing/2014/main" id="{00164972-4DBE-DD8F-A115-9716AB095A5F}"/>
              </a:ext>
            </a:extLst>
          </p:cNvPr>
          <p:cNvSpPr/>
          <p:nvPr/>
        </p:nvSpPr>
        <p:spPr>
          <a:xfrm>
            <a:off x="6617061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7E706AC8-A31C-74F8-6470-826B98171A23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idx 6">
            <a:extLst>
              <a:ext uri="{FF2B5EF4-FFF2-40B4-BE49-F238E27FC236}">
                <a16:creationId xmlns:a16="http://schemas.microsoft.com/office/drawing/2014/main" id="{CAE4F6BB-7EEC-807C-E845-70F240133F14}"/>
              </a:ext>
            </a:extLst>
          </p:cNvPr>
          <p:cNvSpPr/>
          <p:nvPr/>
        </p:nvSpPr>
        <p:spPr>
          <a:xfrm>
            <a:off x="7039848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4E5146EC-2487-551D-6B0D-28D46561F530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9" name="idx 7">
            <a:extLst>
              <a:ext uri="{FF2B5EF4-FFF2-40B4-BE49-F238E27FC236}">
                <a16:creationId xmlns:a16="http://schemas.microsoft.com/office/drawing/2014/main" id="{925A0563-0F25-C8AA-9A3F-118EE329CF64}"/>
              </a:ext>
            </a:extLst>
          </p:cNvPr>
          <p:cNvSpPr/>
          <p:nvPr/>
        </p:nvSpPr>
        <p:spPr>
          <a:xfrm>
            <a:off x="7462635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7E7E2CD5-8EE8-B5EA-AD77-899923126B9C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1" name="idx 8">
            <a:extLst>
              <a:ext uri="{FF2B5EF4-FFF2-40B4-BE49-F238E27FC236}">
                <a16:creationId xmlns:a16="http://schemas.microsoft.com/office/drawing/2014/main" id="{AC032AF6-F9B0-C057-4CCA-23893286A422}"/>
              </a:ext>
            </a:extLst>
          </p:cNvPr>
          <p:cNvSpPr/>
          <p:nvPr/>
        </p:nvSpPr>
        <p:spPr>
          <a:xfrm>
            <a:off x="7885422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5CE0DF9E-32C7-A461-2EAC-254778D19516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sp>
        <p:nvSpPr>
          <p:cNvPr id="23" name="idx 9">
            <a:extLst>
              <a:ext uri="{FF2B5EF4-FFF2-40B4-BE49-F238E27FC236}">
                <a16:creationId xmlns:a16="http://schemas.microsoft.com/office/drawing/2014/main" id="{1B609DA8-CBFB-E583-D2F2-6A19CAA0ED16}"/>
              </a:ext>
            </a:extLst>
          </p:cNvPr>
          <p:cNvSpPr/>
          <p:nvPr/>
        </p:nvSpPr>
        <p:spPr>
          <a:xfrm>
            <a:off x="8308209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CC718C76-8FFE-DAE1-4885-0A4128FC6C2B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idx 10">
            <a:extLst>
              <a:ext uri="{FF2B5EF4-FFF2-40B4-BE49-F238E27FC236}">
                <a16:creationId xmlns:a16="http://schemas.microsoft.com/office/drawing/2014/main" id="{8CBCCF81-342D-C4A7-848B-F3E51161B730}"/>
              </a:ext>
            </a:extLst>
          </p:cNvPr>
          <p:cNvSpPr/>
          <p:nvPr/>
        </p:nvSpPr>
        <p:spPr>
          <a:xfrm>
            <a:off x="873099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CFFC42-16A7-A578-A5A6-FC6016AD475C}"/>
              </a:ext>
            </a:extLst>
          </p:cNvPr>
          <p:cNvSpPr/>
          <p:nvPr/>
        </p:nvSpPr>
        <p:spPr>
          <a:xfrm>
            <a:off x="640079" y="4635909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15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AE40F45-18B7-EE8D-DD07-CBFD6C6A7EE4}"/>
              </a:ext>
            </a:extLst>
          </p:cNvPr>
          <p:cNvSpPr/>
          <p:nvPr/>
        </p:nvSpPr>
        <p:spPr>
          <a:xfrm>
            <a:off x="640078" y="5146713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75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A780E6-DE47-93B6-83FB-24A0CA7499C0}"/>
              </a:ext>
            </a:extLst>
          </p:cNvPr>
          <p:cNvSpPr/>
          <p:nvPr/>
        </p:nvSpPr>
        <p:spPr>
          <a:xfrm>
            <a:off x="640077" y="5657517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20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128242A-012F-0A49-BDF3-F704A14916AA}"/>
              </a:ext>
            </a:extLst>
          </p:cNvPr>
          <p:cNvSpPr/>
          <p:nvPr/>
        </p:nvSpPr>
        <p:spPr>
          <a:xfrm>
            <a:off x="640077" y="6168320"/>
            <a:ext cx="1871523" cy="45720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BAA055-C7E5-8B02-445C-B75B7ABA194A}"/>
              </a:ext>
            </a:extLst>
          </p:cNvPr>
          <p:cNvSpPr txBox="1"/>
          <p:nvPr/>
        </p:nvSpPr>
        <p:spPr>
          <a:xfrm>
            <a:off x="5842051" y="610929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48 % 11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B88D1C-6747-780F-484C-8E7C76F31AE5}"/>
              </a:ext>
            </a:extLst>
          </p:cNvPr>
          <p:cNvSpPr txBox="1"/>
          <p:nvPr/>
        </p:nvSpPr>
        <p:spPr>
          <a:xfrm>
            <a:off x="5842051" y="579747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15 % 11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67E6D5-34C1-2F42-A3F7-D2F0E6A79768}"/>
              </a:ext>
            </a:extLst>
          </p:cNvPr>
          <p:cNvSpPr txBox="1"/>
          <p:nvPr/>
        </p:nvSpPr>
        <p:spPr>
          <a:xfrm>
            <a:off x="7955986" y="579747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75 % 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A13929-11A4-B2D7-F27C-13BF9082336C}"/>
              </a:ext>
            </a:extLst>
          </p:cNvPr>
          <p:cNvSpPr txBox="1"/>
          <p:nvPr/>
        </p:nvSpPr>
        <p:spPr>
          <a:xfrm>
            <a:off x="7955988" y="610929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20 % 11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23E60D2-D279-6190-3DE5-50A010899DDD}"/>
              </a:ext>
            </a:extLst>
          </p:cNvPr>
          <p:cNvSpPr/>
          <p:nvPr/>
        </p:nvSpPr>
        <p:spPr>
          <a:xfrm>
            <a:off x="2650540" y="6212253"/>
            <a:ext cx="2323284" cy="36933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Already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occupied</a:t>
            </a:r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D4408B37-6D88-414C-25ED-027AC771C714}"/>
              </a:ext>
            </a:extLst>
          </p:cNvPr>
          <p:cNvSpPr/>
          <p:nvPr/>
        </p:nvSpPr>
        <p:spPr>
          <a:xfrm>
            <a:off x="6299970" y="5486399"/>
            <a:ext cx="211394" cy="216816"/>
          </a:xfrm>
          <a:prstGeom prst="triangle">
            <a:avLst/>
          </a:prstGeom>
          <a:ln w="28575">
            <a:solidFill>
              <a:srgbClr val="7030A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DE488B7-6F46-3AA3-25F2-A975B3481E58}"/>
              </a:ext>
            </a:extLst>
          </p:cNvPr>
          <p:cNvSpPr/>
          <p:nvPr/>
        </p:nvSpPr>
        <p:spPr>
          <a:xfrm>
            <a:off x="8413906" y="5486399"/>
            <a:ext cx="211394" cy="216816"/>
          </a:xfrm>
          <a:prstGeom prst="triangle">
            <a:avLst/>
          </a:prstGeom>
          <a:ln w="28575">
            <a:solidFill>
              <a:srgbClr val="7030A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DD4D129-71EB-1D81-08E2-825F4722BFB5}"/>
              </a:ext>
            </a:extLst>
          </p:cNvPr>
          <p:cNvSpPr txBox="1"/>
          <p:nvPr/>
        </p:nvSpPr>
        <p:spPr>
          <a:xfrm>
            <a:off x="2650540" y="5701451"/>
            <a:ext cx="1535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@9: </a:t>
            </a:r>
            <a:r>
              <a:rPr lang="nl-NL" dirty="0" err="1">
                <a:latin typeface="Aptos" panose="020B0004020202020204" pitchFamily="34" charset="0"/>
              </a:rPr>
              <a:t>not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there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EDE851-CD67-4638-75A4-892B4F22DCD7}"/>
              </a:ext>
            </a:extLst>
          </p:cNvPr>
          <p:cNvSpPr txBox="1"/>
          <p:nvPr/>
        </p:nvSpPr>
        <p:spPr>
          <a:xfrm>
            <a:off x="2650540" y="5190647"/>
            <a:ext cx="12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Stored</a:t>
            </a:r>
            <a:r>
              <a:rPr lang="nl-NL" dirty="0">
                <a:latin typeface="Aptos" panose="020B0004020202020204" pitchFamily="34" charset="0"/>
              </a:rPr>
              <a:t> @9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591E4F-A57C-5533-809B-9F060DE53CEC}"/>
              </a:ext>
            </a:extLst>
          </p:cNvPr>
          <p:cNvSpPr txBox="1"/>
          <p:nvPr/>
        </p:nvSpPr>
        <p:spPr>
          <a:xfrm>
            <a:off x="2650540" y="4679843"/>
            <a:ext cx="12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Stored</a:t>
            </a:r>
            <a:r>
              <a:rPr lang="nl-NL" dirty="0">
                <a:latin typeface="Aptos" panose="020B0004020202020204" pitchFamily="34" charset="0"/>
              </a:rPr>
              <a:t> @4</a:t>
            </a:r>
          </a:p>
        </p:txBody>
      </p:sp>
    </p:spTree>
    <p:extLst>
      <p:ext uri="{BB962C8B-B14F-4D97-AF65-F5344CB8AC3E}">
        <p14:creationId xmlns:p14="http://schemas.microsoft.com/office/powerpoint/2010/main" val="62425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22" grpId="0" build="allAtOnce"/>
      <p:bldP spid="28" grpId="0" animBg="1"/>
      <p:bldP spid="29" grpId="0" animBg="1"/>
      <p:bldP spid="30" grpId="0" animBg="1"/>
      <p:bldP spid="26" grpId="0"/>
      <p:bldP spid="31" grpId="0"/>
      <p:bldP spid="32" grpId="0"/>
      <p:bldP spid="33" grpId="0"/>
      <p:bldP spid="34" grpId="0" animBg="1"/>
      <p:bldP spid="35" grpId="0" animBg="1"/>
      <p:bldP spid="36" grpId="0" animBg="1"/>
      <p:bldP spid="83" grpId="0"/>
      <p:bldP spid="94" grpId="0"/>
      <p:bldP spid="9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291113336107_d62ff70">
    <p:spTree>
      <p:nvGrpSpPr>
        <p:cNvPr id="1" name="">
          <a:extLst>
            <a:ext uri="{FF2B5EF4-FFF2-40B4-BE49-F238E27FC236}">
              <a16:creationId xmlns:a16="http://schemas.microsoft.com/office/drawing/2014/main" id="{C13F3609-6D38-3443-C3C2-081970B02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6AD7-9CE5-4EA6-1A77-1E67B2BB3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Resolving</a:t>
            </a:r>
            <a:r>
              <a:rPr lang="nl-NL" b="0" dirty="0"/>
              <a:t> </a:t>
            </a:r>
            <a:r>
              <a:rPr lang="nl-NL" b="0" dirty="0" err="1"/>
              <a:t>collisions</a:t>
            </a:r>
            <a:r>
              <a:rPr lang="nl-NL" b="0" dirty="0"/>
              <a:t> – </a:t>
            </a:r>
            <a:r>
              <a:rPr lang="nl-NL" b="0" dirty="0" err="1"/>
              <a:t>linear</a:t>
            </a:r>
            <a:r>
              <a:rPr lang="nl-NL" b="0" dirty="0"/>
              <a:t> </a:t>
            </a:r>
            <a:r>
              <a:rPr lang="nl-NL" b="0" dirty="0" err="1"/>
              <a:t>probing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8868-99D4-8FA9-A92B-0212666CF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755648"/>
          </a:xfrm>
        </p:spPr>
        <p:txBody>
          <a:bodyPr>
            <a:normAutofit/>
          </a:bodyPr>
          <a:lstStyle/>
          <a:p>
            <a:r>
              <a:rPr lang="nl-NL" dirty="0"/>
              <a:t>In case a slot is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occupied</a:t>
            </a:r>
            <a:r>
              <a:rPr lang="nl-NL" dirty="0"/>
              <a:t>, </a:t>
            </a:r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next </a:t>
            </a:r>
            <a:r>
              <a:rPr lang="nl-NL" dirty="0" err="1"/>
              <a:t>ones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a free spot is found – </a:t>
            </a:r>
            <a:r>
              <a:rPr lang="nl-NL" dirty="0" err="1"/>
              <a:t>probing</a:t>
            </a:r>
            <a:endParaRPr lang="nl-NL" dirty="0"/>
          </a:p>
          <a:p>
            <a:pPr lvl="1"/>
            <a:r>
              <a:rPr lang="nl-NL" dirty="0" err="1"/>
              <a:t>There</a:t>
            </a:r>
            <a:r>
              <a:rPr lang="nl-NL" dirty="0"/>
              <a:t> are more </a:t>
            </a:r>
            <a:r>
              <a:rPr lang="nl-NL" dirty="0" err="1"/>
              <a:t>advanced</a:t>
            </a:r>
            <a:r>
              <a:rPr lang="nl-NL" dirty="0"/>
              <a:t> </a:t>
            </a:r>
            <a:r>
              <a:rPr lang="nl-NL" dirty="0" err="1"/>
              <a:t>probing</a:t>
            </a:r>
            <a:r>
              <a:rPr lang="nl-NL" dirty="0"/>
              <a:t> </a:t>
            </a:r>
            <a:r>
              <a:rPr lang="nl-NL" dirty="0" err="1"/>
              <a:t>schemes</a:t>
            </a:r>
            <a:endParaRPr lang="nl-NL" dirty="0"/>
          </a:p>
          <a:p>
            <a:r>
              <a:rPr lang="nl-NL" dirty="0" err="1"/>
              <a:t>Problem</a:t>
            </a:r>
            <a:r>
              <a:rPr lang="nl-NL" dirty="0"/>
              <a:t>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we </a:t>
            </a:r>
            <a:r>
              <a:rPr lang="nl-NL" i="1" dirty="0" err="1"/>
              <a:t>remove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?</a:t>
            </a:r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656CA3CD-D3CB-1D12-EA23-B98DBC6EBBA6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idx 0">
            <a:extLst>
              <a:ext uri="{FF2B5EF4-FFF2-40B4-BE49-F238E27FC236}">
                <a16:creationId xmlns:a16="http://schemas.microsoft.com/office/drawing/2014/main" id="{DE833E30-9645-C386-0970-150849145624}"/>
              </a:ext>
            </a:extLst>
          </p:cNvPr>
          <p:cNvSpPr/>
          <p:nvPr/>
        </p:nvSpPr>
        <p:spPr>
          <a:xfrm>
            <a:off x="450312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65DF5C04-CB42-FBE0-6F30-54133AA7DFFF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idx 1">
            <a:extLst>
              <a:ext uri="{FF2B5EF4-FFF2-40B4-BE49-F238E27FC236}">
                <a16:creationId xmlns:a16="http://schemas.microsoft.com/office/drawing/2014/main" id="{41619368-B10B-C287-5525-19368FB502E1}"/>
              </a:ext>
            </a:extLst>
          </p:cNvPr>
          <p:cNvSpPr/>
          <p:nvPr/>
        </p:nvSpPr>
        <p:spPr>
          <a:xfrm>
            <a:off x="4925913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E349D018-A451-4D23-14F2-FA6A62DA19BD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idx 2">
            <a:extLst>
              <a:ext uri="{FF2B5EF4-FFF2-40B4-BE49-F238E27FC236}">
                <a16:creationId xmlns:a16="http://schemas.microsoft.com/office/drawing/2014/main" id="{6E43309E-4C7B-3BE1-C0E4-E801E7050887}"/>
              </a:ext>
            </a:extLst>
          </p:cNvPr>
          <p:cNvSpPr/>
          <p:nvPr/>
        </p:nvSpPr>
        <p:spPr>
          <a:xfrm>
            <a:off x="5348700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B41A1F96-6798-588B-6E15-3ED98E420DB2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idx 3">
            <a:extLst>
              <a:ext uri="{FF2B5EF4-FFF2-40B4-BE49-F238E27FC236}">
                <a16:creationId xmlns:a16="http://schemas.microsoft.com/office/drawing/2014/main" id="{BBA6A6EA-C1EA-753C-91C6-A30FB8C90A29}"/>
              </a:ext>
            </a:extLst>
          </p:cNvPr>
          <p:cNvSpPr/>
          <p:nvPr/>
        </p:nvSpPr>
        <p:spPr>
          <a:xfrm>
            <a:off x="5771487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9146C3EE-854E-D44E-3B75-42C8B7F48C29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13" name="idx 4">
            <a:extLst>
              <a:ext uri="{FF2B5EF4-FFF2-40B4-BE49-F238E27FC236}">
                <a16:creationId xmlns:a16="http://schemas.microsoft.com/office/drawing/2014/main" id="{14F2D5D2-1AC1-79FC-BB65-2E10E66918D1}"/>
              </a:ext>
            </a:extLst>
          </p:cNvPr>
          <p:cNvSpPr/>
          <p:nvPr/>
        </p:nvSpPr>
        <p:spPr>
          <a:xfrm>
            <a:off x="6194274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EE3C3E59-3EDA-84FC-E5FD-6C33DE7D9CEA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48</a:t>
            </a:r>
          </a:p>
        </p:txBody>
      </p:sp>
      <p:sp>
        <p:nvSpPr>
          <p:cNvPr id="15" name="idx 5">
            <a:extLst>
              <a:ext uri="{FF2B5EF4-FFF2-40B4-BE49-F238E27FC236}">
                <a16:creationId xmlns:a16="http://schemas.microsoft.com/office/drawing/2014/main" id="{4C64CD5B-665D-4878-A459-397187DD39C2}"/>
              </a:ext>
            </a:extLst>
          </p:cNvPr>
          <p:cNvSpPr/>
          <p:nvPr/>
        </p:nvSpPr>
        <p:spPr>
          <a:xfrm>
            <a:off x="6617061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0505067C-E8BF-29A0-2F21-C24BED98A8DC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7" name="idx 6">
            <a:extLst>
              <a:ext uri="{FF2B5EF4-FFF2-40B4-BE49-F238E27FC236}">
                <a16:creationId xmlns:a16="http://schemas.microsoft.com/office/drawing/2014/main" id="{104269E2-05A4-2F18-F4FD-DD829A738058}"/>
              </a:ext>
            </a:extLst>
          </p:cNvPr>
          <p:cNvSpPr/>
          <p:nvPr/>
        </p:nvSpPr>
        <p:spPr>
          <a:xfrm>
            <a:off x="7039848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20016826-1789-330A-FDE2-362C1642C806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19" name="idx 7">
            <a:extLst>
              <a:ext uri="{FF2B5EF4-FFF2-40B4-BE49-F238E27FC236}">
                <a16:creationId xmlns:a16="http://schemas.microsoft.com/office/drawing/2014/main" id="{FE25D40F-2A19-33B7-60AF-BC9EED1FC4F7}"/>
              </a:ext>
            </a:extLst>
          </p:cNvPr>
          <p:cNvSpPr/>
          <p:nvPr/>
        </p:nvSpPr>
        <p:spPr>
          <a:xfrm>
            <a:off x="7462635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D0979FC7-B0AA-A9EA-3421-A3FA26D0BE79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1" name="idx 8">
            <a:extLst>
              <a:ext uri="{FF2B5EF4-FFF2-40B4-BE49-F238E27FC236}">
                <a16:creationId xmlns:a16="http://schemas.microsoft.com/office/drawing/2014/main" id="{234676D9-9800-353E-EF01-BB72AACE791F}"/>
              </a:ext>
            </a:extLst>
          </p:cNvPr>
          <p:cNvSpPr/>
          <p:nvPr/>
        </p:nvSpPr>
        <p:spPr>
          <a:xfrm>
            <a:off x="7885422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A9942533-F98C-543C-FA47-681BEBFE476F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sp>
        <p:nvSpPr>
          <p:cNvPr id="23" name="idx 9">
            <a:extLst>
              <a:ext uri="{FF2B5EF4-FFF2-40B4-BE49-F238E27FC236}">
                <a16:creationId xmlns:a16="http://schemas.microsoft.com/office/drawing/2014/main" id="{F4D2C910-A5C2-874F-DEB4-DEB9445F728C}"/>
              </a:ext>
            </a:extLst>
          </p:cNvPr>
          <p:cNvSpPr/>
          <p:nvPr/>
        </p:nvSpPr>
        <p:spPr>
          <a:xfrm>
            <a:off x="8308209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99573063-1828-7F77-040F-CF149C1BD0B1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5" name="idx 10">
            <a:extLst>
              <a:ext uri="{FF2B5EF4-FFF2-40B4-BE49-F238E27FC236}">
                <a16:creationId xmlns:a16="http://schemas.microsoft.com/office/drawing/2014/main" id="{1949808F-2B74-18DA-9392-2B2B1F3ABFE2}"/>
              </a:ext>
            </a:extLst>
          </p:cNvPr>
          <p:cNvSpPr/>
          <p:nvPr/>
        </p:nvSpPr>
        <p:spPr>
          <a:xfrm>
            <a:off x="8730996" y="5093109"/>
            <a:ext cx="422787" cy="3932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nl-NL" sz="16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EF0A44C-E8FF-1B8E-6ECB-678666AE9E13}"/>
              </a:ext>
            </a:extLst>
          </p:cNvPr>
          <p:cNvSpPr/>
          <p:nvPr/>
        </p:nvSpPr>
        <p:spPr>
          <a:xfrm>
            <a:off x="640079" y="4635909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15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AE853C4-532F-1912-18A2-B2248BC668C2}"/>
              </a:ext>
            </a:extLst>
          </p:cNvPr>
          <p:cNvSpPr/>
          <p:nvPr/>
        </p:nvSpPr>
        <p:spPr>
          <a:xfrm>
            <a:off x="640078" y="5146713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75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3C99344-E471-0DA9-985F-9A18E7580712}"/>
              </a:ext>
            </a:extLst>
          </p:cNvPr>
          <p:cNvSpPr/>
          <p:nvPr/>
        </p:nvSpPr>
        <p:spPr>
          <a:xfrm>
            <a:off x="640077" y="5657517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20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09754DD-91AA-D6FB-2CF2-0A5A9528E52E}"/>
              </a:ext>
            </a:extLst>
          </p:cNvPr>
          <p:cNvSpPr/>
          <p:nvPr/>
        </p:nvSpPr>
        <p:spPr>
          <a:xfrm>
            <a:off x="640077" y="6168320"/>
            <a:ext cx="1871523" cy="45720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48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93D77F-A75B-4C29-C5DF-3B37C4A03445}"/>
              </a:ext>
            </a:extLst>
          </p:cNvPr>
          <p:cNvSpPr txBox="1"/>
          <p:nvPr/>
        </p:nvSpPr>
        <p:spPr>
          <a:xfrm>
            <a:off x="5842051" y="610929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48 % 11</a:t>
            </a:r>
          </a:p>
        </p:txBody>
      </p:sp>
      <p:sp>
        <p:nvSpPr>
          <p:cNvPr id="34" name="Isosceles Triangle 34">
            <a:extLst>
              <a:ext uri="{FF2B5EF4-FFF2-40B4-BE49-F238E27FC236}">
                <a16:creationId xmlns:a16="http://schemas.microsoft.com/office/drawing/2014/main" id="{CE08C3E3-A515-E3FC-4C87-ADFF5C7FAA82}"/>
              </a:ext>
            </a:extLst>
          </p:cNvPr>
          <p:cNvSpPr/>
          <p:nvPr/>
        </p:nvSpPr>
        <p:spPr>
          <a:xfrm>
            <a:off x="6299970" y="5486399"/>
            <a:ext cx="211394" cy="216816"/>
          </a:xfrm>
          <a:prstGeom prst="triangle">
            <a:avLst/>
          </a:prstGeom>
          <a:ln w="28575">
            <a:solidFill>
              <a:srgbClr val="7030A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9" name="TextBox 94">
            <a:extLst>
              <a:ext uri="{FF2B5EF4-FFF2-40B4-BE49-F238E27FC236}">
                <a16:creationId xmlns:a16="http://schemas.microsoft.com/office/drawing/2014/main" id="{998BA21A-E322-9DE3-19D7-D3F8AC60268F}"/>
              </a:ext>
            </a:extLst>
          </p:cNvPr>
          <p:cNvSpPr txBox="1"/>
          <p:nvPr/>
        </p:nvSpPr>
        <p:spPr>
          <a:xfrm>
            <a:off x="2650540" y="6212254"/>
            <a:ext cx="1217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Stored</a:t>
            </a:r>
            <a:r>
              <a:rPr lang="nl-NL" dirty="0">
                <a:latin typeface="Aptos" panose="020B0004020202020204" pitchFamily="34" charset="0"/>
              </a:rPr>
              <a:t> @5</a:t>
            </a:r>
          </a:p>
        </p:txBody>
      </p:sp>
    </p:spTree>
    <p:extLst>
      <p:ext uri="{BB962C8B-B14F-4D97-AF65-F5344CB8AC3E}">
        <p14:creationId xmlns:p14="http://schemas.microsoft.com/office/powerpoint/2010/main" val="232559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97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7.40741E-7 L 0.03464 3.7037E-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  <p:bldP spid="34" grpId="0" animBg="1"/>
      <p:bldP spid="4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Start_202509291222552298_22bcaf2">
    <p:spTree>
      <p:nvGrpSpPr>
        <p:cNvPr id="1" name="">
          <a:extLst>
            <a:ext uri="{FF2B5EF4-FFF2-40B4-BE49-F238E27FC236}">
              <a16:creationId xmlns:a16="http://schemas.microsoft.com/office/drawing/2014/main" id="{531810CA-C9E8-5135-5C34-E224B7AF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3351-9C22-38EE-6918-0E729AA7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Resolving</a:t>
            </a:r>
            <a:r>
              <a:rPr lang="nl-NL" b="0" dirty="0"/>
              <a:t> </a:t>
            </a:r>
            <a:r>
              <a:rPr lang="nl-NL" b="0" dirty="0" err="1"/>
              <a:t>collisions</a:t>
            </a:r>
            <a:r>
              <a:rPr lang="nl-NL" b="0" dirty="0"/>
              <a:t> – separate </a:t>
            </a:r>
            <a:r>
              <a:rPr lang="nl-NL" b="0" dirty="0" err="1"/>
              <a:t>chaining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EF7FE-95EF-0B84-04A1-A4B5865BD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895230"/>
          </a:xfrm>
        </p:spPr>
        <p:txBody>
          <a:bodyPr>
            <a:normAutofit/>
          </a:bodyPr>
          <a:lstStyle/>
          <a:p>
            <a:r>
              <a:rPr lang="nl-NL" dirty="0"/>
              <a:t>Keep a (</a:t>
            </a:r>
            <a:r>
              <a:rPr lang="nl-NL" dirty="0" err="1"/>
              <a:t>singly</a:t>
            </a:r>
            <a:r>
              <a:rPr lang="nl-NL" dirty="0"/>
              <a:t>) </a:t>
            </a:r>
            <a:r>
              <a:rPr lang="nl-NL" dirty="0" err="1"/>
              <a:t>linked</a:t>
            </a:r>
            <a:r>
              <a:rPr lang="nl-NL" dirty="0"/>
              <a:t> list in </a:t>
            </a:r>
            <a:r>
              <a:rPr lang="nl-NL" dirty="0" err="1"/>
              <a:t>each</a:t>
            </a:r>
            <a:r>
              <a:rPr lang="nl-NL" dirty="0"/>
              <a:t> “slot”</a:t>
            </a:r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7EF5FE5C-53B0-88AF-64D1-686AEA331CD5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FB163BC4-20B0-F4C0-ACE2-302767D4815F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370B3FDD-1700-CBEA-CB1A-C0A1656FA1F0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C4D64023-95D8-6A37-9148-5165232E8FDB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B5C9B8C3-2D29-EE12-E293-3BF87A4969A7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7E4CA371-71B5-E8EC-19ED-52C744DCE605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B63FDBF1-9313-38C6-9EDB-6F1D85B90C76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6179DDB4-91B6-C6F7-8B4F-6A2BE179603F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FE0AD7DA-E650-FC7B-CEE5-481F5E2E4FFC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14106701-B707-7A80-0510-F122507C4B87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2558F327-56DF-8D94-572F-E460B5D6D375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5CC985-128B-19DC-D68B-C9DF6B95BFFB}"/>
              </a:ext>
            </a:extLst>
          </p:cNvPr>
          <p:cNvGrpSpPr/>
          <p:nvPr/>
        </p:nvGrpSpPr>
        <p:grpSpPr>
          <a:xfrm>
            <a:off x="4503126" y="5093109"/>
            <a:ext cx="4650657" cy="393290"/>
            <a:chOff x="4503126" y="5093109"/>
            <a:chExt cx="4650657" cy="393290"/>
          </a:xfrm>
        </p:grpSpPr>
        <p:sp>
          <p:nvSpPr>
            <p:cNvPr id="5" name="idx 0">
              <a:extLst>
                <a:ext uri="{FF2B5EF4-FFF2-40B4-BE49-F238E27FC236}">
                  <a16:creationId xmlns:a16="http://schemas.microsoft.com/office/drawing/2014/main" id="{92AAA1DB-686D-B8ED-8A86-EC7745BA41CD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7" name="idx 1">
              <a:extLst>
                <a:ext uri="{FF2B5EF4-FFF2-40B4-BE49-F238E27FC236}">
                  <a16:creationId xmlns:a16="http://schemas.microsoft.com/office/drawing/2014/main" id="{727A94B2-987D-91F2-6BE4-C1415E4F48FB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9" name="idx 2">
              <a:extLst>
                <a:ext uri="{FF2B5EF4-FFF2-40B4-BE49-F238E27FC236}">
                  <a16:creationId xmlns:a16="http://schemas.microsoft.com/office/drawing/2014/main" id="{FA36D0AB-FB5A-BBF5-27AE-7BA7658B2EF8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1" name="idx 3">
              <a:extLst>
                <a:ext uri="{FF2B5EF4-FFF2-40B4-BE49-F238E27FC236}">
                  <a16:creationId xmlns:a16="http://schemas.microsoft.com/office/drawing/2014/main" id="{64EF034B-CAE1-3991-3661-E4254BC3DA1D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13" name="idx 4">
              <a:extLst>
                <a:ext uri="{FF2B5EF4-FFF2-40B4-BE49-F238E27FC236}">
                  <a16:creationId xmlns:a16="http://schemas.microsoft.com/office/drawing/2014/main" id="{14591675-2FC3-73D1-07ED-93DF490952C9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15" name="idx 5">
              <a:extLst>
                <a:ext uri="{FF2B5EF4-FFF2-40B4-BE49-F238E27FC236}">
                  <a16:creationId xmlns:a16="http://schemas.microsoft.com/office/drawing/2014/main" id="{41A99A2D-BB14-EB47-AB79-8A6031F297BF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17" name="idx 6">
              <a:extLst>
                <a:ext uri="{FF2B5EF4-FFF2-40B4-BE49-F238E27FC236}">
                  <a16:creationId xmlns:a16="http://schemas.microsoft.com/office/drawing/2014/main" id="{DA902EEA-66B7-4FCA-0293-A1898BB43964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19" name="idx 7">
              <a:extLst>
                <a:ext uri="{FF2B5EF4-FFF2-40B4-BE49-F238E27FC236}">
                  <a16:creationId xmlns:a16="http://schemas.microsoft.com/office/drawing/2014/main" id="{03821CC3-B90E-999A-91AB-A4ABBA7A8F8C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21" name="idx 8">
              <a:extLst>
                <a:ext uri="{FF2B5EF4-FFF2-40B4-BE49-F238E27FC236}">
                  <a16:creationId xmlns:a16="http://schemas.microsoft.com/office/drawing/2014/main" id="{1CFC973B-521B-1B21-340F-9B42F741676A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23" name="idx 9">
              <a:extLst>
                <a:ext uri="{FF2B5EF4-FFF2-40B4-BE49-F238E27FC236}">
                  <a16:creationId xmlns:a16="http://schemas.microsoft.com/office/drawing/2014/main" id="{23FC04C9-3C39-6444-0B60-97CDEA00BEAB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25" name="idx 10">
              <a:extLst>
                <a:ext uri="{FF2B5EF4-FFF2-40B4-BE49-F238E27FC236}">
                  <a16:creationId xmlns:a16="http://schemas.microsoft.com/office/drawing/2014/main" id="{970B2FBE-693C-F308-198B-B68ABC9FBC96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sp>
        <p:nvSpPr>
          <p:cNvPr id="33" name="array@4">
            <a:extLst>
              <a:ext uri="{FF2B5EF4-FFF2-40B4-BE49-F238E27FC236}">
                <a16:creationId xmlns:a16="http://schemas.microsoft.com/office/drawing/2014/main" id="{5CEB5252-A277-A247-6ED5-711883F591E2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251063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Animated202509291222550780">
    <p:spTree>
      <p:nvGrpSpPr>
        <p:cNvPr id="1" name="">
          <a:extLst>
            <a:ext uri="{FF2B5EF4-FFF2-40B4-BE49-F238E27FC236}">
              <a16:creationId xmlns:a16="http://schemas.microsoft.com/office/drawing/2014/main" id="{531810CA-C9E8-5135-5C34-E224B7AF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43351-9C22-38EE-6918-0E729AA7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Resolving</a:t>
            </a:r>
            <a:r>
              <a:rPr lang="nl-NL" b="0" dirty="0"/>
              <a:t> </a:t>
            </a:r>
            <a:r>
              <a:rPr lang="nl-NL" b="0" dirty="0" err="1"/>
              <a:t>collisions</a:t>
            </a:r>
            <a:r>
              <a:rPr lang="nl-NL" b="0" dirty="0"/>
              <a:t> – separate </a:t>
            </a:r>
            <a:r>
              <a:rPr lang="nl-NL" b="0" dirty="0" err="1"/>
              <a:t>chaining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EF7FE-95EF-0B84-04A1-A4B5865BD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895230"/>
          </a:xfrm>
        </p:spPr>
        <p:txBody>
          <a:bodyPr>
            <a:normAutofit/>
          </a:bodyPr>
          <a:lstStyle/>
          <a:p>
            <a:r>
              <a:rPr lang="nl-NL" dirty="0"/>
              <a:t>Keep a (</a:t>
            </a:r>
            <a:r>
              <a:rPr lang="nl-NL" dirty="0" err="1"/>
              <a:t>singly</a:t>
            </a:r>
            <a:r>
              <a:rPr lang="nl-NL" dirty="0"/>
              <a:t>) </a:t>
            </a:r>
            <a:r>
              <a:rPr lang="nl-NL" dirty="0" err="1"/>
              <a:t>linked</a:t>
            </a:r>
            <a:r>
              <a:rPr lang="nl-NL" dirty="0"/>
              <a:t> list in </a:t>
            </a:r>
            <a:r>
              <a:rPr lang="nl-NL" dirty="0" err="1"/>
              <a:t>each</a:t>
            </a:r>
            <a:r>
              <a:rPr lang="nl-NL" dirty="0"/>
              <a:t> “slot”</a:t>
            </a:r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7EF5FE5C-53B0-88AF-64D1-686AEA331CD5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FB163BC4-20B0-F4C0-ACE2-302767D4815F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370B3FDD-1700-CBEA-CB1A-C0A1656FA1F0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C4D64023-95D8-6A37-9148-5165232E8FDB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B5C9B8C3-2D29-EE12-E293-3BF87A4969A7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7E4CA371-71B5-E8EC-19ED-52C744DCE605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B63FDBF1-9313-38C6-9EDB-6F1D85B90C76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6179DDB4-91B6-C6F7-8B4F-6A2BE179603F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FE0AD7DA-E650-FC7B-CEE5-481F5E2E4FFC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14106701-B707-7A80-0510-F122507C4B87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2558F327-56DF-8D94-572F-E460B5D6D375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D5CC985-128B-19DC-D68B-C9DF6B95BFFB}"/>
              </a:ext>
            </a:extLst>
          </p:cNvPr>
          <p:cNvGrpSpPr/>
          <p:nvPr/>
        </p:nvGrpSpPr>
        <p:grpSpPr>
          <a:xfrm>
            <a:off x="4503126" y="5093109"/>
            <a:ext cx="4650657" cy="393290"/>
            <a:chOff x="4503126" y="5093109"/>
            <a:chExt cx="4650657" cy="393290"/>
          </a:xfrm>
        </p:grpSpPr>
        <p:sp>
          <p:nvSpPr>
            <p:cNvPr id="5" name="idx 0">
              <a:extLst>
                <a:ext uri="{FF2B5EF4-FFF2-40B4-BE49-F238E27FC236}">
                  <a16:creationId xmlns:a16="http://schemas.microsoft.com/office/drawing/2014/main" id="{92AAA1DB-686D-B8ED-8A86-EC7745BA41CD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7" name="idx 1">
              <a:extLst>
                <a:ext uri="{FF2B5EF4-FFF2-40B4-BE49-F238E27FC236}">
                  <a16:creationId xmlns:a16="http://schemas.microsoft.com/office/drawing/2014/main" id="{727A94B2-987D-91F2-6BE4-C1415E4F48FB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9" name="idx 2">
              <a:extLst>
                <a:ext uri="{FF2B5EF4-FFF2-40B4-BE49-F238E27FC236}">
                  <a16:creationId xmlns:a16="http://schemas.microsoft.com/office/drawing/2014/main" id="{FA36D0AB-FB5A-BBF5-27AE-7BA7658B2EF8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1" name="idx 3">
              <a:extLst>
                <a:ext uri="{FF2B5EF4-FFF2-40B4-BE49-F238E27FC236}">
                  <a16:creationId xmlns:a16="http://schemas.microsoft.com/office/drawing/2014/main" id="{64EF034B-CAE1-3991-3661-E4254BC3DA1D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13" name="idx 4">
              <a:extLst>
                <a:ext uri="{FF2B5EF4-FFF2-40B4-BE49-F238E27FC236}">
                  <a16:creationId xmlns:a16="http://schemas.microsoft.com/office/drawing/2014/main" id="{14591675-2FC3-73D1-07ED-93DF490952C9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15" name="idx 5">
              <a:extLst>
                <a:ext uri="{FF2B5EF4-FFF2-40B4-BE49-F238E27FC236}">
                  <a16:creationId xmlns:a16="http://schemas.microsoft.com/office/drawing/2014/main" id="{41A99A2D-BB14-EB47-AB79-8A6031F297BF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17" name="idx 6">
              <a:extLst>
                <a:ext uri="{FF2B5EF4-FFF2-40B4-BE49-F238E27FC236}">
                  <a16:creationId xmlns:a16="http://schemas.microsoft.com/office/drawing/2014/main" id="{DA902EEA-66B7-4FCA-0293-A1898BB43964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19" name="idx 7">
              <a:extLst>
                <a:ext uri="{FF2B5EF4-FFF2-40B4-BE49-F238E27FC236}">
                  <a16:creationId xmlns:a16="http://schemas.microsoft.com/office/drawing/2014/main" id="{03821CC3-B90E-999A-91AB-A4ABBA7A8F8C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21" name="idx 8">
              <a:extLst>
                <a:ext uri="{FF2B5EF4-FFF2-40B4-BE49-F238E27FC236}">
                  <a16:creationId xmlns:a16="http://schemas.microsoft.com/office/drawing/2014/main" id="{1CFC973B-521B-1B21-340F-9B42F741676A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23" name="idx 9">
              <a:extLst>
                <a:ext uri="{FF2B5EF4-FFF2-40B4-BE49-F238E27FC236}">
                  <a16:creationId xmlns:a16="http://schemas.microsoft.com/office/drawing/2014/main" id="{23FC04C9-3C39-6444-0B60-97CDEA00BEAB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25" name="idx 10">
              <a:extLst>
                <a:ext uri="{FF2B5EF4-FFF2-40B4-BE49-F238E27FC236}">
                  <a16:creationId xmlns:a16="http://schemas.microsoft.com/office/drawing/2014/main" id="{970B2FBE-693C-F308-198B-B68ABC9FBC96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sp>
        <p:nvSpPr>
          <p:cNvPr id="31" name="array@1">
            <a:extLst>
              <a:ext uri="{FF2B5EF4-FFF2-40B4-BE49-F238E27FC236}">
                <a16:creationId xmlns:a16="http://schemas.microsoft.com/office/drawing/2014/main" id="{8985A383-983F-BF7A-5036-819F85C84C06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2" name="array@2">
            <a:extLst>
              <a:ext uri="{FF2B5EF4-FFF2-40B4-BE49-F238E27FC236}">
                <a16:creationId xmlns:a16="http://schemas.microsoft.com/office/drawing/2014/main" id="{E6282DE8-DD06-AEB4-9B5C-03A095DAB2EE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3" name="array@4">
            <a:extLst>
              <a:ext uri="{FF2B5EF4-FFF2-40B4-BE49-F238E27FC236}">
                <a16:creationId xmlns:a16="http://schemas.microsoft.com/office/drawing/2014/main" id="{5CEB5252-A277-A247-6ED5-711883F591E2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5" name="array@7">
            <a:extLst>
              <a:ext uri="{FF2B5EF4-FFF2-40B4-BE49-F238E27FC236}">
                <a16:creationId xmlns:a16="http://schemas.microsoft.com/office/drawing/2014/main" id="{A3B17D9D-66B9-6B35-C131-9A881F4F9590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36" name="array@9">
            <a:extLst>
              <a:ext uri="{FF2B5EF4-FFF2-40B4-BE49-F238E27FC236}">
                <a16:creationId xmlns:a16="http://schemas.microsoft.com/office/drawing/2014/main" id="{EA23939E-D650-6AF3-58A6-C41E697C7801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pic>
        <p:nvPicPr>
          <p:cNvPr id="38" name="PPTIndicator202509291222552727">
            <a:extLst>
              <a:ext uri="{FF2B5EF4-FFF2-40B4-BE49-F238E27FC236}">
                <a16:creationId xmlns:a16="http://schemas.microsoft.com/office/drawing/2014/main" id="{3128B93E-881A-8A7A-EA95-EC57D136F3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0"/>
            <a:ext cx="1524000" cy="1066800"/>
          </a:xfrm>
          <a:prstGeom prst="rect">
            <a:avLst/>
          </a:prstGeom>
        </p:spPr>
      </p:pic>
      <p:sp>
        <p:nvSpPr>
          <p:cNvPr id="39" name="array@1">
            <a:extLst>
              <a:ext uri="{FF2B5EF4-FFF2-40B4-BE49-F238E27FC236}">
                <a16:creationId xmlns:a16="http://schemas.microsoft.com/office/drawing/2014/main" id="{B228E9EC-100B-AB12-BB43-77B2CEC24872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40" name="array@2">
            <a:extLst>
              <a:ext uri="{FF2B5EF4-FFF2-40B4-BE49-F238E27FC236}">
                <a16:creationId xmlns:a16="http://schemas.microsoft.com/office/drawing/2014/main" id="{1E1FBC77-EBBB-E1F2-7A56-46B0F6509183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1" name="array@5">
            <a:extLst>
              <a:ext uri="{FF2B5EF4-FFF2-40B4-BE49-F238E27FC236}">
                <a16:creationId xmlns:a16="http://schemas.microsoft.com/office/drawing/2014/main" id="{DA55E749-5826-5B20-E42A-9D5614396C1E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42" name="array@7">
            <a:extLst>
              <a:ext uri="{FF2B5EF4-FFF2-40B4-BE49-F238E27FC236}">
                <a16:creationId xmlns:a16="http://schemas.microsoft.com/office/drawing/2014/main" id="{FBA92015-187E-ADB6-6B7E-E806F3532119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3" name="array@9">
            <a:extLst>
              <a:ext uri="{FF2B5EF4-FFF2-40B4-BE49-F238E27FC236}">
                <a16:creationId xmlns:a16="http://schemas.microsoft.com/office/drawing/2014/main" id="{70C1D6ED-005D-A445-D4FE-72E091262AF0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D5F25A7-F37C-33ED-37E3-66C8F704DDA6}"/>
              </a:ext>
            </a:extLst>
          </p:cNvPr>
          <p:cNvGrpSpPr/>
          <p:nvPr/>
        </p:nvGrpSpPr>
        <p:grpSpPr>
          <a:xfrm>
            <a:off x="5137306" y="4985183"/>
            <a:ext cx="3382297" cy="362547"/>
            <a:chOff x="5137306" y="4985183"/>
            <a:chExt cx="3382297" cy="362547"/>
          </a:xfrm>
        </p:grpSpPr>
        <p:cxnSp>
          <p:nvCxnSpPr>
            <p:cNvPr id="102" name="Straight Arrow Connector 152">
              <a:extLst>
                <a:ext uri="{FF2B5EF4-FFF2-40B4-BE49-F238E27FC236}">
                  <a16:creationId xmlns:a16="http://schemas.microsoft.com/office/drawing/2014/main" id="{49FE4403-20A4-E39A-4689-CFF2EB9069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37306" y="4985184"/>
              <a:ext cx="1" cy="362546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3" name="Straight Arrow Connector 157">
              <a:extLst>
                <a:ext uri="{FF2B5EF4-FFF2-40B4-BE49-F238E27FC236}">
                  <a16:creationId xmlns:a16="http://schemas.microsoft.com/office/drawing/2014/main" id="{83B49031-D824-83E9-6DF0-EB61BF819B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0092" y="4985183"/>
              <a:ext cx="2" cy="362547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70">
              <a:extLst>
                <a:ext uri="{FF2B5EF4-FFF2-40B4-BE49-F238E27FC236}">
                  <a16:creationId xmlns:a16="http://schemas.microsoft.com/office/drawing/2014/main" id="{69C75978-5941-C105-DF9F-FFC5732F934F}"/>
                </a:ext>
              </a:extLst>
            </p:cNvPr>
            <p:cNvCxnSpPr>
              <a:cxnSpLocks/>
            </p:cNvCxnSpPr>
            <p:nvPr/>
          </p:nvCxnSpPr>
          <p:spPr>
            <a:xfrm>
              <a:off x="6405668" y="4985183"/>
              <a:ext cx="0" cy="362547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5" name="Straight Arrow Connector 176">
              <a:extLst>
                <a:ext uri="{FF2B5EF4-FFF2-40B4-BE49-F238E27FC236}">
                  <a16:creationId xmlns:a16="http://schemas.microsoft.com/office/drawing/2014/main" id="{3711BCFF-8198-FB0C-15BC-D8E7BEA890F4}"/>
                </a:ext>
              </a:extLst>
            </p:cNvPr>
            <p:cNvCxnSpPr>
              <a:cxnSpLocks/>
            </p:cNvCxnSpPr>
            <p:nvPr/>
          </p:nvCxnSpPr>
          <p:spPr>
            <a:xfrm>
              <a:off x="7674029" y="4985184"/>
              <a:ext cx="0" cy="362546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6" name="Straight Arrow Connector 179">
              <a:extLst>
                <a:ext uri="{FF2B5EF4-FFF2-40B4-BE49-F238E27FC236}">
                  <a16:creationId xmlns:a16="http://schemas.microsoft.com/office/drawing/2014/main" id="{C326A9C6-BD9C-0478-2B1A-26AFD04D13AE}"/>
                </a:ext>
              </a:extLst>
            </p:cNvPr>
            <p:cNvCxnSpPr>
              <a:cxnSpLocks/>
            </p:cNvCxnSpPr>
            <p:nvPr/>
          </p:nvCxnSpPr>
          <p:spPr>
            <a:xfrm>
              <a:off x="8519603" y="4985183"/>
              <a:ext cx="0" cy="362547"/>
            </a:xfrm>
            <a:prstGeom prst="straightConnector1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0DEB285-73DC-E895-9180-EA669E12533D}"/>
              </a:ext>
            </a:extLst>
          </p:cNvPr>
          <p:cNvGrpSpPr/>
          <p:nvPr/>
        </p:nvGrpSpPr>
        <p:grpSpPr>
          <a:xfrm>
            <a:off x="4625800" y="4807744"/>
            <a:ext cx="4405308" cy="177440"/>
            <a:chOff x="4625800" y="4807744"/>
            <a:chExt cx="4405308" cy="177440"/>
          </a:xfrm>
        </p:grpSpPr>
        <p:sp>
          <p:nvSpPr>
            <p:cNvPr id="108" name="Oval 27">
              <a:extLst>
                <a:ext uri="{FF2B5EF4-FFF2-40B4-BE49-F238E27FC236}">
                  <a16:creationId xmlns:a16="http://schemas.microsoft.com/office/drawing/2014/main" id="{17D09E0A-1C98-1825-EFB5-7FEAE4BA5570}"/>
                </a:ext>
              </a:extLst>
            </p:cNvPr>
            <p:cNvSpPr/>
            <p:nvPr/>
          </p:nvSpPr>
          <p:spPr>
            <a:xfrm>
              <a:off x="4625800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Oval 28">
              <a:extLst>
                <a:ext uri="{FF2B5EF4-FFF2-40B4-BE49-F238E27FC236}">
                  <a16:creationId xmlns:a16="http://schemas.microsoft.com/office/drawing/2014/main" id="{538140DA-32F1-9253-A987-95B8D28CCE32}"/>
                </a:ext>
              </a:extLst>
            </p:cNvPr>
            <p:cNvSpPr/>
            <p:nvPr/>
          </p:nvSpPr>
          <p:spPr>
            <a:xfrm>
              <a:off x="5048587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Oval 29">
              <a:extLst>
                <a:ext uri="{FF2B5EF4-FFF2-40B4-BE49-F238E27FC236}">
                  <a16:creationId xmlns:a16="http://schemas.microsoft.com/office/drawing/2014/main" id="{A93D1BA9-4D32-DF34-B2B0-3A5A2DE2A6A5}"/>
                </a:ext>
              </a:extLst>
            </p:cNvPr>
            <p:cNvSpPr/>
            <p:nvPr/>
          </p:nvSpPr>
          <p:spPr>
            <a:xfrm>
              <a:off x="5471374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1" name="Oval 30">
              <a:extLst>
                <a:ext uri="{FF2B5EF4-FFF2-40B4-BE49-F238E27FC236}">
                  <a16:creationId xmlns:a16="http://schemas.microsoft.com/office/drawing/2014/main" id="{547C4D75-402C-0EEE-7C89-A530A52D794F}"/>
                </a:ext>
              </a:extLst>
            </p:cNvPr>
            <p:cNvSpPr/>
            <p:nvPr/>
          </p:nvSpPr>
          <p:spPr>
            <a:xfrm>
              <a:off x="5894161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2" name="Oval 31">
              <a:extLst>
                <a:ext uri="{FF2B5EF4-FFF2-40B4-BE49-F238E27FC236}">
                  <a16:creationId xmlns:a16="http://schemas.microsoft.com/office/drawing/2014/main" id="{77B2055C-94C1-DA65-17A6-6AAF0D0CE3D2}"/>
                </a:ext>
              </a:extLst>
            </p:cNvPr>
            <p:cNvSpPr/>
            <p:nvPr/>
          </p:nvSpPr>
          <p:spPr>
            <a:xfrm>
              <a:off x="6316948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3" name="Oval 32">
              <a:extLst>
                <a:ext uri="{FF2B5EF4-FFF2-40B4-BE49-F238E27FC236}">
                  <a16:creationId xmlns:a16="http://schemas.microsoft.com/office/drawing/2014/main" id="{1B5CC259-FC17-4F7E-AB06-E5C736409087}"/>
                </a:ext>
              </a:extLst>
            </p:cNvPr>
            <p:cNvSpPr/>
            <p:nvPr/>
          </p:nvSpPr>
          <p:spPr>
            <a:xfrm>
              <a:off x="6739735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4" name="Oval 33">
              <a:extLst>
                <a:ext uri="{FF2B5EF4-FFF2-40B4-BE49-F238E27FC236}">
                  <a16:creationId xmlns:a16="http://schemas.microsoft.com/office/drawing/2014/main" id="{E7A3ECE5-E2CA-6ACA-E41D-C171AE3CCC84}"/>
                </a:ext>
              </a:extLst>
            </p:cNvPr>
            <p:cNvSpPr/>
            <p:nvPr/>
          </p:nvSpPr>
          <p:spPr>
            <a:xfrm>
              <a:off x="7162522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Oval 34">
              <a:extLst>
                <a:ext uri="{FF2B5EF4-FFF2-40B4-BE49-F238E27FC236}">
                  <a16:creationId xmlns:a16="http://schemas.microsoft.com/office/drawing/2014/main" id="{E55F9E1E-3F72-A1BD-67D2-9541F7D91898}"/>
                </a:ext>
              </a:extLst>
            </p:cNvPr>
            <p:cNvSpPr/>
            <p:nvPr/>
          </p:nvSpPr>
          <p:spPr>
            <a:xfrm>
              <a:off x="7585309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Oval 35">
              <a:extLst>
                <a:ext uri="{FF2B5EF4-FFF2-40B4-BE49-F238E27FC236}">
                  <a16:creationId xmlns:a16="http://schemas.microsoft.com/office/drawing/2014/main" id="{E1DD8754-A8AC-69FD-3BE9-62F92249C2BC}"/>
                </a:ext>
              </a:extLst>
            </p:cNvPr>
            <p:cNvSpPr/>
            <p:nvPr/>
          </p:nvSpPr>
          <p:spPr>
            <a:xfrm>
              <a:off x="8008096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Oval 36">
              <a:extLst>
                <a:ext uri="{FF2B5EF4-FFF2-40B4-BE49-F238E27FC236}">
                  <a16:creationId xmlns:a16="http://schemas.microsoft.com/office/drawing/2014/main" id="{CF7BE30B-6E16-7EC4-D1EA-AD1BDDB86B18}"/>
                </a:ext>
              </a:extLst>
            </p:cNvPr>
            <p:cNvSpPr/>
            <p:nvPr/>
          </p:nvSpPr>
          <p:spPr>
            <a:xfrm>
              <a:off x="8430883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Oval 37">
              <a:extLst>
                <a:ext uri="{FF2B5EF4-FFF2-40B4-BE49-F238E27FC236}">
                  <a16:creationId xmlns:a16="http://schemas.microsoft.com/office/drawing/2014/main" id="{62C2819F-0407-84A9-1E96-0F999CDED701}"/>
                </a:ext>
              </a:extLst>
            </p:cNvPr>
            <p:cNvSpPr/>
            <p:nvPr/>
          </p:nvSpPr>
          <p:spPr>
            <a:xfrm>
              <a:off x="8853669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12443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-0.0562734 0 -0.0562734 0 -0.1125468 E" pathEditMode="relative" ptsTypes="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00347 L -4.16667E-6 0.09444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6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0.00023 L 4.16667E-7 0.09444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4699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-0.00347 L -6.25E-7 0.09444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5324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0.00347 L 2.91667E-6 0.09444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32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0.00162 L 1.875E-6 0.09444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SlideEnd_202509291222552308_879a539">
    <p:spTree>
      <p:nvGrpSpPr>
        <p:cNvPr id="1" name="">
          <a:extLst>
            <a:ext uri="{FF2B5EF4-FFF2-40B4-BE49-F238E27FC236}">
              <a16:creationId xmlns:a16="http://schemas.microsoft.com/office/drawing/2014/main" id="{5BF305BB-F484-5DC7-C910-4D893E33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3252-DBA3-2FA5-5C82-570CBDC2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Resolving</a:t>
            </a:r>
            <a:r>
              <a:rPr lang="nl-NL" b="0" dirty="0"/>
              <a:t> </a:t>
            </a:r>
            <a:r>
              <a:rPr lang="nl-NL" b="0" dirty="0" err="1"/>
              <a:t>collisions</a:t>
            </a:r>
            <a:r>
              <a:rPr lang="nl-NL" b="0" dirty="0"/>
              <a:t> – separate </a:t>
            </a:r>
            <a:r>
              <a:rPr lang="nl-NL" b="0" dirty="0" err="1"/>
              <a:t>chaining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1E29B-06E0-2A46-C23F-466FBF902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895230"/>
          </a:xfrm>
        </p:spPr>
        <p:txBody>
          <a:bodyPr>
            <a:normAutofit/>
          </a:bodyPr>
          <a:lstStyle/>
          <a:p>
            <a:r>
              <a:rPr lang="nl-NL" dirty="0"/>
              <a:t>Keep a (</a:t>
            </a:r>
            <a:r>
              <a:rPr lang="nl-NL" dirty="0" err="1"/>
              <a:t>singly</a:t>
            </a:r>
            <a:r>
              <a:rPr lang="nl-NL" dirty="0"/>
              <a:t>) </a:t>
            </a:r>
            <a:r>
              <a:rPr lang="nl-NL" dirty="0" err="1"/>
              <a:t>linked</a:t>
            </a:r>
            <a:r>
              <a:rPr lang="nl-NL" dirty="0"/>
              <a:t> list in </a:t>
            </a:r>
            <a:r>
              <a:rPr lang="nl-NL" dirty="0" err="1"/>
              <a:t>each</a:t>
            </a:r>
            <a:r>
              <a:rPr lang="nl-NL" dirty="0"/>
              <a:t> “slot”</a:t>
            </a:r>
          </a:p>
          <a:p>
            <a:pPr lvl="1"/>
            <a:r>
              <a:rPr lang="nl-NL" dirty="0" err="1"/>
              <a:t>Insert</a:t>
            </a:r>
            <a:r>
              <a:rPr lang="nl-NL" dirty="0"/>
              <a:t>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 % </a:t>
            </a:r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prepend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</a:t>
            </a:r>
          </a:p>
          <a:p>
            <a:pPr lvl="1"/>
            <a:r>
              <a:rPr lang="nl-NL" dirty="0" err="1"/>
              <a:t>Membership</a:t>
            </a:r>
            <a:r>
              <a:rPr lang="nl-NL" dirty="0"/>
              <a:t> test: 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 % </a:t>
            </a:r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</a:t>
            </a:r>
            <a:r>
              <a:rPr lang="nl-NL" sz="20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(x)</a:t>
            </a:r>
          </a:p>
          <a:p>
            <a:pPr lvl="1"/>
            <a:r>
              <a:rPr lang="nl-NL" dirty="0" err="1"/>
              <a:t>Remove</a:t>
            </a:r>
            <a:r>
              <a:rPr lang="nl-NL" dirty="0"/>
              <a:t>: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array[x %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size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].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remove</a:t>
            </a:r>
            <a:r>
              <a:rPr lang="nl-NL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x)</a:t>
            </a:r>
          </a:p>
        </p:txBody>
      </p:sp>
      <p:sp>
        <p:nvSpPr>
          <p:cNvPr id="4" name="array@0">
            <a:extLst>
              <a:ext uri="{FF2B5EF4-FFF2-40B4-BE49-F238E27FC236}">
                <a16:creationId xmlns:a16="http://schemas.microsoft.com/office/drawing/2014/main" id="{6ECA1ACE-DD87-A253-6AE8-5BD3EABDCB7B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array@1">
            <a:extLst>
              <a:ext uri="{FF2B5EF4-FFF2-40B4-BE49-F238E27FC236}">
                <a16:creationId xmlns:a16="http://schemas.microsoft.com/office/drawing/2014/main" id="{3F10E40B-3958-8209-B11A-90EDA086FAA0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array@2">
            <a:extLst>
              <a:ext uri="{FF2B5EF4-FFF2-40B4-BE49-F238E27FC236}">
                <a16:creationId xmlns:a16="http://schemas.microsoft.com/office/drawing/2014/main" id="{5F1ED601-6CB4-E45F-A72D-D93A18C1AF00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array@3">
            <a:extLst>
              <a:ext uri="{FF2B5EF4-FFF2-40B4-BE49-F238E27FC236}">
                <a16:creationId xmlns:a16="http://schemas.microsoft.com/office/drawing/2014/main" id="{C6398B59-14EF-4D71-38BC-3D8E657D13D2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array@4">
            <a:extLst>
              <a:ext uri="{FF2B5EF4-FFF2-40B4-BE49-F238E27FC236}">
                <a16:creationId xmlns:a16="http://schemas.microsoft.com/office/drawing/2014/main" id="{CB2A0330-6EF4-BD42-B308-62BEA7BFD06A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array@5">
            <a:extLst>
              <a:ext uri="{FF2B5EF4-FFF2-40B4-BE49-F238E27FC236}">
                <a16:creationId xmlns:a16="http://schemas.microsoft.com/office/drawing/2014/main" id="{B469971E-19B8-3B0E-94D0-735348625D92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6" name="array@6">
            <a:extLst>
              <a:ext uri="{FF2B5EF4-FFF2-40B4-BE49-F238E27FC236}">
                <a16:creationId xmlns:a16="http://schemas.microsoft.com/office/drawing/2014/main" id="{A088B848-C101-A1FD-648E-44D30AE9D45D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8" name="array@7">
            <a:extLst>
              <a:ext uri="{FF2B5EF4-FFF2-40B4-BE49-F238E27FC236}">
                <a16:creationId xmlns:a16="http://schemas.microsoft.com/office/drawing/2014/main" id="{62C51E9D-3ABA-FAA9-BAAD-2D484918957A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0" name="array@8">
            <a:extLst>
              <a:ext uri="{FF2B5EF4-FFF2-40B4-BE49-F238E27FC236}">
                <a16:creationId xmlns:a16="http://schemas.microsoft.com/office/drawing/2014/main" id="{98FE2371-65DB-F9BF-5EEE-4251465DDBF9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2" name="array@9">
            <a:extLst>
              <a:ext uri="{FF2B5EF4-FFF2-40B4-BE49-F238E27FC236}">
                <a16:creationId xmlns:a16="http://schemas.microsoft.com/office/drawing/2014/main" id="{AD650771-A236-B7A8-1266-F8395C74FAEB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24" name="array@10">
            <a:extLst>
              <a:ext uri="{FF2B5EF4-FFF2-40B4-BE49-F238E27FC236}">
                <a16:creationId xmlns:a16="http://schemas.microsoft.com/office/drawing/2014/main" id="{8BCFFFA9-DFBC-005A-B695-34FB55AE721C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9D4215-8B64-AC1D-AC36-5CEE9F18F482}"/>
              </a:ext>
            </a:extLst>
          </p:cNvPr>
          <p:cNvGrpSpPr/>
          <p:nvPr/>
        </p:nvGrpSpPr>
        <p:grpSpPr>
          <a:xfrm>
            <a:off x="4503126" y="4321263"/>
            <a:ext cx="4650657" cy="393290"/>
            <a:chOff x="4503126" y="5093109"/>
            <a:chExt cx="4650657" cy="393290"/>
          </a:xfrm>
        </p:grpSpPr>
        <p:sp>
          <p:nvSpPr>
            <p:cNvPr id="5" name="idx 0">
              <a:extLst>
                <a:ext uri="{FF2B5EF4-FFF2-40B4-BE49-F238E27FC236}">
                  <a16:creationId xmlns:a16="http://schemas.microsoft.com/office/drawing/2014/main" id="{AB3F0660-B3F7-1EAB-6914-D34D1859B296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7" name="idx 1">
              <a:extLst>
                <a:ext uri="{FF2B5EF4-FFF2-40B4-BE49-F238E27FC236}">
                  <a16:creationId xmlns:a16="http://schemas.microsoft.com/office/drawing/2014/main" id="{F4A63C9F-EC6D-9709-2BEE-E0959AE92917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9" name="idx 2">
              <a:extLst>
                <a:ext uri="{FF2B5EF4-FFF2-40B4-BE49-F238E27FC236}">
                  <a16:creationId xmlns:a16="http://schemas.microsoft.com/office/drawing/2014/main" id="{AF19AC5D-DBFF-2708-B3D3-EE6CAAB79055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1" name="idx 3">
              <a:extLst>
                <a:ext uri="{FF2B5EF4-FFF2-40B4-BE49-F238E27FC236}">
                  <a16:creationId xmlns:a16="http://schemas.microsoft.com/office/drawing/2014/main" id="{DB362232-4FC1-71E8-DE98-F4701CB096E8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13" name="idx 4">
              <a:extLst>
                <a:ext uri="{FF2B5EF4-FFF2-40B4-BE49-F238E27FC236}">
                  <a16:creationId xmlns:a16="http://schemas.microsoft.com/office/drawing/2014/main" id="{374F6460-7084-B946-CD47-AE1E910DA070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15" name="idx 5">
              <a:extLst>
                <a:ext uri="{FF2B5EF4-FFF2-40B4-BE49-F238E27FC236}">
                  <a16:creationId xmlns:a16="http://schemas.microsoft.com/office/drawing/2014/main" id="{C615CFD1-7EE7-95E9-2C58-0EED593A9E29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17" name="idx 6">
              <a:extLst>
                <a:ext uri="{FF2B5EF4-FFF2-40B4-BE49-F238E27FC236}">
                  <a16:creationId xmlns:a16="http://schemas.microsoft.com/office/drawing/2014/main" id="{35902826-7FB0-7538-B72B-D0BE1B26092D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19" name="idx 7">
              <a:extLst>
                <a:ext uri="{FF2B5EF4-FFF2-40B4-BE49-F238E27FC236}">
                  <a16:creationId xmlns:a16="http://schemas.microsoft.com/office/drawing/2014/main" id="{4170E38A-CE25-A440-4BA5-5909F672048B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21" name="idx 8">
              <a:extLst>
                <a:ext uri="{FF2B5EF4-FFF2-40B4-BE49-F238E27FC236}">
                  <a16:creationId xmlns:a16="http://schemas.microsoft.com/office/drawing/2014/main" id="{DC908EE7-1A78-8154-09E8-885ABACCB52F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23" name="idx 9">
              <a:extLst>
                <a:ext uri="{FF2B5EF4-FFF2-40B4-BE49-F238E27FC236}">
                  <a16:creationId xmlns:a16="http://schemas.microsoft.com/office/drawing/2014/main" id="{4D1E6E74-87DD-2F0D-DB2F-6521F9B55E00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25" name="idx 10">
              <a:extLst>
                <a:ext uri="{FF2B5EF4-FFF2-40B4-BE49-F238E27FC236}">
                  <a16:creationId xmlns:a16="http://schemas.microsoft.com/office/drawing/2014/main" id="{19129DBB-ED46-B7EC-7DFA-11B351A0B080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DD977B7-F275-142B-1C99-CF5E1F4E9062}"/>
              </a:ext>
            </a:extLst>
          </p:cNvPr>
          <p:cNvSpPr/>
          <p:nvPr/>
        </p:nvSpPr>
        <p:spPr>
          <a:xfrm>
            <a:off x="640079" y="4635909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23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AB52872-142B-137B-24F0-4FD353E07449}"/>
              </a:ext>
            </a:extLst>
          </p:cNvPr>
          <p:cNvSpPr/>
          <p:nvPr/>
        </p:nvSpPr>
        <p:spPr>
          <a:xfrm>
            <a:off x="640078" y="5146713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86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1DA3758-DBC3-DCCE-E8D1-E7F33BEA8BC1}"/>
              </a:ext>
            </a:extLst>
          </p:cNvPr>
          <p:cNvSpPr/>
          <p:nvPr/>
        </p:nvSpPr>
        <p:spPr>
          <a:xfrm>
            <a:off x="640077" y="5657517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find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45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E60708F-57F3-812C-C606-05B8BC1C01F0}"/>
              </a:ext>
            </a:extLst>
          </p:cNvPr>
          <p:cNvSpPr/>
          <p:nvPr/>
        </p:nvSpPr>
        <p:spPr>
          <a:xfrm>
            <a:off x="640077" y="6168320"/>
            <a:ext cx="1871523" cy="457200"/>
          </a:xfrm>
          <a:prstGeom prst="round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insert 48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1BC7AA-9751-67AC-0B64-5A8ADBD31CB2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8519603" y="5741020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Oval 27">
            <a:extLst>
              <a:ext uri="{FF2B5EF4-FFF2-40B4-BE49-F238E27FC236}">
                <a16:creationId xmlns:a16="http://schemas.microsoft.com/office/drawing/2014/main" id="{D32980A3-66B1-1FD8-3058-6B52BB44A1A5}"/>
              </a:ext>
            </a:extLst>
          </p:cNvPr>
          <p:cNvSpPr/>
          <p:nvPr/>
        </p:nvSpPr>
        <p:spPr>
          <a:xfrm>
            <a:off x="4625800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6" name="Oval 28">
            <a:extLst>
              <a:ext uri="{FF2B5EF4-FFF2-40B4-BE49-F238E27FC236}">
                <a16:creationId xmlns:a16="http://schemas.microsoft.com/office/drawing/2014/main" id="{EEEB8CDD-04BF-ACE2-F1C1-C544C246FF71}"/>
              </a:ext>
            </a:extLst>
          </p:cNvPr>
          <p:cNvSpPr/>
          <p:nvPr/>
        </p:nvSpPr>
        <p:spPr>
          <a:xfrm>
            <a:off x="5048587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7" name="Oval 29">
            <a:extLst>
              <a:ext uri="{FF2B5EF4-FFF2-40B4-BE49-F238E27FC236}">
                <a16:creationId xmlns:a16="http://schemas.microsoft.com/office/drawing/2014/main" id="{138B1562-0F1D-2E67-5DA4-7CD11961FA48}"/>
              </a:ext>
            </a:extLst>
          </p:cNvPr>
          <p:cNvSpPr/>
          <p:nvPr/>
        </p:nvSpPr>
        <p:spPr>
          <a:xfrm>
            <a:off x="5471374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Oval 30">
            <a:extLst>
              <a:ext uri="{FF2B5EF4-FFF2-40B4-BE49-F238E27FC236}">
                <a16:creationId xmlns:a16="http://schemas.microsoft.com/office/drawing/2014/main" id="{4526AF78-90E4-23FB-3CEF-C8BB261BF4D3}"/>
              </a:ext>
            </a:extLst>
          </p:cNvPr>
          <p:cNvSpPr/>
          <p:nvPr/>
        </p:nvSpPr>
        <p:spPr>
          <a:xfrm>
            <a:off x="5894161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9" name="Oval 31">
            <a:extLst>
              <a:ext uri="{FF2B5EF4-FFF2-40B4-BE49-F238E27FC236}">
                <a16:creationId xmlns:a16="http://schemas.microsoft.com/office/drawing/2014/main" id="{AE374271-7156-D8F6-E081-88E0789850CB}"/>
              </a:ext>
            </a:extLst>
          </p:cNvPr>
          <p:cNvSpPr/>
          <p:nvPr/>
        </p:nvSpPr>
        <p:spPr>
          <a:xfrm>
            <a:off x="6316948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0" name="Oval 32">
            <a:extLst>
              <a:ext uri="{FF2B5EF4-FFF2-40B4-BE49-F238E27FC236}">
                <a16:creationId xmlns:a16="http://schemas.microsoft.com/office/drawing/2014/main" id="{7B303C6D-6B4E-B15F-1839-75841E04C85C}"/>
              </a:ext>
            </a:extLst>
          </p:cNvPr>
          <p:cNvSpPr/>
          <p:nvPr/>
        </p:nvSpPr>
        <p:spPr>
          <a:xfrm>
            <a:off x="6739735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Oval 33">
            <a:extLst>
              <a:ext uri="{FF2B5EF4-FFF2-40B4-BE49-F238E27FC236}">
                <a16:creationId xmlns:a16="http://schemas.microsoft.com/office/drawing/2014/main" id="{8B9ADC56-C474-27AB-09AE-F283982735C3}"/>
              </a:ext>
            </a:extLst>
          </p:cNvPr>
          <p:cNvSpPr/>
          <p:nvPr/>
        </p:nvSpPr>
        <p:spPr>
          <a:xfrm>
            <a:off x="7162522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2" name="Oval 34">
            <a:extLst>
              <a:ext uri="{FF2B5EF4-FFF2-40B4-BE49-F238E27FC236}">
                <a16:creationId xmlns:a16="http://schemas.microsoft.com/office/drawing/2014/main" id="{73049935-56F1-60DD-4CA3-728796269F3E}"/>
              </a:ext>
            </a:extLst>
          </p:cNvPr>
          <p:cNvSpPr/>
          <p:nvPr/>
        </p:nvSpPr>
        <p:spPr>
          <a:xfrm>
            <a:off x="7585309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Oval 35">
            <a:extLst>
              <a:ext uri="{FF2B5EF4-FFF2-40B4-BE49-F238E27FC236}">
                <a16:creationId xmlns:a16="http://schemas.microsoft.com/office/drawing/2014/main" id="{28B0EF31-5115-CD3C-6370-B35B3AEB1D64}"/>
              </a:ext>
            </a:extLst>
          </p:cNvPr>
          <p:cNvSpPr/>
          <p:nvPr/>
        </p:nvSpPr>
        <p:spPr>
          <a:xfrm>
            <a:off x="8008096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4" name="Oval 36">
            <a:extLst>
              <a:ext uri="{FF2B5EF4-FFF2-40B4-BE49-F238E27FC236}">
                <a16:creationId xmlns:a16="http://schemas.microsoft.com/office/drawing/2014/main" id="{94549F55-EDCE-D65F-CC62-A98B0268AF39}"/>
              </a:ext>
            </a:extLst>
          </p:cNvPr>
          <p:cNvSpPr/>
          <p:nvPr/>
        </p:nvSpPr>
        <p:spPr>
          <a:xfrm>
            <a:off x="8430883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5" name="Oval 37">
            <a:extLst>
              <a:ext uri="{FF2B5EF4-FFF2-40B4-BE49-F238E27FC236}">
                <a16:creationId xmlns:a16="http://schemas.microsoft.com/office/drawing/2014/main" id="{03F419A0-0831-CCD9-1E2B-C47A39E4B2A0}"/>
              </a:ext>
            </a:extLst>
          </p:cNvPr>
          <p:cNvSpPr/>
          <p:nvPr/>
        </p:nvSpPr>
        <p:spPr>
          <a:xfrm>
            <a:off x="8853669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9E7336D-A2E3-DCDA-A742-BA304F424184}"/>
              </a:ext>
            </a:extLst>
          </p:cNvPr>
          <p:cNvCxnSpPr>
            <a:cxnSpLocks/>
            <a:stCxn id="81" idx="2"/>
          </p:cNvCxnSpPr>
          <p:nvPr/>
        </p:nvCxnSpPr>
        <p:spPr>
          <a:xfrm>
            <a:off x="5137306" y="5741020"/>
            <a:ext cx="1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1" name="array@1">
            <a:extLst>
              <a:ext uri="{FF2B5EF4-FFF2-40B4-BE49-F238E27FC236}">
                <a16:creationId xmlns:a16="http://schemas.microsoft.com/office/drawing/2014/main" id="{8529601D-8970-D2DC-C301-E3CBB80EB174}"/>
              </a:ext>
            </a:extLst>
          </p:cNvPr>
          <p:cNvSpPr/>
          <p:nvPr/>
        </p:nvSpPr>
        <p:spPr>
          <a:xfrm>
            <a:off x="4925912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2" name="array@2">
            <a:extLst>
              <a:ext uri="{FF2B5EF4-FFF2-40B4-BE49-F238E27FC236}">
                <a16:creationId xmlns:a16="http://schemas.microsoft.com/office/drawing/2014/main" id="{2F242D92-5CDB-6F9F-7E95-B161C6EF0888}"/>
              </a:ext>
            </a:extLst>
          </p:cNvPr>
          <p:cNvSpPr/>
          <p:nvPr/>
        </p:nvSpPr>
        <p:spPr>
          <a:xfrm>
            <a:off x="5348698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4" name="array@5">
            <a:extLst>
              <a:ext uri="{FF2B5EF4-FFF2-40B4-BE49-F238E27FC236}">
                <a16:creationId xmlns:a16="http://schemas.microsoft.com/office/drawing/2014/main" id="{E028400F-FF15-42C6-EE08-FD011D21D921}"/>
              </a:ext>
            </a:extLst>
          </p:cNvPr>
          <p:cNvSpPr/>
          <p:nvPr/>
        </p:nvSpPr>
        <p:spPr>
          <a:xfrm>
            <a:off x="6194274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85" name="array@7">
            <a:extLst>
              <a:ext uri="{FF2B5EF4-FFF2-40B4-BE49-F238E27FC236}">
                <a16:creationId xmlns:a16="http://schemas.microsoft.com/office/drawing/2014/main" id="{D84D8AC2-D099-E6BA-E30E-C7B31A8DA121}"/>
              </a:ext>
            </a:extLst>
          </p:cNvPr>
          <p:cNvSpPr/>
          <p:nvPr/>
        </p:nvSpPr>
        <p:spPr>
          <a:xfrm>
            <a:off x="7462635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86" name="array@9">
            <a:extLst>
              <a:ext uri="{FF2B5EF4-FFF2-40B4-BE49-F238E27FC236}">
                <a16:creationId xmlns:a16="http://schemas.microsoft.com/office/drawing/2014/main" id="{DB968955-EC01-E202-0AD1-9F1D6EC260BE}"/>
              </a:ext>
            </a:extLst>
          </p:cNvPr>
          <p:cNvSpPr/>
          <p:nvPr/>
        </p:nvSpPr>
        <p:spPr>
          <a:xfrm>
            <a:off x="8308209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0617509-0684-EB7A-7669-D1D5BC2AFC39}"/>
              </a:ext>
            </a:extLst>
          </p:cNvPr>
          <p:cNvCxnSpPr>
            <a:cxnSpLocks/>
            <a:stCxn id="66" idx="4"/>
            <a:endCxn id="81" idx="0"/>
          </p:cNvCxnSpPr>
          <p:nvPr/>
        </p:nvCxnSpPr>
        <p:spPr>
          <a:xfrm flipH="1">
            <a:off x="5137306" y="4985184"/>
            <a:ext cx="1" cy="3625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60EC422-7D7B-0109-679F-C5198C7DA10E}"/>
              </a:ext>
            </a:extLst>
          </p:cNvPr>
          <p:cNvCxnSpPr>
            <a:cxnSpLocks/>
            <a:stCxn id="67" idx="4"/>
            <a:endCxn id="82" idx="0"/>
          </p:cNvCxnSpPr>
          <p:nvPr/>
        </p:nvCxnSpPr>
        <p:spPr>
          <a:xfrm flipH="1">
            <a:off x="5560092" y="4985183"/>
            <a:ext cx="2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A7F5D09B-066D-C8E4-2A9D-F7F457E2F77B}"/>
              </a:ext>
            </a:extLst>
          </p:cNvPr>
          <p:cNvCxnSpPr>
            <a:cxnSpLocks/>
            <a:stCxn id="69" idx="4"/>
            <a:endCxn id="84" idx="0"/>
          </p:cNvCxnSpPr>
          <p:nvPr/>
        </p:nvCxnSpPr>
        <p:spPr>
          <a:xfrm>
            <a:off x="6405668" y="4985183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162FC0FE-7685-9200-4CC9-F48BDAAD1139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6405668" y="5741020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3686CB39-7A3F-AECE-82AE-005810B259DA}"/>
              </a:ext>
            </a:extLst>
          </p:cNvPr>
          <p:cNvCxnSpPr>
            <a:cxnSpLocks/>
            <a:stCxn id="72" idx="4"/>
            <a:endCxn id="85" idx="0"/>
          </p:cNvCxnSpPr>
          <p:nvPr/>
        </p:nvCxnSpPr>
        <p:spPr>
          <a:xfrm>
            <a:off x="7674029" y="4985184"/>
            <a:ext cx="0" cy="3625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5EE2C9D3-77FA-D002-BA77-FA03A406B64F}"/>
              </a:ext>
            </a:extLst>
          </p:cNvPr>
          <p:cNvCxnSpPr>
            <a:cxnSpLocks/>
            <a:stCxn id="74" idx="4"/>
            <a:endCxn id="86" idx="0"/>
          </p:cNvCxnSpPr>
          <p:nvPr/>
        </p:nvCxnSpPr>
        <p:spPr>
          <a:xfrm>
            <a:off x="8519603" y="4985183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0" name="array@1">
            <a:extLst>
              <a:ext uri="{FF2B5EF4-FFF2-40B4-BE49-F238E27FC236}">
                <a16:creationId xmlns:a16="http://schemas.microsoft.com/office/drawing/2014/main" id="{FDB32C21-B7A5-17DA-280B-86357ABBB616}"/>
              </a:ext>
            </a:extLst>
          </p:cNvPr>
          <p:cNvSpPr/>
          <p:nvPr/>
        </p:nvSpPr>
        <p:spPr>
          <a:xfrm>
            <a:off x="2767486" y="466786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261" name="array@5">
            <a:extLst>
              <a:ext uri="{FF2B5EF4-FFF2-40B4-BE49-F238E27FC236}">
                <a16:creationId xmlns:a16="http://schemas.microsoft.com/office/drawing/2014/main" id="{4F41A3ED-9DBF-F64A-30E9-8A9B8641A63E}"/>
              </a:ext>
            </a:extLst>
          </p:cNvPr>
          <p:cNvSpPr/>
          <p:nvPr/>
        </p:nvSpPr>
        <p:spPr>
          <a:xfrm>
            <a:off x="2809312" y="616832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48</a:t>
            </a:r>
          </a:p>
        </p:txBody>
      </p:sp>
      <p:sp>
        <p:nvSpPr>
          <p:cNvPr id="262" name="array@9">
            <a:extLst>
              <a:ext uri="{FF2B5EF4-FFF2-40B4-BE49-F238E27FC236}">
                <a16:creationId xmlns:a16="http://schemas.microsoft.com/office/drawing/2014/main" id="{7DE84478-E03A-8C73-3BEE-9B872017DFB3}"/>
              </a:ext>
            </a:extLst>
          </p:cNvPr>
          <p:cNvSpPr/>
          <p:nvPr/>
        </p:nvSpPr>
        <p:spPr>
          <a:xfrm>
            <a:off x="2774275" y="5163144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2209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-3.75E-6 0.09792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4907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7.40741E-7 L 0.17708 0.09908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8" y="5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3.33333E-6 L 1.875E-6 0.09792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07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48148E-6 L 0.45391 0.02686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95" y="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3.33333E-6 L -6.25E-7 0.09792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907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7.40741E-7 L 0.2776 -0.11967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32" y="-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81" grpId="0" animBg="1"/>
      <p:bldP spid="84" grpId="0" animBg="1"/>
      <p:bldP spid="86" grpId="0" animBg="1"/>
      <p:bldP spid="260" grpId="0" animBg="1"/>
      <p:bldP spid="260" grpId="1" animBg="1"/>
      <p:bldP spid="261" grpId="0" animBg="1"/>
      <p:bldP spid="261" grpId="1" animBg="1"/>
      <p:bldP spid="262" grpId="0" animBg="1"/>
      <p:bldP spid="262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F17A8-A235-6140-E70F-62E2ABC1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65E8-55A8-CC45-CA01-257261D8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Collisions</a:t>
            </a:r>
            <a:r>
              <a:rPr lang="nl-NL" b="0" dirty="0"/>
              <a:t> &amp; performance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FF2EB-F10B-C79C-B8D1-5940FD1EDC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10890928" cy="1895230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Collisions</a:t>
                </a:r>
                <a:r>
                  <a:rPr lang="nl-NL" dirty="0"/>
                  <a:t> </a:t>
                </a:r>
                <a:r>
                  <a:rPr lang="nl-NL" dirty="0" err="1"/>
                  <a:t>mean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lookup</a:t>
                </a:r>
                <a:r>
                  <a:rPr lang="nl-NL" dirty="0"/>
                  <a:t> is </a:t>
                </a:r>
                <a:r>
                  <a:rPr lang="nl-NL" dirty="0" err="1"/>
                  <a:t>possible</a:t>
                </a:r>
                <a:r>
                  <a:rPr lang="nl-NL" dirty="0"/>
                  <a:t> </a:t>
                </a:r>
                <a:r>
                  <a:rPr lang="nl-NL" b="1" dirty="0" err="1"/>
                  <a:t>only</a:t>
                </a:r>
                <a:r>
                  <a:rPr lang="nl-NL" b="1" dirty="0"/>
                  <a:t> </a:t>
                </a:r>
                <a:r>
                  <a:rPr lang="nl-NL" b="1" dirty="0" err="1"/>
                  <a:t>if</a:t>
                </a:r>
                <a:r>
                  <a:rPr lang="nl-NL" dirty="0"/>
                  <a:t> we </a:t>
                </a:r>
                <a:r>
                  <a:rPr lang="nl-NL" dirty="0" err="1"/>
                  <a:t>can</a:t>
                </a:r>
                <a:r>
                  <a:rPr lang="nl-NL" dirty="0"/>
                  <a:t> keep </a:t>
                </a:r>
                <a:r>
                  <a:rPr lang="nl-NL" dirty="0" err="1"/>
                  <a:t>the</a:t>
                </a:r>
                <a:r>
                  <a:rPr lang="nl-NL" dirty="0"/>
                  <a:t> chain </a:t>
                </a:r>
                <a:r>
                  <a:rPr lang="nl-NL" dirty="0" err="1"/>
                  <a:t>length</a:t>
                </a:r>
                <a:r>
                  <a:rPr lang="nl-NL" dirty="0"/>
                  <a:t> </a:t>
                </a:r>
                <a:r>
                  <a:rPr lang="nl-NL" dirty="0" err="1"/>
                  <a:t>limited</a:t>
                </a:r>
                <a:endParaRPr lang="nl-NL" dirty="0"/>
              </a:p>
              <a:p>
                <a:pPr lvl="1"/>
                <a:r>
                  <a:rPr lang="nl-NL" dirty="0"/>
                  <a:t>More </a:t>
                </a:r>
                <a:r>
                  <a:rPr lang="nl-NL" dirty="0" err="1"/>
                  <a:t>slots</a:t>
                </a:r>
                <a:r>
                  <a:rPr lang="nl-NL" dirty="0"/>
                  <a:t> means </a:t>
                </a:r>
                <a:r>
                  <a:rPr lang="nl-NL" dirty="0" err="1"/>
                  <a:t>lower</a:t>
                </a:r>
                <a:r>
                  <a:rPr lang="nl-NL" dirty="0"/>
                  <a:t> chance of </a:t>
                </a:r>
                <a:r>
                  <a:rPr lang="nl-NL" dirty="0" err="1"/>
                  <a:t>collision</a:t>
                </a:r>
                <a:endParaRPr lang="nl-NL" dirty="0"/>
              </a:p>
              <a:p>
                <a:r>
                  <a:rPr lang="nl-NL" dirty="0"/>
                  <a:t>Load factor = </a:t>
                </a:r>
                <a:r>
                  <a:rPr lang="nl-NL" dirty="0" err="1"/>
                  <a:t>values</a:t>
                </a:r>
                <a:r>
                  <a:rPr lang="nl-NL" dirty="0"/>
                  <a:t> </a:t>
                </a:r>
                <a:r>
                  <a:rPr lang="nl-NL" dirty="0" err="1"/>
                  <a:t>stored</a:t>
                </a:r>
                <a:r>
                  <a:rPr lang="nl-NL" dirty="0"/>
                  <a:t> / </a:t>
                </a:r>
                <a:r>
                  <a:rPr lang="nl-NL" dirty="0" err="1"/>
                  <a:t>slots</a:t>
                </a:r>
                <a:endParaRPr lang="nl-NL" dirty="0"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7FF2EB-F10B-C79C-B8D1-5940FD1ED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10890928" cy="1895230"/>
              </a:xfrm>
              <a:blipFill>
                <a:blip r:embed="rId2"/>
                <a:stretch>
                  <a:fillRect l="-336" t="-32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rray@0">
            <a:extLst>
              <a:ext uri="{FF2B5EF4-FFF2-40B4-BE49-F238E27FC236}">
                <a16:creationId xmlns:a16="http://schemas.microsoft.com/office/drawing/2014/main" id="{C1CCE11B-0F56-26D9-CE81-11946610684A}"/>
              </a:ext>
            </a:extLst>
          </p:cNvPr>
          <p:cNvSpPr/>
          <p:nvPr/>
        </p:nvSpPr>
        <p:spPr>
          <a:xfrm>
            <a:off x="450312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0" name="array@1">
            <a:extLst>
              <a:ext uri="{FF2B5EF4-FFF2-40B4-BE49-F238E27FC236}">
                <a16:creationId xmlns:a16="http://schemas.microsoft.com/office/drawing/2014/main" id="{0C7922A5-D895-BB45-AD3D-71B440371BB1}"/>
              </a:ext>
            </a:extLst>
          </p:cNvPr>
          <p:cNvSpPr/>
          <p:nvPr/>
        </p:nvSpPr>
        <p:spPr>
          <a:xfrm>
            <a:off x="4925913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1" name="array@2">
            <a:extLst>
              <a:ext uri="{FF2B5EF4-FFF2-40B4-BE49-F238E27FC236}">
                <a16:creationId xmlns:a16="http://schemas.microsoft.com/office/drawing/2014/main" id="{84D2EAEC-3C08-77A3-3858-8602B0EC232E}"/>
              </a:ext>
            </a:extLst>
          </p:cNvPr>
          <p:cNvSpPr/>
          <p:nvPr/>
        </p:nvSpPr>
        <p:spPr>
          <a:xfrm>
            <a:off x="5348700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2" name="array@3">
            <a:extLst>
              <a:ext uri="{FF2B5EF4-FFF2-40B4-BE49-F238E27FC236}">
                <a16:creationId xmlns:a16="http://schemas.microsoft.com/office/drawing/2014/main" id="{3AB98E21-A491-7260-A6E1-21F362C7A083}"/>
              </a:ext>
            </a:extLst>
          </p:cNvPr>
          <p:cNvSpPr/>
          <p:nvPr/>
        </p:nvSpPr>
        <p:spPr>
          <a:xfrm>
            <a:off x="5771487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3" name="array@4">
            <a:extLst>
              <a:ext uri="{FF2B5EF4-FFF2-40B4-BE49-F238E27FC236}">
                <a16:creationId xmlns:a16="http://schemas.microsoft.com/office/drawing/2014/main" id="{C02D8DD9-7E3E-B3AA-2D03-E59992BD7C71}"/>
              </a:ext>
            </a:extLst>
          </p:cNvPr>
          <p:cNvSpPr/>
          <p:nvPr/>
        </p:nvSpPr>
        <p:spPr>
          <a:xfrm>
            <a:off x="6194274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4" name="array@5">
            <a:extLst>
              <a:ext uri="{FF2B5EF4-FFF2-40B4-BE49-F238E27FC236}">
                <a16:creationId xmlns:a16="http://schemas.microsoft.com/office/drawing/2014/main" id="{41DBF810-616A-4923-5DB4-A4AF4017F4B5}"/>
              </a:ext>
            </a:extLst>
          </p:cNvPr>
          <p:cNvSpPr/>
          <p:nvPr/>
        </p:nvSpPr>
        <p:spPr>
          <a:xfrm>
            <a:off x="6617061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5" name="array@6">
            <a:extLst>
              <a:ext uri="{FF2B5EF4-FFF2-40B4-BE49-F238E27FC236}">
                <a16:creationId xmlns:a16="http://schemas.microsoft.com/office/drawing/2014/main" id="{E34C6F74-F079-C493-E6DE-62926A8052A6}"/>
              </a:ext>
            </a:extLst>
          </p:cNvPr>
          <p:cNvSpPr/>
          <p:nvPr/>
        </p:nvSpPr>
        <p:spPr>
          <a:xfrm>
            <a:off x="7039848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6" name="array@7">
            <a:extLst>
              <a:ext uri="{FF2B5EF4-FFF2-40B4-BE49-F238E27FC236}">
                <a16:creationId xmlns:a16="http://schemas.microsoft.com/office/drawing/2014/main" id="{59CC57F5-496A-6693-5E79-CBDDD59885AF}"/>
              </a:ext>
            </a:extLst>
          </p:cNvPr>
          <p:cNvSpPr/>
          <p:nvPr/>
        </p:nvSpPr>
        <p:spPr>
          <a:xfrm>
            <a:off x="7462635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7" name="array@8">
            <a:extLst>
              <a:ext uri="{FF2B5EF4-FFF2-40B4-BE49-F238E27FC236}">
                <a16:creationId xmlns:a16="http://schemas.microsoft.com/office/drawing/2014/main" id="{D7B9798C-2A1E-2FAE-D160-1824CB08C6E9}"/>
              </a:ext>
            </a:extLst>
          </p:cNvPr>
          <p:cNvSpPr/>
          <p:nvPr/>
        </p:nvSpPr>
        <p:spPr>
          <a:xfrm>
            <a:off x="7885422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8" name="array@9">
            <a:extLst>
              <a:ext uri="{FF2B5EF4-FFF2-40B4-BE49-F238E27FC236}">
                <a16:creationId xmlns:a16="http://schemas.microsoft.com/office/drawing/2014/main" id="{0552FB53-216B-B3E9-3E2C-D1B0143CD730}"/>
              </a:ext>
            </a:extLst>
          </p:cNvPr>
          <p:cNvSpPr/>
          <p:nvPr/>
        </p:nvSpPr>
        <p:spPr>
          <a:xfrm>
            <a:off x="8308209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49" name="array@10">
            <a:extLst>
              <a:ext uri="{FF2B5EF4-FFF2-40B4-BE49-F238E27FC236}">
                <a16:creationId xmlns:a16="http://schemas.microsoft.com/office/drawing/2014/main" id="{3E1BC5F8-91C8-744D-A6D0-0198A865ED32}"/>
              </a:ext>
            </a:extLst>
          </p:cNvPr>
          <p:cNvSpPr/>
          <p:nvPr/>
        </p:nvSpPr>
        <p:spPr>
          <a:xfrm>
            <a:off x="8730996" y="4699819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50" name="Group 25">
            <a:extLst>
              <a:ext uri="{FF2B5EF4-FFF2-40B4-BE49-F238E27FC236}">
                <a16:creationId xmlns:a16="http://schemas.microsoft.com/office/drawing/2014/main" id="{F32284B0-C870-6569-9AAB-7D71DE0182D1}"/>
              </a:ext>
            </a:extLst>
          </p:cNvPr>
          <p:cNvGrpSpPr/>
          <p:nvPr/>
        </p:nvGrpSpPr>
        <p:grpSpPr>
          <a:xfrm>
            <a:off x="4503126" y="4321263"/>
            <a:ext cx="4650657" cy="393290"/>
            <a:chOff x="4503126" y="5093109"/>
            <a:chExt cx="4650657" cy="393290"/>
          </a:xfrm>
        </p:grpSpPr>
        <p:sp>
          <p:nvSpPr>
            <p:cNvPr id="51" name="idx 0">
              <a:extLst>
                <a:ext uri="{FF2B5EF4-FFF2-40B4-BE49-F238E27FC236}">
                  <a16:creationId xmlns:a16="http://schemas.microsoft.com/office/drawing/2014/main" id="{1FD06323-3402-DB7E-C50B-68D36B8245DE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52" name="idx 1">
              <a:extLst>
                <a:ext uri="{FF2B5EF4-FFF2-40B4-BE49-F238E27FC236}">
                  <a16:creationId xmlns:a16="http://schemas.microsoft.com/office/drawing/2014/main" id="{23196FDB-AE19-EC3A-5357-AC0289C5B0D7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53" name="idx 2">
              <a:extLst>
                <a:ext uri="{FF2B5EF4-FFF2-40B4-BE49-F238E27FC236}">
                  <a16:creationId xmlns:a16="http://schemas.microsoft.com/office/drawing/2014/main" id="{C1F7F8FF-1CE5-E206-AD8B-8FCA93284181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54" name="idx 3">
              <a:extLst>
                <a:ext uri="{FF2B5EF4-FFF2-40B4-BE49-F238E27FC236}">
                  <a16:creationId xmlns:a16="http://schemas.microsoft.com/office/drawing/2014/main" id="{C9DBB877-AB25-10E2-3CE5-9FAE16239E5B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55" name="idx 4">
              <a:extLst>
                <a:ext uri="{FF2B5EF4-FFF2-40B4-BE49-F238E27FC236}">
                  <a16:creationId xmlns:a16="http://schemas.microsoft.com/office/drawing/2014/main" id="{B2E81E09-D55E-8569-E4DB-F4DB97636CCE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56" name="idx 5">
              <a:extLst>
                <a:ext uri="{FF2B5EF4-FFF2-40B4-BE49-F238E27FC236}">
                  <a16:creationId xmlns:a16="http://schemas.microsoft.com/office/drawing/2014/main" id="{1D0DC252-9411-4067-718A-4F69FE8412B1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57" name="idx 6">
              <a:extLst>
                <a:ext uri="{FF2B5EF4-FFF2-40B4-BE49-F238E27FC236}">
                  <a16:creationId xmlns:a16="http://schemas.microsoft.com/office/drawing/2014/main" id="{76C7B9A6-3A26-6EEA-3502-9E588F97AD0A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58" name="idx 7">
              <a:extLst>
                <a:ext uri="{FF2B5EF4-FFF2-40B4-BE49-F238E27FC236}">
                  <a16:creationId xmlns:a16="http://schemas.microsoft.com/office/drawing/2014/main" id="{FEE7E864-0D9F-1EE9-2831-786B4FEB076C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59" name="idx 8">
              <a:extLst>
                <a:ext uri="{FF2B5EF4-FFF2-40B4-BE49-F238E27FC236}">
                  <a16:creationId xmlns:a16="http://schemas.microsoft.com/office/drawing/2014/main" id="{9C7664CA-8031-7BBA-FCBB-D48895F3D86D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60" name="idx 9">
              <a:extLst>
                <a:ext uri="{FF2B5EF4-FFF2-40B4-BE49-F238E27FC236}">
                  <a16:creationId xmlns:a16="http://schemas.microsoft.com/office/drawing/2014/main" id="{08D0CA91-3FBA-38A7-9D49-DFA37EB80E62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61" name="idx 10">
              <a:extLst>
                <a:ext uri="{FF2B5EF4-FFF2-40B4-BE49-F238E27FC236}">
                  <a16:creationId xmlns:a16="http://schemas.microsoft.com/office/drawing/2014/main" id="{AE20EE32-99CB-82CC-6ACD-345CE27C8742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sp>
        <p:nvSpPr>
          <p:cNvPr id="63" name="Oval 27">
            <a:extLst>
              <a:ext uri="{FF2B5EF4-FFF2-40B4-BE49-F238E27FC236}">
                <a16:creationId xmlns:a16="http://schemas.microsoft.com/office/drawing/2014/main" id="{136EB93B-FC3B-BF83-F32E-56E40EDB63BB}"/>
              </a:ext>
            </a:extLst>
          </p:cNvPr>
          <p:cNvSpPr/>
          <p:nvPr/>
        </p:nvSpPr>
        <p:spPr>
          <a:xfrm>
            <a:off x="4625800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4" name="Oval 28">
            <a:extLst>
              <a:ext uri="{FF2B5EF4-FFF2-40B4-BE49-F238E27FC236}">
                <a16:creationId xmlns:a16="http://schemas.microsoft.com/office/drawing/2014/main" id="{B614705F-62DA-4ECA-4114-66ECD86440C3}"/>
              </a:ext>
            </a:extLst>
          </p:cNvPr>
          <p:cNvSpPr/>
          <p:nvPr/>
        </p:nvSpPr>
        <p:spPr>
          <a:xfrm>
            <a:off x="5048587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4153B43B-873E-A802-35D7-ECEC69C2A663}"/>
              </a:ext>
            </a:extLst>
          </p:cNvPr>
          <p:cNvSpPr/>
          <p:nvPr/>
        </p:nvSpPr>
        <p:spPr>
          <a:xfrm>
            <a:off x="5471374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6" name="Oval 30">
            <a:extLst>
              <a:ext uri="{FF2B5EF4-FFF2-40B4-BE49-F238E27FC236}">
                <a16:creationId xmlns:a16="http://schemas.microsoft.com/office/drawing/2014/main" id="{19609E82-E106-D307-80A5-2DAD6DAB44C1}"/>
              </a:ext>
            </a:extLst>
          </p:cNvPr>
          <p:cNvSpPr/>
          <p:nvPr/>
        </p:nvSpPr>
        <p:spPr>
          <a:xfrm>
            <a:off x="5894161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7" name="Oval 31">
            <a:extLst>
              <a:ext uri="{FF2B5EF4-FFF2-40B4-BE49-F238E27FC236}">
                <a16:creationId xmlns:a16="http://schemas.microsoft.com/office/drawing/2014/main" id="{8E288E14-44B4-6872-384B-18C05FFE704B}"/>
              </a:ext>
            </a:extLst>
          </p:cNvPr>
          <p:cNvSpPr/>
          <p:nvPr/>
        </p:nvSpPr>
        <p:spPr>
          <a:xfrm>
            <a:off x="6316948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Oval 32">
            <a:extLst>
              <a:ext uri="{FF2B5EF4-FFF2-40B4-BE49-F238E27FC236}">
                <a16:creationId xmlns:a16="http://schemas.microsoft.com/office/drawing/2014/main" id="{F61428C8-0272-4A30-16E1-C4B496CAA4E6}"/>
              </a:ext>
            </a:extLst>
          </p:cNvPr>
          <p:cNvSpPr/>
          <p:nvPr/>
        </p:nvSpPr>
        <p:spPr>
          <a:xfrm>
            <a:off x="6739735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9" name="Oval 33">
            <a:extLst>
              <a:ext uri="{FF2B5EF4-FFF2-40B4-BE49-F238E27FC236}">
                <a16:creationId xmlns:a16="http://schemas.microsoft.com/office/drawing/2014/main" id="{FE939B26-FE2A-C38D-5020-3E0BF66ACE34}"/>
              </a:ext>
            </a:extLst>
          </p:cNvPr>
          <p:cNvSpPr/>
          <p:nvPr/>
        </p:nvSpPr>
        <p:spPr>
          <a:xfrm>
            <a:off x="7162522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0" name="Oval 34">
            <a:extLst>
              <a:ext uri="{FF2B5EF4-FFF2-40B4-BE49-F238E27FC236}">
                <a16:creationId xmlns:a16="http://schemas.microsoft.com/office/drawing/2014/main" id="{4AD13BE1-54EC-F130-F2F4-BE1A38E53C30}"/>
              </a:ext>
            </a:extLst>
          </p:cNvPr>
          <p:cNvSpPr/>
          <p:nvPr/>
        </p:nvSpPr>
        <p:spPr>
          <a:xfrm>
            <a:off x="7585309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1" name="Oval 35">
            <a:extLst>
              <a:ext uri="{FF2B5EF4-FFF2-40B4-BE49-F238E27FC236}">
                <a16:creationId xmlns:a16="http://schemas.microsoft.com/office/drawing/2014/main" id="{55A88CD5-701D-C8E1-3BBF-B0D0B08F902C}"/>
              </a:ext>
            </a:extLst>
          </p:cNvPr>
          <p:cNvSpPr/>
          <p:nvPr/>
        </p:nvSpPr>
        <p:spPr>
          <a:xfrm>
            <a:off x="8008096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2" name="Oval 36">
            <a:extLst>
              <a:ext uri="{FF2B5EF4-FFF2-40B4-BE49-F238E27FC236}">
                <a16:creationId xmlns:a16="http://schemas.microsoft.com/office/drawing/2014/main" id="{831B721B-9DB8-B4A7-1337-2799E549CDE3}"/>
              </a:ext>
            </a:extLst>
          </p:cNvPr>
          <p:cNvSpPr/>
          <p:nvPr/>
        </p:nvSpPr>
        <p:spPr>
          <a:xfrm>
            <a:off x="8430883" y="4807744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Oval 37">
            <a:extLst>
              <a:ext uri="{FF2B5EF4-FFF2-40B4-BE49-F238E27FC236}">
                <a16:creationId xmlns:a16="http://schemas.microsoft.com/office/drawing/2014/main" id="{36F2D45D-D85A-341C-6588-7C76EF5A3E61}"/>
              </a:ext>
            </a:extLst>
          </p:cNvPr>
          <p:cNvSpPr/>
          <p:nvPr/>
        </p:nvSpPr>
        <p:spPr>
          <a:xfrm>
            <a:off x="8853669" y="4807745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5" name="array@1">
            <a:extLst>
              <a:ext uri="{FF2B5EF4-FFF2-40B4-BE49-F238E27FC236}">
                <a16:creationId xmlns:a16="http://schemas.microsoft.com/office/drawing/2014/main" id="{F8EB3046-BFA7-29A6-DFB2-514E6C8ABA62}"/>
              </a:ext>
            </a:extLst>
          </p:cNvPr>
          <p:cNvSpPr/>
          <p:nvPr/>
        </p:nvSpPr>
        <p:spPr>
          <a:xfrm>
            <a:off x="4925912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76" name="array@2">
            <a:extLst>
              <a:ext uri="{FF2B5EF4-FFF2-40B4-BE49-F238E27FC236}">
                <a16:creationId xmlns:a16="http://schemas.microsoft.com/office/drawing/2014/main" id="{0045A88A-CF9D-12E5-3697-35CE4D7CA0EB}"/>
              </a:ext>
            </a:extLst>
          </p:cNvPr>
          <p:cNvSpPr/>
          <p:nvPr/>
        </p:nvSpPr>
        <p:spPr>
          <a:xfrm>
            <a:off x="5348698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7" name="array@5">
            <a:extLst>
              <a:ext uri="{FF2B5EF4-FFF2-40B4-BE49-F238E27FC236}">
                <a16:creationId xmlns:a16="http://schemas.microsoft.com/office/drawing/2014/main" id="{09141CC6-1BA2-BFA3-E292-6AA3A43C0DF0}"/>
              </a:ext>
            </a:extLst>
          </p:cNvPr>
          <p:cNvSpPr/>
          <p:nvPr/>
        </p:nvSpPr>
        <p:spPr>
          <a:xfrm>
            <a:off x="6194274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48</a:t>
            </a:r>
          </a:p>
        </p:txBody>
      </p:sp>
      <p:sp>
        <p:nvSpPr>
          <p:cNvPr id="78" name="array@7">
            <a:extLst>
              <a:ext uri="{FF2B5EF4-FFF2-40B4-BE49-F238E27FC236}">
                <a16:creationId xmlns:a16="http://schemas.microsoft.com/office/drawing/2014/main" id="{BFA0F1B9-E5A1-5D97-6ABC-14E3C06BC6A6}"/>
              </a:ext>
            </a:extLst>
          </p:cNvPr>
          <p:cNvSpPr/>
          <p:nvPr/>
        </p:nvSpPr>
        <p:spPr>
          <a:xfrm>
            <a:off x="7462635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79" name="array@9">
            <a:extLst>
              <a:ext uri="{FF2B5EF4-FFF2-40B4-BE49-F238E27FC236}">
                <a16:creationId xmlns:a16="http://schemas.microsoft.com/office/drawing/2014/main" id="{D7F93AA9-F475-BEFD-F764-A07B7E93CDCA}"/>
              </a:ext>
            </a:extLst>
          </p:cNvPr>
          <p:cNvSpPr/>
          <p:nvPr/>
        </p:nvSpPr>
        <p:spPr>
          <a:xfrm>
            <a:off x="8308209" y="5347730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86</a:t>
            </a:r>
          </a:p>
        </p:txBody>
      </p:sp>
      <p:cxnSp>
        <p:nvCxnSpPr>
          <p:cNvPr id="80" name="Straight Arrow Connector 152">
            <a:extLst>
              <a:ext uri="{FF2B5EF4-FFF2-40B4-BE49-F238E27FC236}">
                <a16:creationId xmlns:a16="http://schemas.microsoft.com/office/drawing/2014/main" id="{0DB7292F-365B-A7E6-C210-6A98038D15C2}"/>
              </a:ext>
            </a:extLst>
          </p:cNvPr>
          <p:cNvCxnSpPr>
            <a:cxnSpLocks/>
            <a:stCxn id="64" idx="4"/>
            <a:endCxn id="75" idx="0"/>
          </p:cNvCxnSpPr>
          <p:nvPr/>
        </p:nvCxnSpPr>
        <p:spPr>
          <a:xfrm flipH="1">
            <a:off x="5137306" y="4985184"/>
            <a:ext cx="1" cy="3625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157">
            <a:extLst>
              <a:ext uri="{FF2B5EF4-FFF2-40B4-BE49-F238E27FC236}">
                <a16:creationId xmlns:a16="http://schemas.microsoft.com/office/drawing/2014/main" id="{F5A0E87C-5724-7F61-315C-D09B27623F21}"/>
              </a:ext>
            </a:extLst>
          </p:cNvPr>
          <p:cNvCxnSpPr>
            <a:cxnSpLocks/>
            <a:stCxn id="65" idx="4"/>
            <a:endCxn id="76" idx="0"/>
          </p:cNvCxnSpPr>
          <p:nvPr/>
        </p:nvCxnSpPr>
        <p:spPr>
          <a:xfrm flipH="1">
            <a:off x="5560092" y="4985183"/>
            <a:ext cx="2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Arrow Connector 170">
            <a:extLst>
              <a:ext uri="{FF2B5EF4-FFF2-40B4-BE49-F238E27FC236}">
                <a16:creationId xmlns:a16="http://schemas.microsoft.com/office/drawing/2014/main" id="{0E54AE3E-010D-DA59-E8F7-109F38517741}"/>
              </a:ext>
            </a:extLst>
          </p:cNvPr>
          <p:cNvCxnSpPr>
            <a:cxnSpLocks/>
            <a:stCxn id="67" idx="4"/>
            <a:endCxn id="77" idx="0"/>
          </p:cNvCxnSpPr>
          <p:nvPr/>
        </p:nvCxnSpPr>
        <p:spPr>
          <a:xfrm>
            <a:off x="6405668" y="4985183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Arrow Connector 176">
            <a:extLst>
              <a:ext uri="{FF2B5EF4-FFF2-40B4-BE49-F238E27FC236}">
                <a16:creationId xmlns:a16="http://schemas.microsoft.com/office/drawing/2014/main" id="{9607015C-BB71-86B5-E2FC-A01A8D14F049}"/>
              </a:ext>
            </a:extLst>
          </p:cNvPr>
          <p:cNvCxnSpPr>
            <a:cxnSpLocks/>
            <a:stCxn id="70" idx="4"/>
            <a:endCxn id="78" idx="0"/>
          </p:cNvCxnSpPr>
          <p:nvPr/>
        </p:nvCxnSpPr>
        <p:spPr>
          <a:xfrm>
            <a:off x="7674029" y="4985184"/>
            <a:ext cx="0" cy="3625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Straight Arrow Connector 179">
            <a:extLst>
              <a:ext uri="{FF2B5EF4-FFF2-40B4-BE49-F238E27FC236}">
                <a16:creationId xmlns:a16="http://schemas.microsoft.com/office/drawing/2014/main" id="{1BE12D41-F2CD-051B-9AF4-CFE3D8B30EA4}"/>
              </a:ext>
            </a:extLst>
          </p:cNvPr>
          <p:cNvCxnSpPr>
            <a:cxnSpLocks/>
            <a:stCxn id="72" idx="4"/>
            <a:endCxn id="79" idx="0"/>
          </p:cNvCxnSpPr>
          <p:nvPr/>
        </p:nvCxnSpPr>
        <p:spPr>
          <a:xfrm>
            <a:off x="8519603" y="4985183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34">
            <a:extLst>
              <a:ext uri="{FF2B5EF4-FFF2-40B4-BE49-F238E27FC236}">
                <a16:creationId xmlns:a16="http://schemas.microsoft.com/office/drawing/2014/main" id="{72642A95-B713-01F8-969E-BAEDFC89E026}"/>
              </a:ext>
            </a:extLst>
          </p:cNvPr>
          <p:cNvCxnSpPr>
            <a:cxnSpLocks/>
          </p:cNvCxnSpPr>
          <p:nvPr/>
        </p:nvCxnSpPr>
        <p:spPr>
          <a:xfrm>
            <a:off x="8519603" y="5741020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8" name="array@9">
            <a:extLst>
              <a:ext uri="{FF2B5EF4-FFF2-40B4-BE49-F238E27FC236}">
                <a16:creationId xmlns:a16="http://schemas.microsoft.com/office/drawing/2014/main" id="{178380A5-8ED1-5B40-8BCB-BE7805A369E3}"/>
              </a:ext>
            </a:extLst>
          </p:cNvPr>
          <p:cNvSpPr/>
          <p:nvPr/>
        </p:nvSpPr>
        <p:spPr>
          <a:xfrm>
            <a:off x="8308210" y="6018985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cxnSp>
        <p:nvCxnSpPr>
          <p:cNvPr id="83" name="Straight Arrow Connector 173">
            <a:extLst>
              <a:ext uri="{FF2B5EF4-FFF2-40B4-BE49-F238E27FC236}">
                <a16:creationId xmlns:a16="http://schemas.microsoft.com/office/drawing/2014/main" id="{FE383ACB-5E13-B4CF-E305-612E484A93BF}"/>
              </a:ext>
            </a:extLst>
          </p:cNvPr>
          <p:cNvCxnSpPr>
            <a:cxnSpLocks/>
          </p:cNvCxnSpPr>
          <p:nvPr/>
        </p:nvCxnSpPr>
        <p:spPr>
          <a:xfrm>
            <a:off x="6405668" y="5741020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7" name="array@5">
            <a:extLst>
              <a:ext uri="{FF2B5EF4-FFF2-40B4-BE49-F238E27FC236}">
                <a16:creationId xmlns:a16="http://schemas.microsoft.com/office/drawing/2014/main" id="{A86D0E0D-2853-9FDE-B045-0C64E8FFD831}"/>
              </a:ext>
            </a:extLst>
          </p:cNvPr>
          <p:cNvSpPr/>
          <p:nvPr/>
        </p:nvSpPr>
        <p:spPr>
          <a:xfrm>
            <a:off x="6194274" y="6018985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cxnSp>
        <p:nvCxnSpPr>
          <p:cNvPr id="74" name="Straight Arrow Connector 78">
            <a:extLst>
              <a:ext uri="{FF2B5EF4-FFF2-40B4-BE49-F238E27FC236}">
                <a16:creationId xmlns:a16="http://schemas.microsoft.com/office/drawing/2014/main" id="{5E8C621D-246A-51E4-A766-BC21925B9267}"/>
              </a:ext>
            </a:extLst>
          </p:cNvPr>
          <p:cNvCxnSpPr>
            <a:cxnSpLocks/>
          </p:cNvCxnSpPr>
          <p:nvPr/>
        </p:nvCxnSpPr>
        <p:spPr>
          <a:xfrm>
            <a:off x="5137306" y="5741020"/>
            <a:ext cx="1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array@1">
            <a:extLst>
              <a:ext uri="{FF2B5EF4-FFF2-40B4-BE49-F238E27FC236}">
                <a16:creationId xmlns:a16="http://schemas.microsoft.com/office/drawing/2014/main" id="{91427010-69E0-75C5-4197-B77CF7C14144}"/>
              </a:ext>
            </a:extLst>
          </p:cNvPr>
          <p:cNvSpPr/>
          <p:nvPr/>
        </p:nvSpPr>
        <p:spPr>
          <a:xfrm>
            <a:off x="4925913" y="6018985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534">
                <a:extLst>
                  <a:ext uri="{FF2B5EF4-FFF2-40B4-BE49-F238E27FC236}">
                    <a16:creationId xmlns:a16="http://schemas.microsoft.com/office/drawing/2014/main" id="{7BA97B2E-7E74-3D8A-A847-11F2B3E5F5AA}"/>
                  </a:ext>
                </a:extLst>
              </p:cNvPr>
              <p:cNvSpPr txBox="1"/>
              <p:nvPr/>
            </p:nvSpPr>
            <p:spPr>
              <a:xfrm>
                <a:off x="9262465" y="5375313"/>
                <a:ext cx="2512034" cy="484043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nl-NL" dirty="0">
                    <a:latin typeface="Aptos" panose="020B0004020202020204" pitchFamily="34" charset="0"/>
                  </a:rPr>
                  <a:t>Load factor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nl-NL" i="1" dirty="0" smtClean="0">
                        <a:latin typeface="Cambria Math" panose="02040503050406030204" pitchFamily="18" charset="0"/>
                      </a:rPr>
                      <m:t>= 0.73</m:t>
                    </m:r>
                  </m:oMath>
                </a14:m>
                <a:endParaRPr lang="nl-NL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75" name="TextBox 1534">
                <a:extLst>
                  <a:ext uri="{FF2B5EF4-FFF2-40B4-BE49-F238E27FC236}">
                    <a16:creationId xmlns:a16="http://schemas.microsoft.com/office/drawing/2014/main" id="{7BA97B2E-7E74-3D8A-A847-11F2B3E5F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465" y="5375313"/>
                <a:ext cx="2512034" cy="484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6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8440-BAA3-60B8-FEFA-527F533F6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97DE-E55C-38A7-74AB-C3AB1FF7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Load factor &amp; </a:t>
            </a:r>
            <a:r>
              <a:rPr lang="nl-NL" b="0" dirty="0" err="1"/>
              <a:t>Rehashing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760981-4EAC-F33B-F768-DC602E22A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10260292" cy="1854832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To</a:t>
                </a:r>
                <a:r>
                  <a:rPr lang="nl-NL" dirty="0"/>
                  <a:t> keep </a:t>
                </a:r>
                <a:r>
                  <a:rPr lang="nl-NL" dirty="0" err="1"/>
                  <a:t>hash</a:t>
                </a:r>
                <a:r>
                  <a:rPr lang="nl-NL" dirty="0"/>
                  <a:t> </a:t>
                </a:r>
                <a:r>
                  <a:rPr lang="nl-NL" dirty="0" err="1"/>
                  <a:t>tables</a:t>
                </a:r>
                <a:r>
                  <a:rPr lang="nl-NL" dirty="0"/>
                  <a:t> </a:t>
                </a:r>
                <a:r>
                  <a:rPr lang="nl-NL" dirty="0" err="1"/>
                  <a:t>efficient</a:t>
                </a:r>
                <a:r>
                  <a:rPr lang="nl-NL" dirty="0"/>
                  <a:t>, </a:t>
                </a:r>
                <a:r>
                  <a:rPr lang="nl-NL" dirty="0" err="1"/>
                  <a:t>increase</a:t>
                </a:r>
                <a:r>
                  <a:rPr lang="nl-NL" dirty="0"/>
                  <a:t> </a:t>
                </a:r>
                <a:r>
                  <a:rPr lang="nl-NL" dirty="0" err="1"/>
                  <a:t>number</a:t>
                </a:r>
                <a:r>
                  <a:rPr lang="nl-NL" dirty="0"/>
                  <a:t> of </a:t>
                </a:r>
                <a:r>
                  <a:rPr lang="nl-NL" dirty="0" err="1"/>
                  <a:t>slots</a:t>
                </a:r>
                <a:r>
                  <a:rPr lang="nl-NL" dirty="0"/>
                  <a:t> </a:t>
                </a:r>
                <a:r>
                  <a:rPr lang="nl-NL" dirty="0" err="1"/>
                  <a:t>when</a:t>
                </a:r>
                <a:r>
                  <a:rPr lang="nl-NL" dirty="0"/>
                  <a:t> data </a:t>
                </a:r>
                <a:r>
                  <a:rPr lang="nl-NL" dirty="0" err="1"/>
                  <a:t>size</a:t>
                </a:r>
                <a:r>
                  <a:rPr lang="nl-NL" dirty="0"/>
                  <a:t> </a:t>
                </a:r>
                <a:r>
                  <a:rPr lang="nl-NL" dirty="0" err="1"/>
                  <a:t>reaches</a:t>
                </a:r>
                <a:r>
                  <a:rPr lang="nl-NL" dirty="0"/>
                  <a:t> </a:t>
                </a:r>
                <a:r>
                  <a:rPr lang="nl-NL" dirty="0" err="1"/>
                  <a:t>threshold</a:t>
                </a:r>
                <a:endParaRPr lang="nl-NL" dirty="0"/>
              </a:p>
              <a:p>
                <a:pPr lvl="1"/>
                <a:r>
                  <a:rPr lang="nl-NL" dirty="0" err="1"/>
                  <a:t>Typically</a:t>
                </a:r>
                <a:r>
                  <a:rPr lang="nl-NL" dirty="0"/>
                  <a:t> </a:t>
                </a:r>
                <a:r>
                  <a:rPr lang="nl-NL" dirty="0" err="1"/>
                  <a:t>around</a:t>
                </a:r>
                <a:r>
                  <a:rPr lang="nl-NL" dirty="0"/>
                  <a:t> </a:t>
                </a:r>
                <a:r>
                  <a:rPr lang="nl-NL" b="1" dirty="0"/>
                  <a:t>0.7</a:t>
                </a:r>
                <a:r>
                  <a:rPr lang="nl-NL" dirty="0"/>
                  <a:t> (separate </a:t>
                </a:r>
                <a:r>
                  <a:rPr lang="nl-NL" dirty="0" err="1"/>
                  <a:t>chaining</a:t>
                </a:r>
                <a:r>
                  <a:rPr lang="nl-NL" dirty="0"/>
                  <a:t>) or </a:t>
                </a:r>
                <a:r>
                  <a:rPr lang="nl-NL" b="1" dirty="0"/>
                  <a:t>0.5</a:t>
                </a:r>
                <a:r>
                  <a:rPr lang="nl-NL" dirty="0"/>
                  <a:t> (</a:t>
                </a:r>
                <a:r>
                  <a:rPr lang="nl-NL" dirty="0" err="1"/>
                  <a:t>linear</a:t>
                </a:r>
                <a:r>
                  <a:rPr lang="nl-NL" dirty="0"/>
                  <a:t> </a:t>
                </a:r>
                <a:r>
                  <a:rPr lang="nl-NL" dirty="0" err="1"/>
                  <a:t>probing</a:t>
                </a:r>
                <a:r>
                  <a:rPr lang="nl-NL" dirty="0"/>
                  <a:t>)</a:t>
                </a:r>
              </a:p>
              <a:p>
                <a:r>
                  <a:rPr lang="nl-NL" dirty="0" err="1"/>
                  <a:t>All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must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moved</a:t>
                </a:r>
                <a:r>
                  <a:rPr lang="nl-NL" dirty="0"/>
                  <a:t> </a:t>
                </a:r>
                <a:r>
                  <a:rPr lang="nl-NL" dirty="0" err="1"/>
                  <a:t>into</a:t>
                </a:r>
                <a:r>
                  <a:rPr lang="nl-NL" dirty="0"/>
                  <a:t> new </a:t>
                </a:r>
                <a:r>
                  <a:rPr lang="nl-NL" dirty="0" err="1"/>
                  <a:t>slots</a:t>
                </a:r>
                <a:r>
                  <a:rPr lang="nl-NL" dirty="0"/>
                  <a:t> –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operation</a:t>
                </a:r>
                <a:endParaRPr lang="nl-NL" dirty="0"/>
              </a:p>
              <a:p>
                <a:pPr lvl="1"/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increasing</a:t>
                </a:r>
                <a:r>
                  <a:rPr lang="nl-NL" dirty="0"/>
                  <a:t> nr. of </a:t>
                </a:r>
                <a:r>
                  <a:rPr lang="nl-NL" dirty="0" err="1"/>
                  <a:t>slots</a:t>
                </a:r>
                <a:r>
                  <a:rPr lang="nl-NL" dirty="0"/>
                  <a:t> </a:t>
                </a:r>
                <a:r>
                  <a:rPr lang="nl-NL" i="1" dirty="0" err="1"/>
                  <a:t>exponentially</a:t>
                </a:r>
                <a:r>
                  <a:rPr lang="nl-NL" dirty="0"/>
                  <a:t>, </a:t>
                </a:r>
                <a:r>
                  <a:rPr lang="nl-NL" dirty="0" err="1"/>
                  <a:t>this</a:t>
                </a:r>
                <a:r>
                  <a:rPr lang="nl-NL" dirty="0"/>
                  <a:t> is </a:t>
                </a:r>
                <a:r>
                  <a:rPr lang="nl-NL" dirty="0" err="1"/>
                  <a:t>reduced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average</a:t>
                </a:r>
                <a:r>
                  <a:rPr lang="nl-NL" dirty="0"/>
                  <a:t> time </a:t>
                </a:r>
                <a:r>
                  <a:rPr lang="nl-NL" dirty="0" err="1"/>
                  <a:t>complexity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760981-4EAC-F33B-F768-DC602E22A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10260292" cy="1854832"/>
              </a:xfrm>
              <a:blipFill>
                <a:blip r:embed="rId2"/>
                <a:stretch>
                  <a:fillRect l="-357" t="-329" r="-23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ay@0">
            <a:extLst>
              <a:ext uri="{FF2B5EF4-FFF2-40B4-BE49-F238E27FC236}">
                <a16:creationId xmlns:a16="http://schemas.microsoft.com/office/drawing/2014/main" id="{46F706C9-5AA7-A63A-E289-566C71CCA7F9}"/>
              </a:ext>
            </a:extLst>
          </p:cNvPr>
          <p:cNvSpPr/>
          <p:nvPr/>
        </p:nvSpPr>
        <p:spPr>
          <a:xfrm>
            <a:off x="640079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5" name="array@1">
            <a:extLst>
              <a:ext uri="{FF2B5EF4-FFF2-40B4-BE49-F238E27FC236}">
                <a16:creationId xmlns:a16="http://schemas.microsoft.com/office/drawing/2014/main" id="{D1BA312C-B343-005C-C131-1F332FC61915}"/>
              </a:ext>
            </a:extLst>
          </p:cNvPr>
          <p:cNvSpPr/>
          <p:nvPr/>
        </p:nvSpPr>
        <p:spPr>
          <a:xfrm>
            <a:off x="1062866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" name="array@2">
            <a:extLst>
              <a:ext uri="{FF2B5EF4-FFF2-40B4-BE49-F238E27FC236}">
                <a16:creationId xmlns:a16="http://schemas.microsoft.com/office/drawing/2014/main" id="{AA7A20D3-1F97-B659-F3B4-A27971FAE91C}"/>
              </a:ext>
            </a:extLst>
          </p:cNvPr>
          <p:cNvSpPr/>
          <p:nvPr/>
        </p:nvSpPr>
        <p:spPr>
          <a:xfrm>
            <a:off x="1485653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7" name="array@3">
            <a:extLst>
              <a:ext uri="{FF2B5EF4-FFF2-40B4-BE49-F238E27FC236}">
                <a16:creationId xmlns:a16="http://schemas.microsoft.com/office/drawing/2014/main" id="{B58358E6-B2F5-D18F-FB3C-881B5FFC745F}"/>
              </a:ext>
            </a:extLst>
          </p:cNvPr>
          <p:cNvSpPr/>
          <p:nvPr/>
        </p:nvSpPr>
        <p:spPr>
          <a:xfrm>
            <a:off x="1908440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8" name="array@4">
            <a:extLst>
              <a:ext uri="{FF2B5EF4-FFF2-40B4-BE49-F238E27FC236}">
                <a16:creationId xmlns:a16="http://schemas.microsoft.com/office/drawing/2014/main" id="{168223DD-9A2F-04D7-F43F-3F8C2C720A7E}"/>
              </a:ext>
            </a:extLst>
          </p:cNvPr>
          <p:cNvSpPr/>
          <p:nvPr/>
        </p:nvSpPr>
        <p:spPr>
          <a:xfrm>
            <a:off x="2331227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9" name="array@5">
            <a:extLst>
              <a:ext uri="{FF2B5EF4-FFF2-40B4-BE49-F238E27FC236}">
                <a16:creationId xmlns:a16="http://schemas.microsoft.com/office/drawing/2014/main" id="{8FBE0F5F-EFEC-2C20-5CBB-C7DCA7A8C9A0}"/>
              </a:ext>
            </a:extLst>
          </p:cNvPr>
          <p:cNvSpPr/>
          <p:nvPr/>
        </p:nvSpPr>
        <p:spPr>
          <a:xfrm>
            <a:off x="2754014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0" name="array@6">
            <a:extLst>
              <a:ext uri="{FF2B5EF4-FFF2-40B4-BE49-F238E27FC236}">
                <a16:creationId xmlns:a16="http://schemas.microsoft.com/office/drawing/2014/main" id="{44AD4486-3CE1-73F4-CCD7-47C8B958DEA2}"/>
              </a:ext>
            </a:extLst>
          </p:cNvPr>
          <p:cNvSpPr/>
          <p:nvPr/>
        </p:nvSpPr>
        <p:spPr>
          <a:xfrm>
            <a:off x="3176801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1" name="array@7">
            <a:extLst>
              <a:ext uri="{FF2B5EF4-FFF2-40B4-BE49-F238E27FC236}">
                <a16:creationId xmlns:a16="http://schemas.microsoft.com/office/drawing/2014/main" id="{D3B4EBAE-2DB9-76CF-14F6-FF772F15A80F}"/>
              </a:ext>
            </a:extLst>
          </p:cNvPr>
          <p:cNvSpPr/>
          <p:nvPr/>
        </p:nvSpPr>
        <p:spPr>
          <a:xfrm>
            <a:off x="3599588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2" name="array@8">
            <a:extLst>
              <a:ext uri="{FF2B5EF4-FFF2-40B4-BE49-F238E27FC236}">
                <a16:creationId xmlns:a16="http://schemas.microsoft.com/office/drawing/2014/main" id="{C2BB5D52-C180-2841-4B6E-9EB52E22B087}"/>
              </a:ext>
            </a:extLst>
          </p:cNvPr>
          <p:cNvSpPr/>
          <p:nvPr/>
        </p:nvSpPr>
        <p:spPr>
          <a:xfrm>
            <a:off x="4022375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3" name="array@9">
            <a:extLst>
              <a:ext uri="{FF2B5EF4-FFF2-40B4-BE49-F238E27FC236}">
                <a16:creationId xmlns:a16="http://schemas.microsoft.com/office/drawing/2014/main" id="{EA277413-66DE-D210-F0AE-6C675133F1B9}"/>
              </a:ext>
            </a:extLst>
          </p:cNvPr>
          <p:cNvSpPr/>
          <p:nvPr/>
        </p:nvSpPr>
        <p:spPr>
          <a:xfrm>
            <a:off x="4445162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14" name="array@10">
            <a:extLst>
              <a:ext uri="{FF2B5EF4-FFF2-40B4-BE49-F238E27FC236}">
                <a16:creationId xmlns:a16="http://schemas.microsoft.com/office/drawing/2014/main" id="{B7A415EF-6F37-7D9A-89B8-665AE19B0E76}"/>
              </a:ext>
            </a:extLst>
          </p:cNvPr>
          <p:cNvSpPr/>
          <p:nvPr/>
        </p:nvSpPr>
        <p:spPr>
          <a:xfrm>
            <a:off x="4867949" y="5031451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nl-NL" dirty="0">
              <a:latin typeface="Aptos" panose="020B0004020202020204" pitchFamily="34" charset="0"/>
            </a:endParaRPr>
          </a:p>
        </p:txBody>
      </p:sp>
      <p:grpSp>
        <p:nvGrpSpPr>
          <p:cNvPr id="15" name="Group 25">
            <a:extLst>
              <a:ext uri="{FF2B5EF4-FFF2-40B4-BE49-F238E27FC236}">
                <a16:creationId xmlns:a16="http://schemas.microsoft.com/office/drawing/2014/main" id="{7A14F611-EAEF-A73A-4E74-9045CB9D53DA}"/>
              </a:ext>
            </a:extLst>
          </p:cNvPr>
          <p:cNvGrpSpPr/>
          <p:nvPr/>
        </p:nvGrpSpPr>
        <p:grpSpPr>
          <a:xfrm>
            <a:off x="640079" y="4652895"/>
            <a:ext cx="4650657" cy="393290"/>
            <a:chOff x="4503126" y="5093109"/>
            <a:chExt cx="4650657" cy="393290"/>
          </a:xfrm>
        </p:grpSpPr>
        <p:sp>
          <p:nvSpPr>
            <p:cNvPr id="16" name="idx 0">
              <a:extLst>
                <a:ext uri="{FF2B5EF4-FFF2-40B4-BE49-F238E27FC236}">
                  <a16:creationId xmlns:a16="http://schemas.microsoft.com/office/drawing/2014/main" id="{D4BCE9F1-E0B4-C4CF-4923-202476172319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17" name="idx 1">
              <a:extLst>
                <a:ext uri="{FF2B5EF4-FFF2-40B4-BE49-F238E27FC236}">
                  <a16:creationId xmlns:a16="http://schemas.microsoft.com/office/drawing/2014/main" id="{2C2C618B-CD36-1B0B-AA8D-AC29F3C7DCBD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18" name="idx 2">
              <a:extLst>
                <a:ext uri="{FF2B5EF4-FFF2-40B4-BE49-F238E27FC236}">
                  <a16:creationId xmlns:a16="http://schemas.microsoft.com/office/drawing/2014/main" id="{03E6DF50-D763-69D6-82AD-F116BAA822B4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9" name="idx 3">
              <a:extLst>
                <a:ext uri="{FF2B5EF4-FFF2-40B4-BE49-F238E27FC236}">
                  <a16:creationId xmlns:a16="http://schemas.microsoft.com/office/drawing/2014/main" id="{C3032498-0664-5D5B-B92E-C889B30D1451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20" name="idx 4">
              <a:extLst>
                <a:ext uri="{FF2B5EF4-FFF2-40B4-BE49-F238E27FC236}">
                  <a16:creationId xmlns:a16="http://schemas.microsoft.com/office/drawing/2014/main" id="{FA22A8CE-0179-4C13-A4F9-F3B3347A9E84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21" name="idx 5">
              <a:extLst>
                <a:ext uri="{FF2B5EF4-FFF2-40B4-BE49-F238E27FC236}">
                  <a16:creationId xmlns:a16="http://schemas.microsoft.com/office/drawing/2014/main" id="{F8A01EF0-566C-B292-AA2A-B73EC1C2D244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22" name="idx 6">
              <a:extLst>
                <a:ext uri="{FF2B5EF4-FFF2-40B4-BE49-F238E27FC236}">
                  <a16:creationId xmlns:a16="http://schemas.microsoft.com/office/drawing/2014/main" id="{585EAE5B-A109-6FD0-0ABE-BA52C5E37E63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23" name="idx 7">
              <a:extLst>
                <a:ext uri="{FF2B5EF4-FFF2-40B4-BE49-F238E27FC236}">
                  <a16:creationId xmlns:a16="http://schemas.microsoft.com/office/drawing/2014/main" id="{82E945D5-ECFF-314B-AA67-29841CEC00E9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24" name="idx 8">
              <a:extLst>
                <a:ext uri="{FF2B5EF4-FFF2-40B4-BE49-F238E27FC236}">
                  <a16:creationId xmlns:a16="http://schemas.microsoft.com/office/drawing/2014/main" id="{35193014-5B76-D1F9-D12E-E788509DAB3D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25" name="idx 9">
              <a:extLst>
                <a:ext uri="{FF2B5EF4-FFF2-40B4-BE49-F238E27FC236}">
                  <a16:creationId xmlns:a16="http://schemas.microsoft.com/office/drawing/2014/main" id="{539E9F00-3E0F-8839-87D0-E8AF05C6833D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26" name="idx 10">
              <a:extLst>
                <a:ext uri="{FF2B5EF4-FFF2-40B4-BE49-F238E27FC236}">
                  <a16:creationId xmlns:a16="http://schemas.microsoft.com/office/drawing/2014/main" id="{7B053562-7391-528E-B009-CF1650D5136D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sp>
        <p:nvSpPr>
          <p:cNvPr id="27" name="Oval 27">
            <a:extLst>
              <a:ext uri="{FF2B5EF4-FFF2-40B4-BE49-F238E27FC236}">
                <a16:creationId xmlns:a16="http://schemas.microsoft.com/office/drawing/2014/main" id="{48DC282A-0D85-6252-CFD4-F0B5B05F67A8}"/>
              </a:ext>
            </a:extLst>
          </p:cNvPr>
          <p:cNvSpPr/>
          <p:nvPr/>
        </p:nvSpPr>
        <p:spPr>
          <a:xfrm>
            <a:off x="762753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Oval 28">
            <a:extLst>
              <a:ext uri="{FF2B5EF4-FFF2-40B4-BE49-F238E27FC236}">
                <a16:creationId xmlns:a16="http://schemas.microsoft.com/office/drawing/2014/main" id="{782FB760-68EC-9487-463E-9F28DF252693}"/>
              </a:ext>
            </a:extLst>
          </p:cNvPr>
          <p:cNvSpPr/>
          <p:nvPr/>
        </p:nvSpPr>
        <p:spPr>
          <a:xfrm>
            <a:off x="1185540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Oval 29">
            <a:extLst>
              <a:ext uri="{FF2B5EF4-FFF2-40B4-BE49-F238E27FC236}">
                <a16:creationId xmlns:a16="http://schemas.microsoft.com/office/drawing/2014/main" id="{111A4545-7311-1CF2-0555-8197E31A9B0E}"/>
              </a:ext>
            </a:extLst>
          </p:cNvPr>
          <p:cNvSpPr/>
          <p:nvPr/>
        </p:nvSpPr>
        <p:spPr>
          <a:xfrm>
            <a:off x="1608327" y="5139376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Oval 30">
            <a:extLst>
              <a:ext uri="{FF2B5EF4-FFF2-40B4-BE49-F238E27FC236}">
                <a16:creationId xmlns:a16="http://schemas.microsoft.com/office/drawing/2014/main" id="{159A851A-C279-E510-EB9F-A3A6AF855767}"/>
              </a:ext>
            </a:extLst>
          </p:cNvPr>
          <p:cNvSpPr/>
          <p:nvPr/>
        </p:nvSpPr>
        <p:spPr>
          <a:xfrm>
            <a:off x="2031114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216CB148-719F-9C4D-01F9-F8CE4270A6A6}"/>
              </a:ext>
            </a:extLst>
          </p:cNvPr>
          <p:cNvSpPr/>
          <p:nvPr/>
        </p:nvSpPr>
        <p:spPr>
          <a:xfrm>
            <a:off x="2453901" y="5139376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Oval 32">
            <a:extLst>
              <a:ext uri="{FF2B5EF4-FFF2-40B4-BE49-F238E27FC236}">
                <a16:creationId xmlns:a16="http://schemas.microsoft.com/office/drawing/2014/main" id="{DF790795-54A2-B858-36F5-DD32F10E9B6A}"/>
              </a:ext>
            </a:extLst>
          </p:cNvPr>
          <p:cNvSpPr/>
          <p:nvPr/>
        </p:nvSpPr>
        <p:spPr>
          <a:xfrm>
            <a:off x="2876688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4048C000-7EF8-1085-6870-91FD056E0F0E}"/>
              </a:ext>
            </a:extLst>
          </p:cNvPr>
          <p:cNvSpPr/>
          <p:nvPr/>
        </p:nvSpPr>
        <p:spPr>
          <a:xfrm>
            <a:off x="3299475" y="5139376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254F639F-9831-75D7-5707-5078D8C89CFC}"/>
              </a:ext>
            </a:extLst>
          </p:cNvPr>
          <p:cNvSpPr/>
          <p:nvPr/>
        </p:nvSpPr>
        <p:spPr>
          <a:xfrm>
            <a:off x="3722262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A6065784-E471-064A-83CB-A1FBDC28D4A0}"/>
              </a:ext>
            </a:extLst>
          </p:cNvPr>
          <p:cNvSpPr/>
          <p:nvPr/>
        </p:nvSpPr>
        <p:spPr>
          <a:xfrm>
            <a:off x="4145049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Oval 36">
            <a:extLst>
              <a:ext uri="{FF2B5EF4-FFF2-40B4-BE49-F238E27FC236}">
                <a16:creationId xmlns:a16="http://schemas.microsoft.com/office/drawing/2014/main" id="{45A5235A-5972-F9EC-7763-EE6ECC8A669A}"/>
              </a:ext>
            </a:extLst>
          </p:cNvPr>
          <p:cNvSpPr/>
          <p:nvPr/>
        </p:nvSpPr>
        <p:spPr>
          <a:xfrm>
            <a:off x="4567836" y="5139376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3DE79A38-003C-31FA-6929-F60518C454A3}"/>
              </a:ext>
            </a:extLst>
          </p:cNvPr>
          <p:cNvSpPr/>
          <p:nvPr/>
        </p:nvSpPr>
        <p:spPr>
          <a:xfrm>
            <a:off x="4990622" y="5139377"/>
            <a:ext cx="177439" cy="1774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array@1">
            <a:extLst>
              <a:ext uri="{FF2B5EF4-FFF2-40B4-BE49-F238E27FC236}">
                <a16:creationId xmlns:a16="http://schemas.microsoft.com/office/drawing/2014/main" id="{85440CC2-E579-A5B8-4E44-7DF3FCFF3048}"/>
              </a:ext>
            </a:extLst>
          </p:cNvPr>
          <p:cNvSpPr/>
          <p:nvPr/>
        </p:nvSpPr>
        <p:spPr>
          <a:xfrm>
            <a:off x="1062865" y="567936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23</a:t>
            </a:r>
          </a:p>
        </p:txBody>
      </p:sp>
      <p:sp>
        <p:nvSpPr>
          <p:cNvPr id="39" name="array@2">
            <a:extLst>
              <a:ext uri="{FF2B5EF4-FFF2-40B4-BE49-F238E27FC236}">
                <a16:creationId xmlns:a16="http://schemas.microsoft.com/office/drawing/2014/main" id="{47757AAE-D31F-CA66-A880-8D1238D4F917}"/>
              </a:ext>
            </a:extLst>
          </p:cNvPr>
          <p:cNvSpPr/>
          <p:nvPr/>
        </p:nvSpPr>
        <p:spPr>
          <a:xfrm>
            <a:off x="1485651" y="567936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40" name="array@5">
            <a:extLst>
              <a:ext uri="{FF2B5EF4-FFF2-40B4-BE49-F238E27FC236}">
                <a16:creationId xmlns:a16="http://schemas.microsoft.com/office/drawing/2014/main" id="{CE56658E-E567-E4CE-87AD-402ABD00166E}"/>
              </a:ext>
            </a:extLst>
          </p:cNvPr>
          <p:cNvSpPr/>
          <p:nvPr/>
        </p:nvSpPr>
        <p:spPr>
          <a:xfrm>
            <a:off x="2331227" y="567936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48</a:t>
            </a:r>
          </a:p>
        </p:txBody>
      </p:sp>
      <p:sp>
        <p:nvSpPr>
          <p:cNvPr id="41" name="array@7">
            <a:extLst>
              <a:ext uri="{FF2B5EF4-FFF2-40B4-BE49-F238E27FC236}">
                <a16:creationId xmlns:a16="http://schemas.microsoft.com/office/drawing/2014/main" id="{7C2255BB-9450-E199-FBE2-D927D09CFEE2}"/>
              </a:ext>
            </a:extLst>
          </p:cNvPr>
          <p:cNvSpPr/>
          <p:nvPr/>
        </p:nvSpPr>
        <p:spPr>
          <a:xfrm>
            <a:off x="3599588" y="567936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42" name="array@9">
            <a:extLst>
              <a:ext uri="{FF2B5EF4-FFF2-40B4-BE49-F238E27FC236}">
                <a16:creationId xmlns:a16="http://schemas.microsoft.com/office/drawing/2014/main" id="{4CB59030-CE1F-707E-EFB0-FEAE5389908F}"/>
              </a:ext>
            </a:extLst>
          </p:cNvPr>
          <p:cNvSpPr/>
          <p:nvPr/>
        </p:nvSpPr>
        <p:spPr>
          <a:xfrm>
            <a:off x="4445162" y="5679362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86</a:t>
            </a:r>
          </a:p>
        </p:txBody>
      </p:sp>
      <p:cxnSp>
        <p:nvCxnSpPr>
          <p:cNvPr id="43" name="Straight Arrow Connector 152">
            <a:extLst>
              <a:ext uri="{FF2B5EF4-FFF2-40B4-BE49-F238E27FC236}">
                <a16:creationId xmlns:a16="http://schemas.microsoft.com/office/drawing/2014/main" id="{670E5311-5CF1-0BDB-A9BC-03F3E97F584F}"/>
              </a:ext>
            </a:extLst>
          </p:cNvPr>
          <p:cNvCxnSpPr>
            <a:cxnSpLocks/>
            <a:stCxn id="28" idx="4"/>
            <a:endCxn id="38" idx="0"/>
          </p:cNvCxnSpPr>
          <p:nvPr/>
        </p:nvCxnSpPr>
        <p:spPr>
          <a:xfrm flipH="1">
            <a:off x="1274259" y="5316816"/>
            <a:ext cx="1" cy="3625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157">
            <a:extLst>
              <a:ext uri="{FF2B5EF4-FFF2-40B4-BE49-F238E27FC236}">
                <a16:creationId xmlns:a16="http://schemas.microsoft.com/office/drawing/2014/main" id="{8A581562-9DA6-54BD-CF95-6B273B66F042}"/>
              </a:ext>
            </a:extLst>
          </p:cNvPr>
          <p:cNvCxnSpPr>
            <a:cxnSpLocks/>
            <a:stCxn id="29" idx="4"/>
            <a:endCxn id="39" idx="0"/>
          </p:cNvCxnSpPr>
          <p:nvPr/>
        </p:nvCxnSpPr>
        <p:spPr>
          <a:xfrm flipH="1">
            <a:off x="1697045" y="5316815"/>
            <a:ext cx="2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Arrow Connector 170">
            <a:extLst>
              <a:ext uri="{FF2B5EF4-FFF2-40B4-BE49-F238E27FC236}">
                <a16:creationId xmlns:a16="http://schemas.microsoft.com/office/drawing/2014/main" id="{3261995F-66BE-D1E2-716B-43DCF9408838}"/>
              </a:ext>
            </a:extLst>
          </p:cNvPr>
          <p:cNvCxnSpPr>
            <a:cxnSpLocks/>
            <a:stCxn id="31" idx="4"/>
            <a:endCxn id="40" idx="0"/>
          </p:cNvCxnSpPr>
          <p:nvPr/>
        </p:nvCxnSpPr>
        <p:spPr>
          <a:xfrm>
            <a:off x="2542621" y="5316815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176">
            <a:extLst>
              <a:ext uri="{FF2B5EF4-FFF2-40B4-BE49-F238E27FC236}">
                <a16:creationId xmlns:a16="http://schemas.microsoft.com/office/drawing/2014/main" id="{D5871E3E-55F2-3181-4DEC-3BB1F8AF1882}"/>
              </a:ext>
            </a:extLst>
          </p:cNvPr>
          <p:cNvCxnSpPr>
            <a:cxnSpLocks/>
            <a:stCxn id="34" idx="4"/>
            <a:endCxn id="41" idx="0"/>
          </p:cNvCxnSpPr>
          <p:nvPr/>
        </p:nvCxnSpPr>
        <p:spPr>
          <a:xfrm>
            <a:off x="3810982" y="5316816"/>
            <a:ext cx="0" cy="36254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179">
            <a:extLst>
              <a:ext uri="{FF2B5EF4-FFF2-40B4-BE49-F238E27FC236}">
                <a16:creationId xmlns:a16="http://schemas.microsoft.com/office/drawing/2014/main" id="{AE1BDF32-FACD-2871-963A-80048BEB7C74}"/>
              </a:ext>
            </a:extLst>
          </p:cNvPr>
          <p:cNvCxnSpPr>
            <a:cxnSpLocks/>
            <a:stCxn id="36" idx="4"/>
            <a:endCxn id="42" idx="0"/>
          </p:cNvCxnSpPr>
          <p:nvPr/>
        </p:nvCxnSpPr>
        <p:spPr>
          <a:xfrm>
            <a:off x="4656556" y="5316815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34">
            <a:extLst>
              <a:ext uri="{FF2B5EF4-FFF2-40B4-BE49-F238E27FC236}">
                <a16:creationId xmlns:a16="http://schemas.microsoft.com/office/drawing/2014/main" id="{D90B149B-19A1-A2E3-8C09-7C7CDF79A3FA}"/>
              </a:ext>
            </a:extLst>
          </p:cNvPr>
          <p:cNvCxnSpPr>
            <a:cxnSpLocks/>
          </p:cNvCxnSpPr>
          <p:nvPr/>
        </p:nvCxnSpPr>
        <p:spPr>
          <a:xfrm>
            <a:off x="4656556" y="6072652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array@9">
            <a:extLst>
              <a:ext uri="{FF2B5EF4-FFF2-40B4-BE49-F238E27FC236}">
                <a16:creationId xmlns:a16="http://schemas.microsoft.com/office/drawing/2014/main" id="{260ACC28-09B2-7E73-5E18-B9351DD6C2EC}"/>
              </a:ext>
            </a:extLst>
          </p:cNvPr>
          <p:cNvSpPr/>
          <p:nvPr/>
        </p:nvSpPr>
        <p:spPr>
          <a:xfrm>
            <a:off x="4445163" y="6350617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75</a:t>
            </a:r>
          </a:p>
        </p:txBody>
      </p:sp>
      <p:cxnSp>
        <p:nvCxnSpPr>
          <p:cNvPr id="50" name="Straight Arrow Connector 173">
            <a:extLst>
              <a:ext uri="{FF2B5EF4-FFF2-40B4-BE49-F238E27FC236}">
                <a16:creationId xmlns:a16="http://schemas.microsoft.com/office/drawing/2014/main" id="{03DB9E08-43DF-A96F-3C56-4EDCF6C52C0F}"/>
              </a:ext>
            </a:extLst>
          </p:cNvPr>
          <p:cNvCxnSpPr>
            <a:cxnSpLocks/>
          </p:cNvCxnSpPr>
          <p:nvPr/>
        </p:nvCxnSpPr>
        <p:spPr>
          <a:xfrm>
            <a:off x="2542621" y="6072652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array@5">
            <a:extLst>
              <a:ext uri="{FF2B5EF4-FFF2-40B4-BE49-F238E27FC236}">
                <a16:creationId xmlns:a16="http://schemas.microsoft.com/office/drawing/2014/main" id="{12EB41B1-36AB-CB14-C9F2-22FF2A9CF492}"/>
              </a:ext>
            </a:extLst>
          </p:cNvPr>
          <p:cNvSpPr/>
          <p:nvPr/>
        </p:nvSpPr>
        <p:spPr>
          <a:xfrm>
            <a:off x="2331227" y="6350617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15</a:t>
            </a:r>
          </a:p>
        </p:txBody>
      </p:sp>
      <p:cxnSp>
        <p:nvCxnSpPr>
          <p:cNvPr id="52" name="Straight Arrow Connector 78">
            <a:extLst>
              <a:ext uri="{FF2B5EF4-FFF2-40B4-BE49-F238E27FC236}">
                <a16:creationId xmlns:a16="http://schemas.microsoft.com/office/drawing/2014/main" id="{1E3D13EB-76E7-2BF0-2B08-3D443F4BFAA3}"/>
              </a:ext>
            </a:extLst>
          </p:cNvPr>
          <p:cNvCxnSpPr>
            <a:cxnSpLocks/>
          </p:cNvCxnSpPr>
          <p:nvPr/>
        </p:nvCxnSpPr>
        <p:spPr>
          <a:xfrm>
            <a:off x="1274259" y="6072652"/>
            <a:ext cx="1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array@1">
            <a:extLst>
              <a:ext uri="{FF2B5EF4-FFF2-40B4-BE49-F238E27FC236}">
                <a16:creationId xmlns:a16="http://schemas.microsoft.com/office/drawing/2014/main" id="{9CE34EEE-6678-E566-275C-8CE72ED4CD59}"/>
              </a:ext>
            </a:extLst>
          </p:cNvPr>
          <p:cNvSpPr/>
          <p:nvPr/>
        </p:nvSpPr>
        <p:spPr>
          <a:xfrm>
            <a:off x="1062866" y="6350617"/>
            <a:ext cx="422787" cy="393290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</a:t>
            </a:r>
          </a:p>
        </p:txBody>
      </p:sp>
      <p:grpSp>
        <p:nvGrpSpPr>
          <p:cNvPr id="1555" name="Group 1554">
            <a:extLst>
              <a:ext uri="{FF2B5EF4-FFF2-40B4-BE49-F238E27FC236}">
                <a16:creationId xmlns:a16="http://schemas.microsoft.com/office/drawing/2014/main" id="{7C6D1CE9-D5C4-3D39-8D40-C85939477CFB}"/>
              </a:ext>
            </a:extLst>
          </p:cNvPr>
          <p:cNvGrpSpPr/>
          <p:nvPr/>
        </p:nvGrpSpPr>
        <p:grpSpPr>
          <a:xfrm>
            <a:off x="6055693" y="4638160"/>
            <a:ext cx="5919016" cy="786580"/>
            <a:chOff x="6055693" y="4638160"/>
            <a:chExt cx="5919016" cy="786580"/>
          </a:xfrm>
        </p:grpSpPr>
        <p:sp>
          <p:nvSpPr>
            <p:cNvPr id="1027" name="idx 0">
              <a:extLst>
                <a:ext uri="{FF2B5EF4-FFF2-40B4-BE49-F238E27FC236}">
                  <a16:creationId xmlns:a16="http://schemas.microsoft.com/office/drawing/2014/main" id="{D6696397-A6C6-7BFD-C511-C9EDBAC23E86}"/>
                </a:ext>
              </a:extLst>
            </p:cNvPr>
            <p:cNvSpPr/>
            <p:nvPr/>
          </p:nvSpPr>
          <p:spPr>
            <a:xfrm>
              <a:off x="6055693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1028" name="idx 1">
              <a:extLst>
                <a:ext uri="{FF2B5EF4-FFF2-40B4-BE49-F238E27FC236}">
                  <a16:creationId xmlns:a16="http://schemas.microsoft.com/office/drawing/2014/main" id="{7A58CF4E-2D53-3FD1-1A6A-1FFFB85F5184}"/>
                </a:ext>
              </a:extLst>
            </p:cNvPr>
            <p:cNvSpPr/>
            <p:nvPr/>
          </p:nvSpPr>
          <p:spPr>
            <a:xfrm>
              <a:off x="6478480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1029" name="idx 2">
              <a:extLst>
                <a:ext uri="{FF2B5EF4-FFF2-40B4-BE49-F238E27FC236}">
                  <a16:creationId xmlns:a16="http://schemas.microsoft.com/office/drawing/2014/main" id="{00AAD6BD-0189-2CFE-05CC-1AC7EA4FD7EE}"/>
                </a:ext>
              </a:extLst>
            </p:cNvPr>
            <p:cNvSpPr/>
            <p:nvPr/>
          </p:nvSpPr>
          <p:spPr>
            <a:xfrm>
              <a:off x="6901267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030" name="idx 3">
              <a:extLst>
                <a:ext uri="{FF2B5EF4-FFF2-40B4-BE49-F238E27FC236}">
                  <a16:creationId xmlns:a16="http://schemas.microsoft.com/office/drawing/2014/main" id="{281FA3B2-91E3-A675-80A0-B7EDDB6833B5}"/>
                </a:ext>
              </a:extLst>
            </p:cNvPr>
            <p:cNvSpPr/>
            <p:nvPr/>
          </p:nvSpPr>
          <p:spPr>
            <a:xfrm>
              <a:off x="7324054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1031" name="idx 4">
              <a:extLst>
                <a:ext uri="{FF2B5EF4-FFF2-40B4-BE49-F238E27FC236}">
                  <a16:creationId xmlns:a16="http://schemas.microsoft.com/office/drawing/2014/main" id="{14FF2640-CDD0-E4BC-DCD1-9EEF586A0193}"/>
                </a:ext>
              </a:extLst>
            </p:cNvPr>
            <p:cNvSpPr/>
            <p:nvPr/>
          </p:nvSpPr>
          <p:spPr>
            <a:xfrm>
              <a:off x="7746841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1032" name="idx 5">
              <a:extLst>
                <a:ext uri="{FF2B5EF4-FFF2-40B4-BE49-F238E27FC236}">
                  <a16:creationId xmlns:a16="http://schemas.microsoft.com/office/drawing/2014/main" id="{C47D8D88-DF40-BD8C-3F5B-286D5F22FEE1}"/>
                </a:ext>
              </a:extLst>
            </p:cNvPr>
            <p:cNvSpPr/>
            <p:nvPr/>
          </p:nvSpPr>
          <p:spPr>
            <a:xfrm>
              <a:off x="8169628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1033" name="idx 6">
              <a:extLst>
                <a:ext uri="{FF2B5EF4-FFF2-40B4-BE49-F238E27FC236}">
                  <a16:creationId xmlns:a16="http://schemas.microsoft.com/office/drawing/2014/main" id="{D66E0F64-DB7D-8E61-372C-32E70D0228B7}"/>
                </a:ext>
              </a:extLst>
            </p:cNvPr>
            <p:cNvSpPr/>
            <p:nvPr/>
          </p:nvSpPr>
          <p:spPr>
            <a:xfrm>
              <a:off x="8592415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1034" name="idx 7">
              <a:extLst>
                <a:ext uri="{FF2B5EF4-FFF2-40B4-BE49-F238E27FC236}">
                  <a16:creationId xmlns:a16="http://schemas.microsoft.com/office/drawing/2014/main" id="{F4D1ADF1-D833-81FC-F7CD-91097D965822}"/>
                </a:ext>
              </a:extLst>
            </p:cNvPr>
            <p:cNvSpPr/>
            <p:nvPr/>
          </p:nvSpPr>
          <p:spPr>
            <a:xfrm>
              <a:off x="9015202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1035" name="idx 8">
              <a:extLst>
                <a:ext uri="{FF2B5EF4-FFF2-40B4-BE49-F238E27FC236}">
                  <a16:creationId xmlns:a16="http://schemas.microsoft.com/office/drawing/2014/main" id="{4BB29236-8B3F-7194-4C93-F9E0DD00B8E4}"/>
                </a:ext>
              </a:extLst>
            </p:cNvPr>
            <p:cNvSpPr/>
            <p:nvPr/>
          </p:nvSpPr>
          <p:spPr>
            <a:xfrm>
              <a:off x="9437989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1036" name="idx 9">
              <a:extLst>
                <a:ext uri="{FF2B5EF4-FFF2-40B4-BE49-F238E27FC236}">
                  <a16:creationId xmlns:a16="http://schemas.microsoft.com/office/drawing/2014/main" id="{6D7A27EE-3FEE-9B5C-9EC0-28CAB5B052B5}"/>
                </a:ext>
              </a:extLst>
            </p:cNvPr>
            <p:cNvSpPr/>
            <p:nvPr/>
          </p:nvSpPr>
          <p:spPr>
            <a:xfrm>
              <a:off x="9860776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1037" name="idx 10">
              <a:extLst>
                <a:ext uri="{FF2B5EF4-FFF2-40B4-BE49-F238E27FC236}">
                  <a16:creationId xmlns:a16="http://schemas.microsoft.com/office/drawing/2014/main" id="{144533D9-62C7-80DC-CAE2-E007D486C197}"/>
                </a:ext>
              </a:extLst>
            </p:cNvPr>
            <p:cNvSpPr/>
            <p:nvPr/>
          </p:nvSpPr>
          <p:spPr>
            <a:xfrm>
              <a:off x="10283563" y="4652894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1215" name="idx 10">
              <a:extLst>
                <a:ext uri="{FF2B5EF4-FFF2-40B4-BE49-F238E27FC236}">
                  <a16:creationId xmlns:a16="http://schemas.microsoft.com/office/drawing/2014/main" id="{62C0C73E-7D95-ADD3-B841-3392D72575C7}"/>
                </a:ext>
              </a:extLst>
            </p:cNvPr>
            <p:cNvSpPr/>
            <p:nvPr/>
          </p:nvSpPr>
          <p:spPr>
            <a:xfrm>
              <a:off x="10706349" y="4638160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11</a:t>
              </a:r>
            </a:p>
          </p:txBody>
        </p:sp>
        <p:sp>
          <p:nvSpPr>
            <p:cNvPr id="1216" name="idx 10">
              <a:extLst>
                <a:ext uri="{FF2B5EF4-FFF2-40B4-BE49-F238E27FC236}">
                  <a16:creationId xmlns:a16="http://schemas.microsoft.com/office/drawing/2014/main" id="{EDF17ADE-0BBF-4CD2-A9FB-C2F77921055E}"/>
                </a:ext>
              </a:extLst>
            </p:cNvPr>
            <p:cNvSpPr/>
            <p:nvPr/>
          </p:nvSpPr>
          <p:spPr>
            <a:xfrm>
              <a:off x="11129135" y="4638160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12</a:t>
              </a:r>
            </a:p>
          </p:txBody>
        </p:sp>
        <p:grpSp>
          <p:nvGrpSpPr>
            <p:cNvPr id="1519" name="Group 1518">
              <a:extLst>
                <a:ext uri="{FF2B5EF4-FFF2-40B4-BE49-F238E27FC236}">
                  <a16:creationId xmlns:a16="http://schemas.microsoft.com/office/drawing/2014/main" id="{F26457F0-DC74-E7BF-E8C4-A0C3EA466264}"/>
                </a:ext>
              </a:extLst>
            </p:cNvPr>
            <p:cNvGrpSpPr/>
            <p:nvPr/>
          </p:nvGrpSpPr>
          <p:grpSpPr>
            <a:xfrm>
              <a:off x="6055693" y="5031450"/>
              <a:ext cx="5919016" cy="393290"/>
              <a:chOff x="6055693" y="5031450"/>
              <a:chExt cx="5919016" cy="393290"/>
            </a:xfrm>
          </p:grpSpPr>
          <p:sp>
            <p:nvSpPr>
              <p:cNvPr id="54" name="array@0">
                <a:extLst>
                  <a:ext uri="{FF2B5EF4-FFF2-40B4-BE49-F238E27FC236}">
                    <a16:creationId xmlns:a16="http://schemas.microsoft.com/office/drawing/2014/main" id="{D7BE1BA3-1993-8961-A17B-893CE876992E}"/>
                  </a:ext>
                </a:extLst>
              </p:cNvPr>
              <p:cNvSpPr/>
              <p:nvPr/>
            </p:nvSpPr>
            <p:spPr>
              <a:xfrm>
                <a:off x="6055693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5" name="array@1">
                <a:extLst>
                  <a:ext uri="{FF2B5EF4-FFF2-40B4-BE49-F238E27FC236}">
                    <a16:creationId xmlns:a16="http://schemas.microsoft.com/office/drawing/2014/main" id="{42C3F534-D772-0FEF-1E9F-9AAC8006997D}"/>
                  </a:ext>
                </a:extLst>
              </p:cNvPr>
              <p:cNvSpPr/>
              <p:nvPr/>
            </p:nvSpPr>
            <p:spPr>
              <a:xfrm>
                <a:off x="6478480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6" name="array@2">
                <a:extLst>
                  <a:ext uri="{FF2B5EF4-FFF2-40B4-BE49-F238E27FC236}">
                    <a16:creationId xmlns:a16="http://schemas.microsoft.com/office/drawing/2014/main" id="{6ADC38F4-6F99-8798-76D9-B6E4A0EEAD9E}"/>
                  </a:ext>
                </a:extLst>
              </p:cNvPr>
              <p:cNvSpPr/>
              <p:nvPr/>
            </p:nvSpPr>
            <p:spPr>
              <a:xfrm>
                <a:off x="6901267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7" name="array@3">
                <a:extLst>
                  <a:ext uri="{FF2B5EF4-FFF2-40B4-BE49-F238E27FC236}">
                    <a16:creationId xmlns:a16="http://schemas.microsoft.com/office/drawing/2014/main" id="{B50D9AD8-F701-41A6-BEA1-61E4B42A135C}"/>
                  </a:ext>
                </a:extLst>
              </p:cNvPr>
              <p:cNvSpPr/>
              <p:nvPr/>
            </p:nvSpPr>
            <p:spPr>
              <a:xfrm>
                <a:off x="7324054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8" name="array@4">
                <a:extLst>
                  <a:ext uri="{FF2B5EF4-FFF2-40B4-BE49-F238E27FC236}">
                    <a16:creationId xmlns:a16="http://schemas.microsoft.com/office/drawing/2014/main" id="{787A25C3-B449-90E3-B1DF-9C9414A39F58}"/>
                  </a:ext>
                </a:extLst>
              </p:cNvPr>
              <p:cNvSpPr/>
              <p:nvPr/>
            </p:nvSpPr>
            <p:spPr>
              <a:xfrm>
                <a:off x="7746841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59" name="array@5">
                <a:extLst>
                  <a:ext uri="{FF2B5EF4-FFF2-40B4-BE49-F238E27FC236}">
                    <a16:creationId xmlns:a16="http://schemas.microsoft.com/office/drawing/2014/main" id="{554C14B5-CF15-29ED-D641-254555588B4E}"/>
                  </a:ext>
                </a:extLst>
              </p:cNvPr>
              <p:cNvSpPr/>
              <p:nvPr/>
            </p:nvSpPr>
            <p:spPr>
              <a:xfrm>
                <a:off x="8169628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60" name="array@6">
                <a:extLst>
                  <a:ext uri="{FF2B5EF4-FFF2-40B4-BE49-F238E27FC236}">
                    <a16:creationId xmlns:a16="http://schemas.microsoft.com/office/drawing/2014/main" id="{D8206C03-5B73-6600-9785-8EDF771053FA}"/>
                  </a:ext>
                </a:extLst>
              </p:cNvPr>
              <p:cNvSpPr/>
              <p:nvPr/>
            </p:nvSpPr>
            <p:spPr>
              <a:xfrm>
                <a:off x="8592415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61" name="array@7">
                <a:extLst>
                  <a:ext uri="{FF2B5EF4-FFF2-40B4-BE49-F238E27FC236}">
                    <a16:creationId xmlns:a16="http://schemas.microsoft.com/office/drawing/2014/main" id="{5ED838FC-FAA5-1B65-C60C-B68E45779CAA}"/>
                  </a:ext>
                </a:extLst>
              </p:cNvPr>
              <p:cNvSpPr/>
              <p:nvPr/>
            </p:nvSpPr>
            <p:spPr>
              <a:xfrm>
                <a:off x="9015202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62" name="array@8">
                <a:extLst>
                  <a:ext uri="{FF2B5EF4-FFF2-40B4-BE49-F238E27FC236}">
                    <a16:creationId xmlns:a16="http://schemas.microsoft.com/office/drawing/2014/main" id="{E6C52791-1234-08BA-0105-FEEC363FC047}"/>
                  </a:ext>
                </a:extLst>
              </p:cNvPr>
              <p:cNvSpPr/>
              <p:nvPr/>
            </p:nvSpPr>
            <p:spPr>
              <a:xfrm>
                <a:off x="9437989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63" name="array@9">
                <a:extLst>
                  <a:ext uri="{FF2B5EF4-FFF2-40B4-BE49-F238E27FC236}">
                    <a16:creationId xmlns:a16="http://schemas.microsoft.com/office/drawing/2014/main" id="{7C697559-8580-CC74-4B26-2AF7C0D3D5C6}"/>
                  </a:ext>
                </a:extLst>
              </p:cNvPr>
              <p:cNvSpPr/>
              <p:nvPr/>
            </p:nvSpPr>
            <p:spPr>
              <a:xfrm>
                <a:off x="9860776" y="5031450"/>
                <a:ext cx="422787" cy="393290"/>
              </a:xfrm>
              <a:prstGeom prst="rect">
                <a:avLst/>
              </a:prstGeom>
              <a:ln w="285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nl-NL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038" name="Oval 27">
                <a:extLst>
                  <a:ext uri="{FF2B5EF4-FFF2-40B4-BE49-F238E27FC236}">
                    <a16:creationId xmlns:a16="http://schemas.microsoft.com/office/drawing/2014/main" id="{DD6D79BC-6C05-D48C-DAC0-91C1450B3A06}"/>
                  </a:ext>
                </a:extLst>
              </p:cNvPr>
              <p:cNvSpPr/>
              <p:nvPr/>
            </p:nvSpPr>
            <p:spPr>
              <a:xfrm>
                <a:off x="6178367" y="5139376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39" name="Oval 28">
                <a:extLst>
                  <a:ext uri="{FF2B5EF4-FFF2-40B4-BE49-F238E27FC236}">
                    <a16:creationId xmlns:a16="http://schemas.microsoft.com/office/drawing/2014/main" id="{9793C56B-7FCC-6985-FD5C-F1E0766BB478}"/>
                  </a:ext>
                </a:extLst>
              </p:cNvPr>
              <p:cNvSpPr/>
              <p:nvPr/>
            </p:nvSpPr>
            <p:spPr>
              <a:xfrm>
                <a:off x="6601154" y="5139376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0" name="Oval 29">
                <a:extLst>
                  <a:ext uri="{FF2B5EF4-FFF2-40B4-BE49-F238E27FC236}">
                    <a16:creationId xmlns:a16="http://schemas.microsoft.com/office/drawing/2014/main" id="{DDA0201F-D2CF-7EF7-BA46-F189916FB36F}"/>
                  </a:ext>
                </a:extLst>
              </p:cNvPr>
              <p:cNvSpPr/>
              <p:nvPr/>
            </p:nvSpPr>
            <p:spPr>
              <a:xfrm>
                <a:off x="7023941" y="5139375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1" name="Oval 30">
                <a:extLst>
                  <a:ext uri="{FF2B5EF4-FFF2-40B4-BE49-F238E27FC236}">
                    <a16:creationId xmlns:a16="http://schemas.microsoft.com/office/drawing/2014/main" id="{B40D5F77-103A-EB7A-9F1B-AB133603B975}"/>
                  </a:ext>
                </a:extLst>
              </p:cNvPr>
              <p:cNvSpPr/>
              <p:nvPr/>
            </p:nvSpPr>
            <p:spPr>
              <a:xfrm>
                <a:off x="7446728" y="5139376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2" name="Oval 31">
                <a:extLst>
                  <a:ext uri="{FF2B5EF4-FFF2-40B4-BE49-F238E27FC236}">
                    <a16:creationId xmlns:a16="http://schemas.microsoft.com/office/drawing/2014/main" id="{474BAB03-7CD1-5F53-D39D-4EB415D8214C}"/>
                  </a:ext>
                </a:extLst>
              </p:cNvPr>
              <p:cNvSpPr/>
              <p:nvPr/>
            </p:nvSpPr>
            <p:spPr>
              <a:xfrm>
                <a:off x="7869515" y="5139375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3" name="Oval 32">
                <a:extLst>
                  <a:ext uri="{FF2B5EF4-FFF2-40B4-BE49-F238E27FC236}">
                    <a16:creationId xmlns:a16="http://schemas.microsoft.com/office/drawing/2014/main" id="{435F558E-4176-040D-2FFB-9C170E6B8DF7}"/>
                  </a:ext>
                </a:extLst>
              </p:cNvPr>
              <p:cNvSpPr/>
              <p:nvPr/>
            </p:nvSpPr>
            <p:spPr>
              <a:xfrm>
                <a:off x="8292302" y="5139376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4" name="Oval 33">
                <a:extLst>
                  <a:ext uri="{FF2B5EF4-FFF2-40B4-BE49-F238E27FC236}">
                    <a16:creationId xmlns:a16="http://schemas.microsoft.com/office/drawing/2014/main" id="{22887A4B-B910-E55F-72D7-DFB65943826E}"/>
                  </a:ext>
                </a:extLst>
              </p:cNvPr>
              <p:cNvSpPr/>
              <p:nvPr/>
            </p:nvSpPr>
            <p:spPr>
              <a:xfrm>
                <a:off x="8715089" y="5139375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5" name="Oval 34">
                <a:extLst>
                  <a:ext uri="{FF2B5EF4-FFF2-40B4-BE49-F238E27FC236}">
                    <a16:creationId xmlns:a16="http://schemas.microsoft.com/office/drawing/2014/main" id="{543057E0-CB03-62E7-8F2F-82F6EF2AE5DB}"/>
                  </a:ext>
                </a:extLst>
              </p:cNvPr>
              <p:cNvSpPr/>
              <p:nvPr/>
            </p:nvSpPr>
            <p:spPr>
              <a:xfrm>
                <a:off x="9137876" y="5139376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6" name="Oval 35">
                <a:extLst>
                  <a:ext uri="{FF2B5EF4-FFF2-40B4-BE49-F238E27FC236}">
                    <a16:creationId xmlns:a16="http://schemas.microsoft.com/office/drawing/2014/main" id="{E23628AE-72E0-BC0F-5208-B27B68D06DCD}"/>
                  </a:ext>
                </a:extLst>
              </p:cNvPr>
              <p:cNvSpPr/>
              <p:nvPr/>
            </p:nvSpPr>
            <p:spPr>
              <a:xfrm>
                <a:off x="9560663" y="5139376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047" name="Oval 36">
                <a:extLst>
                  <a:ext uri="{FF2B5EF4-FFF2-40B4-BE49-F238E27FC236}">
                    <a16:creationId xmlns:a16="http://schemas.microsoft.com/office/drawing/2014/main" id="{4F65DC15-FDE0-8C97-9923-8B6FC0241FCF}"/>
                  </a:ext>
                </a:extLst>
              </p:cNvPr>
              <p:cNvSpPr/>
              <p:nvPr/>
            </p:nvSpPr>
            <p:spPr>
              <a:xfrm>
                <a:off x="9983450" y="5139375"/>
                <a:ext cx="177439" cy="17743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grpSp>
            <p:nvGrpSpPr>
              <p:cNvPr id="1145" name="Group 1144">
                <a:extLst>
                  <a:ext uri="{FF2B5EF4-FFF2-40B4-BE49-F238E27FC236}">
                    <a16:creationId xmlns:a16="http://schemas.microsoft.com/office/drawing/2014/main" id="{79EA2F4B-48BC-37A7-9DA9-D00397439EA2}"/>
                  </a:ext>
                </a:extLst>
              </p:cNvPr>
              <p:cNvGrpSpPr/>
              <p:nvPr/>
            </p:nvGrpSpPr>
            <p:grpSpPr>
              <a:xfrm>
                <a:off x="10283563" y="5031450"/>
                <a:ext cx="422787" cy="393290"/>
                <a:chOff x="10372282" y="5031450"/>
                <a:chExt cx="422787" cy="393290"/>
              </a:xfrm>
            </p:grpSpPr>
            <p:sp>
              <p:nvSpPr>
                <p:cNvPr id="1024" name="array@10">
                  <a:extLst>
                    <a:ext uri="{FF2B5EF4-FFF2-40B4-BE49-F238E27FC236}">
                      <a16:creationId xmlns:a16="http://schemas.microsoft.com/office/drawing/2014/main" id="{BE28A30A-2A28-778A-EECC-52234BA2B578}"/>
                    </a:ext>
                  </a:extLst>
                </p:cNvPr>
                <p:cNvSpPr/>
                <p:nvPr/>
              </p:nvSpPr>
              <p:spPr>
                <a:xfrm>
                  <a:off x="10372282" y="5031450"/>
                  <a:ext cx="422787" cy="393290"/>
                </a:xfrm>
                <a:prstGeom prst="rect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nl-NL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048" name="Oval 37">
                  <a:extLst>
                    <a:ext uri="{FF2B5EF4-FFF2-40B4-BE49-F238E27FC236}">
                      <a16:creationId xmlns:a16="http://schemas.microsoft.com/office/drawing/2014/main" id="{834E5E6C-1848-861C-1783-244A2C792FFF}"/>
                    </a:ext>
                  </a:extLst>
                </p:cNvPr>
                <p:cNvSpPr/>
                <p:nvPr/>
              </p:nvSpPr>
              <p:spPr>
                <a:xfrm>
                  <a:off x="10494955" y="5139376"/>
                  <a:ext cx="177439" cy="17743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  <p:grpSp>
            <p:nvGrpSpPr>
              <p:cNvPr id="1056" name="Group 1055">
                <a:extLst>
                  <a:ext uri="{FF2B5EF4-FFF2-40B4-BE49-F238E27FC236}">
                    <a16:creationId xmlns:a16="http://schemas.microsoft.com/office/drawing/2014/main" id="{49670B1B-8224-67B1-C816-1E4CB4F03822}"/>
                  </a:ext>
                </a:extLst>
              </p:cNvPr>
              <p:cNvGrpSpPr/>
              <p:nvPr/>
            </p:nvGrpSpPr>
            <p:grpSpPr>
              <a:xfrm>
                <a:off x="10706349" y="5031450"/>
                <a:ext cx="422787" cy="393290"/>
                <a:chOff x="10920484" y="5031450"/>
                <a:chExt cx="422787" cy="393290"/>
              </a:xfrm>
            </p:grpSpPr>
            <p:sp>
              <p:nvSpPr>
                <p:cNvPr id="1049" name="array@10">
                  <a:extLst>
                    <a:ext uri="{FF2B5EF4-FFF2-40B4-BE49-F238E27FC236}">
                      <a16:creationId xmlns:a16="http://schemas.microsoft.com/office/drawing/2014/main" id="{FF44D9D1-0B14-112C-5AF2-8E57EC951529}"/>
                    </a:ext>
                  </a:extLst>
                </p:cNvPr>
                <p:cNvSpPr/>
                <p:nvPr/>
              </p:nvSpPr>
              <p:spPr>
                <a:xfrm>
                  <a:off x="10920484" y="5031450"/>
                  <a:ext cx="422787" cy="393290"/>
                </a:xfrm>
                <a:prstGeom prst="rect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nl-NL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050" name="Oval 37">
                  <a:extLst>
                    <a:ext uri="{FF2B5EF4-FFF2-40B4-BE49-F238E27FC236}">
                      <a16:creationId xmlns:a16="http://schemas.microsoft.com/office/drawing/2014/main" id="{2B43F8AE-5A65-4471-DB9C-90A34B7D1C40}"/>
                    </a:ext>
                  </a:extLst>
                </p:cNvPr>
                <p:cNvSpPr/>
                <p:nvPr/>
              </p:nvSpPr>
              <p:spPr>
                <a:xfrm>
                  <a:off x="11043157" y="5139376"/>
                  <a:ext cx="177439" cy="17743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  <p:grpSp>
            <p:nvGrpSpPr>
              <p:cNvPr id="1057" name="Group 1056">
                <a:extLst>
                  <a:ext uri="{FF2B5EF4-FFF2-40B4-BE49-F238E27FC236}">
                    <a16:creationId xmlns:a16="http://schemas.microsoft.com/office/drawing/2014/main" id="{AAC4C576-DCA2-232C-E5AA-18665F1C2095}"/>
                  </a:ext>
                </a:extLst>
              </p:cNvPr>
              <p:cNvGrpSpPr/>
              <p:nvPr/>
            </p:nvGrpSpPr>
            <p:grpSpPr>
              <a:xfrm>
                <a:off x="11129135" y="5031450"/>
                <a:ext cx="422787" cy="393290"/>
                <a:chOff x="11468686" y="5031450"/>
                <a:chExt cx="422787" cy="393290"/>
              </a:xfrm>
            </p:grpSpPr>
            <p:sp>
              <p:nvSpPr>
                <p:cNvPr id="1051" name="array@10">
                  <a:extLst>
                    <a:ext uri="{FF2B5EF4-FFF2-40B4-BE49-F238E27FC236}">
                      <a16:creationId xmlns:a16="http://schemas.microsoft.com/office/drawing/2014/main" id="{9CCED030-DC02-64BA-98E3-9FB8723B3436}"/>
                    </a:ext>
                  </a:extLst>
                </p:cNvPr>
                <p:cNvSpPr/>
                <p:nvPr/>
              </p:nvSpPr>
              <p:spPr>
                <a:xfrm>
                  <a:off x="11468686" y="5031450"/>
                  <a:ext cx="422787" cy="393290"/>
                </a:xfrm>
                <a:prstGeom prst="rect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nl-NL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052" name="Oval 37">
                  <a:extLst>
                    <a:ext uri="{FF2B5EF4-FFF2-40B4-BE49-F238E27FC236}">
                      <a16:creationId xmlns:a16="http://schemas.microsoft.com/office/drawing/2014/main" id="{4FBD9E91-A189-2AF5-69A3-42FA29A001DC}"/>
                    </a:ext>
                  </a:extLst>
                </p:cNvPr>
                <p:cNvSpPr/>
                <p:nvPr/>
              </p:nvSpPr>
              <p:spPr>
                <a:xfrm>
                  <a:off x="11591359" y="5139376"/>
                  <a:ext cx="177439" cy="17743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  <p:grpSp>
            <p:nvGrpSpPr>
              <p:cNvPr id="1058" name="Group 1057">
                <a:extLst>
                  <a:ext uri="{FF2B5EF4-FFF2-40B4-BE49-F238E27FC236}">
                    <a16:creationId xmlns:a16="http://schemas.microsoft.com/office/drawing/2014/main" id="{A08DC854-E75B-5F9E-1091-0420485AFE7E}"/>
                  </a:ext>
                </a:extLst>
              </p:cNvPr>
              <p:cNvGrpSpPr/>
              <p:nvPr/>
            </p:nvGrpSpPr>
            <p:grpSpPr>
              <a:xfrm>
                <a:off x="11551922" y="5031450"/>
                <a:ext cx="422787" cy="393290"/>
                <a:chOff x="11980607" y="5031449"/>
                <a:chExt cx="422787" cy="393290"/>
              </a:xfrm>
            </p:grpSpPr>
            <p:sp>
              <p:nvSpPr>
                <p:cNvPr id="1054" name="array@10">
                  <a:extLst>
                    <a:ext uri="{FF2B5EF4-FFF2-40B4-BE49-F238E27FC236}">
                      <a16:creationId xmlns:a16="http://schemas.microsoft.com/office/drawing/2014/main" id="{D3DDCE57-BD76-3795-C709-2094EE6BD404}"/>
                    </a:ext>
                  </a:extLst>
                </p:cNvPr>
                <p:cNvSpPr/>
                <p:nvPr/>
              </p:nvSpPr>
              <p:spPr>
                <a:xfrm>
                  <a:off x="11980607" y="5031449"/>
                  <a:ext cx="422787" cy="393290"/>
                </a:xfrm>
                <a:prstGeom prst="rect">
                  <a:avLst/>
                </a:prstGeom>
                <a:ln w="285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nl-NL" dirty="0">
                    <a:latin typeface="Aptos" panose="020B0004020202020204" pitchFamily="34" charset="0"/>
                  </a:endParaRPr>
                </a:p>
              </p:txBody>
            </p:sp>
            <p:sp>
              <p:nvSpPr>
                <p:cNvPr id="1055" name="Oval 37">
                  <a:extLst>
                    <a:ext uri="{FF2B5EF4-FFF2-40B4-BE49-F238E27FC236}">
                      <a16:creationId xmlns:a16="http://schemas.microsoft.com/office/drawing/2014/main" id="{F188E85B-E9FC-6454-ABCF-66235CEBB0F5}"/>
                    </a:ext>
                  </a:extLst>
                </p:cNvPr>
                <p:cNvSpPr/>
                <p:nvPr/>
              </p:nvSpPr>
              <p:spPr>
                <a:xfrm>
                  <a:off x="12103280" y="5139375"/>
                  <a:ext cx="177439" cy="177439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</p:grpSp>
        </p:grpSp>
        <p:sp>
          <p:nvSpPr>
            <p:cNvPr id="1217" name="idx 10">
              <a:extLst>
                <a:ext uri="{FF2B5EF4-FFF2-40B4-BE49-F238E27FC236}">
                  <a16:creationId xmlns:a16="http://schemas.microsoft.com/office/drawing/2014/main" id="{20816151-3D49-F06A-9A54-E72FB7C4B0D6}"/>
                </a:ext>
              </a:extLst>
            </p:cNvPr>
            <p:cNvSpPr/>
            <p:nvPr/>
          </p:nvSpPr>
          <p:spPr>
            <a:xfrm>
              <a:off x="11551922" y="4638160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13</a:t>
              </a:r>
            </a:p>
          </p:txBody>
        </p:sp>
      </p:grpSp>
      <p:cxnSp>
        <p:nvCxnSpPr>
          <p:cNvPr id="1507" name="Straight Arrow Connector 173">
            <a:extLst>
              <a:ext uri="{FF2B5EF4-FFF2-40B4-BE49-F238E27FC236}">
                <a16:creationId xmlns:a16="http://schemas.microsoft.com/office/drawing/2014/main" id="{2AF44B7D-AB8D-095B-666C-0D8E55064BEE}"/>
              </a:ext>
            </a:extLst>
          </p:cNvPr>
          <p:cNvCxnSpPr>
            <a:cxnSpLocks/>
            <a:stCxn id="1039" idx="4"/>
          </p:cNvCxnSpPr>
          <p:nvPr/>
        </p:nvCxnSpPr>
        <p:spPr>
          <a:xfrm>
            <a:off x="6689874" y="5316815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10" name="Straight Arrow Connector 173">
            <a:extLst>
              <a:ext uri="{FF2B5EF4-FFF2-40B4-BE49-F238E27FC236}">
                <a16:creationId xmlns:a16="http://schemas.microsoft.com/office/drawing/2014/main" id="{2DB0506F-3A00-4DAC-1596-65AACC9ED6DD}"/>
              </a:ext>
            </a:extLst>
          </p:cNvPr>
          <p:cNvCxnSpPr>
            <a:cxnSpLocks/>
            <a:stCxn id="1040" idx="4"/>
          </p:cNvCxnSpPr>
          <p:nvPr/>
        </p:nvCxnSpPr>
        <p:spPr>
          <a:xfrm>
            <a:off x="7112661" y="5316814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0" name="Straight Arrow Connector 173">
            <a:extLst>
              <a:ext uri="{FF2B5EF4-FFF2-40B4-BE49-F238E27FC236}">
                <a16:creationId xmlns:a16="http://schemas.microsoft.com/office/drawing/2014/main" id="{C8D808A5-36A9-4D60-9294-DABFA22E32D6}"/>
              </a:ext>
            </a:extLst>
          </p:cNvPr>
          <p:cNvCxnSpPr>
            <a:cxnSpLocks/>
            <a:stCxn id="1043" idx="4"/>
          </p:cNvCxnSpPr>
          <p:nvPr/>
        </p:nvCxnSpPr>
        <p:spPr>
          <a:xfrm>
            <a:off x="8381022" y="5316815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3" name="Straight Arrow Connector 173">
            <a:extLst>
              <a:ext uri="{FF2B5EF4-FFF2-40B4-BE49-F238E27FC236}">
                <a16:creationId xmlns:a16="http://schemas.microsoft.com/office/drawing/2014/main" id="{21934A79-7FF9-E257-E8CB-726BDEAC94B7}"/>
              </a:ext>
            </a:extLst>
          </p:cNvPr>
          <p:cNvCxnSpPr>
            <a:cxnSpLocks/>
            <a:stCxn id="1044" idx="4"/>
          </p:cNvCxnSpPr>
          <p:nvPr/>
        </p:nvCxnSpPr>
        <p:spPr>
          <a:xfrm>
            <a:off x="8803809" y="5316814"/>
            <a:ext cx="0" cy="36254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6" name="Straight Arrow Connector 173">
            <a:extLst>
              <a:ext uri="{FF2B5EF4-FFF2-40B4-BE49-F238E27FC236}">
                <a16:creationId xmlns:a16="http://schemas.microsoft.com/office/drawing/2014/main" id="{1D88975E-6CA0-8DDB-C3AE-543CB47C638D}"/>
              </a:ext>
            </a:extLst>
          </p:cNvPr>
          <p:cNvCxnSpPr>
            <a:cxnSpLocks/>
            <a:stCxn id="1047" idx="4"/>
          </p:cNvCxnSpPr>
          <p:nvPr/>
        </p:nvCxnSpPr>
        <p:spPr>
          <a:xfrm>
            <a:off x="10072170" y="5316814"/>
            <a:ext cx="0" cy="362548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9" name="Straight Arrow Connector 173">
            <a:extLst>
              <a:ext uri="{FF2B5EF4-FFF2-40B4-BE49-F238E27FC236}">
                <a16:creationId xmlns:a16="http://schemas.microsoft.com/office/drawing/2014/main" id="{D1A7AE62-8584-CD69-5769-0A25FC83CE32}"/>
              </a:ext>
            </a:extLst>
          </p:cNvPr>
          <p:cNvCxnSpPr>
            <a:cxnSpLocks/>
            <a:stCxn id="1045" idx="4"/>
          </p:cNvCxnSpPr>
          <p:nvPr/>
        </p:nvCxnSpPr>
        <p:spPr>
          <a:xfrm>
            <a:off x="9226596" y="5316815"/>
            <a:ext cx="0" cy="362547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32" name="Straight Arrow Connector 173">
            <a:extLst>
              <a:ext uri="{FF2B5EF4-FFF2-40B4-BE49-F238E27FC236}">
                <a16:creationId xmlns:a16="http://schemas.microsoft.com/office/drawing/2014/main" id="{CA28EA37-4786-B1D8-3BD0-4805F9562342}"/>
              </a:ext>
            </a:extLst>
          </p:cNvPr>
          <p:cNvCxnSpPr>
            <a:cxnSpLocks/>
          </p:cNvCxnSpPr>
          <p:nvPr/>
        </p:nvCxnSpPr>
        <p:spPr>
          <a:xfrm>
            <a:off x="6689874" y="6072652"/>
            <a:ext cx="0" cy="277965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35" name="TextBox 1534">
            <a:extLst>
              <a:ext uri="{FF2B5EF4-FFF2-40B4-BE49-F238E27FC236}">
                <a16:creationId xmlns:a16="http://schemas.microsoft.com/office/drawing/2014/main" id="{EE66CE21-1F97-C8B3-07C4-D5FBC76284FE}"/>
              </a:ext>
            </a:extLst>
          </p:cNvPr>
          <p:cNvSpPr txBox="1"/>
          <p:nvPr/>
        </p:nvSpPr>
        <p:spPr>
          <a:xfrm>
            <a:off x="1786027" y="4384154"/>
            <a:ext cx="1984839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Load factor = 0.73</a:t>
            </a:r>
          </a:p>
        </p:txBody>
      </p:sp>
      <p:sp>
        <p:nvSpPr>
          <p:cNvPr id="1536" name="TextBox 1535">
            <a:extLst>
              <a:ext uri="{FF2B5EF4-FFF2-40B4-BE49-F238E27FC236}">
                <a16:creationId xmlns:a16="http://schemas.microsoft.com/office/drawing/2014/main" id="{B71D463A-B51C-915C-C3E4-D505E2AC5A0D}"/>
              </a:ext>
            </a:extLst>
          </p:cNvPr>
          <p:cNvSpPr txBox="1"/>
          <p:nvPr/>
        </p:nvSpPr>
        <p:spPr>
          <a:xfrm>
            <a:off x="8087330" y="6289658"/>
            <a:ext cx="1984839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Load factor = 0.57</a:t>
            </a:r>
          </a:p>
        </p:txBody>
      </p:sp>
      <p:cxnSp>
        <p:nvCxnSpPr>
          <p:cNvPr id="1552" name="Straight Arrow Connector 173">
            <a:extLst>
              <a:ext uri="{FF2B5EF4-FFF2-40B4-BE49-F238E27FC236}">
                <a16:creationId xmlns:a16="http://schemas.microsoft.com/office/drawing/2014/main" id="{3B1C3866-E6F9-24F3-D94D-7B1A52EBE6EA}"/>
              </a:ext>
            </a:extLst>
          </p:cNvPr>
          <p:cNvCxnSpPr>
            <a:cxnSpLocks/>
          </p:cNvCxnSpPr>
          <p:nvPr/>
        </p:nvCxnSpPr>
        <p:spPr>
          <a:xfrm>
            <a:off x="7112661" y="6072651"/>
            <a:ext cx="0" cy="277966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5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96296E-6 L 0.72161 -2.22222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81" y="13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3.7037E-7 L 0.44414 -0.09791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01" y="-504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96296E-6 L 0.44414 4.81481E-6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01" y="-139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2.96296E-6 L 0.51368 -2.22222E-6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77" y="13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7 L 0.34024 -0.09791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5" y="-5046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414 -0.09792 L 0.44414 3.7037E-6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92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2.96296E-6 L 0.44427 -2.22222E-6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14" y="139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0.20143 2.22222E-6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91" y="417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414 -2.96296E-6 L 0.44414 0.09791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39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3.7037E-7 L 0.30547 -0.09791 " pathEditMode="relative" rAng="0" ptsTypes="AA">
                                      <p:cBhvr>
                                        <p:cTn id="10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73" y="-5046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39" grpId="1" animBg="1"/>
      <p:bldP spid="40" grpId="0" animBg="1"/>
      <p:bldP spid="41" grpId="0" animBg="1"/>
      <p:bldP spid="42" grpId="0" animBg="1"/>
      <p:bldP spid="49" grpId="0" animBg="1"/>
      <p:bldP spid="51" grpId="0" animBg="1"/>
      <p:bldP spid="53" grpId="0" animBg="1"/>
      <p:bldP spid="53" grpId="1" animBg="1"/>
      <p:bldP spid="1535" grpId="0" animBg="1"/>
      <p:bldP spid="153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2889-B428-0882-8CB9-C5C03164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8D023925-328D-03B4-3B7F-80C316C1E1AE}"/>
              </a:ext>
            </a:extLst>
          </p:cNvPr>
          <p:cNvSpPr/>
          <p:nvPr/>
        </p:nvSpPr>
        <p:spPr>
          <a:xfrm>
            <a:off x="3860800" y="4647419"/>
            <a:ext cx="4318000" cy="646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DCBCBF-A9AF-A653-60D7-7D01CA873498}"/>
              </a:ext>
            </a:extLst>
          </p:cNvPr>
          <p:cNvSpPr/>
          <p:nvPr/>
        </p:nvSpPr>
        <p:spPr>
          <a:xfrm>
            <a:off x="5106865" y="4079631"/>
            <a:ext cx="1978269" cy="178190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latin typeface="Aptos" panose="020B0004020202020204" pitchFamily="34" charset="0"/>
              </a:rPr>
              <a:t>Hash</a:t>
            </a:r>
            <a:endParaRPr lang="nl-NL" b="1" dirty="0">
              <a:latin typeface="Aptos" panose="020B0004020202020204" pitchFamily="34" charset="0"/>
            </a:endParaRPr>
          </a:p>
          <a:p>
            <a:pPr algn="ctr"/>
            <a:r>
              <a:rPr lang="nl-NL" b="1" dirty="0" err="1">
                <a:latin typeface="Aptos" panose="020B0004020202020204" pitchFamily="34" charset="0"/>
              </a:rPr>
              <a:t>Function</a:t>
            </a:r>
            <a:endParaRPr lang="nl-NL" b="1" dirty="0">
              <a:latin typeface="Aptos" panose="020B0004020202020204" pitchFamily="34" charset="0"/>
            </a:endParaRPr>
          </a:p>
          <a:p>
            <a:pPr algn="ctr"/>
            <a:r>
              <a:rPr lang="nl-NL" dirty="0">
                <a:latin typeface="Aptos" panose="020B0004020202020204" pitchFamily="34" charset="0"/>
              </a:rPr>
              <a:t>(</a:t>
            </a:r>
            <a:r>
              <a:rPr lang="nl-NL" dirty="0" err="1">
                <a:latin typeface="Aptos" panose="020B0004020202020204" pitchFamily="34" charset="0"/>
              </a:rPr>
              <a:t>MurmurHash</a:t>
            </a:r>
            <a:r>
              <a:rPr lang="nl-NL" dirty="0">
                <a:latin typeface="Aptos" panose="020B0004020202020204" pitchFamily="34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719C7-B058-2126-99EA-AF950F193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Hash</a:t>
            </a:r>
            <a:r>
              <a:rPr lang="nl-NL" b="0" dirty="0"/>
              <a:t> </a:t>
            </a:r>
            <a:r>
              <a:rPr lang="nl-NL" b="0" dirty="0" err="1"/>
              <a:t>functions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E0AF1-288E-5FC4-EF42-46579946E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9383151" cy="1446159"/>
          </a:xfrm>
        </p:spPr>
        <p:txBody>
          <a:bodyPr>
            <a:normAutofit/>
          </a:bodyPr>
          <a:lstStyle/>
          <a:p>
            <a:r>
              <a:rPr lang="nl-NL" dirty="0"/>
              <a:t>Storing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nl-NL" dirty="0" err="1"/>
              <a:t>s</a:t>
            </a:r>
            <a:r>
              <a:rPr lang="nl-NL" dirty="0"/>
              <a:t> is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restrictive</a:t>
            </a:r>
            <a:r>
              <a:rPr lang="nl-NL" dirty="0"/>
              <a:t> –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data types?</a:t>
            </a:r>
          </a:p>
          <a:p>
            <a:pPr lvl="1"/>
            <a:r>
              <a:rPr lang="nl-NL" dirty="0"/>
              <a:t>Every object is </a:t>
            </a:r>
            <a:r>
              <a:rPr lang="nl-NL" dirty="0" err="1"/>
              <a:t>stored</a:t>
            </a:r>
            <a:r>
              <a:rPr lang="nl-NL" dirty="0"/>
              <a:t> in </a:t>
            </a:r>
            <a:r>
              <a:rPr lang="nl-NL" b="1" dirty="0"/>
              <a:t>memory</a:t>
            </a:r>
            <a:r>
              <a:rPr lang="nl-NL" dirty="0"/>
              <a:t> as a </a:t>
            </a:r>
            <a:r>
              <a:rPr lang="nl-NL" dirty="0" err="1"/>
              <a:t>sequence</a:t>
            </a:r>
            <a:r>
              <a:rPr lang="nl-NL" dirty="0"/>
              <a:t> of bytes</a:t>
            </a:r>
          </a:p>
          <a:p>
            <a:pPr lvl="1"/>
            <a:r>
              <a:rPr lang="nl-NL" dirty="0"/>
              <a:t>Bytes are </a:t>
            </a:r>
            <a:r>
              <a:rPr lang="nl-NL" dirty="0" err="1"/>
              <a:t>numbers</a:t>
            </a:r>
            <a:r>
              <a:rPr lang="nl-NL" dirty="0"/>
              <a:t>, </a:t>
            </a:r>
            <a:r>
              <a:rPr lang="nl-NL" dirty="0" err="1"/>
              <a:t>so</a:t>
            </a:r>
            <a:r>
              <a:rPr lang="nl-NL" dirty="0"/>
              <a:t> </a:t>
            </a:r>
            <a:r>
              <a:rPr lang="nl-NL" dirty="0" err="1"/>
              <a:t>everything</a:t>
            </a:r>
            <a:r>
              <a:rPr lang="nl-NL" dirty="0"/>
              <a:t> is a </a:t>
            </a:r>
            <a:r>
              <a:rPr lang="nl-NL" dirty="0" err="1"/>
              <a:t>number</a:t>
            </a:r>
            <a:r>
              <a:rPr lang="nl-NL" dirty="0"/>
              <a:t> &amp;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turned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array index!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BEBA0-5232-A0D2-B16C-92B53AD67DB4}"/>
              </a:ext>
            </a:extLst>
          </p:cNvPr>
          <p:cNvSpPr txBox="1"/>
          <p:nvPr/>
        </p:nvSpPr>
        <p:spPr>
          <a:xfrm>
            <a:off x="756138" y="4647419"/>
            <a:ext cx="2876062" cy="646331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l-NL" dirty="0"/>
              <a:t>Value: 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Hello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world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!</a:t>
            </a:r>
          </a:p>
          <a:p>
            <a:r>
              <a:rPr lang="nl-NL" dirty="0"/>
              <a:t>Type: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::string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FAD9B6-2528-6016-FA43-E285B48AEDDE}"/>
              </a:ext>
            </a:extLst>
          </p:cNvPr>
          <p:cNvSpPr txBox="1"/>
          <p:nvPr/>
        </p:nvSpPr>
        <p:spPr>
          <a:xfrm>
            <a:off x="4490239" y="6029216"/>
            <a:ext cx="3211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>
                <a:latin typeface="Aptos" panose="020B0004020202020204" pitchFamily="34" charset="0"/>
              </a:rPr>
              <a:t>We </a:t>
            </a:r>
            <a:r>
              <a:rPr lang="nl-NL" sz="2000" dirty="0" err="1">
                <a:latin typeface="Aptos" panose="020B0004020202020204" pitchFamily="34" charset="0"/>
              </a:rPr>
              <a:t>can</a:t>
            </a:r>
            <a:r>
              <a:rPr lang="nl-NL" sz="2000" dirty="0">
                <a:latin typeface="Aptos" panose="020B0004020202020204" pitchFamily="34" charset="0"/>
              </a:rPr>
              <a:t> do </a:t>
            </a:r>
            <a:r>
              <a:rPr lang="nl-NL" sz="2000" dirty="0" err="1">
                <a:latin typeface="Aptos" panose="020B0004020202020204" pitchFamily="34" charset="0"/>
              </a:rPr>
              <a:t>this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for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any</a:t>
            </a:r>
            <a:r>
              <a:rPr lang="nl-NL" sz="2000" dirty="0">
                <a:latin typeface="Aptos" panose="020B0004020202020204" pitchFamily="34" charset="0"/>
              </a:rPr>
              <a:t> type!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AC461D-E006-D524-0B35-E492CEC42B01}"/>
              </a:ext>
            </a:extLst>
          </p:cNvPr>
          <p:cNvSpPr txBox="1"/>
          <p:nvPr/>
        </p:nvSpPr>
        <p:spPr>
          <a:xfrm>
            <a:off x="8178800" y="4739751"/>
            <a:ext cx="379142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12518601801603912089</a:t>
            </a:r>
          </a:p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(0xadbb02031d2a9199)</a:t>
            </a:r>
            <a:endParaRPr lang="nl-NL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1" name="Speech Bubble: Oval 20">
            <a:extLst>
              <a:ext uri="{FF2B5EF4-FFF2-40B4-BE49-F238E27FC236}">
                <a16:creationId xmlns:a16="http://schemas.microsoft.com/office/drawing/2014/main" id="{FE2EC278-8220-ED2E-6083-14E15D1ED4A8}"/>
              </a:ext>
            </a:extLst>
          </p:cNvPr>
          <p:cNvSpPr/>
          <p:nvPr/>
        </p:nvSpPr>
        <p:spPr>
          <a:xfrm>
            <a:off x="8191981" y="5570747"/>
            <a:ext cx="3599946" cy="1113692"/>
          </a:xfrm>
          <a:prstGeom prst="wedgeEllipseCallout">
            <a:avLst>
              <a:gd name="adj1" fmla="val -82923"/>
              <a:gd name="adj2" fmla="val -69781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Hash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functions</a:t>
            </a:r>
            <a:r>
              <a:rPr lang="nl-NL" dirty="0">
                <a:latin typeface="Aptos" panose="020B0004020202020204" pitchFamily="34" charset="0"/>
              </a:rPr>
              <a:t> turn data </a:t>
            </a:r>
            <a:r>
              <a:rPr lang="nl-NL" dirty="0" err="1">
                <a:latin typeface="Aptos" panose="020B0004020202020204" pitchFamily="34" charset="0"/>
              </a:rPr>
              <a:t>into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dirty="0" err="1">
                <a:latin typeface="Aptos" panose="020B0004020202020204" pitchFamily="34" charset="0"/>
              </a:rPr>
              <a:t>number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50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4" grpId="0" animBg="1"/>
      <p:bldP spid="11" grpId="0"/>
      <p:bldP spid="20" grpId="0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E2C2C-BB5C-8935-6754-13ED9F268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E2073-40F6-D83A-4DD1-45E6ADBF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Associative</a:t>
            </a:r>
            <a:r>
              <a:rPr lang="nl-NL" b="0" dirty="0"/>
              <a:t> arrays &amp; </a:t>
            </a:r>
            <a:r>
              <a:rPr lang="nl-NL" b="0" dirty="0" err="1"/>
              <a:t>dictionaries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8F7C-9CC4-4929-D7BB-66267BB4B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8046720" cy="1755648"/>
          </a:xfrm>
        </p:spPr>
        <p:txBody>
          <a:bodyPr>
            <a:normAutofit/>
          </a:bodyPr>
          <a:lstStyle/>
          <a:p>
            <a:r>
              <a:rPr lang="nl-NL" dirty="0" err="1"/>
              <a:t>Hash</a:t>
            </a:r>
            <a:r>
              <a:rPr lang="nl-NL" dirty="0"/>
              <a:t> </a:t>
            </a:r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</a:t>
            </a:r>
            <a:r>
              <a:rPr lang="nl-NL" dirty="0" err="1"/>
              <a:t>us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“</a:t>
            </a:r>
            <a:r>
              <a:rPr lang="nl-NL" dirty="0" err="1"/>
              <a:t>indexing</a:t>
            </a:r>
            <a:r>
              <a:rPr lang="nl-NL" dirty="0"/>
              <a:t>” in a more </a:t>
            </a:r>
            <a:r>
              <a:rPr lang="nl-NL" dirty="0" err="1"/>
              <a:t>generic</a:t>
            </a:r>
            <a:r>
              <a:rPr lang="nl-NL" dirty="0"/>
              <a:t> way</a:t>
            </a:r>
          </a:p>
          <a:p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passwords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"bluB!123"</a:t>
            </a:r>
          </a:p>
          <a:p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passwords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dave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p^zz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@"</a:t>
            </a:r>
          </a:p>
          <a:p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5BB1E2-1CDF-1846-2554-089DDA3C70E2}"/>
              </a:ext>
            </a:extLst>
          </p:cNvPr>
          <p:cNvSpPr txBox="1"/>
          <p:nvPr/>
        </p:nvSpPr>
        <p:spPr>
          <a:xfrm>
            <a:off x="2663552" y="5702300"/>
            <a:ext cx="247375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"blub!123"</a:t>
            </a:r>
          </a:p>
        </p:txBody>
      </p:sp>
      <p:grpSp>
        <p:nvGrpSpPr>
          <p:cNvPr id="16" name="Group 25">
            <a:extLst>
              <a:ext uri="{FF2B5EF4-FFF2-40B4-BE49-F238E27FC236}">
                <a16:creationId xmlns:a16="http://schemas.microsoft.com/office/drawing/2014/main" id="{5F8915C6-D35D-F321-C484-2AAF449BFF33}"/>
              </a:ext>
            </a:extLst>
          </p:cNvPr>
          <p:cNvGrpSpPr/>
          <p:nvPr/>
        </p:nvGrpSpPr>
        <p:grpSpPr>
          <a:xfrm>
            <a:off x="4503126" y="4321263"/>
            <a:ext cx="4650657" cy="393290"/>
            <a:chOff x="4503126" y="5093109"/>
            <a:chExt cx="4650657" cy="393290"/>
          </a:xfrm>
        </p:grpSpPr>
        <p:sp>
          <p:nvSpPr>
            <p:cNvPr id="17" name="idx 0">
              <a:extLst>
                <a:ext uri="{FF2B5EF4-FFF2-40B4-BE49-F238E27FC236}">
                  <a16:creationId xmlns:a16="http://schemas.microsoft.com/office/drawing/2014/main" id="{7C5CC5A4-D298-0407-5F86-268477DACC2E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18" name="idx 1">
              <a:extLst>
                <a:ext uri="{FF2B5EF4-FFF2-40B4-BE49-F238E27FC236}">
                  <a16:creationId xmlns:a16="http://schemas.microsoft.com/office/drawing/2014/main" id="{9BC8E531-9222-4389-A984-B2AE56949D25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19" name="idx 2">
              <a:extLst>
                <a:ext uri="{FF2B5EF4-FFF2-40B4-BE49-F238E27FC236}">
                  <a16:creationId xmlns:a16="http://schemas.microsoft.com/office/drawing/2014/main" id="{3ACBBFF7-6C65-B450-FD38-8149AC702F2B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20" name="idx 3">
              <a:extLst>
                <a:ext uri="{FF2B5EF4-FFF2-40B4-BE49-F238E27FC236}">
                  <a16:creationId xmlns:a16="http://schemas.microsoft.com/office/drawing/2014/main" id="{B9FECE22-A420-0648-DBD0-5F18AB21DBE5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21" name="idx 4">
              <a:extLst>
                <a:ext uri="{FF2B5EF4-FFF2-40B4-BE49-F238E27FC236}">
                  <a16:creationId xmlns:a16="http://schemas.microsoft.com/office/drawing/2014/main" id="{562A6180-C465-6576-B2CD-883984274484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22" name="idx 5">
              <a:extLst>
                <a:ext uri="{FF2B5EF4-FFF2-40B4-BE49-F238E27FC236}">
                  <a16:creationId xmlns:a16="http://schemas.microsoft.com/office/drawing/2014/main" id="{769766B0-C6DA-BE6A-9D11-2FE5BE34709F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23" name="idx 6">
              <a:extLst>
                <a:ext uri="{FF2B5EF4-FFF2-40B4-BE49-F238E27FC236}">
                  <a16:creationId xmlns:a16="http://schemas.microsoft.com/office/drawing/2014/main" id="{138F9821-0B47-184E-F9BB-F567BA65C37A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24" name="idx 7">
              <a:extLst>
                <a:ext uri="{FF2B5EF4-FFF2-40B4-BE49-F238E27FC236}">
                  <a16:creationId xmlns:a16="http://schemas.microsoft.com/office/drawing/2014/main" id="{D686E827-5F55-B77C-130E-C8BBFA78FD66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25" name="idx 8">
              <a:extLst>
                <a:ext uri="{FF2B5EF4-FFF2-40B4-BE49-F238E27FC236}">
                  <a16:creationId xmlns:a16="http://schemas.microsoft.com/office/drawing/2014/main" id="{53751D20-45EF-606C-73A8-43300DD6A231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26" name="idx 9">
              <a:extLst>
                <a:ext uri="{FF2B5EF4-FFF2-40B4-BE49-F238E27FC236}">
                  <a16:creationId xmlns:a16="http://schemas.microsoft.com/office/drawing/2014/main" id="{4817E3F6-64AE-FD21-EF6C-F594DBC09BB3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27" name="idx 10">
              <a:extLst>
                <a:ext uri="{FF2B5EF4-FFF2-40B4-BE49-F238E27FC236}">
                  <a16:creationId xmlns:a16="http://schemas.microsoft.com/office/drawing/2014/main" id="{DF5A3816-1A4C-0D82-BABF-B09227BBCE1A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932157F-C5C4-86FF-4F0A-1F0DA17FC458}"/>
              </a:ext>
            </a:extLst>
          </p:cNvPr>
          <p:cNvGrpSpPr/>
          <p:nvPr/>
        </p:nvGrpSpPr>
        <p:grpSpPr>
          <a:xfrm>
            <a:off x="4503126" y="4699819"/>
            <a:ext cx="422787" cy="393290"/>
            <a:chOff x="4503126" y="4699819"/>
            <a:chExt cx="422787" cy="393290"/>
          </a:xfrm>
        </p:grpSpPr>
        <p:sp>
          <p:nvSpPr>
            <p:cNvPr id="5" name="array@0">
              <a:extLst>
                <a:ext uri="{FF2B5EF4-FFF2-40B4-BE49-F238E27FC236}">
                  <a16:creationId xmlns:a16="http://schemas.microsoft.com/office/drawing/2014/main" id="{4492308B-FA96-2439-0A4D-6F29910841C9}"/>
                </a:ext>
              </a:extLst>
            </p:cNvPr>
            <p:cNvSpPr/>
            <p:nvPr/>
          </p:nvSpPr>
          <p:spPr>
            <a:xfrm>
              <a:off x="4503126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0351F6D-11B5-A805-D832-64195F6F4DBF}"/>
                </a:ext>
              </a:extLst>
            </p:cNvPr>
            <p:cNvSpPr/>
            <p:nvPr/>
          </p:nvSpPr>
          <p:spPr>
            <a:xfrm>
              <a:off x="4625800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1966C9C-C6CB-F421-7ECD-AAFBD39ED37B}"/>
              </a:ext>
            </a:extLst>
          </p:cNvPr>
          <p:cNvGrpSpPr/>
          <p:nvPr/>
        </p:nvGrpSpPr>
        <p:grpSpPr>
          <a:xfrm>
            <a:off x="4925913" y="4699819"/>
            <a:ext cx="422787" cy="393290"/>
            <a:chOff x="4925913" y="4699819"/>
            <a:chExt cx="422787" cy="393290"/>
          </a:xfrm>
        </p:grpSpPr>
        <p:sp>
          <p:nvSpPr>
            <p:cNvPr id="6" name="array@1">
              <a:extLst>
                <a:ext uri="{FF2B5EF4-FFF2-40B4-BE49-F238E27FC236}">
                  <a16:creationId xmlns:a16="http://schemas.microsoft.com/office/drawing/2014/main" id="{1E5A8759-307A-F95B-05EC-ABB0C6C0A84B}"/>
                </a:ext>
              </a:extLst>
            </p:cNvPr>
            <p:cNvSpPr/>
            <p:nvPr/>
          </p:nvSpPr>
          <p:spPr>
            <a:xfrm>
              <a:off x="4925913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AD8AA6-D9FD-9B5D-7E55-101F95AD2102}"/>
                </a:ext>
              </a:extLst>
            </p:cNvPr>
            <p:cNvSpPr/>
            <p:nvPr/>
          </p:nvSpPr>
          <p:spPr>
            <a:xfrm>
              <a:off x="5048587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35380B6-561A-8815-E747-2A22576AE65C}"/>
              </a:ext>
            </a:extLst>
          </p:cNvPr>
          <p:cNvGrpSpPr/>
          <p:nvPr/>
        </p:nvGrpSpPr>
        <p:grpSpPr>
          <a:xfrm>
            <a:off x="5348700" y="4699819"/>
            <a:ext cx="422787" cy="393290"/>
            <a:chOff x="5348700" y="4699819"/>
            <a:chExt cx="422787" cy="393290"/>
          </a:xfrm>
        </p:grpSpPr>
        <p:sp>
          <p:nvSpPr>
            <p:cNvPr id="7" name="array@2">
              <a:extLst>
                <a:ext uri="{FF2B5EF4-FFF2-40B4-BE49-F238E27FC236}">
                  <a16:creationId xmlns:a16="http://schemas.microsoft.com/office/drawing/2014/main" id="{A87BFC0B-7CAA-28D1-3D97-F7597C541070}"/>
                </a:ext>
              </a:extLst>
            </p:cNvPr>
            <p:cNvSpPr/>
            <p:nvPr/>
          </p:nvSpPr>
          <p:spPr>
            <a:xfrm>
              <a:off x="5348700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799397A-4963-F393-4D73-D359AA800BB3}"/>
                </a:ext>
              </a:extLst>
            </p:cNvPr>
            <p:cNvSpPr/>
            <p:nvPr/>
          </p:nvSpPr>
          <p:spPr>
            <a:xfrm>
              <a:off x="5471374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1698B1E-C00C-90EB-083A-33D5F5F0F69A}"/>
              </a:ext>
            </a:extLst>
          </p:cNvPr>
          <p:cNvGrpSpPr/>
          <p:nvPr/>
        </p:nvGrpSpPr>
        <p:grpSpPr>
          <a:xfrm>
            <a:off x="5771487" y="4699819"/>
            <a:ext cx="422787" cy="393290"/>
            <a:chOff x="5771487" y="4699819"/>
            <a:chExt cx="422787" cy="393290"/>
          </a:xfrm>
        </p:grpSpPr>
        <p:sp>
          <p:nvSpPr>
            <p:cNvPr id="8" name="array@3">
              <a:extLst>
                <a:ext uri="{FF2B5EF4-FFF2-40B4-BE49-F238E27FC236}">
                  <a16:creationId xmlns:a16="http://schemas.microsoft.com/office/drawing/2014/main" id="{4A7C1971-698B-A60A-B469-C3D63D32658D}"/>
                </a:ext>
              </a:extLst>
            </p:cNvPr>
            <p:cNvSpPr/>
            <p:nvPr/>
          </p:nvSpPr>
          <p:spPr>
            <a:xfrm>
              <a:off x="5771487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814900A-9E1C-8973-76EC-9AB3EC5DAD76}"/>
                </a:ext>
              </a:extLst>
            </p:cNvPr>
            <p:cNvSpPr/>
            <p:nvPr/>
          </p:nvSpPr>
          <p:spPr>
            <a:xfrm>
              <a:off x="5894161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8B3A509-D2D9-7F81-3597-5008EFD9D89D}"/>
              </a:ext>
            </a:extLst>
          </p:cNvPr>
          <p:cNvGrpSpPr/>
          <p:nvPr/>
        </p:nvGrpSpPr>
        <p:grpSpPr>
          <a:xfrm>
            <a:off x="6194274" y="4699819"/>
            <a:ext cx="422787" cy="393290"/>
            <a:chOff x="6194274" y="4699819"/>
            <a:chExt cx="422787" cy="393290"/>
          </a:xfrm>
        </p:grpSpPr>
        <p:sp>
          <p:nvSpPr>
            <p:cNvPr id="9" name="array@4">
              <a:extLst>
                <a:ext uri="{FF2B5EF4-FFF2-40B4-BE49-F238E27FC236}">
                  <a16:creationId xmlns:a16="http://schemas.microsoft.com/office/drawing/2014/main" id="{6A47D7BE-A2CC-12AC-A54E-ECD03B4C80FB}"/>
                </a:ext>
              </a:extLst>
            </p:cNvPr>
            <p:cNvSpPr/>
            <p:nvPr/>
          </p:nvSpPr>
          <p:spPr>
            <a:xfrm>
              <a:off x="6194274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7C8C0D7-86BA-AEBA-43CB-68D1F844726D}"/>
                </a:ext>
              </a:extLst>
            </p:cNvPr>
            <p:cNvSpPr/>
            <p:nvPr/>
          </p:nvSpPr>
          <p:spPr>
            <a:xfrm>
              <a:off x="6316948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1FDB053-A899-390F-9A73-9EE6679173A9}"/>
              </a:ext>
            </a:extLst>
          </p:cNvPr>
          <p:cNvGrpSpPr/>
          <p:nvPr/>
        </p:nvGrpSpPr>
        <p:grpSpPr>
          <a:xfrm>
            <a:off x="6617061" y="4699819"/>
            <a:ext cx="422787" cy="393290"/>
            <a:chOff x="6617061" y="4699819"/>
            <a:chExt cx="422787" cy="393290"/>
          </a:xfrm>
        </p:grpSpPr>
        <p:sp>
          <p:nvSpPr>
            <p:cNvPr id="10" name="array@5">
              <a:extLst>
                <a:ext uri="{FF2B5EF4-FFF2-40B4-BE49-F238E27FC236}">
                  <a16:creationId xmlns:a16="http://schemas.microsoft.com/office/drawing/2014/main" id="{EC5F41DC-917F-69DC-5F70-B0FBCD9D2C7F}"/>
                </a:ext>
              </a:extLst>
            </p:cNvPr>
            <p:cNvSpPr/>
            <p:nvPr/>
          </p:nvSpPr>
          <p:spPr>
            <a:xfrm>
              <a:off x="6617061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1B82257-3CC2-7C1B-ADCF-CB4A8DD57B69}"/>
                </a:ext>
              </a:extLst>
            </p:cNvPr>
            <p:cNvSpPr/>
            <p:nvPr/>
          </p:nvSpPr>
          <p:spPr>
            <a:xfrm>
              <a:off x="6739735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D0E39D0-8C0B-8E21-D1EB-53A57836E3CF}"/>
              </a:ext>
            </a:extLst>
          </p:cNvPr>
          <p:cNvGrpSpPr/>
          <p:nvPr/>
        </p:nvGrpSpPr>
        <p:grpSpPr>
          <a:xfrm>
            <a:off x="7039848" y="4699819"/>
            <a:ext cx="422787" cy="393290"/>
            <a:chOff x="7039848" y="4699819"/>
            <a:chExt cx="422787" cy="393290"/>
          </a:xfrm>
        </p:grpSpPr>
        <p:sp>
          <p:nvSpPr>
            <p:cNvPr id="11" name="array@6">
              <a:extLst>
                <a:ext uri="{FF2B5EF4-FFF2-40B4-BE49-F238E27FC236}">
                  <a16:creationId xmlns:a16="http://schemas.microsoft.com/office/drawing/2014/main" id="{E5FD0DB1-7F3B-4F25-F8AF-B5EB8A00D108}"/>
                </a:ext>
              </a:extLst>
            </p:cNvPr>
            <p:cNvSpPr/>
            <p:nvPr/>
          </p:nvSpPr>
          <p:spPr>
            <a:xfrm>
              <a:off x="7039848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054AAD1-B7E9-379D-BA76-1633C76C01B9}"/>
                </a:ext>
              </a:extLst>
            </p:cNvPr>
            <p:cNvSpPr/>
            <p:nvPr/>
          </p:nvSpPr>
          <p:spPr>
            <a:xfrm>
              <a:off x="7162522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F04388A-7C40-2A76-B519-D410ED198F7C}"/>
              </a:ext>
            </a:extLst>
          </p:cNvPr>
          <p:cNvGrpSpPr/>
          <p:nvPr/>
        </p:nvGrpSpPr>
        <p:grpSpPr>
          <a:xfrm>
            <a:off x="7462635" y="4699819"/>
            <a:ext cx="422787" cy="393290"/>
            <a:chOff x="7462635" y="4699819"/>
            <a:chExt cx="422787" cy="393290"/>
          </a:xfrm>
        </p:grpSpPr>
        <p:sp>
          <p:nvSpPr>
            <p:cNvPr id="12" name="array@7">
              <a:extLst>
                <a:ext uri="{FF2B5EF4-FFF2-40B4-BE49-F238E27FC236}">
                  <a16:creationId xmlns:a16="http://schemas.microsoft.com/office/drawing/2014/main" id="{07C15787-5684-97F3-8575-BFC8F3903315}"/>
                </a:ext>
              </a:extLst>
            </p:cNvPr>
            <p:cNvSpPr/>
            <p:nvPr/>
          </p:nvSpPr>
          <p:spPr>
            <a:xfrm>
              <a:off x="7462635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DBFA8AE-F531-80FC-D8AB-67E97641A4C2}"/>
                </a:ext>
              </a:extLst>
            </p:cNvPr>
            <p:cNvSpPr/>
            <p:nvPr/>
          </p:nvSpPr>
          <p:spPr>
            <a:xfrm>
              <a:off x="7585309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F755A80-7E78-6C5D-6334-5A01DF5E5FBF}"/>
              </a:ext>
            </a:extLst>
          </p:cNvPr>
          <p:cNvGrpSpPr/>
          <p:nvPr/>
        </p:nvGrpSpPr>
        <p:grpSpPr>
          <a:xfrm>
            <a:off x="7885422" y="4699819"/>
            <a:ext cx="422787" cy="393290"/>
            <a:chOff x="7885422" y="4699819"/>
            <a:chExt cx="422787" cy="393290"/>
          </a:xfrm>
        </p:grpSpPr>
        <p:sp>
          <p:nvSpPr>
            <p:cNvPr id="13" name="array@8">
              <a:extLst>
                <a:ext uri="{FF2B5EF4-FFF2-40B4-BE49-F238E27FC236}">
                  <a16:creationId xmlns:a16="http://schemas.microsoft.com/office/drawing/2014/main" id="{C0A182C0-11E1-3F0D-A415-6110BD17DA7E}"/>
                </a:ext>
              </a:extLst>
            </p:cNvPr>
            <p:cNvSpPr/>
            <p:nvPr/>
          </p:nvSpPr>
          <p:spPr>
            <a:xfrm>
              <a:off x="7885422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A67C2CB-DC9D-A046-1DAD-DA56B36B8DE4}"/>
                </a:ext>
              </a:extLst>
            </p:cNvPr>
            <p:cNvSpPr/>
            <p:nvPr/>
          </p:nvSpPr>
          <p:spPr>
            <a:xfrm>
              <a:off x="8008096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09929C6-DD6F-B970-4C95-F2D52141B3E4}"/>
              </a:ext>
            </a:extLst>
          </p:cNvPr>
          <p:cNvGrpSpPr/>
          <p:nvPr/>
        </p:nvGrpSpPr>
        <p:grpSpPr>
          <a:xfrm>
            <a:off x="8308209" y="4699819"/>
            <a:ext cx="422787" cy="393290"/>
            <a:chOff x="8308209" y="4699819"/>
            <a:chExt cx="422787" cy="393290"/>
          </a:xfrm>
        </p:grpSpPr>
        <p:sp>
          <p:nvSpPr>
            <p:cNvPr id="14" name="array@9">
              <a:extLst>
                <a:ext uri="{FF2B5EF4-FFF2-40B4-BE49-F238E27FC236}">
                  <a16:creationId xmlns:a16="http://schemas.microsoft.com/office/drawing/2014/main" id="{3BCC9BDB-CD50-0E42-32A0-7C6D3BF3A6EE}"/>
                </a:ext>
              </a:extLst>
            </p:cNvPr>
            <p:cNvSpPr/>
            <p:nvPr/>
          </p:nvSpPr>
          <p:spPr>
            <a:xfrm>
              <a:off x="8308209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2287D0A-F6F8-DA91-AF1C-AFF219E75B66}"/>
                </a:ext>
              </a:extLst>
            </p:cNvPr>
            <p:cNvSpPr/>
            <p:nvPr/>
          </p:nvSpPr>
          <p:spPr>
            <a:xfrm>
              <a:off x="8430883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3F795E2B-6C61-71B9-064E-FC52EAEB7323}"/>
              </a:ext>
            </a:extLst>
          </p:cNvPr>
          <p:cNvGrpSpPr/>
          <p:nvPr/>
        </p:nvGrpSpPr>
        <p:grpSpPr>
          <a:xfrm>
            <a:off x="8730996" y="4699819"/>
            <a:ext cx="422787" cy="393290"/>
            <a:chOff x="8730996" y="4699819"/>
            <a:chExt cx="422787" cy="393290"/>
          </a:xfrm>
        </p:grpSpPr>
        <p:sp>
          <p:nvSpPr>
            <p:cNvPr id="15" name="array@10">
              <a:extLst>
                <a:ext uri="{FF2B5EF4-FFF2-40B4-BE49-F238E27FC236}">
                  <a16:creationId xmlns:a16="http://schemas.microsoft.com/office/drawing/2014/main" id="{E64A7063-13ED-A0E3-2445-2D809B60169C}"/>
                </a:ext>
              </a:extLst>
            </p:cNvPr>
            <p:cNvSpPr/>
            <p:nvPr/>
          </p:nvSpPr>
          <p:spPr>
            <a:xfrm>
              <a:off x="8730996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39EDB3B-BE2B-5A94-0019-45A51D31A567}"/>
                </a:ext>
              </a:extLst>
            </p:cNvPr>
            <p:cNvSpPr/>
            <p:nvPr/>
          </p:nvSpPr>
          <p:spPr>
            <a:xfrm>
              <a:off x="8853669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4BE329A-FC38-9017-983D-0ED6370D9E2C}"/>
              </a:ext>
            </a:extLst>
          </p:cNvPr>
          <p:cNvSpPr txBox="1"/>
          <p:nvPr/>
        </p:nvSpPr>
        <p:spPr>
          <a:xfrm>
            <a:off x="6181574" y="3147668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Hash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0x7f7af45cf1a7bf22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A095D6-A97F-6401-4F8A-60BAEB3C84F0}"/>
              </a:ext>
            </a:extLst>
          </p:cNvPr>
          <p:cNvSpPr txBox="1"/>
          <p:nvPr/>
        </p:nvSpPr>
        <p:spPr>
          <a:xfrm>
            <a:off x="10316293" y="3147668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Index: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302000-85EC-B0A8-F0EA-1F85022662BA}"/>
              </a:ext>
            </a:extLst>
          </p:cNvPr>
          <p:cNvSpPr txBox="1"/>
          <p:nvPr/>
        </p:nvSpPr>
        <p:spPr>
          <a:xfrm>
            <a:off x="6181574" y="3642891"/>
            <a:ext cx="3381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Hash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0xf80da7b1d331ca49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47DCBE-B84C-CFF0-C9EC-DF8F25DA8F4B}"/>
              </a:ext>
            </a:extLst>
          </p:cNvPr>
          <p:cNvSpPr txBox="1"/>
          <p:nvPr/>
        </p:nvSpPr>
        <p:spPr>
          <a:xfrm>
            <a:off x="10316293" y="3642891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Index: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C4F4F4-1D67-0084-273B-44591587D3CF}"/>
              </a:ext>
            </a:extLst>
          </p:cNvPr>
          <p:cNvSpPr txBox="1"/>
          <p:nvPr/>
        </p:nvSpPr>
        <p:spPr>
          <a:xfrm>
            <a:off x="2472243" y="4696409"/>
            <a:ext cx="1593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passwords</a:t>
            </a:r>
            <a:r>
              <a:rPr lang="nl-NL" dirty="0"/>
              <a:t>: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BB1220A-7867-F93D-6E57-DC21D1D0A078}"/>
              </a:ext>
            </a:extLst>
          </p:cNvPr>
          <p:cNvSpPr txBox="1"/>
          <p:nvPr/>
        </p:nvSpPr>
        <p:spPr>
          <a:xfrm>
            <a:off x="8430883" y="5702300"/>
            <a:ext cx="220445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dave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p^zza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@"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994D34DE-746A-1479-7AE5-574E786B46BE}"/>
              </a:ext>
            </a:extLst>
          </p:cNvPr>
          <p:cNvCxnSpPr>
            <a:stCxn id="30" idx="3"/>
            <a:endCxn id="4" idx="0"/>
          </p:cNvCxnSpPr>
          <p:nvPr/>
        </p:nvCxnSpPr>
        <p:spPr>
          <a:xfrm flipH="1">
            <a:off x="3900429" y="4959198"/>
            <a:ext cx="1596930" cy="74310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BA92D61-5B59-6E0A-F4C2-F3AE927B654F}"/>
              </a:ext>
            </a:extLst>
          </p:cNvPr>
          <p:cNvCxnSpPr>
            <a:cxnSpLocks/>
            <a:stCxn id="36" idx="5"/>
            <a:endCxn id="129" idx="0"/>
          </p:cNvCxnSpPr>
          <p:nvPr/>
        </p:nvCxnSpPr>
        <p:spPr>
          <a:xfrm>
            <a:off x="8159550" y="4959199"/>
            <a:ext cx="1373558" cy="74310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62BF1A6E-4CA2-01B8-EB80-87E18DCB29B5}"/>
              </a:ext>
            </a:extLst>
          </p:cNvPr>
          <p:cNvSpPr txBox="1"/>
          <p:nvPr/>
        </p:nvSpPr>
        <p:spPr>
          <a:xfrm>
            <a:off x="5019803" y="6468301"/>
            <a:ext cx="4589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i="1" dirty="0" err="1">
                <a:latin typeface="Aptos" panose="020B0004020202020204" pitchFamily="34" charset="0"/>
              </a:rPr>
              <a:t>Note</a:t>
            </a:r>
            <a:r>
              <a:rPr lang="nl-NL" sz="1600" i="1" dirty="0">
                <a:latin typeface="Aptos" panose="020B0004020202020204" pitchFamily="34" charset="0"/>
              </a:rPr>
              <a:t>: </a:t>
            </a:r>
            <a:r>
              <a:rPr lang="nl-NL" sz="1600" b="1" i="1" dirty="0">
                <a:latin typeface="Aptos" panose="020B0004020202020204" pitchFamily="34" charset="0"/>
              </a:rPr>
              <a:t>never</a:t>
            </a:r>
            <a:r>
              <a:rPr lang="nl-NL" sz="1600" i="1" dirty="0">
                <a:latin typeface="Aptos" panose="020B0004020202020204" pitchFamily="34" charset="0"/>
              </a:rPr>
              <a:t> store </a:t>
            </a:r>
            <a:r>
              <a:rPr lang="nl-NL" sz="1600" i="1" dirty="0" err="1">
                <a:latin typeface="Aptos" panose="020B0004020202020204" pitchFamily="34" charset="0"/>
              </a:rPr>
              <a:t>passwords</a:t>
            </a:r>
            <a:r>
              <a:rPr lang="nl-NL" sz="1600" i="1" dirty="0">
                <a:latin typeface="Aptos" panose="020B0004020202020204" pitchFamily="34" charset="0"/>
              </a:rPr>
              <a:t> like </a:t>
            </a:r>
            <a:r>
              <a:rPr lang="nl-NL" sz="1600" i="1" dirty="0" err="1">
                <a:latin typeface="Aptos" panose="020B0004020202020204" pitchFamily="34" charset="0"/>
              </a:rPr>
              <a:t>this</a:t>
            </a:r>
            <a:r>
              <a:rPr lang="nl-NL" sz="1600" i="1" dirty="0">
                <a:latin typeface="Aptos" panose="020B0004020202020204" pitchFamily="34" charset="0"/>
              </a:rPr>
              <a:t>! </a:t>
            </a:r>
            <a:r>
              <a:rPr lang="nl-NL" sz="1600" dirty="0">
                <a:latin typeface="Aptos" panose="020B0004020202020204" pitchFamily="34" charset="0"/>
                <a:sym typeface="Wingdings" panose="05000000000000000000" pitchFamily="2" charset="2"/>
              </a:rPr>
              <a:t></a:t>
            </a:r>
            <a:endParaRPr lang="nl-NL" sz="1600" dirty="0">
              <a:latin typeface="Aptos" panose="020B0004020202020204" pitchFamily="34" charset="0"/>
            </a:endParaRPr>
          </a:p>
        </p:txBody>
      </p:sp>
      <p:sp>
        <p:nvSpPr>
          <p:cNvPr id="140" name="Arrow: Right 139">
            <a:extLst>
              <a:ext uri="{FF2B5EF4-FFF2-40B4-BE49-F238E27FC236}">
                <a16:creationId xmlns:a16="http://schemas.microsoft.com/office/drawing/2014/main" id="{F255F429-19D8-E8FD-D630-81A4A9913058}"/>
              </a:ext>
            </a:extLst>
          </p:cNvPr>
          <p:cNvSpPr/>
          <p:nvPr/>
        </p:nvSpPr>
        <p:spPr>
          <a:xfrm>
            <a:off x="9533108" y="3175557"/>
            <a:ext cx="525292" cy="31355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1" name="Arrow: Right 140">
            <a:extLst>
              <a:ext uri="{FF2B5EF4-FFF2-40B4-BE49-F238E27FC236}">
                <a16:creationId xmlns:a16="http://schemas.microsoft.com/office/drawing/2014/main" id="{ECE900B8-B821-A462-67DE-BA9DE29E3C15}"/>
              </a:ext>
            </a:extLst>
          </p:cNvPr>
          <p:cNvSpPr/>
          <p:nvPr/>
        </p:nvSpPr>
        <p:spPr>
          <a:xfrm>
            <a:off x="9533108" y="3670780"/>
            <a:ext cx="525292" cy="313554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7" name="Speech Bubble: Oval 166">
            <a:extLst>
              <a:ext uri="{FF2B5EF4-FFF2-40B4-BE49-F238E27FC236}">
                <a16:creationId xmlns:a16="http://schemas.microsoft.com/office/drawing/2014/main" id="{64B3C2A9-20B5-1CAE-FDDA-4084D9007F00}"/>
              </a:ext>
            </a:extLst>
          </p:cNvPr>
          <p:cNvSpPr/>
          <p:nvPr/>
        </p:nvSpPr>
        <p:spPr>
          <a:xfrm>
            <a:off x="76618" y="5093109"/>
            <a:ext cx="2312806" cy="1375192"/>
          </a:xfrm>
          <a:prstGeom prst="wedgeEllipseCallout">
            <a:avLst>
              <a:gd name="adj1" fmla="val 60985"/>
              <a:gd name="adj2" fmla="val 12631"/>
            </a:avLst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Note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that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the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key</a:t>
            </a:r>
            <a:r>
              <a:rPr lang="nl-NL" dirty="0">
                <a:latin typeface="Aptos" panose="020B0004020202020204" pitchFamily="34" charset="0"/>
              </a:rPr>
              <a:t> is </a:t>
            </a:r>
            <a:r>
              <a:rPr lang="nl-NL" dirty="0" err="1">
                <a:latin typeface="Aptos" panose="020B0004020202020204" pitchFamily="34" charset="0"/>
              </a:rPr>
              <a:t>stored</a:t>
            </a:r>
            <a:r>
              <a:rPr lang="nl-NL" dirty="0">
                <a:latin typeface="Aptos" panose="020B0004020202020204" pitchFamily="34" charset="0"/>
              </a:rPr>
              <a:t> as well!</a:t>
            </a:r>
          </a:p>
        </p:txBody>
      </p:sp>
    </p:spTree>
    <p:extLst>
      <p:ext uri="{BB962C8B-B14F-4D97-AF65-F5344CB8AC3E}">
        <p14:creationId xmlns:p14="http://schemas.microsoft.com/office/powerpoint/2010/main" val="229862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9" grpId="0"/>
      <p:bldP spid="40" grpId="0"/>
      <p:bldP spid="41" grpId="0"/>
      <p:bldP spid="42" grpId="0"/>
      <p:bldP spid="129" grpId="0" animBg="1"/>
      <p:bldP spid="135" grpId="0"/>
      <p:bldP spid="140" grpId="0" animBg="1"/>
      <p:bldP spid="141" grpId="0" animBg="1"/>
      <p:bldP spid="16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991DE-442A-CAF6-8720-EFED937CC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34C1-3C11-2B3D-2A7E-36EA1BFD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Hash</a:t>
            </a:r>
            <a:r>
              <a:rPr lang="nl-NL" b="0" dirty="0"/>
              <a:t> &amp; </a:t>
            </a:r>
            <a:r>
              <a:rPr lang="nl-NL" b="0" dirty="0" err="1"/>
              <a:t>equality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E5583-C280-1766-F2CC-FF1538D2C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Steps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locate</a:t>
            </a:r>
            <a:r>
              <a:rPr lang="nl-NL" dirty="0"/>
              <a:t> a </a:t>
            </a:r>
            <a:r>
              <a:rPr lang="nl-NL" dirty="0" err="1"/>
              <a:t>value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hash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find</a:t>
            </a:r>
            <a:r>
              <a:rPr lang="nl-NL" dirty="0"/>
              <a:t> slot</a:t>
            </a:r>
          </a:p>
          <a:p>
            <a:pPr lvl="1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equality</a:t>
            </a:r>
            <a:r>
              <a:rPr lang="nl-NL" dirty="0"/>
              <a:t> operator (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nl-NL" dirty="0"/>
              <a:t>)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it’s</a:t>
            </a:r>
            <a:r>
              <a:rPr lang="nl-NL" dirty="0"/>
              <a:t> </a:t>
            </a:r>
            <a:r>
              <a:rPr lang="nl-NL" dirty="0" err="1"/>
              <a:t>there</a:t>
            </a:r>
            <a:endParaRPr lang="nl-NL" dirty="0"/>
          </a:p>
          <a:p>
            <a:pPr marL="608076" lvl="1" indent="-342900">
              <a:buFont typeface="+mj-lt"/>
              <a:buAutoNum type="arabicPeriod"/>
            </a:pPr>
            <a:endParaRPr lang="nl-NL" dirty="0"/>
          </a:p>
          <a:p>
            <a:r>
              <a:rPr lang="nl-NL" dirty="0" err="1"/>
              <a:t>Requires</a:t>
            </a:r>
            <a:r>
              <a:rPr lang="nl-NL" dirty="0"/>
              <a:t> a “contract”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hash</a:t>
            </a:r>
            <a:r>
              <a:rPr lang="nl-NL" dirty="0"/>
              <a:t> code &amp; </a:t>
            </a:r>
            <a:r>
              <a:rPr lang="nl-NL" dirty="0" err="1"/>
              <a:t>equality</a:t>
            </a:r>
            <a:r>
              <a:rPr lang="nl-NL" dirty="0"/>
              <a:t> of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objects</a:t>
            </a:r>
            <a:r>
              <a:rPr lang="nl-NL" dirty="0"/>
              <a:t> </a:t>
            </a:r>
            <a:r>
              <a:rPr lang="nl-NL" sz="18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obj1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sz="1800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obj2</a:t>
            </a:r>
            <a:r>
              <a:rPr lang="nl-NL" dirty="0"/>
              <a:t>:</a:t>
            </a:r>
          </a:p>
          <a:p>
            <a:pPr lvl="1"/>
            <a:r>
              <a:rPr lang="nl-NL" b="1" dirty="0"/>
              <a:t>IF</a:t>
            </a:r>
            <a:r>
              <a:rPr lang="nl-NL" dirty="0"/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hash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(obj1) !=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hash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(obj2)</a:t>
            </a:r>
            <a:r>
              <a:rPr lang="nl-NL" dirty="0"/>
              <a:t>, </a:t>
            </a:r>
            <a:r>
              <a:rPr lang="nl-NL" b="1" dirty="0"/>
              <a:t>THEN</a:t>
            </a:r>
            <a:r>
              <a:rPr lang="nl-NL" dirty="0"/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!= obj2</a:t>
            </a:r>
          </a:p>
          <a:p>
            <a:pPr lvl="1"/>
            <a:r>
              <a:rPr lang="nl-NL" b="1" dirty="0"/>
              <a:t>IF</a:t>
            </a:r>
            <a:r>
              <a:rPr lang="nl-NL" dirty="0"/>
              <a:t> 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obj1 == obj2</a:t>
            </a:r>
            <a:r>
              <a:rPr lang="nl-NL" dirty="0"/>
              <a:t>, </a:t>
            </a:r>
            <a:r>
              <a:rPr lang="nl-NL" b="1" dirty="0"/>
              <a:t>THEN</a:t>
            </a:r>
            <a:r>
              <a:rPr lang="nl-NL" dirty="0"/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hash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(obj1) ==</a:t>
            </a:r>
            <a:r>
              <a:rPr lang="nl-NL" dirty="0"/>
              <a:t>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hash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(obj2)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ED61E-BDFA-710C-A601-3F5CE223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073" y="1817318"/>
            <a:ext cx="2329841" cy="232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2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A500-1D60-9AC3-EBAC-C2A2A7F6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E332-3A58-B510-1E74-6C27E4CA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Hash</a:t>
            </a:r>
            <a:r>
              <a:rPr lang="nl-NL" b="0" dirty="0"/>
              <a:t> &amp; </a:t>
            </a:r>
            <a:r>
              <a:rPr lang="nl-NL" b="0" dirty="0" err="1"/>
              <a:t>equality</a:t>
            </a:r>
            <a:r>
              <a:rPr lang="nl-NL" b="0" dirty="0"/>
              <a:t> – </a:t>
            </a:r>
            <a:r>
              <a:rPr lang="nl-NL" b="0" dirty="0" err="1"/>
              <a:t>what</a:t>
            </a:r>
            <a:r>
              <a:rPr lang="nl-NL" b="0" dirty="0"/>
              <a:t> </a:t>
            </a:r>
            <a:r>
              <a:rPr lang="nl-NL" b="0" dirty="0" err="1"/>
              <a:t>could</a:t>
            </a:r>
            <a:r>
              <a:rPr lang="nl-NL" b="0" dirty="0"/>
              <a:t> go wrong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864E7-53FB-4C2D-05FD-EC4B19935B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7519470" cy="1527941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Example</a:t>
                </a:r>
                <a:r>
                  <a:rPr lang="nl-NL" dirty="0"/>
                  <a:t>: usernames are case-</a:t>
                </a:r>
                <a:r>
                  <a:rPr lang="nl-NL" dirty="0" err="1"/>
                  <a:t>insensitive</a:t>
                </a:r>
                <a:endParaRPr lang="nl-NL" dirty="0"/>
              </a:p>
              <a:p>
                <a:pPr lvl="1"/>
                <a:r>
                  <a:rPr lang="nl-NL" dirty="0" err="1"/>
                  <a:t>Equality</a:t>
                </a:r>
                <a:r>
                  <a:rPr lang="nl-NL" dirty="0"/>
                  <a:t> test: </a:t>
                </a:r>
                <a:r>
                  <a:rPr lang="nl-NL" dirty="0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"Alice"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== </a:t>
                </a:r>
                <a:r>
                  <a:rPr lang="nl-NL" dirty="0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"</a:t>
                </a:r>
                <a:r>
                  <a:rPr lang="nl-NL" dirty="0" err="1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alice</a:t>
                </a:r>
                <a:r>
                  <a:rPr lang="nl-NL" dirty="0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"</a:t>
                </a:r>
                <a:endParaRPr lang="nl-NL" dirty="0"/>
              </a:p>
              <a:p>
                <a:pPr lvl="1"/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hash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nl-NL" dirty="0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"Alice"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hash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nl-NL" dirty="0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"</a:t>
                </a:r>
                <a:r>
                  <a:rPr lang="nl-NL" dirty="0" err="1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alice</a:t>
                </a:r>
                <a:r>
                  <a:rPr lang="nl-NL" dirty="0">
                    <a:solidFill>
                      <a:srgbClr val="C0000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"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r>
                  <a:rPr lang="nl-NL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0864E7-53FB-4C2D-05FD-EC4B19935B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7519470" cy="1527941"/>
              </a:xfrm>
              <a:blipFill>
                <a:blip r:embed="rId2"/>
                <a:stretch>
                  <a:fillRect l="-486" t="-39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">
            <a:extLst>
              <a:ext uri="{FF2B5EF4-FFF2-40B4-BE49-F238E27FC236}">
                <a16:creationId xmlns:a16="http://schemas.microsoft.com/office/drawing/2014/main" id="{CF0D1D3F-89E0-0010-B6CB-AEDBC01A5096}"/>
              </a:ext>
            </a:extLst>
          </p:cNvPr>
          <p:cNvSpPr txBox="1"/>
          <p:nvPr/>
        </p:nvSpPr>
        <p:spPr>
          <a:xfrm>
            <a:off x="2663552" y="5702300"/>
            <a:ext cx="247375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"blub!123"</a:t>
            </a: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CCB23C82-608E-0693-722A-AFE7C3F6934D}"/>
              </a:ext>
            </a:extLst>
          </p:cNvPr>
          <p:cNvGrpSpPr/>
          <p:nvPr/>
        </p:nvGrpSpPr>
        <p:grpSpPr>
          <a:xfrm>
            <a:off x="4503126" y="4321263"/>
            <a:ext cx="4650657" cy="393290"/>
            <a:chOff x="4503126" y="5093109"/>
            <a:chExt cx="4650657" cy="393290"/>
          </a:xfrm>
        </p:grpSpPr>
        <p:sp>
          <p:nvSpPr>
            <p:cNvPr id="7" name="idx 0">
              <a:extLst>
                <a:ext uri="{FF2B5EF4-FFF2-40B4-BE49-F238E27FC236}">
                  <a16:creationId xmlns:a16="http://schemas.microsoft.com/office/drawing/2014/main" id="{F0CB9F32-271B-DBF7-A3DD-1A57AA754F53}"/>
                </a:ext>
              </a:extLst>
            </p:cNvPr>
            <p:cNvSpPr/>
            <p:nvPr/>
          </p:nvSpPr>
          <p:spPr>
            <a:xfrm>
              <a:off x="450312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0</a:t>
              </a:r>
            </a:p>
          </p:txBody>
        </p:sp>
        <p:sp>
          <p:nvSpPr>
            <p:cNvPr id="8" name="idx 1">
              <a:extLst>
                <a:ext uri="{FF2B5EF4-FFF2-40B4-BE49-F238E27FC236}">
                  <a16:creationId xmlns:a16="http://schemas.microsoft.com/office/drawing/2014/main" id="{54C1D617-A23B-B8A6-73F8-333926EF2420}"/>
                </a:ext>
              </a:extLst>
            </p:cNvPr>
            <p:cNvSpPr/>
            <p:nvPr/>
          </p:nvSpPr>
          <p:spPr>
            <a:xfrm>
              <a:off x="4925913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9" name="idx 2">
              <a:extLst>
                <a:ext uri="{FF2B5EF4-FFF2-40B4-BE49-F238E27FC236}">
                  <a16:creationId xmlns:a16="http://schemas.microsoft.com/office/drawing/2014/main" id="{FFFC09EE-72F4-6564-93A1-11068FA37F37}"/>
                </a:ext>
              </a:extLst>
            </p:cNvPr>
            <p:cNvSpPr/>
            <p:nvPr/>
          </p:nvSpPr>
          <p:spPr>
            <a:xfrm>
              <a:off x="5348700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0" name="idx 3">
              <a:extLst>
                <a:ext uri="{FF2B5EF4-FFF2-40B4-BE49-F238E27FC236}">
                  <a16:creationId xmlns:a16="http://schemas.microsoft.com/office/drawing/2014/main" id="{562B1CA7-0C54-5B39-E5F2-293AB9F0CF69}"/>
                </a:ext>
              </a:extLst>
            </p:cNvPr>
            <p:cNvSpPr/>
            <p:nvPr/>
          </p:nvSpPr>
          <p:spPr>
            <a:xfrm>
              <a:off x="5771487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11" name="idx 4">
              <a:extLst>
                <a:ext uri="{FF2B5EF4-FFF2-40B4-BE49-F238E27FC236}">
                  <a16:creationId xmlns:a16="http://schemas.microsoft.com/office/drawing/2014/main" id="{0DFE0231-B1B5-BC88-BF3B-5688DE19BF12}"/>
                </a:ext>
              </a:extLst>
            </p:cNvPr>
            <p:cNvSpPr/>
            <p:nvPr/>
          </p:nvSpPr>
          <p:spPr>
            <a:xfrm>
              <a:off x="6194274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4</a:t>
              </a:r>
            </a:p>
          </p:txBody>
        </p:sp>
        <p:sp>
          <p:nvSpPr>
            <p:cNvPr id="12" name="idx 5">
              <a:extLst>
                <a:ext uri="{FF2B5EF4-FFF2-40B4-BE49-F238E27FC236}">
                  <a16:creationId xmlns:a16="http://schemas.microsoft.com/office/drawing/2014/main" id="{8DFB2FED-5DA2-F3CB-D1F4-F812238D8DBE}"/>
                </a:ext>
              </a:extLst>
            </p:cNvPr>
            <p:cNvSpPr/>
            <p:nvPr/>
          </p:nvSpPr>
          <p:spPr>
            <a:xfrm>
              <a:off x="6617061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5</a:t>
              </a:r>
            </a:p>
          </p:txBody>
        </p:sp>
        <p:sp>
          <p:nvSpPr>
            <p:cNvPr id="13" name="idx 6">
              <a:extLst>
                <a:ext uri="{FF2B5EF4-FFF2-40B4-BE49-F238E27FC236}">
                  <a16:creationId xmlns:a16="http://schemas.microsoft.com/office/drawing/2014/main" id="{06CB0554-584E-E0F5-E826-290687AFA2F7}"/>
                </a:ext>
              </a:extLst>
            </p:cNvPr>
            <p:cNvSpPr/>
            <p:nvPr/>
          </p:nvSpPr>
          <p:spPr>
            <a:xfrm>
              <a:off x="7039848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6</a:t>
              </a:r>
            </a:p>
          </p:txBody>
        </p:sp>
        <p:sp>
          <p:nvSpPr>
            <p:cNvPr id="14" name="idx 7">
              <a:extLst>
                <a:ext uri="{FF2B5EF4-FFF2-40B4-BE49-F238E27FC236}">
                  <a16:creationId xmlns:a16="http://schemas.microsoft.com/office/drawing/2014/main" id="{599D7E80-A1A8-565B-B6E4-A4BB419A4754}"/>
                </a:ext>
              </a:extLst>
            </p:cNvPr>
            <p:cNvSpPr/>
            <p:nvPr/>
          </p:nvSpPr>
          <p:spPr>
            <a:xfrm>
              <a:off x="7462635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7</a:t>
              </a:r>
            </a:p>
          </p:txBody>
        </p:sp>
        <p:sp>
          <p:nvSpPr>
            <p:cNvPr id="15" name="idx 8">
              <a:extLst>
                <a:ext uri="{FF2B5EF4-FFF2-40B4-BE49-F238E27FC236}">
                  <a16:creationId xmlns:a16="http://schemas.microsoft.com/office/drawing/2014/main" id="{6D54A170-F67D-4A2E-D4D0-F49D934CDD1E}"/>
                </a:ext>
              </a:extLst>
            </p:cNvPr>
            <p:cNvSpPr/>
            <p:nvPr/>
          </p:nvSpPr>
          <p:spPr>
            <a:xfrm>
              <a:off x="7885422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8</a:t>
              </a:r>
            </a:p>
          </p:txBody>
        </p:sp>
        <p:sp>
          <p:nvSpPr>
            <p:cNvPr id="16" name="idx 9">
              <a:extLst>
                <a:ext uri="{FF2B5EF4-FFF2-40B4-BE49-F238E27FC236}">
                  <a16:creationId xmlns:a16="http://schemas.microsoft.com/office/drawing/2014/main" id="{E04C3A08-1418-6DE1-1B41-2EF3B129909F}"/>
                </a:ext>
              </a:extLst>
            </p:cNvPr>
            <p:cNvSpPr/>
            <p:nvPr/>
          </p:nvSpPr>
          <p:spPr>
            <a:xfrm>
              <a:off x="8308209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9</a:t>
              </a:r>
            </a:p>
          </p:txBody>
        </p:sp>
        <p:sp>
          <p:nvSpPr>
            <p:cNvPr id="17" name="idx 10">
              <a:extLst>
                <a:ext uri="{FF2B5EF4-FFF2-40B4-BE49-F238E27FC236}">
                  <a16:creationId xmlns:a16="http://schemas.microsoft.com/office/drawing/2014/main" id="{8E4342F0-DE25-D1F2-A875-7A0CFA344E2B}"/>
                </a:ext>
              </a:extLst>
            </p:cNvPr>
            <p:cNvSpPr/>
            <p:nvPr/>
          </p:nvSpPr>
          <p:spPr>
            <a:xfrm>
              <a:off x="8730996" y="5093109"/>
              <a:ext cx="422787" cy="3932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nl-NL" sz="1600" dirty="0">
                  <a:solidFill>
                    <a:schemeClr val="bg1">
                      <a:lumMod val="50000"/>
                    </a:schemeClr>
                  </a:solidFill>
                  <a:latin typeface="Aptos" panose="020B0004020202020204" pitchFamily="34" charset="0"/>
                </a:rPr>
                <a:t>10</a:t>
              </a:r>
            </a:p>
          </p:txBody>
        </p:sp>
      </p:grpSp>
      <p:grpSp>
        <p:nvGrpSpPr>
          <p:cNvPr id="18" name="Group 117">
            <a:extLst>
              <a:ext uri="{FF2B5EF4-FFF2-40B4-BE49-F238E27FC236}">
                <a16:creationId xmlns:a16="http://schemas.microsoft.com/office/drawing/2014/main" id="{4664BE2A-3F75-E4DE-6DBF-6710494DFCBA}"/>
              </a:ext>
            </a:extLst>
          </p:cNvPr>
          <p:cNvGrpSpPr/>
          <p:nvPr/>
        </p:nvGrpSpPr>
        <p:grpSpPr>
          <a:xfrm>
            <a:off x="4503126" y="4699819"/>
            <a:ext cx="422787" cy="393290"/>
            <a:chOff x="4503126" y="4699819"/>
            <a:chExt cx="422787" cy="393290"/>
          </a:xfrm>
        </p:grpSpPr>
        <p:sp>
          <p:nvSpPr>
            <p:cNvPr id="19" name="array@0">
              <a:extLst>
                <a:ext uri="{FF2B5EF4-FFF2-40B4-BE49-F238E27FC236}">
                  <a16:creationId xmlns:a16="http://schemas.microsoft.com/office/drawing/2014/main" id="{8EB5F1BB-9F78-EF47-A739-0911894976E4}"/>
                </a:ext>
              </a:extLst>
            </p:cNvPr>
            <p:cNvSpPr/>
            <p:nvPr/>
          </p:nvSpPr>
          <p:spPr>
            <a:xfrm>
              <a:off x="4503126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CC388E-AFAB-A4FB-F72F-2B8D4D3A4808}"/>
                </a:ext>
              </a:extLst>
            </p:cNvPr>
            <p:cNvSpPr/>
            <p:nvPr/>
          </p:nvSpPr>
          <p:spPr>
            <a:xfrm>
              <a:off x="4625800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1" name="Group 118">
            <a:extLst>
              <a:ext uri="{FF2B5EF4-FFF2-40B4-BE49-F238E27FC236}">
                <a16:creationId xmlns:a16="http://schemas.microsoft.com/office/drawing/2014/main" id="{3778ADFB-16E8-FAAB-8987-D5116ACB1659}"/>
              </a:ext>
            </a:extLst>
          </p:cNvPr>
          <p:cNvGrpSpPr/>
          <p:nvPr/>
        </p:nvGrpSpPr>
        <p:grpSpPr>
          <a:xfrm>
            <a:off x="4925913" y="4699819"/>
            <a:ext cx="422787" cy="393290"/>
            <a:chOff x="4925913" y="4699819"/>
            <a:chExt cx="422787" cy="393290"/>
          </a:xfrm>
        </p:grpSpPr>
        <p:sp>
          <p:nvSpPr>
            <p:cNvPr id="22" name="array@1">
              <a:extLst>
                <a:ext uri="{FF2B5EF4-FFF2-40B4-BE49-F238E27FC236}">
                  <a16:creationId xmlns:a16="http://schemas.microsoft.com/office/drawing/2014/main" id="{35ADCB22-5344-2BB4-96DD-6AB0E4F9CD60}"/>
                </a:ext>
              </a:extLst>
            </p:cNvPr>
            <p:cNvSpPr/>
            <p:nvPr/>
          </p:nvSpPr>
          <p:spPr>
            <a:xfrm>
              <a:off x="4925913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A0E3364-52CC-F9EC-B051-ED737D7A7666}"/>
                </a:ext>
              </a:extLst>
            </p:cNvPr>
            <p:cNvSpPr/>
            <p:nvPr/>
          </p:nvSpPr>
          <p:spPr>
            <a:xfrm>
              <a:off x="5048587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4" name="Group 119">
            <a:extLst>
              <a:ext uri="{FF2B5EF4-FFF2-40B4-BE49-F238E27FC236}">
                <a16:creationId xmlns:a16="http://schemas.microsoft.com/office/drawing/2014/main" id="{C3922BEC-E344-9111-2A1E-15F3E71427DD}"/>
              </a:ext>
            </a:extLst>
          </p:cNvPr>
          <p:cNvGrpSpPr/>
          <p:nvPr/>
        </p:nvGrpSpPr>
        <p:grpSpPr>
          <a:xfrm>
            <a:off x="5348700" y="4699819"/>
            <a:ext cx="422787" cy="393290"/>
            <a:chOff x="5348700" y="4699819"/>
            <a:chExt cx="422787" cy="393290"/>
          </a:xfrm>
        </p:grpSpPr>
        <p:sp>
          <p:nvSpPr>
            <p:cNvPr id="25" name="array@2">
              <a:extLst>
                <a:ext uri="{FF2B5EF4-FFF2-40B4-BE49-F238E27FC236}">
                  <a16:creationId xmlns:a16="http://schemas.microsoft.com/office/drawing/2014/main" id="{C6DDCAC3-E601-274C-2E7A-94DBF254ACF8}"/>
                </a:ext>
              </a:extLst>
            </p:cNvPr>
            <p:cNvSpPr/>
            <p:nvPr/>
          </p:nvSpPr>
          <p:spPr>
            <a:xfrm>
              <a:off x="5348700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F611A12-3AA8-1E22-6C46-4205BDA7E957}"/>
                </a:ext>
              </a:extLst>
            </p:cNvPr>
            <p:cNvSpPr/>
            <p:nvPr/>
          </p:nvSpPr>
          <p:spPr>
            <a:xfrm>
              <a:off x="5471374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Group 120">
            <a:extLst>
              <a:ext uri="{FF2B5EF4-FFF2-40B4-BE49-F238E27FC236}">
                <a16:creationId xmlns:a16="http://schemas.microsoft.com/office/drawing/2014/main" id="{0C561FF2-C813-B7E1-3F72-2C281C314D74}"/>
              </a:ext>
            </a:extLst>
          </p:cNvPr>
          <p:cNvGrpSpPr/>
          <p:nvPr/>
        </p:nvGrpSpPr>
        <p:grpSpPr>
          <a:xfrm>
            <a:off x="5771487" y="4699819"/>
            <a:ext cx="422787" cy="393290"/>
            <a:chOff x="5771487" y="4699819"/>
            <a:chExt cx="422787" cy="393290"/>
          </a:xfrm>
        </p:grpSpPr>
        <p:sp>
          <p:nvSpPr>
            <p:cNvPr id="28" name="array@3">
              <a:extLst>
                <a:ext uri="{FF2B5EF4-FFF2-40B4-BE49-F238E27FC236}">
                  <a16:creationId xmlns:a16="http://schemas.microsoft.com/office/drawing/2014/main" id="{204822D8-C1F5-962D-4FB1-D53C5E3D70F3}"/>
                </a:ext>
              </a:extLst>
            </p:cNvPr>
            <p:cNvSpPr/>
            <p:nvPr/>
          </p:nvSpPr>
          <p:spPr>
            <a:xfrm>
              <a:off x="5771487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ED2462A-B98C-036B-A6A2-A7236A808370}"/>
                </a:ext>
              </a:extLst>
            </p:cNvPr>
            <p:cNvSpPr/>
            <p:nvPr/>
          </p:nvSpPr>
          <p:spPr>
            <a:xfrm>
              <a:off x="5894161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0" name="Group 121">
            <a:extLst>
              <a:ext uri="{FF2B5EF4-FFF2-40B4-BE49-F238E27FC236}">
                <a16:creationId xmlns:a16="http://schemas.microsoft.com/office/drawing/2014/main" id="{C3E2AE08-3AAC-1A83-1FFC-C59DDB17E189}"/>
              </a:ext>
            </a:extLst>
          </p:cNvPr>
          <p:cNvGrpSpPr/>
          <p:nvPr/>
        </p:nvGrpSpPr>
        <p:grpSpPr>
          <a:xfrm>
            <a:off x="6194274" y="4699819"/>
            <a:ext cx="422787" cy="393290"/>
            <a:chOff x="6194274" y="4699819"/>
            <a:chExt cx="422787" cy="393290"/>
          </a:xfrm>
        </p:grpSpPr>
        <p:sp>
          <p:nvSpPr>
            <p:cNvPr id="31" name="array@4">
              <a:extLst>
                <a:ext uri="{FF2B5EF4-FFF2-40B4-BE49-F238E27FC236}">
                  <a16:creationId xmlns:a16="http://schemas.microsoft.com/office/drawing/2014/main" id="{4F7015A9-3271-9154-2A79-4BC36A8B8D03}"/>
                </a:ext>
              </a:extLst>
            </p:cNvPr>
            <p:cNvSpPr/>
            <p:nvPr/>
          </p:nvSpPr>
          <p:spPr>
            <a:xfrm>
              <a:off x="6194274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1EA71A7-4339-EFA2-E25C-146469553EBD}"/>
                </a:ext>
              </a:extLst>
            </p:cNvPr>
            <p:cNvSpPr/>
            <p:nvPr/>
          </p:nvSpPr>
          <p:spPr>
            <a:xfrm>
              <a:off x="6316948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3" name="Group 122">
            <a:extLst>
              <a:ext uri="{FF2B5EF4-FFF2-40B4-BE49-F238E27FC236}">
                <a16:creationId xmlns:a16="http://schemas.microsoft.com/office/drawing/2014/main" id="{9A502486-E274-F3CD-9D4E-413592D1CD68}"/>
              </a:ext>
            </a:extLst>
          </p:cNvPr>
          <p:cNvGrpSpPr/>
          <p:nvPr/>
        </p:nvGrpSpPr>
        <p:grpSpPr>
          <a:xfrm>
            <a:off x="6617061" y="4699819"/>
            <a:ext cx="422787" cy="393290"/>
            <a:chOff x="6617061" y="4699819"/>
            <a:chExt cx="422787" cy="393290"/>
          </a:xfrm>
        </p:grpSpPr>
        <p:sp>
          <p:nvSpPr>
            <p:cNvPr id="34" name="array@5">
              <a:extLst>
                <a:ext uri="{FF2B5EF4-FFF2-40B4-BE49-F238E27FC236}">
                  <a16:creationId xmlns:a16="http://schemas.microsoft.com/office/drawing/2014/main" id="{16580232-FA3D-6F8F-1930-7E03926C3337}"/>
                </a:ext>
              </a:extLst>
            </p:cNvPr>
            <p:cNvSpPr/>
            <p:nvPr/>
          </p:nvSpPr>
          <p:spPr>
            <a:xfrm>
              <a:off x="6617061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DA2C420-F5B5-92CF-BED3-96CBBDBF403E}"/>
                </a:ext>
              </a:extLst>
            </p:cNvPr>
            <p:cNvSpPr/>
            <p:nvPr/>
          </p:nvSpPr>
          <p:spPr>
            <a:xfrm>
              <a:off x="6739735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6" name="Group 123">
            <a:extLst>
              <a:ext uri="{FF2B5EF4-FFF2-40B4-BE49-F238E27FC236}">
                <a16:creationId xmlns:a16="http://schemas.microsoft.com/office/drawing/2014/main" id="{5846A0C8-1E55-1C3F-50A0-4E477278F352}"/>
              </a:ext>
            </a:extLst>
          </p:cNvPr>
          <p:cNvGrpSpPr/>
          <p:nvPr/>
        </p:nvGrpSpPr>
        <p:grpSpPr>
          <a:xfrm>
            <a:off x="7039848" y="4699819"/>
            <a:ext cx="422787" cy="393290"/>
            <a:chOff x="7039848" y="4699819"/>
            <a:chExt cx="422787" cy="393290"/>
          </a:xfrm>
        </p:grpSpPr>
        <p:sp>
          <p:nvSpPr>
            <p:cNvPr id="37" name="array@6">
              <a:extLst>
                <a:ext uri="{FF2B5EF4-FFF2-40B4-BE49-F238E27FC236}">
                  <a16:creationId xmlns:a16="http://schemas.microsoft.com/office/drawing/2014/main" id="{C86524F8-B4A3-C06B-849C-8774EC7FA534}"/>
                </a:ext>
              </a:extLst>
            </p:cNvPr>
            <p:cNvSpPr/>
            <p:nvPr/>
          </p:nvSpPr>
          <p:spPr>
            <a:xfrm>
              <a:off x="7039848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5022C90-68F3-CE82-29AF-3D373FFD70E0}"/>
                </a:ext>
              </a:extLst>
            </p:cNvPr>
            <p:cNvSpPr/>
            <p:nvPr/>
          </p:nvSpPr>
          <p:spPr>
            <a:xfrm>
              <a:off x="7162522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39" name="Group 124">
            <a:extLst>
              <a:ext uri="{FF2B5EF4-FFF2-40B4-BE49-F238E27FC236}">
                <a16:creationId xmlns:a16="http://schemas.microsoft.com/office/drawing/2014/main" id="{D547AE79-4DAA-089E-B232-4B235F9A2C5F}"/>
              </a:ext>
            </a:extLst>
          </p:cNvPr>
          <p:cNvGrpSpPr/>
          <p:nvPr/>
        </p:nvGrpSpPr>
        <p:grpSpPr>
          <a:xfrm>
            <a:off x="7462635" y="4699819"/>
            <a:ext cx="422787" cy="393290"/>
            <a:chOff x="7462635" y="4699819"/>
            <a:chExt cx="422787" cy="393290"/>
          </a:xfrm>
        </p:grpSpPr>
        <p:sp>
          <p:nvSpPr>
            <p:cNvPr id="40" name="array@7">
              <a:extLst>
                <a:ext uri="{FF2B5EF4-FFF2-40B4-BE49-F238E27FC236}">
                  <a16:creationId xmlns:a16="http://schemas.microsoft.com/office/drawing/2014/main" id="{6EEEC80F-CAE2-BD07-F8DE-17230335BA0D}"/>
                </a:ext>
              </a:extLst>
            </p:cNvPr>
            <p:cNvSpPr/>
            <p:nvPr/>
          </p:nvSpPr>
          <p:spPr>
            <a:xfrm>
              <a:off x="7462635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547D49D-AD31-8EB7-515C-5EABBB472174}"/>
                </a:ext>
              </a:extLst>
            </p:cNvPr>
            <p:cNvSpPr/>
            <p:nvPr/>
          </p:nvSpPr>
          <p:spPr>
            <a:xfrm>
              <a:off x="7585309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42" name="Group 125">
            <a:extLst>
              <a:ext uri="{FF2B5EF4-FFF2-40B4-BE49-F238E27FC236}">
                <a16:creationId xmlns:a16="http://schemas.microsoft.com/office/drawing/2014/main" id="{74244105-A589-500F-9080-874AC54EF492}"/>
              </a:ext>
            </a:extLst>
          </p:cNvPr>
          <p:cNvGrpSpPr/>
          <p:nvPr/>
        </p:nvGrpSpPr>
        <p:grpSpPr>
          <a:xfrm>
            <a:off x="7885422" y="4699819"/>
            <a:ext cx="422787" cy="393290"/>
            <a:chOff x="7885422" y="4699819"/>
            <a:chExt cx="422787" cy="393290"/>
          </a:xfrm>
        </p:grpSpPr>
        <p:sp>
          <p:nvSpPr>
            <p:cNvPr id="43" name="array@8">
              <a:extLst>
                <a:ext uri="{FF2B5EF4-FFF2-40B4-BE49-F238E27FC236}">
                  <a16:creationId xmlns:a16="http://schemas.microsoft.com/office/drawing/2014/main" id="{E81D61F7-657A-325C-EEFC-8EA396D04036}"/>
                </a:ext>
              </a:extLst>
            </p:cNvPr>
            <p:cNvSpPr/>
            <p:nvPr/>
          </p:nvSpPr>
          <p:spPr>
            <a:xfrm>
              <a:off x="7885422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D0AA97F-16FC-796A-7F16-CCC897FDA080}"/>
                </a:ext>
              </a:extLst>
            </p:cNvPr>
            <p:cNvSpPr/>
            <p:nvPr/>
          </p:nvSpPr>
          <p:spPr>
            <a:xfrm>
              <a:off x="8008096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45" name="Group 126">
            <a:extLst>
              <a:ext uri="{FF2B5EF4-FFF2-40B4-BE49-F238E27FC236}">
                <a16:creationId xmlns:a16="http://schemas.microsoft.com/office/drawing/2014/main" id="{B012C7AE-D019-13AE-6651-903DB309A999}"/>
              </a:ext>
            </a:extLst>
          </p:cNvPr>
          <p:cNvGrpSpPr/>
          <p:nvPr/>
        </p:nvGrpSpPr>
        <p:grpSpPr>
          <a:xfrm>
            <a:off x="8308209" y="4699819"/>
            <a:ext cx="422787" cy="393290"/>
            <a:chOff x="8308209" y="4699819"/>
            <a:chExt cx="422787" cy="393290"/>
          </a:xfrm>
        </p:grpSpPr>
        <p:sp>
          <p:nvSpPr>
            <p:cNvPr id="46" name="array@9">
              <a:extLst>
                <a:ext uri="{FF2B5EF4-FFF2-40B4-BE49-F238E27FC236}">
                  <a16:creationId xmlns:a16="http://schemas.microsoft.com/office/drawing/2014/main" id="{B04CD554-1DA9-FB6D-5057-AD3E67E48D4C}"/>
                </a:ext>
              </a:extLst>
            </p:cNvPr>
            <p:cNvSpPr/>
            <p:nvPr/>
          </p:nvSpPr>
          <p:spPr>
            <a:xfrm>
              <a:off x="8308209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85670C0-C797-03ED-B47E-50E2327EACC8}"/>
                </a:ext>
              </a:extLst>
            </p:cNvPr>
            <p:cNvSpPr/>
            <p:nvPr/>
          </p:nvSpPr>
          <p:spPr>
            <a:xfrm>
              <a:off x="8430883" y="4807744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48" name="Group 127">
            <a:extLst>
              <a:ext uri="{FF2B5EF4-FFF2-40B4-BE49-F238E27FC236}">
                <a16:creationId xmlns:a16="http://schemas.microsoft.com/office/drawing/2014/main" id="{E4746EA3-47AD-12A1-00F4-603754A417B6}"/>
              </a:ext>
            </a:extLst>
          </p:cNvPr>
          <p:cNvGrpSpPr/>
          <p:nvPr/>
        </p:nvGrpSpPr>
        <p:grpSpPr>
          <a:xfrm>
            <a:off x="8730996" y="4699819"/>
            <a:ext cx="422787" cy="393290"/>
            <a:chOff x="8730996" y="4699819"/>
            <a:chExt cx="422787" cy="393290"/>
          </a:xfrm>
        </p:grpSpPr>
        <p:sp>
          <p:nvSpPr>
            <p:cNvPr id="49" name="array@10">
              <a:extLst>
                <a:ext uri="{FF2B5EF4-FFF2-40B4-BE49-F238E27FC236}">
                  <a16:creationId xmlns:a16="http://schemas.microsoft.com/office/drawing/2014/main" id="{5742C771-13DE-3C8F-84A6-96A2CD723685}"/>
                </a:ext>
              </a:extLst>
            </p:cNvPr>
            <p:cNvSpPr/>
            <p:nvPr/>
          </p:nvSpPr>
          <p:spPr>
            <a:xfrm>
              <a:off x="8730996" y="4699819"/>
              <a:ext cx="422787" cy="393290"/>
            </a:xfrm>
            <a:prstGeom prst="rect">
              <a:avLst/>
            </a:prstGeom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nl-NL" dirty="0">
                <a:latin typeface="Aptos" panose="020B0004020202020204" pitchFamily="34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8D716CD-7142-6F5D-4351-C38417435ECF}"/>
                </a:ext>
              </a:extLst>
            </p:cNvPr>
            <p:cNvSpPr/>
            <p:nvPr/>
          </p:nvSpPr>
          <p:spPr>
            <a:xfrm>
              <a:off x="8853669" y="4807745"/>
              <a:ext cx="177439" cy="17743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xtBox 128">
            <a:extLst>
              <a:ext uri="{FF2B5EF4-FFF2-40B4-BE49-F238E27FC236}">
                <a16:creationId xmlns:a16="http://schemas.microsoft.com/office/drawing/2014/main" id="{4946563A-19A3-3042-D641-F03C636BC667}"/>
              </a:ext>
            </a:extLst>
          </p:cNvPr>
          <p:cNvSpPr txBox="1"/>
          <p:nvPr/>
        </p:nvSpPr>
        <p:spPr>
          <a:xfrm>
            <a:off x="8430883" y="5702300"/>
            <a:ext cx="220445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Key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dave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</a:p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Value: 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nl-NL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p^zza</a:t>
            </a:r>
            <a:r>
              <a:rPr lang="nl-NL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@"</a:t>
            </a:r>
          </a:p>
        </p:txBody>
      </p:sp>
      <p:cxnSp>
        <p:nvCxnSpPr>
          <p:cNvPr id="52" name="Straight Arrow Connector 130">
            <a:extLst>
              <a:ext uri="{FF2B5EF4-FFF2-40B4-BE49-F238E27FC236}">
                <a16:creationId xmlns:a16="http://schemas.microsoft.com/office/drawing/2014/main" id="{3E134F74-C346-418D-B70D-F87678709C6C}"/>
              </a:ext>
            </a:extLst>
          </p:cNvPr>
          <p:cNvCxnSpPr>
            <a:stCxn id="26" idx="3"/>
            <a:endCxn id="5" idx="0"/>
          </p:cNvCxnSpPr>
          <p:nvPr/>
        </p:nvCxnSpPr>
        <p:spPr>
          <a:xfrm flipH="1">
            <a:off x="3900429" y="4959198"/>
            <a:ext cx="1596930" cy="743102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Arrow Connector 131">
            <a:extLst>
              <a:ext uri="{FF2B5EF4-FFF2-40B4-BE49-F238E27FC236}">
                <a16:creationId xmlns:a16="http://schemas.microsoft.com/office/drawing/2014/main" id="{33AA18FC-C069-CAF5-17CD-3DB0AAD86B22}"/>
              </a:ext>
            </a:extLst>
          </p:cNvPr>
          <p:cNvCxnSpPr>
            <a:cxnSpLocks/>
            <a:stCxn id="44" idx="5"/>
            <a:endCxn id="51" idx="0"/>
          </p:cNvCxnSpPr>
          <p:nvPr/>
        </p:nvCxnSpPr>
        <p:spPr>
          <a:xfrm>
            <a:off x="8159550" y="4959199"/>
            <a:ext cx="1373558" cy="743101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EF9B0A0-E6BF-BB71-10F6-E99D1F2A0EB9}"/>
              </a:ext>
            </a:extLst>
          </p:cNvPr>
          <p:cNvSpPr txBox="1"/>
          <p:nvPr/>
        </p:nvSpPr>
        <p:spPr>
          <a:xfrm>
            <a:off x="8519602" y="2992094"/>
            <a:ext cx="3239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Hash</a:t>
            </a:r>
            <a:r>
              <a:rPr lang="nl-NL" dirty="0">
                <a:latin typeface="Aptos" panose="020B0004020202020204" pitchFamily="34" charset="0"/>
              </a:rPr>
              <a:t>:</a:t>
            </a:r>
            <a:r>
              <a:rPr lang="nl-NL" dirty="0"/>
              <a:t>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0x69b67baeb34b7ca9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3576E2-D9D3-CDAF-CAC6-1973D8013F8F}"/>
              </a:ext>
            </a:extLst>
          </p:cNvPr>
          <p:cNvSpPr txBox="1"/>
          <p:nvPr/>
        </p:nvSpPr>
        <p:spPr>
          <a:xfrm>
            <a:off x="9583195" y="3394413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Index:</a:t>
            </a:r>
            <a:r>
              <a:rPr lang="nl-NL" dirty="0"/>
              <a:t>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</a:t>
            </a:r>
          </a:p>
        </p:txBody>
      </p:sp>
      <p:sp>
        <p:nvSpPr>
          <p:cNvPr id="63" name="Speech Bubble: Oval 62">
            <a:extLst>
              <a:ext uri="{FF2B5EF4-FFF2-40B4-BE49-F238E27FC236}">
                <a16:creationId xmlns:a16="http://schemas.microsoft.com/office/drawing/2014/main" id="{B0A62AE8-D6B8-881C-79EC-234975FB6700}"/>
              </a:ext>
            </a:extLst>
          </p:cNvPr>
          <p:cNvSpPr/>
          <p:nvPr/>
        </p:nvSpPr>
        <p:spPr>
          <a:xfrm>
            <a:off x="8846329" y="114149"/>
            <a:ext cx="3293488" cy="1626678"/>
          </a:xfrm>
          <a:prstGeom prst="wedgeEllipseCallout">
            <a:avLst>
              <a:gd name="adj1" fmla="val -5794"/>
              <a:gd name="adj2" fmla="val 121055"/>
            </a:avLst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Lookup</a:t>
            </a:r>
            <a:r>
              <a:rPr lang="nl-NL" dirty="0">
                <a:latin typeface="Aptos" panose="020B0004020202020204" pitchFamily="34" charset="0"/>
              </a:rPr>
              <a:t> password </a:t>
            </a:r>
            <a:r>
              <a:rPr lang="nl-NL" dirty="0" err="1">
                <a:latin typeface="Aptos" panose="020B0004020202020204" pitchFamily="34" charset="0"/>
              </a:rPr>
              <a:t>for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"Alice"</a:t>
            </a:r>
            <a:endParaRPr lang="nl-NL" dirty="0">
              <a:latin typeface="Aptos" panose="020B00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D5728C-FA9F-8FA8-574B-4541E3D913C9}"/>
              </a:ext>
            </a:extLst>
          </p:cNvPr>
          <p:cNvSpPr txBox="1"/>
          <p:nvPr/>
        </p:nvSpPr>
        <p:spPr>
          <a:xfrm>
            <a:off x="9310812" y="4183178"/>
            <a:ext cx="1657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User</a:t>
            </a:r>
            <a:r>
              <a:rPr lang="nl-NL" dirty="0"/>
              <a:t> </a:t>
            </a:r>
            <a:r>
              <a:rPr lang="nl-NL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"Alice"</a:t>
            </a:r>
          </a:p>
          <a:p>
            <a:pPr algn="ctr"/>
            <a:r>
              <a:rPr lang="nl-NL" dirty="0" err="1">
                <a:latin typeface="Aptos" panose="020B0004020202020204" pitchFamily="34" charset="0"/>
              </a:rPr>
              <a:t>not</a:t>
            </a:r>
            <a:r>
              <a:rPr lang="nl-NL" dirty="0"/>
              <a:t> </a:t>
            </a:r>
            <a:r>
              <a:rPr lang="nl-NL" dirty="0">
                <a:latin typeface="Aptos" panose="020B0004020202020204" pitchFamily="34" charset="0"/>
              </a:rPr>
              <a:t>found!</a:t>
            </a:r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2E34A497-34B7-9809-5B0E-CA818F5E3790}"/>
              </a:ext>
            </a:extLst>
          </p:cNvPr>
          <p:cNvSpPr/>
          <p:nvPr/>
        </p:nvSpPr>
        <p:spPr>
          <a:xfrm>
            <a:off x="9588486" y="3870026"/>
            <a:ext cx="1102225" cy="206872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7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63" grpId="0" animBg="1"/>
      <p:bldP spid="66" grpId="0"/>
      <p:bldP spid="6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CB344-F6AF-BA19-DAC0-ED12E9CA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FC881-7633-05E1-BD8B-EEBAC282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l-NL" sz="3400" b="0" dirty="0" err="1"/>
              <a:t>Hash</a:t>
            </a:r>
            <a:r>
              <a:rPr lang="nl-NL" sz="3400" b="0" dirty="0"/>
              <a:t> </a:t>
            </a:r>
            <a:r>
              <a:rPr lang="nl-NL" sz="3400" b="0" dirty="0" err="1"/>
              <a:t>Tables</a:t>
            </a:r>
            <a:r>
              <a:rPr lang="nl-NL" sz="3400" b="0" dirty="0"/>
              <a:t> – Time </a:t>
            </a:r>
            <a:r>
              <a:rPr lang="nl-NL" sz="3400" b="0" dirty="0" err="1"/>
              <a:t>complexities</a:t>
            </a:r>
            <a:endParaRPr lang="nl-NL" sz="3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F39D3-A5B0-9E89-F5C8-F63F5CE60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236"/>
                <a:ext cx="5737860" cy="3666980"/>
              </a:xfrm>
            </p:spPr>
            <p:txBody>
              <a:bodyPr>
                <a:normAutofit/>
              </a:bodyPr>
              <a:lstStyle/>
              <a:p>
                <a:r>
                  <a:rPr lang="nl-NL" sz="1700"/>
                  <a:t>A </a:t>
                </a:r>
                <a:r>
                  <a:rPr lang="nl-NL" sz="1700" err="1"/>
                  <a:t>good</a:t>
                </a:r>
                <a:r>
                  <a:rPr lang="nl-NL" sz="1700"/>
                  <a:t> </a:t>
                </a:r>
                <a:r>
                  <a:rPr lang="nl-NL" sz="1700" err="1"/>
                  <a:t>hash</a:t>
                </a:r>
                <a:r>
                  <a:rPr lang="nl-NL" sz="1700"/>
                  <a:t> </a:t>
                </a:r>
                <a:r>
                  <a:rPr lang="nl-NL" sz="1700" err="1"/>
                  <a:t>function</a:t>
                </a:r>
                <a:r>
                  <a:rPr lang="nl-NL" sz="1700"/>
                  <a:t> </a:t>
                </a:r>
                <a:r>
                  <a:rPr lang="nl-NL" sz="1700" err="1"/>
                  <a:t>minimizes</a:t>
                </a:r>
                <a:r>
                  <a:rPr lang="nl-NL" sz="1700"/>
                  <a:t> </a:t>
                </a:r>
                <a:r>
                  <a:rPr lang="nl-NL" sz="1700" err="1"/>
                  <a:t>the</a:t>
                </a:r>
                <a:r>
                  <a:rPr lang="nl-NL" sz="1700"/>
                  <a:t> </a:t>
                </a:r>
                <a:r>
                  <a:rPr lang="nl-NL" sz="1700" err="1"/>
                  <a:t>chances</a:t>
                </a:r>
                <a:r>
                  <a:rPr lang="nl-NL" sz="1700"/>
                  <a:t> of </a:t>
                </a:r>
                <a:r>
                  <a:rPr lang="nl-NL" sz="1700" err="1"/>
                  <a:t>collision</a:t>
                </a:r>
                <a:endParaRPr lang="nl-NL" sz="1700"/>
              </a:p>
              <a:p>
                <a:r>
                  <a:rPr lang="nl-NL" sz="1700" err="1"/>
                  <a:t>If</a:t>
                </a:r>
                <a:r>
                  <a:rPr lang="nl-NL" sz="1700"/>
                  <a:t> we </a:t>
                </a:r>
                <a:r>
                  <a:rPr lang="nl-NL" sz="1700" err="1"/>
                  <a:t>maintain</a:t>
                </a:r>
                <a:r>
                  <a:rPr lang="nl-NL" sz="1700"/>
                  <a:t> a low </a:t>
                </a:r>
                <a:r>
                  <a:rPr lang="nl-NL" sz="1700" err="1"/>
                  <a:t>enough</a:t>
                </a:r>
                <a:r>
                  <a:rPr lang="nl-NL" sz="1700"/>
                  <a:t> load factor, </a:t>
                </a:r>
                <a:r>
                  <a:rPr lang="nl-NL" sz="1700" err="1"/>
                  <a:t>then</a:t>
                </a:r>
                <a:r>
                  <a:rPr lang="nl-NL" sz="1700"/>
                  <a:t> </a:t>
                </a:r>
                <a:r>
                  <a:rPr lang="nl-NL" sz="1700" err="1"/>
                  <a:t>for</a:t>
                </a:r>
                <a:r>
                  <a:rPr lang="nl-NL" sz="1700"/>
                  <a:t> a </a:t>
                </a:r>
                <a:r>
                  <a:rPr lang="nl-NL" sz="1700" err="1"/>
                  <a:t>Hash</a:t>
                </a:r>
                <a:r>
                  <a:rPr lang="nl-NL" sz="1700"/>
                  <a:t> set / </a:t>
                </a:r>
                <a:r>
                  <a:rPr lang="nl-NL" sz="1700" err="1"/>
                  <a:t>Hash</a:t>
                </a:r>
                <a:r>
                  <a:rPr lang="nl-NL" sz="1700"/>
                  <a:t> map:</a:t>
                </a:r>
              </a:p>
              <a:p>
                <a:pPr lvl="1"/>
                <a:r>
                  <a:rPr lang="nl-NL" sz="1700" err="1"/>
                  <a:t>Insert</a:t>
                </a:r>
                <a:r>
                  <a:rPr lang="nl-NL" sz="1700"/>
                  <a:t>, </a:t>
                </a:r>
                <a:r>
                  <a:rPr lang="nl-NL" sz="1700" err="1"/>
                  <a:t>Remove</a:t>
                </a:r>
                <a:r>
                  <a:rPr lang="nl-NL" sz="1700"/>
                  <a:t>, </a:t>
                </a:r>
                <a:r>
                  <a:rPr lang="nl-NL" sz="1700" err="1"/>
                  <a:t>Membership</a:t>
                </a:r>
                <a:r>
                  <a:rPr lang="nl-NL" sz="1700"/>
                  <a:t> test: </a:t>
                </a:r>
                <a:r>
                  <a:rPr lang="nl-NL" sz="1700" err="1"/>
                  <a:t>all</a:t>
                </a:r>
                <a:r>
                  <a:rPr lang="nl-NL" sz="1700"/>
                  <a:t> </a:t>
                </a:r>
                <a14:m>
                  <m:oMath xmlns:m="http://schemas.openxmlformats.org/officeDocument/2006/math">
                    <m:r>
                      <a:rPr lang="nl-NL" sz="1700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sz="17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7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sz="1700"/>
                  <a:t> on </a:t>
                </a:r>
                <a:r>
                  <a:rPr lang="nl-NL" sz="1700" err="1"/>
                  <a:t>average</a:t>
                </a:r>
                <a:endParaRPr lang="nl-NL" sz="1700"/>
              </a:p>
              <a:p>
                <a:endParaRPr lang="nl-NL" sz="1700"/>
              </a:p>
              <a:p>
                <a:r>
                  <a:rPr lang="nl-NL" sz="1700" err="1"/>
                  <a:t>What</a:t>
                </a:r>
                <a:r>
                  <a:rPr lang="nl-NL" sz="1700"/>
                  <a:t> we </a:t>
                </a:r>
                <a:r>
                  <a:rPr lang="nl-NL" sz="1700" err="1"/>
                  <a:t>should</a:t>
                </a:r>
                <a:r>
                  <a:rPr lang="nl-NL" sz="1700"/>
                  <a:t> </a:t>
                </a:r>
                <a:r>
                  <a:rPr lang="nl-NL" sz="1700" err="1"/>
                  <a:t>not</a:t>
                </a:r>
                <a:r>
                  <a:rPr lang="nl-NL" sz="1700"/>
                  <a:t> do:</a:t>
                </a:r>
              </a:p>
              <a:p>
                <a:pPr lvl="1"/>
                <a:r>
                  <a:rPr lang="nl-NL" sz="1700" err="1"/>
                  <a:t>Find</a:t>
                </a:r>
                <a:r>
                  <a:rPr lang="nl-NL" sz="1700"/>
                  <a:t> </a:t>
                </a:r>
                <a:r>
                  <a:rPr lang="nl-NL" sz="1700" err="1"/>
                  <a:t>smallest</a:t>
                </a:r>
                <a:r>
                  <a:rPr lang="nl-NL" sz="1700"/>
                  <a:t> / </a:t>
                </a:r>
                <a:r>
                  <a:rPr lang="nl-NL" sz="1700" err="1"/>
                  <a:t>greatest</a:t>
                </a:r>
                <a:r>
                  <a:rPr lang="nl-NL" sz="1700"/>
                  <a:t>: </a:t>
                </a:r>
                <a14:m>
                  <m:oMath xmlns:m="http://schemas.openxmlformats.org/officeDocument/2006/math">
                    <m:r>
                      <a:rPr lang="nl-NL" sz="1700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sz="17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7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nl-NL" sz="1700" b="1"/>
              </a:p>
              <a:p>
                <a:pPr lvl="1"/>
                <a:r>
                  <a:rPr lang="nl-NL" sz="1700" err="1"/>
                  <a:t>Iterate</a:t>
                </a:r>
                <a:r>
                  <a:rPr lang="nl-NL" sz="1700"/>
                  <a:t> </a:t>
                </a:r>
                <a:r>
                  <a:rPr lang="nl-NL" sz="1700" err="1"/>
                  <a:t>elements</a:t>
                </a:r>
                <a:r>
                  <a:rPr lang="nl-NL" sz="1700"/>
                  <a:t> in order: </a:t>
                </a:r>
                <a:r>
                  <a:rPr lang="nl-NL" sz="1700" err="1"/>
                  <a:t>how</a:t>
                </a:r>
                <a:r>
                  <a:rPr lang="nl-NL" sz="1700"/>
                  <a:t> </a:t>
                </a:r>
                <a:r>
                  <a:rPr lang="nl-NL" sz="1700" err="1"/>
                  <a:t>would</a:t>
                </a:r>
                <a:r>
                  <a:rPr lang="nl-NL" sz="1700"/>
                  <a:t> </a:t>
                </a:r>
                <a:r>
                  <a:rPr lang="nl-NL" sz="1700" err="1"/>
                  <a:t>you</a:t>
                </a:r>
                <a:r>
                  <a:rPr lang="nl-NL" sz="1700"/>
                  <a:t> do </a:t>
                </a:r>
                <a:r>
                  <a:rPr lang="nl-NL" sz="1700" err="1"/>
                  <a:t>this</a:t>
                </a:r>
                <a:r>
                  <a:rPr lang="nl-NL" sz="1700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DF39D3-A5B0-9E89-F5C8-F63F5CE60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236"/>
                <a:ext cx="5737860" cy="3666980"/>
              </a:xfrm>
              <a:blipFill>
                <a:blip r:embed="rId2"/>
                <a:stretch>
                  <a:fillRect l="-319" t="-166" r="-42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5A23346-19AF-FB9E-004B-41DF318CB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450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9559-6361-EB9E-01BD-A9FD74183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09A35-7BB3-5E0A-F4B7-D9F265902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 err="1"/>
              <a:t>Hash</a:t>
            </a:r>
            <a:r>
              <a:rPr lang="nl-NL" b="0" dirty="0"/>
              <a:t> </a:t>
            </a:r>
            <a:r>
              <a:rPr lang="nl-NL" b="0" dirty="0" err="1"/>
              <a:t>tables</a:t>
            </a:r>
            <a:r>
              <a:rPr lang="nl-NL" b="0" dirty="0"/>
              <a:t> in C++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3103-1F7E-1427-278E-2C6F83C5B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The C++ Standard Template Library (STL) </a:t>
            </a:r>
            <a:r>
              <a:rPr lang="nl-NL" dirty="0" err="1"/>
              <a:t>contains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types of </a:t>
            </a:r>
            <a:r>
              <a:rPr lang="nl-NL" dirty="0" err="1"/>
              <a:t>hash</a:t>
            </a:r>
            <a:r>
              <a:rPr lang="nl-NL" dirty="0"/>
              <a:t> </a:t>
            </a:r>
            <a:r>
              <a:rPr lang="nl-NL" dirty="0" err="1"/>
              <a:t>tables</a:t>
            </a:r>
            <a:endParaRPr lang="nl-NL" dirty="0"/>
          </a:p>
          <a:p>
            <a:pPr lvl="1"/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unordered_set</a:t>
            </a:r>
            <a:r>
              <a:rPr lang="nl-NL" dirty="0"/>
              <a:t>: </a:t>
            </a:r>
            <a:r>
              <a:rPr lang="nl-NL" dirty="0" err="1"/>
              <a:t>implements</a:t>
            </a:r>
            <a:r>
              <a:rPr lang="nl-NL" dirty="0"/>
              <a:t> a set</a:t>
            </a:r>
          </a:p>
          <a:p>
            <a:pPr lvl="1"/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unordered_map</a:t>
            </a:r>
            <a:r>
              <a:rPr lang="nl-NL" dirty="0"/>
              <a:t>: </a:t>
            </a:r>
            <a:r>
              <a:rPr lang="nl-NL" dirty="0" err="1"/>
              <a:t>implements</a:t>
            </a:r>
            <a:r>
              <a:rPr lang="nl-NL" dirty="0"/>
              <a:t> a </a:t>
            </a:r>
            <a:r>
              <a:rPr lang="nl-NL" dirty="0" err="1"/>
              <a:t>dictionary</a:t>
            </a:r>
            <a:r>
              <a:rPr lang="nl-NL" dirty="0"/>
              <a:t> / map</a:t>
            </a:r>
          </a:p>
          <a:p>
            <a:pPr lvl="1"/>
            <a:endParaRPr lang="nl-NL" dirty="0"/>
          </a:p>
          <a:p>
            <a:r>
              <a:rPr lang="nl-NL" dirty="0"/>
              <a:t>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store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hashed</a:t>
            </a:r>
            <a:endParaRPr lang="nl-NL" dirty="0"/>
          </a:p>
          <a:p>
            <a:pPr lvl="1"/>
            <a:r>
              <a:rPr lang="nl-NL" dirty="0"/>
              <a:t>Using 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::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unordered_set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nl-NL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ourclass</a:t>
            </a:r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nl-NL" dirty="0"/>
              <a:t>: we must:</a:t>
            </a:r>
          </a:p>
          <a:p>
            <a:pPr marL="845820" lvl="2" indent="-342900">
              <a:buFont typeface="+mj-lt"/>
              <a:buAutoNum type="arabicPeriod"/>
            </a:pPr>
            <a:r>
              <a:rPr lang="nl-NL" dirty="0"/>
              <a:t>Ensure </a:t>
            </a:r>
            <a:r>
              <a:rPr lang="nl-NL" dirty="0" err="1"/>
              <a:t>that</a:t>
            </a:r>
            <a:r>
              <a:rPr lang="nl-NL" dirty="0"/>
              <a:t> a </a:t>
            </a:r>
            <a:r>
              <a:rPr lang="nl-NL" sz="1800" b="1" dirty="0" err="1"/>
              <a:t>hash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computed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sz="18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ourclass</a:t>
            </a:r>
            <a:endParaRPr lang="nl-NL" sz="1800" dirty="0">
              <a:solidFill>
                <a:srgbClr val="7030A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845820" lvl="2" indent="-342900">
              <a:buFont typeface="+mj-lt"/>
              <a:buAutoNum type="arabicPeriod"/>
            </a:pPr>
            <a:r>
              <a:rPr lang="nl-NL" dirty="0"/>
              <a:t>Ensure </a:t>
            </a:r>
            <a:r>
              <a:rPr lang="nl-NL" dirty="0" err="1"/>
              <a:t>that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compare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sz="1800" dirty="0" err="1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ourclass</a:t>
            </a:r>
            <a:r>
              <a:rPr lang="nl-NL" dirty="0"/>
              <a:t> </a:t>
            </a:r>
            <a:r>
              <a:rPr lang="nl-NL" dirty="0" err="1"/>
              <a:t>instances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sz="1800" b="1" dirty="0" err="1"/>
              <a:t>equality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1931286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4B175-FF89-0BD6-678A-BE1D0EA4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0878B-6E5E-C53B-95A5-277DFDDAE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0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A0638-4F04-41B7-017A-80FF09EEEE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1"/>
                <a:ext cx="10890928" cy="3802498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Binary</a:t>
                </a:r>
                <a:r>
                  <a:rPr lang="nl-NL" dirty="0"/>
                  <a:t> </a:t>
                </a:r>
                <a:r>
                  <a:rPr lang="nl-NL" dirty="0" err="1"/>
                  <a:t>Heaps</a:t>
                </a:r>
                <a:r>
                  <a:rPr lang="nl-NL" dirty="0"/>
                  <a:t>: a </a:t>
                </a:r>
                <a:r>
                  <a:rPr lang="nl-NL" dirty="0" err="1"/>
                  <a:t>binary</a:t>
                </a:r>
                <a:r>
                  <a:rPr lang="nl-NL" dirty="0"/>
                  <a:t> tree </a:t>
                </a:r>
                <a:r>
                  <a:rPr lang="nl-NL" dirty="0" err="1"/>
                  <a:t>that</a:t>
                </a:r>
                <a:r>
                  <a:rPr lang="nl-NL" dirty="0"/>
                  <a:t> </a:t>
                </a:r>
                <a:r>
                  <a:rPr lang="nl-NL" dirty="0" err="1"/>
                  <a:t>satisfies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Heap</a:t>
                </a:r>
                <a:r>
                  <a:rPr lang="nl-NL" dirty="0"/>
                  <a:t> Property</a:t>
                </a:r>
              </a:p>
              <a:p>
                <a:pPr lvl="1"/>
                <a:r>
                  <a:rPr lang="nl-NL" dirty="0" err="1"/>
                  <a:t>Implement</a:t>
                </a:r>
                <a:r>
                  <a:rPr lang="nl-NL" dirty="0"/>
                  <a:t> a priority queue – </a:t>
                </a:r>
                <a:r>
                  <a:rPr lang="nl-NL" dirty="0" err="1"/>
                  <a:t>insertion</a:t>
                </a:r>
                <a:r>
                  <a:rPr lang="nl-NL" dirty="0"/>
                  <a:t> &amp; </a:t>
                </a:r>
                <a:r>
                  <a:rPr lang="nl-NL" dirty="0" err="1"/>
                  <a:t>removal</a:t>
                </a:r>
                <a:r>
                  <a:rPr lang="nl-NL" dirty="0"/>
                  <a:t> of min/max in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endParaRPr lang="nl-NL" b="1" dirty="0"/>
              </a:p>
              <a:p>
                <a:endParaRPr lang="nl-NL" dirty="0"/>
              </a:p>
              <a:p>
                <a:r>
                  <a:rPr lang="nl-NL" dirty="0"/>
                  <a:t>We </a:t>
                </a:r>
                <a:r>
                  <a:rPr lang="nl-NL" dirty="0" err="1"/>
                  <a:t>know</a:t>
                </a:r>
                <a:r>
                  <a:rPr lang="nl-NL" dirty="0"/>
                  <a:t> </a:t>
                </a:r>
                <a:r>
                  <a:rPr lang="nl-NL" dirty="0" err="1"/>
                  <a:t>know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 </a:t>
                </a:r>
                <a:r>
                  <a:rPr lang="nl-NL" dirty="0" err="1"/>
                  <a:t>primary</a:t>
                </a:r>
                <a:r>
                  <a:rPr lang="nl-NL" dirty="0"/>
                  <a:t> </a:t>
                </a:r>
                <a:r>
                  <a:rPr lang="nl-NL" dirty="0" err="1"/>
                  <a:t>ways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implement</a:t>
                </a:r>
                <a:r>
                  <a:rPr lang="nl-NL" dirty="0"/>
                  <a:t> sets / </a:t>
                </a:r>
                <a:r>
                  <a:rPr lang="nl-NL" dirty="0" err="1"/>
                  <a:t>dictionaries</a:t>
                </a:r>
                <a:endParaRPr lang="nl-NL" dirty="0"/>
              </a:p>
              <a:p>
                <a:pPr lvl="1"/>
                <a:r>
                  <a:rPr lang="nl-NL" dirty="0"/>
                  <a:t>Using a (</a:t>
                </a:r>
                <a:r>
                  <a:rPr lang="nl-NL" dirty="0" err="1"/>
                  <a:t>Balanced</a:t>
                </a:r>
                <a:r>
                  <a:rPr lang="nl-NL" dirty="0"/>
                  <a:t>) </a:t>
                </a:r>
                <a:r>
                  <a:rPr lang="nl-NL" dirty="0" err="1"/>
                  <a:t>Binary</a:t>
                </a:r>
                <a:r>
                  <a:rPr lang="nl-NL" dirty="0"/>
                  <a:t> Search Tree: </a:t>
                </a:r>
                <a:r>
                  <a:rPr lang="nl-NL" dirty="0" err="1"/>
                  <a:t>all</a:t>
                </a:r>
                <a:r>
                  <a:rPr lang="nl-NL" dirty="0"/>
                  <a:t> operations are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NL" b="1" i="0" dirty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nl-NL" b="1" i="1" dirty="0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func>
                      </m:e>
                    </m:d>
                  </m:oMath>
                </a14:m>
                <a:r>
                  <a:rPr lang="nl-NL" dirty="0"/>
                  <a:t> worst case</a:t>
                </a:r>
              </a:p>
              <a:p>
                <a:pPr lvl="2"/>
                <a:r>
                  <a:rPr lang="nl-NL" dirty="0" err="1"/>
                  <a:t>Uses</a:t>
                </a:r>
                <a:r>
                  <a:rPr lang="nl-NL" dirty="0"/>
                  <a:t> pointers </a:t>
                </a:r>
                <a:r>
                  <a:rPr lang="nl-NL" dirty="0" err="1"/>
                  <a:t>to</a:t>
                </a:r>
                <a:r>
                  <a:rPr lang="nl-NL" dirty="0"/>
                  <a:t> link </a:t>
                </a:r>
                <a:r>
                  <a:rPr lang="nl-NL" dirty="0" err="1"/>
                  <a:t>nodes</a:t>
                </a:r>
                <a:r>
                  <a:rPr lang="nl-NL" dirty="0"/>
                  <a:t> </a:t>
                </a:r>
                <a:r>
                  <a:rPr lang="nl-NL" dirty="0" err="1"/>
                  <a:t>together</a:t>
                </a:r>
                <a:endParaRPr lang="nl-NL" dirty="0"/>
              </a:p>
              <a:p>
                <a:pPr lvl="1"/>
                <a:r>
                  <a:rPr lang="nl-NL" dirty="0"/>
                  <a:t>Using a </a:t>
                </a:r>
                <a:r>
                  <a:rPr lang="nl-NL" dirty="0" err="1"/>
                  <a:t>Hash</a:t>
                </a:r>
                <a:r>
                  <a:rPr lang="nl-NL" dirty="0"/>
                  <a:t> </a:t>
                </a:r>
                <a:r>
                  <a:rPr lang="nl-NL" dirty="0" err="1"/>
                  <a:t>table</a:t>
                </a:r>
                <a:r>
                  <a:rPr lang="nl-NL" dirty="0"/>
                  <a:t>: </a:t>
                </a:r>
                <a:r>
                  <a:rPr lang="nl-NL" dirty="0" err="1"/>
                  <a:t>all</a:t>
                </a:r>
                <a:r>
                  <a:rPr lang="nl-NL" dirty="0"/>
                  <a:t> operations are </a:t>
                </a:r>
                <a14:m>
                  <m:oMath xmlns:m="http://schemas.openxmlformats.org/officeDocument/2006/math"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nl-NL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nl-NL" dirty="0"/>
                  <a:t> on </a:t>
                </a:r>
                <a:r>
                  <a:rPr lang="nl-NL" dirty="0" err="1"/>
                  <a:t>average</a:t>
                </a:r>
                <a:endParaRPr lang="nl-NL" dirty="0"/>
              </a:p>
              <a:p>
                <a:pPr lvl="2"/>
                <a:r>
                  <a:rPr lang="nl-NL" dirty="0" err="1"/>
                  <a:t>Uses</a:t>
                </a:r>
                <a:r>
                  <a:rPr lang="nl-NL" dirty="0"/>
                  <a:t> </a:t>
                </a:r>
                <a:r>
                  <a:rPr lang="nl-NL" dirty="0" err="1"/>
                  <a:t>an</a:t>
                </a:r>
                <a:r>
                  <a:rPr lang="nl-NL" dirty="0"/>
                  <a:t> oversized array – significant memory overhead!</a:t>
                </a:r>
              </a:p>
              <a:p>
                <a:pPr lvl="2"/>
                <a:r>
                  <a:rPr lang="nl-NL" dirty="0" err="1"/>
                  <a:t>Needs</a:t>
                </a:r>
                <a:r>
                  <a:rPr lang="nl-NL" dirty="0"/>
                  <a:t> </a:t>
                </a:r>
                <a:r>
                  <a:rPr lang="nl-NL" dirty="0" err="1"/>
                  <a:t>resolution</a:t>
                </a:r>
                <a:r>
                  <a:rPr lang="nl-NL" dirty="0"/>
                  <a:t> of </a:t>
                </a:r>
                <a:r>
                  <a:rPr lang="nl-NL" dirty="0" err="1"/>
                  <a:t>collisions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A0638-4F04-41B7-017A-80FF09EEE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1"/>
                <a:ext cx="10890928" cy="3802498"/>
              </a:xfrm>
              <a:blipFill>
                <a:blip r:embed="rId2"/>
                <a:stretch>
                  <a:fillRect l="-336" t="-16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7088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PTLabsAcknowledgemen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616BD-70BA-2297-D2A1-619BDEA10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270"/>
            <a:ext cx="12192000" cy="63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326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ACC008-641B-4A31-9901-F8A4FB71BE3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3606</Words>
  <Application>Microsoft Office PowerPoint</Application>
  <PresentationFormat>Widescreen</PresentationFormat>
  <Paragraphs>1505</Paragraphs>
  <Slides>50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Aptos</vt:lpstr>
      <vt:lpstr>Arial</vt:lpstr>
      <vt:lpstr>Cambria Math</vt:lpstr>
      <vt:lpstr>Cascadia Code</vt:lpstr>
      <vt:lpstr>Grandview Display</vt:lpstr>
      <vt:lpstr>Wingdings</vt:lpstr>
      <vt:lpstr>DashVTI</vt:lpstr>
      <vt:lpstr>Algorithms &amp; Data Structures</vt:lpstr>
      <vt:lpstr>Last weeks we discussed…</vt:lpstr>
      <vt:lpstr>Binary Heaps</vt:lpstr>
      <vt:lpstr>Sometimes sorting is not needed</vt:lpstr>
      <vt:lpstr>The binary heap</vt:lpstr>
      <vt:lpstr>The binary heap</vt:lpstr>
      <vt:lpstr>The binary heap</vt:lpstr>
      <vt:lpstr>The binary heap</vt:lpstr>
      <vt:lpstr>The binary heap</vt:lpstr>
      <vt:lpstr>The Heap property</vt:lpstr>
      <vt:lpstr>The binary heap – Finding things</vt:lpstr>
      <vt:lpstr>The Binary Heap – Priority Queue</vt:lpstr>
      <vt:lpstr>The Binary Heap – Min-Removal</vt:lpstr>
      <vt:lpstr>The Binary Heap – Insertion</vt:lpstr>
      <vt:lpstr>Removing is sorting!</vt:lpstr>
      <vt:lpstr>Building a Heap - Heapify</vt:lpstr>
      <vt:lpstr>Building a Heap - Heapify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Binary Heaps in C++</vt:lpstr>
      <vt:lpstr>Hash Tables</vt:lpstr>
      <vt:lpstr>To sort or not to sort</vt:lpstr>
      <vt:lpstr>To sort or not to sort</vt:lpstr>
      <vt:lpstr>Arrays as sets – using value as location</vt:lpstr>
      <vt:lpstr>Arrays as sets – using value as location</vt:lpstr>
      <vt:lpstr>Modulo indexing</vt:lpstr>
      <vt:lpstr>Resolving collisions – linear probing</vt:lpstr>
      <vt:lpstr>Resolving collisions – separate chaining</vt:lpstr>
      <vt:lpstr>Resolving collisions – separate chaining</vt:lpstr>
      <vt:lpstr>Resolving collisions – separate chaining</vt:lpstr>
      <vt:lpstr>Collisions &amp; performance</vt:lpstr>
      <vt:lpstr>Load factor &amp; Rehashing</vt:lpstr>
      <vt:lpstr>Hash functions</vt:lpstr>
      <vt:lpstr>Associative arrays &amp; dictionaries</vt:lpstr>
      <vt:lpstr>Hash &amp; equality</vt:lpstr>
      <vt:lpstr>Hash &amp; equality – what could go wrong</vt:lpstr>
      <vt:lpstr>Hash Tables – Time complexities</vt:lpstr>
      <vt:lpstr>Hash tables in C++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de Groote</dc:creator>
  <cp:lastModifiedBy>Robert de Groote</cp:lastModifiedBy>
  <cp:revision>1</cp:revision>
  <dcterms:created xsi:type="dcterms:W3CDTF">2025-07-16T13:01:43Z</dcterms:created>
  <dcterms:modified xsi:type="dcterms:W3CDTF">2025-09-30T08:18:47Z</dcterms:modified>
</cp:coreProperties>
</file>