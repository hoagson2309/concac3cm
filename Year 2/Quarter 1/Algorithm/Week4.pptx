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0" r:id="rId4"/>
    <p:sldId id="288" r:id="rId5"/>
    <p:sldId id="304" r:id="rId6"/>
    <p:sldId id="301" r:id="rId7"/>
    <p:sldId id="306" r:id="rId8"/>
    <p:sldId id="305" r:id="rId9"/>
    <p:sldId id="308" r:id="rId10"/>
    <p:sldId id="309" r:id="rId11"/>
    <p:sldId id="329" r:id="rId12"/>
    <p:sldId id="328" r:id="rId13"/>
    <p:sldId id="310" r:id="rId14"/>
    <p:sldId id="291" r:id="rId15"/>
    <p:sldId id="311" r:id="rId16"/>
    <p:sldId id="312" r:id="rId17"/>
    <p:sldId id="314" r:id="rId18"/>
    <p:sldId id="313" r:id="rId19"/>
    <p:sldId id="315" r:id="rId20"/>
    <p:sldId id="316" r:id="rId21"/>
    <p:sldId id="287" r:id="rId22"/>
    <p:sldId id="317" r:id="rId23"/>
    <p:sldId id="318" r:id="rId24"/>
    <p:sldId id="293" r:id="rId25"/>
    <p:sldId id="333" r:id="rId26"/>
    <p:sldId id="331" r:id="rId27"/>
    <p:sldId id="334" r:id="rId28"/>
    <p:sldId id="332" r:id="rId29"/>
    <p:sldId id="322" r:id="rId30"/>
    <p:sldId id="283" r:id="rId31"/>
    <p:sldId id="323" r:id="rId32"/>
    <p:sldId id="327" r:id="rId33"/>
    <p:sldId id="284" r:id="rId34"/>
    <p:sldId id="294" r:id="rId35"/>
    <p:sldId id="324" r:id="rId36"/>
    <p:sldId id="295" r:id="rId37"/>
    <p:sldId id="286" r:id="rId38"/>
    <p:sldId id="32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C0FC0F-787E-4AFE-AA9A-4E52AC6E2AD8}" v="15182" dt="2025-09-21T12:49:30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e Groote" userId="2ce5265b-80a0-4fb8-a62a-8035e9b0c45a" providerId="ADAL" clId="{77748BC8-6171-4919-A5F7-EF7C30C5EE0A}"/>
    <pc:docChg chg="undo custSel addSld delSld modSld sldOrd">
      <pc:chgData name="Robert de Groote" userId="2ce5265b-80a0-4fb8-a62a-8035e9b0c45a" providerId="ADAL" clId="{77748BC8-6171-4919-A5F7-EF7C30C5EE0A}" dt="2025-07-17T13:19:48.170" v="4029" actId="20577"/>
      <pc:docMkLst>
        <pc:docMk/>
      </pc:docMkLst>
      <pc:sldChg chg="modSp mod">
        <pc:chgData name="Robert de Groote" userId="2ce5265b-80a0-4fb8-a62a-8035e9b0c45a" providerId="ADAL" clId="{77748BC8-6171-4919-A5F7-EF7C30C5EE0A}" dt="2025-07-16T17:20:45.052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77748BC8-6171-4919-A5F7-EF7C30C5EE0A}" dt="2025-07-16T17:21:58.340" v="144" actId="20577"/>
        <pc:sldMkLst>
          <pc:docMk/>
          <pc:sldMk cId="3346646082" sldId="257"/>
        </pc:sldMkLst>
      </pc:sldChg>
      <pc:sldChg chg="modSp mod">
        <pc:chgData name="Robert de Groote" userId="2ce5265b-80a0-4fb8-a62a-8035e9b0c45a" providerId="ADAL" clId="{77748BC8-6171-4919-A5F7-EF7C30C5EE0A}" dt="2025-07-17T10:38:49.095" v="914" actId="6549"/>
        <pc:sldMkLst>
          <pc:docMk/>
          <pc:sldMk cId="2437096053" sldId="260"/>
        </pc:sldMkLst>
      </pc:sldChg>
      <pc:sldChg chg="modSp mod">
        <pc:chgData name="Robert de Groote" userId="2ce5265b-80a0-4fb8-a62a-8035e9b0c45a" providerId="ADAL" clId="{77748BC8-6171-4919-A5F7-EF7C30C5EE0A}" dt="2025-07-17T11:22:01.326" v="1533" actId="20577"/>
        <pc:sldMkLst>
          <pc:docMk/>
          <pc:sldMk cId="2593846471" sldId="261"/>
        </pc:sldMkLst>
      </pc:sldChg>
      <pc:sldChg chg="add del">
        <pc:chgData name="Robert de Groote" userId="2ce5265b-80a0-4fb8-a62a-8035e9b0c45a" providerId="ADAL" clId="{77748BC8-6171-4919-A5F7-EF7C30C5EE0A}" dt="2025-07-17T10:41:49.365" v="1083" actId="4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77748BC8-6171-4919-A5F7-EF7C30C5EE0A}" dt="2025-07-17T10:55:48.933" v="1345" actId="2057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77748BC8-6171-4919-A5F7-EF7C30C5EE0A}" dt="2025-07-17T10:40:28.696" v="960" actId="6549"/>
        <pc:sldMkLst>
          <pc:docMk/>
          <pc:sldMk cId="2050195976" sldId="266"/>
        </pc:sldMkLst>
      </pc:sldChg>
      <pc:sldChg chg="modSp add del mod">
        <pc:chgData name="Robert de Groote" userId="2ce5265b-80a0-4fb8-a62a-8035e9b0c45a" providerId="ADAL" clId="{77748BC8-6171-4919-A5F7-EF7C30C5EE0A}" dt="2025-07-17T10:41:43.383" v="1082" actId="20577"/>
        <pc:sldMkLst>
          <pc:docMk/>
          <pc:sldMk cId="3359679964" sldId="268"/>
        </pc:sldMkLst>
      </pc:sldChg>
      <pc:sldChg chg="modSp mod">
        <pc:chgData name="Robert de Groote" userId="2ce5265b-80a0-4fb8-a62a-8035e9b0c45a" providerId="ADAL" clId="{77748BC8-6171-4919-A5F7-EF7C30C5EE0A}" dt="2025-07-17T10:40:49.157" v="990" actId="20577"/>
        <pc:sldMkLst>
          <pc:docMk/>
          <pc:sldMk cId="3909891326" sldId="272"/>
        </pc:sldMkLst>
      </pc:sldChg>
      <pc:sldChg chg="modSp add mod">
        <pc:chgData name="Robert de Groote" userId="2ce5265b-80a0-4fb8-a62a-8035e9b0c45a" providerId="ADAL" clId="{77748BC8-6171-4919-A5F7-EF7C30C5EE0A}" dt="2025-07-16T17:38:56.393" v="912" actId="20577"/>
        <pc:sldMkLst>
          <pc:docMk/>
          <pc:sldMk cId="4230653011" sldId="273"/>
        </pc:sldMkLst>
      </pc:sldChg>
      <pc:sldChg chg="add">
        <pc:chgData name="Robert de Groote" userId="2ce5265b-80a0-4fb8-a62a-8035e9b0c45a" providerId="ADAL" clId="{77748BC8-6171-4919-A5F7-EF7C30C5EE0A}" dt="2025-07-17T10:39:49.044" v="915" actId="2890"/>
        <pc:sldMkLst>
          <pc:docMk/>
          <pc:sldMk cId="3657166026" sldId="274"/>
        </pc:sldMkLst>
      </pc:sldChg>
      <pc:sldChg chg="modSp add mod ord">
        <pc:chgData name="Robert de Groote" userId="2ce5265b-80a0-4fb8-a62a-8035e9b0c45a" providerId="ADAL" clId="{77748BC8-6171-4919-A5F7-EF7C30C5EE0A}" dt="2025-07-17T12:11:55.681" v="2627" actId="20577"/>
        <pc:sldMkLst>
          <pc:docMk/>
          <pc:sldMk cId="1598828328" sldId="275"/>
        </pc:sldMkLst>
      </pc:sldChg>
      <pc:sldChg chg="modSp add mod">
        <pc:chgData name="Robert de Groote" userId="2ce5265b-80a0-4fb8-a62a-8035e9b0c45a" providerId="ADAL" clId="{77748BC8-6171-4919-A5F7-EF7C30C5EE0A}" dt="2025-07-17T11:28:23.497" v="1971" actId="20577"/>
        <pc:sldMkLst>
          <pc:docMk/>
          <pc:sldMk cId="1258586967" sldId="276"/>
        </pc:sldMkLst>
      </pc:sldChg>
      <pc:sldChg chg="modSp add mod">
        <pc:chgData name="Robert de Groote" userId="2ce5265b-80a0-4fb8-a62a-8035e9b0c45a" providerId="ADAL" clId="{77748BC8-6171-4919-A5F7-EF7C30C5EE0A}" dt="2025-07-17T11:35:50.433" v="2232" actId="20577"/>
        <pc:sldMkLst>
          <pc:docMk/>
          <pc:sldMk cId="3755024446" sldId="277"/>
        </pc:sldMkLst>
      </pc:sldChg>
      <pc:sldChg chg="modSp add mod">
        <pc:chgData name="Robert de Groote" userId="2ce5265b-80a0-4fb8-a62a-8035e9b0c45a" providerId="ADAL" clId="{77748BC8-6171-4919-A5F7-EF7C30C5EE0A}" dt="2025-07-17T11:39:57.073" v="2428" actId="113"/>
        <pc:sldMkLst>
          <pc:docMk/>
          <pc:sldMk cId="2214709890" sldId="278"/>
        </pc:sldMkLst>
      </pc:sldChg>
      <pc:sldChg chg="modSp add mod ord">
        <pc:chgData name="Robert de Groote" userId="2ce5265b-80a0-4fb8-a62a-8035e9b0c45a" providerId="ADAL" clId="{77748BC8-6171-4919-A5F7-EF7C30C5EE0A}" dt="2025-07-17T12:34:31.889" v="3027"/>
        <pc:sldMkLst>
          <pc:docMk/>
          <pc:sldMk cId="2729225412" sldId="279"/>
        </pc:sldMkLst>
      </pc:sldChg>
      <pc:sldChg chg="addSp modSp add mod ord">
        <pc:chgData name="Robert de Groote" userId="2ce5265b-80a0-4fb8-a62a-8035e9b0c45a" providerId="ADAL" clId="{77748BC8-6171-4919-A5F7-EF7C30C5EE0A}" dt="2025-07-17T13:18:38.909" v="3943"/>
        <pc:sldMkLst>
          <pc:docMk/>
          <pc:sldMk cId="2288260186" sldId="280"/>
        </pc:sldMkLst>
      </pc:sldChg>
      <pc:sldChg chg="addSp delSp modSp add mod ord">
        <pc:chgData name="Robert de Groote" userId="2ce5265b-80a0-4fb8-a62a-8035e9b0c45a" providerId="ADAL" clId="{77748BC8-6171-4919-A5F7-EF7C30C5EE0A}" dt="2025-07-17T13:19:48.170" v="4029" actId="20577"/>
        <pc:sldMkLst>
          <pc:docMk/>
          <pc:sldMk cId="942638718" sldId="281"/>
        </pc:sldMkLst>
      </pc:sldChg>
    </pc:docChg>
  </pc:docChgLst>
  <pc:docChgLst>
    <pc:chgData name="Robert de Groote" userId="2ce5265b-80a0-4fb8-a62a-8035e9b0c45a" providerId="ADAL" clId="{8EBF52AB-6BEF-4B72-AF95-EFED6E097B56}"/>
    <pc:docChg chg="custSel addSld delSld modSld sldOrd">
      <pc:chgData name="Robert de Groote" userId="2ce5265b-80a0-4fb8-a62a-8035e9b0c45a" providerId="ADAL" clId="{8EBF52AB-6BEF-4B72-AF95-EFED6E097B56}" dt="2025-07-16T17:19:26.071" v="1188" actId="20577"/>
      <pc:docMkLst>
        <pc:docMk/>
      </pc:docMkLst>
      <pc:sldChg chg="modSp mod">
        <pc:chgData name="Robert de Groote" userId="2ce5265b-80a0-4fb8-a62a-8035e9b0c45a" providerId="ADAL" clId="{8EBF52AB-6BEF-4B72-AF95-EFED6E097B56}" dt="2025-07-16T16:51:16.387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8EBF52AB-6BEF-4B72-AF95-EFED6E097B56}" dt="2025-07-16T16:54:29.653" v="302" actId="20577"/>
        <pc:sldMkLst>
          <pc:docMk/>
          <pc:sldMk cId="3346646082" sldId="257"/>
        </pc:sldMkLst>
      </pc:sldChg>
      <pc:sldChg chg="del">
        <pc:chgData name="Robert de Groote" userId="2ce5265b-80a0-4fb8-a62a-8035e9b0c45a" providerId="ADAL" clId="{8EBF52AB-6BEF-4B72-AF95-EFED6E097B56}" dt="2025-07-16T16:54:33.161" v="303" actId="47"/>
        <pc:sldMkLst>
          <pc:docMk/>
          <pc:sldMk cId="1376807172" sldId="258"/>
        </pc:sldMkLst>
      </pc:sldChg>
      <pc:sldChg chg="del">
        <pc:chgData name="Robert de Groote" userId="2ce5265b-80a0-4fb8-a62a-8035e9b0c45a" providerId="ADAL" clId="{8EBF52AB-6BEF-4B72-AF95-EFED6E097B56}" dt="2025-07-16T16:54:33.800" v="304" actId="47"/>
        <pc:sldMkLst>
          <pc:docMk/>
          <pc:sldMk cId="734760806" sldId="259"/>
        </pc:sldMkLst>
      </pc:sldChg>
      <pc:sldChg chg="modSp mod">
        <pc:chgData name="Robert de Groote" userId="2ce5265b-80a0-4fb8-a62a-8035e9b0c45a" providerId="ADAL" clId="{8EBF52AB-6BEF-4B72-AF95-EFED6E097B56}" dt="2025-07-16T16:59:03.772" v="360" actId="20577"/>
        <pc:sldMkLst>
          <pc:docMk/>
          <pc:sldMk cId="2437096053" sldId="260"/>
        </pc:sldMkLst>
      </pc:sldChg>
      <pc:sldChg chg="del">
        <pc:chgData name="Robert de Groote" userId="2ce5265b-80a0-4fb8-a62a-8035e9b0c45a" providerId="ADAL" clId="{8EBF52AB-6BEF-4B72-AF95-EFED6E097B56}" dt="2025-07-16T16:59:12.529" v="361" actId="47"/>
        <pc:sldMkLst>
          <pc:docMk/>
          <pc:sldMk cId="1808417701" sldId="263"/>
        </pc:sldMkLst>
      </pc:sldChg>
      <pc:sldChg chg="modSp mod">
        <pc:chgData name="Robert de Groote" userId="2ce5265b-80a0-4fb8-a62a-8035e9b0c45a" providerId="ADAL" clId="{8EBF52AB-6BEF-4B72-AF95-EFED6E097B56}" dt="2025-07-16T17:18:41.963" v="1168" actId="2057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8EBF52AB-6BEF-4B72-AF95-EFED6E097B56}" dt="2025-07-16T17:14:00.840" v="878" actId="14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8EBF52AB-6BEF-4B72-AF95-EFED6E097B56}" dt="2025-07-16T17:19:26.071" v="1188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8EBF52AB-6BEF-4B72-AF95-EFED6E097B56}" dt="2025-07-16T16:59:13.102" v="362" actId="47"/>
        <pc:sldMkLst>
          <pc:docMk/>
          <pc:sldMk cId="3664691429" sldId="267"/>
        </pc:sldMkLst>
      </pc:sldChg>
      <pc:sldChg chg="modSp mod">
        <pc:chgData name="Robert de Groote" userId="2ce5265b-80a0-4fb8-a62a-8035e9b0c45a" providerId="ADAL" clId="{8EBF52AB-6BEF-4B72-AF95-EFED6E097B56}" dt="2025-07-16T17:01:41.236" v="479" actId="2057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8EBF52AB-6BEF-4B72-AF95-EFED6E097B56}" dt="2025-07-16T17:00:48.323" v="415" actId="47"/>
        <pc:sldMkLst>
          <pc:docMk/>
          <pc:sldMk cId="3999101625" sldId="269"/>
        </pc:sldMkLst>
      </pc:sldChg>
      <pc:sldChg chg="del">
        <pc:chgData name="Robert de Groote" userId="2ce5265b-80a0-4fb8-a62a-8035e9b0c45a" providerId="ADAL" clId="{8EBF52AB-6BEF-4B72-AF95-EFED6E097B56}" dt="2025-07-16T17:19:16.037" v="1170" actId="47"/>
        <pc:sldMkLst>
          <pc:docMk/>
          <pc:sldMk cId="3192644691" sldId="270"/>
        </pc:sldMkLst>
      </pc:sldChg>
      <pc:sldChg chg="del">
        <pc:chgData name="Robert de Groote" userId="2ce5265b-80a0-4fb8-a62a-8035e9b0c45a" providerId="ADAL" clId="{8EBF52AB-6BEF-4B72-AF95-EFED6E097B56}" dt="2025-07-16T17:18:59.683" v="1169" actId="47"/>
        <pc:sldMkLst>
          <pc:docMk/>
          <pc:sldMk cId="1961238602" sldId="271"/>
        </pc:sldMkLst>
      </pc:sldChg>
      <pc:sldChg chg="del">
        <pc:chgData name="Robert de Groote" userId="2ce5265b-80a0-4fb8-a62a-8035e9b0c45a" providerId="ADAL" clId="{8EBF52AB-6BEF-4B72-AF95-EFED6E097B56}" dt="2025-07-16T16:59:13.842" v="363" actId="47"/>
        <pc:sldMkLst>
          <pc:docMk/>
          <pc:sldMk cId="65950320" sldId="272"/>
        </pc:sldMkLst>
      </pc:sldChg>
      <pc:sldChg chg="modSp add mod ord">
        <pc:chgData name="Robert de Groote" userId="2ce5265b-80a0-4fb8-a62a-8035e9b0c45a" providerId="ADAL" clId="{8EBF52AB-6BEF-4B72-AF95-EFED6E097B56}" dt="2025-07-16T17:01:12.824" v="464" actId="2057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8EBF52AB-6BEF-4B72-AF95-EFED6E097B56}" dt="2025-07-16T16:59:17.386" v="366" actId="47"/>
        <pc:sldMkLst>
          <pc:docMk/>
          <pc:sldMk cId="3708766367" sldId="273"/>
        </pc:sldMkLst>
      </pc:sldChg>
      <pc:sldChg chg="del">
        <pc:chgData name="Robert de Groote" userId="2ce5265b-80a0-4fb8-a62a-8035e9b0c45a" providerId="ADAL" clId="{8EBF52AB-6BEF-4B72-AF95-EFED6E097B56}" dt="2025-07-16T16:59:18.383" v="367" actId="47"/>
        <pc:sldMkLst>
          <pc:docMk/>
          <pc:sldMk cId="2576651547" sldId="274"/>
        </pc:sldMkLst>
      </pc:sldChg>
      <pc:sldChg chg="del">
        <pc:chgData name="Robert de Groote" userId="2ce5265b-80a0-4fb8-a62a-8035e9b0c45a" providerId="ADAL" clId="{8EBF52AB-6BEF-4B72-AF95-EFED6E097B56}" dt="2025-07-16T16:59:15.239" v="365" actId="47"/>
        <pc:sldMkLst>
          <pc:docMk/>
          <pc:sldMk cId="1013437190" sldId="275"/>
        </pc:sldMkLst>
      </pc:sldChg>
      <pc:sldChg chg="del">
        <pc:chgData name="Robert de Groote" userId="2ce5265b-80a0-4fb8-a62a-8035e9b0c45a" providerId="ADAL" clId="{8EBF52AB-6BEF-4B72-AF95-EFED6E097B56}" dt="2025-07-16T16:59:14.460" v="364" actId="4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34A32566-AAE7-4C94-968D-A2374AC9D33F}"/>
    <pc:docChg chg="custSel addSld modSld">
      <pc:chgData name="Robert de Groote" userId="2ce5265b-80a0-4fb8-a62a-8035e9b0c45a" providerId="ADAL" clId="{34A32566-AAE7-4C94-968D-A2374AC9D33F}" dt="2025-07-16T15:11:29.046" v="3083" actId="20577"/>
      <pc:docMkLst>
        <pc:docMk/>
      </pc:docMkLst>
      <pc:sldChg chg="modSp mod">
        <pc:chgData name="Robert de Groote" userId="2ce5265b-80a0-4fb8-a62a-8035e9b0c45a" providerId="ADAL" clId="{34A32566-AAE7-4C94-968D-A2374AC9D33F}" dt="2025-07-16T14:26:14.979" v="1783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34A32566-AAE7-4C94-968D-A2374AC9D33F}" dt="2025-07-16T14:37:59.325" v="2199" actId="20577"/>
        <pc:sldMkLst>
          <pc:docMk/>
          <pc:sldMk cId="3021126975" sldId="265"/>
        </pc:sldMkLst>
      </pc:sldChg>
      <pc:sldChg chg="modSp add mod">
        <pc:chgData name="Robert de Groote" userId="2ce5265b-80a0-4fb8-a62a-8035e9b0c45a" providerId="ADAL" clId="{34A32566-AAE7-4C94-968D-A2374AC9D33F}" dt="2025-07-16T14:43:43.852" v="2597" actId="20577"/>
        <pc:sldMkLst>
          <pc:docMk/>
          <pc:sldMk cId="65950320" sldId="272"/>
        </pc:sldMkLst>
      </pc:sldChg>
      <pc:sldChg chg="modSp add mod">
        <pc:chgData name="Robert de Groote" userId="2ce5265b-80a0-4fb8-a62a-8035e9b0c45a" providerId="ADAL" clId="{34A32566-AAE7-4C94-968D-A2374AC9D33F}" dt="2025-07-16T14:15:49.970" v="1018" actId="20577"/>
        <pc:sldMkLst>
          <pc:docMk/>
          <pc:sldMk cId="3708766367" sldId="273"/>
        </pc:sldMkLst>
      </pc:sldChg>
      <pc:sldChg chg="modSp add mod">
        <pc:chgData name="Robert de Groote" userId="2ce5265b-80a0-4fb8-a62a-8035e9b0c45a" providerId="ADAL" clId="{34A32566-AAE7-4C94-968D-A2374AC9D33F}" dt="2025-07-16T14:18:22.862" v="1410" actId="6549"/>
        <pc:sldMkLst>
          <pc:docMk/>
          <pc:sldMk cId="2576651547" sldId="274"/>
        </pc:sldMkLst>
      </pc:sldChg>
      <pc:sldChg chg="add">
        <pc:chgData name="Robert de Groote" userId="2ce5265b-80a0-4fb8-a62a-8035e9b0c45a" providerId="ADAL" clId="{34A32566-AAE7-4C94-968D-A2374AC9D33F}" dt="2025-07-16T14:38:24.296" v="2200" actId="2890"/>
        <pc:sldMkLst>
          <pc:docMk/>
          <pc:sldMk cId="1013437190" sldId="275"/>
        </pc:sldMkLst>
      </pc:sldChg>
      <pc:sldChg chg="modSp add mod">
        <pc:chgData name="Robert de Groote" userId="2ce5265b-80a0-4fb8-a62a-8035e9b0c45a" providerId="ADAL" clId="{34A32566-AAE7-4C94-968D-A2374AC9D33F}" dt="2025-07-16T15:11:29.046" v="3083" actId="2057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26C0FC0F-787E-4AFE-AA9A-4E52AC6E2AD8}"/>
    <pc:docChg chg="undo redo custSel addSld delSld modSld sldOrd">
      <pc:chgData name="Robert de Groote" userId="2ce5265b-80a0-4fb8-a62a-8035e9b0c45a" providerId="ADAL" clId="{26C0FC0F-787E-4AFE-AA9A-4E52AC6E2AD8}" dt="2025-09-21T12:50:14.636" v="34996" actId="6549"/>
      <pc:docMkLst>
        <pc:docMk/>
      </pc:docMkLst>
      <pc:sldChg chg="modSp mod modAnim">
        <pc:chgData name="Robert de Groote" userId="2ce5265b-80a0-4fb8-a62a-8035e9b0c45a" providerId="ADAL" clId="{26C0FC0F-787E-4AFE-AA9A-4E52AC6E2AD8}" dt="2025-09-21T12:50:14.636" v="34996" actId="6549"/>
        <pc:sldMkLst>
          <pc:docMk/>
          <pc:sldMk cId="4099711276" sldId="256"/>
        </pc:sldMkLst>
        <pc:spChg chg="mod">
          <ac:chgData name="Robert de Groote" userId="2ce5265b-80a0-4fb8-a62a-8035e9b0c45a" providerId="ADAL" clId="{26C0FC0F-787E-4AFE-AA9A-4E52AC6E2AD8}" dt="2025-09-21T12:50:14.636" v="34996" actId="6549"/>
          <ac:spMkLst>
            <pc:docMk/>
            <pc:sldMk cId="4099711276" sldId="256"/>
            <ac:spMk id="3" creationId="{B43DF9F7-8B56-49E7-9AFB-EB5E5B6EE430}"/>
          </ac:spMkLst>
        </pc:spChg>
      </pc:sldChg>
      <pc:sldChg chg="addSp modSp mod modAnim">
        <pc:chgData name="Robert de Groote" userId="2ce5265b-80a0-4fb8-a62a-8035e9b0c45a" providerId="ADAL" clId="{26C0FC0F-787E-4AFE-AA9A-4E52AC6E2AD8}" dt="2025-09-21T12:22:37.156" v="34575" actId="14100"/>
        <pc:sldMkLst>
          <pc:docMk/>
          <pc:sldMk cId="3346646082" sldId="257"/>
        </pc:sldMkLst>
        <pc:spChg chg="mod">
          <ac:chgData name="Robert de Groote" userId="2ce5265b-80a0-4fb8-a62a-8035e9b0c45a" providerId="ADAL" clId="{26C0FC0F-787E-4AFE-AA9A-4E52AC6E2AD8}" dt="2025-09-17T14:42:32.439" v="20" actId="20577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6C0FC0F-787E-4AFE-AA9A-4E52AC6E2AD8}" dt="2025-09-21T12:22:37.156" v="34575" actId="14100"/>
          <ac:spMkLst>
            <pc:docMk/>
            <pc:sldMk cId="3346646082" sldId="257"/>
            <ac:spMk id="3" creationId="{81853582-0C43-5257-5530-A00EA0178D3B}"/>
          </ac:spMkLst>
        </pc:spChg>
        <pc:picChg chg="add mod">
          <ac:chgData name="Robert de Groote" userId="2ce5265b-80a0-4fb8-a62a-8035e9b0c45a" providerId="ADAL" clId="{26C0FC0F-787E-4AFE-AA9A-4E52AC6E2AD8}" dt="2025-09-21T12:22:33.807" v="34574" actId="1076"/>
          <ac:picMkLst>
            <pc:docMk/>
            <pc:sldMk cId="3346646082" sldId="257"/>
            <ac:picMk id="4" creationId="{372D2335-0AB2-F7A0-5D59-F9F25A27F56C}"/>
          </ac:picMkLst>
        </pc:picChg>
        <pc:picChg chg="add mod">
          <ac:chgData name="Robert de Groote" userId="2ce5265b-80a0-4fb8-a62a-8035e9b0c45a" providerId="ADAL" clId="{26C0FC0F-787E-4AFE-AA9A-4E52AC6E2AD8}" dt="2025-09-21T12:22:18.460" v="34569" actId="1076"/>
          <ac:picMkLst>
            <pc:docMk/>
            <pc:sldMk cId="3346646082" sldId="257"/>
            <ac:picMk id="1026" creationId="{FD2DCE02-CBCB-E4B8-CD93-5D75825A7CDC}"/>
          </ac:picMkLst>
        </pc:picChg>
      </pc:sldChg>
      <pc:sldChg chg="addSp delSp modSp mod setBg setClrOvrMap">
        <pc:chgData name="Robert de Groote" userId="2ce5265b-80a0-4fb8-a62a-8035e9b0c45a" providerId="ADAL" clId="{26C0FC0F-787E-4AFE-AA9A-4E52AC6E2AD8}" dt="2025-09-19T12:53:14.518" v="25954" actId="20577"/>
        <pc:sldMkLst>
          <pc:docMk/>
          <pc:sldMk cId="2437096053" sldId="260"/>
        </pc:sldMkLst>
        <pc:spChg chg="mod">
          <ac:chgData name="Robert de Groote" userId="2ce5265b-80a0-4fb8-a62a-8035e9b0c45a" providerId="ADAL" clId="{26C0FC0F-787E-4AFE-AA9A-4E52AC6E2AD8}" dt="2025-09-19T12:53:14.518" v="25954" actId="20577"/>
          <ac:spMkLst>
            <pc:docMk/>
            <pc:sldMk cId="2437096053" sldId="260"/>
            <ac:spMk id="4" creationId="{4181F634-6EB3-A66B-325E-D9913BAC5853}"/>
          </ac:spMkLst>
        </pc:spChg>
        <pc:spChg chg="mod">
          <ac:chgData name="Robert de Groote" userId="2ce5265b-80a0-4fb8-a62a-8035e9b0c45a" providerId="ADAL" clId="{26C0FC0F-787E-4AFE-AA9A-4E52AC6E2AD8}" dt="2025-09-18T11:19:27.422" v="4659" actId="26606"/>
          <ac:spMkLst>
            <pc:docMk/>
            <pc:sldMk cId="2437096053" sldId="260"/>
            <ac:spMk id="5" creationId="{2233F4BC-C1CF-B147-2A79-056AE56D20F7}"/>
          </ac:spMkLst>
        </pc:spChg>
        <pc:spChg chg="add">
          <ac:chgData name="Robert de Groote" userId="2ce5265b-80a0-4fb8-a62a-8035e9b0c45a" providerId="ADAL" clId="{26C0FC0F-787E-4AFE-AA9A-4E52AC6E2AD8}" dt="2025-09-18T11:19:27.432" v="4660" actId="26606"/>
          <ac:spMkLst>
            <pc:docMk/>
            <pc:sldMk cId="2437096053" sldId="260"/>
            <ac:spMk id="29" creationId="{46B9231A-B34B-4A29-A6AC-532E1EE81575}"/>
          </ac:spMkLst>
        </pc:spChg>
        <pc:picChg chg="add mod">
          <ac:chgData name="Robert de Groote" userId="2ce5265b-80a0-4fb8-a62a-8035e9b0c45a" providerId="ADAL" clId="{26C0FC0F-787E-4AFE-AA9A-4E52AC6E2AD8}" dt="2025-09-18T11:19:27.432" v="4660" actId="26606"/>
          <ac:picMkLst>
            <pc:docMk/>
            <pc:sldMk cId="2437096053" sldId="260"/>
            <ac:picMk id="7" creationId="{F3AED986-6AA8-BED2-1D40-5FD908C14230}"/>
          </ac:picMkLst>
        </pc:picChg>
        <pc:cxnChg chg="add">
          <ac:chgData name="Robert de Groote" userId="2ce5265b-80a0-4fb8-a62a-8035e9b0c45a" providerId="ADAL" clId="{26C0FC0F-787E-4AFE-AA9A-4E52AC6E2AD8}" dt="2025-09-18T11:19:27.432" v="4660" actId="26606"/>
          <ac:cxnSpMkLst>
            <pc:docMk/>
            <pc:sldMk cId="2437096053" sldId="260"/>
            <ac:cxnSpMk id="28" creationId="{118E06E4-607B-144B-382B-AD3D06B1EE8C}"/>
          </ac:cxnSpMkLst>
        </pc:cxnChg>
        <pc:cxnChg chg="add">
          <ac:chgData name="Robert de Groote" userId="2ce5265b-80a0-4fb8-a62a-8035e9b0c45a" providerId="ADAL" clId="{26C0FC0F-787E-4AFE-AA9A-4E52AC6E2AD8}" dt="2025-09-18T11:19:27.432" v="4660" actId="26606"/>
          <ac:cxnSpMkLst>
            <pc:docMk/>
            <pc:sldMk cId="2437096053" sldId="260"/>
            <ac:cxnSpMk id="30" creationId="{F0CE0765-E93C-4D37-9D5F-D464EFB10FA7}"/>
          </ac:cxnSpMkLst>
        </pc:cxnChg>
      </pc:sldChg>
      <pc:sldChg chg="modSp del mod">
        <pc:chgData name="Robert de Groote" userId="2ce5265b-80a0-4fb8-a62a-8035e9b0c45a" providerId="ADAL" clId="{26C0FC0F-787E-4AFE-AA9A-4E52AC6E2AD8}" dt="2025-09-19T12:53:30.096" v="25955" actId="47"/>
        <pc:sldMkLst>
          <pc:docMk/>
          <pc:sldMk cId="2593846471" sldId="261"/>
        </pc:sldMkLst>
      </pc:sldChg>
      <pc:sldChg chg="del">
        <pc:chgData name="Robert de Groote" userId="2ce5265b-80a0-4fb8-a62a-8035e9b0c45a" providerId="ADAL" clId="{26C0FC0F-787E-4AFE-AA9A-4E52AC6E2AD8}" dt="2025-09-17T17:48:03.353" v="4603" actId="47"/>
        <pc:sldMkLst>
          <pc:docMk/>
          <pc:sldMk cId="3021126975" sldId="265"/>
        </pc:sldMkLst>
      </pc:sldChg>
      <pc:sldChg chg="modSp del mod">
        <pc:chgData name="Robert de Groote" userId="2ce5265b-80a0-4fb8-a62a-8035e9b0c45a" providerId="ADAL" clId="{26C0FC0F-787E-4AFE-AA9A-4E52AC6E2AD8}" dt="2025-09-21T09:41:28.104" v="26541" actId="4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26C0FC0F-787E-4AFE-AA9A-4E52AC6E2AD8}" dt="2025-09-17T17:48:04.401" v="4604" actId="4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26C0FC0F-787E-4AFE-AA9A-4E52AC6E2AD8}" dt="2025-09-17T17:48:09.215" v="4607" actId="4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26C0FC0F-787E-4AFE-AA9A-4E52AC6E2AD8}" dt="2025-09-17T14:58:26.052" v="804" actId="47"/>
        <pc:sldMkLst>
          <pc:docMk/>
          <pc:sldMk cId="4230653011" sldId="273"/>
        </pc:sldMkLst>
      </pc:sldChg>
      <pc:sldChg chg="modSp add del mod">
        <pc:chgData name="Robert de Groote" userId="2ce5265b-80a0-4fb8-a62a-8035e9b0c45a" providerId="ADAL" clId="{26C0FC0F-787E-4AFE-AA9A-4E52AC6E2AD8}" dt="2025-09-21T09:41:14.600" v="26534" actId="47"/>
        <pc:sldMkLst>
          <pc:docMk/>
          <pc:sldMk cId="3657166026" sldId="274"/>
        </pc:sldMkLst>
      </pc:sldChg>
      <pc:sldChg chg="modSp add del mod">
        <pc:chgData name="Robert de Groote" userId="2ce5265b-80a0-4fb8-a62a-8035e9b0c45a" providerId="ADAL" clId="{26C0FC0F-787E-4AFE-AA9A-4E52AC6E2AD8}" dt="2025-09-21T09:41:30.099" v="26542" actId="47"/>
        <pc:sldMkLst>
          <pc:docMk/>
          <pc:sldMk cId="1598828328" sldId="275"/>
        </pc:sldMkLst>
      </pc:sldChg>
      <pc:sldChg chg="del">
        <pc:chgData name="Robert de Groote" userId="2ce5265b-80a0-4fb8-a62a-8035e9b0c45a" providerId="ADAL" clId="{26C0FC0F-787E-4AFE-AA9A-4E52AC6E2AD8}" dt="2025-09-17T17:48:20.276" v="4608" actId="47"/>
        <pc:sldMkLst>
          <pc:docMk/>
          <pc:sldMk cId="1258586967" sldId="276"/>
        </pc:sldMkLst>
      </pc:sldChg>
      <pc:sldChg chg="del">
        <pc:chgData name="Robert de Groote" userId="2ce5265b-80a0-4fb8-a62a-8035e9b0c45a" providerId="ADAL" clId="{26C0FC0F-787E-4AFE-AA9A-4E52AC6E2AD8}" dt="2025-09-17T17:48:21.074" v="4609" actId="47"/>
        <pc:sldMkLst>
          <pc:docMk/>
          <pc:sldMk cId="3755024446" sldId="277"/>
        </pc:sldMkLst>
      </pc:sldChg>
      <pc:sldChg chg="del">
        <pc:chgData name="Robert de Groote" userId="2ce5265b-80a0-4fb8-a62a-8035e9b0c45a" providerId="ADAL" clId="{26C0FC0F-787E-4AFE-AA9A-4E52AC6E2AD8}" dt="2025-09-17T17:48:21.825" v="4610" actId="47"/>
        <pc:sldMkLst>
          <pc:docMk/>
          <pc:sldMk cId="2214709890" sldId="278"/>
        </pc:sldMkLst>
      </pc:sldChg>
      <pc:sldChg chg="add del">
        <pc:chgData name="Robert de Groote" userId="2ce5265b-80a0-4fb8-a62a-8035e9b0c45a" providerId="ADAL" clId="{26C0FC0F-787E-4AFE-AA9A-4E52AC6E2AD8}" dt="2025-09-17T17:48:46.097" v="4615" actId="47"/>
        <pc:sldMkLst>
          <pc:docMk/>
          <pc:sldMk cId="2729225412" sldId="279"/>
        </pc:sldMkLst>
      </pc:sldChg>
      <pc:sldChg chg="del">
        <pc:chgData name="Robert de Groote" userId="2ce5265b-80a0-4fb8-a62a-8035e9b0c45a" providerId="ADAL" clId="{26C0FC0F-787E-4AFE-AA9A-4E52AC6E2AD8}" dt="2025-09-17T17:48:08.543" v="4606" actId="47"/>
        <pc:sldMkLst>
          <pc:docMk/>
          <pc:sldMk cId="2288260186" sldId="280"/>
        </pc:sldMkLst>
      </pc:sldChg>
      <pc:sldChg chg="del">
        <pc:chgData name="Robert de Groote" userId="2ce5265b-80a0-4fb8-a62a-8035e9b0c45a" providerId="ADAL" clId="{26C0FC0F-787E-4AFE-AA9A-4E52AC6E2AD8}" dt="2025-09-17T17:48:05.837" v="4605" actId="47"/>
        <pc:sldMkLst>
          <pc:docMk/>
          <pc:sldMk cId="942638718" sldId="28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43:50.405" v="8960" actId="47"/>
        <pc:sldMkLst>
          <pc:docMk/>
          <pc:sldMk cId="3914987431" sldId="282"/>
        </pc:sldMkLst>
      </pc:sldChg>
      <pc:sldChg chg="addSp delSp modSp add mod modAnim">
        <pc:chgData name="Robert de Groote" userId="2ce5265b-80a0-4fb8-a62a-8035e9b0c45a" providerId="ADAL" clId="{26C0FC0F-787E-4AFE-AA9A-4E52AC6E2AD8}" dt="2025-09-19T13:00:43.661" v="25987"/>
        <pc:sldMkLst>
          <pc:docMk/>
          <pc:sldMk cId="2713723776" sldId="283"/>
        </pc:sldMkLst>
        <pc:spChg chg="mod">
          <ac:chgData name="Robert de Groote" userId="2ce5265b-80a0-4fb8-a62a-8035e9b0c45a" providerId="ADAL" clId="{26C0FC0F-787E-4AFE-AA9A-4E52AC6E2AD8}" dt="2025-09-18T13:09:53.209" v="10014" actId="6549"/>
          <ac:spMkLst>
            <pc:docMk/>
            <pc:sldMk cId="2713723776" sldId="283"/>
            <ac:spMk id="2" creationId="{213B809E-86B4-42D9-E216-F3BFCC0EEEB4}"/>
          </ac:spMkLst>
        </pc:spChg>
        <pc:spChg chg="mod">
          <ac:chgData name="Robert de Groote" userId="2ce5265b-80a0-4fb8-a62a-8035e9b0c45a" providerId="ADAL" clId="{26C0FC0F-787E-4AFE-AA9A-4E52AC6E2AD8}" dt="2025-09-18T15:29:47.284" v="18023" actId="14100"/>
          <ac:spMkLst>
            <pc:docMk/>
            <pc:sldMk cId="2713723776" sldId="283"/>
            <ac:spMk id="3" creationId="{680181D1-5B48-7B17-1FA9-5FD3606CA868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4" creationId="{236B6DBF-CC17-AE91-55C2-5C6DEFE7DE48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5" creationId="{D38FAC88-474E-61AF-D515-A2289A7D086F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6" creationId="{59AF3312-986E-6892-A274-D791945A94E6}"/>
          </ac:spMkLst>
        </pc:spChg>
        <pc:spChg chg="mod">
          <ac:chgData name="Robert de Groote" userId="2ce5265b-80a0-4fb8-a62a-8035e9b0c45a" providerId="ADAL" clId="{26C0FC0F-787E-4AFE-AA9A-4E52AC6E2AD8}" dt="2025-09-18T15:26:52.142" v="17987"/>
          <ac:spMkLst>
            <pc:docMk/>
            <pc:sldMk cId="2713723776" sldId="283"/>
            <ac:spMk id="8" creationId="{6EB82180-238B-D450-F74B-E9CC64A8FAF5}"/>
          </ac:spMkLst>
        </pc:spChg>
        <pc:spChg chg="mod">
          <ac:chgData name="Robert de Groote" userId="2ce5265b-80a0-4fb8-a62a-8035e9b0c45a" providerId="ADAL" clId="{26C0FC0F-787E-4AFE-AA9A-4E52AC6E2AD8}" dt="2025-09-18T15:26:52.142" v="17987"/>
          <ac:spMkLst>
            <pc:docMk/>
            <pc:sldMk cId="2713723776" sldId="283"/>
            <ac:spMk id="9" creationId="{7EEA4B4D-34D9-E69F-A861-30A1B5DB83C6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10" creationId="{2A596A4C-8014-B65E-FB58-E699837EE26D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11" creationId="{8AB8E0CA-BFB6-0B9B-EFE8-7158C848E61E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12" creationId="{86142CF8-02C4-CA69-CA7C-FEB69AADAE98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13" creationId="{25E880AC-C910-6B20-3896-ABC95B1C7253}"/>
          </ac:spMkLst>
        </pc:spChg>
        <pc:spChg chg="add mod">
          <ac:chgData name="Robert de Groote" userId="2ce5265b-80a0-4fb8-a62a-8035e9b0c45a" providerId="ADAL" clId="{26C0FC0F-787E-4AFE-AA9A-4E52AC6E2AD8}" dt="2025-09-18T15:33:01.510" v="18279" actId="1076"/>
          <ac:spMkLst>
            <pc:docMk/>
            <pc:sldMk cId="2713723776" sldId="283"/>
            <ac:spMk id="14" creationId="{CDB3A897-9684-AA4D-EEAC-33B15C767274}"/>
          </ac:spMkLst>
        </pc:spChg>
        <pc:spChg chg="add mod">
          <ac:chgData name="Robert de Groote" userId="2ce5265b-80a0-4fb8-a62a-8035e9b0c45a" providerId="ADAL" clId="{26C0FC0F-787E-4AFE-AA9A-4E52AC6E2AD8}" dt="2025-09-18T16:44:20.427" v="18281" actId="207"/>
          <ac:spMkLst>
            <pc:docMk/>
            <pc:sldMk cId="2713723776" sldId="283"/>
            <ac:spMk id="34" creationId="{816F475A-B2E0-A63D-390D-2B61029FE6F5}"/>
          </ac:spMkLst>
        </pc:spChg>
        <pc:grpChg chg="mod">
          <ac:chgData name="Robert de Groote" userId="2ce5265b-80a0-4fb8-a62a-8035e9b0c45a" providerId="ADAL" clId="{26C0FC0F-787E-4AFE-AA9A-4E52AC6E2AD8}" dt="2025-09-18T15:26:52.382" v="18007"/>
          <ac:grpSpMkLst>
            <pc:docMk/>
            <pc:sldMk cId="2713723776" sldId="283"/>
            <ac:grpSpMk id="7" creationId="{CA6CD642-F2A1-48D8-004E-36C1A975FA36}"/>
          </ac:grpSpMkLst>
        </pc:grpChg>
        <pc:grpChg chg="mod">
          <ac:chgData name="Robert de Groote" userId="2ce5265b-80a0-4fb8-a62a-8035e9b0c45a" providerId="ADAL" clId="{26C0FC0F-787E-4AFE-AA9A-4E52AC6E2AD8}" dt="2025-09-18T15:33:01.510" v="18279" actId="1076"/>
          <ac:grpSpMkLst>
            <pc:docMk/>
            <pc:sldMk cId="2713723776" sldId="283"/>
            <ac:grpSpMk id="16" creationId="{E1176DCE-0870-7DD1-9684-6A24817C0FD2}"/>
          </ac:grpSpMkLst>
        </pc:grpChg>
        <pc:grpChg chg="mod">
          <ac:chgData name="Robert de Groote" userId="2ce5265b-80a0-4fb8-a62a-8035e9b0c45a" providerId="ADAL" clId="{26C0FC0F-787E-4AFE-AA9A-4E52AC6E2AD8}" dt="2025-09-18T15:33:01.510" v="18279" actId="1076"/>
          <ac:grpSpMkLst>
            <pc:docMk/>
            <pc:sldMk cId="2713723776" sldId="283"/>
            <ac:grpSpMk id="19" creationId="{2D1CEB5F-68C6-91E4-7B3E-2BBA6BD43A4A}"/>
          </ac:grpSpMkLst>
        </pc:grpChg>
        <pc:grpChg chg="mod">
          <ac:chgData name="Robert de Groote" userId="2ce5265b-80a0-4fb8-a62a-8035e9b0c45a" providerId="ADAL" clId="{26C0FC0F-787E-4AFE-AA9A-4E52AC6E2AD8}" dt="2025-09-18T15:26:52.385" v="18016"/>
          <ac:grpSpMkLst>
            <pc:docMk/>
            <pc:sldMk cId="2713723776" sldId="283"/>
            <ac:grpSpMk id="22" creationId="{57579EBE-B04D-61BA-EE03-847EA58D9A94}"/>
          </ac:grpSpMkLst>
        </pc:grpChg>
        <pc:grpChg chg="mod">
          <ac:chgData name="Robert de Groote" userId="2ce5265b-80a0-4fb8-a62a-8035e9b0c45a" providerId="ADAL" clId="{26C0FC0F-787E-4AFE-AA9A-4E52AC6E2AD8}" dt="2025-09-18T15:26:52.385" v="18017"/>
          <ac:grpSpMkLst>
            <pc:docMk/>
            <pc:sldMk cId="2713723776" sldId="283"/>
            <ac:grpSpMk id="25" creationId="{9FCC2CC9-B966-D9CC-BC78-A69A49173336}"/>
          </ac:grpSpMkLst>
        </pc:grpChg>
        <pc:grpChg chg="mod">
          <ac:chgData name="Robert de Groote" userId="2ce5265b-80a0-4fb8-a62a-8035e9b0c45a" providerId="ADAL" clId="{26C0FC0F-787E-4AFE-AA9A-4E52AC6E2AD8}" dt="2025-09-18T15:26:52.386" v="18018"/>
          <ac:grpSpMkLst>
            <pc:docMk/>
            <pc:sldMk cId="2713723776" sldId="283"/>
            <ac:grpSpMk id="28" creationId="{B1ED2B7C-5264-DE4D-873B-475722C49B3A}"/>
          </ac:grpSpMkLst>
        </pc:grpChg>
        <pc:grpChg chg="mod">
          <ac:chgData name="Robert de Groote" userId="2ce5265b-80a0-4fb8-a62a-8035e9b0c45a" providerId="ADAL" clId="{26C0FC0F-787E-4AFE-AA9A-4E52AC6E2AD8}" dt="2025-09-18T15:26:52.386" v="18019"/>
          <ac:grpSpMkLst>
            <pc:docMk/>
            <pc:sldMk cId="2713723776" sldId="283"/>
            <ac:grpSpMk id="31" creationId="{B95E26E1-8B70-DA9C-4CFD-A8C36020CAE1}"/>
          </ac:grpSpMkLst>
        </pc:grpChg>
        <pc:cxnChg chg="mod">
          <ac:chgData name="Robert de Groote" userId="2ce5265b-80a0-4fb8-a62a-8035e9b0c45a" providerId="ADAL" clId="{26C0FC0F-787E-4AFE-AA9A-4E52AC6E2AD8}" dt="2025-09-18T15:26:52.385" v="18013"/>
          <ac:cxnSpMkLst>
            <pc:docMk/>
            <pc:sldMk cId="2713723776" sldId="283"/>
            <ac:cxnSpMk id="15" creationId="{681C0B9F-AB08-D5B2-EF5E-7F065B9E29F9}"/>
          </ac:cxnSpMkLst>
        </pc:cxnChg>
      </pc:sldChg>
      <pc:sldChg chg="addSp modSp add mod modAnim">
        <pc:chgData name="Robert de Groote" userId="2ce5265b-80a0-4fb8-a62a-8035e9b0c45a" providerId="ADAL" clId="{26C0FC0F-787E-4AFE-AA9A-4E52AC6E2AD8}" dt="2025-09-19T13:03:56.151" v="26068"/>
        <pc:sldMkLst>
          <pc:docMk/>
          <pc:sldMk cId="4168458889" sldId="284"/>
        </pc:sldMkLst>
        <pc:spChg chg="mod">
          <ac:chgData name="Robert de Groote" userId="2ce5265b-80a0-4fb8-a62a-8035e9b0c45a" providerId="ADAL" clId="{26C0FC0F-787E-4AFE-AA9A-4E52AC6E2AD8}" dt="2025-09-18T13:09:59.455" v="10015"/>
          <ac:spMkLst>
            <pc:docMk/>
            <pc:sldMk cId="4168458889" sldId="284"/>
            <ac:spMk id="2" creationId="{C645D1E7-BDC9-09E8-291B-53E03FD5C3CC}"/>
          </ac:spMkLst>
        </pc:spChg>
        <pc:spChg chg="mod">
          <ac:chgData name="Robert de Groote" userId="2ce5265b-80a0-4fb8-a62a-8035e9b0c45a" providerId="ADAL" clId="{26C0FC0F-787E-4AFE-AA9A-4E52AC6E2AD8}" dt="2025-09-19T13:03:26.183" v="26064" actId="113"/>
          <ac:spMkLst>
            <pc:docMk/>
            <pc:sldMk cId="4168458889" sldId="284"/>
            <ac:spMk id="3" creationId="{A0CBFD85-5758-E277-50BA-155A439859E1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5" creationId="{774F81B4-CCDA-3DC5-B3B7-8562A2C58852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6" creationId="{15E3A057-7425-7E15-4FCB-A659F15CFE69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7" creationId="{DFB4B85D-7CE7-8525-9B7B-B23972EBF9F8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9" creationId="{2171565A-F607-84F0-C87F-9DB4D892FF43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10" creationId="{29F32E24-2B6D-0BB2-7AD2-176BC9867476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11" creationId="{1BED9F42-349A-6185-34F8-05469FB01416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12" creationId="{58F5E971-2095-7C1F-2199-0F1C380CF857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13" creationId="{4130377E-09E0-4B4A-0A16-684492C5E987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33" creationId="{1E1F5A62-9C3F-29A9-35D8-7457CD15E66B}"/>
          </ac:spMkLst>
        </pc:spChg>
        <pc:spChg chg="mod">
          <ac:chgData name="Robert de Groote" userId="2ce5265b-80a0-4fb8-a62a-8035e9b0c45a" providerId="ADAL" clId="{26C0FC0F-787E-4AFE-AA9A-4E52AC6E2AD8}" dt="2025-09-18T16:47:48.828" v="18296"/>
          <ac:spMkLst>
            <pc:docMk/>
            <pc:sldMk cId="4168458889" sldId="284"/>
            <ac:spMk id="34" creationId="{41A976C1-42C1-739E-690C-900309B76A88}"/>
          </ac:spMkLst>
        </pc:spChg>
        <pc:spChg chg="add mod">
          <ac:chgData name="Robert de Groote" userId="2ce5265b-80a0-4fb8-a62a-8035e9b0c45a" providerId="ADAL" clId="{26C0FC0F-787E-4AFE-AA9A-4E52AC6E2AD8}" dt="2025-09-19T13:03:33.337" v="26065" actId="14100"/>
          <ac:spMkLst>
            <pc:docMk/>
            <pc:sldMk cId="4168458889" sldId="284"/>
            <ac:spMk id="35" creationId="{A360D7EE-370E-B3C8-BBF4-5FDD683E7059}"/>
          </ac:spMkLst>
        </pc:spChg>
        <pc:grpChg chg="mod">
          <ac:chgData name="Robert de Groote" userId="2ce5265b-80a0-4fb8-a62a-8035e9b0c45a" providerId="ADAL" clId="{26C0FC0F-787E-4AFE-AA9A-4E52AC6E2AD8}" dt="2025-09-18T16:47:49.259" v="18298"/>
          <ac:grpSpMkLst>
            <pc:docMk/>
            <pc:sldMk cId="4168458889" sldId="284"/>
            <ac:grpSpMk id="4" creationId="{9BE763CF-CAB1-6290-88D3-B5C1DD5516A1}"/>
          </ac:grpSpMkLst>
        </pc:grpChg>
      </pc:sldChg>
      <pc:sldChg chg="modSp add del mod">
        <pc:chgData name="Robert de Groote" userId="2ce5265b-80a0-4fb8-a62a-8035e9b0c45a" providerId="ADAL" clId="{26C0FC0F-787E-4AFE-AA9A-4E52AC6E2AD8}" dt="2025-09-19T08:45:27.459" v="23038" actId="47"/>
        <pc:sldMkLst>
          <pc:docMk/>
          <pc:sldMk cId="2494582434" sldId="285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21T12:47:52.906" v="34970"/>
        <pc:sldMkLst>
          <pc:docMk/>
          <pc:sldMk cId="613819666" sldId="286"/>
        </pc:sldMkLst>
        <pc:spChg chg="mod">
          <ac:chgData name="Robert de Groote" userId="2ce5265b-80a0-4fb8-a62a-8035e9b0c45a" providerId="ADAL" clId="{26C0FC0F-787E-4AFE-AA9A-4E52AC6E2AD8}" dt="2025-09-19T09:12:40.984" v="23878" actId="20577"/>
          <ac:spMkLst>
            <pc:docMk/>
            <pc:sldMk cId="613819666" sldId="286"/>
            <ac:spMk id="2" creationId="{F9DFE041-2B05-5500-B524-B0013B443BCF}"/>
          </ac:spMkLst>
        </pc:spChg>
        <pc:spChg chg="mod">
          <ac:chgData name="Robert de Groote" userId="2ce5265b-80a0-4fb8-a62a-8035e9b0c45a" providerId="ADAL" clId="{26C0FC0F-787E-4AFE-AA9A-4E52AC6E2AD8}" dt="2025-09-19T09:18:04.068" v="24114" actId="14100"/>
          <ac:spMkLst>
            <pc:docMk/>
            <pc:sldMk cId="613819666" sldId="286"/>
            <ac:spMk id="3" creationId="{8059ACF2-CB28-80BA-0F44-81EE81D14BF2}"/>
          </ac:spMkLst>
        </pc:spChg>
        <pc:spChg chg="add mod">
          <ac:chgData name="Robert de Groote" userId="2ce5265b-80a0-4fb8-a62a-8035e9b0c45a" providerId="ADAL" clId="{26C0FC0F-787E-4AFE-AA9A-4E52AC6E2AD8}" dt="2025-09-19T13:38:30.212" v="26201" actId="6549"/>
          <ac:spMkLst>
            <pc:docMk/>
            <pc:sldMk cId="613819666" sldId="286"/>
            <ac:spMk id="4" creationId="{4A876B83-262D-D7D1-EE47-A51E924A69EA}"/>
          </ac:spMkLst>
        </pc:spChg>
        <pc:spChg chg="add mod topLvl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23" creationId="{378CD750-33CB-951D-279B-063A08EF1BC3}"/>
          </ac:spMkLst>
        </pc:spChg>
        <pc:spChg chg="add mod topLvl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24" creationId="{1C8B456A-D7FE-B3B7-4CA9-BC681475F8C4}"/>
          </ac:spMkLst>
        </pc:spChg>
        <pc:spChg chg="add mod ord topLvl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25" creationId="{2EE70E87-AD14-ED0A-5AC0-814F09451196}"/>
          </ac:spMkLst>
        </pc:spChg>
        <pc:spChg chg="add mod ord topLvl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26" creationId="{E1CD6668-71B0-E669-40C3-0EC2585F85CB}"/>
          </ac:spMkLst>
        </pc:spChg>
        <pc:spChg chg="add mod topLvl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27" creationId="{A9EF0D91-BF7D-66BC-86A9-6F7B45E4352F}"/>
          </ac:spMkLst>
        </pc:spChg>
        <pc:spChg chg="mod topLvl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71" creationId="{5300F1F7-EEC6-199E-D1E7-4E3ADDB2D770}"/>
          </ac:spMkLst>
        </pc:spChg>
        <pc:spChg chg="mod topLvl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72" creationId="{C5FF9CF1-B64F-CB48-83A4-FAAB0C5A8236}"/>
          </ac:spMkLst>
        </pc:spChg>
        <pc:spChg chg="mod topLvl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73" creationId="{951DD047-79A2-0422-D4E1-1D25EBC87F2C}"/>
          </ac:spMkLst>
        </pc:spChg>
        <pc:spChg chg="mod topLvl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74" creationId="{3D086307-42E1-5AE6-3FCD-C4A95BC485E1}"/>
          </ac:spMkLst>
        </pc:spChg>
        <pc:spChg chg="mod topLvl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75" creationId="{B6B032B0-FC85-3E3A-3E15-7CEBC6343D0F}"/>
          </ac:spMkLst>
        </pc:spChg>
        <pc:spChg chg="add mod ord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80" creationId="{D9873283-66D0-8972-9314-4C61E0AADDAF}"/>
          </ac:spMkLst>
        </pc:spChg>
        <pc:spChg chg="add mod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81" creationId="{303F7220-9539-37EB-E52B-95B07D98D5B1}"/>
          </ac:spMkLst>
        </pc:spChg>
        <pc:spChg chg="add mod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82" creationId="{89CE8D48-57D1-F72F-05ED-5EB20F815A0B}"/>
          </ac:spMkLst>
        </pc:spChg>
        <pc:spChg chg="add mod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83" creationId="{FE94D350-7ECE-486D-231C-3B78ACFC8C6C}"/>
          </ac:spMkLst>
        </pc:spChg>
        <pc:spChg chg="add mod ord">
          <ac:chgData name="Robert de Groote" userId="2ce5265b-80a0-4fb8-a62a-8035e9b0c45a" providerId="ADAL" clId="{26C0FC0F-787E-4AFE-AA9A-4E52AC6E2AD8}" dt="2025-09-19T09:26:21.489" v="25531" actId="164"/>
          <ac:spMkLst>
            <pc:docMk/>
            <pc:sldMk cId="613819666" sldId="286"/>
            <ac:spMk id="84" creationId="{4C1197E5-9B92-4202-1EE6-EB8F3A2C7C06}"/>
          </ac:spMkLst>
        </pc:spChg>
        <pc:spChg chg="add mod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85" creationId="{F91DB870-E849-51DA-363E-F1C7A8942427}"/>
          </ac:spMkLst>
        </pc:spChg>
        <pc:spChg chg="add mod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86" creationId="{C92FBFD9-9797-EB3A-1BE2-FA201A2F8D66}"/>
          </ac:spMkLst>
        </pc:spChg>
        <pc:spChg chg="add mod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87" creationId="{6D8DAC08-CA4A-B6A8-CFB6-67276BCEEA2A}"/>
          </ac:spMkLst>
        </pc:spChg>
        <pc:spChg chg="add mod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88" creationId="{C241842C-4B5C-4025-FE51-F5C67D8F0F76}"/>
          </ac:spMkLst>
        </pc:spChg>
        <pc:spChg chg="add mod">
          <ac:chgData name="Robert de Groote" userId="2ce5265b-80a0-4fb8-a62a-8035e9b0c45a" providerId="ADAL" clId="{26C0FC0F-787E-4AFE-AA9A-4E52AC6E2AD8}" dt="2025-09-19T09:26:24.264" v="25532" actId="164"/>
          <ac:spMkLst>
            <pc:docMk/>
            <pc:sldMk cId="613819666" sldId="286"/>
            <ac:spMk id="89" creationId="{0851ED56-F621-CD8A-7E8A-7F2187EB7DF6}"/>
          </ac:spMkLst>
        </pc:spChg>
        <pc:spChg chg="add mod">
          <ac:chgData name="Robert de Groote" userId="2ce5265b-80a0-4fb8-a62a-8035e9b0c45a" providerId="ADAL" clId="{26C0FC0F-787E-4AFE-AA9A-4E52AC6E2AD8}" dt="2025-09-19T13:40:06.281" v="26244" actId="207"/>
          <ac:spMkLst>
            <pc:docMk/>
            <pc:sldMk cId="613819666" sldId="286"/>
            <ac:spMk id="174" creationId="{45BF84AC-BE29-5305-9A86-A6877EDE899C}"/>
          </ac:spMkLst>
        </pc:spChg>
        <pc:cxnChg chg="add mod topLvl">
          <ac:chgData name="Robert de Groote" userId="2ce5265b-80a0-4fb8-a62a-8035e9b0c45a" providerId="ADAL" clId="{26C0FC0F-787E-4AFE-AA9A-4E52AC6E2AD8}" dt="2025-09-19T09:25:31.182" v="24927"/>
          <ac:cxnSpMkLst>
            <pc:docMk/>
            <pc:sldMk cId="613819666" sldId="286"/>
            <ac:cxnSpMk id="59" creationId="{92A5321F-DEBA-6262-826C-28BE5506F5D6}"/>
          </ac:cxnSpMkLst>
        </pc:cxnChg>
        <pc:cxnChg chg="add mod topLvl">
          <ac:chgData name="Robert de Groote" userId="2ce5265b-80a0-4fb8-a62a-8035e9b0c45a" providerId="ADAL" clId="{26C0FC0F-787E-4AFE-AA9A-4E52AC6E2AD8}" dt="2025-09-19T09:25:33.653" v="25211"/>
          <ac:cxnSpMkLst>
            <pc:docMk/>
            <pc:sldMk cId="613819666" sldId="286"/>
            <ac:cxnSpMk id="60" creationId="{79D8620B-CD7E-4357-29F2-01765AC49B46}"/>
          </ac:cxnSpMkLst>
        </pc:cxnChg>
        <pc:cxnChg chg="add mod topLvl">
          <ac:chgData name="Robert de Groote" userId="2ce5265b-80a0-4fb8-a62a-8035e9b0c45a" providerId="ADAL" clId="{26C0FC0F-787E-4AFE-AA9A-4E52AC6E2AD8}" dt="2025-09-19T09:25:28.403" v="24793"/>
          <ac:cxnSpMkLst>
            <pc:docMk/>
            <pc:sldMk cId="613819666" sldId="286"/>
            <ac:cxnSpMk id="61" creationId="{DF673371-07C0-6E78-D369-C579496DECBF}"/>
          </ac:cxnSpMkLst>
        </pc:cxnChg>
        <pc:cxnChg chg="add mod topLvl">
          <ac:chgData name="Robert de Groote" userId="2ce5265b-80a0-4fb8-a62a-8035e9b0c45a" providerId="ADAL" clId="{26C0FC0F-787E-4AFE-AA9A-4E52AC6E2AD8}" dt="2025-09-19T09:25:28.403" v="24793"/>
          <ac:cxnSpMkLst>
            <pc:docMk/>
            <pc:sldMk cId="613819666" sldId="286"/>
            <ac:cxnSpMk id="62" creationId="{D1797E05-B476-AA11-C2BE-EB86449EDE29}"/>
          </ac:cxnSpMkLst>
        </pc:cxnChg>
        <pc:cxnChg chg="mod topLvl">
          <ac:chgData name="Robert de Groote" userId="2ce5265b-80a0-4fb8-a62a-8035e9b0c45a" providerId="ADAL" clId="{26C0FC0F-787E-4AFE-AA9A-4E52AC6E2AD8}" dt="2025-09-19T09:25:47.418" v="25397"/>
          <ac:cxnSpMkLst>
            <pc:docMk/>
            <pc:sldMk cId="613819666" sldId="286"/>
            <ac:cxnSpMk id="76" creationId="{63FF75C7-4B7E-F4DF-8B83-90FB3560CF0A}"/>
          </ac:cxnSpMkLst>
        </pc:cxnChg>
        <pc:cxnChg chg="mod topLvl">
          <ac:chgData name="Robert de Groote" userId="2ce5265b-80a0-4fb8-a62a-8035e9b0c45a" providerId="ADAL" clId="{26C0FC0F-787E-4AFE-AA9A-4E52AC6E2AD8}" dt="2025-09-19T09:25:43.825" v="25335"/>
          <ac:cxnSpMkLst>
            <pc:docMk/>
            <pc:sldMk cId="613819666" sldId="286"/>
            <ac:cxnSpMk id="77" creationId="{36DF4057-7D89-0277-CDDC-8096B1D8896C}"/>
          </ac:cxnSpMkLst>
        </pc:cxnChg>
        <pc:cxnChg chg="mod topLvl">
          <ac:chgData name="Robert de Groote" userId="2ce5265b-80a0-4fb8-a62a-8035e9b0c45a" providerId="ADAL" clId="{26C0FC0F-787E-4AFE-AA9A-4E52AC6E2AD8}" dt="2025-09-19T09:25:52.326" v="25459"/>
          <ac:cxnSpMkLst>
            <pc:docMk/>
            <pc:sldMk cId="613819666" sldId="286"/>
            <ac:cxnSpMk id="78" creationId="{8128DBF1-5A6A-A985-45C8-AB961FD79207}"/>
          </ac:cxnSpMkLst>
        </pc:cxnChg>
        <pc:cxnChg chg="mod topLvl">
          <ac:chgData name="Robert de Groote" userId="2ce5265b-80a0-4fb8-a62a-8035e9b0c45a" providerId="ADAL" clId="{26C0FC0F-787E-4AFE-AA9A-4E52AC6E2AD8}" dt="2025-09-19T09:25:55.292" v="25521"/>
          <ac:cxnSpMkLst>
            <pc:docMk/>
            <pc:sldMk cId="613819666" sldId="286"/>
            <ac:cxnSpMk id="79" creationId="{9B2693D9-CF76-2D34-8E02-26257C65459E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18T15:00:59.521" v="16143"/>
        <pc:sldMkLst>
          <pc:docMk/>
          <pc:sldMk cId="2283501042" sldId="287"/>
        </pc:sldMkLst>
        <pc:spChg chg="mod">
          <ac:chgData name="Robert de Groote" userId="2ce5265b-80a0-4fb8-a62a-8035e9b0c45a" providerId="ADAL" clId="{26C0FC0F-787E-4AFE-AA9A-4E52AC6E2AD8}" dt="2025-09-17T15:19:57.714" v="1859" actId="20577"/>
          <ac:spMkLst>
            <pc:docMk/>
            <pc:sldMk cId="2283501042" sldId="287"/>
            <ac:spMk id="2" creationId="{BE3EE781-DEAE-8D22-CFEA-92B728D80C8A}"/>
          </ac:spMkLst>
        </pc:spChg>
        <pc:spChg chg="mod">
          <ac:chgData name="Robert de Groote" userId="2ce5265b-80a0-4fb8-a62a-8035e9b0c45a" providerId="ADAL" clId="{26C0FC0F-787E-4AFE-AA9A-4E52AC6E2AD8}" dt="2025-09-18T15:00:08.400" v="16133" actId="113"/>
          <ac:spMkLst>
            <pc:docMk/>
            <pc:sldMk cId="2283501042" sldId="287"/>
            <ac:spMk id="3" creationId="{EE939A0F-76A6-515B-9781-4EB362811A5A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53" creationId="{AD344D08-3DAC-CA2F-664A-9EFD101118A1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55" creationId="{F2B802CC-4174-E1CC-F41E-BEC88432AE8C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58" creationId="{B88CAF1C-F60D-4BFD-5A84-A685242C20EC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61" creationId="{8A59E553-C221-222A-5408-80A71BA4C6C4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62" creationId="{F7E864BF-5721-371E-003F-BDF045B290A2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64" creationId="{DA9D9D8A-4514-BD4F-6B4D-E230536D2701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65" creationId="{F5DB96F7-0312-486E-2D09-76F2114C035D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68" creationId="{83882AFB-9668-86B8-15B7-5452B75D5555}"/>
          </ac:spMkLst>
        </pc:spChg>
        <pc:spChg chg="mod topLvl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70" creationId="{1CCEE320-0065-FDC9-EA4D-E98E349CB7A9}"/>
          </ac:spMkLst>
        </pc:spChg>
        <pc:spChg chg="mod">
          <ac:chgData name="Robert de Groote" userId="2ce5265b-80a0-4fb8-a62a-8035e9b0c45a" providerId="ADAL" clId="{26C0FC0F-787E-4AFE-AA9A-4E52AC6E2AD8}" dt="2025-09-18T14:54:06.579" v="15974"/>
          <ac:spMkLst>
            <pc:docMk/>
            <pc:sldMk cId="2283501042" sldId="287"/>
            <ac:spMk id="74" creationId="{3245B334-FEA9-9226-A289-EAAAE11AAA56}"/>
          </ac:spMkLst>
        </pc:spChg>
        <pc:spChg chg="add mod">
          <ac:chgData name="Robert de Groote" userId="2ce5265b-80a0-4fb8-a62a-8035e9b0c45a" providerId="ADAL" clId="{26C0FC0F-787E-4AFE-AA9A-4E52AC6E2AD8}" dt="2025-09-18T14:54:24.443" v="15979" actId="164"/>
          <ac:spMkLst>
            <pc:docMk/>
            <pc:sldMk cId="2283501042" sldId="287"/>
            <ac:spMk id="75" creationId="{751AC493-86CD-427F-0A4C-93BAF2761F63}"/>
          </ac:spMkLst>
        </pc:spChg>
        <pc:spChg chg="add mod">
          <ac:chgData name="Robert de Groote" userId="2ce5265b-80a0-4fb8-a62a-8035e9b0c45a" providerId="ADAL" clId="{26C0FC0F-787E-4AFE-AA9A-4E52AC6E2AD8}" dt="2025-09-18T14:55:54.871" v="16016" actId="164"/>
          <ac:spMkLst>
            <pc:docMk/>
            <pc:sldMk cId="2283501042" sldId="287"/>
            <ac:spMk id="77" creationId="{3FF75CF2-DE0C-9DBE-8891-9F5A9F0E4714}"/>
          </ac:spMkLst>
        </pc:spChg>
        <pc:spChg chg="add mod">
          <ac:chgData name="Robert de Groote" userId="2ce5265b-80a0-4fb8-a62a-8035e9b0c45a" providerId="ADAL" clId="{26C0FC0F-787E-4AFE-AA9A-4E52AC6E2AD8}" dt="2025-09-18T14:59:28.071" v="16119" actId="2711"/>
          <ac:spMkLst>
            <pc:docMk/>
            <pc:sldMk cId="2283501042" sldId="287"/>
            <ac:spMk id="78" creationId="{B178E565-F9E4-4121-0C11-128CE78250BB}"/>
          </ac:spMkLst>
        </pc:spChg>
        <pc:grpChg chg="mod">
          <ac:chgData name="Robert de Groote" userId="2ce5265b-80a0-4fb8-a62a-8035e9b0c45a" providerId="ADAL" clId="{26C0FC0F-787E-4AFE-AA9A-4E52AC6E2AD8}" dt="2025-09-18T14:57:51.184" v="16105" actId="1076"/>
          <ac:grpSpMkLst>
            <pc:docMk/>
            <pc:sldMk cId="2283501042" sldId="287"/>
            <ac:grpSpMk id="76" creationId="{786A9F9F-EE6F-6225-3184-CAFA38BD68BA}"/>
          </ac:grpSpMkLst>
        </pc:grpChg>
        <pc:grpChg chg="add mod">
          <ac:chgData name="Robert de Groote" userId="2ce5265b-80a0-4fb8-a62a-8035e9b0c45a" providerId="ADAL" clId="{26C0FC0F-787E-4AFE-AA9A-4E52AC6E2AD8}" dt="2025-09-18T14:59:21.798" v="16118" actId="1076"/>
          <ac:grpSpMkLst>
            <pc:docMk/>
            <pc:sldMk cId="2283501042" sldId="287"/>
            <ac:grpSpMk id="81" creationId="{75D61076-BEB3-6D02-F0F3-FFCFE6CD7C60}"/>
          </ac:grpSpMkLst>
        </pc:grpChg>
      </pc:sldChg>
      <pc:sldChg chg="addSp delSp modSp add mod addAnim delAnim modAnim">
        <pc:chgData name="Robert de Groote" userId="2ce5265b-80a0-4fb8-a62a-8035e9b0c45a" providerId="ADAL" clId="{26C0FC0F-787E-4AFE-AA9A-4E52AC6E2AD8}" dt="2025-09-21T12:23:10.110" v="34576"/>
        <pc:sldMkLst>
          <pc:docMk/>
          <pc:sldMk cId="2799843916" sldId="288"/>
        </pc:sldMkLst>
        <pc:spChg chg="mod">
          <ac:chgData name="Robert de Groote" userId="2ce5265b-80a0-4fb8-a62a-8035e9b0c45a" providerId="ADAL" clId="{26C0FC0F-787E-4AFE-AA9A-4E52AC6E2AD8}" dt="2025-09-18T11:20:24.639" v="4725" actId="113"/>
          <ac:spMkLst>
            <pc:docMk/>
            <pc:sldMk cId="2799843916" sldId="288"/>
            <ac:spMk id="3" creationId="{E5455DFC-2182-28D2-4F5B-B641E712F4A2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4" creationId="{C8BE0885-1C03-0BF3-B2CB-655FF936F882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5" creationId="{48A4E177-7590-F13E-C4B6-557110C14526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6" creationId="{497F6435-33B3-8B13-2E19-FC4B9FB5E750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7" creationId="{2F56FC02-CE57-6B49-7071-BAFFDBE252B4}"/>
          </ac:spMkLst>
        </pc:spChg>
        <pc:spChg chg="add mod topLvl">
          <ac:chgData name="Robert de Groote" userId="2ce5265b-80a0-4fb8-a62a-8035e9b0c45a" providerId="ADAL" clId="{26C0FC0F-787E-4AFE-AA9A-4E52AC6E2AD8}" dt="2025-09-18T11:26:38.490" v="4838" actId="165"/>
          <ac:spMkLst>
            <pc:docMk/>
            <pc:sldMk cId="2799843916" sldId="288"/>
            <ac:spMk id="8" creationId="{748FB972-316F-2F0B-06FF-A16254DECA8D}"/>
          </ac:spMkLst>
        </pc:spChg>
        <pc:spChg chg="add mod topLvl">
          <ac:chgData name="Robert de Groote" userId="2ce5265b-80a0-4fb8-a62a-8035e9b0c45a" providerId="ADAL" clId="{26C0FC0F-787E-4AFE-AA9A-4E52AC6E2AD8}" dt="2025-09-18T11:26:38.490" v="4838" actId="165"/>
          <ac:spMkLst>
            <pc:docMk/>
            <pc:sldMk cId="2799843916" sldId="288"/>
            <ac:spMk id="9" creationId="{16811FF1-D00A-86AD-EED0-A940BB201355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10" creationId="{82DD4D79-0EA0-30A7-A853-2936EC0E98F8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11" creationId="{8A7A385C-17F1-4F59-6B15-473261E03EC9}"/>
          </ac:spMkLst>
        </pc:spChg>
        <pc:spChg chg="add mod topLvl">
          <ac:chgData name="Robert de Groote" userId="2ce5265b-80a0-4fb8-a62a-8035e9b0c45a" providerId="ADAL" clId="{26C0FC0F-787E-4AFE-AA9A-4E52AC6E2AD8}" dt="2025-09-17T16:13:50.962" v="2142" actId="165"/>
          <ac:spMkLst>
            <pc:docMk/>
            <pc:sldMk cId="2799843916" sldId="288"/>
            <ac:spMk id="12" creationId="{ECC26507-BE8C-C1E3-31D0-1C4827826583}"/>
          </ac:spMkLst>
        </pc:spChg>
        <pc:spChg chg="add mod">
          <ac:chgData name="Robert de Groote" userId="2ce5265b-80a0-4fb8-a62a-8035e9b0c45a" providerId="ADAL" clId="{26C0FC0F-787E-4AFE-AA9A-4E52AC6E2AD8}" dt="2025-09-18T11:24:57.991" v="4819" actId="14100"/>
          <ac:spMkLst>
            <pc:docMk/>
            <pc:sldMk cId="2799843916" sldId="288"/>
            <ac:spMk id="14" creationId="{42256A74-1882-DEDD-57FD-F32E527CACF3}"/>
          </ac:spMkLst>
        </pc:spChg>
        <pc:cxnChg chg="add mod topLvl">
          <ac:chgData name="Robert de Groote" userId="2ce5265b-80a0-4fb8-a62a-8035e9b0c45a" providerId="ADAL" clId="{26C0FC0F-787E-4AFE-AA9A-4E52AC6E2AD8}" dt="2025-09-17T17:41:23.586" v="4064" actId="165"/>
          <ac:cxnSpMkLst>
            <pc:docMk/>
            <pc:sldMk cId="2799843916" sldId="288"/>
            <ac:cxnSpMk id="42" creationId="{0748FE7F-543E-B9F4-17B8-E135F77365E6}"/>
          </ac:cxnSpMkLst>
        </pc:cxnChg>
        <pc:cxnChg chg="add mod topLvl">
          <ac:chgData name="Robert de Groote" userId="2ce5265b-80a0-4fb8-a62a-8035e9b0c45a" providerId="ADAL" clId="{26C0FC0F-787E-4AFE-AA9A-4E52AC6E2AD8}" dt="2025-09-17T17:41:23.586" v="4064" actId="165"/>
          <ac:cxnSpMkLst>
            <pc:docMk/>
            <pc:sldMk cId="2799843916" sldId="288"/>
            <ac:cxnSpMk id="43" creationId="{81C9FB26-9DD4-11A0-3D3A-59BAF5D0B0E4}"/>
          </ac:cxnSpMkLst>
        </pc:cxnChg>
        <pc:cxnChg chg="add mod topLvl">
          <ac:chgData name="Robert de Groote" userId="2ce5265b-80a0-4fb8-a62a-8035e9b0c45a" providerId="ADAL" clId="{26C0FC0F-787E-4AFE-AA9A-4E52AC6E2AD8}" dt="2025-09-17T17:41:23.586" v="4064" actId="165"/>
          <ac:cxnSpMkLst>
            <pc:docMk/>
            <pc:sldMk cId="2799843916" sldId="288"/>
            <ac:cxnSpMk id="46" creationId="{C10EB561-5D6E-945A-809C-30D6EA969F59}"/>
          </ac:cxnSpMkLst>
        </pc:cxnChg>
        <pc:cxnChg chg="add mod topLvl">
          <ac:chgData name="Robert de Groote" userId="2ce5265b-80a0-4fb8-a62a-8035e9b0c45a" providerId="ADAL" clId="{26C0FC0F-787E-4AFE-AA9A-4E52AC6E2AD8}" dt="2025-09-17T17:41:23.586" v="4064" actId="165"/>
          <ac:cxnSpMkLst>
            <pc:docMk/>
            <pc:sldMk cId="2799843916" sldId="288"/>
            <ac:cxnSpMk id="47" creationId="{31F449D4-56BB-4F5E-543A-94B0B79565DD}"/>
          </ac:cxnSpMkLst>
        </pc:cxnChg>
        <pc:cxnChg chg="add mod topLvl">
          <ac:chgData name="Robert de Groote" userId="2ce5265b-80a0-4fb8-a62a-8035e9b0c45a" providerId="ADAL" clId="{26C0FC0F-787E-4AFE-AA9A-4E52AC6E2AD8}" dt="2025-09-17T17:41:23.586" v="4064" actId="165"/>
          <ac:cxnSpMkLst>
            <pc:docMk/>
            <pc:sldMk cId="2799843916" sldId="288"/>
            <ac:cxnSpMk id="48" creationId="{F6D08040-FAC2-9DC3-4A09-927D506CF747}"/>
          </ac:cxnSpMkLst>
        </pc:cxnChg>
        <pc:cxnChg chg="add mod topLvl">
          <ac:chgData name="Robert de Groote" userId="2ce5265b-80a0-4fb8-a62a-8035e9b0c45a" providerId="ADAL" clId="{26C0FC0F-787E-4AFE-AA9A-4E52AC6E2AD8}" dt="2025-09-17T17:41:23.586" v="4064" actId="165"/>
          <ac:cxnSpMkLst>
            <pc:docMk/>
            <pc:sldMk cId="2799843916" sldId="288"/>
            <ac:cxnSpMk id="49" creationId="{5DDD3E24-8D99-FA95-9E5A-31E01D5858EE}"/>
          </ac:cxnSpMkLst>
        </pc:cxnChg>
      </pc:sldChg>
      <pc:sldChg chg="modSp add del mod">
        <pc:chgData name="Robert de Groote" userId="2ce5265b-80a0-4fb8-a62a-8035e9b0c45a" providerId="ADAL" clId="{26C0FC0F-787E-4AFE-AA9A-4E52AC6E2AD8}" dt="2025-09-18T12:43:57.610" v="8962" actId="47"/>
        <pc:sldMkLst>
          <pc:docMk/>
          <pc:sldMk cId="197997870" sldId="289"/>
        </pc:sldMkLst>
      </pc:sldChg>
      <pc:sldChg chg="modSp add del mod">
        <pc:chgData name="Robert de Groote" userId="2ce5265b-80a0-4fb8-a62a-8035e9b0c45a" providerId="ADAL" clId="{26C0FC0F-787E-4AFE-AA9A-4E52AC6E2AD8}" dt="2025-09-18T14:29:46.582" v="13870" actId="47"/>
        <pc:sldMkLst>
          <pc:docMk/>
          <pc:sldMk cId="2009157358" sldId="290"/>
        </pc:sldMkLst>
      </pc:sldChg>
      <pc:sldChg chg="addSp modSp add mod modTransition modAnim">
        <pc:chgData name="Robert de Groote" userId="2ce5265b-80a0-4fb8-a62a-8035e9b0c45a" providerId="ADAL" clId="{26C0FC0F-787E-4AFE-AA9A-4E52AC6E2AD8}" dt="2025-09-21T12:28:08.542" v="34601"/>
        <pc:sldMkLst>
          <pc:docMk/>
          <pc:sldMk cId="1850556459" sldId="291"/>
        </pc:sldMkLst>
        <pc:spChg chg="mod">
          <ac:chgData name="Robert de Groote" userId="2ce5265b-80a0-4fb8-a62a-8035e9b0c45a" providerId="ADAL" clId="{26C0FC0F-787E-4AFE-AA9A-4E52AC6E2AD8}" dt="2025-09-21T12:26:30.823" v="34593" actId="20577"/>
          <ac:spMkLst>
            <pc:docMk/>
            <pc:sldMk cId="1850556459" sldId="291"/>
            <ac:spMk id="2" creationId="{4084489E-153E-E710-8C91-7C10466848E5}"/>
          </ac:spMkLst>
        </pc:spChg>
        <pc:spChg chg="mod">
          <ac:chgData name="Robert de Groote" userId="2ce5265b-80a0-4fb8-a62a-8035e9b0c45a" providerId="ADAL" clId="{26C0FC0F-787E-4AFE-AA9A-4E52AC6E2AD8}" dt="2025-09-19T12:56:03.682" v="25958" actId="15"/>
          <ac:spMkLst>
            <pc:docMk/>
            <pc:sldMk cId="1850556459" sldId="291"/>
            <ac:spMk id="3" creationId="{47742275-3895-4C2D-9222-942C08EF31DA}"/>
          </ac:spMkLst>
        </pc:spChg>
        <pc:spChg chg="add mod">
          <ac:chgData name="Robert de Groote" userId="2ce5265b-80a0-4fb8-a62a-8035e9b0c45a" providerId="ADAL" clId="{26C0FC0F-787E-4AFE-AA9A-4E52AC6E2AD8}" dt="2025-09-18T12:47:58.409" v="9139" actId="1076"/>
          <ac:spMkLst>
            <pc:docMk/>
            <pc:sldMk cId="1850556459" sldId="291"/>
            <ac:spMk id="4" creationId="{B811AECB-B397-2D47-2BF3-43DA1AD61CF1}"/>
          </ac:spMkLst>
        </pc:spChg>
        <pc:spChg chg="add mod">
          <ac:chgData name="Robert de Groote" userId="2ce5265b-80a0-4fb8-a62a-8035e9b0c45a" providerId="ADAL" clId="{26C0FC0F-787E-4AFE-AA9A-4E52AC6E2AD8}" dt="2025-09-18T12:49:46.993" v="9363"/>
          <ac:spMkLst>
            <pc:docMk/>
            <pc:sldMk cId="1850556459" sldId="291"/>
            <ac:spMk id="5" creationId="{9B2F452F-599C-80A8-EEB1-37F4670F8EA5}"/>
          </ac:spMkLst>
        </pc:spChg>
        <pc:spChg chg="add mod">
          <ac:chgData name="Robert de Groote" userId="2ce5265b-80a0-4fb8-a62a-8035e9b0c45a" providerId="ADAL" clId="{26C0FC0F-787E-4AFE-AA9A-4E52AC6E2AD8}" dt="2025-09-18T12:49:46.993" v="9364"/>
          <ac:spMkLst>
            <pc:docMk/>
            <pc:sldMk cId="1850556459" sldId="291"/>
            <ac:spMk id="6" creationId="{B2ADAA01-A38C-D51A-5DEC-387487EA7C46}"/>
          </ac:spMkLst>
        </pc:spChg>
        <pc:spChg chg="add mod">
          <ac:chgData name="Robert de Groote" userId="2ce5265b-80a0-4fb8-a62a-8035e9b0c45a" providerId="ADAL" clId="{26C0FC0F-787E-4AFE-AA9A-4E52AC6E2AD8}" dt="2025-09-18T12:49:46.994" v="9365"/>
          <ac:spMkLst>
            <pc:docMk/>
            <pc:sldMk cId="1850556459" sldId="291"/>
            <ac:spMk id="7" creationId="{5D73429E-630F-B892-3449-5A65BE0EA084}"/>
          </ac:spMkLst>
        </pc:spChg>
        <pc:spChg chg="mod">
          <ac:chgData name="Robert de Groote" userId="2ce5265b-80a0-4fb8-a62a-8035e9b0c45a" providerId="ADAL" clId="{26C0FC0F-787E-4AFE-AA9A-4E52AC6E2AD8}" dt="2025-09-18T12:49:46.919" v="9348"/>
          <ac:spMkLst>
            <pc:docMk/>
            <pc:sldMk cId="1850556459" sldId="291"/>
            <ac:spMk id="15" creationId="{A4FB0028-F50D-80A0-A754-B5E7381721F8}"/>
          </ac:spMkLst>
        </pc:spChg>
        <pc:spChg chg="mod">
          <ac:chgData name="Robert de Groote" userId="2ce5265b-80a0-4fb8-a62a-8035e9b0c45a" providerId="ADAL" clId="{26C0FC0F-787E-4AFE-AA9A-4E52AC6E2AD8}" dt="2025-09-18T12:49:46.919" v="9348"/>
          <ac:spMkLst>
            <pc:docMk/>
            <pc:sldMk cId="1850556459" sldId="291"/>
            <ac:spMk id="16" creationId="{1A5A036D-AD17-BDBB-FCDB-055A61B34426}"/>
          </ac:spMkLst>
        </pc:spChg>
        <pc:spChg chg="add mod">
          <ac:chgData name="Robert de Groote" userId="2ce5265b-80a0-4fb8-a62a-8035e9b0c45a" providerId="ADAL" clId="{26C0FC0F-787E-4AFE-AA9A-4E52AC6E2AD8}" dt="2025-09-18T12:49:46.996" v="9373"/>
          <ac:spMkLst>
            <pc:docMk/>
            <pc:sldMk cId="1850556459" sldId="291"/>
            <ac:spMk id="17" creationId="{E698B860-BE4A-74F4-5D1F-4611BCBF6647}"/>
          </ac:spMkLst>
        </pc:spChg>
        <pc:spChg chg="add mod">
          <ac:chgData name="Robert de Groote" userId="2ce5265b-80a0-4fb8-a62a-8035e9b0c45a" providerId="ADAL" clId="{26C0FC0F-787E-4AFE-AA9A-4E52AC6E2AD8}" dt="2025-09-18T12:49:46.996" v="9374"/>
          <ac:spMkLst>
            <pc:docMk/>
            <pc:sldMk cId="1850556459" sldId="291"/>
            <ac:spMk id="18" creationId="{0A917DDC-4BA5-7A33-9313-1F690D84E76C}"/>
          </ac:spMkLst>
        </pc:spChg>
        <pc:spChg chg="add mod">
          <ac:chgData name="Robert de Groote" userId="2ce5265b-80a0-4fb8-a62a-8035e9b0c45a" providerId="ADAL" clId="{26C0FC0F-787E-4AFE-AA9A-4E52AC6E2AD8}" dt="2025-09-18T12:49:46.996" v="9375"/>
          <ac:spMkLst>
            <pc:docMk/>
            <pc:sldMk cId="1850556459" sldId="291"/>
            <ac:spMk id="19" creationId="{7BF300D2-363F-3145-233F-F85AB97454AE}"/>
          </ac:spMkLst>
        </pc:spChg>
        <pc:spChg chg="add mod">
          <ac:chgData name="Robert de Groote" userId="2ce5265b-80a0-4fb8-a62a-8035e9b0c45a" providerId="ADAL" clId="{26C0FC0F-787E-4AFE-AA9A-4E52AC6E2AD8}" dt="2025-09-18T12:49:46.997" v="9376"/>
          <ac:spMkLst>
            <pc:docMk/>
            <pc:sldMk cId="1850556459" sldId="291"/>
            <ac:spMk id="20" creationId="{F9C6698D-2C58-0C40-FA6D-101481D43645}"/>
          </ac:spMkLst>
        </pc:spChg>
        <pc:grpChg chg="add mod">
          <ac:chgData name="Robert de Groote" userId="2ce5265b-80a0-4fb8-a62a-8035e9b0c45a" providerId="ADAL" clId="{26C0FC0F-787E-4AFE-AA9A-4E52AC6E2AD8}" dt="2025-09-18T12:49:46.995" v="9372"/>
          <ac:grpSpMkLst>
            <pc:docMk/>
            <pc:sldMk cId="1850556459" sldId="291"/>
            <ac:grpSpMk id="14" creationId="{46CC7BA4-F6FB-C871-52A7-C1E9C611D855}"/>
          </ac:grpSpMkLst>
        </pc:grpChg>
        <pc:cxnChg chg="mod">
          <ac:chgData name="Robert de Groote" userId="2ce5265b-80a0-4fb8-a62a-8035e9b0c45a" providerId="ADAL" clId="{26C0FC0F-787E-4AFE-AA9A-4E52AC6E2AD8}" dt="2025-09-18T12:49:46.994" v="9366"/>
          <ac:cxnSpMkLst>
            <pc:docMk/>
            <pc:sldMk cId="1850556459" sldId="291"/>
            <ac:cxnSpMk id="8" creationId="{917614AE-8C11-4DD2-48FD-158038704022}"/>
          </ac:cxnSpMkLst>
        </pc:cxnChg>
        <pc:cxnChg chg="mod">
          <ac:chgData name="Robert de Groote" userId="2ce5265b-80a0-4fb8-a62a-8035e9b0c45a" providerId="ADAL" clId="{26C0FC0F-787E-4AFE-AA9A-4E52AC6E2AD8}" dt="2025-09-18T12:49:46.994" v="9367"/>
          <ac:cxnSpMkLst>
            <pc:docMk/>
            <pc:sldMk cId="1850556459" sldId="291"/>
            <ac:cxnSpMk id="9" creationId="{A1A8958A-8C9C-B1DC-DE68-410BC65917A5}"/>
          </ac:cxnSpMkLst>
        </pc:cxnChg>
        <pc:cxnChg chg="mod">
          <ac:chgData name="Robert de Groote" userId="2ce5265b-80a0-4fb8-a62a-8035e9b0c45a" providerId="ADAL" clId="{26C0FC0F-787E-4AFE-AA9A-4E52AC6E2AD8}" dt="2025-09-18T12:49:46.994" v="9368"/>
          <ac:cxnSpMkLst>
            <pc:docMk/>
            <pc:sldMk cId="1850556459" sldId="291"/>
            <ac:cxnSpMk id="10" creationId="{36487691-42A4-9498-773E-6CB9A40CE1A8}"/>
          </ac:cxnSpMkLst>
        </pc:cxnChg>
        <pc:cxnChg chg="mod">
          <ac:chgData name="Robert de Groote" userId="2ce5265b-80a0-4fb8-a62a-8035e9b0c45a" providerId="ADAL" clId="{26C0FC0F-787E-4AFE-AA9A-4E52AC6E2AD8}" dt="2025-09-18T12:49:46.995" v="9369"/>
          <ac:cxnSpMkLst>
            <pc:docMk/>
            <pc:sldMk cId="1850556459" sldId="291"/>
            <ac:cxnSpMk id="11" creationId="{5057ED68-121F-89B7-BC4D-F264BD93587B}"/>
          </ac:cxnSpMkLst>
        </pc:cxnChg>
        <pc:cxnChg chg="mod">
          <ac:chgData name="Robert de Groote" userId="2ce5265b-80a0-4fb8-a62a-8035e9b0c45a" providerId="ADAL" clId="{26C0FC0F-787E-4AFE-AA9A-4E52AC6E2AD8}" dt="2025-09-18T12:49:46.995" v="9370"/>
          <ac:cxnSpMkLst>
            <pc:docMk/>
            <pc:sldMk cId="1850556459" sldId="291"/>
            <ac:cxnSpMk id="12" creationId="{F1FC888E-C303-99C3-CE8D-DC783986DC8E}"/>
          </ac:cxnSpMkLst>
        </pc:cxnChg>
        <pc:cxnChg chg="mod">
          <ac:chgData name="Robert de Groote" userId="2ce5265b-80a0-4fb8-a62a-8035e9b0c45a" providerId="ADAL" clId="{26C0FC0F-787E-4AFE-AA9A-4E52AC6E2AD8}" dt="2025-09-18T12:49:46.995" v="9371"/>
          <ac:cxnSpMkLst>
            <pc:docMk/>
            <pc:sldMk cId="1850556459" sldId="291"/>
            <ac:cxnSpMk id="13" creationId="{4421A2CD-A426-E70C-FB24-FBEB1FDD8804}"/>
          </ac:cxnSpMkLst>
        </pc:cxnChg>
      </pc:sldChg>
      <pc:sldChg chg="modSp add del mod">
        <pc:chgData name="Robert de Groote" userId="2ce5265b-80a0-4fb8-a62a-8035e9b0c45a" providerId="ADAL" clId="{26C0FC0F-787E-4AFE-AA9A-4E52AC6E2AD8}" dt="2025-09-18T14:29:48.472" v="13871" actId="47"/>
        <pc:sldMkLst>
          <pc:docMk/>
          <pc:sldMk cId="4090434141" sldId="292"/>
        </pc:sldMkLst>
      </pc:sldChg>
      <pc:sldChg chg="addSp delSp modSp add mod delAnim modAnim">
        <pc:chgData name="Robert de Groote" userId="2ce5265b-80a0-4fb8-a62a-8035e9b0c45a" providerId="ADAL" clId="{26C0FC0F-787E-4AFE-AA9A-4E52AC6E2AD8}" dt="2025-09-21T12:41:08.630" v="34875" actId="20577"/>
        <pc:sldMkLst>
          <pc:docMk/>
          <pc:sldMk cId="874727719" sldId="293"/>
        </pc:sldMkLst>
        <pc:spChg chg="mod">
          <ac:chgData name="Robert de Groote" userId="2ce5265b-80a0-4fb8-a62a-8035e9b0c45a" providerId="ADAL" clId="{26C0FC0F-787E-4AFE-AA9A-4E52AC6E2AD8}" dt="2025-09-17T16:30:33.513" v="2767" actId="20577"/>
          <ac:spMkLst>
            <pc:docMk/>
            <pc:sldMk cId="874727719" sldId="293"/>
            <ac:spMk id="2" creationId="{8325A6D8-9B1C-6EA6-710C-25F973AE1F65}"/>
          </ac:spMkLst>
        </pc:spChg>
        <pc:spChg chg="mod">
          <ac:chgData name="Robert de Groote" userId="2ce5265b-80a0-4fb8-a62a-8035e9b0c45a" providerId="ADAL" clId="{26C0FC0F-787E-4AFE-AA9A-4E52AC6E2AD8}" dt="2025-09-21T12:41:08.630" v="34875" actId="20577"/>
          <ac:spMkLst>
            <pc:docMk/>
            <pc:sldMk cId="874727719" sldId="293"/>
            <ac:spMk id="3" creationId="{84AACC90-4353-9C87-A900-AF223134223C}"/>
          </ac:spMkLst>
        </pc:spChg>
        <pc:spChg chg="del mod ord">
          <ac:chgData name="Robert de Groote" userId="2ce5265b-80a0-4fb8-a62a-8035e9b0c45a" providerId="ADAL" clId="{26C0FC0F-787E-4AFE-AA9A-4E52AC6E2AD8}" dt="2025-09-21T12:04:47.824" v="33989" actId="478"/>
          <ac:spMkLst>
            <pc:docMk/>
            <pc:sldMk cId="874727719" sldId="293"/>
            <ac:spMk id="7" creationId="{F90570D5-6998-D765-E36A-8B5ECD051AE4}"/>
          </ac:spMkLst>
        </pc:spChg>
        <pc:spChg chg="del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15" creationId="{6E6A605C-36BA-3B9F-F7FD-5F6E33DE6547}"/>
          </ac:spMkLst>
        </pc:spChg>
        <pc:spChg chg="del mod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17" creationId="{E1DC22DE-9DCF-2AC3-CD4D-8F917494121F}"/>
          </ac:spMkLst>
        </pc:spChg>
        <pc:spChg chg="mod topLvl">
          <ac:chgData name="Robert de Groote" userId="2ce5265b-80a0-4fb8-a62a-8035e9b0c45a" providerId="ADAL" clId="{26C0FC0F-787E-4AFE-AA9A-4E52AC6E2AD8}" dt="2025-09-21T11:04:14.114" v="29369" actId="1076"/>
          <ac:spMkLst>
            <pc:docMk/>
            <pc:sldMk cId="874727719" sldId="293"/>
            <ac:spMk id="18" creationId="{74F5F0A8-CEC9-EA45-832C-ABEF6D939A28}"/>
          </ac:spMkLst>
        </pc:spChg>
        <pc:spChg chg="del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19" creationId="{93F72597-447C-139A-2BFB-B779657D5714}"/>
          </ac:spMkLst>
        </pc:spChg>
        <pc:spChg chg="del mod topLvl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20" creationId="{223D3912-E28A-998B-06BE-8534E53CF5E4}"/>
          </ac:spMkLst>
        </pc:spChg>
        <pc:spChg chg="del mod topLvl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21" creationId="{BC12EB1F-E7B1-B91F-CAF8-BAC2EE556D20}"/>
          </ac:spMkLst>
        </pc:spChg>
        <pc:spChg chg="del mod ord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25" creationId="{F53214E4-14D8-A73E-112B-292562C34B80}"/>
          </ac:spMkLst>
        </pc:spChg>
        <pc:spChg chg="del mod ord topLvl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26" creationId="{986FFB00-9E38-36DB-5FBC-1D92897FC894}"/>
          </ac:spMkLst>
        </pc:spChg>
        <pc:spChg chg="del mod ord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29" creationId="{67BFBAC4-C4C9-7E69-0F34-F94C3CD35FCA}"/>
          </ac:spMkLst>
        </pc:spChg>
        <pc:spChg chg="mod ord topLvl">
          <ac:chgData name="Robert de Groote" userId="2ce5265b-80a0-4fb8-a62a-8035e9b0c45a" providerId="ADAL" clId="{26C0FC0F-787E-4AFE-AA9A-4E52AC6E2AD8}" dt="2025-09-21T11:04:14.114" v="29369" actId="1076"/>
          <ac:spMkLst>
            <pc:docMk/>
            <pc:sldMk cId="874727719" sldId="293"/>
            <ac:spMk id="31" creationId="{5A7D5538-17B2-F466-46A7-5A8D99F17D4A}"/>
          </ac:spMkLst>
        </pc:spChg>
        <pc:spChg chg="mod topLvl">
          <ac:chgData name="Robert de Groote" userId="2ce5265b-80a0-4fb8-a62a-8035e9b0c45a" providerId="ADAL" clId="{26C0FC0F-787E-4AFE-AA9A-4E52AC6E2AD8}" dt="2025-09-21T11:04:14.114" v="29369" actId="1076"/>
          <ac:spMkLst>
            <pc:docMk/>
            <pc:sldMk cId="874727719" sldId="293"/>
            <ac:spMk id="33" creationId="{2AE77DFE-5764-C8FF-6A08-47DB7D78C8D9}"/>
          </ac:spMkLst>
        </pc:spChg>
        <pc:spChg chg="del mod ord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34" creationId="{9CBDCDB0-9409-2F2D-9BA4-F6CD753C15A8}"/>
          </ac:spMkLst>
        </pc:spChg>
        <pc:spChg chg="del mod ord">
          <ac:chgData name="Robert de Groote" userId="2ce5265b-80a0-4fb8-a62a-8035e9b0c45a" providerId="ADAL" clId="{26C0FC0F-787E-4AFE-AA9A-4E52AC6E2AD8}" dt="2025-09-21T11:07:57.646" v="30937" actId="478"/>
          <ac:spMkLst>
            <pc:docMk/>
            <pc:sldMk cId="874727719" sldId="293"/>
            <ac:spMk id="35" creationId="{E9E712DE-C2E1-31C1-0852-8F956F541E75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47" creationId="{9CAFAD9F-1331-BD56-E6AE-D4CB8F948215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48" creationId="{371C968A-1E22-60D9-F7E3-63A8C980F917}"/>
          </ac:spMkLst>
        </pc:spChg>
        <pc:spChg chg="mod">
          <ac:chgData name="Robert de Groote" userId="2ce5265b-80a0-4fb8-a62a-8035e9b0c45a" providerId="ADAL" clId="{26C0FC0F-787E-4AFE-AA9A-4E52AC6E2AD8}" dt="2025-09-21T11:05:24.331" v="29903"/>
          <ac:spMkLst>
            <pc:docMk/>
            <pc:sldMk cId="874727719" sldId="293"/>
            <ac:spMk id="49" creationId="{7407DFB0-0417-2468-02D3-E7C5D0C67666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50" creationId="{BB1D84B7-1818-A314-1623-332673353AE9}"/>
          </ac:spMkLst>
        </pc:spChg>
        <pc:spChg chg="mod">
          <ac:chgData name="Robert de Groote" userId="2ce5265b-80a0-4fb8-a62a-8035e9b0c45a" providerId="ADAL" clId="{26C0FC0F-787E-4AFE-AA9A-4E52AC6E2AD8}" dt="2025-09-21T11:04:34.352" v="29371" actId="165"/>
          <ac:spMkLst>
            <pc:docMk/>
            <pc:sldMk cId="874727719" sldId="293"/>
            <ac:spMk id="51" creationId="{AB2B1D02-391D-F3C3-8AC8-D3810502506E}"/>
          </ac:spMkLst>
        </pc:spChg>
        <pc:spChg chg="mod">
          <ac:chgData name="Robert de Groote" userId="2ce5265b-80a0-4fb8-a62a-8035e9b0c45a" providerId="ADAL" clId="{26C0FC0F-787E-4AFE-AA9A-4E52AC6E2AD8}" dt="2025-09-21T11:04:34.352" v="29371" actId="165"/>
          <ac:spMkLst>
            <pc:docMk/>
            <pc:sldMk cId="874727719" sldId="293"/>
            <ac:spMk id="52" creationId="{7C0ADFDC-56FD-4251-81D6-7F0BD4874D4C}"/>
          </ac:spMkLst>
        </pc:spChg>
        <pc:spChg chg="del mod topLvl">
          <ac:chgData name="Robert de Groote" userId="2ce5265b-80a0-4fb8-a62a-8035e9b0c45a" providerId="ADAL" clId="{26C0FC0F-787E-4AFE-AA9A-4E52AC6E2AD8}" dt="2025-09-21T12:04:28.982" v="33984" actId="478"/>
          <ac:spMkLst>
            <pc:docMk/>
            <pc:sldMk cId="874727719" sldId="293"/>
            <ac:spMk id="53" creationId="{30C765D0-C6B9-7606-8B1F-0375F2D3B39E}"/>
          </ac:spMkLst>
        </pc:spChg>
        <pc:spChg chg="del mod topLvl">
          <ac:chgData name="Robert de Groote" userId="2ce5265b-80a0-4fb8-a62a-8035e9b0c45a" providerId="ADAL" clId="{26C0FC0F-787E-4AFE-AA9A-4E52AC6E2AD8}" dt="2025-09-21T12:04:27.003" v="33983" actId="478"/>
          <ac:spMkLst>
            <pc:docMk/>
            <pc:sldMk cId="874727719" sldId="293"/>
            <ac:spMk id="54" creationId="{D7AE5EB3-B23F-0C7C-4EEC-6E0275D238A9}"/>
          </ac:spMkLst>
        </pc:spChg>
        <pc:spChg chg="add mod ord">
          <ac:chgData name="Robert de Groote" userId="2ce5265b-80a0-4fb8-a62a-8035e9b0c45a" providerId="ADAL" clId="{26C0FC0F-787E-4AFE-AA9A-4E52AC6E2AD8}" dt="2025-09-21T12:03:06.320" v="33975" actId="166"/>
          <ac:spMkLst>
            <pc:docMk/>
            <pc:sldMk cId="874727719" sldId="293"/>
            <ac:spMk id="55" creationId="{52B2A707-F79A-A29C-8A6E-8F63A5036D8F}"/>
          </ac:spMkLst>
        </pc:spChg>
        <pc:spChg chg="del mod topLvl">
          <ac:chgData name="Robert de Groote" userId="2ce5265b-80a0-4fb8-a62a-8035e9b0c45a" providerId="ADAL" clId="{26C0FC0F-787E-4AFE-AA9A-4E52AC6E2AD8}" dt="2025-09-21T12:04:31.771" v="33986" actId="478"/>
          <ac:spMkLst>
            <pc:docMk/>
            <pc:sldMk cId="874727719" sldId="293"/>
            <ac:spMk id="56" creationId="{87C3CD51-13FE-683E-E1D3-CE5A75583F9A}"/>
          </ac:spMkLst>
        </pc:spChg>
        <pc:spChg chg="del mod topLvl">
          <ac:chgData name="Robert de Groote" userId="2ce5265b-80a0-4fb8-a62a-8035e9b0c45a" providerId="ADAL" clId="{26C0FC0F-787E-4AFE-AA9A-4E52AC6E2AD8}" dt="2025-09-21T12:04:30.565" v="33985" actId="478"/>
          <ac:spMkLst>
            <pc:docMk/>
            <pc:sldMk cId="874727719" sldId="293"/>
            <ac:spMk id="57" creationId="{7238617A-872B-C891-DC92-FD127D69FCB7}"/>
          </ac:spMkLst>
        </pc:spChg>
        <pc:spChg chg="del mod topLvl">
          <ac:chgData name="Robert de Groote" userId="2ce5265b-80a0-4fb8-a62a-8035e9b0c45a" providerId="ADAL" clId="{26C0FC0F-787E-4AFE-AA9A-4E52AC6E2AD8}" dt="2025-09-21T12:04:34.418" v="33988" actId="478"/>
          <ac:spMkLst>
            <pc:docMk/>
            <pc:sldMk cId="874727719" sldId="293"/>
            <ac:spMk id="58" creationId="{86C3104E-E307-D985-0E66-894F96830C2F}"/>
          </ac:spMkLst>
        </pc:spChg>
        <pc:spChg chg="del mod topLvl">
          <ac:chgData name="Robert de Groote" userId="2ce5265b-80a0-4fb8-a62a-8035e9b0c45a" providerId="ADAL" clId="{26C0FC0F-787E-4AFE-AA9A-4E52AC6E2AD8}" dt="2025-09-21T12:04:33.008" v="33987" actId="478"/>
          <ac:spMkLst>
            <pc:docMk/>
            <pc:sldMk cId="874727719" sldId="293"/>
            <ac:spMk id="59" creationId="{1CECBEC0-166E-2D60-1E89-0C6D8BCD0672}"/>
          </ac:spMkLst>
        </pc:spChg>
        <pc:spChg chg="mod">
          <ac:chgData name="Robert de Groote" userId="2ce5265b-80a0-4fb8-a62a-8035e9b0c45a" providerId="ADAL" clId="{26C0FC0F-787E-4AFE-AA9A-4E52AC6E2AD8}" dt="2025-09-21T11:04:34.352" v="29371" actId="165"/>
          <ac:spMkLst>
            <pc:docMk/>
            <pc:sldMk cId="874727719" sldId="293"/>
            <ac:spMk id="60" creationId="{2F78DB0E-F820-E7FD-C5BC-64D7CDFB4778}"/>
          </ac:spMkLst>
        </pc:spChg>
        <pc:spChg chg="add del 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62" creationId="{FB0825D5-0928-8E9B-81E1-8E8AF8FB0BC5}"/>
          </ac:spMkLst>
        </pc:spChg>
        <pc:spChg chg="mod">
          <ac:chgData name="Robert de Groote" userId="2ce5265b-80a0-4fb8-a62a-8035e9b0c45a" providerId="ADAL" clId="{26C0FC0F-787E-4AFE-AA9A-4E52AC6E2AD8}" dt="2025-09-21T11:05:24.001" v="29385"/>
          <ac:spMkLst>
            <pc:docMk/>
            <pc:sldMk cId="874727719" sldId="293"/>
            <ac:spMk id="64" creationId="{217C0C88-CE19-C8A3-516B-330F2BAB8D34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65" creationId="{DFF58A13-48EE-2727-3B19-77877F4B5DA7}"/>
          </ac:spMkLst>
        </pc:spChg>
        <pc:spChg chg="mod">
          <ac:chgData name="Robert de Groote" userId="2ce5265b-80a0-4fb8-a62a-8035e9b0c45a" providerId="ADAL" clId="{26C0FC0F-787E-4AFE-AA9A-4E52AC6E2AD8}" dt="2025-09-21T11:05:24.001" v="29391"/>
          <ac:spMkLst>
            <pc:docMk/>
            <pc:sldMk cId="874727719" sldId="293"/>
            <ac:spMk id="67" creationId="{68C48C47-7A5F-8FAB-7F8F-806FE77D47FD}"/>
          </ac:spMkLst>
        </pc:spChg>
        <pc:spChg chg="mod">
          <ac:chgData name="Robert de Groote" userId="2ce5265b-80a0-4fb8-a62a-8035e9b0c45a" providerId="ADAL" clId="{26C0FC0F-787E-4AFE-AA9A-4E52AC6E2AD8}" dt="2025-09-21T11:05:24.001" v="29391"/>
          <ac:spMkLst>
            <pc:docMk/>
            <pc:sldMk cId="874727719" sldId="293"/>
            <ac:spMk id="68" creationId="{8AAEA8D6-C5D9-705F-DC84-27A0C00857EB}"/>
          </ac:spMkLst>
        </pc:spChg>
        <pc:spChg chg="mod">
          <ac:chgData name="Robert de Groote" userId="2ce5265b-80a0-4fb8-a62a-8035e9b0c45a" providerId="ADAL" clId="{26C0FC0F-787E-4AFE-AA9A-4E52AC6E2AD8}" dt="2025-09-21T11:05:24.033" v="29405"/>
          <ac:spMkLst>
            <pc:docMk/>
            <pc:sldMk cId="874727719" sldId="293"/>
            <ac:spMk id="70" creationId="{90BA647D-D0DC-4F35-315F-C62B07C9FBB7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71" creationId="{16DA36A0-58FE-A5EC-296A-481E1C819798}"/>
          </ac:spMkLst>
        </pc:spChg>
        <pc:spChg chg="add del mod ord">
          <ac:chgData name="Robert de Groote" userId="2ce5265b-80a0-4fb8-a62a-8035e9b0c45a" providerId="ADAL" clId="{26C0FC0F-787E-4AFE-AA9A-4E52AC6E2AD8}" dt="2025-09-21T11:05:31.019" v="30095"/>
          <ac:spMkLst>
            <pc:docMk/>
            <pc:sldMk cId="874727719" sldId="293"/>
            <ac:spMk id="72" creationId="{FA69EBEE-F101-2371-E75C-8393A8C3F985}"/>
          </ac:spMkLst>
        </pc:spChg>
        <pc:spChg chg="mod">
          <ac:chgData name="Robert de Groote" userId="2ce5265b-80a0-4fb8-a62a-8035e9b0c45a" providerId="ADAL" clId="{26C0FC0F-787E-4AFE-AA9A-4E52AC6E2AD8}" dt="2025-09-21T11:05:24.158" v="29467"/>
          <ac:spMkLst>
            <pc:docMk/>
            <pc:sldMk cId="874727719" sldId="293"/>
            <ac:spMk id="74" creationId="{C563C8EA-6043-7A3F-26BB-E997FEFF1874}"/>
          </ac:spMkLst>
        </pc:spChg>
        <pc:spChg chg="mod">
          <ac:chgData name="Robert de Groote" userId="2ce5265b-80a0-4fb8-a62a-8035e9b0c45a" providerId="ADAL" clId="{26C0FC0F-787E-4AFE-AA9A-4E52AC6E2AD8}" dt="2025-09-21T11:05:24.158" v="29467"/>
          <ac:spMkLst>
            <pc:docMk/>
            <pc:sldMk cId="874727719" sldId="293"/>
            <ac:spMk id="75" creationId="{9AF208D0-5EB4-B7E1-BB28-266C47E8578A}"/>
          </ac:spMkLst>
        </pc:spChg>
        <pc:spChg chg="mod">
          <ac:chgData name="Robert de Groote" userId="2ce5265b-80a0-4fb8-a62a-8035e9b0c45a" providerId="ADAL" clId="{26C0FC0F-787E-4AFE-AA9A-4E52AC6E2AD8}" dt="2025-09-21T11:05:24.158" v="29471"/>
          <ac:spMkLst>
            <pc:docMk/>
            <pc:sldMk cId="874727719" sldId="293"/>
            <ac:spMk id="77" creationId="{94A97058-CB4C-8B96-870C-94D6F8CFD626}"/>
          </ac:spMkLst>
        </pc:spChg>
        <pc:spChg chg="mod">
          <ac:chgData name="Robert de Groote" userId="2ce5265b-80a0-4fb8-a62a-8035e9b0c45a" providerId="ADAL" clId="{26C0FC0F-787E-4AFE-AA9A-4E52AC6E2AD8}" dt="2025-09-21T11:05:24.158" v="29471"/>
          <ac:spMkLst>
            <pc:docMk/>
            <pc:sldMk cId="874727719" sldId="293"/>
            <ac:spMk id="78" creationId="{0DB222AC-977F-A970-E3EB-0BAB9244ADE3}"/>
          </ac:spMkLst>
        </pc:spChg>
        <pc:spChg chg="mod">
          <ac:chgData name="Robert de Groote" userId="2ce5265b-80a0-4fb8-a62a-8035e9b0c45a" providerId="ADAL" clId="{26C0FC0F-787E-4AFE-AA9A-4E52AC6E2AD8}" dt="2025-09-21T11:05:24.158" v="29469"/>
          <ac:spMkLst>
            <pc:docMk/>
            <pc:sldMk cId="874727719" sldId="293"/>
            <ac:spMk id="80" creationId="{C07DDBF8-1C72-A816-936A-0F8CD8032B82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81" creationId="{3A3E84EE-D48F-839A-2411-E2B311E8C1FD}"/>
          </ac:spMkLst>
        </pc:spChg>
        <pc:spChg chg="add del mod">
          <ac:chgData name="Robert de Groote" userId="2ce5265b-80a0-4fb8-a62a-8035e9b0c45a" providerId="ADAL" clId="{26C0FC0F-787E-4AFE-AA9A-4E52AC6E2AD8}" dt="2025-09-21T11:05:31.019" v="30125" actId="1076"/>
          <ac:spMkLst>
            <pc:docMk/>
            <pc:sldMk cId="874727719" sldId="293"/>
            <ac:spMk id="82" creationId="{3D044077-9F37-BD52-FB0E-9399207CF500}"/>
          </ac:spMkLst>
        </pc:spChg>
        <pc:spChg chg="add del mod ord">
          <ac:chgData name="Robert de Groote" userId="2ce5265b-80a0-4fb8-a62a-8035e9b0c45a" providerId="ADAL" clId="{26C0FC0F-787E-4AFE-AA9A-4E52AC6E2AD8}" dt="2025-09-21T11:05:30.956" v="29948"/>
          <ac:spMkLst>
            <pc:docMk/>
            <pc:sldMk cId="874727719" sldId="293"/>
            <ac:spMk id="83" creationId="{52A1A520-CB4C-5BCB-D6DF-5DE56EB8ED65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85" creationId="{4891CC0A-1E8D-EA3F-6F60-1E4070766E98}"/>
          </ac:spMkLst>
        </pc:spChg>
        <pc:spChg chg="mod">
          <ac:chgData name="Robert de Groote" userId="2ce5265b-80a0-4fb8-a62a-8035e9b0c45a" providerId="ADAL" clId="{26C0FC0F-787E-4AFE-AA9A-4E52AC6E2AD8}" dt="2025-09-21T11:05:24.283" v="29801"/>
          <ac:spMkLst>
            <pc:docMk/>
            <pc:sldMk cId="874727719" sldId="293"/>
            <ac:spMk id="86" creationId="{F8A12AF8-06ED-21DB-9126-928B912FEB89}"/>
          </ac:spMkLst>
        </pc:spChg>
        <pc:spChg chg="mod">
          <ac:chgData name="Robert de Groote" userId="2ce5265b-80a0-4fb8-a62a-8035e9b0c45a" providerId="ADAL" clId="{26C0FC0F-787E-4AFE-AA9A-4E52AC6E2AD8}" dt="2025-09-21T11:05:24.283" v="29803"/>
          <ac:spMkLst>
            <pc:docMk/>
            <pc:sldMk cId="874727719" sldId="293"/>
            <ac:spMk id="88" creationId="{BB633002-41B4-D66C-C1F9-0D10B39667DB}"/>
          </ac:spMkLst>
        </pc:spChg>
        <pc:spChg chg="mod">
          <ac:chgData name="Robert de Groote" userId="2ce5265b-80a0-4fb8-a62a-8035e9b0c45a" providerId="ADAL" clId="{26C0FC0F-787E-4AFE-AA9A-4E52AC6E2AD8}" dt="2025-09-21T11:05:24.283" v="29803"/>
          <ac:spMkLst>
            <pc:docMk/>
            <pc:sldMk cId="874727719" sldId="293"/>
            <ac:spMk id="89" creationId="{77250209-476E-08BF-C83C-B7228997C778}"/>
          </ac:spMkLst>
        </pc:spChg>
        <pc:spChg chg="mod">
          <ac:chgData name="Robert de Groote" userId="2ce5265b-80a0-4fb8-a62a-8035e9b0c45a" providerId="ADAL" clId="{26C0FC0F-787E-4AFE-AA9A-4E52AC6E2AD8}" dt="2025-09-21T11:05:31.037" v="30163"/>
          <ac:spMkLst>
            <pc:docMk/>
            <pc:sldMk cId="874727719" sldId="293"/>
            <ac:spMk id="91" creationId="{8809AA09-5D22-2B0D-004E-A223B0C03C3D}"/>
          </ac:spMkLst>
        </pc:spChg>
        <pc:spChg chg="mod">
          <ac:chgData name="Robert de Groote" userId="2ce5265b-80a0-4fb8-a62a-8035e9b0c45a" providerId="ADAL" clId="{26C0FC0F-787E-4AFE-AA9A-4E52AC6E2AD8}" dt="2025-09-21T11:05:24.283" v="29805"/>
          <ac:spMkLst>
            <pc:docMk/>
            <pc:sldMk cId="874727719" sldId="293"/>
            <ac:spMk id="92" creationId="{BA21D78C-4753-FB92-73EB-8AC7899FB8B2}"/>
          </ac:spMkLst>
        </pc:spChg>
        <pc:spChg chg="add del mod">
          <ac:chgData name="Robert de Groote" userId="2ce5265b-80a0-4fb8-a62a-8035e9b0c45a" providerId="ADAL" clId="{26C0FC0F-787E-4AFE-AA9A-4E52AC6E2AD8}" dt="2025-09-21T11:05:30.972" v="29960" actId="1076"/>
          <ac:spMkLst>
            <pc:docMk/>
            <pc:sldMk cId="874727719" sldId="293"/>
            <ac:spMk id="93" creationId="{963AF233-8B14-74B9-1217-94A8EB7D293F}"/>
          </ac:spMkLst>
        </pc:spChg>
        <pc:spChg chg="add mod">
          <ac:chgData name="Robert de Groote" userId="2ce5265b-80a0-4fb8-a62a-8035e9b0c45a" providerId="ADAL" clId="{26C0FC0F-787E-4AFE-AA9A-4E52AC6E2AD8}" dt="2025-09-21T11:07:39.993" v="30935" actId="1076"/>
          <ac:spMkLst>
            <pc:docMk/>
            <pc:sldMk cId="874727719" sldId="293"/>
            <ac:spMk id="95" creationId="{108F7BF8-1F29-B969-DFC1-3F45354C5A82}"/>
          </ac:spMkLst>
        </pc:spChg>
        <pc:spChg chg="add mod ord">
          <ac:chgData name="Robert de Groote" userId="2ce5265b-80a0-4fb8-a62a-8035e9b0c45a" providerId="ADAL" clId="{26C0FC0F-787E-4AFE-AA9A-4E52AC6E2AD8}" dt="2025-09-21T11:07:39.993" v="30935" actId="1076"/>
          <ac:spMkLst>
            <pc:docMk/>
            <pc:sldMk cId="874727719" sldId="293"/>
            <ac:spMk id="96" creationId="{E49D9518-29DA-44ED-FC66-F783875726EF}"/>
          </ac:spMkLst>
        </pc:spChg>
        <pc:spChg chg="add mod">
          <ac:chgData name="Robert de Groote" userId="2ce5265b-80a0-4fb8-a62a-8035e9b0c45a" providerId="ADAL" clId="{26C0FC0F-787E-4AFE-AA9A-4E52AC6E2AD8}" dt="2025-09-21T12:11:10.546" v="34143"/>
          <ac:spMkLst>
            <pc:docMk/>
            <pc:sldMk cId="874727719" sldId="293"/>
            <ac:spMk id="97" creationId="{5DB48409-50E8-1E8B-903F-8A4D0836E2AF}"/>
          </ac:spMkLst>
        </pc:spChg>
        <pc:spChg chg="add mod">
          <ac:chgData name="Robert de Groote" userId="2ce5265b-80a0-4fb8-a62a-8035e9b0c45a" providerId="ADAL" clId="{26C0FC0F-787E-4AFE-AA9A-4E52AC6E2AD8}" dt="2025-09-21T11:07:39.993" v="30935" actId="1076"/>
          <ac:spMkLst>
            <pc:docMk/>
            <pc:sldMk cId="874727719" sldId="293"/>
            <ac:spMk id="98" creationId="{3EA9F79A-7452-16CF-FB6E-5DC566491108}"/>
          </ac:spMkLst>
        </pc:spChg>
        <pc:spChg chg="add mod">
          <ac:chgData name="Robert de Groote" userId="2ce5265b-80a0-4fb8-a62a-8035e9b0c45a" providerId="ADAL" clId="{26C0FC0F-787E-4AFE-AA9A-4E52AC6E2AD8}" dt="2025-09-21T11:07:25.437" v="30932"/>
          <ac:spMkLst>
            <pc:docMk/>
            <pc:sldMk cId="874727719" sldId="293"/>
            <ac:spMk id="99" creationId="{01E7D599-EC97-65D4-3445-1B3CBF348811}"/>
          </ac:spMkLst>
        </pc:spChg>
        <pc:spChg chg="add mod">
          <ac:chgData name="Robert de Groote" userId="2ce5265b-80a0-4fb8-a62a-8035e9b0c45a" providerId="ADAL" clId="{26C0FC0F-787E-4AFE-AA9A-4E52AC6E2AD8}" dt="2025-09-21T12:10:47.055" v="34073"/>
          <ac:spMkLst>
            <pc:docMk/>
            <pc:sldMk cId="874727719" sldId="293"/>
            <ac:spMk id="100" creationId="{D0ACBD08-AF07-F84A-C2E3-A3EA36ED6C9A}"/>
          </ac:spMkLst>
        </pc:spChg>
        <pc:spChg chg="add mod">
          <ac:chgData name="Robert de Groote" userId="2ce5265b-80a0-4fb8-a62a-8035e9b0c45a" providerId="ADAL" clId="{26C0FC0F-787E-4AFE-AA9A-4E52AC6E2AD8}" dt="2025-09-21T11:07:39.993" v="30935" actId="1076"/>
          <ac:spMkLst>
            <pc:docMk/>
            <pc:sldMk cId="874727719" sldId="293"/>
            <ac:spMk id="101" creationId="{EBB59C62-0968-507E-39ED-4678A52A7901}"/>
          </ac:spMkLst>
        </pc:spChg>
        <pc:spChg chg="add del mod ord">
          <ac:chgData name="Robert de Groote" userId="2ce5265b-80a0-4fb8-a62a-8035e9b0c45a" providerId="ADAL" clId="{26C0FC0F-787E-4AFE-AA9A-4E52AC6E2AD8}" dt="2025-09-21T11:06:36.096" v="30340"/>
          <ac:spMkLst>
            <pc:docMk/>
            <pc:sldMk cId="874727719" sldId="293"/>
            <ac:spMk id="102" creationId="{3DBE7CB2-7892-70FF-CDC2-F48A66D6ECE1}"/>
          </ac:spMkLst>
        </pc:spChg>
        <pc:spChg chg="add del mod ord">
          <ac:chgData name="Robert de Groote" userId="2ce5265b-80a0-4fb8-a62a-8035e9b0c45a" providerId="ADAL" clId="{26C0FC0F-787E-4AFE-AA9A-4E52AC6E2AD8}" dt="2025-09-21T11:06:36.096" v="30340"/>
          <ac:spMkLst>
            <pc:docMk/>
            <pc:sldMk cId="874727719" sldId="293"/>
            <ac:spMk id="103" creationId="{C9F27733-2C74-5ABC-A169-3D3680E49675}"/>
          </ac:spMkLst>
        </pc:spChg>
        <pc:spChg chg="add del mod">
          <ac:chgData name="Robert de Groote" userId="2ce5265b-80a0-4fb8-a62a-8035e9b0c45a" providerId="ADAL" clId="{26C0FC0F-787E-4AFE-AA9A-4E52AC6E2AD8}" dt="2025-09-21T11:06:36.002" v="30179"/>
          <ac:spMkLst>
            <pc:docMk/>
            <pc:sldMk cId="874727719" sldId="293"/>
            <ac:spMk id="104" creationId="{E1F8FA7E-9EF0-4A16-B189-78CA38E29FCC}"/>
          </ac:spMkLst>
        </pc:spChg>
        <pc:spChg chg="add del mod">
          <ac:chgData name="Robert de Groote" userId="2ce5265b-80a0-4fb8-a62a-8035e9b0c45a" providerId="ADAL" clId="{26C0FC0F-787E-4AFE-AA9A-4E52AC6E2AD8}" dt="2025-09-21T11:06:36.033" v="30188"/>
          <ac:spMkLst>
            <pc:docMk/>
            <pc:sldMk cId="874727719" sldId="293"/>
            <ac:spMk id="105" creationId="{1AC1017C-35FD-4798-D1E7-97452008F75E}"/>
          </ac:spMkLst>
        </pc:spChg>
        <pc:spChg chg="add del mod ord">
          <ac:chgData name="Robert de Groote" userId="2ce5265b-80a0-4fb8-a62a-8035e9b0c45a" providerId="ADAL" clId="{26C0FC0F-787E-4AFE-AA9A-4E52AC6E2AD8}" dt="2025-09-21T11:06:36.143" v="30383"/>
          <ac:spMkLst>
            <pc:docMk/>
            <pc:sldMk cId="874727719" sldId="293"/>
            <ac:spMk id="106" creationId="{3C0CDF0D-8D40-A87B-7CB4-EA264CAC6F08}"/>
          </ac:spMkLst>
        </pc:spChg>
        <pc:spChg chg="add del mod ord">
          <ac:chgData name="Robert de Groote" userId="2ce5265b-80a0-4fb8-a62a-8035e9b0c45a" providerId="ADAL" clId="{26C0FC0F-787E-4AFE-AA9A-4E52AC6E2AD8}" dt="2025-09-21T11:06:36.143" v="30383"/>
          <ac:spMkLst>
            <pc:docMk/>
            <pc:sldMk cId="874727719" sldId="293"/>
            <ac:spMk id="107" creationId="{3A0DF69C-486D-B9D1-A92F-7D09C41E8C55}"/>
          </ac:spMkLst>
        </pc:spChg>
        <pc:spChg chg="add del mod">
          <ac:chgData name="Robert de Groote" userId="2ce5265b-80a0-4fb8-a62a-8035e9b0c45a" providerId="ADAL" clId="{26C0FC0F-787E-4AFE-AA9A-4E52AC6E2AD8}" dt="2025-09-21T11:06:36.111" v="30350"/>
          <ac:spMkLst>
            <pc:docMk/>
            <pc:sldMk cId="874727719" sldId="293"/>
            <ac:spMk id="108" creationId="{78722411-09C6-B4A5-31FA-E5DFCA3635BE}"/>
          </ac:spMkLst>
        </pc:spChg>
        <pc:spChg chg="add del mod">
          <ac:chgData name="Robert de Groote" userId="2ce5265b-80a0-4fb8-a62a-8035e9b0c45a" providerId="ADAL" clId="{26C0FC0F-787E-4AFE-AA9A-4E52AC6E2AD8}" dt="2025-09-21T11:06:36.127" v="30359"/>
          <ac:spMkLst>
            <pc:docMk/>
            <pc:sldMk cId="874727719" sldId="293"/>
            <ac:spMk id="109" creationId="{69A102C0-FEB3-F0F4-3A5C-B8159E6A19D4}"/>
          </ac:spMkLst>
        </pc:spChg>
        <pc:spChg chg="add del mod ord">
          <ac:chgData name="Robert de Groote" userId="2ce5265b-80a0-4fb8-a62a-8035e9b0c45a" providerId="ADAL" clId="{26C0FC0F-787E-4AFE-AA9A-4E52AC6E2AD8}" dt="2025-09-21T11:06:36.236" v="30440"/>
          <ac:spMkLst>
            <pc:docMk/>
            <pc:sldMk cId="874727719" sldId="293"/>
            <ac:spMk id="110" creationId="{E047336C-F0E5-0858-84F5-59358FDAE551}"/>
          </ac:spMkLst>
        </pc:spChg>
        <pc:spChg chg="add del mod ord">
          <ac:chgData name="Robert de Groote" userId="2ce5265b-80a0-4fb8-a62a-8035e9b0c45a" providerId="ADAL" clId="{26C0FC0F-787E-4AFE-AA9A-4E52AC6E2AD8}" dt="2025-09-21T11:06:36.236" v="30440"/>
          <ac:spMkLst>
            <pc:docMk/>
            <pc:sldMk cId="874727719" sldId="293"/>
            <ac:spMk id="111" creationId="{C911760A-8795-A402-42D4-CD66B69F640B}"/>
          </ac:spMkLst>
        </pc:spChg>
        <pc:spChg chg="add del mod">
          <ac:chgData name="Robert de Groote" userId="2ce5265b-80a0-4fb8-a62a-8035e9b0c45a" providerId="ADAL" clId="{26C0FC0F-787E-4AFE-AA9A-4E52AC6E2AD8}" dt="2025-09-21T11:06:36.205" v="30405"/>
          <ac:spMkLst>
            <pc:docMk/>
            <pc:sldMk cId="874727719" sldId="293"/>
            <ac:spMk id="112" creationId="{B53C39C5-AE72-31A3-B7D8-750EEE8D1158}"/>
          </ac:spMkLst>
        </pc:spChg>
        <pc:spChg chg="add del mod">
          <ac:chgData name="Robert de Groote" userId="2ce5265b-80a0-4fb8-a62a-8035e9b0c45a" providerId="ADAL" clId="{26C0FC0F-787E-4AFE-AA9A-4E52AC6E2AD8}" dt="2025-09-21T11:06:36.221" v="30414"/>
          <ac:spMkLst>
            <pc:docMk/>
            <pc:sldMk cId="874727719" sldId="293"/>
            <ac:spMk id="113" creationId="{B89FDF7E-EC06-A253-4D91-3A9556B65CE8}"/>
          </ac:spMkLst>
        </pc:spChg>
        <pc:spChg chg="add del mod ord">
          <ac:chgData name="Robert de Groote" userId="2ce5265b-80a0-4fb8-a62a-8035e9b0c45a" providerId="ADAL" clId="{26C0FC0F-787E-4AFE-AA9A-4E52AC6E2AD8}" dt="2025-09-21T11:06:36.299" v="30485"/>
          <ac:spMkLst>
            <pc:docMk/>
            <pc:sldMk cId="874727719" sldId="293"/>
            <ac:spMk id="114" creationId="{9AE9FBDA-8848-58B9-072C-B5D0ACF4EF23}"/>
          </ac:spMkLst>
        </pc:spChg>
        <pc:spChg chg="add del mod ord">
          <ac:chgData name="Robert de Groote" userId="2ce5265b-80a0-4fb8-a62a-8035e9b0c45a" providerId="ADAL" clId="{26C0FC0F-787E-4AFE-AA9A-4E52AC6E2AD8}" dt="2025-09-21T11:06:36.299" v="30485"/>
          <ac:spMkLst>
            <pc:docMk/>
            <pc:sldMk cId="874727719" sldId="293"/>
            <ac:spMk id="115" creationId="{D1D09454-18AA-52A6-9E6D-0E504402E2A3}"/>
          </ac:spMkLst>
        </pc:spChg>
        <pc:spChg chg="add del mod">
          <ac:chgData name="Robert de Groote" userId="2ce5265b-80a0-4fb8-a62a-8035e9b0c45a" providerId="ADAL" clId="{26C0FC0F-787E-4AFE-AA9A-4E52AC6E2AD8}" dt="2025-09-21T11:06:36.252" v="30450"/>
          <ac:spMkLst>
            <pc:docMk/>
            <pc:sldMk cId="874727719" sldId="293"/>
            <ac:spMk id="116" creationId="{5E7DD754-E4D9-832C-271A-2EB0216F04DF}"/>
          </ac:spMkLst>
        </pc:spChg>
        <pc:spChg chg="add del mod">
          <ac:chgData name="Robert de Groote" userId="2ce5265b-80a0-4fb8-a62a-8035e9b0c45a" providerId="ADAL" clId="{26C0FC0F-787E-4AFE-AA9A-4E52AC6E2AD8}" dt="2025-09-21T11:06:36.274" v="30459"/>
          <ac:spMkLst>
            <pc:docMk/>
            <pc:sldMk cId="874727719" sldId="293"/>
            <ac:spMk id="117" creationId="{8442540E-4CF4-E47B-5A53-223998A2751F}"/>
          </ac:spMkLst>
        </pc:spChg>
        <pc:spChg chg="add del mod">
          <ac:chgData name="Robert de Groote" userId="2ce5265b-80a0-4fb8-a62a-8035e9b0c45a" providerId="ADAL" clId="{26C0FC0F-787E-4AFE-AA9A-4E52AC6E2AD8}" dt="2025-09-21T11:06:37.226" v="30559"/>
          <ac:spMkLst>
            <pc:docMk/>
            <pc:sldMk cId="874727719" sldId="293"/>
            <ac:spMk id="118" creationId="{9182111C-578D-6399-144E-59B2F139950E}"/>
          </ac:spMkLst>
        </pc:spChg>
        <pc:spChg chg="add del mod">
          <ac:chgData name="Robert de Groote" userId="2ce5265b-80a0-4fb8-a62a-8035e9b0c45a" providerId="ADAL" clId="{26C0FC0F-787E-4AFE-AA9A-4E52AC6E2AD8}" dt="2025-09-21T11:06:37.226" v="30559"/>
          <ac:spMkLst>
            <pc:docMk/>
            <pc:sldMk cId="874727719" sldId="293"/>
            <ac:spMk id="119" creationId="{0C92EDD7-331D-E176-D86D-A88F68321767}"/>
          </ac:spMkLst>
        </pc:spChg>
        <pc:spChg chg="add del mod">
          <ac:chgData name="Robert de Groote" userId="2ce5265b-80a0-4fb8-a62a-8035e9b0c45a" providerId="ADAL" clId="{26C0FC0F-787E-4AFE-AA9A-4E52AC6E2AD8}" dt="2025-09-21T11:06:37.116" v="30518"/>
          <ac:spMkLst>
            <pc:docMk/>
            <pc:sldMk cId="874727719" sldId="293"/>
            <ac:spMk id="120" creationId="{1BAF705D-AC9A-4B96-D379-D19EF30F305A}"/>
          </ac:spMkLst>
        </pc:spChg>
        <pc:spChg chg="add del mod">
          <ac:chgData name="Robert de Groote" userId="2ce5265b-80a0-4fb8-a62a-8035e9b0c45a" providerId="ADAL" clId="{26C0FC0F-787E-4AFE-AA9A-4E52AC6E2AD8}" dt="2025-09-21T11:06:37.132" v="30527"/>
          <ac:spMkLst>
            <pc:docMk/>
            <pc:sldMk cId="874727719" sldId="293"/>
            <ac:spMk id="121" creationId="{A4842E42-0A43-C938-1533-204E74C8F561}"/>
          </ac:spMkLst>
        </pc:spChg>
        <pc:spChg chg="add del mod">
          <ac:chgData name="Robert de Groote" userId="2ce5265b-80a0-4fb8-a62a-8035e9b0c45a" providerId="ADAL" clId="{26C0FC0F-787E-4AFE-AA9A-4E52AC6E2AD8}" dt="2025-09-21T11:06:37.163" v="30536"/>
          <ac:spMkLst>
            <pc:docMk/>
            <pc:sldMk cId="874727719" sldId="293"/>
            <ac:spMk id="122" creationId="{216C1C68-2B92-0B3E-8620-C15B0FDC2E1F}"/>
          </ac:spMkLst>
        </pc:spChg>
        <pc:spChg chg="add del mod">
          <ac:chgData name="Robert de Groote" userId="2ce5265b-80a0-4fb8-a62a-8035e9b0c45a" providerId="ADAL" clId="{26C0FC0F-787E-4AFE-AA9A-4E52AC6E2AD8}" dt="2025-09-21T11:06:37.195" v="30545"/>
          <ac:spMkLst>
            <pc:docMk/>
            <pc:sldMk cId="874727719" sldId="293"/>
            <ac:spMk id="123" creationId="{DEC4403A-1B5B-5FD6-5D79-36CCD94191C9}"/>
          </ac:spMkLst>
        </pc:spChg>
        <pc:spChg chg="add del mod">
          <ac:chgData name="Robert de Groote" userId="2ce5265b-80a0-4fb8-a62a-8035e9b0c45a" providerId="ADAL" clId="{26C0FC0F-787E-4AFE-AA9A-4E52AC6E2AD8}" dt="2025-09-21T11:06:45.839" v="30622"/>
          <ac:spMkLst>
            <pc:docMk/>
            <pc:sldMk cId="874727719" sldId="293"/>
            <ac:spMk id="124" creationId="{78D26456-0EED-274F-4AD5-F9D7017DFED4}"/>
          </ac:spMkLst>
        </pc:spChg>
        <pc:spChg chg="add del mod">
          <ac:chgData name="Robert de Groote" userId="2ce5265b-80a0-4fb8-a62a-8035e9b0c45a" providerId="ADAL" clId="{26C0FC0F-787E-4AFE-AA9A-4E52AC6E2AD8}" dt="2025-09-21T11:06:45.839" v="30622"/>
          <ac:spMkLst>
            <pc:docMk/>
            <pc:sldMk cId="874727719" sldId="293"/>
            <ac:spMk id="125" creationId="{5B162501-E29C-C7A4-2C8A-6B6D7FB138BF}"/>
          </ac:spMkLst>
        </pc:spChg>
        <pc:spChg chg="add del mod">
          <ac:chgData name="Robert de Groote" userId="2ce5265b-80a0-4fb8-a62a-8035e9b0c45a" providerId="ADAL" clId="{26C0FC0F-787E-4AFE-AA9A-4E52AC6E2AD8}" dt="2025-09-21T11:06:45.745" v="30581"/>
          <ac:spMkLst>
            <pc:docMk/>
            <pc:sldMk cId="874727719" sldId="293"/>
            <ac:spMk id="126" creationId="{70AC217C-602F-BF12-1F65-5A44490364C7}"/>
          </ac:spMkLst>
        </pc:spChg>
        <pc:spChg chg="add del mod">
          <ac:chgData name="Robert de Groote" userId="2ce5265b-80a0-4fb8-a62a-8035e9b0c45a" providerId="ADAL" clId="{26C0FC0F-787E-4AFE-AA9A-4E52AC6E2AD8}" dt="2025-09-21T11:06:45.761" v="30590"/>
          <ac:spMkLst>
            <pc:docMk/>
            <pc:sldMk cId="874727719" sldId="293"/>
            <ac:spMk id="127" creationId="{B7215535-6C1E-A36D-759D-974DE00A2A16}"/>
          </ac:spMkLst>
        </pc:spChg>
        <pc:spChg chg="add del mod">
          <ac:chgData name="Robert de Groote" userId="2ce5265b-80a0-4fb8-a62a-8035e9b0c45a" providerId="ADAL" clId="{26C0FC0F-787E-4AFE-AA9A-4E52AC6E2AD8}" dt="2025-09-21T11:06:45.796" v="30599"/>
          <ac:spMkLst>
            <pc:docMk/>
            <pc:sldMk cId="874727719" sldId="293"/>
            <ac:spMk id="128" creationId="{60C54ECA-4505-A828-8D63-6980295A193F}"/>
          </ac:spMkLst>
        </pc:spChg>
        <pc:spChg chg="add del mod">
          <ac:chgData name="Robert de Groote" userId="2ce5265b-80a0-4fb8-a62a-8035e9b0c45a" providerId="ADAL" clId="{26C0FC0F-787E-4AFE-AA9A-4E52AC6E2AD8}" dt="2025-09-21T11:06:45.808" v="30608"/>
          <ac:spMkLst>
            <pc:docMk/>
            <pc:sldMk cId="874727719" sldId="293"/>
            <ac:spMk id="129" creationId="{66475B88-CAF1-3FCD-A4B5-D5885C1E4CAD}"/>
          </ac:spMkLst>
        </pc:spChg>
        <pc:spChg chg="add del mod">
          <ac:chgData name="Robert de Groote" userId="2ce5265b-80a0-4fb8-a62a-8035e9b0c45a" providerId="ADAL" clId="{26C0FC0F-787E-4AFE-AA9A-4E52AC6E2AD8}" dt="2025-09-21T11:06:56.272" v="30684"/>
          <ac:spMkLst>
            <pc:docMk/>
            <pc:sldMk cId="874727719" sldId="293"/>
            <ac:spMk id="130" creationId="{F1A885F3-CAC5-C745-F341-72AB867A7D6B}"/>
          </ac:spMkLst>
        </pc:spChg>
        <pc:spChg chg="add del mod">
          <ac:chgData name="Robert de Groote" userId="2ce5265b-80a0-4fb8-a62a-8035e9b0c45a" providerId="ADAL" clId="{26C0FC0F-787E-4AFE-AA9A-4E52AC6E2AD8}" dt="2025-09-21T11:06:56.272" v="30684"/>
          <ac:spMkLst>
            <pc:docMk/>
            <pc:sldMk cId="874727719" sldId="293"/>
            <ac:spMk id="131" creationId="{A893CF80-0334-9E10-B9E2-23E70E997F47}"/>
          </ac:spMkLst>
        </pc:spChg>
        <pc:spChg chg="add del mod">
          <ac:chgData name="Robert de Groote" userId="2ce5265b-80a0-4fb8-a62a-8035e9b0c45a" providerId="ADAL" clId="{26C0FC0F-787E-4AFE-AA9A-4E52AC6E2AD8}" dt="2025-09-21T11:06:56.178" v="30643"/>
          <ac:spMkLst>
            <pc:docMk/>
            <pc:sldMk cId="874727719" sldId="293"/>
            <ac:spMk id="132" creationId="{AF9BA837-43B4-F70F-8A2A-77748D570F40}"/>
          </ac:spMkLst>
        </pc:spChg>
        <pc:spChg chg="add del mod">
          <ac:chgData name="Robert de Groote" userId="2ce5265b-80a0-4fb8-a62a-8035e9b0c45a" providerId="ADAL" clId="{26C0FC0F-787E-4AFE-AA9A-4E52AC6E2AD8}" dt="2025-09-21T11:06:56.218" v="30652"/>
          <ac:spMkLst>
            <pc:docMk/>
            <pc:sldMk cId="874727719" sldId="293"/>
            <ac:spMk id="133" creationId="{361F227F-1CBD-2EAA-61E9-A41EAA7C5543}"/>
          </ac:spMkLst>
        </pc:spChg>
        <pc:spChg chg="add del mod">
          <ac:chgData name="Robert de Groote" userId="2ce5265b-80a0-4fb8-a62a-8035e9b0c45a" providerId="ADAL" clId="{26C0FC0F-787E-4AFE-AA9A-4E52AC6E2AD8}" dt="2025-09-21T11:06:56.241" v="30661"/>
          <ac:spMkLst>
            <pc:docMk/>
            <pc:sldMk cId="874727719" sldId="293"/>
            <ac:spMk id="134" creationId="{ECBEF929-37D3-31E7-5C24-C8B005948C0D}"/>
          </ac:spMkLst>
        </pc:spChg>
        <pc:spChg chg="add del mod">
          <ac:chgData name="Robert de Groote" userId="2ce5265b-80a0-4fb8-a62a-8035e9b0c45a" providerId="ADAL" clId="{26C0FC0F-787E-4AFE-AA9A-4E52AC6E2AD8}" dt="2025-09-21T11:06:56.257" v="30670"/>
          <ac:spMkLst>
            <pc:docMk/>
            <pc:sldMk cId="874727719" sldId="293"/>
            <ac:spMk id="135" creationId="{E64C58DC-F2B1-C61A-CAB6-DD396C4CB3AE}"/>
          </ac:spMkLst>
        </pc:spChg>
        <pc:spChg chg="add del mod">
          <ac:chgData name="Robert de Groote" userId="2ce5265b-80a0-4fb8-a62a-8035e9b0c45a" providerId="ADAL" clId="{26C0FC0F-787E-4AFE-AA9A-4E52AC6E2AD8}" dt="2025-09-21T11:07:06.816" v="30747"/>
          <ac:spMkLst>
            <pc:docMk/>
            <pc:sldMk cId="874727719" sldId="293"/>
            <ac:spMk id="136" creationId="{EB978DAF-A88A-CB27-9674-95B39799BDDA}"/>
          </ac:spMkLst>
        </pc:spChg>
        <pc:spChg chg="add del mod">
          <ac:chgData name="Robert de Groote" userId="2ce5265b-80a0-4fb8-a62a-8035e9b0c45a" providerId="ADAL" clId="{26C0FC0F-787E-4AFE-AA9A-4E52AC6E2AD8}" dt="2025-09-21T11:07:06.816" v="30747"/>
          <ac:spMkLst>
            <pc:docMk/>
            <pc:sldMk cId="874727719" sldId="293"/>
            <ac:spMk id="137" creationId="{883301FF-C6B9-5682-7214-1DDDB9188645}"/>
          </ac:spMkLst>
        </pc:spChg>
        <pc:spChg chg="add del mod">
          <ac:chgData name="Robert de Groote" userId="2ce5265b-80a0-4fb8-a62a-8035e9b0c45a" providerId="ADAL" clId="{26C0FC0F-787E-4AFE-AA9A-4E52AC6E2AD8}" dt="2025-09-21T11:07:06.705" v="30706"/>
          <ac:spMkLst>
            <pc:docMk/>
            <pc:sldMk cId="874727719" sldId="293"/>
            <ac:spMk id="138" creationId="{FBCF3EF4-A4FD-738A-E4CA-A273CEAE9502}"/>
          </ac:spMkLst>
        </pc:spChg>
        <pc:spChg chg="add del mod">
          <ac:chgData name="Robert de Groote" userId="2ce5265b-80a0-4fb8-a62a-8035e9b0c45a" providerId="ADAL" clId="{26C0FC0F-787E-4AFE-AA9A-4E52AC6E2AD8}" dt="2025-09-21T11:07:06.737" v="30715"/>
          <ac:spMkLst>
            <pc:docMk/>
            <pc:sldMk cId="874727719" sldId="293"/>
            <ac:spMk id="139" creationId="{4A0CDDB8-16C4-6236-E250-B6E921ECF081}"/>
          </ac:spMkLst>
        </pc:spChg>
        <pc:spChg chg="add del mod">
          <ac:chgData name="Robert de Groote" userId="2ce5265b-80a0-4fb8-a62a-8035e9b0c45a" providerId="ADAL" clId="{26C0FC0F-787E-4AFE-AA9A-4E52AC6E2AD8}" dt="2025-09-21T11:07:06.768" v="30724"/>
          <ac:spMkLst>
            <pc:docMk/>
            <pc:sldMk cId="874727719" sldId="293"/>
            <ac:spMk id="140" creationId="{FBA5C1B6-67C4-7DE1-35FE-8EC5709AAD71}"/>
          </ac:spMkLst>
        </pc:spChg>
        <pc:spChg chg="add del mod">
          <ac:chgData name="Robert de Groote" userId="2ce5265b-80a0-4fb8-a62a-8035e9b0c45a" providerId="ADAL" clId="{26C0FC0F-787E-4AFE-AA9A-4E52AC6E2AD8}" dt="2025-09-21T11:07:06.784" v="30733"/>
          <ac:spMkLst>
            <pc:docMk/>
            <pc:sldMk cId="874727719" sldId="293"/>
            <ac:spMk id="141" creationId="{904304BD-84CC-8AF4-8E2A-12BF5FCFC30F}"/>
          </ac:spMkLst>
        </pc:spChg>
        <pc:spChg chg="add del mod">
          <ac:chgData name="Robert de Groote" userId="2ce5265b-80a0-4fb8-a62a-8035e9b0c45a" providerId="ADAL" clId="{26C0FC0F-787E-4AFE-AA9A-4E52AC6E2AD8}" dt="2025-09-21T11:07:15.993" v="30810"/>
          <ac:spMkLst>
            <pc:docMk/>
            <pc:sldMk cId="874727719" sldId="293"/>
            <ac:spMk id="142" creationId="{2C302252-708B-2C9B-2E5C-6FB40B0C5063}"/>
          </ac:spMkLst>
        </pc:spChg>
        <pc:spChg chg="add del mod">
          <ac:chgData name="Robert de Groote" userId="2ce5265b-80a0-4fb8-a62a-8035e9b0c45a" providerId="ADAL" clId="{26C0FC0F-787E-4AFE-AA9A-4E52AC6E2AD8}" dt="2025-09-21T11:07:15.993" v="30810"/>
          <ac:spMkLst>
            <pc:docMk/>
            <pc:sldMk cId="874727719" sldId="293"/>
            <ac:spMk id="143" creationId="{5EA8ADBA-B181-CA7F-A45A-A3801100E614}"/>
          </ac:spMkLst>
        </pc:spChg>
        <pc:spChg chg="add del mod">
          <ac:chgData name="Robert de Groote" userId="2ce5265b-80a0-4fb8-a62a-8035e9b0c45a" providerId="ADAL" clId="{26C0FC0F-787E-4AFE-AA9A-4E52AC6E2AD8}" dt="2025-09-21T11:07:15.914" v="30769"/>
          <ac:spMkLst>
            <pc:docMk/>
            <pc:sldMk cId="874727719" sldId="293"/>
            <ac:spMk id="144" creationId="{989E8CEF-8A53-E998-C973-2F3196CCE5E3}"/>
          </ac:spMkLst>
        </pc:spChg>
        <pc:spChg chg="add del mod">
          <ac:chgData name="Robert de Groote" userId="2ce5265b-80a0-4fb8-a62a-8035e9b0c45a" providerId="ADAL" clId="{26C0FC0F-787E-4AFE-AA9A-4E52AC6E2AD8}" dt="2025-09-21T11:07:15.945" v="30778"/>
          <ac:spMkLst>
            <pc:docMk/>
            <pc:sldMk cId="874727719" sldId="293"/>
            <ac:spMk id="145" creationId="{F05A665D-52DF-A5CB-2791-652A55BB6B2B}"/>
          </ac:spMkLst>
        </pc:spChg>
        <pc:spChg chg="add del mod">
          <ac:chgData name="Robert de Groote" userId="2ce5265b-80a0-4fb8-a62a-8035e9b0c45a" providerId="ADAL" clId="{26C0FC0F-787E-4AFE-AA9A-4E52AC6E2AD8}" dt="2025-09-21T11:07:15.962" v="30787"/>
          <ac:spMkLst>
            <pc:docMk/>
            <pc:sldMk cId="874727719" sldId="293"/>
            <ac:spMk id="146" creationId="{DA3F88D4-17EF-3EB3-2722-0D0A91AF800C}"/>
          </ac:spMkLst>
        </pc:spChg>
        <pc:spChg chg="add del mod">
          <ac:chgData name="Robert de Groote" userId="2ce5265b-80a0-4fb8-a62a-8035e9b0c45a" providerId="ADAL" clId="{26C0FC0F-787E-4AFE-AA9A-4E52AC6E2AD8}" dt="2025-09-21T11:07:15.977" v="30796"/>
          <ac:spMkLst>
            <pc:docMk/>
            <pc:sldMk cId="874727719" sldId="293"/>
            <ac:spMk id="147" creationId="{9F5A8A45-095E-9F97-7E51-B6C4175B3E59}"/>
          </ac:spMkLst>
        </pc:spChg>
        <pc:spChg chg="add del mod">
          <ac:chgData name="Robert de Groote" userId="2ce5265b-80a0-4fb8-a62a-8035e9b0c45a" providerId="ADAL" clId="{26C0FC0F-787E-4AFE-AA9A-4E52AC6E2AD8}" dt="2025-09-21T11:07:20.993" v="30872"/>
          <ac:spMkLst>
            <pc:docMk/>
            <pc:sldMk cId="874727719" sldId="293"/>
            <ac:spMk id="148" creationId="{41CE9CFB-B135-FC8F-DD3D-D15CDF30096F}"/>
          </ac:spMkLst>
        </pc:spChg>
        <pc:spChg chg="add del mod">
          <ac:chgData name="Robert de Groote" userId="2ce5265b-80a0-4fb8-a62a-8035e9b0c45a" providerId="ADAL" clId="{26C0FC0F-787E-4AFE-AA9A-4E52AC6E2AD8}" dt="2025-09-21T11:07:20.993" v="30872"/>
          <ac:spMkLst>
            <pc:docMk/>
            <pc:sldMk cId="874727719" sldId="293"/>
            <ac:spMk id="149" creationId="{FB90F51F-AB1C-98B6-84F6-91E7C2421F83}"/>
          </ac:spMkLst>
        </pc:spChg>
        <pc:spChg chg="add del mod">
          <ac:chgData name="Robert de Groote" userId="2ce5265b-80a0-4fb8-a62a-8035e9b0c45a" providerId="ADAL" clId="{26C0FC0F-787E-4AFE-AA9A-4E52AC6E2AD8}" dt="2025-09-21T11:07:20.899" v="30831"/>
          <ac:spMkLst>
            <pc:docMk/>
            <pc:sldMk cId="874727719" sldId="293"/>
            <ac:spMk id="150" creationId="{DE17F8DA-5A79-EABD-A15C-2402766C1576}"/>
          </ac:spMkLst>
        </pc:spChg>
        <pc:spChg chg="add del mod">
          <ac:chgData name="Robert de Groote" userId="2ce5265b-80a0-4fb8-a62a-8035e9b0c45a" providerId="ADAL" clId="{26C0FC0F-787E-4AFE-AA9A-4E52AC6E2AD8}" dt="2025-09-21T11:07:20.930" v="30840"/>
          <ac:spMkLst>
            <pc:docMk/>
            <pc:sldMk cId="874727719" sldId="293"/>
            <ac:spMk id="151" creationId="{E84999B8-3469-9586-3B70-A76EB486CC7E}"/>
          </ac:spMkLst>
        </pc:spChg>
        <pc:spChg chg="add del mod">
          <ac:chgData name="Robert de Groote" userId="2ce5265b-80a0-4fb8-a62a-8035e9b0c45a" providerId="ADAL" clId="{26C0FC0F-787E-4AFE-AA9A-4E52AC6E2AD8}" dt="2025-09-21T11:07:20.946" v="30849"/>
          <ac:spMkLst>
            <pc:docMk/>
            <pc:sldMk cId="874727719" sldId="293"/>
            <ac:spMk id="152" creationId="{75606315-7443-3265-30D9-78A7C0F5BCDE}"/>
          </ac:spMkLst>
        </pc:spChg>
        <pc:spChg chg="add del mod">
          <ac:chgData name="Robert de Groote" userId="2ce5265b-80a0-4fb8-a62a-8035e9b0c45a" providerId="ADAL" clId="{26C0FC0F-787E-4AFE-AA9A-4E52AC6E2AD8}" dt="2025-09-21T11:07:20.962" v="30858"/>
          <ac:spMkLst>
            <pc:docMk/>
            <pc:sldMk cId="874727719" sldId="293"/>
            <ac:spMk id="153" creationId="{ED99A5A5-EE52-F30E-F544-FD0CBA628281}"/>
          </ac:spMkLst>
        </pc:spChg>
        <pc:spChg chg="add del mod">
          <ac:chgData name="Robert de Groote" userId="2ce5265b-80a0-4fb8-a62a-8035e9b0c45a" providerId="ADAL" clId="{26C0FC0F-787E-4AFE-AA9A-4E52AC6E2AD8}" dt="2025-09-21T11:07:25.437" v="30934"/>
          <ac:spMkLst>
            <pc:docMk/>
            <pc:sldMk cId="874727719" sldId="293"/>
            <ac:spMk id="154" creationId="{73CC1262-9BA5-018B-2E66-452F05788857}"/>
          </ac:spMkLst>
        </pc:spChg>
        <pc:spChg chg="add del mod">
          <ac:chgData name="Robert de Groote" userId="2ce5265b-80a0-4fb8-a62a-8035e9b0c45a" providerId="ADAL" clId="{26C0FC0F-787E-4AFE-AA9A-4E52AC6E2AD8}" dt="2025-09-21T11:07:25.437" v="30934"/>
          <ac:spMkLst>
            <pc:docMk/>
            <pc:sldMk cId="874727719" sldId="293"/>
            <ac:spMk id="155" creationId="{A497AC31-856F-9033-77D9-475FCDE836EC}"/>
          </ac:spMkLst>
        </pc:spChg>
        <pc:spChg chg="add del mod">
          <ac:chgData name="Robert de Groote" userId="2ce5265b-80a0-4fb8-a62a-8035e9b0c45a" providerId="ADAL" clId="{26C0FC0F-787E-4AFE-AA9A-4E52AC6E2AD8}" dt="2025-09-21T11:07:25.343" v="30893"/>
          <ac:spMkLst>
            <pc:docMk/>
            <pc:sldMk cId="874727719" sldId="293"/>
            <ac:spMk id="156" creationId="{0C8F8267-6F06-D836-3ED9-C57007B2CD1C}"/>
          </ac:spMkLst>
        </pc:spChg>
        <pc:spChg chg="add del mod">
          <ac:chgData name="Robert de Groote" userId="2ce5265b-80a0-4fb8-a62a-8035e9b0c45a" providerId="ADAL" clId="{26C0FC0F-787E-4AFE-AA9A-4E52AC6E2AD8}" dt="2025-09-21T11:07:25.374" v="30902"/>
          <ac:spMkLst>
            <pc:docMk/>
            <pc:sldMk cId="874727719" sldId="293"/>
            <ac:spMk id="157" creationId="{72D40CFB-0EEF-A6EB-6F20-3D361290038B}"/>
          </ac:spMkLst>
        </pc:spChg>
        <pc:spChg chg="add del mod">
          <ac:chgData name="Robert de Groote" userId="2ce5265b-80a0-4fb8-a62a-8035e9b0c45a" providerId="ADAL" clId="{26C0FC0F-787E-4AFE-AA9A-4E52AC6E2AD8}" dt="2025-09-21T11:07:25.405" v="30911"/>
          <ac:spMkLst>
            <pc:docMk/>
            <pc:sldMk cId="874727719" sldId="293"/>
            <ac:spMk id="158" creationId="{81EF1BA6-41B0-577D-3198-93C6830B315F}"/>
          </ac:spMkLst>
        </pc:spChg>
        <pc:spChg chg="add del mod">
          <ac:chgData name="Robert de Groote" userId="2ce5265b-80a0-4fb8-a62a-8035e9b0c45a" providerId="ADAL" clId="{26C0FC0F-787E-4AFE-AA9A-4E52AC6E2AD8}" dt="2025-09-21T11:07:25.421" v="30920"/>
          <ac:spMkLst>
            <pc:docMk/>
            <pc:sldMk cId="874727719" sldId="293"/>
            <ac:spMk id="159" creationId="{CFB80E8C-F9A2-71C2-6EC9-5F08A3C6F1A4}"/>
          </ac:spMkLst>
        </pc:spChg>
        <pc:spChg chg="add del mod">
          <ac:chgData name="Robert de Groote" userId="2ce5265b-80a0-4fb8-a62a-8035e9b0c45a" providerId="ADAL" clId="{26C0FC0F-787E-4AFE-AA9A-4E52AC6E2AD8}" dt="2025-09-21T12:10:47.059" v="34079"/>
          <ac:spMkLst>
            <pc:docMk/>
            <pc:sldMk cId="874727719" sldId="293"/>
            <ac:spMk id="163" creationId="{CBA4DD4A-CA63-5A5F-723D-F2E97A239A94}"/>
          </ac:spMkLst>
        </pc:spChg>
        <pc:spChg chg="add del mod">
          <ac:chgData name="Robert de Groote" userId="2ce5265b-80a0-4fb8-a62a-8035e9b0c45a" providerId="ADAL" clId="{26C0FC0F-787E-4AFE-AA9A-4E52AC6E2AD8}" dt="2025-09-21T12:10:46.988" v="34058"/>
          <ac:spMkLst>
            <pc:docMk/>
            <pc:sldMk cId="874727719" sldId="293"/>
            <ac:spMk id="165" creationId="{8FB6D364-AC6E-7225-326D-3A88D79A4B3B}"/>
          </ac:spMkLst>
        </pc:spChg>
        <pc:spChg chg="add del mod">
          <ac:chgData name="Robert de Groote" userId="2ce5265b-80a0-4fb8-a62a-8035e9b0c45a" providerId="ADAL" clId="{26C0FC0F-787E-4AFE-AA9A-4E52AC6E2AD8}" dt="2025-09-21T12:10:47.025" v="34067"/>
          <ac:spMkLst>
            <pc:docMk/>
            <pc:sldMk cId="874727719" sldId="293"/>
            <ac:spMk id="166" creationId="{76C0A7BA-55E8-E486-2B77-968C65499E9D}"/>
          </ac:spMkLst>
        </pc:spChg>
        <pc:spChg chg="add del mod">
          <ac:chgData name="Robert de Groote" userId="2ce5265b-80a0-4fb8-a62a-8035e9b0c45a" providerId="ADAL" clId="{26C0FC0F-787E-4AFE-AA9A-4E52AC6E2AD8}" dt="2025-09-21T12:11:10.549" v="34149"/>
          <ac:spMkLst>
            <pc:docMk/>
            <pc:sldMk cId="874727719" sldId="293"/>
            <ac:spMk id="170" creationId="{5883533D-68AE-2DC9-E4C1-6FF41463FF39}"/>
          </ac:spMkLst>
        </pc:spChg>
        <pc:spChg chg="add del mod">
          <ac:chgData name="Robert de Groote" userId="2ce5265b-80a0-4fb8-a62a-8035e9b0c45a" providerId="ADAL" clId="{26C0FC0F-787E-4AFE-AA9A-4E52AC6E2AD8}" dt="2025-09-21T12:11:10.483" v="34128"/>
          <ac:spMkLst>
            <pc:docMk/>
            <pc:sldMk cId="874727719" sldId="293"/>
            <ac:spMk id="172" creationId="{16B8CF67-9B51-A9C9-1D70-4B606D05BD24}"/>
          </ac:spMkLst>
        </pc:spChg>
        <pc:spChg chg="add del mod">
          <ac:chgData name="Robert de Groote" userId="2ce5265b-80a0-4fb8-a62a-8035e9b0c45a" providerId="ADAL" clId="{26C0FC0F-787E-4AFE-AA9A-4E52AC6E2AD8}" dt="2025-09-21T12:11:10.524" v="34137"/>
          <ac:spMkLst>
            <pc:docMk/>
            <pc:sldMk cId="874727719" sldId="293"/>
            <ac:spMk id="173" creationId="{90B98CED-CD48-C402-1A20-282EDD3F6A4D}"/>
          </ac:spMkLst>
        </pc:spChg>
        <pc:spChg chg="add mod">
          <ac:chgData name="Robert de Groote" userId="2ce5265b-80a0-4fb8-a62a-8035e9b0c45a" providerId="ADAL" clId="{26C0FC0F-787E-4AFE-AA9A-4E52AC6E2AD8}" dt="2025-09-21T12:12:25.468" v="34179" actId="164"/>
          <ac:spMkLst>
            <pc:docMk/>
            <pc:sldMk cId="874727719" sldId="293"/>
            <ac:spMk id="174" creationId="{E19E2BD7-C45E-1661-C346-6DB91F3773B3}"/>
          </ac:spMkLst>
        </pc:spChg>
        <pc:spChg chg="add mod">
          <ac:chgData name="Robert de Groote" userId="2ce5265b-80a0-4fb8-a62a-8035e9b0c45a" providerId="ADAL" clId="{26C0FC0F-787E-4AFE-AA9A-4E52AC6E2AD8}" dt="2025-09-21T12:12:25.468" v="34179" actId="164"/>
          <ac:spMkLst>
            <pc:docMk/>
            <pc:sldMk cId="874727719" sldId="293"/>
            <ac:spMk id="175" creationId="{3FBCA719-4C04-ECCA-9022-830B6DBE3472}"/>
          </ac:spMkLst>
        </pc:spChg>
        <pc:spChg chg="add mod">
          <ac:chgData name="Robert de Groote" userId="2ce5265b-80a0-4fb8-a62a-8035e9b0c45a" providerId="ADAL" clId="{26C0FC0F-787E-4AFE-AA9A-4E52AC6E2AD8}" dt="2025-09-21T12:17:49.985" v="34437" actId="14100"/>
          <ac:spMkLst>
            <pc:docMk/>
            <pc:sldMk cId="874727719" sldId="293"/>
            <ac:spMk id="177" creationId="{D4EA2324-5AFC-A756-4912-D28A7090C222}"/>
          </ac:spMkLst>
        </pc:spChg>
        <pc:spChg chg="add del mod">
          <ac:chgData name="Robert de Groote" userId="2ce5265b-80a0-4fb8-a62a-8035e9b0c45a" providerId="ADAL" clId="{26C0FC0F-787E-4AFE-AA9A-4E52AC6E2AD8}" dt="2025-09-21T12:18:26.175" v="34536" actId="21"/>
          <ac:spMkLst>
            <pc:docMk/>
            <pc:sldMk cId="874727719" sldId="293"/>
            <ac:spMk id="178" creationId="{6595D478-42CD-7177-36E5-A0802708EDFA}"/>
          </ac:spMkLst>
        </pc:spChg>
        <pc:grpChg chg="mod">
          <ac:chgData name="Robert de Groote" userId="2ce5265b-80a0-4fb8-a62a-8035e9b0c45a" providerId="ADAL" clId="{26C0FC0F-787E-4AFE-AA9A-4E52AC6E2AD8}" dt="2025-09-21T11:04:31.144" v="29370" actId="1076"/>
          <ac:grpSpMkLst>
            <pc:docMk/>
            <pc:sldMk cId="874727719" sldId="293"/>
            <ac:grpSpMk id="4" creationId="{802D35E2-3033-C5A5-3F3D-371D98E85303}"/>
          </ac:grpSpMkLst>
        </pc:grpChg>
        <pc:grpChg chg="del mod">
          <ac:chgData name="Robert de Groote" userId="2ce5265b-80a0-4fb8-a62a-8035e9b0c45a" providerId="ADAL" clId="{26C0FC0F-787E-4AFE-AA9A-4E52AC6E2AD8}" dt="2025-09-21T12:02:56.649" v="33972" actId="478"/>
          <ac:grpSpMkLst>
            <pc:docMk/>
            <pc:sldMk cId="874727719" sldId="293"/>
            <ac:grpSpMk id="8" creationId="{E48DEF9D-EA04-3970-E80A-51A4A1C4AFEB}"/>
          </ac:grpSpMkLst>
        </pc:grpChg>
        <pc:grpChg chg="del mod">
          <ac:chgData name="Robert de Groote" userId="2ce5265b-80a0-4fb8-a62a-8035e9b0c45a" providerId="ADAL" clId="{26C0FC0F-787E-4AFE-AA9A-4E52AC6E2AD8}" dt="2025-09-21T11:07:10.967" v="30748" actId="165"/>
          <ac:grpSpMkLst>
            <pc:docMk/>
            <pc:sldMk cId="874727719" sldId="293"/>
            <ac:grpSpMk id="11" creationId="{196EC1D7-0829-52EC-96B0-80AF766DCC9E}"/>
          </ac:grpSpMkLst>
        </pc:grpChg>
        <pc:grpChg chg="del mod">
          <ac:chgData name="Robert de Groote" userId="2ce5265b-80a0-4fb8-a62a-8035e9b0c45a" providerId="ADAL" clId="{26C0FC0F-787E-4AFE-AA9A-4E52AC6E2AD8}" dt="2025-09-21T11:07:01.228" v="30685" actId="165"/>
          <ac:grpSpMkLst>
            <pc:docMk/>
            <pc:sldMk cId="874727719" sldId="293"/>
            <ac:grpSpMk id="14" creationId="{538DF41B-2AC0-A3BB-34A6-613AE1A4AB15}"/>
          </ac:grpSpMkLst>
        </pc:grpChg>
        <pc:grpChg chg="del mod ord">
          <ac:chgData name="Robert de Groote" userId="2ce5265b-80a0-4fb8-a62a-8035e9b0c45a" providerId="ADAL" clId="{26C0FC0F-787E-4AFE-AA9A-4E52AC6E2AD8}" dt="2025-09-21T11:06:42.253" v="30560" actId="165"/>
          <ac:grpSpMkLst>
            <pc:docMk/>
            <pc:sldMk cId="874727719" sldId="293"/>
            <ac:grpSpMk id="16" creationId="{150A89C0-5F5A-3551-2059-2DBD749B50B4}"/>
          </ac:grpSpMkLst>
        </pc:grpChg>
        <pc:grpChg chg="del mod">
          <ac:chgData name="Robert de Groote" userId="2ce5265b-80a0-4fb8-a62a-8035e9b0c45a" providerId="ADAL" clId="{26C0FC0F-787E-4AFE-AA9A-4E52AC6E2AD8}" dt="2025-09-21T12:01:50.858" v="33515" actId="478"/>
          <ac:grpSpMkLst>
            <pc:docMk/>
            <pc:sldMk cId="874727719" sldId="293"/>
            <ac:grpSpMk id="22" creationId="{1885E7AB-1BC7-DA61-D664-BEC91C7ED865}"/>
          </ac:grpSpMkLst>
        </pc:grpChg>
        <pc:grpChg chg="del mod ord">
          <ac:chgData name="Robert de Groote" userId="2ce5265b-80a0-4fb8-a62a-8035e9b0c45a" providerId="ADAL" clId="{26C0FC0F-787E-4AFE-AA9A-4E52AC6E2AD8}" dt="2025-09-21T12:01:50.858" v="33515" actId="478"/>
          <ac:grpSpMkLst>
            <pc:docMk/>
            <pc:sldMk cId="874727719" sldId="293"/>
            <ac:grpSpMk id="23" creationId="{648B7CC4-B006-3DE0-DBE8-81CAE831647B}"/>
          </ac:grpSpMkLst>
        </pc:grpChg>
        <pc:grpChg chg="del mod ord">
          <ac:chgData name="Robert de Groote" userId="2ce5265b-80a0-4fb8-a62a-8035e9b0c45a" providerId="ADAL" clId="{26C0FC0F-787E-4AFE-AA9A-4E52AC6E2AD8}" dt="2025-09-21T12:02:58.561" v="33973" actId="478"/>
          <ac:grpSpMkLst>
            <pc:docMk/>
            <pc:sldMk cId="874727719" sldId="293"/>
            <ac:grpSpMk id="24" creationId="{8B6EEE4F-0800-A6EC-4E38-2C4C3A565B5A}"/>
          </ac:grpSpMkLst>
        </pc:grpChg>
        <pc:grpChg chg="add del mod">
          <ac:chgData name="Robert de Groote" userId="2ce5265b-80a0-4fb8-a62a-8035e9b0c45a" providerId="ADAL" clId="{26C0FC0F-787E-4AFE-AA9A-4E52AC6E2AD8}" dt="2025-09-21T11:05:31.037" v="30160" actId="1076"/>
          <ac:grpSpMkLst>
            <pc:docMk/>
            <pc:sldMk cId="874727719" sldId="293"/>
            <ac:grpSpMk id="63" creationId="{564903B5-E963-7547-C16E-B23EFA21B2E5}"/>
          </ac:grpSpMkLst>
        </pc:grpChg>
        <pc:grpChg chg="add del mod">
          <ac:chgData name="Robert de Groote" userId="2ce5265b-80a0-4fb8-a62a-8035e9b0c45a" providerId="ADAL" clId="{26C0FC0F-787E-4AFE-AA9A-4E52AC6E2AD8}" dt="2025-09-21T11:05:31.037" v="30158" actId="1076"/>
          <ac:grpSpMkLst>
            <pc:docMk/>
            <pc:sldMk cId="874727719" sldId="293"/>
            <ac:grpSpMk id="66" creationId="{0909E759-437A-E8F8-268F-0CE0842C4AF0}"/>
          </ac:grpSpMkLst>
        </pc:grpChg>
        <pc:grpChg chg="add del mod">
          <ac:chgData name="Robert de Groote" userId="2ce5265b-80a0-4fb8-a62a-8035e9b0c45a" providerId="ADAL" clId="{26C0FC0F-787E-4AFE-AA9A-4E52AC6E2AD8}" dt="2025-09-21T11:05:31.037" v="30156" actId="1076"/>
          <ac:grpSpMkLst>
            <pc:docMk/>
            <pc:sldMk cId="874727719" sldId="293"/>
            <ac:grpSpMk id="69" creationId="{7887473F-1D7C-71F9-151B-B05229D2E204}"/>
          </ac:grpSpMkLst>
        </pc:grpChg>
        <pc:grpChg chg="add del mod ord">
          <ac:chgData name="Robert de Groote" userId="2ce5265b-80a0-4fb8-a62a-8035e9b0c45a" providerId="ADAL" clId="{26C0FC0F-787E-4AFE-AA9A-4E52AC6E2AD8}" dt="2025-09-21T11:05:31.019" v="30122" actId="1076"/>
          <ac:grpSpMkLst>
            <pc:docMk/>
            <pc:sldMk cId="874727719" sldId="293"/>
            <ac:grpSpMk id="73" creationId="{1E2AEA39-F1A4-071B-D748-0E6B3EE9F5ED}"/>
          </ac:grpSpMkLst>
        </pc:grpChg>
        <pc:grpChg chg="add del mod ord">
          <ac:chgData name="Robert de Groote" userId="2ce5265b-80a0-4fb8-a62a-8035e9b0c45a" providerId="ADAL" clId="{26C0FC0F-787E-4AFE-AA9A-4E52AC6E2AD8}" dt="2025-09-21T11:05:31.019" v="30120" actId="1076"/>
          <ac:grpSpMkLst>
            <pc:docMk/>
            <pc:sldMk cId="874727719" sldId="293"/>
            <ac:grpSpMk id="76" creationId="{834E30D8-C56E-166C-C523-44A4DB8FCB42}"/>
          </ac:grpSpMkLst>
        </pc:grpChg>
        <pc:grpChg chg="add del mod ord">
          <ac:chgData name="Robert de Groote" userId="2ce5265b-80a0-4fb8-a62a-8035e9b0c45a" providerId="ADAL" clId="{26C0FC0F-787E-4AFE-AA9A-4E52AC6E2AD8}" dt="2025-09-21T11:05:31.019" v="30121" actId="1076"/>
          <ac:grpSpMkLst>
            <pc:docMk/>
            <pc:sldMk cId="874727719" sldId="293"/>
            <ac:grpSpMk id="79" creationId="{03366A52-58D5-C7FC-EBF1-DD17F30AD1B9}"/>
          </ac:grpSpMkLst>
        </pc:grpChg>
        <pc:grpChg chg="add del mod ord">
          <ac:chgData name="Robert de Groote" userId="2ce5265b-80a0-4fb8-a62a-8035e9b0c45a" providerId="ADAL" clId="{26C0FC0F-787E-4AFE-AA9A-4E52AC6E2AD8}" dt="2025-09-21T11:05:30.972" v="29957" actId="1076"/>
          <ac:grpSpMkLst>
            <pc:docMk/>
            <pc:sldMk cId="874727719" sldId="293"/>
            <ac:grpSpMk id="84" creationId="{70B66C25-DE33-8B16-77A7-E138E130A362}"/>
          </ac:grpSpMkLst>
        </pc:grpChg>
        <pc:grpChg chg="add del mod ord">
          <ac:chgData name="Robert de Groote" userId="2ce5265b-80a0-4fb8-a62a-8035e9b0c45a" providerId="ADAL" clId="{26C0FC0F-787E-4AFE-AA9A-4E52AC6E2AD8}" dt="2025-09-21T11:05:30.972" v="29956" actId="1076"/>
          <ac:grpSpMkLst>
            <pc:docMk/>
            <pc:sldMk cId="874727719" sldId="293"/>
            <ac:grpSpMk id="87" creationId="{9A76A746-BB74-30AE-E58E-2333CDE9C503}"/>
          </ac:grpSpMkLst>
        </pc:grpChg>
        <pc:grpChg chg="add del mod ord">
          <ac:chgData name="Robert de Groote" userId="2ce5265b-80a0-4fb8-a62a-8035e9b0c45a" providerId="ADAL" clId="{26C0FC0F-787E-4AFE-AA9A-4E52AC6E2AD8}" dt="2025-09-21T11:05:30.956" v="29955" actId="1076"/>
          <ac:grpSpMkLst>
            <pc:docMk/>
            <pc:sldMk cId="874727719" sldId="293"/>
            <ac:grpSpMk id="90" creationId="{43C2CD35-FC2D-2D98-556E-3574A5C71084}"/>
          </ac:grpSpMkLst>
        </pc:grpChg>
        <pc:grpChg chg="add mod ord">
          <ac:chgData name="Robert de Groote" userId="2ce5265b-80a0-4fb8-a62a-8035e9b0c45a" providerId="ADAL" clId="{26C0FC0F-787E-4AFE-AA9A-4E52AC6E2AD8}" dt="2025-09-21T12:13:03.320" v="34184" actId="167"/>
          <ac:grpSpMkLst>
            <pc:docMk/>
            <pc:sldMk cId="874727719" sldId="293"/>
            <ac:grpSpMk id="176" creationId="{560CF918-59D7-16BB-6D5D-005520CE20E5}"/>
          </ac:grpSpMkLst>
        </pc:grpChg>
        <pc:cxnChg chg="del mod">
          <ac:chgData name="Robert de Groote" userId="2ce5265b-80a0-4fb8-a62a-8035e9b0c45a" providerId="ADAL" clId="{26C0FC0F-787E-4AFE-AA9A-4E52AC6E2AD8}" dt="2025-09-21T12:02:01.133" v="33520" actId="478"/>
          <ac:cxnSpMkLst>
            <pc:docMk/>
            <pc:sldMk cId="874727719" sldId="293"/>
            <ac:cxnSpMk id="27" creationId="{B88ED37F-F651-0396-E8E3-90C6486140FA}"/>
          </ac:cxnSpMkLst>
        </pc:cxnChg>
        <pc:cxnChg chg="del mod">
          <ac:chgData name="Robert de Groote" userId="2ce5265b-80a0-4fb8-a62a-8035e9b0c45a" providerId="ADAL" clId="{26C0FC0F-787E-4AFE-AA9A-4E52AC6E2AD8}" dt="2025-09-21T12:02:02.075" v="33521" actId="478"/>
          <ac:cxnSpMkLst>
            <pc:docMk/>
            <pc:sldMk cId="874727719" sldId="293"/>
            <ac:cxnSpMk id="30" creationId="{57AA0292-C39A-AE2E-54D1-DA58DEDAE65E}"/>
          </ac:cxnSpMkLst>
        </pc:cxnChg>
        <pc:cxnChg chg="mod">
          <ac:chgData name="Robert de Groote" userId="2ce5265b-80a0-4fb8-a62a-8035e9b0c45a" providerId="ADAL" clId="{26C0FC0F-787E-4AFE-AA9A-4E52AC6E2AD8}" dt="2025-09-21T12:04:34.418" v="33988" actId="478"/>
          <ac:cxnSpMkLst>
            <pc:docMk/>
            <pc:sldMk cId="874727719" sldId="293"/>
            <ac:cxnSpMk id="32" creationId="{2C48BCB6-ACBA-EFF6-CBD2-4A98BC8FEB99}"/>
          </ac:cxnSpMkLst>
        </pc:cxnChg>
        <pc:cxnChg chg="mod">
          <ac:chgData name="Robert de Groote" userId="2ce5265b-80a0-4fb8-a62a-8035e9b0c45a" providerId="ADAL" clId="{26C0FC0F-787E-4AFE-AA9A-4E52AC6E2AD8}" dt="2025-09-21T12:04:33.008" v="33987" actId="478"/>
          <ac:cxnSpMkLst>
            <pc:docMk/>
            <pc:sldMk cId="874727719" sldId="293"/>
            <ac:cxnSpMk id="36" creationId="{62F1202D-24B1-6B42-A25A-F7F6F10C6FFB}"/>
          </ac:cxnSpMkLst>
        </pc:cxnChg>
        <pc:cxnChg chg="del mod">
          <ac:chgData name="Robert de Groote" userId="2ce5265b-80a0-4fb8-a62a-8035e9b0c45a" providerId="ADAL" clId="{26C0FC0F-787E-4AFE-AA9A-4E52AC6E2AD8}" dt="2025-09-21T12:01:52.299" v="33516" actId="478"/>
          <ac:cxnSpMkLst>
            <pc:docMk/>
            <pc:sldMk cId="874727719" sldId="293"/>
            <ac:cxnSpMk id="37" creationId="{5EDD7E5F-DF37-F153-A9AA-985201CEE5FB}"/>
          </ac:cxnSpMkLst>
        </pc:cxnChg>
        <pc:cxnChg chg="del mod">
          <ac:chgData name="Robert de Groote" userId="2ce5265b-80a0-4fb8-a62a-8035e9b0c45a" providerId="ADAL" clId="{26C0FC0F-787E-4AFE-AA9A-4E52AC6E2AD8}" dt="2025-09-21T12:01:52.920" v="33517" actId="478"/>
          <ac:cxnSpMkLst>
            <pc:docMk/>
            <pc:sldMk cId="874727719" sldId="293"/>
            <ac:cxnSpMk id="38" creationId="{8A56F85A-A411-EACD-6670-2B8D06E37380}"/>
          </ac:cxnSpMkLst>
        </pc:cxnChg>
        <pc:cxnChg chg="del mod">
          <ac:chgData name="Robert de Groote" userId="2ce5265b-80a0-4fb8-a62a-8035e9b0c45a" providerId="ADAL" clId="{26C0FC0F-787E-4AFE-AA9A-4E52AC6E2AD8}" dt="2025-09-21T12:01:53.971" v="33518" actId="478"/>
          <ac:cxnSpMkLst>
            <pc:docMk/>
            <pc:sldMk cId="874727719" sldId="293"/>
            <ac:cxnSpMk id="39" creationId="{6D6B85F9-2D8C-2C15-DD0F-D3DDDB5F84D3}"/>
          </ac:cxnSpMkLst>
        </pc:cxnChg>
        <pc:cxnChg chg="del mod">
          <ac:chgData name="Robert de Groote" userId="2ce5265b-80a0-4fb8-a62a-8035e9b0c45a" providerId="ADAL" clId="{26C0FC0F-787E-4AFE-AA9A-4E52AC6E2AD8}" dt="2025-09-21T12:01:55.110" v="33519" actId="478"/>
          <ac:cxnSpMkLst>
            <pc:docMk/>
            <pc:sldMk cId="874727719" sldId="293"/>
            <ac:cxnSpMk id="40" creationId="{47387D67-DB5B-A785-726D-DCE2AE9FDDBC}"/>
          </ac:cxnSpMkLst>
        </pc:cxnChg>
        <pc:cxnChg chg="del mod">
          <ac:chgData name="Robert de Groote" userId="2ce5265b-80a0-4fb8-a62a-8035e9b0c45a" providerId="ADAL" clId="{26C0FC0F-787E-4AFE-AA9A-4E52AC6E2AD8}" dt="2025-09-21T12:02:16.391" v="33525" actId="478"/>
          <ac:cxnSpMkLst>
            <pc:docMk/>
            <pc:sldMk cId="874727719" sldId="293"/>
            <ac:cxnSpMk id="41" creationId="{09D495C3-D3D3-7BE4-66E7-EA1830C293FF}"/>
          </ac:cxnSpMkLst>
        </pc:cxnChg>
        <pc:cxnChg chg="del mod">
          <ac:chgData name="Robert de Groote" userId="2ce5265b-80a0-4fb8-a62a-8035e9b0c45a" providerId="ADAL" clId="{26C0FC0F-787E-4AFE-AA9A-4E52AC6E2AD8}" dt="2025-09-21T12:02:15.514" v="33524" actId="478"/>
          <ac:cxnSpMkLst>
            <pc:docMk/>
            <pc:sldMk cId="874727719" sldId="293"/>
            <ac:cxnSpMk id="42" creationId="{0C63E46E-0F72-25BB-A5FA-5A582BB5D41E}"/>
          </ac:cxnSpMkLst>
        </pc:cxnChg>
        <pc:cxnChg chg="mod">
          <ac:chgData name="Robert de Groote" userId="2ce5265b-80a0-4fb8-a62a-8035e9b0c45a" providerId="ADAL" clId="{26C0FC0F-787E-4AFE-AA9A-4E52AC6E2AD8}" dt="2025-09-21T12:04:30.565" v="33985" actId="478"/>
          <ac:cxnSpMkLst>
            <pc:docMk/>
            <pc:sldMk cId="874727719" sldId="293"/>
            <ac:cxnSpMk id="43" creationId="{D67E13A0-FDC0-7B5D-1A2D-BE7C87D8FC74}"/>
          </ac:cxnSpMkLst>
        </pc:cxnChg>
        <pc:cxnChg chg="mod">
          <ac:chgData name="Robert de Groote" userId="2ce5265b-80a0-4fb8-a62a-8035e9b0c45a" providerId="ADAL" clId="{26C0FC0F-787E-4AFE-AA9A-4E52AC6E2AD8}" dt="2025-09-21T12:04:31.771" v="33986" actId="478"/>
          <ac:cxnSpMkLst>
            <pc:docMk/>
            <pc:sldMk cId="874727719" sldId="293"/>
            <ac:cxnSpMk id="44" creationId="{C8EF14AC-8A84-83C1-B918-DB188A4EA6BA}"/>
          </ac:cxnSpMkLst>
        </pc:cxnChg>
        <pc:cxnChg chg="mod">
          <ac:chgData name="Robert de Groote" userId="2ce5265b-80a0-4fb8-a62a-8035e9b0c45a" providerId="ADAL" clId="{26C0FC0F-787E-4AFE-AA9A-4E52AC6E2AD8}" dt="2025-09-21T12:04:47.824" v="33989" actId="478"/>
          <ac:cxnSpMkLst>
            <pc:docMk/>
            <pc:sldMk cId="874727719" sldId="293"/>
            <ac:cxnSpMk id="45" creationId="{8210FB4E-17A2-F215-EB61-4577AF4227BD}"/>
          </ac:cxnSpMkLst>
        </pc:cxnChg>
        <pc:cxnChg chg="mod">
          <ac:chgData name="Robert de Groote" userId="2ce5265b-80a0-4fb8-a62a-8035e9b0c45a" providerId="ADAL" clId="{26C0FC0F-787E-4AFE-AA9A-4E52AC6E2AD8}" dt="2025-09-21T12:04:47.824" v="33989" actId="478"/>
          <ac:cxnSpMkLst>
            <pc:docMk/>
            <pc:sldMk cId="874727719" sldId="293"/>
            <ac:cxnSpMk id="46" creationId="{CAC6E0B6-ED16-0207-2950-6F6C66F1314C}"/>
          </ac:cxnSpMkLst>
        </pc:cxnChg>
        <pc:cxnChg chg="add mod ord">
          <ac:chgData name="Robert de Groote" userId="2ce5265b-80a0-4fb8-a62a-8035e9b0c45a" providerId="ADAL" clId="{26C0FC0F-787E-4AFE-AA9A-4E52AC6E2AD8}" dt="2025-09-21T12:12:25.468" v="34179" actId="164"/>
          <ac:cxnSpMkLst>
            <pc:docMk/>
            <pc:sldMk cId="874727719" sldId="293"/>
            <ac:cxnSpMk id="161" creationId="{4080323E-071D-6FBC-FD02-3C89A0111BAF}"/>
          </ac:cxnSpMkLst>
        </pc:cxnChg>
        <pc:cxnChg chg="add del mod">
          <ac:chgData name="Robert de Groote" userId="2ce5265b-80a0-4fb8-a62a-8035e9b0c45a" providerId="ADAL" clId="{26C0FC0F-787E-4AFE-AA9A-4E52AC6E2AD8}" dt="2025-09-21T12:10:47.059" v="34079"/>
          <ac:cxnSpMkLst>
            <pc:docMk/>
            <pc:sldMk cId="874727719" sldId="293"/>
            <ac:cxnSpMk id="164" creationId="{141C673B-AAA2-8D2A-0918-2F03DE693FA5}"/>
          </ac:cxnSpMkLst>
        </pc:cxnChg>
        <pc:cxnChg chg="add mod ord">
          <ac:chgData name="Robert de Groote" userId="2ce5265b-80a0-4fb8-a62a-8035e9b0c45a" providerId="ADAL" clId="{26C0FC0F-787E-4AFE-AA9A-4E52AC6E2AD8}" dt="2025-09-21T12:12:25.468" v="34179" actId="164"/>
          <ac:cxnSpMkLst>
            <pc:docMk/>
            <pc:sldMk cId="874727719" sldId="293"/>
            <ac:cxnSpMk id="167" creationId="{E2A7E903-C0B1-04A9-6BF9-88FEF256E0E1}"/>
          </ac:cxnSpMkLst>
        </pc:cxnChg>
        <pc:cxnChg chg="add del mod">
          <ac:chgData name="Robert de Groote" userId="2ce5265b-80a0-4fb8-a62a-8035e9b0c45a" providerId="ADAL" clId="{26C0FC0F-787E-4AFE-AA9A-4E52AC6E2AD8}" dt="2025-09-21T12:11:05.674" v="34107"/>
          <ac:cxnSpMkLst>
            <pc:docMk/>
            <pc:sldMk cId="874727719" sldId="293"/>
            <ac:cxnSpMk id="168" creationId="{D18008BD-D4CA-5495-843B-1B69523BDDF7}"/>
          </ac:cxnSpMkLst>
        </pc:cxnChg>
        <pc:cxnChg chg="add del mod">
          <ac:chgData name="Robert de Groote" userId="2ce5265b-80a0-4fb8-a62a-8035e9b0c45a" providerId="ADAL" clId="{26C0FC0F-787E-4AFE-AA9A-4E52AC6E2AD8}" dt="2025-09-21T12:11:05.674" v="34107"/>
          <ac:cxnSpMkLst>
            <pc:docMk/>
            <pc:sldMk cId="874727719" sldId="293"/>
            <ac:cxnSpMk id="169" creationId="{09A56ABB-C14A-01E6-41E7-B853349D8BB7}"/>
          </ac:cxnSpMkLst>
        </pc:cxnChg>
        <pc:cxnChg chg="add del mod">
          <ac:chgData name="Robert de Groote" userId="2ce5265b-80a0-4fb8-a62a-8035e9b0c45a" providerId="ADAL" clId="{26C0FC0F-787E-4AFE-AA9A-4E52AC6E2AD8}" dt="2025-09-21T12:11:10.549" v="34149"/>
          <ac:cxnSpMkLst>
            <pc:docMk/>
            <pc:sldMk cId="874727719" sldId="293"/>
            <ac:cxnSpMk id="171" creationId="{E91DAF52-BA10-2194-DDAD-BD1CA6A66DDC}"/>
          </ac:cxnSpMkLst>
        </pc:cxnChg>
      </pc:sldChg>
      <pc:sldChg chg="addSp delSp modSp add mod delAnim modAnim">
        <pc:chgData name="Robert de Groote" userId="2ce5265b-80a0-4fb8-a62a-8035e9b0c45a" providerId="ADAL" clId="{26C0FC0F-787E-4AFE-AA9A-4E52AC6E2AD8}" dt="2025-09-21T12:43:47.673" v="34956"/>
        <pc:sldMkLst>
          <pc:docMk/>
          <pc:sldMk cId="95491915" sldId="294"/>
        </pc:sldMkLst>
        <pc:spChg chg="mod">
          <ac:chgData name="Robert de Groote" userId="2ce5265b-80a0-4fb8-a62a-8035e9b0c45a" providerId="ADAL" clId="{26C0FC0F-787E-4AFE-AA9A-4E52AC6E2AD8}" dt="2025-09-18T16:58:36.819" v="19875" actId="14100"/>
          <ac:spMkLst>
            <pc:docMk/>
            <pc:sldMk cId="95491915" sldId="294"/>
            <ac:spMk id="2" creationId="{596621B2-614A-6B46-6995-34D237DBDE63}"/>
          </ac:spMkLst>
        </pc:spChg>
        <pc:spChg chg="mod">
          <ac:chgData name="Robert de Groote" userId="2ce5265b-80a0-4fb8-a62a-8035e9b0c45a" providerId="ADAL" clId="{26C0FC0F-787E-4AFE-AA9A-4E52AC6E2AD8}" dt="2025-09-19T13:04:37.924" v="26089" actId="20577"/>
          <ac:spMkLst>
            <pc:docMk/>
            <pc:sldMk cId="95491915" sldId="294"/>
            <ac:spMk id="3" creationId="{B210D4DE-99D7-1FBA-E014-443D0CD34DB4}"/>
          </ac:spMkLst>
        </pc:spChg>
        <pc:spChg chg="mod">
          <ac:chgData name="Robert de Groote" userId="2ce5265b-80a0-4fb8-a62a-8035e9b0c45a" providerId="ADAL" clId="{26C0FC0F-787E-4AFE-AA9A-4E52AC6E2AD8}" dt="2025-09-18T16:58:27.091" v="19867"/>
          <ac:spMkLst>
            <pc:docMk/>
            <pc:sldMk cId="95491915" sldId="294"/>
            <ac:spMk id="6" creationId="{10985604-158F-23D4-3A02-7240A0DF8011}"/>
          </ac:spMkLst>
        </pc:spChg>
        <pc:spChg chg="add mod ord">
          <ac:chgData name="Robert de Groote" userId="2ce5265b-80a0-4fb8-a62a-8035e9b0c45a" providerId="ADAL" clId="{26C0FC0F-787E-4AFE-AA9A-4E52AC6E2AD8}" dt="2025-09-18T17:08:54.258" v="20877"/>
          <ac:spMkLst>
            <pc:docMk/>
            <pc:sldMk cId="95491915" sldId="294"/>
            <ac:spMk id="7" creationId="{A5ADFDB1-A04D-5C80-CBA4-A24B484EB1D2}"/>
          </ac:spMkLst>
        </pc:spChg>
        <pc:spChg chg="add mod ord">
          <ac:chgData name="Robert de Groote" userId="2ce5265b-80a0-4fb8-a62a-8035e9b0c45a" providerId="ADAL" clId="{26C0FC0F-787E-4AFE-AA9A-4E52AC6E2AD8}" dt="2025-09-18T17:08:54.256" v="20871"/>
          <ac:spMkLst>
            <pc:docMk/>
            <pc:sldMk cId="95491915" sldId="294"/>
            <ac:spMk id="8" creationId="{8FAE3690-EE07-C0AC-DF64-1794EBD0AD02}"/>
          </ac:spMkLst>
        </pc:spChg>
        <pc:spChg chg="add mod ord">
          <ac:chgData name="Robert de Groote" userId="2ce5265b-80a0-4fb8-a62a-8035e9b0c45a" providerId="ADAL" clId="{26C0FC0F-787E-4AFE-AA9A-4E52AC6E2AD8}" dt="2025-09-18T17:08:54.254" v="20865"/>
          <ac:spMkLst>
            <pc:docMk/>
            <pc:sldMk cId="95491915" sldId="294"/>
            <ac:spMk id="25" creationId="{02348185-FE16-221C-C052-68D046C8DF25}"/>
          </ac:spMkLst>
        </pc:spChg>
        <pc:spChg chg="add mod ord">
          <ac:chgData name="Robert de Groote" userId="2ce5265b-80a0-4fb8-a62a-8035e9b0c45a" providerId="ADAL" clId="{26C0FC0F-787E-4AFE-AA9A-4E52AC6E2AD8}" dt="2025-09-18T17:08:54.252" v="20859"/>
          <ac:spMkLst>
            <pc:docMk/>
            <pc:sldMk cId="95491915" sldId="294"/>
            <ac:spMk id="26" creationId="{A757669A-C5A2-219F-8D7C-171A7F3B2954}"/>
          </ac:spMkLst>
        </pc:spChg>
        <pc:spChg chg="add mod ord">
          <ac:chgData name="Robert de Groote" userId="2ce5265b-80a0-4fb8-a62a-8035e9b0c45a" providerId="ADAL" clId="{26C0FC0F-787E-4AFE-AA9A-4E52AC6E2AD8}" dt="2025-09-18T17:08:54.250" v="20853"/>
          <ac:spMkLst>
            <pc:docMk/>
            <pc:sldMk cId="95491915" sldId="294"/>
            <ac:spMk id="27" creationId="{26A70F05-87C5-389D-232C-C194114B959B}"/>
          </ac:spMkLst>
        </pc:spChg>
        <pc:spChg chg="add mod">
          <ac:chgData name="Robert de Groote" userId="2ce5265b-80a0-4fb8-a62a-8035e9b0c45a" providerId="ADAL" clId="{26C0FC0F-787E-4AFE-AA9A-4E52AC6E2AD8}" dt="2025-09-18T16:58:32.485" v="19874" actId="403"/>
          <ac:spMkLst>
            <pc:docMk/>
            <pc:sldMk cId="95491915" sldId="294"/>
            <ac:spMk id="82" creationId="{8461175C-A383-24EE-40AE-05BF88AB102E}"/>
          </ac:spMkLst>
        </pc:spChg>
        <pc:spChg chg="add mod ord">
          <ac:chgData name="Robert de Groote" userId="2ce5265b-80a0-4fb8-a62a-8035e9b0c45a" providerId="ADAL" clId="{26C0FC0F-787E-4AFE-AA9A-4E52AC6E2AD8}" dt="2025-09-18T17:08:54.248" v="20847"/>
          <ac:spMkLst>
            <pc:docMk/>
            <pc:sldMk cId="95491915" sldId="294"/>
            <ac:spMk id="87" creationId="{AEE63116-AE67-7059-73B4-554DA7C2C9FF}"/>
          </ac:spMkLst>
        </pc:spChg>
      </pc:sldChg>
      <pc:sldChg chg="addSp modSp add mod modAnim">
        <pc:chgData name="Robert de Groote" userId="2ce5265b-80a0-4fb8-a62a-8035e9b0c45a" providerId="ADAL" clId="{26C0FC0F-787E-4AFE-AA9A-4E52AC6E2AD8}" dt="2025-09-21T12:49:30.113" v="34995"/>
        <pc:sldMkLst>
          <pc:docMk/>
          <pc:sldMk cId="4076454938" sldId="295"/>
        </pc:sldMkLst>
        <pc:spChg chg="mod">
          <ac:chgData name="Robert de Groote" userId="2ce5265b-80a0-4fb8-a62a-8035e9b0c45a" providerId="ADAL" clId="{26C0FC0F-787E-4AFE-AA9A-4E52AC6E2AD8}" dt="2025-09-19T08:45:31.917" v="23040" actId="6549"/>
          <ac:spMkLst>
            <pc:docMk/>
            <pc:sldMk cId="4076454938" sldId="295"/>
            <ac:spMk id="2" creationId="{D70FF8B1-E1ED-6D8D-36BD-71B1BC90514A}"/>
          </ac:spMkLst>
        </pc:spChg>
        <pc:spChg chg="mod">
          <ac:chgData name="Robert de Groote" userId="2ce5265b-80a0-4fb8-a62a-8035e9b0c45a" providerId="ADAL" clId="{26C0FC0F-787E-4AFE-AA9A-4E52AC6E2AD8}" dt="2025-09-19T13:33:41.443" v="26194" actId="14100"/>
          <ac:spMkLst>
            <pc:docMk/>
            <pc:sldMk cId="4076454938" sldId="295"/>
            <ac:spMk id="3" creationId="{DF216EB4-3792-0D30-4FA0-47CAB245767C}"/>
          </ac:spMkLst>
        </pc:spChg>
        <pc:spChg chg="add mod">
          <ac:chgData name="Robert de Groote" userId="2ce5265b-80a0-4fb8-a62a-8035e9b0c45a" providerId="ADAL" clId="{26C0FC0F-787E-4AFE-AA9A-4E52AC6E2AD8}" dt="2025-09-19T13:31:29.933" v="26101" actId="6549"/>
          <ac:spMkLst>
            <pc:docMk/>
            <pc:sldMk cId="4076454938" sldId="295"/>
            <ac:spMk id="4" creationId="{6C031451-C830-A1A5-4FFA-D8A56469B388}"/>
          </ac:spMkLst>
        </pc:spChg>
        <pc:spChg chg="add mod">
          <ac:chgData name="Robert de Groote" userId="2ce5265b-80a0-4fb8-a62a-8035e9b0c45a" providerId="ADAL" clId="{26C0FC0F-787E-4AFE-AA9A-4E52AC6E2AD8}" dt="2025-09-19T13:32:30.108" v="26120" actId="6549"/>
          <ac:spMkLst>
            <pc:docMk/>
            <pc:sldMk cId="4076454938" sldId="295"/>
            <ac:spMk id="5" creationId="{3F6D85C8-1087-6B41-A741-353500E0D81C}"/>
          </ac:spMkLst>
        </pc:spChg>
        <pc:spChg chg="add mod">
          <ac:chgData name="Robert de Groote" userId="2ce5265b-80a0-4fb8-a62a-8035e9b0c45a" providerId="ADAL" clId="{26C0FC0F-787E-4AFE-AA9A-4E52AC6E2AD8}" dt="2025-09-21T12:49:21.065" v="34993" actId="1076"/>
          <ac:spMkLst>
            <pc:docMk/>
            <pc:sldMk cId="4076454938" sldId="295"/>
            <ac:spMk id="6" creationId="{913D4851-C275-ECB0-278E-8D6FC927DDB1}"/>
          </ac:spMkLst>
        </pc:spChg>
      </pc:sldChg>
      <pc:sldChg chg="modSp add del mod">
        <pc:chgData name="Robert de Groote" userId="2ce5265b-80a0-4fb8-a62a-8035e9b0c45a" providerId="ADAL" clId="{26C0FC0F-787E-4AFE-AA9A-4E52AC6E2AD8}" dt="2025-09-21T09:41:21.616" v="26538" actId="47"/>
        <pc:sldMkLst>
          <pc:docMk/>
          <pc:sldMk cId="2588820184" sldId="296"/>
        </pc:sldMkLst>
      </pc:sldChg>
      <pc:sldChg chg="modSp add del mod">
        <pc:chgData name="Robert de Groote" userId="2ce5265b-80a0-4fb8-a62a-8035e9b0c45a" providerId="ADAL" clId="{26C0FC0F-787E-4AFE-AA9A-4E52AC6E2AD8}" dt="2025-09-21T09:41:19.623" v="26537" actId="47"/>
        <pc:sldMkLst>
          <pc:docMk/>
          <pc:sldMk cId="1033322806" sldId="297"/>
        </pc:sldMkLst>
      </pc:sldChg>
      <pc:sldChg chg="modSp add del mod">
        <pc:chgData name="Robert de Groote" userId="2ce5265b-80a0-4fb8-a62a-8035e9b0c45a" providerId="ADAL" clId="{26C0FC0F-787E-4AFE-AA9A-4E52AC6E2AD8}" dt="2025-09-21T09:41:17.661" v="26536" actId="47"/>
        <pc:sldMkLst>
          <pc:docMk/>
          <pc:sldMk cId="248389283" sldId="298"/>
        </pc:sldMkLst>
      </pc:sldChg>
      <pc:sldChg chg="modSp add del mod">
        <pc:chgData name="Robert de Groote" userId="2ce5265b-80a0-4fb8-a62a-8035e9b0c45a" providerId="ADAL" clId="{26C0FC0F-787E-4AFE-AA9A-4E52AC6E2AD8}" dt="2025-09-21T09:41:16.092" v="26535" actId="47"/>
        <pc:sldMkLst>
          <pc:docMk/>
          <pc:sldMk cId="2383517423" sldId="299"/>
        </pc:sldMkLst>
      </pc:sldChg>
      <pc:sldChg chg="modSp add del mod ord">
        <pc:chgData name="Robert de Groote" userId="2ce5265b-80a0-4fb8-a62a-8035e9b0c45a" providerId="ADAL" clId="{26C0FC0F-787E-4AFE-AA9A-4E52AC6E2AD8}" dt="2025-09-21T09:41:13.391" v="26533" actId="47"/>
        <pc:sldMkLst>
          <pc:docMk/>
          <pc:sldMk cId="881715533" sldId="300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18T11:29:00.345" v="5108"/>
        <pc:sldMkLst>
          <pc:docMk/>
          <pc:sldMk cId="1365433860" sldId="301"/>
        </pc:sldMkLst>
        <pc:spChg chg="mod">
          <ac:chgData name="Robert de Groote" userId="2ce5265b-80a0-4fb8-a62a-8035e9b0c45a" providerId="ADAL" clId="{26C0FC0F-787E-4AFE-AA9A-4E52AC6E2AD8}" dt="2025-09-18T11:28:18.767" v="5087"/>
          <ac:spMkLst>
            <pc:docMk/>
            <pc:sldMk cId="1365433860" sldId="301"/>
            <ac:spMk id="3" creationId="{C1BBBE55-20FA-9676-719F-F5A2C590FCE2}"/>
          </ac:spMkLst>
        </pc:spChg>
        <pc:spChg chg="mod">
          <ac:chgData name="Robert de Groote" userId="2ce5265b-80a0-4fb8-a62a-8035e9b0c45a" providerId="ADAL" clId="{26C0FC0F-787E-4AFE-AA9A-4E52AC6E2AD8}" dt="2025-09-17T17:42:07.182" v="4071" actId="1076"/>
          <ac:spMkLst>
            <pc:docMk/>
            <pc:sldMk cId="1365433860" sldId="301"/>
            <ac:spMk id="4" creationId="{35041695-CDBF-1905-0111-C68C8EDCF3D1}"/>
          </ac:spMkLst>
        </pc:spChg>
        <pc:spChg chg="mod">
          <ac:chgData name="Robert de Groote" userId="2ce5265b-80a0-4fb8-a62a-8035e9b0c45a" providerId="ADAL" clId="{26C0FC0F-787E-4AFE-AA9A-4E52AC6E2AD8}" dt="2025-09-17T17:41:47.446" v="4066" actId="1076"/>
          <ac:spMkLst>
            <pc:docMk/>
            <pc:sldMk cId="1365433860" sldId="301"/>
            <ac:spMk id="5" creationId="{37A33281-12DB-3AAE-56FB-C5DFC4ED6D51}"/>
          </ac:spMkLst>
        </pc:spChg>
        <pc:spChg chg="mod">
          <ac:chgData name="Robert de Groote" userId="2ce5265b-80a0-4fb8-a62a-8035e9b0c45a" providerId="ADAL" clId="{26C0FC0F-787E-4AFE-AA9A-4E52AC6E2AD8}" dt="2025-09-17T17:42:07.182" v="4071" actId="1076"/>
          <ac:spMkLst>
            <pc:docMk/>
            <pc:sldMk cId="1365433860" sldId="301"/>
            <ac:spMk id="6" creationId="{F2643AB3-1474-623E-4548-C8E6F2D75EAE}"/>
          </ac:spMkLst>
        </pc:spChg>
        <pc:spChg chg="mod topLvl">
          <ac:chgData name="Robert de Groote" userId="2ce5265b-80a0-4fb8-a62a-8035e9b0c45a" providerId="ADAL" clId="{26C0FC0F-787E-4AFE-AA9A-4E52AC6E2AD8}" dt="2025-09-18T11:27:45.455" v="5085" actId="164"/>
          <ac:spMkLst>
            <pc:docMk/>
            <pc:sldMk cId="1365433860" sldId="301"/>
            <ac:spMk id="9" creationId="{E36A6F66-E022-1EA8-28ED-0F8C09ED6202}"/>
          </ac:spMkLst>
        </pc:spChg>
        <pc:spChg chg="mod">
          <ac:chgData name="Robert de Groote" userId="2ce5265b-80a0-4fb8-a62a-8035e9b0c45a" providerId="ADAL" clId="{26C0FC0F-787E-4AFE-AA9A-4E52AC6E2AD8}" dt="2025-09-17T17:42:07.182" v="4071" actId="1076"/>
          <ac:spMkLst>
            <pc:docMk/>
            <pc:sldMk cId="1365433860" sldId="301"/>
            <ac:spMk id="10" creationId="{7D209450-8A64-881C-D280-F4190CBF23A7}"/>
          </ac:spMkLst>
        </pc:spChg>
        <pc:spChg chg="mod">
          <ac:chgData name="Robert de Groote" userId="2ce5265b-80a0-4fb8-a62a-8035e9b0c45a" providerId="ADAL" clId="{26C0FC0F-787E-4AFE-AA9A-4E52AC6E2AD8}" dt="2025-09-17T17:42:07.182" v="4071" actId="1076"/>
          <ac:spMkLst>
            <pc:docMk/>
            <pc:sldMk cId="1365433860" sldId="301"/>
            <ac:spMk id="11" creationId="{C554EFCA-2EC3-B101-AD61-1D5C1EE396FE}"/>
          </ac:spMkLst>
        </pc:spChg>
        <pc:spChg chg="mod">
          <ac:chgData name="Robert de Groote" userId="2ce5265b-80a0-4fb8-a62a-8035e9b0c45a" providerId="ADAL" clId="{26C0FC0F-787E-4AFE-AA9A-4E52AC6E2AD8}" dt="2025-09-17T17:41:47.446" v="4066" actId="1076"/>
          <ac:spMkLst>
            <pc:docMk/>
            <pc:sldMk cId="1365433860" sldId="301"/>
            <ac:spMk id="12" creationId="{CAC6966E-27AA-EBB5-D1DD-09DE8D338BE1}"/>
          </ac:spMkLst>
        </pc:spChg>
        <pc:spChg chg="mod topLvl">
          <ac:chgData name="Robert de Groote" userId="2ce5265b-80a0-4fb8-a62a-8035e9b0c45a" providerId="ADAL" clId="{26C0FC0F-787E-4AFE-AA9A-4E52AC6E2AD8}" dt="2025-09-18T11:27:45.455" v="5085" actId="164"/>
          <ac:spMkLst>
            <pc:docMk/>
            <pc:sldMk cId="1365433860" sldId="301"/>
            <ac:spMk id="13" creationId="{3376521C-4ACC-D3A6-D89A-83B0D3A6AED2}"/>
          </ac:spMkLst>
        </pc:spChg>
        <pc:spChg chg="add mod">
          <ac:chgData name="Robert de Groote" userId="2ce5265b-80a0-4fb8-a62a-8035e9b0c45a" providerId="ADAL" clId="{26C0FC0F-787E-4AFE-AA9A-4E52AC6E2AD8}" dt="2025-09-18T11:28:54.585" v="5107" actId="20577"/>
          <ac:spMkLst>
            <pc:docMk/>
            <pc:sldMk cId="1365433860" sldId="301"/>
            <ac:spMk id="15" creationId="{EF8ED2A1-E865-D82F-F8FC-1B51C56D06AC}"/>
          </ac:spMkLst>
        </pc:spChg>
        <pc:grpChg chg="add mod">
          <ac:chgData name="Robert de Groote" userId="2ce5265b-80a0-4fb8-a62a-8035e9b0c45a" providerId="ADAL" clId="{26C0FC0F-787E-4AFE-AA9A-4E52AC6E2AD8}" dt="2025-09-18T11:27:45.455" v="5085" actId="164"/>
          <ac:grpSpMkLst>
            <pc:docMk/>
            <pc:sldMk cId="1365433860" sldId="301"/>
            <ac:grpSpMk id="14" creationId="{6941BBB7-F3F4-4CA1-7C3C-4CD5B96511A6}"/>
          </ac:grpSpMkLst>
        </pc:grpChg>
        <pc:cxnChg chg="mod">
          <ac:chgData name="Robert de Groote" userId="2ce5265b-80a0-4fb8-a62a-8035e9b0c45a" providerId="ADAL" clId="{26C0FC0F-787E-4AFE-AA9A-4E52AC6E2AD8}" dt="2025-09-17T17:42:18.738" v="4076" actId="14100"/>
          <ac:cxnSpMkLst>
            <pc:docMk/>
            <pc:sldMk cId="1365433860" sldId="301"/>
            <ac:cxnSpMk id="42" creationId="{CA0CDF45-84D1-0A3F-175C-4A0DE7558C3E}"/>
          </ac:cxnSpMkLst>
        </pc:cxnChg>
        <pc:cxnChg chg="mod">
          <ac:chgData name="Robert de Groote" userId="2ce5265b-80a0-4fb8-a62a-8035e9b0c45a" providerId="ADAL" clId="{26C0FC0F-787E-4AFE-AA9A-4E52AC6E2AD8}" dt="2025-09-17T17:42:10.156" v="4072" actId="14100"/>
          <ac:cxnSpMkLst>
            <pc:docMk/>
            <pc:sldMk cId="1365433860" sldId="301"/>
            <ac:cxnSpMk id="43" creationId="{44543F4C-44E2-246F-FF79-CF2ED1BB926A}"/>
          </ac:cxnSpMkLst>
        </pc:cxnChg>
        <pc:cxnChg chg="mod">
          <ac:chgData name="Robert de Groote" userId="2ce5265b-80a0-4fb8-a62a-8035e9b0c45a" providerId="ADAL" clId="{26C0FC0F-787E-4AFE-AA9A-4E52AC6E2AD8}" dt="2025-09-17T17:41:56.005" v="4069" actId="14100"/>
          <ac:cxnSpMkLst>
            <pc:docMk/>
            <pc:sldMk cId="1365433860" sldId="301"/>
            <ac:cxnSpMk id="46" creationId="{35B05934-79ED-68A9-316F-3E300FAA2096}"/>
          </ac:cxnSpMkLst>
        </pc:cxnChg>
        <pc:cxnChg chg="mod">
          <ac:chgData name="Robert de Groote" userId="2ce5265b-80a0-4fb8-a62a-8035e9b0c45a" providerId="ADAL" clId="{26C0FC0F-787E-4AFE-AA9A-4E52AC6E2AD8}" dt="2025-09-17T17:41:59.683" v="4070" actId="14100"/>
          <ac:cxnSpMkLst>
            <pc:docMk/>
            <pc:sldMk cId="1365433860" sldId="301"/>
            <ac:cxnSpMk id="47" creationId="{98411EC4-9F2C-DCB0-97F9-DEB06D1A1A3A}"/>
          </ac:cxnSpMkLst>
        </pc:cxnChg>
        <pc:cxnChg chg="mod">
          <ac:chgData name="Robert de Groote" userId="2ce5265b-80a0-4fb8-a62a-8035e9b0c45a" providerId="ADAL" clId="{26C0FC0F-787E-4AFE-AA9A-4E52AC6E2AD8}" dt="2025-09-17T17:42:25.689" v="4078" actId="14100"/>
          <ac:cxnSpMkLst>
            <pc:docMk/>
            <pc:sldMk cId="1365433860" sldId="301"/>
            <ac:cxnSpMk id="48" creationId="{0EFB377C-AA5E-D72A-3694-1CC1D30F4837}"/>
          </ac:cxnSpMkLst>
        </pc:cxnChg>
        <pc:cxnChg chg="mod">
          <ac:chgData name="Robert de Groote" userId="2ce5265b-80a0-4fb8-a62a-8035e9b0c45a" providerId="ADAL" clId="{26C0FC0F-787E-4AFE-AA9A-4E52AC6E2AD8}" dt="2025-09-17T17:42:29.425" v="4079" actId="14100"/>
          <ac:cxnSpMkLst>
            <pc:docMk/>
            <pc:sldMk cId="1365433860" sldId="301"/>
            <ac:cxnSpMk id="49" creationId="{A954AAE7-F83D-DAE2-9513-2E22E30EF832}"/>
          </ac:cxnSpMkLst>
        </pc:cxnChg>
      </pc:sldChg>
      <pc:sldChg chg="addSp delSp modSp add del mod modTransition delAnim modAnim">
        <pc:chgData name="Robert de Groote" userId="2ce5265b-80a0-4fb8-a62a-8035e9b0c45a" providerId="ADAL" clId="{26C0FC0F-787E-4AFE-AA9A-4E52AC6E2AD8}" dt="2025-09-17T17:43:58.320" v="4369" actId="47"/>
        <pc:sldMkLst>
          <pc:docMk/>
          <pc:sldMk cId="3695370766" sldId="302"/>
        </pc:sldMkLst>
      </pc:sldChg>
      <pc:sldChg chg="addSp modSp add del mod modTransition">
        <pc:chgData name="Robert de Groote" userId="2ce5265b-80a0-4fb8-a62a-8035e9b0c45a" providerId="ADAL" clId="{26C0FC0F-787E-4AFE-AA9A-4E52AC6E2AD8}" dt="2025-09-21T12:48:18.700" v="34971" actId="47"/>
        <pc:sldMkLst>
          <pc:docMk/>
          <pc:sldMk cId="117013265" sldId="303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1:27:04.889" v="4843" actId="47"/>
        <pc:sldMkLst>
          <pc:docMk/>
          <pc:sldMk cId="885263434" sldId="304"/>
        </pc:sldMkLst>
      </pc:sldChg>
      <pc:sldChg chg="addSp delSp modSp add mod modTransition addAnim delAnim modAnim">
        <pc:chgData name="Robert de Groote" userId="2ce5265b-80a0-4fb8-a62a-8035e9b0c45a" providerId="ADAL" clId="{26C0FC0F-787E-4AFE-AA9A-4E52AC6E2AD8}" dt="2025-09-18T11:27:22.269" v="5084" actId="478"/>
        <pc:sldMkLst>
          <pc:docMk/>
          <pc:sldMk cId="3184350671" sldId="304"/>
        </pc:sldMkLst>
        <pc:spChg chg="add del">
          <ac:chgData name="Robert de Groote" userId="2ce5265b-80a0-4fb8-a62a-8035e9b0c45a" providerId="ADAL" clId="{26C0FC0F-787E-4AFE-AA9A-4E52AC6E2AD8}" dt="2025-09-18T11:27:22.269" v="5084" actId="478"/>
          <ac:spMkLst>
            <pc:docMk/>
            <pc:sldMk cId="3184350671" sldId="304"/>
            <ac:spMk id="14" creationId="{42256A74-1882-DEDD-57FD-F32E527CACF3}"/>
          </ac:spMkLst>
        </pc:spChg>
        <pc:grpChg chg="add mod">
          <ac:chgData name="Robert de Groote" userId="2ce5265b-80a0-4fb8-a62a-8035e9b0c45a" providerId="ADAL" clId="{26C0FC0F-787E-4AFE-AA9A-4E52AC6E2AD8}" dt="2025-09-18T11:27:11.350" v="4927"/>
          <ac:grpSpMkLst>
            <pc:docMk/>
            <pc:sldMk cId="3184350671" sldId="304"/>
            <ac:grpSpMk id="18" creationId="{15EC40F5-69D5-F7C3-41E4-76F2E7073D19}"/>
          </ac:grpSpMkLst>
        </pc:grpChg>
        <pc:grpChg chg="add mod">
          <ac:chgData name="Robert de Groote" userId="2ce5265b-80a0-4fb8-a62a-8035e9b0c45a" providerId="ADAL" clId="{26C0FC0F-787E-4AFE-AA9A-4E52AC6E2AD8}" dt="2025-09-18T11:27:11.392" v="4956"/>
          <ac:grpSpMkLst>
            <pc:docMk/>
            <pc:sldMk cId="3184350671" sldId="304"/>
            <ac:grpSpMk id="21" creationId="{69720769-91E6-3E17-4768-BC94BCA24AAD}"/>
          </ac:grpSpMkLst>
        </pc:grpChg>
        <pc:grpChg chg="add mod">
          <ac:chgData name="Robert de Groote" userId="2ce5265b-80a0-4fb8-a62a-8035e9b0c45a" providerId="ADAL" clId="{26C0FC0F-787E-4AFE-AA9A-4E52AC6E2AD8}" dt="2025-09-18T11:27:11.425" v="4985"/>
          <ac:grpSpMkLst>
            <pc:docMk/>
            <pc:sldMk cId="3184350671" sldId="304"/>
            <ac:grpSpMk id="24" creationId="{7C713F0D-0D5F-0EA3-7BD8-4C139204E17D}"/>
          </ac:grpSpMkLst>
        </pc:grpChg>
        <pc:grpChg chg="add mod">
          <ac:chgData name="Robert de Groote" userId="2ce5265b-80a0-4fb8-a62a-8035e9b0c45a" providerId="ADAL" clId="{26C0FC0F-787E-4AFE-AA9A-4E52AC6E2AD8}" dt="2025-09-18T11:27:11.459" v="5014"/>
          <ac:grpSpMkLst>
            <pc:docMk/>
            <pc:sldMk cId="3184350671" sldId="304"/>
            <ac:grpSpMk id="27" creationId="{968A09E1-5215-64B6-F2F0-0CC365198AA6}"/>
          </ac:grpSpMkLst>
        </pc:grpChg>
        <pc:grpChg chg="add mod">
          <ac:chgData name="Robert de Groote" userId="2ce5265b-80a0-4fb8-a62a-8035e9b0c45a" providerId="ADAL" clId="{26C0FC0F-787E-4AFE-AA9A-4E52AC6E2AD8}" dt="2025-09-18T11:27:11.498" v="5043"/>
          <ac:grpSpMkLst>
            <pc:docMk/>
            <pc:sldMk cId="3184350671" sldId="304"/>
            <ac:grpSpMk id="30" creationId="{20C982B6-45CF-8BF5-D7ED-DC082EAE99F7}"/>
          </ac:grpSpMkLst>
        </pc:grpChg>
        <pc:grpChg chg="add mod">
          <ac:chgData name="Robert de Groote" userId="2ce5265b-80a0-4fb8-a62a-8035e9b0c45a" providerId="ADAL" clId="{26C0FC0F-787E-4AFE-AA9A-4E52AC6E2AD8}" dt="2025-09-18T11:27:11.530" v="5072"/>
          <ac:grpSpMkLst>
            <pc:docMk/>
            <pc:sldMk cId="3184350671" sldId="304"/>
            <ac:grpSpMk id="33" creationId="{ACE2F866-1831-5824-78A3-3A0B88F1D0C8}"/>
          </ac:grpSpMkLst>
        </pc:grpChg>
        <pc:cxnChg chg="add mod">
          <ac:chgData name="Robert de Groote" userId="2ce5265b-80a0-4fb8-a62a-8035e9b0c45a" providerId="ADAL" clId="{26C0FC0F-787E-4AFE-AA9A-4E52AC6E2AD8}" dt="2025-09-18T11:27:11.331" v="4919"/>
          <ac:cxnSpMkLst>
            <pc:docMk/>
            <pc:sldMk cId="3184350671" sldId="304"/>
            <ac:cxnSpMk id="16" creationId="{0018D690-5774-0D12-AF7F-B9B7C3DA0307}"/>
          </ac:cxnSpMkLst>
        </pc:cxnChg>
        <pc:cxnChg chg="add mod">
          <ac:chgData name="Robert de Groote" userId="2ce5265b-80a0-4fb8-a62a-8035e9b0c45a" providerId="ADAL" clId="{26C0FC0F-787E-4AFE-AA9A-4E52AC6E2AD8}" dt="2025-09-18T11:27:11.369" v="4948"/>
          <ac:cxnSpMkLst>
            <pc:docMk/>
            <pc:sldMk cId="3184350671" sldId="304"/>
            <ac:cxnSpMk id="19" creationId="{38CA442D-84D1-2138-F2C8-027418DB209E}"/>
          </ac:cxnSpMkLst>
        </pc:cxnChg>
        <pc:cxnChg chg="add mod">
          <ac:chgData name="Robert de Groote" userId="2ce5265b-80a0-4fb8-a62a-8035e9b0c45a" providerId="ADAL" clId="{26C0FC0F-787E-4AFE-AA9A-4E52AC6E2AD8}" dt="2025-09-18T11:27:11.400" v="4977"/>
          <ac:cxnSpMkLst>
            <pc:docMk/>
            <pc:sldMk cId="3184350671" sldId="304"/>
            <ac:cxnSpMk id="22" creationId="{D00FB81B-BE27-C02F-5D7F-C9A2236152E7}"/>
          </ac:cxnSpMkLst>
        </pc:cxnChg>
        <pc:cxnChg chg="add mod">
          <ac:chgData name="Robert de Groote" userId="2ce5265b-80a0-4fb8-a62a-8035e9b0c45a" providerId="ADAL" clId="{26C0FC0F-787E-4AFE-AA9A-4E52AC6E2AD8}" dt="2025-09-18T11:27:11.437" v="5006"/>
          <ac:cxnSpMkLst>
            <pc:docMk/>
            <pc:sldMk cId="3184350671" sldId="304"/>
            <ac:cxnSpMk id="25" creationId="{5015C854-5DCE-4CF4-911B-17F233986B94}"/>
          </ac:cxnSpMkLst>
        </pc:cxnChg>
        <pc:cxnChg chg="add mod">
          <ac:chgData name="Robert de Groote" userId="2ce5265b-80a0-4fb8-a62a-8035e9b0c45a" providerId="ADAL" clId="{26C0FC0F-787E-4AFE-AA9A-4E52AC6E2AD8}" dt="2025-09-18T11:27:11.474" v="5035"/>
          <ac:cxnSpMkLst>
            <pc:docMk/>
            <pc:sldMk cId="3184350671" sldId="304"/>
            <ac:cxnSpMk id="28" creationId="{F9AE0796-4C60-28F6-116E-474E9C4A923D}"/>
          </ac:cxnSpMkLst>
        </pc:cxnChg>
        <pc:cxnChg chg="add mod">
          <ac:chgData name="Robert de Groote" userId="2ce5265b-80a0-4fb8-a62a-8035e9b0c45a" providerId="ADAL" clId="{26C0FC0F-787E-4AFE-AA9A-4E52AC6E2AD8}" dt="2025-09-18T11:27:11.509" v="5064"/>
          <ac:cxnSpMkLst>
            <pc:docMk/>
            <pc:sldMk cId="3184350671" sldId="304"/>
            <ac:cxnSpMk id="31" creationId="{C219D505-526D-46D9-FB0A-93A16AFCED36}"/>
          </ac:cxnSpMkLst>
        </pc:cxnChg>
        <pc:cxnChg chg="mod">
          <ac:chgData name="Robert de Groote" userId="2ce5265b-80a0-4fb8-a62a-8035e9b0c45a" providerId="ADAL" clId="{26C0FC0F-787E-4AFE-AA9A-4E52AC6E2AD8}" dt="2025-09-18T11:27:11.331" v="4919"/>
          <ac:cxnSpMkLst>
            <pc:docMk/>
            <pc:sldMk cId="3184350671" sldId="304"/>
            <ac:cxnSpMk id="42" creationId="{0748FE7F-543E-B9F4-17B8-E135F77365E6}"/>
          </ac:cxnSpMkLst>
        </pc:cxnChg>
        <pc:cxnChg chg="mod">
          <ac:chgData name="Robert de Groote" userId="2ce5265b-80a0-4fb8-a62a-8035e9b0c45a" providerId="ADAL" clId="{26C0FC0F-787E-4AFE-AA9A-4E52AC6E2AD8}" dt="2025-09-18T11:27:11.369" v="4948"/>
          <ac:cxnSpMkLst>
            <pc:docMk/>
            <pc:sldMk cId="3184350671" sldId="304"/>
            <ac:cxnSpMk id="43" creationId="{81C9FB26-9DD4-11A0-3D3A-59BAF5D0B0E4}"/>
          </ac:cxnSpMkLst>
        </pc:cxnChg>
        <pc:cxnChg chg="mod">
          <ac:chgData name="Robert de Groote" userId="2ce5265b-80a0-4fb8-a62a-8035e9b0c45a" providerId="ADAL" clId="{26C0FC0F-787E-4AFE-AA9A-4E52AC6E2AD8}" dt="2025-09-18T11:27:11.400" v="4977"/>
          <ac:cxnSpMkLst>
            <pc:docMk/>
            <pc:sldMk cId="3184350671" sldId="304"/>
            <ac:cxnSpMk id="46" creationId="{C10EB561-5D6E-945A-809C-30D6EA969F59}"/>
          </ac:cxnSpMkLst>
        </pc:cxnChg>
        <pc:cxnChg chg="mod">
          <ac:chgData name="Robert de Groote" userId="2ce5265b-80a0-4fb8-a62a-8035e9b0c45a" providerId="ADAL" clId="{26C0FC0F-787E-4AFE-AA9A-4E52AC6E2AD8}" dt="2025-09-18T11:27:11.437" v="5006"/>
          <ac:cxnSpMkLst>
            <pc:docMk/>
            <pc:sldMk cId="3184350671" sldId="304"/>
            <ac:cxnSpMk id="47" creationId="{31F449D4-56BB-4F5E-543A-94B0B79565DD}"/>
          </ac:cxnSpMkLst>
        </pc:cxnChg>
        <pc:cxnChg chg="mod">
          <ac:chgData name="Robert de Groote" userId="2ce5265b-80a0-4fb8-a62a-8035e9b0c45a" providerId="ADAL" clId="{26C0FC0F-787E-4AFE-AA9A-4E52AC6E2AD8}" dt="2025-09-18T11:27:11.474" v="5035"/>
          <ac:cxnSpMkLst>
            <pc:docMk/>
            <pc:sldMk cId="3184350671" sldId="304"/>
            <ac:cxnSpMk id="48" creationId="{F6D08040-FAC2-9DC3-4A09-927D506CF747}"/>
          </ac:cxnSpMkLst>
        </pc:cxnChg>
        <pc:cxnChg chg="mod">
          <ac:chgData name="Robert de Groote" userId="2ce5265b-80a0-4fb8-a62a-8035e9b0c45a" providerId="ADAL" clId="{26C0FC0F-787E-4AFE-AA9A-4E52AC6E2AD8}" dt="2025-09-18T11:27:11.509" v="5064"/>
          <ac:cxnSpMkLst>
            <pc:docMk/>
            <pc:sldMk cId="3184350671" sldId="304"/>
            <ac:cxnSpMk id="49" creationId="{5DDD3E24-8D99-FA95-9E5A-31E01D5858EE}"/>
          </ac:cxnSpMkLst>
        </pc:cxnChg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2:26:20.220" v="8085" actId="6549"/>
        <pc:sldMkLst>
          <pc:docMk/>
          <pc:sldMk cId="3788273648" sldId="305"/>
        </pc:sldMkLst>
        <pc:spChg chg="mod">
          <ac:chgData name="Robert de Groote" userId="2ce5265b-80a0-4fb8-a62a-8035e9b0c45a" providerId="ADAL" clId="{26C0FC0F-787E-4AFE-AA9A-4E52AC6E2AD8}" dt="2025-09-18T12:26:20.220" v="8085" actId="6549"/>
          <ac:spMkLst>
            <pc:docMk/>
            <pc:sldMk cId="3788273648" sldId="305"/>
            <ac:spMk id="2" creationId="{D0E5135C-A939-EA62-5F81-9739B57B490C}"/>
          </ac:spMkLst>
        </pc:spChg>
        <pc:spChg chg="mod">
          <ac:chgData name="Robert de Groote" userId="2ce5265b-80a0-4fb8-a62a-8035e9b0c45a" providerId="ADAL" clId="{26C0FC0F-787E-4AFE-AA9A-4E52AC6E2AD8}" dt="2025-09-18T12:15:21.724" v="7598" actId="403"/>
          <ac:spMkLst>
            <pc:docMk/>
            <pc:sldMk cId="3788273648" sldId="305"/>
            <ac:spMk id="3" creationId="{EC3CB31E-689B-E206-F3F1-5017975E478E}"/>
          </ac:spMkLst>
        </pc:spChg>
        <pc:spChg chg="mod ord topLvl">
          <ac:chgData name="Robert de Groote" userId="2ce5265b-80a0-4fb8-a62a-8035e9b0c45a" providerId="ADAL" clId="{26C0FC0F-787E-4AFE-AA9A-4E52AC6E2AD8}" dt="2025-09-18T11:33:49.691" v="6312" actId="1076"/>
          <ac:spMkLst>
            <pc:docMk/>
            <pc:sldMk cId="3788273648" sldId="305"/>
            <ac:spMk id="4" creationId="{020E9008-B424-2A0C-B22A-8680958B7398}"/>
          </ac:spMkLst>
        </pc:spChg>
        <pc:spChg chg="mod ord topLvl">
          <ac:chgData name="Robert de Groote" userId="2ce5265b-80a0-4fb8-a62a-8035e9b0c45a" providerId="ADAL" clId="{26C0FC0F-787E-4AFE-AA9A-4E52AC6E2AD8}" dt="2025-09-18T11:45:05.721" v="6830" actId="1076"/>
          <ac:spMkLst>
            <pc:docMk/>
            <pc:sldMk cId="3788273648" sldId="305"/>
            <ac:spMk id="5" creationId="{32E4FF2D-53E0-A507-1CF8-071ACEFD0922}"/>
          </ac:spMkLst>
        </pc:spChg>
        <pc:spChg chg="mod ord topLvl">
          <ac:chgData name="Robert de Groote" userId="2ce5265b-80a0-4fb8-a62a-8035e9b0c45a" providerId="ADAL" clId="{26C0FC0F-787E-4AFE-AA9A-4E52AC6E2AD8}" dt="2025-09-18T11:33:49.691" v="6312" actId="1076"/>
          <ac:spMkLst>
            <pc:docMk/>
            <pc:sldMk cId="3788273648" sldId="305"/>
            <ac:spMk id="6" creationId="{4724FFE5-3C86-087D-F68F-764685D19B66}"/>
          </ac:spMkLst>
        </pc:spChg>
        <pc:spChg chg="mod">
          <ac:chgData name="Robert de Groote" userId="2ce5265b-80a0-4fb8-a62a-8035e9b0c45a" providerId="ADAL" clId="{26C0FC0F-787E-4AFE-AA9A-4E52AC6E2AD8}" dt="2025-09-18T11:33:49.691" v="6312" actId="1076"/>
          <ac:spMkLst>
            <pc:docMk/>
            <pc:sldMk cId="3788273648" sldId="305"/>
            <ac:spMk id="7" creationId="{0F83CB4F-118A-5E02-BFF1-FA892C910CCC}"/>
          </ac:spMkLst>
        </pc:spChg>
        <pc:spChg chg="mod">
          <ac:chgData name="Robert de Groote" userId="2ce5265b-80a0-4fb8-a62a-8035e9b0c45a" providerId="ADAL" clId="{26C0FC0F-787E-4AFE-AA9A-4E52AC6E2AD8}" dt="2025-09-18T11:33:19.613" v="6305"/>
          <ac:spMkLst>
            <pc:docMk/>
            <pc:sldMk cId="3788273648" sldId="305"/>
            <ac:spMk id="9" creationId="{9B23F5AB-4BB0-9359-7071-5C9EE05DC29A}"/>
          </ac:spMkLst>
        </pc:spChg>
        <pc:spChg chg="mod topLvl">
          <ac:chgData name="Robert de Groote" userId="2ce5265b-80a0-4fb8-a62a-8035e9b0c45a" providerId="ADAL" clId="{26C0FC0F-787E-4AFE-AA9A-4E52AC6E2AD8}" dt="2025-09-18T11:33:49.691" v="6312" actId="1076"/>
          <ac:spMkLst>
            <pc:docMk/>
            <pc:sldMk cId="3788273648" sldId="305"/>
            <ac:spMk id="10" creationId="{218DE7F9-9329-2B32-5FB0-3C67F789EBA5}"/>
          </ac:spMkLst>
        </pc:spChg>
        <pc:spChg chg="mod topLvl">
          <ac:chgData name="Robert de Groote" userId="2ce5265b-80a0-4fb8-a62a-8035e9b0c45a" providerId="ADAL" clId="{26C0FC0F-787E-4AFE-AA9A-4E52AC6E2AD8}" dt="2025-09-18T11:33:49.691" v="6312" actId="1076"/>
          <ac:spMkLst>
            <pc:docMk/>
            <pc:sldMk cId="3788273648" sldId="305"/>
            <ac:spMk id="11" creationId="{E3AF9A9D-AAB2-83A0-CDA3-8F43801861A5}"/>
          </ac:spMkLst>
        </pc:spChg>
        <pc:spChg chg="mod topLvl">
          <ac:chgData name="Robert de Groote" userId="2ce5265b-80a0-4fb8-a62a-8035e9b0c45a" providerId="ADAL" clId="{26C0FC0F-787E-4AFE-AA9A-4E52AC6E2AD8}" dt="2025-09-18T11:33:49.691" v="6312" actId="1076"/>
          <ac:spMkLst>
            <pc:docMk/>
            <pc:sldMk cId="3788273648" sldId="305"/>
            <ac:spMk id="12" creationId="{74F5D264-D0D7-8184-DA6F-0FB997A58C53}"/>
          </ac:spMkLst>
        </pc:spChg>
        <pc:spChg chg="mod">
          <ac:chgData name="Robert de Groote" userId="2ce5265b-80a0-4fb8-a62a-8035e9b0c45a" providerId="ADAL" clId="{26C0FC0F-787E-4AFE-AA9A-4E52AC6E2AD8}" dt="2025-09-18T11:33:19.613" v="6305"/>
          <ac:spMkLst>
            <pc:docMk/>
            <pc:sldMk cId="3788273648" sldId="305"/>
            <ac:spMk id="13" creationId="{97D7D153-6F39-84F3-605A-C279951DCD47}"/>
          </ac:spMkLst>
        </pc:spChg>
        <pc:spChg chg="add mod">
          <ac:chgData name="Robert de Groote" userId="2ce5265b-80a0-4fb8-a62a-8035e9b0c45a" providerId="ADAL" clId="{26C0FC0F-787E-4AFE-AA9A-4E52AC6E2AD8}" dt="2025-09-18T11:56:26.964" v="7452" actId="164"/>
          <ac:spMkLst>
            <pc:docMk/>
            <pc:sldMk cId="3788273648" sldId="305"/>
            <ac:spMk id="157" creationId="{355996E3-DC1D-B1B0-9383-99FD7F864EE2}"/>
          </ac:spMkLst>
        </pc:spChg>
        <pc:spChg chg="add mod">
          <ac:chgData name="Robert de Groote" userId="2ce5265b-80a0-4fb8-a62a-8035e9b0c45a" providerId="ADAL" clId="{26C0FC0F-787E-4AFE-AA9A-4E52AC6E2AD8}" dt="2025-09-18T11:56:26.964" v="7452" actId="164"/>
          <ac:spMkLst>
            <pc:docMk/>
            <pc:sldMk cId="3788273648" sldId="305"/>
            <ac:spMk id="158" creationId="{B32F25BE-F494-1189-BD81-51A310EF7509}"/>
          </ac:spMkLst>
        </pc:spChg>
        <pc:spChg chg="mod topLvl">
          <ac:chgData name="Robert de Groote" userId="2ce5265b-80a0-4fb8-a62a-8035e9b0c45a" providerId="ADAL" clId="{26C0FC0F-787E-4AFE-AA9A-4E52AC6E2AD8}" dt="2025-09-18T11:57:11.814" v="7472" actId="1076"/>
          <ac:spMkLst>
            <pc:docMk/>
            <pc:sldMk cId="3788273648" sldId="305"/>
            <ac:spMk id="162" creationId="{43A7FE9A-DD27-5527-7807-DF9055086B40}"/>
          </ac:spMkLst>
        </pc:spChg>
        <pc:grpChg chg="mod">
          <ac:chgData name="Robert de Groote" userId="2ce5265b-80a0-4fb8-a62a-8035e9b0c45a" providerId="ADAL" clId="{26C0FC0F-787E-4AFE-AA9A-4E52AC6E2AD8}" dt="2025-09-18T11:33:49.691" v="6312" actId="1076"/>
          <ac:grpSpMkLst>
            <pc:docMk/>
            <pc:sldMk cId="3788273648" sldId="305"/>
            <ac:grpSpMk id="14" creationId="{9B664034-73F6-F922-8628-13991D97A3EA}"/>
          </ac:grpSpMkLst>
        </pc:grpChg>
        <pc:grpChg chg="add mod">
          <ac:chgData name="Robert de Groote" userId="2ce5265b-80a0-4fb8-a62a-8035e9b0c45a" providerId="ADAL" clId="{26C0FC0F-787E-4AFE-AA9A-4E52AC6E2AD8}" dt="2025-09-18T11:56:26.964" v="7452" actId="164"/>
          <ac:grpSpMkLst>
            <pc:docMk/>
            <pc:sldMk cId="3788273648" sldId="305"/>
            <ac:grpSpMk id="159" creationId="{33AC498A-2E6A-D976-7E5F-292D666ECE4F}"/>
          </ac:grpSpMkLst>
        </pc:grpChg>
        <pc:picChg chg="add mod">
          <ac:chgData name="Robert de Groote" userId="2ce5265b-80a0-4fb8-a62a-8035e9b0c45a" providerId="ADAL" clId="{26C0FC0F-787E-4AFE-AA9A-4E52AC6E2AD8}" dt="2025-09-18T11:43:14.780" v="6784" actId="1076"/>
          <ac:picMkLst>
            <pc:docMk/>
            <pc:sldMk cId="3788273648" sldId="305"/>
            <ac:picMk id="1028" creationId="{2F1A2C88-8BFD-39DE-0EA3-2F0069327020}"/>
          </ac:picMkLst>
        </pc:picChg>
        <pc:cxnChg chg="mod">
          <ac:chgData name="Robert de Groote" userId="2ce5265b-80a0-4fb8-a62a-8035e9b0c45a" providerId="ADAL" clId="{26C0FC0F-787E-4AFE-AA9A-4E52AC6E2AD8}" dt="2025-09-18T11:45:05.721" v="6830" actId="1076"/>
          <ac:cxnSpMkLst>
            <pc:docMk/>
            <pc:sldMk cId="3788273648" sldId="305"/>
            <ac:cxnSpMk id="42" creationId="{E17B2CE2-38CD-FC26-D621-8D4CC8075ADC}"/>
          </ac:cxnSpMkLst>
        </pc:cxnChg>
        <pc:cxnChg chg="mod">
          <ac:chgData name="Robert de Groote" userId="2ce5265b-80a0-4fb8-a62a-8035e9b0c45a" providerId="ADAL" clId="{26C0FC0F-787E-4AFE-AA9A-4E52AC6E2AD8}" dt="2025-09-18T11:45:05.721" v="6830" actId="1076"/>
          <ac:cxnSpMkLst>
            <pc:docMk/>
            <pc:sldMk cId="3788273648" sldId="305"/>
            <ac:cxnSpMk id="43" creationId="{BBD59FFB-5325-4620-435F-0A985F88E061}"/>
          </ac:cxnSpMkLst>
        </pc:cxnChg>
        <pc:cxnChg chg="mod">
          <ac:chgData name="Robert de Groote" userId="2ce5265b-80a0-4fb8-a62a-8035e9b0c45a" providerId="ADAL" clId="{26C0FC0F-787E-4AFE-AA9A-4E52AC6E2AD8}" dt="2025-09-18T11:45:05.721" v="6830" actId="1076"/>
          <ac:cxnSpMkLst>
            <pc:docMk/>
            <pc:sldMk cId="3788273648" sldId="305"/>
            <ac:cxnSpMk id="46" creationId="{704600A5-F6CD-4FFE-C54A-D83C78251FDA}"/>
          </ac:cxnSpMkLst>
        </pc:cxnChg>
        <pc:cxnChg chg="mod">
          <ac:chgData name="Robert de Groote" userId="2ce5265b-80a0-4fb8-a62a-8035e9b0c45a" providerId="ADAL" clId="{26C0FC0F-787E-4AFE-AA9A-4E52AC6E2AD8}" dt="2025-09-18T11:33:19.610" v="6301"/>
          <ac:cxnSpMkLst>
            <pc:docMk/>
            <pc:sldMk cId="3788273648" sldId="305"/>
            <ac:cxnSpMk id="47" creationId="{EB70FD94-F53A-9598-1E4E-799483721095}"/>
          </ac:cxnSpMkLst>
        </pc:cxnChg>
        <pc:cxnChg chg="mod">
          <ac:chgData name="Robert de Groote" userId="2ce5265b-80a0-4fb8-a62a-8035e9b0c45a" providerId="ADAL" clId="{26C0FC0F-787E-4AFE-AA9A-4E52AC6E2AD8}" dt="2025-09-18T11:33:14.836" v="6259"/>
          <ac:cxnSpMkLst>
            <pc:docMk/>
            <pc:sldMk cId="3788273648" sldId="305"/>
            <ac:cxnSpMk id="48" creationId="{ED6D613C-5AC4-948B-0CA4-4BF19E3D253B}"/>
          </ac:cxnSpMkLst>
        </pc:cxnChg>
        <pc:cxnChg chg="mod">
          <ac:chgData name="Robert de Groote" userId="2ce5265b-80a0-4fb8-a62a-8035e9b0c45a" providerId="ADAL" clId="{26C0FC0F-787E-4AFE-AA9A-4E52AC6E2AD8}" dt="2025-09-18T11:33:14.836" v="6259"/>
          <ac:cxnSpMkLst>
            <pc:docMk/>
            <pc:sldMk cId="3788273648" sldId="305"/>
            <ac:cxnSpMk id="49" creationId="{73B060BE-BA1C-2A27-DC8B-7A681C32F631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21T09:38:25.804" v="26349" actId="478"/>
        <pc:sldMkLst>
          <pc:docMk/>
          <pc:sldMk cId="2415291721" sldId="306"/>
        </pc:sldMkLst>
        <pc:grpChg chg="add mod">
          <ac:chgData name="Robert de Groote" userId="2ce5265b-80a0-4fb8-a62a-8035e9b0c45a" providerId="ADAL" clId="{26C0FC0F-787E-4AFE-AA9A-4E52AC6E2AD8}" dt="2025-09-18T11:34:11.529" v="6410"/>
          <ac:grpSpMkLst>
            <pc:docMk/>
            <pc:sldMk cId="2415291721" sldId="306"/>
            <ac:grpSpMk id="19" creationId="{BE323AF0-679B-3C32-5A40-B0B3FB34C05A}"/>
          </ac:grpSpMkLst>
        </pc:grpChg>
        <pc:grpChg chg="add mod">
          <ac:chgData name="Robert de Groote" userId="2ce5265b-80a0-4fb8-a62a-8035e9b0c45a" providerId="ADAL" clId="{26C0FC0F-787E-4AFE-AA9A-4E52AC6E2AD8}" dt="2025-09-18T11:34:11.560" v="6439"/>
          <ac:grpSpMkLst>
            <pc:docMk/>
            <pc:sldMk cId="2415291721" sldId="306"/>
            <ac:grpSpMk id="22" creationId="{931D0006-641F-CC91-ADC0-081CBCF78F9B}"/>
          </ac:grpSpMkLst>
        </pc:grpChg>
        <pc:grpChg chg="add mod">
          <ac:chgData name="Robert de Groote" userId="2ce5265b-80a0-4fb8-a62a-8035e9b0c45a" providerId="ADAL" clId="{26C0FC0F-787E-4AFE-AA9A-4E52AC6E2AD8}" dt="2025-09-18T11:34:11.591" v="6468"/>
          <ac:grpSpMkLst>
            <pc:docMk/>
            <pc:sldMk cId="2415291721" sldId="306"/>
            <ac:grpSpMk id="25" creationId="{E8271A00-7342-7DAA-D527-3A45D2CC29D3}"/>
          </ac:grpSpMkLst>
        </pc:grpChg>
        <pc:grpChg chg="add mod">
          <ac:chgData name="Robert de Groote" userId="2ce5265b-80a0-4fb8-a62a-8035e9b0c45a" providerId="ADAL" clId="{26C0FC0F-787E-4AFE-AA9A-4E52AC6E2AD8}" dt="2025-09-18T11:34:11.622" v="6497"/>
          <ac:grpSpMkLst>
            <pc:docMk/>
            <pc:sldMk cId="2415291721" sldId="306"/>
            <ac:grpSpMk id="28" creationId="{039CFA9D-3D4E-2E1F-8F0C-0AEBF6D7D4B1}"/>
          </ac:grpSpMkLst>
        </pc:grpChg>
        <pc:grpChg chg="add mod">
          <ac:chgData name="Robert de Groote" userId="2ce5265b-80a0-4fb8-a62a-8035e9b0c45a" providerId="ADAL" clId="{26C0FC0F-787E-4AFE-AA9A-4E52AC6E2AD8}" dt="2025-09-18T11:34:11.652" v="6526"/>
          <ac:grpSpMkLst>
            <pc:docMk/>
            <pc:sldMk cId="2415291721" sldId="306"/>
            <ac:grpSpMk id="31" creationId="{A7BA79F9-D5BB-4CF6-A2E3-2F59288F3480}"/>
          </ac:grpSpMkLst>
        </pc:grpChg>
        <pc:grpChg chg="add mod">
          <ac:chgData name="Robert de Groote" userId="2ce5265b-80a0-4fb8-a62a-8035e9b0c45a" providerId="ADAL" clId="{26C0FC0F-787E-4AFE-AA9A-4E52AC6E2AD8}" dt="2025-09-18T11:34:11.686" v="6555"/>
          <ac:grpSpMkLst>
            <pc:docMk/>
            <pc:sldMk cId="2415291721" sldId="306"/>
            <ac:grpSpMk id="34" creationId="{B320049A-D4FB-2592-1335-7F4217F2696A}"/>
          </ac:grpSpMkLst>
        </pc:grpChg>
        <pc:picChg chg="add del mod ord">
          <ac:chgData name="Robert de Groote" userId="2ce5265b-80a0-4fb8-a62a-8035e9b0c45a" providerId="ADAL" clId="{26C0FC0F-787E-4AFE-AA9A-4E52AC6E2AD8}" dt="2025-09-21T09:38:25.804" v="26349" actId="478"/>
          <ac:picMkLst>
            <pc:docMk/>
            <pc:sldMk cId="2415291721" sldId="306"/>
            <ac:picMk id="16" creationId="{0F851DE7-641E-8F22-EC51-7429C58A8E04}"/>
          </ac:picMkLst>
        </pc:picChg>
        <pc:cxnChg chg="add mod">
          <ac:chgData name="Robert de Groote" userId="2ce5265b-80a0-4fb8-a62a-8035e9b0c45a" providerId="ADAL" clId="{26C0FC0F-787E-4AFE-AA9A-4E52AC6E2AD8}" dt="2025-09-18T11:34:11.501" v="6402"/>
          <ac:cxnSpMkLst>
            <pc:docMk/>
            <pc:sldMk cId="2415291721" sldId="306"/>
            <ac:cxnSpMk id="17" creationId="{692BB918-8938-F894-0E3E-379CCA627846}"/>
          </ac:cxnSpMkLst>
        </pc:cxnChg>
        <pc:cxnChg chg="add mod">
          <ac:chgData name="Robert de Groote" userId="2ce5265b-80a0-4fb8-a62a-8035e9b0c45a" providerId="ADAL" clId="{26C0FC0F-787E-4AFE-AA9A-4E52AC6E2AD8}" dt="2025-09-18T11:34:11.536" v="6431"/>
          <ac:cxnSpMkLst>
            <pc:docMk/>
            <pc:sldMk cId="2415291721" sldId="306"/>
            <ac:cxnSpMk id="20" creationId="{7E4F5E02-1E57-77F4-B12C-9349D6AA985A}"/>
          </ac:cxnSpMkLst>
        </pc:cxnChg>
        <pc:cxnChg chg="add mod">
          <ac:chgData name="Robert de Groote" userId="2ce5265b-80a0-4fb8-a62a-8035e9b0c45a" providerId="ADAL" clId="{26C0FC0F-787E-4AFE-AA9A-4E52AC6E2AD8}" dt="2025-09-18T11:34:11.568" v="6460"/>
          <ac:cxnSpMkLst>
            <pc:docMk/>
            <pc:sldMk cId="2415291721" sldId="306"/>
            <ac:cxnSpMk id="23" creationId="{DAE9A2D2-69D9-D259-1072-6E1E827999F4}"/>
          </ac:cxnSpMkLst>
        </pc:cxnChg>
        <pc:cxnChg chg="add mod">
          <ac:chgData name="Robert de Groote" userId="2ce5265b-80a0-4fb8-a62a-8035e9b0c45a" providerId="ADAL" clId="{26C0FC0F-787E-4AFE-AA9A-4E52AC6E2AD8}" dt="2025-09-18T11:34:11.600" v="6489"/>
          <ac:cxnSpMkLst>
            <pc:docMk/>
            <pc:sldMk cId="2415291721" sldId="306"/>
            <ac:cxnSpMk id="26" creationId="{B7F0647D-BB6B-385E-E3EF-7E3A9456989B}"/>
          </ac:cxnSpMkLst>
        </pc:cxnChg>
        <pc:cxnChg chg="add mod">
          <ac:chgData name="Robert de Groote" userId="2ce5265b-80a0-4fb8-a62a-8035e9b0c45a" providerId="ADAL" clId="{26C0FC0F-787E-4AFE-AA9A-4E52AC6E2AD8}" dt="2025-09-18T11:34:11.630" v="6518"/>
          <ac:cxnSpMkLst>
            <pc:docMk/>
            <pc:sldMk cId="2415291721" sldId="306"/>
            <ac:cxnSpMk id="29" creationId="{BA9AFE2E-87B5-69AF-8828-D9C1A42E6DAE}"/>
          </ac:cxnSpMkLst>
        </pc:cxnChg>
        <pc:cxnChg chg="add mod">
          <ac:chgData name="Robert de Groote" userId="2ce5265b-80a0-4fb8-a62a-8035e9b0c45a" providerId="ADAL" clId="{26C0FC0F-787E-4AFE-AA9A-4E52AC6E2AD8}" dt="2025-09-18T11:34:11.662" v="6547"/>
          <ac:cxnSpMkLst>
            <pc:docMk/>
            <pc:sldMk cId="2415291721" sldId="306"/>
            <ac:cxnSpMk id="32" creationId="{C0357521-B93E-E35F-DB68-557733368A81}"/>
          </ac:cxnSpMkLst>
        </pc:cxnChg>
        <pc:cxnChg chg="mod">
          <ac:chgData name="Robert de Groote" userId="2ce5265b-80a0-4fb8-a62a-8035e9b0c45a" providerId="ADAL" clId="{26C0FC0F-787E-4AFE-AA9A-4E52AC6E2AD8}" dt="2025-09-18T11:34:11.501" v="6402"/>
          <ac:cxnSpMkLst>
            <pc:docMk/>
            <pc:sldMk cId="2415291721" sldId="306"/>
            <ac:cxnSpMk id="42" creationId="{CA0CDF45-84D1-0A3F-175C-4A0DE7558C3E}"/>
          </ac:cxnSpMkLst>
        </pc:cxnChg>
        <pc:cxnChg chg="mod">
          <ac:chgData name="Robert de Groote" userId="2ce5265b-80a0-4fb8-a62a-8035e9b0c45a" providerId="ADAL" clId="{26C0FC0F-787E-4AFE-AA9A-4E52AC6E2AD8}" dt="2025-09-18T11:34:11.536" v="6431"/>
          <ac:cxnSpMkLst>
            <pc:docMk/>
            <pc:sldMk cId="2415291721" sldId="306"/>
            <ac:cxnSpMk id="43" creationId="{44543F4C-44E2-246F-FF79-CF2ED1BB926A}"/>
          </ac:cxnSpMkLst>
        </pc:cxnChg>
        <pc:cxnChg chg="mod">
          <ac:chgData name="Robert de Groote" userId="2ce5265b-80a0-4fb8-a62a-8035e9b0c45a" providerId="ADAL" clId="{26C0FC0F-787E-4AFE-AA9A-4E52AC6E2AD8}" dt="2025-09-18T11:34:11.568" v="6460"/>
          <ac:cxnSpMkLst>
            <pc:docMk/>
            <pc:sldMk cId="2415291721" sldId="306"/>
            <ac:cxnSpMk id="46" creationId="{35B05934-79ED-68A9-316F-3E300FAA2096}"/>
          </ac:cxnSpMkLst>
        </pc:cxnChg>
        <pc:cxnChg chg="mod">
          <ac:chgData name="Robert de Groote" userId="2ce5265b-80a0-4fb8-a62a-8035e9b0c45a" providerId="ADAL" clId="{26C0FC0F-787E-4AFE-AA9A-4E52AC6E2AD8}" dt="2025-09-18T11:34:11.600" v="6489"/>
          <ac:cxnSpMkLst>
            <pc:docMk/>
            <pc:sldMk cId="2415291721" sldId="306"/>
            <ac:cxnSpMk id="47" creationId="{98411EC4-9F2C-DCB0-97F9-DEB06D1A1A3A}"/>
          </ac:cxnSpMkLst>
        </pc:cxnChg>
        <pc:cxnChg chg="mod">
          <ac:chgData name="Robert de Groote" userId="2ce5265b-80a0-4fb8-a62a-8035e9b0c45a" providerId="ADAL" clId="{26C0FC0F-787E-4AFE-AA9A-4E52AC6E2AD8}" dt="2025-09-18T11:34:11.630" v="6518"/>
          <ac:cxnSpMkLst>
            <pc:docMk/>
            <pc:sldMk cId="2415291721" sldId="306"/>
            <ac:cxnSpMk id="48" creationId="{0EFB377C-AA5E-D72A-3694-1CC1D30F4837}"/>
          </ac:cxnSpMkLst>
        </pc:cxnChg>
        <pc:cxnChg chg="mod">
          <ac:chgData name="Robert de Groote" userId="2ce5265b-80a0-4fb8-a62a-8035e9b0c45a" providerId="ADAL" clId="{26C0FC0F-787E-4AFE-AA9A-4E52AC6E2AD8}" dt="2025-09-18T11:34:11.662" v="6547"/>
          <ac:cxnSpMkLst>
            <pc:docMk/>
            <pc:sldMk cId="2415291721" sldId="306"/>
            <ac:cxnSpMk id="49" creationId="{A954AAE7-F83D-DAE2-9513-2E22E30EF832}"/>
          </ac:cxnSpMkLst>
        </pc:cxnChg>
      </pc:sldChg>
      <pc:sldChg chg="addSp delSp modSp add del mod">
        <pc:chgData name="Robert de Groote" userId="2ce5265b-80a0-4fb8-a62a-8035e9b0c45a" providerId="ADAL" clId="{26C0FC0F-787E-4AFE-AA9A-4E52AC6E2AD8}" dt="2025-09-18T11:47:14.928" v="7391"/>
        <pc:sldMkLst>
          <pc:docMk/>
          <pc:sldMk cId="140628198" sldId="307"/>
        </pc:sldMkLst>
      </pc:sldChg>
      <pc:sldChg chg="add del">
        <pc:chgData name="Robert de Groote" userId="2ce5265b-80a0-4fb8-a62a-8035e9b0c45a" providerId="ADAL" clId="{26C0FC0F-787E-4AFE-AA9A-4E52AC6E2AD8}" dt="2025-09-18T12:03:26.929" v="7484" actId="2890"/>
        <pc:sldMkLst>
          <pc:docMk/>
          <pc:sldMk cId="1617434593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5:39.497" v="6986"/>
        <pc:sldMkLst>
          <pc:docMk/>
          <pc:sldMk cId="1730917247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35.231" v="7192"/>
        <pc:sldMkLst>
          <pc:docMk/>
          <pc:sldMk cId="2444021462" sldId="307"/>
        </pc:sldMkLst>
      </pc:sldChg>
      <pc:sldChg chg="add del modTransition">
        <pc:chgData name="Robert de Groote" userId="2ce5265b-80a0-4fb8-a62a-8035e9b0c45a" providerId="ADAL" clId="{26C0FC0F-787E-4AFE-AA9A-4E52AC6E2AD8}" dt="2025-09-18T12:43:52.394" v="8961" actId="47"/>
        <pc:sldMkLst>
          <pc:docMk/>
          <pc:sldMk cId="2454140950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48.402" v="7197" actId="2696"/>
        <pc:sldMkLst>
          <pc:docMk/>
          <pc:sldMk cId="2556776572" sldId="307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1:45:39.497" v="6986"/>
        <pc:sldMkLst>
          <pc:docMk/>
          <pc:sldMk cId="42093778" sldId="308"/>
        </pc:sldMkLst>
      </pc:sldChg>
      <pc:sldChg chg="add del">
        <pc:chgData name="Robert de Groote" userId="2ce5265b-80a0-4fb8-a62a-8035e9b0c45a" providerId="ADAL" clId="{26C0FC0F-787E-4AFE-AA9A-4E52AC6E2AD8}" dt="2025-09-18T11:46:35.231" v="7192"/>
        <pc:sldMkLst>
          <pc:docMk/>
          <pc:sldMk cId="342574506" sldId="308"/>
        </pc:sldMkLst>
      </pc:sldChg>
      <pc:sldChg chg="add del">
        <pc:chgData name="Robert de Groote" userId="2ce5265b-80a0-4fb8-a62a-8035e9b0c45a" providerId="ADAL" clId="{26C0FC0F-787E-4AFE-AA9A-4E52AC6E2AD8}" dt="2025-09-18T12:20:13.027" v="7648" actId="47"/>
        <pc:sldMkLst>
          <pc:docMk/>
          <pc:sldMk cId="848356659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19:49.168" v="7645" actId="47"/>
        <pc:sldMkLst>
          <pc:docMk/>
          <pc:sldMk cId="2068359823" sldId="308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21T12:24:57.718" v="34578"/>
        <pc:sldMkLst>
          <pc:docMk/>
          <pc:sldMk cId="2375782824" sldId="308"/>
        </pc:sldMkLst>
        <pc:spChg chg="mod">
          <ac:chgData name="Robert de Groote" userId="2ce5265b-80a0-4fb8-a62a-8035e9b0c45a" providerId="ADAL" clId="{26C0FC0F-787E-4AFE-AA9A-4E52AC6E2AD8}" dt="2025-09-18T12:23:49.523" v="7886"/>
          <ac:spMkLst>
            <pc:docMk/>
            <pc:sldMk cId="2375782824" sldId="308"/>
            <ac:spMk id="2" creationId="{BCD1B604-857B-EE01-4A6C-B23FA05AE5DE}"/>
          </ac:spMkLst>
        </pc:spChg>
        <pc:spChg chg="mod">
          <ac:chgData name="Robert de Groote" userId="2ce5265b-80a0-4fb8-a62a-8035e9b0c45a" providerId="ADAL" clId="{26C0FC0F-787E-4AFE-AA9A-4E52AC6E2AD8}" dt="2025-09-18T12:26:14.052" v="8084" actId="27636"/>
          <ac:spMkLst>
            <pc:docMk/>
            <pc:sldMk cId="2375782824" sldId="308"/>
            <ac:spMk id="3" creationId="{30C1AE21-3136-C764-11CA-BC1E0B72F2E4}"/>
          </ac:spMkLst>
        </pc:spChg>
        <pc:spChg chg="add mod">
          <ac:chgData name="Robert de Groote" userId="2ce5265b-80a0-4fb8-a62a-8035e9b0c45a" providerId="ADAL" clId="{26C0FC0F-787E-4AFE-AA9A-4E52AC6E2AD8}" dt="2025-09-18T12:28:04.587" v="8318"/>
          <ac:spMkLst>
            <pc:docMk/>
            <pc:sldMk cId="2375782824" sldId="308"/>
            <ac:spMk id="15" creationId="{FC19E1D9-FB8C-DBEC-5BB7-C798455D8AA4}"/>
          </ac:spMkLst>
        </pc:spChg>
      </pc:sldChg>
      <pc:sldChg chg="add del modAnim">
        <pc:chgData name="Robert de Groote" userId="2ce5265b-80a0-4fb8-a62a-8035e9b0c45a" providerId="ADAL" clId="{26C0FC0F-787E-4AFE-AA9A-4E52AC6E2AD8}" dt="2025-09-18T12:17:53.236" v="7605" actId="47"/>
        <pc:sldMkLst>
          <pc:docMk/>
          <pc:sldMk cId="3432135103" sldId="308"/>
        </pc:sldMkLst>
      </pc:sldChg>
      <pc:sldChg chg="add del">
        <pc:chgData name="Robert de Groote" userId="2ce5265b-80a0-4fb8-a62a-8035e9b0c45a" providerId="ADAL" clId="{26C0FC0F-787E-4AFE-AA9A-4E52AC6E2AD8}" dt="2025-09-18T11:47:14.928" v="7391"/>
        <pc:sldMkLst>
          <pc:docMk/>
          <pc:sldMk cId="3952600698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1:23.815" v="7780" actId="47"/>
        <pc:sldMkLst>
          <pc:docMk/>
          <pc:sldMk cId="4132812892" sldId="308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6:35.231" v="7192"/>
        <pc:sldMkLst>
          <pc:docMk/>
          <pc:sldMk cId="2112824529" sldId="309"/>
        </pc:sldMkLst>
      </pc:sldChg>
      <pc:sldChg chg="delSp modSp add mod modTransition">
        <pc:chgData name="Robert de Groote" userId="2ce5265b-80a0-4fb8-a62a-8035e9b0c45a" providerId="ADAL" clId="{26C0FC0F-787E-4AFE-AA9A-4E52AC6E2AD8}" dt="2025-09-21T09:41:51.607" v="26543" actId="6549"/>
        <pc:sldMkLst>
          <pc:docMk/>
          <pc:sldMk cId="2340356800" sldId="309"/>
        </pc:sldMkLst>
        <pc:spChg chg="mod">
          <ac:chgData name="Robert de Groote" userId="2ce5265b-80a0-4fb8-a62a-8035e9b0c45a" providerId="ADAL" clId="{26C0FC0F-787E-4AFE-AA9A-4E52AC6E2AD8}" dt="2025-09-21T09:41:51.607" v="26543" actId="6549"/>
          <ac:spMkLst>
            <pc:docMk/>
            <pc:sldMk cId="2340356800" sldId="309"/>
            <ac:spMk id="2" creationId="{04D867DA-9F9F-DE52-0376-DE863FBC2598}"/>
          </ac:spMkLst>
        </pc:spChg>
        <pc:spChg chg="mod">
          <ac:chgData name="Robert de Groote" userId="2ce5265b-80a0-4fb8-a62a-8035e9b0c45a" providerId="ADAL" clId="{26C0FC0F-787E-4AFE-AA9A-4E52AC6E2AD8}" dt="2025-09-21T09:40:45.439" v="26532" actId="114"/>
          <ac:spMkLst>
            <pc:docMk/>
            <pc:sldMk cId="2340356800" sldId="309"/>
            <ac:spMk id="3" creationId="{3628D3CE-E1FB-B51C-1E6C-24359045DFE0}"/>
          </ac:spMkLst>
        </pc:spChg>
        <pc:spChg chg="mod">
          <ac:chgData name="Robert de Groote" userId="2ce5265b-80a0-4fb8-a62a-8035e9b0c45a" providerId="ADAL" clId="{26C0FC0F-787E-4AFE-AA9A-4E52AC6E2AD8}" dt="2025-09-18T12:27:27.599" v="8177" actId="1076"/>
          <ac:spMkLst>
            <pc:docMk/>
            <pc:sldMk cId="2340356800" sldId="309"/>
            <ac:spMk id="8" creationId="{8DCD8C24-A370-EBAE-6BF7-BA9C0073AA33}"/>
          </ac:spMkLst>
        </pc:spChg>
        <pc:spChg chg="del">
          <ac:chgData name="Robert de Groote" userId="2ce5265b-80a0-4fb8-a62a-8035e9b0c45a" providerId="ADAL" clId="{26C0FC0F-787E-4AFE-AA9A-4E52AC6E2AD8}" dt="2025-09-21T09:39:25.619" v="26365" actId="478"/>
          <ac:spMkLst>
            <pc:docMk/>
            <pc:sldMk cId="2340356800" sldId="309"/>
            <ac:spMk id="162" creationId="{9754A90C-B67E-FCE8-84D0-32DB8FD5995B}"/>
          </ac:spMkLst>
        </pc:spChg>
        <pc:grpChg chg="del">
          <ac:chgData name="Robert de Groote" userId="2ce5265b-80a0-4fb8-a62a-8035e9b0c45a" providerId="ADAL" clId="{26C0FC0F-787E-4AFE-AA9A-4E52AC6E2AD8}" dt="2025-09-21T09:39:26.797" v="26366" actId="478"/>
          <ac:grpSpMkLst>
            <pc:docMk/>
            <pc:sldMk cId="2340356800" sldId="309"/>
            <ac:grpSpMk id="159" creationId="{F37A391C-72C7-3F3E-2B30-A997FD7AF8AD}"/>
          </ac:grpSpMkLst>
        </pc:grpChg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7:14.928" v="7391"/>
        <pc:sldMkLst>
          <pc:docMk/>
          <pc:sldMk cId="2632289950" sldId="309"/>
        </pc:sldMkLst>
      </pc:sldChg>
      <pc:sldChg chg="addSp delSp modSp add mod delAnim modAnim">
        <pc:chgData name="Robert de Groote" userId="2ce5265b-80a0-4fb8-a62a-8035e9b0c45a" providerId="ADAL" clId="{26C0FC0F-787E-4AFE-AA9A-4E52AC6E2AD8}" dt="2025-09-18T12:43:30.263" v="8959"/>
        <pc:sldMkLst>
          <pc:docMk/>
          <pc:sldMk cId="3708548468" sldId="310"/>
        </pc:sldMkLst>
        <pc:spChg chg="mod">
          <ac:chgData name="Robert de Groote" userId="2ce5265b-80a0-4fb8-a62a-8035e9b0c45a" providerId="ADAL" clId="{26C0FC0F-787E-4AFE-AA9A-4E52AC6E2AD8}" dt="2025-09-18T12:32:10.659" v="8750" actId="6549"/>
          <ac:spMkLst>
            <pc:docMk/>
            <pc:sldMk cId="3708548468" sldId="310"/>
            <ac:spMk id="2" creationId="{C828A26E-710D-0957-E16D-C2823767B956}"/>
          </ac:spMkLst>
        </pc:spChg>
        <pc:spChg chg="mod">
          <ac:chgData name="Robert de Groote" userId="2ce5265b-80a0-4fb8-a62a-8035e9b0c45a" providerId="ADAL" clId="{26C0FC0F-787E-4AFE-AA9A-4E52AC6E2AD8}" dt="2025-09-18T12:43:11.668" v="8958" actId="108"/>
          <ac:spMkLst>
            <pc:docMk/>
            <pc:sldMk cId="3708548468" sldId="310"/>
            <ac:spMk id="3" creationId="{C096ECD9-2232-F23C-7C0D-E037F6229A98}"/>
          </ac:spMkLst>
        </pc:spChg>
        <pc:spChg chg="mod">
          <ac:chgData name="Robert de Groote" userId="2ce5265b-80a0-4fb8-a62a-8035e9b0c45a" providerId="ADAL" clId="{26C0FC0F-787E-4AFE-AA9A-4E52AC6E2AD8}" dt="2025-09-18T12:32:51.138" v="8760" actId="207"/>
          <ac:spMkLst>
            <pc:docMk/>
            <pc:sldMk cId="3708548468" sldId="310"/>
            <ac:spMk id="16" creationId="{1085FC5D-62FE-E4D6-8B49-833B89D5540C}"/>
          </ac:spMkLst>
        </pc:spChg>
        <pc:spChg chg="mod">
          <ac:chgData name="Robert de Groote" userId="2ce5265b-80a0-4fb8-a62a-8035e9b0c45a" providerId="ADAL" clId="{26C0FC0F-787E-4AFE-AA9A-4E52AC6E2AD8}" dt="2025-09-18T12:32:43.318" v="8759" actId="20577"/>
          <ac:spMkLst>
            <pc:docMk/>
            <pc:sldMk cId="3708548468" sldId="310"/>
            <ac:spMk id="17" creationId="{D39BFD3D-030F-7A57-722E-CF869D601376}"/>
          </ac:spMkLst>
        </pc:spChg>
        <pc:spChg chg="add mod">
          <ac:chgData name="Robert de Groote" userId="2ce5265b-80a0-4fb8-a62a-8035e9b0c45a" providerId="ADAL" clId="{26C0FC0F-787E-4AFE-AA9A-4E52AC6E2AD8}" dt="2025-09-18T12:40:17.271" v="8870" actId="14100"/>
          <ac:spMkLst>
            <pc:docMk/>
            <pc:sldMk cId="3708548468" sldId="310"/>
            <ac:spMk id="24" creationId="{B3951D4C-4614-ECEE-1F0D-BF48804C9FAC}"/>
          </ac:spMkLst>
        </pc:spChg>
        <pc:spChg chg="add mod">
          <ac:chgData name="Robert de Groote" userId="2ce5265b-80a0-4fb8-a62a-8035e9b0c45a" providerId="ADAL" clId="{26C0FC0F-787E-4AFE-AA9A-4E52AC6E2AD8}" dt="2025-09-18T12:42:46.692" v="8952" actId="2710"/>
          <ac:spMkLst>
            <pc:docMk/>
            <pc:sldMk cId="3708548468" sldId="310"/>
            <ac:spMk id="25" creationId="{7185BD1E-AF1B-7AAF-FD94-6D355B5D7AD8}"/>
          </ac:spMkLst>
        </pc:spChg>
        <pc:grpChg chg="add mod">
          <ac:chgData name="Robert de Groote" userId="2ce5265b-80a0-4fb8-a62a-8035e9b0c45a" providerId="ADAL" clId="{26C0FC0F-787E-4AFE-AA9A-4E52AC6E2AD8}" dt="2025-09-18T12:33:10.134" v="8765" actId="1076"/>
          <ac:grpSpMkLst>
            <pc:docMk/>
            <pc:sldMk cId="3708548468" sldId="310"/>
            <ac:grpSpMk id="15" creationId="{118E7C3D-05B2-B3A2-D25B-871D407F4ACC}"/>
          </ac:grpSpMkLst>
        </pc:grpChg>
      </pc:sldChg>
      <pc:sldChg chg="addSp delSp modSp add del mod modTransition delAnim modAnim">
        <pc:chgData name="Robert de Groote" userId="2ce5265b-80a0-4fb8-a62a-8035e9b0c45a" providerId="ADAL" clId="{26C0FC0F-787E-4AFE-AA9A-4E52AC6E2AD8}" dt="2025-09-18T12:28:13.176" v="8319" actId="47"/>
        <pc:sldMkLst>
          <pc:docMk/>
          <pc:sldMk cId="4137551178" sldId="310"/>
        </pc:sldMkLst>
      </pc:sldChg>
      <pc:sldChg chg="modSp add del mod">
        <pc:chgData name="Robert de Groote" userId="2ce5265b-80a0-4fb8-a62a-8035e9b0c45a" providerId="ADAL" clId="{26C0FC0F-787E-4AFE-AA9A-4E52AC6E2AD8}" dt="2025-09-18T12:54:22.123" v="9397" actId="47"/>
        <pc:sldMkLst>
          <pc:docMk/>
          <pc:sldMk cId="2307875831" sldId="311"/>
        </pc:sldMkLst>
      </pc:sldChg>
      <pc:sldChg chg="addSp delSp modSp add mod ord modTransition delAnim modAnim">
        <pc:chgData name="Robert de Groote" userId="2ce5265b-80a0-4fb8-a62a-8035e9b0c45a" providerId="ADAL" clId="{26C0FC0F-787E-4AFE-AA9A-4E52AC6E2AD8}" dt="2025-09-21T12:28:27.477" v="34602"/>
        <pc:sldMkLst>
          <pc:docMk/>
          <pc:sldMk cId="4224142537" sldId="311"/>
        </pc:sldMkLst>
        <pc:spChg chg="mod">
          <ac:chgData name="Robert de Groote" userId="2ce5265b-80a0-4fb8-a62a-8035e9b0c45a" providerId="ADAL" clId="{26C0FC0F-787E-4AFE-AA9A-4E52AC6E2AD8}" dt="2025-09-18T12:54:29.933" v="9413" actId="20577"/>
          <ac:spMkLst>
            <pc:docMk/>
            <pc:sldMk cId="4224142537" sldId="311"/>
            <ac:spMk id="2" creationId="{6091FB4C-E2C6-3CF8-4428-85726BBDA310}"/>
          </ac:spMkLst>
        </pc:spChg>
        <pc:spChg chg="mod">
          <ac:chgData name="Robert de Groote" userId="2ce5265b-80a0-4fb8-a62a-8035e9b0c45a" providerId="ADAL" clId="{26C0FC0F-787E-4AFE-AA9A-4E52AC6E2AD8}" dt="2025-09-18T13:04:17.536" v="9629" actId="14100"/>
          <ac:spMkLst>
            <pc:docMk/>
            <pc:sldMk cId="4224142537" sldId="311"/>
            <ac:spMk id="3" creationId="{88491B4C-9D26-38F8-FE78-FBB1DFC5A18F}"/>
          </ac:spMkLst>
        </pc:spChg>
        <pc:spChg chg="mod">
          <ac:chgData name="Robert de Groote" userId="2ce5265b-80a0-4fb8-a62a-8035e9b0c45a" providerId="ADAL" clId="{26C0FC0F-787E-4AFE-AA9A-4E52AC6E2AD8}" dt="2025-09-18T12:59:42.849" v="9533" actId="20577"/>
          <ac:spMkLst>
            <pc:docMk/>
            <pc:sldMk cId="4224142537" sldId="311"/>
            <ac:spMk id="17" creationId="{090B021C-6D7B-C3C6-FD7F-319C546D4E52}"/>
          </ac:spMkLst>
        </pc:spChg>
        <pc:spChg chg="mod">
          <ac:chgData name="Robert de Groote" userId="2ce5265b-80a0-4fb8-a62a-8035e9b0c45a" providerId="ADAL" clId="{26C0FC0F-787E-4AFE-AA9A-4E52AC6E2AD8}" dt="2025-09-18T12:54:47.774" v="9437" actId="20577"/>
          <ac:spMkLst>
            <pc:docMk/>
            <pc:sldMk cId="4224142537" sldId="311"/>
            <ac:spMk id="24" creationId="{873CBEAD-30C3-ABF7-A37E-50B7383597DB}"/>
          </ac:spMkLst>
        </pc:spChg>
        <pc:spChg chg="mod">
          <ac:chgData name="Robert de Groote" userId="2ce5265b-80a0-4fb8-a62a-8035e9b0c45a" providerId="ADAL" clId="{26C0FC0F-787E-4AFE-AA9A-4E52AC6E2AD8}" dt="2025-09-18T12:59:15.089" v="9528" actId="1076"/>
          <ac:spMkLst>
            <pc:docMk/>
            <pc:sldMk cId="4224142537" sldId="311"/>
            <ac:spMk id="25" creationId="{D619C0EA-C517-9B21-42C1-0F41C4E37C91}"/>
          </ac:spMkLst>
        </pc:spChg>
        <pc:spChg chg="add mod">
          <ac:chgData name="Robert de Groote" userId="2ce5265b-80a0-4fb8-a62a-8035e9b0c45a" providerId="ADAL" clId="{26C0FC0F-787E-4AFE-AA9A-4E52AC6E2AD8}" dt="2025-09-18T13:00:27.932" v="9546" actId="20577"/>
          <ac:spMkLst>
            <pc:docMk/>
            <pc:sldMk cId="4224142537" sldId="311"/>
            <ac:spMk id="29" creationId="{ACC8BA02-9B52-9196-14BF-000CFF84D33E}"/>
          </ac:spMkLst>
        </pc:spChg>
        <pc:spChg chg="add mod">
          <ac:chgData name="Robert de Groote" userId="2ce5265b-80a0-4fb8-a62a-8035e9b0c45a" providerId="ADAL" clId="{26C0FC0F-787E-4AFE-AA9A-4E52AC6E2AD8}" dt="2025-09-18T13:03:34.332" v="9580" actId="14100"/>
          <ac:spMkLst>
            <pc:docMk/>
            <pc:sldMk cId="4224142537" sldId="311"/>
            <ac:spMk id="35" creationId="{E3052C08-7716-1185-BB77-A8CCBAE55860}"/>
          </ac:spMkLst>
        </pc:spChg>
        <pc:spChg chg="add mod">
          <ac:chgData name="Robert de Groote" userId="2ce5265b-80a0-4fb8-a62a-8035e9b0c45a" providerId="ADAL" clId="{26C0FC0F-787E-4AFE-AA9A-4E52AC6E2AD8}" dt="2025-09-18T13:04:23.198" v="9631" actId="114"/>
          <ac:spMkLst>
            <pc:docMk/>
            <pc:sldMk cId="4224142537" sldId="311"/>
            <ac:spMk id="36" creationId="{D428E7D7-C680-4839-FC6E-3C8F889AA847}"/>
          </ac:spMkLst>
        </pc:spChg>
        <pc:cxnChg chg="add mod">
          <ac:chgData name="Robert de Groote" userId="2ce5265b-80a0-4fb8-a62a-8035e9b0c45a" providerId="ADAL" clId="{26C0FC0F-787E-4AFE-AA9A-4E52AC6E2AD8}" dt="2025-09-18T13:00:35.900" v="9549" actId="14100"/>
          <ac:cxnSpMkLst>
            <pc:docMk/>
            <pc:sldMk cId="4224142537" sldId="311"/>
            <ac:cxnSpMk id="30" creationId="{B0E6DCE0-BB7C-302A-C217-7B2AD93B5430}"/>
          </ac:cxnSpMkLst>
        </pc:cxnChg>
      </pc:sldChg>
      <pc:sldChg chg="delSp modSp add mod modAnim">
        <pc:chgData name="Robert de Groote" userId="2ce5265b-80a0-4fb8-a62a-8035e9b0c45a" providerId="ADAL" clId="{26C0FC0F-787E-4AFE-AA9A-4E52AC6E2AD8}" dt="2025-09-18T13:24:14.412" v="10532"/>
        <pc:sldMkLst>
          <pc:docMk/>
          <pc:sldMk cId="2383432657" sldId="312"/>
        </pc:sldMkLst>
        <pc:spChg chg="mod">
          <ac:chgData name="Robert de Groote" userId="2ce5265b-80a0-4fb8-a62a-8035e9b0c45a" providerId="ADAL" clId="{26C0FC0F-787E-4AFE-AA9A-4E52AC6E2AD8}" dt="2025-09-18T13:13:06.548" v="10134" actId="20577"/>
          <ac:spMkLst>
            <pc:docMk/>
            <pc:sldMk cId="2383432657" sldId="312"/>
            <ac:spMk id="2" creationId="{25E851AE-571A-41DA-0A76-5B2341B58DF3}"/>
          </ac:spMkLst>
        </pc:spChg>
        <pc:spChg chg="mod">
          <ac:chgData name="Robert de Groote" userId="2ce5265b-80a0-4fb8-a62a-8035e9b0c45a" providerId="ADAL" clId="{26C0FC0F-787E-4AFE-AA9A-4E52AC6E2AD8}" dt="2025-09-18T13:17:39.148" v="10316" actId="14100"/>
          <ac:spMkLst>
            <pc:docMk/>
            <pc:sldMk cId="2383432657" sldId="312"/>
            <ac:spMk id="3" creationId="{93D6611F-C7BA-0503-9C90-3605A0731D7D}"/>
          </ac:spMkLst>
        </pc:spChg>
        <pc:spChg chg="mod">
          <ac:chgData name="Robert de Groote" userId="2ce5265b-80a0-4fb8-a62a-8035e9b0c45a" providerId="ADAL" clId="{26C0FC0F-787E-4AFE-AA9A-4E52AC6E2AD8}" dt="2025-09-18T13:17:45.532" v="10321" actId="20577"/>
          <ac:spMkLst>
            <pc:docMk/>
            <pc:sldMk cId="2383432657" sldId="312"/>
            <ac:spMk id="24" creationId="{5D58FE95-0D24-0D48-DF7C-35EBEB913972}"/>
          </ac:spMkLst>
        </pc:spChg>
      </pc:sldChg>
      <pc:sldChg chg="delSp modSp add mod modTransition modAnim">
        <pc:chgData name="Robert de Groote" userId="2ce5265b-80a0-4fb8-a62a-8035e9b0c45a" providerId="ADAL" clId="{26C0FC0F-787E-4AFE-AA9A-4E52AC6E2AD8}" dt="2025-09-18T13:23:53.078" v="10526"/>
        <pc:sldMkLst>
          <pc:docMk/>
          <pc:sldMk cId="2332392631" sldId="313"/>
        </pc:sldMkLst>
        <pc:spChg chg="mod">
          <ac:chgData name="Robert de Groote" userId="2ce5265b-80a0-4fb8-a62a-8035e9b0c45a" providerId="ADAL" clId="{26C0FC0F-787E-4AFE-AA9A-4E52AC6E2AD8}" dt="2025-09-18T13:19:33.602" v="10501" actId="113"/>
          <ac:spMkLst>
            <pc:docMk/>
            <pc:sldMk cId="2332392631" sldId="313"/>
            <ac:spMk id="3" creationId="{1C795FBB-7304-3481-D89B-A14621C76CE0}"/>
          </ac:spMkLst>
        </pc:spChg>
        <pc:spChg chg="mod">
          <ac:chgData name="Robert de Groote" userId="2ce5265b-80a0-4fb8-a62a-8035e9b0c45a" providerId="ADAL" clId="{26C0FC0F-787E-4AFE-AA9A-4E52AC6E2AD8}" dt="2025-09-18T13:23:27.770" v="10515" actId="207"/>
          <ac:spMkLst>
            <pc:docMk/>
            <pc:sldMk cId="2332392631" sldId="313"/>
            <ac:spMk id="12" creationId="{629A5442-9CBE-E8F5-8B85-6D38483B19E1}"/>
          </ac:spMkLst>
        </pc:spChg>
        <pc:spChg chg="mod">
          <ac:chgData name="Robert de Groote" userId="2ce5265b-80a0-4fb8-a62a-8035e9b0c45a" providerId="ADAL" clId="{26C0FC0F-787E-4AFE-AA9A-4E52AC6E2AD8}" dt="2025-09-18T13:18:40.012" v="10330" actId="553"/>
          <ac:spMkLst>
            <pc:docMk/>
            <pc:sldMk cId="2332392631" sldId="313"/>
            <ac:spMk id="29" creationId="{655D97B5-3CA1-B45D-35D3-AB4F278E91C6}"/>
          </ac:spMkLst>
        </pc:spChg>
        <pc:cxnChg chg="mod">
          <ac:chgData name="Robert de Groote" userId="2ce5265b-80a0-4fb8-a62a-8035e9b0c45a" providerId="ADAL" clId="{26C0FC0F-787E-4AFE-AA9A-4E52AC6E2AD8}" dt="2025-09-18T13:18:45.718" v="10332" actId="14100"/>
          <ac:cxnSpMkLst>
            <pc:docMk/>
            <pc:sldMk cId="2332392631" sldId="313"/>
            <ac:cxnSpMk id="48" creationId="{1C9BFED2-B535-9628-D0EB-00FD62103F36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18T13:23:15.902" v="10514" actId="207"/>
        <pc:sldMkLst>
          <pc:docMk/>
          <pc:sldMk cId="3733322326" sldId="314"/>
        </pc:sldMkLst>
        <pc:spChg chg="mod">
          <ac:chgData name="Robert de Groote" userId="2ce5265b-80a0-4fb8-a62a-8035e9b0c45a" providerId="ADAL" clId="{26C0FC0F-787E-4AFE-AA9A-4E52AC6E2AD8}" dt="2025-09-18T13:23:15.902" v="10514" actId="207"/>
          <ac:spMkLst>
            <pc:docMk/>
            <pc:sldMk cId="3733322326" sldId="314"/>
            <ac:spMk id="12" creationId="{EB7FB70F-4FB4-F7D3-072B-C9DA25EAE53E}"/>
          </ac:spMkLst>
        </pc:spChg>
        <pc:grpChg chg="add mod">
          <ac:chgData name="Robert de Groote" userId="2ce5265b-80a0-4fb8-a62a-8035e9b0c45a" providerId="ADAL" clId="{26C0FC0F-787E-4AFE-AA9A-4E52AC6E2AD8}" dt="2025-09-18T13:18:58.241" v="10377"/>
          <ac:grpSpMkLst>
            <pc:docMk/>
            <pc:sldMk cId="3733322326" sldId="314"/>
            <ac:grpSpMk id="22" creationId="{FFC90DC2-1800-2927-63F2-024589D241FD}"/>
          </ac:grpSpMkLst>
        </pc:grpChg>
        <pc:grpChg chg="add mod">
          <ac:chgData name="Robert de Groote" userId="2ce5265b-80a0-4fb8-a62a-8035e9b0c45a" providerId="ADAL" clId="{26C0FC0F-787E-4AFE-AA9A-4E52AC6E2AD8}" dt="2025-09-18T13:18:58.294" v="10393"/>
          <ac:grpSpMkLst>
            <pc:docMk/>
            <pc:sldMk cId="3733322326" sldId="314"/>
            <ac:grpSpMk id="26" creationId="{B930B8D9-53BE-7F0A-AEB2-D60733F7E793}"/>
          </ac:grpSpMkLst>
        </pc:grpChg>
        <pc:grpChg chg="add mod">
          <ac:chgData name="Robert de Groote" userId="2ce5265b-80a0-4fb8-a62a-8035e9b0c45a" providerId="ADAL" clId="{26C0FC0F-787E-4AFE-AA9A-4E52AC6E2AD8}" dt="2025-09-18T13:18:58.331" v="10409"/>
          <ac:grpSpMkLst>
            <pc:docMk/>
            <pc:sldMk cId="3733322326" sldId="314"/>
            <ac:grpSpMk id="31" creationId="{7B46E828-06F8-8E06-3B7D-DF453CE4E679}"/>
          </ac:grpSpMkLst>
        </pc:grpChg>
        <pc:grpChg chg="add mod">
          <ac:chgData name="Robert de Groote" userId="2ce5265b-80a0-4fb8-a62a-8035e9b0c45a" providerId="ADAL" clId="{26C0FC0F-787E-4AFE-AA9A-4E52AC6E2AD8}" dt="2025-09-18T13:18:58.363" v="10425"/>
          <ac:grpSpMkLst>
            <pc:docMk/>
            <pc:sldMk cId="3733322326" sldId="314"/>
            <ac:grpSpMk id="34" creationId="{7DC3460F-A1F4-5858-97C1-7DB167C9BB12}"/>
          </ac:grpSpMkLst>
        </pc:grpChg>
        <pc:grpChg chg="add mod">
          <ac:chgData name="Robert de Groote" userId="2ce5265b-80a0-4fb8-a62a-8035e9b0c45a" providerId="ADAL" clId="{26C0FC0F-787E-4AFE-AA9A-4E52AC6E2AD8}" dt="2025-09-18T13:18:58.404" v="10444"/>
          <ac:grpSpMkLst>
            <pc:docMk/>
            <pc:sldMk cId="3733322326" sldId="314"/>
            <ac:grpSpMk id="37" creationId="{B9EBE699-368C-3BEC-89FC-4D666BE90DA6}"/>
          </ac:grpSpMkLst>
        </pc:grpChg>
        <pc:grpChg chg="add mod">
          <ac:chgData name="Robert de Groote" userId="2ce5265b-80a0-4fb8-a62a-8035e9b0c45a" providerId="ADAL" clId="{26C0FC0F-787E-4AFE-AA9A-4E52AC6E2AD8}" dt="2025-09-18T13:18:58.437" v="10465"/>
          <ac:grpSpMkLst>
            <pc:docMk/>
            <pc:sldMk cId="3733322326" sldId="314"/>
            <ac:grpSpMk id="40" creationId="{52499E1C-D2D4-718D-2993-1876FA37EAE3}"/>
          </ac:grpSpMkLst>
        </pc:grpChg>
        <pc:cxnChg chg="add mod">
          <ac:chgData name="Robert de Groote" userId="2ce5265b-80a0-4fb8-a62a-8035e9b0c45a" providerId="ADAL" clId="{26C0FC0F-787E-4AFE-AA9A-4E52AC6E2AD8}" dt="2025-09-18T13:18:58.241" v="10377"/>
          <ac:cxnSpMkLst>
            <pc:docMk/>
            <pc:sldMk cId="3733322326" sldId="314"/>
            <ac:cxnSpMk id="20" creationId="{4F576BC1-3B28-FD63-2482-C03326E27CA8}"/>
          </ac:cxnSpMkLst>
        </pc:cxnChg>
        <pc:cxnChg chg="add mod">
          <ac:chgData name="Robert de Groote" userId="2ce5265b-80a0-4fb8-a62a-8035e9b0c45a" providerId="ADAL" clId="{26C0FC0F-787E-4AFE-AA9A-4E52AC6E2AD8}" dt="2025-09-18T13:18:58.294" v="10393"/>
          <ac:cxnSpMkLst>
            <pc:docMk/>
            <pc:sldMk cId="3733322326" sldId="314"/>
            <ac:cxnSpMk id="23" creationId="{4303B915-7152-A858-321B-A0F4C5CB5635}"/>
          </ac:cxnSpMkLst>
        </pc:cxnChg>
        <pc:cxnChg chg="add mod">
          <ac:chgData name="Robert de Groote" userId="2ce5265b-80a0-4fb8-a62a-8035e9b0c45a" providerId="ADAL" clId="{26C0FC0F-787E-4AFE-AA9A-4E52AC6E2AD8}" dt="2025-09-18T13:18:58.331" v="10409"/>
          <ac:cxnSpMkLst>
            <pc:docMk/>
            <pc:sldMk cId="3733322326" sldId="314"/>
            <ac:cxnSpMk id="27" creationId="{0693DEB2-75CC-8593-F7C6-79F044FEF804}"/>
          </ac:cxnSpMkLst>
        </pc:cxnChg>
        <pc:cxnChg chg="add mod">
          <ac:chgData name="Robert de Groote" userId="2ce5265b-80a0-4fb8-a62a-8035e9b0c45a" providerId="ADAL" clId="{26C0FC0F-787E-4AFE-AA9A-4E52AC6E2AD8}" dt="2025-09-18T13:18:58.363" v="10425"/>
          <ac:cxnSpMkLst>
            <pc:docMk/>
            <pc:sldMk cId="3733322326" sldId="314"/>
            <ac:cxnSpMk id="32" creationId="{114524E6-4375-10DD-3D01-9DB9EFDB7A46}"/>
          </ac:cxnSpMkLst>
        </pc:cxnChg>
        <pc:cxnChg chg="add mod">
          <ac:chgData name="Robert de Groote" userId="2ce5265b-80a0-4fb8-a62a-8035e9b0c45a" providerId="ADAL" clId="{26C0FC0F-787E-4AFE-AA9A-4E52AC6E2AD8}" dt="2025-09-18T13:18:58.393" v="10441"/>
          <ac:cxnSpMkLst>
            <pc:docMk/>
            <pc:sldMk cId="3733322326" sldId="314"/>
            <ac:cxnSpMk id="35" creationId="{940C0561-0F6A-A9CB-B047-C1A6FBFF0881}"/>
          </ac:cxnSpMkLst>
        </pc:cxnChg>
        <pc:cxnChg chg="add mod">
          <ac:chgData name="Robert de Groote" userId="2ce5265b-80a0-4fb8-a62a-8035e9b0c45a" providerId="ADAL" clId="{26C0FC0F-787E-4AFE-AA9A-4E52AC6E2AD8}" dt="2025-09-18T13:18:58.426" v="10462"/>
          <ac:cxnSpMkLst>
            <pc:docMk/>
            <pc:sldMk cId="3733322326" sldId="314"/>
            <ac:cxnSpMk id="38" creationId="{8211484B-039F-6D58-B488-5842465C4972}"/>
          </ac:cxnSpMkLst>
        </pc:cxnChg>
        <pc:cxnChg chg="mod">
          <ac:chgData name="Robert de Groote" userId="2ce5265b-80a0-4fb8-a62a-8035e9b0c45a" providerId="ADAL" clId="{26C0FC0F-787E-4AFE-AA9A-4E52AC6E2AD8}" dt="2025-09-18T13:18:58.241" v="10377"/>
          <ac:cxnSpMkLst>
            <pc:docMk/>
            <pc:sldMk cId="3733322326" sldId="314"/>
            <ac:cxnSpMk id="42" creationId="{15DA4FFF-8515-8ACD-CD6A-78AB76BC95CC}"/>
          </ac:cxnSpMkLst>
        </pc:cxnChg>
        <pc:cxnChg chg="mod">
          <ac:chgData name="Robert de Groote" userId="2ce5265b-80a0-4fb8-a62a-8035e9b0c45a" providerId="ADAL" clId="{26C0FC0F-787E-4AFE-AA9A-4E52AC6E2AD8}" dt="2025-09-18T13:18:58.294" v="10393"/>
          <ac:cxnSpMkLst>
            <pc:docMk/>
            <pc:sldMk cId="3733322326" sldId="314"/>
            <ac:cxnSpMk id="43" creationId="{65E8EBC1-11A6-95F7-46EC-A1FAF474C9E5}"/>
          </ac:cxnSpMkLst>
        </pc:cxnChg>
        <pc:cxnChg chg="mod">
          <ac:chgData name="Robert de Groote" userId="2ce5265b-80a0-4fb8-a62a-8035e9b0c45a" providerId="ADAL" clId="{26C0FC0F-787E-4AFE-AA9A-4E52AC6E2AD8}" dt="2025-09-18T13:18:58.331" v="10409"/>
          <ac:cxnSpMkLst>
            <pc:docMk/>
            <pc:sldMk cId="3733322326" sldId="314"/>
            <ac:cxnSpMk id="46" creationId="{9CC592C8-5C42-C504-4A00-144567FA3262}"/>
          </ac:cxnSpMkLst>
        </pc:cxnChg>
        <pc:cxnChg chg="mod">
          <ac:chgData name="Robert de Groote" userId="2ce5265b-80a0-4fb8-a62a-8035e9b0c45a" providerId="ADAL" clId="{26C0FC0F-787E-4AFE-AA9A-4E52AC6E2AD8}" dt="2025-09-18T13:18:58.363" v="10425"/>
          <ac:cxnSpMkLst>
            <pc:docMk/>
            <pc:sldMk cId="3733322326" sldId="314"/>
            <ac:cxnSpMk id="47" creationId="{DE417326-7DF0-0FB3-87D6-196420EAF38F}"/>
          </ac:cxnSpMkLst>
        </pc:cxnChg>
        <pc:cxnChg chg="mod">
          <ac:chgData name="Robert de Groote" userId="2ce5265b-80a0-4fb8-a62a-8035e9b0c45a" providerId="ADAL" clId="{26C0FC0F-787E-4AFE-AA9A-4E52AC6E2AD8}" dt="2025-09-18T13:18:58.393" v="10441"/>
          <ac:cxnSpMkLst>
            <pc:docMk/>
            <pc:sldMk cId="3733322326" sldId="314"/>
            <ac:cxnSpMk id="48" creationId="{A792134D-3C60-9F2E-410E-E4D345CA7B84}"/>
          </ac:cxnSpMkLst>
        </pc:cxnChg>
        <pc:cxnChg chg="mod">
          <ac:chgData name="Robert de Groote" userId="2ce5265b-80a0-4fb8-a62a-8035e9b0c45a" providerId="ADAL" clId="{26C0FC0F-787E-4AFE-AA9A-4E52AC6E2AD8}" dt="2025-09-18T13:18:58.426" v="10462"/>
          <ac:cxnSpMkLst>
            <pc:docMk/>
            <pc:sldMk cId="3733322326" sldId="314"/>
            <ac:cxnSpMk id="49" creationId="{65DED641-3CBA-8E07-B0BD-5F3A455B95F2}"/>
          </ac:cxnSpMkLst>
        </pc:cxnChg>
      </pc:sldChg>
      <pc:sldChg chg="addSp modSp add mod modAnim">
        <pc:chgData name="Robert de Groote" userId="2ce5265b-80a0-4fb8-a62a-8035e9b0c45a" providerId="ADAL" clId="{26C0FC0F-787E-4AFE-AA9A-4E52AC6E2AD8}" dt="2025-09-18T13:56:02.349" v="10803"/>
        <pc:sldMkLst>
          <pc:docMk/>
          <pc:sldMk cId="3288259036" sldId="315"/>
        </pc:sldMkLst>
        <pc:spChg chg="mod">
          <ac:chgData name="Robert de Groote" userId="2ce5265b-80a0-4fb8-a62a-8035e9b0c45a" providerId="ADAL" clId="{26C0FC0F-787E-4AFE-AA9A-4E52AC6E2AD8}" dt="2025-09-18T13:24:27.790" v="10539" actId="20577"/>
          <ac:spMkLst>
            <pc:docMk/>
            <pc:sldMk cId="3288259036" sldId="315"/>
            <ac:spMk id="2" creationId="{4EF5B043-738E-4657-12FD-3BEAAF79B198}"/>
          </ac:spMkLst>
        </pc:spChg>
        <pc:spChg chg="mod">
          <ac:chgData name="Robert de Groote" userId="2ce5265b-80a0-4fb8-a62a-8035e9b0c45a" providerId="ADAL" clId="{26C0FC0F-787E-4AFE-AA9A-4E52AC6E2AD8}" dt="2025-09-18T13:48:04.824" v="10742" actId="6549"/>
          <ac:spMkLst>
            <pc:docMk/>
            <pc:sldMk cId="3288259036" sldId="315"/>
            <ac:spMk id="3" creationId="{D67E0C46-0559-6329-CE27-C97DF61D960B}"/>
          </ac:spMkLst>
        </pc:spChg>
        <pc:spChg chg="mod ord">
          <ac:chgData name="Robert de Groote" userId="2ce5265b-80a0-4fb8-a62a-8035e9b0c45a" providerId="ADAL" clId="{26C0FC0F-787E-4AFE-AA9A-4E52AC6E2AD8}" dt="2025-09-18T13:54:04.102" v="10794" actId="166"/>
          <ac:spMkLst>
            <pc:docMk/>
            <pc:sldMk cId="3288259036" sldId="315"/>
            <ac:spMk id="6" creationId="{7FE0357A-4A12-1709-B56A-2B6F40AAAF12}"/>
          </ac:spMkLst>
        </pc:spChg>
        <pc:spChg chg="mod">
          <ac:chgData name="Robert de Groote" userId="2ce5265b-80a0-4fb8-a62a-8035e9b0c45a" providerId="ADAL" clId="{26C0FC0F-787E-4AFE-AA9A-4E52AC6E2AD8}" dt="2025-09-18T13:49:49.135" v="10760" actId="554"/>
          <ac:spMkLst>
            <pc:docMk/>
            <pc:sldMk cId="3288259036" sldId="315"/>
            <ac:spMk id="7" creationId="{678E1BD4-49A5-3D0C-6429-38476139CE2E}"/>
          </ac:spMkLst>
        </pc:spChg>
        <pc:spChg chg="add mod ord">
          <ac:chgData name="Robert de Groote" userId="2ce5265b-80a0-4fb8-a62a-8035e9b0c45a" providerId="ADAL" clId="{26C0FC0F-787E-4AFE-AA9A-4E52AC6E2AD8}" dt="2025-09-18T13:49:54.497" v="10761" actId="167"/>
          <ac:spMkLst>
            <pc:docMk/>
            <pc:sldMk cId="3288259036" sldId="315"/>
            <ac:spMk id="10" creationId="{4A644D8F-A28A-972D-FEC4-8B497D0710CB}"/>
          </ac:spMkLst>
        </pc:spChg>
        <pc:spChg chg="mod">
          <ac:chgData name="Robert de Groote" userId="2ce5265b-80a0-4fb8-a62a-8035e9b0c45a" providerId="ADAL" clId="{26C0FC0F-787E-4AFE-AA9A-4E52AC6E2AD8}" dt="2025-09-18T13:44:57.751" v="10548" actId="13822"/>
          <ac:spMkLst>
            <pc:docMk/>
            <pc:sldMk cId="3288259036" sldId="315"/>
            <ac:spMk id="12" creationId="{68328E68-1F60-E13B-2341-CEA3272C788D}"/>
          </ac:spMkLst>
        </pc:spChg>
        <pc:spChg chg="add mod">
          <ac:chgData name="Robert de Groote" userId="2ce5265b-80a0-4fb8-a62a-8035e9b0c45a" providerId="ADAL" clId="{26C0FC0F-787E-4AFE-AA9A-4E52AC6E2AD8}" dt="2025-09-18T13:50:57.118" v="10771" actId="554"/>
          <ac:spMkLst>
            <pc:docMk/>
            <pc:sldMk cId="3288259036" sldId="315"/>
            <ac:spMk id="18" creationId="{5D3BC96A-B96B-02EF-DD05-7D3333F4FB97}"/>
          </ac:spMkLst>
        </pc:spChg>
        <pc:spChg chg="mod">
          <ac:chgData name="Robert de Groote" userId="2ce5265b-80a0-4fb8-a62a-8035e9b0c45a" providerId="ADAL" clId="{26C0FC0F-787E-4AFE-AA9A-4E52AC6E2AD8}" dt="2025-09-18T13:48:22.366" v="10746" actId="20577"/>
          <ac:spMkLst>
            <pc:docMk/>
            <pc:sldMk cId="3288259036" sldId="315"/>
            <ac:spMk id="24" creationId="{CDFC6F80-CD13-56F3-CFF1-2856276EBA91}"/>
          </ac:spMkLst>
        </pc:spChg>
        <pc:cxnChg chg="mod">
          <ac:chgData name="Robert de Groote" userId="2ce5265b-80a0-4fb8-a62a-8035e9b0c45a" providerId="ADAL" clId="{26C0FC0F-787E-4AFE-AA9A-4E52AC6E2AD8}" dt="2025-09-18T13:50:57.118" v="10771" actId="554"/>
          <ac:cxnSpMkLst>
            <pc:docMk/>
            <pc:sldMk cId="3288259036" sldId="315"/>
            <ac:cxnSpMk id="43" creationId="{E2A15C51-3F8F-E65A-A892-78DE3FBD0246}"/>
          </ac:cxnSpMkLst>
        </pc:cxnChg>
        <pc:cxnChg chg="mod">
          <ac:chgData name="Robert de Groote" userId="2ce5265b-80a0-4fb8-a62a-8035e9b0c45a" providerId="ADAL" clId="{26C0FC0F-787E-4AFE-AA9A-4E52AC6E2AD8}" dt="2025-09-18T13:49:49.135" v="10760" actId="554"/>
          <ac:cxnSpMkLst>
            <pc:docMk/>
            <pc:sldMk cId="3288259036" sldId="315"/>
            <ac:cxnSpMk id="46" creationId="{B1D23B8D-6E80-0AE1-43DA-28E3B0EDE589}"/>
          </ac:cxnSpMkLst>
        </pc:cxnChg>
        <pc:cxnChg chg="mod">
          <ac:chgData name="Robert de Groote" userId="2ce5265b-80a0-4fb8-a62a-8035e9b0c45a" providerId="ADAL" clId="{26C0FC0F-787E-4AFE-AA9A-4E52AC6E2AD8}" dt="2025-09-18T13:49:49.135" v="10760" actId="554"/>
          <ac:cxnSpMkLst>
            <pc:docMk/>
            <pc:sldMk cId="3288259036" sldId="315"/>
            <ac:cxnSpMk id="47" creationId="{042BA22D-96DF-88F3-B34A-EFC74EA45AC1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21T12:40:24.170" v="34873" actId="167"/>
        <pc:sldMkLst>
          <pc:docMk/>
          <pc:sldMk cId="1910636752" sldId="316"/>
        </pc:sldMkLst>
        <pc:spChg chg="mod">
          <ac:chgData name="Robert de Groote" userId="2ce5265b-80a0-4fb8-a62a-8035e9b0c45a" providerId="ADAL" clId="{26C0FC0F-787E-4AFE-AA9A-4E52AC6E2AD8}" dt="2025-09-18T14:16:48.262" v="12586" actId="14100"/>
          <ac:spMkLst>
            <pc:docMk/>
            <pc:sldMk cId="1910636752" sldId="316"/>
            <ac:spMk id="2" creationId="{488C3927-1A76-9E34-1A65-02CE396297DE}"/>
          </ac:spMkLst>
        </pc:spChg>
        <pc:spChg chg="mod">
          <ac:chgData name="Robert de Groote" userId="2ce5265b-80a0-4fb8-a62a-8035e9b0c45a" providerId="ADAL" clId="{26C0FC0F-787E-4AFE-AA9A-4E52AC6E2AD8}" dt="2025-09-19T12:57:54.153" v="25965" actId="20577"/>
          <ac:spMkLst>
            <pc:docMk/>
            <pc:sldMk cId="1910636752" sldId="316"/>
            <ac:spMk id="3" creationId="{BAC75E7D-4777-684E-FA7D-873DD7CFF265}"/>
          </ac:spMkLst>
        </pc:spChg>
        <pc:spChg chg="add mod ord">
          <ac:chgData name="Robert de Groote" userId="2ce5265b-80a0-4fb8-a62a-8035e9b0c45a" providerId="ADAL" clId="{26C0FC0F-787E-4AFE-AA9A-4E52AC6E2AD8}" dt="2025-09-21T12:39:57.854" v="34872" actId="167"/>
          <ac:spMkLst>
            <pc:docMk/>
            <pc:sldMk cId="1910636752" sldId="316"/>
            <ac:spMk id="4" creationId="{D2CBC5B9-5797-4482-C3F7-6CBCFDDFAE2B}"/>
          </ac:spMkLst>
        </pc:spChg>
        <pc:spChg chg="add del mod ord">
          <ac:chgData name="Robert de Groote" userId="2ce5265b-80a0-4fb8-a62a-8035e9b0c45a" providerId="ADAL" clId="{26C0FC0F-787E-4AFE-AA9A-4E52AC6E2AD8}" dt="2025-09-21T12:38:30.270" v="34748"/>
          <ac:spMkLst>
            <pc:docMk/>
            <pc:sldMk cId="1910636752" sldId="316"/>
            <ac:spMk id="5" creationId="{0F3B0347-0284-2A38-E5A9-D28395908C5F}"/>
          </ac:spMkLst>
        </pc:spChg>
        <pc:spChg chg="add del mod ord">
          <ac:chgData name="Robert de Groote" userId="2ce5265b-80a0-4fb8-a62a-8035e9b0c45a" providerId="ADAL" clId="{26C0FC0F-787E-4AFE-AA9A-4E52AC6E2AD8}" dt="2025-09-21T12:38:30.270" v="34748"/>
          <ac:spMkLst>
            <pc:docMk/>
            <pc:sldMk cId="1910636752" sldId="316"/>
            <ac:spMk id="6" creationId="{106C0710-BFE7-6A58-D887-59DA1AE480AF}"/>
          </ac:spMkLst>
        </pc:spChg>
        <pc:spChg chg="add del mod">
          <ac:chgData name="Robert de Groote" userId="2ce5265b-80a0-4fb8-a62a-8035e9b0c45a" providerId="ADAL" clId="{26C0FC0F-787E-4AFE-AA9A-4E52AC6E2AD8}" dt="2025-09-21T12:38:30.181" v="34675"/>
          <ac:spMkLst>
            <pc:docMk/>
            <pc:sldMk cId="1910636752" sldId="316"/>
            <ac:spMk id="7" creationId="{92496989-9007-8C8B-BCEB-68CDBD8FD57E}"/>
          </ac:spMkLst>
        </pc:spChg>
        <pc:spChg chg="add del mod">
          <ac:chgData name="Robert de Groote" userId="2ce5265b-80a0-4fb8-a62a-8035e9b0c45a" providerId="ADAL" clId="{26C0FC0F-787E-4AFE-AA9A-4E52AC6E2AD8}" dt="2025-09-21T12:38:30.213" v="34684"/>
          <ac:spMkLst>
            <pc:docMk/>
            <pc:sldMk cId="1910636752" sldId="316"/>
            <ac:spMk id="8" creationId="{E9DFF58D-2BB0-427C-3A46-6A1982EF118E}"/>
          </ac:spMkLst>
        </pc:spChg>
        <pc:spChg chg="add del mod ord">
          <ac:chgData name="Robert de Groote" userId="2ce5265b-80a0-4fb8-a62a-8035e9b0c45a" providerId="ADAL" clId="{26C0FC0F-787E-4AFE-AA9A-4E52AC6E2AD8}" dt="2025-09-21T12:38:30.364" v="34791"/>
          <ac:spMkLst>
            <pc:docMk/>
            <pc:sldMk cId="1910636752" sldId="316"/>
            <ac:spMk id="9" creationId="{383F9175-F30B-D054-9762-A28B356E23E6}"/>
          </ac:spMkLst>
        </pc:spChg>
        <pc:spChg chg="add del mod ord">
          <ac:chgData name="Robert de Groote" userId="2ce5265b-80a0-4fb8-a62a-8035e9b0c45a" providerId="ADAL" clId="{26C0FC0F-787E-4AFE-AA9A-4E52AC6E2AD8}" dt="2025-09-21T12:38:30.364" v="34791"/>
          <ac:spMkLst>
            <pc:docMk/>
            <pc:sldMk cId="1910636752" sldId="316"/>
            <ac:spMk id="10" creationId="{2F2158EF-0B8F-ED4E-6858-A73480C19594}"/>
          </ac:spMkLst>
        </pc:spChg>
        <pc:spChg chg="add del mod">
          <ac:chgData name="Robert de Groote" userId="2ce5265b-80a0-4fb8-a62a-8035e9b0c45a" providerId="ADAL" clId="{26C0FC0F-787E-4AFE-AA9A-4E52AC6E2AD8}" dt="2025-09-21T12:38:30.304" v="34758"/>
          <ac:spMkLst>
            <pc:docMk/>
            <pc:sldMk cId="1910636752" sldId="316"/>
            <ac:spMk id="11" creationId="{887D9B13-DBFF-581C-02AF-CE72839CB5AB}"/>
          </ac:spMkLst>
        </pc:spChg>
        <pc:spChg chg="add del mod">
          <ac:chgData name="Robert de Groote" userId="2ce5265b-80a0-4fb8-a62a-8035e9b0c45a" providerId="ADAL" clId="{26C0FC0F-787E-4AFE-AA9A-4E52AC6E2AD8}" dt="2025-09-21T12:38:30.324" v="34767"/>
          <ac:spMkLst>
            <pc:docMk/>
            <pc:sldMk cId="1910636752" sldId="316"/>
            <ac:spMk id="12" creationId="{FDADA32B-4B2E-6431-0C72-6A8A37AF43F2}"/>
          </ac:spMkLst>
        </pc:spChg>
        <pc:spChg chg="add del mod">
          <ac:chgData name="Robert de Groote" userId="2ce5265b-80a0-4fb8-a62a-8035e9b0c45a" providerId="ADAL" clId="{26C0FC0F-787E-4AFE-AA9A-4E52AC6E2AD8}" dt="2025-09-21T12:38:31.093" v="34865"/>
          <ac:spMkLst>
            <pc:docMk/>
            <pc:sldMk cId="1910636752" sldId="316"/>
            <ac:spMk id="13" creationId="{73F757A2-0237-8F65-31B6-1F347584A1C3}"/>
          </ac:spMkLst>
        </pc:spChg>
        <pc:spChg chg="add del mod">
          <ac:chgData name="Robert de Groote" userId="2ce5265b-80a0-4fb8-a62a-8035e9b0c45a" providerId="ADAL" clId="{26C0FC0F-787E-4AFE-AA9A-4E52AC6E2AD8}" dt="2025-09-21T12:38:31.093" v="34865"/>
          <ac:spMkLst>
            <pc:docMk/>
            <pc:sldMk cId="1910636752" sldId="316"/>
            <ac:spMk id="14" creationId="{D96B3E5B-43F5-06C5-DFB4-DAEC2A62F7B4}"/>
          </ac:spMkLst>
        </pc:spChg>
        <pc:spChg chg="add del mod">
          <ac:chgData name="Robert de Groote" userId="2ce5265b-80a0-4fb8-a62a-8035e9b0c45a" providerId="ADAL" clId="{26C0FC0F-787E-4AFE-AA9A-4E52AC6E2AD8}" dt="2025-09-21T12:38:30.956" v="34824"/>
          <ac:spMkLst>
            <pc:docMk/>
            <pc:sldMk cId="1910636752" sldId="316"/>
            <ac:spMk id="18" creationId="{F8E40F63-3875-A28A-44CB-F380DBA93F65}"/>
          </ac:spMkLst>
        </pc:spChg>
        <pc:spChg chg="add mod ord topLvl">
          <ac:chgData name="Robert de Groote" userId="2ce5265b-80a0-4fb8-a62a-8035e9b0c45a" providerId="ADAL" clId="{26C0FC0F-787E-4AFE-AA9A-4E52AC6E2AD8}" dt="2025-09-18T14:24:16.864" v="13659" actId="165"/>
          <ac:spMkLst>
            <pc:docMk/>
            <pc:sldMk cId="1910636752" sldId="316"/>
            <ac:spMk id="19" creationId="{31FD5D3D-62D3-165F-FD31-B587A58E7750}"/>
          </ac:spMkLst>
        </pc:spChg>
        <pc:spChg chg="add mod ord topLvl">
          <ac:chgData name="Robert de Groote" userId="2ce5265b-80a0-4fb8-a62a-8035e9b0c45a" providerId="ADAL" clId="{26C0FC0F-787E-4AFE-AA9A-4E52AC6E2AD8}" dt="2025-09-18T14:24:28.885" v="13660" actId="164"/>
          <ac:spMkLst>
            <pc:docMk/>
            <pc:sldMk cId="1910636752" sldId="316"/>
            <ac:spMk id="20" creationId="{E914AE41-B31E-96A4-ED98-F43622ACA55A}"/>
          </ac:spMkLst>
        </pc:spChg>
        <pc:spChg chg="add mod topLvl">
          <ac:chgData name="Robert de Groote" userId="2ce5265b-80a0-4fb8-a62a-8035e9b0c45a" providerId="ADAL" clId="{26C0FC0F-787E-4AFE-AA9A-4E52AC6E2AD8}" dt="2025-09-18T14:24:16.864" v="13659" actId="165"/>
          <ac:spMkLst>
            <pc:docMk/>
            <pc:sldMk cId="1910636752" sldId="316"/>
            <ac:spMk id="21" creationId="{94C9C015-F945-E26F-DE82-7D0D5C89AEA5}"/>
          </ac:spMkLst>
        </pc:spChg>
        <pc:spChg chg="add del mod">
          <ac:chgData name="Robert de Groote" userId="2ce5265b-80a0-4fb8-a62a-8035e9b0c45a" providerId="ADAL" clId="{26C0FC0F-787E-4AFE-AA9A-4E52AC6E2AD8}" dt="2025-09-21T12:38:30.991" v="34833"/>
          <ac:spMkLst>
            <pc:docMk/>
            <pc:sldMk cId="1910636752" sldId="316"/>
            <ac:spMk id="22" creationId="{7F223128-C6EB-E044-004F-04918BA6FFB4}"/>
          </ac:spMkLst>
        </pc:spChg>
        <pc:spChg chg="add del mod">
          <ac:chgData name="Robert de Groote" userId="2ce5265b-80a0-4fb8-a62a-8035e9b0c45a" providerId="ADAL" clId="{26C0FC0F-787E-4AFE-AA9A-4E52AC6E2AD8}" dt="2025-09-21T12:38:31.021" v="34842"/>
          <ac:spMkLst>
            <pc:docMk/>
            <pc:sldMk cId="1910636752" sldId="316"/>
            <ac:spMk id="23" creationId="{CD593CD8-115B-657E-E41E-D280E9BA12E9}"/>
          </ac:spMkLst>
        </pc:spChg>
        <pc:spChg chg="add del mod">
          <ac:chgData name="Robert de Groote" userId="2ce5265b-80a0-4fb8-a62a-8035e9b0c45a" providerId="ADAL" clId="{26C0FC0F-787E-4AFE-AA9A-4E52AC6E2AD8}" dt="2025-09-21T12:38:31.041" v="34851"/>
          <ac:spMkLst>
            <pc:docMk/>
            <pc:sldMk cId="1910636752" sldId="316"/>
            <ac:spMk id="24" creationId="{98A7B88E-8DC9-6F25-5E9B-025FBD687FC5}"/>
          </ac:spMkLst>
        </pc:spChg>
        <pc:spChg chg="add mod ord topLvl">
          <ac:chgData name="Robert de Groote" userId="2ce5265b-80a0-4fb8-a62a-8035e9b0c45a" providerId="ADAL" clId="{26C0FC0F-787E-4AFE-AA9A-4E52AC6E2AD8}" dt="2025-09-21T12:31:35.415" v="34613" actId="165"/>
          <ac:spMkLst>
            <pc:docMk/>
            <pc:sldMk cId="1910636752" sldId="316"/>
            <ac:spMk id="27" creationId="{4EE083AD-929E-2D6C-CDF4-976F975B4DB2}"/>
          </ac:spMkLst>
        </pc:spChg>
        <pc:spChg chg="add mod ord topLvl">
          <ac:chgData name="Robert de Groote" userId="2ce5265b-80a0-4fb8-a62a-8035e9b0c45a" providerId="ADAL" clId="{26C0FC0F-787E-4AFE-AA9A-4E52AC6E2AD8}" dt="2025-09-21T12:31:35.415" v="34613" actId="165"/>
          <ac:spMkLst>
            <pc:docMk/>
            <pc:sldMk cId="1910636752" sldId="316"/>
            <ac:spMk id="33" creationId="{E396A7B5-CC55-5CFC-C809-8A5E336324AD}"/>
          </ac:spMkLst>
        </pc:spChg>
        <pc:spChg chg="add mod ord topLvl">
          <ac:chgData name="Robert de Groote" userId="2ce5265b-80a0-4fb8-a62a-8035e9b0c45a" providerId="ADAL" clId="{26C0FC0F-787E-4AFE-AA9A-4E52AC6E2AD8}" dt="2025-09-18T14:25:07.193" v="13665" actId="1076"/>
          <ac:spMkLst>
            <pc:docMk/>
            <pc:sldMk cId="1910636752" sldId="316"/>
            <ac:spMk id="34" creationId="{7309BF67-99E9-67FC-F112-7BADF4BB6B7A}"/>
          </ac:spMkLst>
        </pc:spChg>
        <pc:spChg chg="add mod ord topLvl">
          <ac:chgData name="Robert de Groote" userId="2ce5265b-80a0-4fb8-a62a-8035e9b0c45a" providerId="ADAL" clId="{26C0FC0F-787E-4AFE-AA9A-4E52AC6E2AD8}" dt="2025-09-18T14:25:07.193" v="13665" actId="1076"/>
          <ac:spMkLst>
            <pc:docMk/>
            <pc:sldMk cId="1910636752" sldId="316"/>
            <ac:spMk id="35" creationId="{5DE4B3A0-9122-9398-335A-E1C22989BF3F}"/>
          </ac:spMkLst>
        </pc:spChg>
        <pc:spChg chg="add mod ord topLvl">
          <ac:chgData name="Robert de Groote" userId="2ce5265b-80a0-4fb8-a62a-8035e9b0c45a" providerId="ADAL" clId="{26C0FC0F-787E-4AFE-AA9A-4E52AC6E2AD8}" dt="2025-09-18T14:23:03.829" v="13547"/>
          <ac:spMkLst>
            <pc:docMk/>
            <pc:sldMk cId="1910636752" sldId="316"/>
            <ac:spMk id="36" creationId="{FC4B8A93-C9E7-A70E-7EDE-BEC18CC6AEFD}"/>
          </ac:spMkLst>
        </pc:spChg>
        <pc:spChg chg="add mod ord topLvl">
          <ac:chgData name="Robert de Groote" userId="2ce5265b-80a0-4fb8-a62a-8035e9b0c45a" providerId="ADAL" clId="{26C0FC0F-787E-4AFE-AA9A-4E52AC6E2AD8}" dt="2025-09-21T12:31:35.415" v="34613" actId="165"/>
          <ac:spMkLst>
            <pc:docMk/>
            <pc:sldMk cId="1910636752" sldId="316"/>
            <ac:spMk id="37" creationId="{DBCFF926-1E31-61ED-C189-80195DFE27BC}"/>
          </ac:spMkLst>
        </pc:spChg>
        <pc:spChg chg="add mod ord topLvl">
          <ac:chgData name="Robert de Groote" userId="2ce5265b-80a0-4fb8-a62a-8035e9b0c45a" providerId="ADAL" clId="{26C0FC0F-787E-4AFE-AA9A-4E52AC6E2AD8}" dt="2025-09-21T12:31:35.415" v="34613" actId="165"/>
          <ac:spMkLst>
            <pc:docMk/>
            <pc:sldMk cId="1910636752" sldId="316"/>
            <ac:spMk id="40" creationId="{38071DF5-1C24-B0D0-EBE4-FD9397EC91A9}"/>
          </ac:spMkLst>
        </pc:spChg>
        <pc:spChg chg="add mod ord topLvl">
          <ac:chgData name="Robert de Groote" userId="2ce5265b-80a0-4fb8-a62a-8035e9b0c45a" providerId="ADAL" clId="{26C0FC0F-787E-4AFE-AA9A-4E52AC6E2AD8}" dt="2025-09-21T12:38:31.081" v="34859"/>
          <ac:spMkLst>
            <pc:docMk/>
            <pc:sldMk cId="1910636752" sldId="316"/>
            <ac:spMk id="41" creationId="{D3B09676-7C83-02BD-3F44-7E8F398777EB}"/>
          </ac:spMkLst>
        </pc:spChg>
        <pc:spChg chg="add del mod">
          <ac:chgData name="Robert de Groote" userId="2ce5265b-80a0-4fb8-a62a-8035e9b0c45a" providerId="ADAL" clId="{26C0FC0F-787E-4AFE-AA9A-4E52AC6E2AD8}" dt="2025-09-21T12:36:27.310" v="34645" actId="478"/>
          <ac:spMkLst>
            <pc:docMk/>
            <pc:sldMk cId="1910636752" sldId="316"/>
            <ac:spMk id="154" creationId="{F7DD9C36-C763-850D-34EF-0B5AD1D21000}"/>
          </ac:spMkLst>
        </pc:spChg>
        <pc:spChg chg="add del mod topLvl">
          <ac:chgData name="Robert de Groote" userId="2ce5265b-80a0-4fb8-a62a-8035e9b0c45a" providerId="ADAL" clId="{26C0FC0F-787E-4AFE-AA9A-4E52AC6E2AD8}" dt="2025-09-21T12:36:33.960" v="34648" actId="478"/>
          <ac:spMkLst>
            <pc:docMk/>
            <pc:sldMk cId="1910636752" sldId="316"/>
            <ac:spMk id="168" creationId="{0451C827-C638-1DB4-36BE-7AEB186C5975}"/>
          </ac:spMkLst>
        </pc:spChg>
        <pc:spChg chg="add del mod topLvl">
          <ac:chgData name="Robert de Groote" userId="2ce5265b-80a0-4fb8-a62a-8035e9b0c45a" providerId="ADAL" clId="{26C0FC0F-787E-4AFE-AA9A-4E52AC6E2AD8}" dt="2025-09-21T12:36:29.590" v="34646" actId="478"/>
          <ac:spMkLst>
            <pc:docMk/>
            <pc:sldMk cId="1910636752" sldId="316"/>
            <ac:spMk id="169" creationId="{219A7ED2-D9EA-CC17-4B49-5C8136FE2191}"/>
          </ac:spMkLst>
        </pc:spChg>
        <pc:spChg chg="add del mod topLvl">
          <ac:chgData name="Robert de Groote" userId="2ce5265b-80a0-4fb8-a62a-8035e9b0c45a" providerId="ADAL" clId="{26C0FC0F-787E-4AFE-AA9A-4E52AC6E2AD8}" dt="2025-09-21T12:36:32.186" v="34647" actId="478"/>
          <ac:spMkLst>
            <pc:docMk/>
            <pc:sldMk cId="1910636752" sldId="316"/>
            <ac:spMk id="170" creationId="{7777F1E3-6AF5-8F74-FA41-59B8F9B4515F}"/>
          </ac:spMkLst>
        </pc:spChg>
        <pc:spChg chg="add del mod topLvl">
          <ac:chgData name="Robert de Groote" userId="2ce5265b-80a0-4fb8-a62a-8035e9b0c45a" providerId="ADAL" clId="{26C0FC0F-787E-4AFE-AA9A-4E52AC6E2AD8}" dt="2025-09-21T12:36:35.450" v="34649" actId="478"/>
          <ac:spMkLst>
            <pc:docMk/>
            <pc:sldMk cId="1910636752" sldId="316"/>
            <ac:spMk id="171" creationId="{6D477806-8AB3-9A04-9196-26CB4F0EDA76}"/>
          </ac:spMkLst>
        </pc:spChg>
        <pc:spChg chg="add del mod ord">
          <ac:chgData name="Robert de Groote" userId="2ce5265b-80a0-4fb8-a62a-8035e9b0c45a" providerId="ADAL" clId="{26C0FC0F-787E-4AFE-AA9A-4E52AC6E2AD8}" dt="2025-09-21T12:37:08.811" v="34655" actId="478"/>
          <ac:spMkLst>
            <pc:docMk/>
            <pc:sldMk cId="1910636752" sldId="316"/>
            <ac:spMk id="172" creationId="{D6CD3BA3-955E-0A26-77CF-61E13CD2B8F0}"/>
          </ac:spMkLst>
        </pc:spChg>
        <pc:spChg chg="add del mod">
          <ac:chgData name="Robert de Groote" userId="2ce5265b-80a0-4fb8-a62a-8035e9b0c45a" providerId="ADAL" clId="{26C0FC0F-787E-4AFE-AA9A-4E52AC6E2AD8}" dt="2025-09-21T12:36:36.786" v="34650" actId="478"/>
          <ac:spMkLst>
            <pc:docMk/>
            <pc:sldMk cId="1910636752" sldId="316"/>
            <ac:spMk id="173" creationId="{2DE5D352-DDC1-9DF9-5947-23BE49E451F3}"/>
          </ac:spMkLst>
        </pc:spChg>
        <pc:spChg chg="add del mod">
          <ac:chgData name="Robert de Groote" userId="2ce5265b-80a0-4fb8-a62a-8035e9b0c45a" providerId="ADAL" clId="{26C0FC0F-787E-4AFE-AA9A-4E52AC6E2AD8}" dt="2025-09-21T12:36:38.220" v="34651" actId="478"/>
          <ac:spMkLst>
            <pc:docMk/>
            <pc:sldMk cId="1910636752" sldId="316"/>
            <ac:spMk id="174" creationId="{786B5F87-FC7C-3746-8D0C-4F418FC02253}"/>
          </ac:spMkLst>
        </pc:spChg>
        <pc:spChg chg="add del mod">
          <ac:chgData name="Robert de Groote" userId="2ce5265b-80a0-4fb8-a62a-8035e9b0c45a" providerId="ADAL" clId="{26C0FC0F-787E-4AFE-AA9A-4E52AC6E2AD8}" dt="2025-09-21T12:36:39.559" v="34652" actId="478"/>
          <ac:spMkLst>
            <pc:docMk/>
            <pc:sldMk cId="1910636752" sldId="316"/>
            <ac:spMk id="175" creationId="{A46F02B6-BD68-7316-7DDD-AC10E3D3343E}"/>
          </ac:spMkLst>
        </pc:spChg>
        <pc:spChg chg="add del mod ord topLvl">
          <ac:chgData name="Robert de Groote" userId="2ce5265b-80a0-4fb8-a62a-8035e9b0c45a" providerId="ADAL" clId="{26C0FC0F-787E-4AFE-AA9A-4E52AC6E2AD8}" dt="2025-09-21T12:36:42.166" v="34654" actId="478"/>
          <ac:spMkLst>
            <pc:docMk/>
            <pc:sldMk cId="1910636752" sldId="316"/>
            <ac:spMk id="176" creationId="{CD7A8572-C6E1-EE30-62C3-8E347B61A8EF}"/>
          </ac:spMkLst>
        </pc:spChg>
        <pc:spChg chg="add del mod topLvl">
          <ac:chgData name="Robert de Groote" userId="2ce5265b-80a0-4fb8-a62a-8035e9b0c45a" providerId="ADAL" clId="{26C0FC0F-787E-4AFE-AA9A-4E52AC6E2AD8}" dt="2025-09-21T12:36:40.900" v="34653" actId="478"/>
          <ac:spMkLst>
            <pc:docMk/>
            <pc:sldMk cId="1910636752" sldId="316"/>
            <ac:spMk id="177" creationId="{9CC36BA9-9EFD-88F8-2527-1EF808E8FE8D}"/>
          </ac:spMkLst>
        </pc:spChg>
        <pc:spChg chg="add mod">
          <ac:chgData name="Robert de Groote" userId="2ce5265b-80a0-4fb8-a62a-8035e9b0c45a" providerId="ADAL" clId="{26C0FC0F-787E-4AFE-AA9A-4E52AC6E2AD8}" dt="2025-09-18T14:26:15.497" v="13682" actId="164"/>
          <ac:spMkLst>
            <pc:docMk/>
            <pc:sldMk cId="1910636752" sldId="316"/>
            <ac:spMk id="382" creationId="{7F1BF84E-1450-2E33-2916-16E2F993810A}"/>
          </ac:spMkLst>
        </pc:spChg>
        <pc:spChg chg="add mod">
          <ac:chgData name="Robert de Groote" userId="2ce5265b-80a0-4fb8-a62a-8035e9b0c45a" providerId="ADAL" clId="{26C0FC0F-787E-4AFE-AA9A-4E52AC6E2AD8}" dt="2025-09-18T14:26:15.497" v="13682" actId="164"/>
          <ac:spMkLst>
            <pc:docMk/>
            <pc:sldMk cId="1910636752" sldId="316"/>
            <ac:spMk id="383" creationId="{2A1BE992-EB92-F008-0059-B279BC83A4BA}"/>
          </ac:spMkLst>
        </pc:spChg>
        <pc:grpChg chg="del mod">
          <ac:chgData name="Robert de Groote" userId="2ce5265b-80a0-4fb8-a62a-8035e9b0c45a" providerId="ADAL" clId="{26C0FC0F-787E-4AFE-AA9A-4E52AC6E2AD8}" dt="2025-09-21T12:37:23.399" v="34656" actId="478"/>
          <ac:grpSpMkLst>
            <pc:docMk/>
            <pc:sldMk cId="1910636752" sldId="316"/>
            <ac:grpSpMk id="15" creationId="{DB9EE809-7D39-B927-BFE7-576A0EB3D989}"/>
          </ac:grpSpMkLst>
        </pc:grpChg>
        <pc:grpChg chg="add mod">
          <ac:chgData name="Robert de Groote" userId="2ce5265b-80a0-4fb8-a62a-8035e9b0c45a" providerId="ADAL" clId="{26C0FC0F-787E-4AFE-AA9A-4E52AC6E2AD8}" dt="2025-09-18T14:26:15.497" v="13682" actId="164"/>
          <ac:grpSpMkLst>
            <pc:docMk/>
            <pc:sldMk cId="1910636752" sldId="316"/>
            <ac:grpSpMk id="384" creationId="{9A12455A-6CDF-A07F-7920-598A4E7D1441}"/>
          </ac:grpSpMkLst>
        </pc:grpChg>
        <pc:cxnChg chg="add mod ord">
          <ac:chgData name="Robert de Groote" userId="2ce5265b-80a0-4fb8-a62a-8035e9b0c45a" providerId="ADAL" clId="{26C0FC0F-787E-4AFE-AA9A-4E52AC6E2AD8}" dt="2025-09-21T12:40:24.170" v="34873" actId="167"/>
          <ac:cxnSpMkLst>
            <pc:docMk/>
            <pc:sldMk cId="1910636752" sldId="316"/>
            <ac:cxnSpMk id="110" creationId="{62BA7A2A-94D5-89B6-CE0C-37652DCED655}"/>
          </ac:cxnSpMkLst>
        </pc:cxnChg>
        <pc:cxnChg chg="add mod ord">
          <ac:chgData name="Robert de Groote" userId="2ce5265b-80a0-4fb8-a62a-8035e9b0c45a" providerId="ADAL" clId="{26C0FC0F-787E-4AFE-AA9A-4E52AC6E2AD8}" dt="2025-09-21T12:40:24.170" v="34873" actId="167"/>
          <ac:cxnSpMkLst>
            <pc:docMk/>
            <pc:sldMk cId="1910636752" sldId="316"/>
            <ac:cxnSpMk id="111" creationId="{14E82393-B771-ADED-896D-C716C863FD21}"/>
          </ac:cxnSpMkLst>
        </pc:cxnChg>
        <pc:cxnChg chg="add mod">
          <ac:chgData name="Robert de Groote" userId="2ce5265b-80a0-4fb8-a62a-8035e9b0c45a" providerId="ADAL" clId="{26C0FC0F-787E-4AFE-AA9A-4E52AC6E2AD8}" dt="2025-09-21T12:37:08.811" v="34655" actId="478"/>
          <ac:cxnSpMkLst>
            <pc:docMk/>
            <pc:sldMk cId="1910636752" sldId="316"/>
            <ac:cxnSpMk id="114" creationId="{8EAF9FB2-5206-A785-C3EC-B5461CC2374C}"/>
          </ac:cxnSpMkLst>
        </pc:cxnChg>
        <pc:cxnChg chg="add mod">
          <ac:chgData name="Robert de Groote" userId="2ce5265b-80a0-4fb8-a62a-8035e9b0c45a" providerId="ADAL" clId="{26C0FC0F-787E-4AFE-AA9A-4E52AC6E2AD8}" dt="2025-09-21T12:37:08.811" v="34655" actId="478"/>
          <ac:cxnSpMkLst>
            <pc:docMk/>
            <pc:sldMk cId="1910636752" sldId="316"/>
            <ac:cxnSpMk id="118" creationId="{A43ACB3B-04A8-3E6F-524A-E7AA38064C1E}"/>
          </ac:cxnSpMkLst>
        </pc:cxnChg>
        <pc:cxnChg chg="add mod">
          <ac:chgData name="Robert de Groote" userId="2ce5265b-80a0-4fb8-a62a-8035e9b0c45a" providerId="ADAL" clId="{26C0FC0F-787E-4AFE-AA9A-4E52AC6E2AD8}" dt="2025-09-21T12:36:36.786" v="34650" actId="478"/>
          <ac:cxnSpMkLst>
            <pc:docMk/>
            <pc:sldMk cId="1910636752" sldId="316"/>
            <ac:cxnSpMk id="124" creationId="{03398BB8-4492-5B27-A5B5-85B5359EE063}"/>
          </ac:cxnSpMkLst>
        </pc:cxnChg>
        <pc:cxnChg chg="add mod">
          <ac:chgData name="Robert de Groote" userId="2ce5265b-80a0-4fb8-a62a-8035e9b0c45a" providerId="ADAL" clId="{26C0FC0F-787E-4AFE-AA9A-4E52AC6E2AD8}" dt="2025-09-21T12:36:36.786" v="34650" actId="478"/>
          <ac:cxnSpMkLst>
            <pc:docMk/>
            <pc:sldMk cId="1910636752" sldId="316"/>
            <ac:cxnSpMk id="127" creationId="{EFC7AB3A-6856-0571-4F79-10D223C819EB}"/>
          </ac:cxnSpMkLst>
        </pc:cxnChg>
        <pc:cxnChg chg="add mod">
          <ac:chgData name="Robert de Groote" userId="2ce5265b-80a0-4fb8-a62a-8035e9b0c45a" providerId="ADAL" clId="{26C0FC0F-787E-4AFE-AA9A-4E52AC6E2AD8}" dt="2025-09-21T12:36:35.450" v="34649" actId="478"/>
          <ac:cxnSpMkLst>
            <pc:docMk/>
            <pc:sldMk cId="1910636752" sldId="316"/>
            <ac:cxnSpMk id="130" creationId="{C26F9310-E8FD-9DC3-1D38-A5ACC411A802}"/>
          </ac:cxnSpMkLst>
        </pc:cxnChg>
        <pc:cxnChg chg="add mod">
          <ac:chgData name="Robert de Groote" userId="2ce5265b-80a0-4fb8-a62a-8035e9b0c45a" providerId="ADAL" clId="{26C0FC0F-787E-4AFE-AA9A-4E52AC6E2AD8}" dt="2025-09-21T12:36:35.450" v="34649" actId="478"/>
          <ac:cxnSpMkLst>
            <pc:docMk/>
            <pc:sldMk cId="1910636752" sldId="316"/>
            <ac:cxnSpMk id="133" creationId="{A49B43AF-EC49-D8C2-1850-AFE065C165A3}"/>
          </ac:cxnSpMkLst>
        </pc:cxnChg>
        <pc:cxnChg chg="add mod">
          <ac:chgData name="Robert de Groote" userId="2ce5265b-80a0-4fb8-a62a-8035e9b0c45a" providerId="ADAL" clId="{26C0FC0F-787E-4AFE-AA9A-4E52AC6E2AD8}" dt="2025-09-21T12:36:38.220" v="34651" actId="478"/>
          <ac:cxnSpMkLst>
            <pc:docMk/>
            <pc:sldMk cId="1910636752" sldId="316"/>
            <ac:cxnSpMk id="136" creationId="{775C33B3-E52E-0EBB-8FFD-DA3E9520637E}"/>
          </ac:cxnSpMkLst>
        </pc:cxnChg>
        <pc:cxnChg chg="add mod">
          <ac:chgData name="Robert de Groote" userId="2ce5265b-80a0-4fb8-a62a-8035e9b0c45a" providerId="ADAL" clId="{26C0FC0F-787E-4AFE-AA9A-4E52AC6E2AD8}" dt="2025-09-21T12:36:42.166" v="34654" actId="478"/>
          <ac:cxnSpMkLst>
            <pc:docMk/>
            <pc:sldMk cId="1910636752" sldId="316"/>
            <ac:cxnSpMk id="151" creationId="{E3C6768A-6CCC-4CDD-C6C2-8D436723146D}"/>
          </ac:cxnSpMkLst>
        </pc:cxnChg>
      </pc:sldChg>
      <pc:sldChg chg="addSp delSp modSp add mod modAnim">
        <pc:chgData name="Robert de Groote" userId="2ce5265b-80a0-4fb8-a62a-8035e9b0c45a" providerId="ADAL" clId="{26C0FC0F-787E-4AFE-AA9A-4E52AC6E2AD8}" dt="2025-09-18T14:51:41.583" v="15616" actId="20577"/>
        <pc:sldMkLst>
          <pc:docMk/>
          <pc:sldMk cId="10263876" sldId="317"/>
        </pc:sldMkLst>
        <pc:spChg chg="mod">
          <ac:chgData name="Robert de Groote" userId="2ce5265b-80a0-4fb8-a62a-8035e9b0c45a" providerId="ADAL" clId="{26C0FC0F-787E-4AFE-AA9A-4E52AC6E2AD8}" dt="2025-09-18T14:46:48.604" v="15546" actId="20577"/>
          <ac:spMkLst>
            <pc:docMk/>
            <pc:sldMk cId="10263876" sldId="317"/>
            <ac:spMk id="2" creationId="{DDF92941-1395-4409-58B6-CAFB2D0C2595}"/>
          </ac:spMkLst>
        </pc:spChg>
        <pc:spChg chg="mod">
          <ac:chgData name="Robert de Groote" userId="2ce5265b-80a0-4fb8-a62a-8035e9b0c45a" providerId="ADAL" clId="{26C0FC0F-787E-4AFE-AA9A-4E52AC6E2AD8}" dt="2025-09-18T14:51:41.583" v="15616" actId="20577"/>
          <ac:spMkLst>
            <pc:docMk/>
            <pc:sldMk cId="10263876" sldId="317"/>
            <ac:spMk id="3" creationId="{E430D864-20B8-8F7A-9514-579329C34508}"/>
          </ac:spMkLst>
        </pc:spChg>
        <pc:spChg chg="mod topLvl">
          <ac:chgData name="Robert de Groote" userId="2ce5265b-80a0-4fb8-a62a-8035e9b0c45a" providerId="ADAL" clId="{26C0FC0F-787E-4AFE-AA9A-4E52AC6E2AD8}" dt="2025-09-18T14:43:48.751" v="15097" actId="165"/>
          <ac:spMkLst>
            <pc:docMk/>
            <pc:sldMk cId="10263876" sldId="317"/>
            <ac:spMk id="66" creationId="{FD68B07B-5929-E3FA-7D20-F77ABAEEABA9}"/>
          </ac:spMkLst>
        </pc:spChg>
        <pc:spChg chg="mod">
          <ac:chgData name="Robert de Groote" userId="2ce5265b-80a0-4fb8-a62a-8035e9b0c45a" providerId="ADAL" clId="{26C0FC0F-787E-4AFE-AA9A-4E52AC6E2AD8}" dt="2025-09-18T14:43:44.896" v="15090"/>
          <ac:spMkLst>
            <pc:docMk/>
            <pc:sldMk cId="10263876" sldId="317"/>
            <ac:spMk id="69" creationId="{B3D93E3F-F41E-B080-9D34-4BC05A9281CC}"/>
          </ac:spMkLst>
        </pc:spChg>
        <pc:spChg chg="mod">
          <ac:chgData name="Robert de Groote" userId="2ce5265b-80a0-4fb8-a62a-8035e9b0c45a" providerId="ADAL" clId="{26C0FC0F-787E-4AFE-AA9A-4E52AC6E2AD8}" dt="2025-09-18T14:43:44.896" v="15090"/>
          <ac:spMkLst>
            <pc:docMk/>
            <pc:sldMk cId="10263876" sldId="317"/>
            <ac:spMk id="70" creationId="{7CC3A4D0-A45C-A10F-ECB2-9A4EA519E053}"/>
          </ac:spMkLst>
        </pc:spChg>
        <pc:spChg chg="mod topLvl">
          <ac:chgData name="Robert de Groote" userId="2ce5265b-80a0-4fb8-a62a-8035e9b0c45a" providerId="ADAL" clId="{26C0FC0F-787E-4AFE-AA9A-4E52AC6E2AD8}" dt="2025-09-18T14:43:48.751" v="15097" actId="165"/>
          <ac:spMkLst>
            <pc:docMk/>
            <pc:sldMk cId="10263876" sldId="317"/>
            <ac:spMk id="71" creationId="{C6D1FAF2-D0C8-7F07-13F5-0C82C3DCFEE1}"/>
          </ac:spMkLst>
        </pc:spChg>
        <pc:spChg chg="mod topLvl">
          <ac:chgData name="Robert de Groote" userId="2ce5265b-80a0-4fb8-a62a-8035e9b0c45a" providerId="ADAL" clId="{26C0FC0F-787E-4AFE-AA9A-4E52AC6E2AD8}" dt="2025-09-18T14:43:48.751" v="15097" actId="165"/>
          <ac:spMkLst>
            <pc:docMk/>
            <pc:sldMk cId="10263876" sldId="317"/>
            <ac:spMk id="73" creationId="{8463EB23-48DD-8FE1-AE5A-958C177DDF35}"/>
          </ac:spMkLst>
        </pc:spChg>
        <pc:spChg chg="mod topLvl">
          <ac:chgData name="Robert de Groote" userId="2ce5265b-80a0-4fb8-a62a-8035e9b0c45a" providerId="ADAL" clId="{26C0FC0F-787E-4AFE-AA9A-4E52AC6E2AD8}" dt="2025-09-18T14:46:17.559" v="15471"/>
          <ac:spMkLst>
            <pc:docMk/>
            <pc:sldMk cId="10263876" sldId="317"/>
            <ac:spMk id="76" creationId="{6126BF46-83A3-EF89-9A08-115035DE120D}"/>
          </ac:spMkLst>
        </pc:spChg>
        <pc:spChg chg="mod topLvl">
          <ac:chgData name="Robert de Groote" userId="2ce5265b-80a0-4fb8-a62a-8035e9b0c45a" providerId="ADAL" clId="{26C0FC0F-787E-4AFE-AA9A-4E52AC6E2AD8}" dt="2025-09-18T14:45:31.344" v="15421"/>
          <ac:spMkLst>
            <pc:docMk/>
            <pc:sldMk cId="10263876" sldId="317"/>
            <ac:spMk id="77" creationId="{4E82FCF2-B72A-E7E4-0BD0-58C6C4E930E9}"/>
          </ac:spMkLst>
        </pc:spChg>
        <pc:spChg chg="mod">
          <ac:chgData name="Robert de Groote" userId="2ce5265b-80a0-4fb8-a62a-8035e9b0c45a" providerId="ADAL" clId="{26C0FC0F-787E-4AFE-AA9A-4E52AC6E2AD8}" dt="2025-09-18T14:46:21.400" v="15513"/>
          <ac:spMkLst>
            <pc:docMk/>
            <pc:sldMk cId="10263876" sldId="317"/>
            <ac:spMk id="82" creationId="{18E04857-0C8D-A5AC-E93E-D30691F5AC14}"/>
          </ac:spMkLst>
        </pc:spChg>
        <pc:spChg chg="mod ord topLvl">
          <ac:chgData name="Robert de Groote" userId="2ce5265b-80a0-4fb8-a62a-8035e9b0c45a" providerId="ADAL" clId="{26C0FC0F-787E-4AFE-AA9A-4E52AC6E2AD8}" dt="2025-09-18T14:45:25.014" v="15337"/>
          <ac:spMkLst>
            <pc:docMk/>
            <pc:sldMk cId="10263876" sldId="317"/>
            <ac:spMk id="83" creationId="{F8C08D14-61B0-A541-351E-B29A6F9A339A}"/>
          </ac:spMkLst>
        </pc:spChg>
        <pc:spChg chg="mod topLvl">
          <ac:chgData name="Robert de Groote" userId="2ce5265b-80a0-4fb8-a62a-8035e9b0c45a" providerId="ADAL" clId="{26C0FC0F-787E-4AFE-AA9A-4E52AC6E2AD8}" dt="2025-09-18T14:43:48.751" v="15097" actId="165"/>
          <ac:spMkLst>
            <pc:docMk/>
            <pc:sldMk cId="10263876" sldId="317"/>
            <ac:spMk id="84" creationId="{74E2A89D-59B8-3176-8229-869FCA9FDB98}"/>
          </ac:spMkLst>
        </pc:spChg>
        <pc:spChg chg="mod">
          <ac:chgData name="Robert de Groote" userId="2ce5265b-80a0-4fb8-a62a-8035e9b0c45a" providerId="ADAL" clId="{26C0FC0F-787E-4AFE-AA9A-4E52AC6E2AD8}" dt="2025-09-18T14:45:28.420" v="15379"/>
          <ac:spMkLst>
            <pc:docMk/>
            <pc:sldMk cId="10263876" sldId="317"/>
            <ac:spMk id="85" creationId="{60FD4096-AB69-B5E6-3FB7-8B0CEDA70829}"/>
          </ac:spMkLst>
        </pc:spChg>
        <pc:spChg chg="mod">
          <ac:chgData name="Robert de Groote" userId="2ce5265b-80a0-4fb8-a62a-8035e9b0c45a" providerId="ADAL" clId="{26C0FC0F-787E-4AFE-AA9A-4E52AC6E2AD8}" dt="2025-09-18T14:44:09.822" v="15103" actId="20577"/>
          <ac:spMkLst>
            <pc:docMk/>
            <pc:sldMk cId="10263876" sldId="317"/>
            <ac:spMk id="88" creationId="{10023F3B-5C20-22BC-1FCA-1EBD10F48561}"/>
          </ac:spMkLst>
        </pc:spChg>
        <pc:spChg chg="mod">
          <ac:chgData name="Robert de Groote" userId="2ce5265b-80a0-4fb8-a62a-8035e9b0c45a" providerId="ADAL" clId="{26C0FC0F-787E-4AFE-AA9A-4E52AC6E2AD8}" dt="2025-09-18T14:44:12.609" v="15104" actId="20577"/>
          <ac:spMkLst>
            <pc:docMk/>
            <pc:sldMk cId="10263876" sldId="317"/>
            <ac:spMk id="89" creationId="{BE96A779-6794-E96E-0199-92BA6F3B6B95}"/>
          </ac:spMkLst>
        </pc:spChg>
        <pc:spChg chg="add mod">
          <ac:chgData name="Robert de Groote" userId="2ce5265b-80a0-4fb8-a62a-8035e9b0c45a" providerId="ADAL" clId="{26C0FC0F-787E-4AFE-AA9A-4E52AC6E2AD8}" dt="2025-09-18T14:50:00.843" v="15597" actId="164"/>
          <ac:spMkLst>
            <pc:docMk/>
            <pc:sldMk cId="10263876" sldId="317"/>
            <ac:spMk id="90" creationId="{E1D547E4-AE1A-8CBC-4E78-18222BC0B3C9}"/>
          </ac:spMkLst>
        </pc:spChg>
        <pc:spChg chg="add mod">
          <ac:chgData name="Robert de Groote" userId="2ce5265b-80a0-4fb8-a62a-8035e9b0c45a" providerId="ADAL" clId="{26C0FC0F-787E-4AFE-AA9A-4E52AC6E2AD8}" dt="2025-09-18T14:50:04.180" v="15598" actId="164"/>
          <ac:spMkLst>
            <pc:docMk/>
            <pc:sldMk cId="10263876" sldId="317"/>
            <ac:spMk id="91" creationId="{8DCA9C7E-3F38-1CB1-E920-B105A00E9D14}"/>
          </ac:spMkLst>
        </pc:spChg>
        <pc:spChg chg="add mod ord">
          <ac:chgData name="Robert de Groote" userId="2ce5265b-80a0-4fb8-a62a-8035e9b0c45a" providerId="ADAL" clId="{26C0FC0F-787E-4AFE-AA9A-4E52AC6E2AD8}" dt="2025-09-18T14:50:07.649" v="15599" actId="164"/>
          <ac:spMkLst>
            <pc:docMk/>
            <pc:sldMk cId="10263876" sldId="317"/>
            <ac:spMk id="92" creationId="{F3D4BA8D-1A63-D2AF-53BF-48D1CF18C95F}"/>
          </ac:spMkLst>
        </pc:spChg>
        <pc:grpChg chg="add mod ord">
          <ac:chgData name="Robert de Groote" userId="2ce5265b-80a0-4fb8-a62a-8035e9b0c45a" providerId="ADAL" clId="{26C0FC0F-787E-4AFE-AA9A-4E52AC6E2AD8}" dt="2025-09-18T14:50:11.912" v="15600" actId="167"/>
          <ac:grpSpMkLst>
            <pc:docMk/>
            <pc:sldMk cId="10263876" sldId="317"/>
            <ac:grpSpMk id="126" creationId="{7B585E5A-B67E-7F6E-1D86-71D737657110}"/>
          </ac:grpSpMkLst>
        </pc:grpChg>
        <pc:grpChg chg="add mod ord">
          <ac:chgData name="Robert de Groote" userId="2ce5265b-80a0-4fb8-a62a-8035e9b0c45a" providerId="ADAL" clId="{26C0FC0F-787E-4AFE-AA9A-4E52AC6E2AD8}" dt="2025-09-18T14:50:11.912" v="15600" actId="167"/>
          <ac:grpSpMkLst>
            <pc:docMk/>
            <pc:sldMk cId="10263876" sldId="317"/>
            <ac:grpSpMk id="127" creationId="{0C9F93A5-DA2E-26E0-0126-DCD6302EBBCE}"/>
          </ac:grpSpMkLst>
        </pc:grpChg>
        <pc:grpChg chg="add mod ord">
          <ac:chgData name="Robert de Groote" userId="2ce5265b-80a0-4fb8-a62a-8035e9b0c45a" providerId="ADAL" clId="{26C0FC0F-787E-4AFE-AA9A-4E52AC6E2AD8}" dt="2025-09-18T14:50:11.912" v="15600" actId="167"/>
          <ac:grpSpMkLst>
            <pc:docMk/>
            <pc:sldMk cId="10263876" sldId="317"/>
            <ac:grpSpMk id="128" creationId="{6586408B-45EB-E10D-B88B-C507FD420C21}"/>
          </ac:grpSpMkLst>
        </pc:grpChg>
        <pc:cxnChg chg="add mod ord">
          <ac:chgData name="Robert de Groote" userId="2ce5265b-80a0-4fb8-a62a-8035e9b0c45a" providerId="ADAL" clId="{26C0FC0F-787E-4AFE-AA9A-4E52AC6E2AD8}" dt="2025-09-18T14:50:00.843" v="15597" actId="164"/>
          <ac:cxnSpMkLst>
            <pc:docMk/>
            <pc:sldMk cId="10263876" sldId="317"/>
            <ac:cxnSpMk id="115" creationId="{797EE979-ED02-2323-846A-BE644E65A281}"/>
          </ac:cxnSpMkLst>
        </pc:cxnChg>
        <pc:cxnChg chg="add mod ord">
          <ac:chgData name="Robert de Groote" userId="2ce5265b-80a0-4fb8-a62a-8035e9b0c45a" providerId="ADAL" clId="{26C0FC0F-787E-4AFE-AA9A-4E52AC6E2AD8}" dt="2025-09-18T14:50:04.180" v="15598" actId="164"/>
          <ac:cxnSpMkLst>
            <pc:docMk/>
            <pc:sldMk cId="10263876" sldId="317"/>
            <ac:cxnSpMk id="116" creationId="{74F95B65-E96E-D7DD-2A1C-E8DC96742DCD}"/>
          </ac:cxnSpMkLst>
        </pc:cxnChg>
        <pc:cxnChg chg="add mod ord">
          <ac:chgData name="Robert de Groote" userId="2ce5265b-80a0-4fb8-a62a-8035e9b0c45a" providerId="ADAL" clId="{26C0FC0F-787E-4AFE-AA9A-4E52AC6E2AD8}" dt="2025-09-18T14:50:07.649" v="15599" actId="164"/>
          <ac:cxnSpMkLst>
            <pc:docMk/>
            <pc:sldMk cId="10263876" sldId="317"/>
            <ac:cxnSpMk id="117" creationId="{064A41AF-FCDC-35C0-D60C-01D751557253}"/>
          </ac:cxnSpMkLst>
        </pc:cxnChg>
      </pc:sldChg>
      <pc:sldChg chg="modSp add modTransition modAnim">
        <pc:chgData name="Robert de Groote" userId="2ce5265b-80a0-4fb8-a62a-8035e9b0c45a" providerId="ADAL" clId="{26C0FC0F-787E-4AFE-AA9A-4E52AC6E2AD8}" dt="2025-09-19T12:58:49.105" v="25967"/>
        <pc:sldMkLst>
          <pc:docMk/>
          <pc:sldMk cId="45731821" sldId="318"/>
        </pc:sldMkLst>
        <pc:spChg chg="mod">
          <ac:chgData name="Robert de Groote" userId="2ce5265b-80a0-4fb8-a62a-8035e9b0c45a" providerId="ADAL" clId="{26C0FC0F-787E-4AFE-AA9A-4E52AC6E2AD8}" dt="2025-09-18T14:46:59.780" v="15548" actId="20577"/>
          <ac:spMkLst>
            <pc:docMk/>
            <pc:sldMk cId="45731821" sldId="318"/>
            <ac:spMk id="2" creationId="{5479A892-62CA-BC31-7206-5FCB382839A1}"/>
          </ac:spMkLst>
        </pc:spChg>
        <pc:spChg chg="mod">
          <ac:chgData name="Robert de Groote" userId="2ce5265b-80a0-4fb8-a62a-8035e9b0c45a" providerId="ADAL" clId="{26C0FC0F-787E-4AFE-AA9A-4E52AC6E2AD8}" dt="2025-09-18T14:51:59.187" v="15662" actId="20577"/>
          <ac:spMkLst>
            <pc:docMk/>
            <pc:sldMk cId="45731821" sldId="318"/>
            <ac:spMk id="3" creationId="{A9B10C9A-70EB-73F7-E701-DC80F372EA1D}"/>
          </ac:spMkLst>
        </pc:spChg>
      </pc:sldChg>
      <pc:sldChg chg="addSp modSp add del mod modTransition modAnim">
        <pc:chgData name="Robert de Groote" userId="2ce5265b-80a0-4fb8-a62a-8035e9b0c45a" providerId="ADAL" clId="{26C0FC0F-787E-4AFE-AA9A-4E52AC6E2AD8}" dt="2025-09-18T14:57:35.923" v="16099" actId="2890"/>
        <pc:sldMkLst>
          <pc:docMk/>
          <pc:sldMk cId="1276102998" sldId="319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4:37:14.033" v="14814" actId="47"/>
        <pc:sldMkLst>
          <pc:docMk/>
          <pc:sldMk cId="2651593556" sldId="319"/>
        </pc:sldMkLst>
      </pc:sldChg>
      <pc:sldChg chg="delSp modSp add del mod modTransition">
        <pc:chgData name="Robert de Groote" userId="2ce5265b-80a0-4fb8-a62a-8035e9b0c45a" providerId="ADAL" clId="{26C0FC0F-787E-4AFE-AA9A-4E52AC6E2AD8}" dt="2025-09-18T15:18:08.656" v="17742" actId="47"/>
        <pc:sldMkLst>
          <pc:docMk/>
          <pc:sldMk cId="3412264307" sldId="319"/>
        </pc:sldMkLst>
      </pc:sldChg>
      <pc:sldChg chg="addSp delSp modSp add del mod modTransition">
        <pc:chgData name="Robert de Groote" userId="2ce5265b-80a0-4fb8-a62a-8035e9b0c45a" providerId="ADAL" clId="{26C0FC0F-787E-4AFE-AA9A-4E52AC6E2AD8}" dt="2025-09-21T12:06:38.115" v="34021" actId="47"/>
        <pc:sldMkLst>
          <pc:docMk/>
          <pc:sldMk cId="2947786956" sldId="320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21T12:06:36.908" v="34020" actId="47"/>
        <pc:sldMkLst>
          <pc:docMk/>
          <pc:sldMk cId="1992519415" sldId="321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5:16:51.148" v="17550" actId="2890"/>
        <pc:sldMkLst>
          <pc:docMk/>
          <pc:sldMk cId="2220892477" sldId="321"/>
        </pc:sldMkLst>
      </pc:sldChg>
      <pc:sldChg chg="modSp add mod ord">
        <pc:chgData name="Robert de Groote" userId="2ce5265b-80a0-4fb8-a62a-8035e9b0c45a" providerId="ADAL" clId="{26C0FC0F-787E-4AFE-AA9A-4E52AC6E2AD8}" dt="2025-09-18T15:23:32.773" v="17879" actId="20577"/>
        <pc:sldMkLst>
          <pc:docMk/>
          <pc:sldMk cId="4213126683" sldId="322"/>
        </pc:sldMkLst>
        <pc:spChg chg="mod">
          <ac:chgData name="Robert de Groote" userId="2ce5265b-80a0-4fb8-a62a-8035e9b0c45a" providerId="ADAL" clId="{26C0FC0F-787E-4AFE-AA9A-4E52AC6E2AD8}" dt="2025-09-18T15:23:12.939" v="17781" actId="20577"/>
          <ac:spMkLst>
            <pc:docMk/>
            <pc:sldMk cId="4213126683" sldId="322"/>
            <ac:spMk id="4" creationId="{35781091-ECC7-BC81-3973-4FD7D38E8B6B}"/>
          </ac:spMkLst>
        </pc:spChg>
        <pc:spChg chg="mod">
          <ac:chgData name="Robert de Groote" userId="2ce5265b-80a0-4fb8-a62a-8035e9b0c45a" providerId="ADAL" clId="{26C0FC0F-787E-4AFE-AA9A-4E52AC6E2AD8}" dt="2025-09-18T15:23:32.773" v="17879" actId="20577"/>
          <ac:spMkLst>
            <pc:docMk/>
            <pc:sldMk cId="4213126683" sldId="322"/>
            <ac:spMk id="5" creationId="{598B1BE0-53FA-F7D3-FC37-E53E0C14F349}"/>
          </ac:spMkLst>
        </pc:spChg>
      </pc:sldChg>
      <pc:sldChg chg="addSp delSp modSp add mod modAnim">
        <pc:chgData name="Robert de Groote" userId="2ce5265b-80a0-4fb8-a62a-8035e9b0c45a" providerId="ADAL" clId="{26C0FC0F-787E-4AFE-AA9A-4E52AC6E2AD8}" dt="2025-09-19T13:01:00.254" v="25989"/>
        <pc:sldMkLst>
          <pc:docMk/>
          <pc:sldMk cId="2231015180" sldId="323"/>
        </pc:sldMkLst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4" creationId="{B3A32A15-A945-2DA0-642B-DEBB01ACF037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5" creationId="{1DDDA451-8122-F95E-C181-6F2B7C03880E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6" creationId="{BB0DEAB3-AB1E-CDA9-9CF6-A3672A131F5D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10" creationId="{ACC2E375-7FF8-EF9E-FC7B-2E51B6476617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11" creationId="{0162BDF9-FA1B-5F8D-A87D-18911DA6D1ED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12" creationId="{FB9AB35B-2AAE-A467-6E47-2A4706B7C522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13" creationId="{7E958F3F-8870-D2F6-DEA0-7B5162B12B0E}"/>
          </ac:spMkLst>
        </pc:spChg>
        <pc:spChg chg="mod">
          <ac:chgData name="Robert de Groote" userId="2ce5265b-80a0-4fb8-a62a-8035e9b0c45a" providerId="ADAL" clId="{26C0FC0F-787E-4AFE-AA9A-4E52AC6E2AD8}" dt="2025-09-18T16:47:45.675" v="18295" actId="164"/>
          <ac:spMkLst>
            <pc:docMk/>
            <pc:sldMk cId="2231015180" sldId="323"/>
            <ac:spMk id="14" creationId="{D2BEC9E6-10CE-66DD-23C1-8160E819D130}"/>
          </ac:spMkLst>
        </pc:spChg>
        <pc:spChg chg="mod">
          <ac:chgData name="Robert de Groote" userId="2ce5265b-80a0-4fb8-a62a-8035e9b0c45a" providerId="ADAL" clId="{26C0FC0F-787E-4AFE-AA9A-4E52AC6E2AD8}" dt="2025-09-18T16:46:54.099" v="18293" actId="1076"/>
          <ac:spMkLst>
            <pc:docMk/>
            <pc:sldMk cId="2231015180" sldId="323"/>
            <ac:spMk id="41" creationId="{07D3CF6E-5109-A455-E853-42E85969EA31}"/>
          </ac:spMkLst>
        </pc:spChg>
        <pc:grpChg chg="mod">
          <ac:chgData name="Robert de Groote" userId="2ce5265b-80a0-4fb8-a62a-8035e9b0c45a" providerId="ADAL" clId="{26C0FC0F-787E-4AFE-AA9A-4E52AC6E2AD8}" dt="2025-09-18T16:47:45.675" v="18295" actId="164"/>
          <ac:grpSpMkLst>
            <pc:docMk/>
            <pc:sldMk cId="2231015180" sldId="323"/>
            <ac:grpSpMk id="7" creationId="{36E3AEF3-8680-DF37-2136-3895FA880366}"/>
          </ac:grpSpMkLst>
        </pc:grpChg>
        <pc:grpChg chg="mod">
          <ac:chgData name="Robert de Groote" userId="2ce5265b-80a0-4fb8-a62a-8035e9b0c45a" providerId="ADAL" clId="{26C0FC0F-787E-4AFE-AA9A-4E52AC6E2AD8}" dt="2025-09-18T16:47:45.675" v="18295" actId="164"/>
          <ac:grpSpMkLst>
            <pc:docMk/>
            <pc:sldMk cId="2231015180" sldId="323"/>
            <ac:grpSpMk id="31" creationId="{8DC76A15-7F8F-8968-79F3-26099CB280A7}"/>
          </ac:grpSpMkLst>
        </pc:grpChg>
      </pc:sldChg>
      <pc:sldChg chg="addSp delSp modSp add mod addAnim delAnim modAnim">
        <pc:chgData name="Robert de Groote" userId="2ce5265b-80a0-4fb8-a62a-8035e9b0c45a" providerId="ADAL" clId="{26C0FC0F-787E-4AFE-AA9A-4E52AC6E2AD8}" dt="2025-09-18T17:46:05.411" v="22282"/>
        <pc:sldMkLst>
          <pc:docMk/>
          <pc:sldMk cId="916894152" sldId="324"/>
        </pc:sldMkLst>
        <pc:spChg chg="mod">
          <ac:chgData name="Robert de Groote" userId="2ce5265b-80a0-4fb8-a62a-8035e9b0c45a" providerId="ADAL" clId="{26C0FC0F-787E-4AFE-AA9A-4E52AC6E2AD8}" dt="2025-09-18T17:30:21.218" v="21911" actId="20577"/>
          <ac:spMkLst>
            <pc:docMk/>
            <pc:sldMk cId="916894152" sldId="324"/>
            <ac:spMk id="3" creationId="{EAC80317-DC41-8418-A651-D0485ABE1D33}"/>
          </ac:spMkLst>
        </pc:spChg>
        <pc:spChg chg="mod topLvl">
          <ac:chgData name="Robert de Groote" userId="2ce5265b-80a0-4fb8-a62a-8035e9b0c45a" providerId="ADAL" clId="{26C0FC0F-787E-4AFE-AA9A-4E52AC6E2AD8}" dt="2025-09-18T17:23:23.404" v="21411"/>
          <ac:spMkLst>
            <pc:docMk/>
            <pc:sldMk cId="916894152" sldId="324"/>
            <ac:spMk id="5" creationId="{32359FC3-972F-72EF-5D26-258C6715C7C9}"/>
          </ac:spMkLst>
        </pc:spChg>
        <pc:spChg chg="mod topLvl">
          <ac:chgData name="Robert de Groote" userId="2ce5265b-80a0-4fb8-a62a-8035e9b0c45a" providerId="ADAL" clId="{26C0FC0F-787E-4AFE-AA9A-4E52AC6E2AD8}" dt="2025-09-18T17:25:36.559" v="21673"/>
          <ac:spMkLst>
            <pc:docMk/>
            <pc:sldMk cId="916894152" sldId="324"/>
            <ac:spMk id="6" creationId="{A22CA19A-DB6F-DBA1-EBB9-3918C103FA2C}"/>
          </ac:spMkLst>
        </pc:spChg>
        <pc:spChg chg="mod topLvl">
          <ac:chgData name="Robert de Groote" userId="2ce5265b-80a0-4fb8-a62a-8035e9b0c45a" providerId="ADAL" clId="{26C0FC0F-787E-4AFE-AA9A-4E52AC6E2AD8}" dt="2025-09-18T17:25:39.872" v="21735"/>
          <ac:spMkLst>
            <pc:docMk/>
            <pc:sldMk cId="916894152" sldId="324"/>
            <ac:spMk id="7" creationId="{B23B0B40-144C-0983-16F0-2996E7B9EB89}"/>
          </ac:spMkLst>
        </pc:spChg>
        <pc:spChg chg="mod topLvl">
          <ac:chgData name="Robert de Groote" userId="2ce5265b-80a0-4fb8-a62a-8035e9b0c45a" providerId="ADAL" clId="{26C0FC0F-787E-4AFE-AA9A-4E52AC6E2AD8}" dt="2025-09-18T17:25:26.171" v="21549"/>
          <ac:spMkLst>
            <pc:docMk/>
            <pc:sldMk cId="916894152" sldId="324"/>
            <ac:spMk id="9" creationId="{49D8D9DD-78FA-4542-1AAA-87CAA52371CD}"/>
          </ac:spMkLst>
        </pc:spChg>
        <pc:spChg chg="mod topLvl">
          <ac:chgData name="Robert de Groote" userId="2ce5265b-80a0-4fb8-a62a-8035e9b0c45a" providerId="ADAL" clId="{26C0FC0F-787E-4AFE-AA9A-4E52AC6E2AD8}" dt="2025-09-18T17:25:31.185" v="21611"/>
          <ac:spMkLst>
            <pc:docMk/>
            <pc:sldMk cId="916894152" sldId="324"/>
            <ac:spMk id="10" creationId="{9C3EBEDE-0392-2CF7-E2D4-28D3C102DBDF}"/>
          </ac:spMkLst>
        </pc:spChg>
        <pc:spChg chg="mod topLvl">
          <ac:chgData name="Robert de Groote" userId="2ce5265b-80a0-4fb8-a62a-8035e9b0c45a" providerId="ADAL" clId="{26C0FC0F-787E-4AFE-AA9A-4E52AC6E2AD8}" dt="2025-09-18T17:25:44.826" v="21797"/>
          <ac:spMkLst>
            <pc:docMk/>
            <pc:sldMk cId="916894152" sldId="324"/>
            <ac:spMk id="11" creationId="{347CD354-7876-6EA1-AB46-A391B1BA10B1}"/>
          </ac:spMkLst>
        </pc:spChg>
        <pc:spChg chg="mod topLvl">
          <ac:chgData name="Robert de Groote" userId="2ce5265b-80a0-4fb8-a62a-8035e9b0c45a" providerId="ADAL" clId="{26C0FC0F-787E-4AFE-AA9A-4E52AC6E2AD8}" dt="2025-09-18T17:25:22.608" v="21487"/>
          <ac:spMkLst>
            <pc:docMk/>
            <pc:sldMk cId="916894152" sldId="324"/>
            <ac:spMk id="12" creationId="{86F6AF2B-2CEE-2F28-EB50-709F0471FC09}"/>
          </ac:spMkLst>
        </pc:spChg>
        <pc:spChg chg="add mod">
          <ac:chgData name="Robert de Groote" userId="2ce5265b-80a0-4fb8-a62a-8035e9b0c45a" providerId="ADAL" clId="{26C0FC0F-787E-4AFE-AA9A-4E52AC6E2AD8}" dt="2025-09-18T17:14:21.618" v="21041"/>
          <ac:spMkLst>
            <pc:docMk/>
            <pc:sldMk cId="916894152" sldId="324"/>
            <ac:spMk id="35" creationId="{8CFD2661-5AD7-43E7-6114-37EC072EBF69}"/>
          </ac:spMkLst>
        </pc:spChg>
        <pc:spChg chg="add mod">
          <ac:chgData name="Robert de Groote" userId="2ce5265b-80a0-4fb8-a62a-8035e9b0c45a" providerId="ADAL" clId="{26C0FC0F-787E-4AFE-AA9A-4E52AC6E2AD8}" dt="2025-09-18T17:14:21.618" v="21042"/>
          <ac:spMkLst>
            <pc:docMk/>
            <pc:sldMk cId="916894152" sldId="324"/>
            <ac:spMk id="36" creationId="{F7D70CBD-059B-CB67-B90C-3AF3CF36B49B}"/>
          </ac:spMkLst>
        </pc:spChg>
        <pc:spChg chg="add mod">
          <ac:chgData name="Robert de Groote" userId="2ce5265b-80a0-4fb8-a62a-8035e9b0c45a" providerId="ADAL" clId="{26C0FC0F-787E-4AFE-AA9A-4E52AC6E2AD8}" dt="2025-09-18T17:37:33.283" v="22200"/>
          <ac:spMkLst>
            <pc:docMk/>
            <pc:sldMk cId="916894152" sldId="324"/>
            <ac:spMk id="37" creationId="{ECA00032-2B36-4306-8529-5664114303AA}"/>
          </ac:spMkLst>
        </pc:spChg>
        <pc:spChg chg="add mod">
          <ac:chgData name="Robert de Groote" userId="2ce5265b-80a0-4fb8-a62a-8035e9b0c45a" providerId="ADAL" clId="{26C0FC0F-787E-4AFE-AA9A-4E52AC6E2AD8}" dt="2025-09-18T17:37:30.387" v="22138"/>
          <ac:spMkLst>
            <pc:docMk/>
            <pc:sldMk cId="916894152" sldId="324"/>
            <ac:spMk id="38" creationId="{5730F9ED-35D7-711D-3D66-1772A2A76456}"/>
          </ac:spMkLst>
        </pc:spChg>
        <pc:spChg chg="add mod">
          <ac:chgData name="Robert de Groote" userId="2ce5265b-80a0-4fb8-a62a-8035e9b0c45a" providerId="ADAL" clId="{26C0FC0F-787E-4AFE-AA9A-4E52AC6E2AD8}" dt="2025-09-18T17:37:22.577" v="22076"/>
          <ac:spMkLst>
            <pc:docMk/>
            <pc:sldMk cId="916894152" sldId="324"/>
            <ac:spMk id="39" creationId="{00063FE4-0FD8-12E4-6335-3CB7202D82A5}"/>
          </ac:spMkLst>
        </pc:spChg>
        <pc:spChg chg="add mod">
          <ac:chgData name="Robert de Groote" userId="2ce5265b-80a0-4fb8-a62a-8035e9b0c45a" providerId="ADAL" clId="{26C0FC0F-787E-4AFE-AA9A-4E52AC6E2AD8}" dt="2025-09-18T17:17:27.206" v="21135" actId="962"/>
          <ac:spMkLst>
            <pc:docMk/>
            <pc:sldMk cId="916894152" sldId="324"/>
            <ac:spMk id="40" creationId="{1EAD2119-F622-71DB-3C96-AA2715371C7A}"/>
          </ac:spMkLst>
        </pc:spChg>
        <pc:spChg chg="add mod">
          <ac:chgData name="Robert de Groote" userId="2ce5265b-80a0-4fb8-a62a-8035e9b0c45a" providerId="ADAL" clId="{26C0FC0F-787E-4AFE-AA9A-4E52AC6E2AD8}" dt="2025-09-18T17:37:33.281" v="22196"/>
          <ac:spMkLst>
            <pc:docMk/>
            <pc:sldMk cId="916894152" sldId="324"/>
            <ac:spMk id="41" creationId="{66679467-E1B8-5F5C-9677-C21693AF3ECC}"/>
          </ac:spMkLst>
        </pc:spChg>
        <pc:spChg chg="add mod">
          <ac:chgData name="Robert de Groote" userId="2ce5265b-80a0-4fb8-a62a-8035e9b0c45a" providerId="ADAL" clId="{26C0FC0F-787E-4AFE-AA9A-4E52AC6E2AD8}" dt="2025-09-18T17:37:38.089" v="22258"/>
          <ac:spMkLst>
            <pc:docMk/>
            <pc:sldMk cId="916894152" sldId="324"/>
            <ac:spMk id="42" creationId="{B25C7C64-5FAE-B1E2-5F2D-FD7DCE59599E}"/>
          </ac:spMkLst>
        </pc:spChg>
        <pc:spChg chg="add mod">
          <ac:chgData name="Robert de Groote" userId="2ce5265b-80a0-4fb8-a62a-8035e9b0c45a" providerId="ADAL" clId="{26C0FC0F-787E-4AFE-AA9A-4E52AC6E2AD8}" dt="2025-09-18T17:37:38.090" v="22262"/>
          <ac:spMkLst>
            <pc:docMk/>
            <pc:sldMk cId="916894152" sldId="324"/>
            <ac:spMk id="44" creationId="{291EA397-C860-3703-0977-6DB4112759B7}"/>
          </ac:spMkLst>
        </pc:spChg>
        <pc:spChg chg="add mod">
          <ac:chgData name="Robert de Groote" userId="2ce5265b-80a0-4fb8-a62a-8035e9b0c45a" providerId="ADAL" clId="{26C0FC0F-787E-4AFE-AA9A-4E52AC6E2AD8}" dt="2025-09-18T17:23:23.406" v="21415"/>
          <ac:spMkLst>
            <pc:docMk/>
            <pc:sldMk cId="916894152" sldId="324"/>
            <ac:spMk id="45" creationId="{63867838-3355-AE72-C5D2-A6482FFEC8A8}"/>
          </ac:spMkLst>
        </pc:spChg>
        <pc:grpChg chg="mod topLvl">
          <ac:chgData name="Robert de Groote" userId="2ce5265b-80a0-4fb8-a62a-8035e9b0c45a" providerId="ADAL" clId="{26C0FC0F-787E-4AFE-AA9A-4E52AC6E2AD8}" dt="2025-09-18T17:25:26.171" v="21549"/>
          <ac:grpSpMkLst>
            <pc:docMk/>
            <pc:sldMk cId="916894152" sldId="324"/>
            <ac:grpSpMk id="15" creationId="{1A2EDAAC-6DB4-B934-A249-74BFF11CD0AA}"/>
          </ac:grpSpMkLst>
        </pc:grpChg>
        <pc:grpChg chg="mod">
          <ac:chgData name="Robert de Groote" userId="2ce5265b-80a0-4fb8-a62a-8035e9b0c45a" providerId="ADAL" clId="{26C0FC0F-787E-4AFE-AA9A-4E52AC6E2AD8}" dt="2025-09-18T17:25:31.185" v="21611"/>
          <ac:grpSpMkLst>
            <pc:docMk/>
            <pc:sldMk cId="916894152" sldId="324"/>
            <ac:grpSpMk id="16" creationId="{9BE248A9-EBA9-1327-DC35-38DE488886B5}"/>
          </ac:grpSpMkLst>
        </pc:grpChg>
        <pc:grpChg chg="mod">
          <ac:chgData name="Robert de Groote" userId="2ce5265b-80a0-4fb8-a62a-8035e9b0c45a" providerId="ADAL" clId="{26C0FC0F-787E-4AFE-AA9A-4E52AC6E2AD8}" dt="2025-09-18T17:25:22.608" v="21487"/>
          <ac:grpSpMkLst>
            <pc:docMk/>
            <pc:sldMk cId="916894152" sldId="324"/>
            <ac:grpSpMk id="17" creationId="{2DE2E2A9-43D4-66CE-3250-A6997685734E}"/>
          </ac:grpSpMkLst>
        </pc:grpChg>
        <pc:grpChg chg="mod">
          <ac:chgData name="Robert de Groote" userId="2ce5265b-80a0-4fb8-a62a-8035e9b0c45a" providerId="ADAL" clId="{26C0FC0F-787E-4AFE-AA9A-4E52AC6E2AD8}" dt="2025-09-18T17:25:44.826" v="21797"/>
          <ac:grpSpMkLst>
            <pc:docMk/>
            <pc:sldMk cId="916894152" sldId="324"/>
            <ac:grpSpMk id="18" creationId="{E6D13BA8-E83A-D679-9942-E0CEE975934A}"/>
          </ac:grpSpMkLst>
        </pc:grpChg>
        <pc:grpChg chg="mod">
          <ac:chgData name="Robert de Groote" userId="2ce5265b-80a0-4fb8-a62a-8035e9b0c45a" providerId="ADAL" clId="{26C0FC0F-787E-4AFE-AA9A-4E52AC6E2AD8}" dt="2025-09-18T17:25:44.826" v="21797"/>
          <ac:grpSpMkLst>
            <pc:docMk/>
            <pc:sldMk cId="916894152" sldId="324"/>
            <ac:grpSpMk id="19" creationId="{160EDF9C-45BA-81B9-7F1B-8212B0B3E323}"/>
          </ac:grpSpMkLst>
        </pc:grpChg>
        <pc:grpChg chg="mod">
          <ac:chgData name="Robert de Groote" userId="2ce5265b-80a0-4fb8-a62a-8035e9b0c45a" providerId="ADAL" clId="{26C0FC0F-787E-4AFE-AA9A-4E52AC6E2AD8}" dt="2025-09-18T17:25:44.826" v="21797"/>
          <ac:grpSpMkLst>
            <pc:docMk/>
            <pc:sldMk cId="916894152" sldId="324"/>
            <ac:grpSpMk id="20" creationId="{29531FD5-0FF7-EC27-B0A1-F62897488E08}"/>
          </ac:grpSpMkLst>
        </pc:grpChg>
        <pc:cxnChg chg="mod">
          <ac:chgData name="Robert de Groote" userId="2ce5265b-80a0-4fb8-a62a-8035e9b0c45a" providerId="ADAL" clId="{26C0FC0F-787E-4AFE-AA9A-4E52AC6E2AD8}" dt="2025-09-18T17:25:44.826" v="21797"/>
          <ac:cxnSpMkLst>
            <pc:docMk/>
            <pc:sldMk cId="916894152" sldId="324"/>
            <ac:cxnSpMk id="21" creationId="{AC4F7943-174A-B7B6-78E2-915E841BC0DE}"/>
          </ac:cxnSpMkLst>
        </pc:cxnChg>
        <pc:cxnChg chg="mod">
          <ac:chgData name="Robert de Groote" userId="2ce5265b-80a0-4fb8-a62a-8035e9b0c45a" providerId="ADAL" clId="{26C0FC0F-787E-4AFE-AA9A-4E52AC6E2AD8}" dt="2025-09-18T17:25:44.826" v="21797"/>
          <ac:cxnSpMkLst>
            <pc:docMk/>
            <pc:sldMk cId="916894152" sldId="324"/>
            <ac:cxnSpMk id="22" creationId="{087AB611-FA14-FBB4-E875-F20C711718B0}"/>
          </ac:cxnSpMkLst>
        </pc:cxnChg>
        <pc:cxnChg chg="mod">
          <ac:chgData name="Robert de Groote" userId="2ce5265b-80a0-4fb8-a62a-8035e9b0c45a" providerId="ADAL" clId="{26C0FC0F-787E-4AFE-AA9A-4E52AC6E2AD8}" dt="2025-09-18T17:25:44.826" v="21797"/>
          <ac:cxnSpMkLst>
            <pc:docMk/>
            <pc:sldMk cId="916894152" sldId="324"/>
            <ac:cxnSpMk id="23" creationId="{0607E1B8-7D2B-ACA9-92E6-B1F20B8BAB1A}"/>
          </ac:cxnSpMkLst>
        </pc:cxnChg>
        <pc:cxnChg chg="mod">
          <ac:chgData name="Robert de Groote" userId="2ce5265b-80a0-4fb8-a62a-8035e9b0c45a" providerId="ADAL" clId="{26C0FC0F-787E-4AFE-AA9A-4E52AC6E2AD8}" dt="2025-09-18T17:25:44.826" v="21797"/>
          <ac:cxnSpMkLst>
            <pc:docMk/>
            <pc:sldMk cId="916894152" sldId="324"/>
            <ac:cxnSpMk id="24" creationId="{6DAA381E-C315-ACAB-C7A5-C4FFBDB0FDC3}"/>
          </ac:cxnSpMkLst>
        </pc:cxnChg>
        <pc:cxnChg chg="mod">
          <ac:chgData name="Robert de Groote" userId="2ce5265b-80a0-4fb8-a62a-8035e9b0c45a" providerId="ADAL" clId="{26C0FC0F-787E-4AFE-AA9A-4E52AC6E2AD8}" dt="2025-09-18T17:25:44.826" v="21797"/>
          <ac:cxnSpMkLst>
            <pc:docMk/>
            <pc:sldMk cId="916894152" sldId="324"/>
            <ac:cxnSpMk id="25" creationId="{D5399B5A-4294-D5D4-530A-86F32D2B8C19}"/>
          </ac:cxnSpMkLst>
        </pc:cxnChg>
        <pc:cxnChg chg="mod">
          <ac:chgData name="Robert de Groote" userId="2ce5265b-80a0-4fb8-a62a-8035e9b0c45a" providerId="ADAL" clId="{26C0FC0F-787E-4AFE-AA9A-4E52AC6E2AD8}" dt="2025-09-18T17:25:44.826" v="21797"/>
          <ac:cxnSpMkLst>
            <pc:docMk/>
            <pc:sldMk cId="916894152" sldId="324"/>
            <ac:cxnSpMk id="26" creationId="{7203E0F4-3165-7F1C-39A3-D78B8A67C4AE}"/>
          </ac:cxnSpMkLst>
        </pc:cxnChg>
        <pc:cxnChg chg="mod">
          <ac:chgData name="Robert de Groote" userId="2ce5265b-80a0-4fb8-a62a-8035e9b0c45a" providerId="ADAL" clId="{26C0FC0F-787E-4AFE-AA9A-4E52AC6E2AD8}" dt="2025-09-18T17:25:22.608" v="21487"/>
          <ac:cxnSpMkLst>
            <pc:docMk/>
            <pc:sldMk cId="916894152" sldId="324"/>
            <ac:cxnSpMk id="27" creationId="{4468EC7B-B08F-E56A-014D-0908093C8F98}"/>
          </ac:cxnSpMkLst>
        </pc:cxnChg>
        <pc:cxnChg chg="mod">
          <ac:chgData name="Robert de Groote" userId="2ce5265b-80a0-4fb8-a62a-8035e9b0c45a" providerId="ADAL" clId="{26C0FC0F-787E-4AFE-AA9A-4E52AC6E2AD8}" dt="2025-09-18T17:25:22.608" v="21487"/>
          <ac:cxnSpMkLst>
            <pc:docMk/>
            <pc:sldMk cId="916894152" sldId="324"/>
            <ac:cxnSpMk id="28" creationId="{3FD1D749-F503-609A-FEDD-6F411641ADB1}"/>
          </ac:cxnSpMkLst>
        </pc:cxnChg>
        <pc:cxnChg chg="mod">
          <ac:chgData name="Robert de Groote" userId="2ce5265b-80a0-4fb8-a62a-8035e9b0c45a" providerId="ADAL" clId="{26C0FC0F-787E-4AFE-AA9A-4E52AC6E2AD8}" dt="2025-09-18T17:25:31.185" v="21611"/>
          <ac:cxnSpMkLst>
            <pc:docMk/>
            <pc:sldMk cId="916894152" sldId="324"/>
            <ac:cxnSpMk id="29" creationId="{A3E2C79A-D413-CB94-337E-4CE03D77D81A}"/>
          </ac:cxnSpMkLst>
        </pc:cxnChg>
        <pc:cxnChg chg="mod">
          <ac:chgData name="Robert de Groote" userId="2ce5265b-80a0-4fb8-a62a-8035e9b0c45a" providerId="ADAL" clId="{26C0FC0F-787E-4AFE-AA9A-4E52AC6E2AD8}" dt="2025-09-18T17:25:31.185" v="21611"/>
          <ac:cxnSpMkLst>
            <pc:docMk/>
            <pc:sldMk cId="916894152" sldId="324"/>
            <ac:cxnSpMk id="30" creationId="{0263D224-43C1-A0B6-65EC-F846964AE6FC}"/>
          </ac:cxnSpMkLst>
        </pc:cxnChg>
        <pc:cxnChg chg="mod">
          <ac:chgData name="Robert de Groote" userId="2ce5265b-80a0-4fb8-a62a-8035e9b0c45a" providerId="ADAL" clId="{26C0FC0F-787E-4AFE-AA9A-4E52AC6E2AD8}" dt="2025-09-18T17:25:26.171" v="21549"/>
          <ac:cxnSpMkLst>
            <pc:docMk/>
            <pc:sldMk cId="916894152" sldId="324"/>
            <ac:cxnSpMk id="31" creationId="{79D7FE92-8DB5-F8C6-9A7A-E60D85990F63}"/>
          </ac:cxnSpMkLst>
        </pc:cxnChg>
        <pc:cxnChg chg="mod">
          <ac:chgData name="Robert de Groote" userId="2ce5265b-80a0-4fb8-a62a-8035e9b0c45a" providerId="ADAL" clId="{26C0FC0F-787E-4AFE-AA9A-4E52AC6E2AD8}" dt="2025-09-18T17:25:26.171" v="21549"/>
          <ac:cxnSpMkLst>
            <pc:docMk/>
            <pc:sldMk cId="916894152" sldId="324"/>
            <ac:cxnSpMk id="32" creationId="{A3847B96-727E-F79F-4DFF-28184E951160}"/>
          </ac:cxnSpMkLst>
        </pc:cxnChg>
      </pc:sldChg>
      <pc:sldChg chg="addSp delSp modSp add del mod delAnim modAnim modShow">
        <pc:chgData name="Robert de Groote" userId="2ce5265b-80a0-4fb8-a62a-8035e9b0c45a" providerId="ADAL" clId="{26C0FC0F-787E-4AFE-AA9A-4E52AC6E2AD8}" dt="2025-09-21T12:48:28.285" v="34972" actId="47"/>
        <pc:sldMkLst>
          <pc:docMk/>
          <pc:sldMk cId="220472505" sldId="325"/>
        </pc:sldMkLst>
      </pc:sldChg>
      <pc:sldChg chg="modSp add mod">
        <pc:chgData name="Robert de Groote" userId="2ce5265b-80a0-4fb8-a62a-8035e9b0c45a" providerId="ADAL" clId="{26C0FC0F-787E-4AFE-AA9A-4E52AC6E2AD8}" dt="2025-09-19T13:42:16.091" v="26348" actId="207"/>
        <pc:sldMkLst>
          <pc:docMk/>
          <pc:sldMk cId="3008100289" sldId="326"/>
        </pc:sldMkLst>
        <pc:spChg chg="mod">
          <ac:chgData name="Robert de Groote" userId="2ce5265b-80a0-4fb8-a62a-8035e9b0c45a" providerId="ADAL" clId="{26C0FC0F-787E-4AFE-AA9A-4E52AC6E2AD8}" dt="2025-09-19T08:47:17.852" v="23048" actId="20577"/>
          <ac:spMkLst>
            <pc:docMk/>
            <pc:sldMk cId="3008100289" sldId="326"/>
            <ac:spMk id="2" creationId="{873E29A7-B157-F5EC-8266-B74A4D99BC3F}"/>
          </ac:spMkLst>
        </pc:spChg>
        <pc:spChg chg="mod">
          <ac:chgData name="Robert de Groote" userId="2ce5265b-80a0-4fb8-a62a-8035e9b0c45a" providerId="ADAL" clId="{26C0FC0F-787E-4AFE-AA9A-4E52AC6E2AD8}" dt="2025-09-19T13:42:16.091" v="26348" actId="207"/>
          <ac:spMkLst>
            <pc:docMk/>
            <pc:sldMk cId="3008100289" sldId="326"/>
            <ac:spMk id="3" creationId="{4D6D3217-FCE1-C17D-6E87-1E1559F65A73}"/>
          </ac:spMkLst>
        </pc:spChg>
      </pc:sldChg>
      <pc:sldChg chg="addSp delSp modSp add mod modAnim">
        <pc:chgData name="Robert de Groote" userId="2ce5265b-80a0-4fb8-a62a-8035e9b0c45a" providerId="ADAL" clId="{26C0FC0F-787E-4AFE-AA9A-4E52AC6E2AD8}" dt="2025-09-21T12:43:02.712" v="34953"/>
        <pc:sldMkLst>
          <pc:docMk/>
          <pc:sldMk cId="3863058989" sldId="327"/>
        </pc:sldMkLst>
        <pc:spChg chg="mod">
          <ac:chgData name="Robert de Groote" userId="2ce5265b-80a0-4fb8-a62a-8035e9b0c45a" providerId="ADAL" clId="{26C0FC0F-787E-4AFE-AA9A-4E52AC6E2AD8}" dt="2025-09-19T12:46:50.155" v="25889" actId="20577"/>
          <ac:spMkLst>
            <pc:docMk/>
            <pc:sldMk cId="3863058989" sldId="327"/>
            <ac:spMk id="3" creationId="{6667B8C1-B603-8D43-6B1A-53EAE75DC25B}"/>
          </ac:spMkLst>
        </pc:spChg>
        <pc:spChg chg="add mod">
          <ac:chgData name="Robert de Groote" userId="2ce5265b-80a0-4fb8-a62a-8035e9b0c45a" providerId="ADAL" clId="{26C0FC0F-787E-4AFE-AA9A-4E52AC6E2AD8}" dt="2025-09-21T12:42:59.022" v="34952" actId="1076"/>
          <ac:spMkLst>
            <pc:docMk/>
            <pc:sldMk cId="3863058989" sldId="327"/>
            <ac:spMk id="4" creationId="{6504D322-7507-F35C-3337-CE1741F1CE97}"/>
          </ac:spMkLst>
        </pc:spChg>
        <pc:spChg chg="add mod">
          <ac:chgData name="Robert de Groote" userId="2ce5265b-80a0-4fb8-a62a-8035e9b0c45a" providerId="ADAL" clId="{26C0FC0F-787E-4AFE-AA9A-4E52AC6E2AD8}" dt="2025-09-19T13:01:22.824" v="25990" actId="164"/>
          <ac:spMkLst>
            <pc:docMk/>
            <pc:sldMk cId="3863058989" sldId="327"/>
            <ac:spMk id="5" creationId="{303A1888-EC10-E12B-968C-3760FA3490E0}"/>
          </ac:spMkLst>
        </pc:spChg>
        <pc:spChg chg="add mod">
          <ac:chgData name="Robert de Groote" userId="2ce5265b-80a0-4fb8-a62a-8035e9b0c45a" providerId="ADAL" clId="{26C0FC0F-787E-4AFE-AA9A-4E52AC6E2AD8}" dt="2025-09-19T12:48:23.235" v="25901" actId="20577"/>
          <ac:spMkLst>
            <pc:docMk/>
            <pc:sldMk cId="3863058989" sldId="327"/>
            <ac:spMk id="6" creationId="{A51D685C-3176-C67C-12A9-B4F51F4273EE}"/>
          </ac:spMkLst>
        </pc:spChg>
        <pc:grpChg chg="add mod">
          <ac:chgData name="Robert de Groote" userId="2ce5265b-80a0-4fb8-a62a-8035e9b0c45a" providerId="ADAL" clId="{26C0FC0F-787E-4AFE-AA9A-4E52AC6E2AD8}" dt="2025-09-19T13:01:22.824" v="25990" actId="164"/>
          <ac:grpSpMkLst>
            <pc:docMk/>
            <pc:sldMk cId="3863058989" sldId="327"/>
            <ac:grpSpMk id="7" creationId="{8E094BAB-5B46-C6B5-F7A3-80545CD733E9}"/>
          </ac:grpSpMkLst>
        </pc:grpChg>
        <pc:grpChg chg="mod">
          <ac:chgData name="Robert de Groote" userId="2ce5265b-80a0-4fb8-a62a-8035e9b0c45a" providerId="ADAL" clId="{26C0FC0F-787E-4AFE-AA9A-4E52AC6E2AD8}" dt="2025-09-19T13:01:22.824" v="25990" actId="164"/>
          <ac:grpSpMkLst>
            <pc:docMk/>
            <pc:sldMk cId="3863058989" sldId="327"/>
            <ac:grpSpMk id="172" creationId="{7019BAE1-C672-BA56-EAAE-DACB3F7F62ED}"/>
          </ac:grpSpMkLst>
        </pc:grpChg>
        <pc:grpChg chg="mod">
          <ac:chgData name="Robert de Groote" userId="2ce5265b-80a0-4fb8-a62a-8035e9b0c45a" providerId="ADAL" clId="{26C0FC0F-787E-4AFE-AA9A-4E52AC6E2AD8}" dt="2025-09-19T13:01:22.824" v="25990" actId="164"/>
          <ac:grpSpMkLst>
            <pc:docMk/>
            <pc:sldMk cId="3863058989" sldId="327"/>
            <ac:grpSpMk id="173" creationId="{B16D722F-E9A1-0C9B-71A7-3C2E45914A6B}"/>
          </ac:grpSpMkLst>
        </pc:grpChg>
      </pc:sldChg>
      <pc:sldChg chg="modSp add mod">
        <pc:chgData name="Robert de Groote" userId="2ce5265b-80a0-4fb8-a62a-8035e9b0c45a" providerId="ADAL" clId="{26C0FC0F-787E-4AFE-AA9A-4E52AC6E2AD8}" dt="2025-09-21T09:42:09.757" v="26546" actId="20577"/>
        <pc:sldMkLst>
          <pc:docMk/>
          <pc:sldMk cId="522602980" sldId="328"/>
        </pc:sldMkLst>
        <pc:spChg chg="mod">
          <ac:chgData name="Robert de Groote" userId="2ce5265b-80a0-4fb8-a62a-8035e9b0c45a" providerId="ADAL" clId="{26C0FC0F-787E-4AFE-AA9A-4E52AC6E2AD8}" dt="2025-09-21T09:42:09.757" v="26546" actId="20577"/>
          <ac:spMkLst>
            <pc:docMk/>
            <pc:sldMk cId="522602980" sldId="328"/>
            <ac:spMk id="3" creationId="{0203F406-E1F5-23AF-54B2-3F339F00D5E0}"/>
          </ac:spMkLst>
        </pc:spChg>
      </pc:sldChg>
      <pc:sldChg chg="addSp delSp modSp add mod">
        <pc:chgData name="Robert de Groote" userId="2ce5265b-80a0-4fb8-a62a-8035e9b0c45a" providerId="ADAL" clId="{26C0FC0F-787E-4AFE-AA9A-4E52AC6E2AD8}" dt="2025-09-21T12:25:33.376" v="34579" actId="478"/>
        <pc:sldMkLst>
          <pc:docMk/>
          <pc:sldMk cId="4007336711" sldId="329"/>
        </pc:sldMkLst>
        <pc:spChg chg="mod">
          <ac:chgData name="Robert de Groote" userId="2ce5265b-80a0-4fb8-a62a-8035e9b0c45a" providerId="ADAL" clId="{26C0FC0F-787E-4AFE-AA9A-4E52AC6E2AD8}" dt="2025-09-21T10:00:14.220" v="29362" actId="20577"/>
          <ac:spMkLst>
            <pc:docMk/>
            <pc:sldMk cId="4007336711" sldId="329"/>
            <ac:spMk id="3" creationId="{98564FF3-404E-D0CC-574F-1C87ABBE12D9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4" creationId="{746B4D37-2A34-442A-1C48-614BAB2896A6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5" creationId="{02E92CE1-6E83-41DD-DC90-3376E475086C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6" creationId="{0270906B-7797-4042-BBFF-6046C8705318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7" creationId="{D695C8C6-5002-AB24-E7A2-7959161A5BD7}"/>
          </ac:spMkLst>
        </pc:spChg>
        <pc:spChg chg="del">
          <ac:chgData name="Robert de Groote" userId="2ce5265b-80a0-4fb8-a62a-8035e9b0c45a" providerId="ADAL" clId="{26C0FC0F-787E-4AFE-AA9A-4E52AC6E2AD8}" dt="2025-09-21T09:43:18.788" v="26549" actId="478"/>
          <ac:spMkLst>
            <pc:docMk/>
            <pc:sldMk cId="4007336711" sldId="329"/>
            <ac:spMk id="8" creationId="{9F7A4A86-35B1-61D2-6EFC-1CB104F9A03A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10" creationId="{625DD5AE-F1BC-CB5E-1B8F-E389D1CFCCCB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11" creationId="{AECCE226-CCDA-7B6D-6736-EFA27A22F00E}"/>
          </ac:spMkLst>
        </pc:spChg>
        <pc:spChg chg="del">
          <ac:chgData name="Robert de Groote" userId="2ce5265b-80a0-4fb8-a62a-8035e9b0c45a" providerId="ADAL" clId="{26C0FC0F-787E-4AFE-AA9A-4E52AC6E2AD8}" dt="2025-09-21T09:43:22.152" v="26550" actId="478"/>
          <ac:spMkLst>
            <pc:docMk/>
            <pc:sldMk cId="4007336711" sldId="329"/>
            <ac:spMk id="12" creationId="{95074239-F4C0-4841-F96D-3DD3E2228EED}"/>
          </ac:spMkLst>
        </pc:spChg>
        <pc:spChg chg="add mod">
          <ac:chgData name="Robert de Groote" userId="2ce5265b-80a0-4fb8-a62a-8035e9b0c45a" providerId="ADAL" clId="{26C0FC0F-787E-4AFE-AA9A-4E52AC6E2AD8}" dt="2025-09-21T09:49:25.382" v="27069" actId="164"/>
          <ac:spMkLst>
            <pc:docMk/>
            <pc:sldMk cId="4007336711" sldId="329"/>
            <ac:spMk id="15" creationId="{63A499D7-3CCF-D4CF-1CA7-3365D6A63B4C}"/>
          </ac:spMkLst>
        </pc:spChg>
        <pc:spChg chg="add mod">
          <ac:chgData name="Robert de Groote" userId="2ce5265b-80a0-4fb8-a62a-8035e9b0c45a" providerId="ADAL" clId="{26C0FC0F-787E-4AFE-AA9A-4E52AC6E2AD8}" dt="2025-09-21T09:47:14.176" v="27016"/>
          <ac:spMkLst>
            <pc:docMk/>
            <pc:sldMk cId="4007336711" sldId="329"/>
            <ac:spMk id="16" creationId="{B8F3C700-E696-4308-D822-A5981893EC92}"/>
          </ac:spMkLst>
        </pc:spChg>
        <pc:spChg chg="add mod">
          <ac:chgData name="Robert de Groote" userId="2ce5265b-80a0-4fb8-a62a-8035e9b0c45a" providerId="ADAL" clId="{26C0FC0F-787E-4AFE-AA9A-4E52AC6E2AD8}" dt="2025-09-21T09:47:02.664" v="26931"/>
          <ac:spMkLst>
            <pc:docMk/>
            <pc:sldMk cId="4007336711" sldId="329"/>
            <ac:spMk id="17" creationId="{899E136A-8540-0844-3B5F-269229AD5A80}"/>
          </ac:spMkLst>
        </pc:spChg>
        <pc:spChg chg="add mod">
          <ac:chgData name="Robert de Groote" userId="2ce5265b-80a0-4fb8-a62a-8035e9b0c45a" providerId="ADAL" clId="{26C0FC0F-787E-4AFE-AA9A-4E52AC6E2AD8}" dt="2025-09-21T09:46:44.299" v="26681"/>
          <ac:spMkLst>
            <pc:docMk/>
            <pc:sldMk cId="4007336711" sldId="329"/>
            <ac:spMk id="18" creationId="{E038888E-259C-1CE1-74CF-DBC683CDF6BA}"/>
          </ac:spMkLst>
        </pc:spChg>
        <pc:spChg chg="add mod">
          <ac:chgData name="Robert de Groote" userId="2ce5265b-80a0-4fb8-a62a-8035e9b0c45a" providerId="ADAL" clId="{26C0FC0F-787E-4AFE-AA9A-4E52AC6E2AD8}" dt="2025-09-21T09:46:44.299" v="26681"/>
          <ac:spMkLst>
            <pc:docMk/>
            <pc:sldMk cId="4007336711" sldId="329"/>
            <ac:spMk id="19" creationId="{76AD1469-29B7-4ED1-1263-E808E80896F6}"/>
          </ac:spMkLst>
        </pc:spChg>
        <pc:spChg chg="add mod">
          <ac:chgData name="Robert de Groote" userId="2ce5265b-80a0-4fb8-a62a-8035e9b0c45a" providerId="ADAL" clId="{26C0FC0F-787E-4AFE-AA9A-4E52AC6E2AD8}" dt="2025-09-21T09:46:47.614" v="26723"/>
          <ac:spMkLst>
            <pc:docMk/>
            <pc:sldMk cId="4007336711" sldId="329"/>
            <ac:spMk id="20" creationId="{8D490130-8C0C-C415-39F6-9C65B1E620C4}"/>
          </ac:spMkLst>
        </pc:spChg>
        <pc:spChg chg="add mod">
          <ac:chgData name="Robert de Groote" userId="2ce5265b-80a0-4fb8-a62a-8035e9b0c45a" providerId="ADAL" clId="{26C0FC0F-787E-4AFE-AA9A-4E52AC6E2AD8}" dt="2025-09-21T09:46:47.614" v="26723"/>
          <ac:spMkLst>
            <pc:docMk/>
            <pc:sldMk cId="4007336711" sldId="329"/>
            <ac:spMk id="21" creationId="{62C60827-9247-113B-A3C0-85F214258EA2}"/>
          </ac:spMkLst>
        </pc:spChg>
        <pc:spChg chg="add mod">
          <ac:chgData name="Robert de Groote" userId="2ce5265b-80a0-4fb8-a62a-8035e9b0c45a" providerId="ADAL" clId="{26C0FC0F-787E-4AFE-AA9A-4E52AC6E2AD8}" dt="2025-09-21T09:47:02.664" v="26931"/>
          <ac:spMkLst>
            <pc:docMk/>
            <pc:sldMk cId="4007336711" sldId="329"/>
            <ac:spMk id="22" creationId="{053A8751-BC7D-F38A-76D2-684FB8F79C59}"/>
          </ac:spMkLst>
        </pc:spChg>
        <pc:spChg chg="add del mod">
          <ac:chgData name="Robert de Groote" userId="2ce5265b-80a0-4fb8-a62a-8035e9b0c45a" providerId="ADAL" clId="{26C0FC0F-787E-4AFE-AA9A-4E52AC6E2AD8}" dt="2025-09-21T09:44:33.907" v="26629" actId="478"/>
          <ac:spMkLst>
            <pc:docMk/>
            <pc:sldMk cId="4007336711" sldId="329"/>
            <ac:spMk id="23" creationId="{2212DB26-398F-2C50-C278-EF33F7C7E348}"/>
          </ac:spMkLst>
        </pc:spChg>
        <pc:spChg chg="add mod">
          <ac:chgData name="Robert de Groote" userId="2ce5265b-80a0-4fb8-a62a-8035e9b0c45a" providerId="ADAL" clId="{26C0FC0F-787E-4AFE-AA9A-4E52AC6E2AD8}" dt="2025-09-21T09:47:14.176" v="27016"/>
          <ac:spMkLst>
            <pc:docMk/>
            <pc:sldMk cId="4007336711" sldId="329"/>
            <ac:spMk id="24" creationId="{C8AC28B2-E06F-F74D-B7EE-54816E60169B}"/>
          </ac:spMkLst>
        </pc:spChg>
        <pc:spChg chg="add mod">
          <ac:chgData name="Robert de Groote" userId="2ce5265b-80a0-4fb8-a62a-8035e9b0c45a" providerId="ADAL" clId="{26C0FC0F-787E-4AFE-AA9A-4E52AC6E2AD8}" dt="2025-09-21T09:47:06.025" v="26973"/>
          <ac:spMkLst>
            <pc:docMk/>
            <pc:sldMk cId="4007336711" sldId="329"/>
            <ac:spMk id="25" creationId="{51E8B546-E861-7AA6-5AE4-B4E0AFCF75D7}"/>
          </ac:spMkLst>
        </pc:spChg>
        <pc:spChg chg="add mod">
          <ac:chgData name="Robert de Groote" userId="2ce5265b-80a0-4fb8-a62a-8035e9b0c45a" providerId="ADAL" clId="{26C0FC0F-787E-4AFE-AA9A-4E52AC6E2AD8}" dt="2025-09-21T09:46:50.433" v="26765"/>
          <ac:spMkLst>
            <pc:docMk/>
            <pc:sldMk cId="4007336711" sldId="329"/>
            <ac:spMk id="26" creationId="{661374D0-6A0E-90DE-C187-988451CB8C09}"/>
          </ac:spMkLst>
        </pc:spChg>
        <pc:spChg chg="add mod">
          <ac:chgData name="Robert de Groote" userId="2ce5265b-80a0-4fb8-a62a-8035e9b0c45a" providerId="ADAL" clId="{26C0FC0F-787E-4AFE-AA9A-4E52AC6E2AD8}" dt="2025-09-21T09:46:50.433" v="26765"/>
          <ac:spMkLst>
            <pc:docMk/>
            <pc:sldMk cId="4007336711" sldId="329"/>
            <ac:spMk id="27" creationId="{BC576486-FCAE-1FBD-4B88-5184F9818F92}"/>
          </ac:spMkLst>
        </pc:spChg>
        <pc:spChg chg="add mod">
          <ac:chgData name="Robert de Groote" userId="2ce5265b-80a0-4fb8-a62a-8035e9b0c45a" providerId="ADAL" clId="{26C0FC0F-787E-4AFE-AA9A-4E52AC6E2AD8}" dt="2025-09-21T09:46:53.239" v="26887"/>
          <ac:spMkLst>
            <pc:docMk/>
            <pc:sldMk cId="4007336711" sldId="329"/>
            <ac:spMk id="28" creationId="{236B120D-30B2-A09B-FCB2-D05CE63AD194}"/>
          </ac:spMkLst>
        </pc:spChg>
        <pc:spChg chg="add mod">
          <ac:chgData name="Robert de Groote" userId="2ce5265b-80a0-4fb8-a62a-8035e9b0c45a" providerId="ADAL" clId="{26C0FC0F-787E-4AFE-AA9A-4E52AC6E2AD8}" dt="2025-09-21T09:46:53.239" v="26887"/>
          <ac:spMkLst>
            <pc:docMk/>
            <pc:sldMk cId="4007336711" sldId="329"/>
            <ac:spMk id="29" creationId="{99A80C73-E1DF-503F-A2EA-569E120ED065}"/>
          </ac:spMkLst>
        </pc:spChg>
        <pc:spChg chg="add mod ord">
          <ac:chgData name="Robert de Groote" userId="2ce5265b-80a0-4fb8-a62a-8035e9b0c45a" providerId="ADAL" clId="{26C0FC0F-787E-4AFE-AA9A-4E52AC6E2AD8}" dt="2025-09-21T09:47:06.025" v="26973"/>
          <ac:spMkLst>
            <pc:docMk/>
            <pc:sldMk cId="4007336711" sldId="329"/>
            <ac:spMk id="30" creationId="{7920A8FD-4F67-5D27-4898-E179E19EC3F1}"/>
          </ac:spMkLst>
        </pc:spChg>
        <pc:spChg chg="mod">
          <ac:chgData name="Robert de Groote" userId="2ce5265b-80a0-4fb8-a62a-8035e9b0c45a" providerId="ADAL" clId="{26C0FC0F-787E-4AFE-AA9A-4E52AC6E2AD8}" dt="2025-09-21T09:46:44.162" v="26651"/>
          <ac:spMkLst>
            <pc:docMk/>
            <pc:sldMk cId="4007336711" sldId="329"/>
            <ac:spMk id="36" creationId="{B0564543-4C48-7EB7-6D18-4C8F451E3F09}"/>
          </ac:spMkLst>
        </pc:spChg>
        <pc:spChg chg="mod">
          <ac:chgData name="Robert de Groote" userId="2ce5265b-80a0-4fb8-a62a-8035e9b0c45a" providerId="ADAL" clId="{26C0FC0F-787E-4AFE-AA9A-4E52AC6E2AD8}" dt="2025-09-21T09:46:44.162" v="26651"/>
          <ac:spMkLst>
            <pc:docMk/>
            <pc:sldMk cId="4007336711" sldId="329"/>
            <ac:spMk id="37" creationId="{1481EA4B-D58E-F336-59E4-7292F2604EBD}"/>
          </ac:spMkLst>
        </pc:spChg>
        <pc:spChg chg="add del mod">
          <ac:chgData name="Robert de Groote" userId="2ce5265b-80a0-4fb8-a62a-8035e9b0c45a" providerId="ADAL" clId="{26C0FC0F-787E-4AFE-AA9A-4E52AC6E2AD8}" dt="2025-09-21T09:46:44.313" v="26687"/>
          <ac:spMkLst>
            <pc:docMk/>
            <pc:sldMk cId="4007336711" sldId="329"/>
            <ac:spMk id="38" creationId="{B4629C68-69D8-8F3E-F25A-2CAD26EA2D87}"/>
          </ac:spMkLst>
        </pc:spChg>
        <pc:spChg chg="add del mod">
          <ac:chgData name="Robert de Groote" userId="2ce5265b-80a0-4fb8-a62a-8035e9b0c45a" providerId="ADAL" clId="{26C0FC0F-787E-4AFE-AA9A-4E52AC6E2AD8}" dt="2025-09-21T09:46:44.250" v="26666"/>
          <ac:spMkLst>
            <pc:docMk/>
            <pc:sldMk cId="4007336711" sldId="329"/>
            <ac:spMk id="39" creationId="{792FD6C7-6535-C02A-6A88-5B0E425A54DF}"/>
          </ac:spMkLst>
        </pc:spChg>
        <pc:spChg chg="add del mod">
          <ac:chgData name="Robert de Groote" userId="2ce5265b-80a0-4fb8-a62a-8035e9b0c45a" providerId="ADAL" clId="{26C0FC0F-787E-4AFE-AA9A-4E52AC6E2AD8}" dt="2025-09-21T09:46:44.281" v="26675"/>
          <ac:spMkLst>
            <pc:docMk/>
            <pc:sldMk cId="4007336711" sldId="329"/>
            <ac:spMk id="40" creationId="{38BA1545-5AE9-F666-072E-50C4D5C14622}"/>
          </ac:spMkLst>
        </pc:spChg>
        <pc:spChg chg="mod">
          <ac:chgData name="Robert de Groote" userId="2ce5265b-80a0-4fb8-a62a-8035e9b0c45a" providerId="ADAL" clId="{26C0FC0F-787E-4AFE-AA9A-4E52AC6E2AD8}" dt="2025-09-21T09:46:47.550" v="26693"/>
          <ac:spMkLst>
            <pc:docMk/>
            <pc:sldMk cId="4007336711" sldId="329"/>
            <ac:spMk id="44" creationId="{E2D0FBB0-152F-DBC4-5D5B-4516A8857C36}"/>
          </ac:spMkLst>
        </pc:spChg>
        <pc:spChg chg="mod">
          <ac:chgData name="Robert de Groote" userId="2ce5265b-80a0-4fb8-a62a-8035e9b0c45a" providerId="ADAL" clId="{26C0FC0F-787E-4AFE-AA9A-4E52AC6E2AD8}" dt="2025-09-21T09:46:47.550" v="26693"/>
          <ac:spMkLst>
            <pc:docMk/>
            <pc:sldMk cId="4007336711" sldId="329"/>
            <ac:spMk id="45" creationId="{6083F28D-48E8-8CC8-A39E-4B63B7EF7B30}"/>
          </ac:spMkLst>
        </pc:spChg>
        <pc:spChg chg="add del mod">
          <ac:chgData name="Robert de Groote" userId="2ce5265b-80a0-4fb8-a62a-8035e9b0c45a" providerId="ADAL" clId="{26C0FC0F-787E-4AFE-AA9A-4E52AC6E2AD8}" dt="2025-09-21T09:46:47.617" v="26729"/>
          <ac:spMkLst>
            <pc:docMk/>
            <pc:sldMk cId="4007336711" sldId="329"/>
            <ac:spMk id="50" creationId="{B795384A-0486-C520-AF9A-E09D4679EBF7}"/>
          </ac:spMkLst>
        </pc:spChg>
        <pc:spChg chg="add del mod">
          <ac:chgData name="Robert de Groote" userId="2ce5265b-80a0-4fb8-a62a-8035e9b0c45a" providerId="ADAL" clId="{26C0FC0F-787E-4AFE-AA9A-4E52AC6E2AD8}" dt="2025-09-21T09:46:47.565" v="26708"/>
          <ac:spMkLst>
            <pc:docMk/>
            <pc:sldMk cId="4007336711" sldId="329"/>
            <ac:spMk id="51" creationId="{D3A19B18-7059-CBC1-2636-7CDB73162F2E}"/>
          </ac:spMkLst>
        </pc:spChg>
        <pc:spChg chg="add del mod">
          <ac:chgData name="Robert de Groote" userId="2ce5265b-80a0-4fb8-a62a-8035e9b0c45a" providerId="ADAL" clId="{26C0FC0F-787E-4AFE-AA9A-4E52AC6E2AD8}" dt="2025-09-21T09:46:47.585" v="26717"/>
          <ac:spMkLst>
            <pc:docMk/>
            <pc:sldMk cId="4007336711" sldId="329"/>
            <ac:spMk id="52" creationId="{6F350DBA-6396-1F82-2D16-F9204ACE56C1}"/>
          </ac:spMkLst>
        </pc:spChg>
        <pc:spChg chg="mod">
          <ac:chgData name="Robert de Groote" userId="2ce5265b-80a0-4fb8-a62a-8035e9b0c45a" providerId="ADAL" clId="{26C0FC0F-787E-4AFE-AA9A-4E52AC6E2AD8}" dt="2025-09-21T09:46:50.353" v="26735"/>
          <ac:spMkLst>
            <pc:docMk/>
            <pc:sldMk cId="4007336711" sldId="329"/>
            <ac:spMk id="54" creationId="{D402B8CF-AEEF-4770-7838-505C980F22A6}"/>
          </ac:spMkLst>
        </pc:spChg>
        <pc:spChg chg="mod">
          <ac:chgData name="Robert de Groote" userId="2ce5265b-80a0-4fb8-a62a-8035e9b0c45a" providerId="ADAL" clId="{26C0FC0F-787E-4AFE-AA9A-4E52AC6E2AD8}" dt="2025-09-21T09:46:50.353" v="26735"/>
          <ac:spMkLst>
            <pc:docMk/>
            <pc:sldMk cId="4007336711" sldId="329"/>
            <ac:spMk id="55" creationId="{D467C228-A384-2D3B-26C7-C58A07B519ED}"/>
          </ac:spMkLst>
        </pc:spChg>
        <pc:spChg chg="add del mod">
          <ac:chgData name="Robert de Groote" userId="2ce5265b-80a0-4fb8-a62a-8035e9b0c45a" providerId="ADAL" clId="{26C0FC0F-787E-4AFE-AA9A-4E52AC6E2AD8}" dt="2025-09-21T09:46:50.433" v="26771"/>
          <ac:spMkLst>
            <pc:docMk/>
            <pc:sldMk cId="4007336711" sldId="329"/>
            <ac:spMk id="56" creationId="{37F01E43-47D8-1B02-8550-0D1D5AE59DCE}"/>
          </ac:spMkLst>
        </pc:spChg>
        <pc:spChg chg="add del mod">
          <ac:chgData name="Robert de Groote" userId="2ce5265b-80a0-4fb8-a62a-8035e9b0c45a" providerId="ADAL" clId="{26C0FC0F-787E-4AFE-AA9A-4E52AC6E2AD8}" dt="2025-09-21T09:46:50.369" v="26750"/>
          <ac:spMkLst>
            <pc:docMk/>
            <pc:sldMk cId="4007336711" sldId="329"/>
            <ac:spMk id="57" creationId="{942C5239-34E3-87B4-35D1-DC6B823A3C42}"/>
          </ac:spMkLst>
        </pc:spChg>
        <pc:spChg chg="add del mod">
          <ac:chgData name="Robert de Groote" userId="2ce5265b-80a0-4fb8-a62a-8035e9b0c45a" providerId="ADAL" clId="{26C0FC0F-787E-4AFE-AA9A-4E52AC6E2AD8}" dt="2025-09-21T09:46:50.386" v="26759"/>
          <ac:spMkLst>
            <pc:docMk/>
            <pc:sldMk cId="4007336711" sldId="329"/>
            <ac:spMk id="58" creationId="{346C3B5B-2011-18E3-B390-FA443FD4DFF2}"/>
          </ac:spMkLst>
        </pc:spChg>
        <pc:spChg chg="mod">
          <ac:chgData name="Robert de Groote" userId="2ce5265b-80a0-4fb8-a62a-8035e9b0c45a" providerId="ADAL" clId="{26C0FC0F-787E-4AFE-AA9A-4E52AC6E2AD8}" dt="2025-09-21T09:46:52.530" v="26772"/>
          <ac:spMkLst>
            <pc:docMk/>
            <pc:sldMk cId="4007336711" sldId="329"/>
            <ac:spMk id="60" creationId="{65C3828A-682D-75FD-E1BA-D24FEA1B7426}"/>
          </ac:spMkLst>
        </pc:spChg>
        <pc:spChg chg="mod">
          <ac:chgData name="Robert de Groote" userId="2ce5265b-80a0-4fb8-a62a-8035e9b0c45a" providerId="ADAL" clId="{26C0FC0F-787E-4AFE-AA9A-4E52AC6E2AD8}" dt="2025-09-21T09:46:52.530" v="26772"/>
          <ac:spMkLst>
            <pc:docMk/>
            <pc:sldMk cId="4007336711" sldId="329"/>
            <ac:spMk id="61" creationId="{ADAAA202-8EEC-CB3B-A9BB-C3C400BB56ED}"/>
          </ac:spMkLst>
        </pc:spChg>
        <pc:spChg chg="add del mod ord">
          <ac:chgData name="Robert de Groote" userId="2ce5265b-80a0-4fb8-a62a-8035e9b0c45a" providerId="ADAL" clId="{26C0FC0F-787E-4AFE-AA9A-4E52AC6E2AD8}" dt="2025-09-21T09:46:52.577" v="26805"/>
          <ac:spMkLst>
            <pc:docMk/>
            <pc:sldMk cId="4007336711" sldId="329"/>
            <ac:spMk id="62" creationId="{C94DD90F-20FD-0A78-D2A0-661DC494F1FD}"/>
          </ac:spMkLst>
        </pc:spChg>
        <pc:spChg chg="add del mod">
          <ac:chgData name="Robert de Groote" userId="2ce5265b-80a0-4fb8-a62a-8035e9b0c45a" providerId="ADAL" clId="{26C0FC0F-787E-4AFE-AA9A-4E52AC6E2AD8}" dt="2025-09-21T09:46:52.545" v="26781"/>
          <ac:spMkLst>
            <pc:docMk/>
            <pc:sldMk cId="4007336711" sldId="329"/>
            <ac:spMk id="63" creationId="{F006C505-940D-CF61-A0B0-FE736C6F9FAC}"/>
          </ac:spMkLst>
        </pc:spChg>
        <pc:spChg chg="mod">
          <ac:chgData name="Robert de Groote" userId="2ce5265b-80a0-4fb8-a62a-8035e9b0c45a" providerId="ADAL" clId="{26C0FC0F-787E-4AFE-AA9A-4E52AC6E2AD8}" dt="2025-09-21T09:46:52.592" v="26806"/>
          <ac:spMkLst>
            <pc:docMk/>
            <pc:sldMk cId="4007336711" sldId="329"/>
            <ac:spMk id="65" creationId="{F1527349-73C7-055C-AFD0-37FB80A0D779}"/>
          </ac:spMkLst>
        </pc:spChg>
        <pc:spChg chg="mod">
          <ac:chgData name="Robert de Groote" userId="2ce5265b-80a0-4fb8-a62a-8035e9b0c45a" providerId="ADAL" clId="{26C0FC0F-787E-4AFE-AA9A-4E52AC6E2AD8}" dt="2025-09-21T09:46:52.592" v="26806"/>
          <ac:spMkLst>
            <pc:docMk/>
            <pc:sldMk cId="4007336711" sldId="329"/>
            <ac:spMk id="66" creationId="{612CFCF0-13D7-5093-9C3D-494EBDE3C416}"/>
          </ac:spMkLst>
        </pc:spChg>
        <pc:spChg chg="add del mod ord">
          <ac:chgData name="Robert de Groote" userId="2ce5265b-80a0-4fb8-a62a-8035e9b0c45a" providerId="ADAL" clId="{26C0FC0F-787E-4AFE-AA9A-4E52AC6E2AD8}" dt="2025-09-21T09:46:52.608" v="26839"/>
          <ac:spMkLst>
            <pc:docMk/>
            <pc:sldMk cId="4007336711" sldId="329"/>
            <ac:spMk id="67" creationId="{067AEC3A-71F9-475E-F16C-9CF8610DA163}"/>
          </ac:spMkLst>
        </pc:spChg>
        <pc:spChg chg="add del mod">
          <ac:chgData name="Robert de Groote" userId="2ce5265b-80a0-4fb8-a62a-8035e9b0c45a" providerId="ADAL" clId="{26C0FC0F-787E-4AFE-AA9A-4E52AC6E2AD8}" dt="2025-09-21T09:46:52.592" v="26815"/>
          <ac:spMkLst>
            <pc:docMk/>
            <pc:sldMk cId="4007336711" sldId="329"/>
            <ac:spMk id="68" creationId="{7F510D5B-1D6D-78CC-D649-223907349AB7}"/>
          </ac:spMkLst>
        </pc:spChg>
        <pc:spChg chg="mod">
          <ac:chgData name="Robert de Groote" userId="2ce5265b-80a0-4fb8-a62a-8035e9b0c45a" providerId="ADAL" clId="{26C0FC0F-787E-4AFE-AA9A-4E52AC6E2AD8}" dt="2025-09-21T09:46:53.159" v="26857"/>
          <ac:spMkLst>
            <pc:docMk/>
            <pc:sldMk cId="4007336711" sldId="329"/>
            <ac:spMk id="70" creationId="{B713FEDA-D43D-93A0-BAF0-15488BC1F7B9}"/>
          </ac:spMkLst>
        </pc:spChg>
        <pc:spChg chg="mod">
          <ac:chgData name="Robert de Groote" userId="2ce5265b-80a0-4fb8-a62a-8035e9b0c45a" providerId="ADAL" clId="{26C0FC0F-787E-4AFE-AA9A-4E52AC6E2AD8}" dt="2025-09-21T09:46:53.159" v="26857"/>
          <ac:spMkLst>
            <pc:docMk/>
            <pc:sldMk cId="4007336711" sldId="329"/>
            <ac:spMk id="71" creationId="{6CBEB650-44B3-5E4F-8B2E-61E6F6DF4F32}"/>
          </ac:spMkLst>
        </pc:spChg>
        <pc:spChg chg="add del mod">
          <ac:chgData name="Robert de Groote" userId="2ce5265b-80a0-4fb8-a62a-8035e9b0c45a" providerId="ADAL" clId="{26C0FC0F-787E-4AFE-AA9A-4E52AC6E2AD8}" dt="2025-09-21T09:46:53.243" v="26893"/>
          <ac:spMkLst>
            <pc:docMk/>
            <pc:sldMk cId="4007336711" sldId="329"/>
            <ac:spMk id="72" creationId="{42FF31FB-E5AD-F5A6-890F-D0A4C62645DF}"/>
          </ac:spMkLst>
        </pc:spChg>
        <pc:spChg chg="add del mod">
          <ac:chgData name="Robert de Groote" userId="2ce5265b-80a0-4fb8-a62a-8035e9b0c45a" providerId="ADAL" clId="{26C0FC0F-787E-4AFE-AA9A-4E52AC6E2AD8}" dt="2025-09-21T09:46:53.175" v="26872"/>
          <ac:spMkLst>
            <pc:docMk/>
            <pc:sldMk cId="4007336711" sldId="329"/>
            <ac:spMk id="73" creationId="{308C340B-0680-F270-39D2-93AA04459687}"/>
          </ac:spMkLst>
        </pc:spChg>
        <pc:spChg chg="add del mod">
          <ac:chgData name="Robert de Groote" userId="2ce5265b-80a0-4fb8-a62a-8035e9b0c45a" providerId="ADAL" clId="{26C0FC0F-787E-4AFE-AA9A-4E52AC6E2AD8}" dt="2025-09-21T09:46:53.207" v="26881"/>
          <ac:spMkLst>
            <pc:docMk/>
            <pc:sldMk cId="4007336711" sldId="329"/>
            <ac:spMk id="74" creationId="{4F187D17-1645-EC76-4C76-5023B6AE662C}"/>
          </ac:spMkLst>
        </pc:spChg>
        <pc:spChg chg="mod">
          <ac:chgData name="Robert de Groote" userId="2ce5265b-80a0-4fb8-a62a-8035e9b0c45a" providerId="ADAL" clId="{26C0FC0F-787E-4AFE-AA9A-4E52AC6E2AD8}" dt="2025-09-21T09:47:02.586" v="26901"/>
          <ac:spMkLst>
            <pc:docMk/>
            <pc:sldMk cId="4007336711" sldId="329"/>
            <ac:spMk id="78" creationId="{59519459-C2E4-16D2-CA36-D909EB4769B4}"/>
          </ac:spMkLst>
        </pc:spChg>
        <pc:spChg chg="mod">
          <ac:chgData name="Robert de Groote" userId="2ce5265b-80a0-4fb8-a62a-8035e9b0c45a" providerId="ADAL" clId="{26C0FC0F-787E-4AFE-AA9A-4E52AC6E2AD8}" dt="2025-09-21T09:47:02.586" v="26901"/>
          <ac:spMkLst>
            <pc:docMk/>
            <pc:sldMk cId="4007336711" sldId="329"/>
            <ac:spMk id="79" creationId="{912FF309-DE98-E234-64D5-60AC50730CE1}"/>
          </ac:spMkLst>
        </pc:spChg>
        <pc:spChg chg="add del mod">
          <ac:chgData name="Robert de Groote" userId="2ce5265b-80a0-4fb8-a62a-8035e9b0c45a" providerId="ADAL" clId="{26C0FC0F-787E-4AFE-AA9A-4E52AC6E2AD8}" dt="2025-09-21T09:47:02.664" v="26937"/>
          <ac:spMkLst>
            <pc:docMk/>
            <pc:sldMk cId="4007336711" sldId="329"/>
            <ac:spMk id="80" creationId="{C6A9C10E-AA49-BC72-0AD7-846AEEF01736}"/>
          </ac:spMkLst>
        </pc:spChg>
        <pc:spChg chg="add del mod">
          <ac:chgData name="Robert de Groote" userId="2ce5265b-80a0-4fb8-a62a-8035e9b0c45a" providerId="ADAL" clId="{26C0FC0F-787E-4AFE-AA9A-4E52AC6E2AD8}" dt="2025-09-21T09:47:02.599" v="26916"/>
          <ac:spMkLst>
            <pc:docMk/>
            <pc:sldMk cId="4007336711" sldId="329"/>
            <ac:spMk id="81" creationId="{56471597-9FC3-13D8-571C-F0DD45AC551E}"/>
          </ac:spMkLst>
        </pc:spChg>
        <pc:spChg chg="add del mod">
          <ac:chgData name="Robert de Groote" userId="2ce5265b-80a0-4fb8-a62a-8035e9b0c45a" providerId="ADAL" clId="{26C0FC0F-787E-4AFE-AA9A-4E52AC6E2AD8}" dt="2025-09-21T09:47:02.640" v="26925"/>
          <ac:spMkLst>
            <pc:docMk/>
            <pc:sldMk cId="4007336711" sldId="329"/>
            <ac:spMk id="82" creationId="{45F97732-AD8F-CC1B-EA6A-4E74A1F7BDD4}"/>
          </ac:spMkLst>
        </pc:spChg>
        <pc:spChg chg="mod">
          <ac:chgData name="Robert de Groote" userId="2ce5265b-80a0-4fb8-a62a-8035e9b0c45a" providerId="ADAL" clId="{26C0FC0F-787E-4AFE-AA9A-4E52AC6E2AD8}" dt="2025-09-21T09:47:05.930" v="26943"/>
          <ac:spMkLst>
            <pc:docMk/>
            <pc:sldMk cId="4007336711" sldId="329"/>
            <ac:spMk id="84" creationId="{BD0FBCF7-B76D-FF4A-78E1-9D5A4589B434}"/>
          </ac:spMkLst>
        </pc:spChg>
        <pc:spChg chg="mod">
          <ac:chgData name="Robert de Groote" userId="2ce5265b-80a0-4fb8-a62a-8035e9b0c45a" providerId="ADAL" clId="{26C0FC0F-787E-4AFE-AA9A-4E52AC6E2AD8}" dt="2025-09-21T09:47:05.930" v="26943"/>
          <ac:spMkLst>
            <pc:docMk/>
            <pc:sldMk cId="4007336711" sldId="329"/>
            <ac:spMk id="85" creationId="{5AC34C3D-A074-23FC-D3ED-B521C766E5EE}"/>
          </ac:spMkLst>
        </pc:spChg>
        <pc:spChg chg="add del mod">
          <ac:chgData name="Robert de Groote" userId="2ce5265b-80a0-4fb8-a62a-8035e9b0c45a" providerId="ADAL" clId="{26C0FC0F-787E-4AFE-AA9A-4E52AC6E2AD8}" dt="2025-09-21T09:47:06.025" v="26979"/>
          <ac:spMkLst>
            <pc:docMk/>
            <pc:sldMk cId="4007336711" sldId="329"/>
            <ac:spMk id="86" creationId="{B7B31FB2-7D3D-EABD-1320-AC6F57FC1F2B}"/>
          </ac:spMkLst>
        </pc:spChg>
        <pc:spChg chg="add del mod">
          <ac:chgData name="Robert de Groote" userId="2ce5265b-80a0-4fb8-a62a-8035e9b0c45a" providerId="ADAL" clId="{26C0FC0F-787E-4AFE-AA9A-4E52AC6E2AD8}" dt="2025-09-21T09:47:05.954" v="26958"/>
          <ac:spMkLst>
            <pc:docMk/>
            <pc:sldMk cId="4007336711" sldId="329"/>
            <ac:spMk id="87" creationId="{B255955B-B2DA-9C25-D395-53F73C46A0EF}"/>
          </ac:spMkLst>
        </pc:spChg>
        <pc:spChg chg="add del mod">
          <ac:chgData name="Robert de Groote" userId="2ce5265b-80a0-4fb8-a62a-8035e9b0c45a" providerId="ADAL" clId="{26C0FC0F-787E-4AFE-AA9A-4E52AC6E2AD8}" dt="2025-09-21T09:47:05.994" v="26967"/>
          <ac:spMkLst>
            <pc:docMk/>
            <pc:sldMk cId="4007336711" sldId="329"/>
            <ac:spMk id="88" creationId="{8641996F-18A9-09DC-5AD8-06910B4312CC}"/>
          </ac:spMkLst>
        </pc:spChg>
        <pc:spChg chg="mod">
          <ac:chgData name="Robert de Groote" userId="2ce5265b-80a0-4fb8-a62a-8035e9b0c45a" providerId="ADAL" clId="{26C0FC0F-787E-4AFE-AA9A-4E52AC6E2AD8}" dt="2025-09-21T09:47:14.119" v="26986"/>
          <ac:spMkLst>
            <pc:docMk/>
            <pc:sldMk cId="4007336711" sldId="329"/>
            <ac:spMk id="91" creationId="{3A48A97B-DD0C-4A6F-A1BC-F10538BD4D11}"/>
          </ac:spMkLst>
        </pc:spChg>
        <pc:spChg chg="mod">
          <ac:chgData name="Robert de Groote" userId="2ce5265b-80a0-4fb8-a62a-8035e9b0c45a" providerId="ADAL" clId="{26C0FC0F-787E-4AFE-AA9A-4E52AC6E2AD8}" dt="2025-09-21T09:47:14.119" v="26986"/>
          <ac:spMkLst>
            <pc:docMk/>
            <pc:sldMk cId="4007336711" sldId="329"/>
            <ac:spMk id="92" creationId="{2DC979D7-C77A-DAA9-57E9-C4DE92F724B1}"/>
          </ac:spMkLst>
        </pc:spChg>
        <pc:spChg chg="add del mod">
          <ac:chgData name="Robert de Groote" userId="2ce5265b-80a0-4fb8-a62a-8035e9b0c45a" providerId="ADAL" clId="{26C0FC0F-787E-4AFE-AA9A-4E52AC6E2AD8}" dt="2025-09-21T09:47:14.186" v="27022"/>
          <ac:spMkLst>
            <pc:docMk/>
            <pc:sldMk cId="4007336711" sldId="329"/>
            <ac:spMk id="93" creationId="{F1375697-219E-B70F-222C-F6C0277E72F8}"/>
          </ac:spMkLst>
        </pc:spChg>
        <pc:spChg chg="add del mod">
          <ac:chgData name="Robert de Groote" userId="2ce5265b-80a0-4fb8-a62a-8035e9b0c45a" providerId="ADAL" clId="{26C0FC0F-787E-4AFE-AA9A-4E52AC6E2AD8}" dt="2025-09-21T09:47:14.119" v="27001"/>
          <ac:spMkLst>
            <pc:docMk/>
            <pc:sldMk cId="4007336711" sldId="329"/>
            <ac:spMk id="94" creationId="{D47E772A-D414-AFC3-8B20-2B82EE40A585}"/>
          </ac:spMkLst>
        </pc:spChg>
        <pc:spChg chg="add del mod">
          <ac:chgData name="Robert de Groote" userId="2ce5265b-80a0-4fb8-a62a-8035e9b0c45a" providerId="ADAL" clId="{26C0FC0F-787E-4AFE-AA9A-4E52AC6E2AD8}" dt="2025-09-21T09:47:14.151" v="27010"/>
          <ac:spMkLst>
            <pc:docMk/>
            <pc:sldMk cId="4007336711" sldId="329"/>
            <ac:spMk id="95" creationId="{CD386D5E-BE69-6E68-BB70-7ABA5B23FFE8}"/>
          </ac:spMkLst>
        </pc:spChg>
        <pc:spChg chg="mod topLvl">
          <ac:chgData name="Robert de Groote" userId="2ce5265b-80a0-4fb8-a62a-8035e9b0c45a" providerId="ADAL" clId="{26C0FC0F-787E-4AFE-AA9A-4E52AC6E2AD8}" dt="2025-09-21T09:56:25.379" v="27879"/>
          <ac:spMkLst>
            <pc:docMk/>
            <pc:sldMk cId="4007336711" sldId="329"/>
            <ac:spMk id="143" creationId="{BF22C4D9-B496-B219-90B7-F12EA8FD9C77}"/>
          </ac:spMkLst>
        </pc:spChg>
        <pc:spChg chg="mod topLvl">
          <ac:chgData name="Robert de Groote" userId="2ce5265b-80a0-4fb8-a62a-8035e9b0c45a" providerId="ADAL" clId="{26C0FC0F-787E-4AFE-AA9A-4E52AC6E2AD8}" dt="2025-09-21T09:56:40.510" v="28005"/>
          <ac:spMkLst>
            <pc:docMk/>
            <pc:sldMk cId="4007336711" sldId="329"/>
            <ac:spMk id="165" creationId="{253CFB56-6977-BB5B-5449-2D6E53261502}"/>
          </ac:spMkLst>
        </pc:spChg>
        <pc:spChg chg="mod topLvl">
          <ac:chgData name="Robert de Groote" userId="2ce5265b-80a0-4fb8-a62a-8035e9b0c45a" providerId="ADAL" clId="{26C0FC0F-787E-4AFE-AA9A-4E52AC6E2AD8}" dt="2025-09-21T09:56:45.221" v="28068"/>
          <ac:spMkLst>
            <pc:docMk/>
            <pc:sldMk cId="4007336711" sldId="329"/>
            <ac:spMk id="166" creationId="{4E75F165-45E4-208E-CB05-77B3451F74E6}"/>
          </ac:spMkLst>
        </pc:spChg>
        <pc:spChg chg="del">
          <ac:chgData name="Robert de Groote" userId="2ce5265b-80a0-4fb8-a62a-8035e9b0c45a" providerId="ADAL" clId="{26C0FC0F-787E-4AFE-AA9A-4E52AC6E2AD8}" dt="2025-09-21T09:58:10.488" v="28898" actId="478"/>
          <ac:spMkLst>
            <pc:docMk/>
            <pc:sldMk cId="4007336711" sldId="329"/>
            <ac:spMk id="167" creationId="{F598D91D-4C3A-36D0-EDA3-0C2EC54A5A45}"/>
          </ac:spMkLst>
        </pc:spChg>
        <pc:spChg chg="mod topLvl">
          <ac:chgData name="Robert de Groote" userId="2ce5265b-80a0-4fb8-a62a-8035e9b0c45a" providerId="ADAL" clId="{26C0FC0F-787E-4AFE-AA9A-4E52AC6E2AD8}" dt="2025-09-21T09:56:55.704" v="28194"/>
          <ac:spMkLst>
            <pc:docMk/>
            <pc:sldMk cId="4007336711" sldId="329"/>
            <ac:spMk id="168" creationId="{D0E527C7-ADD1-0F1C-6119-F509A636E8D6}"/>
          </ac:spMkLst>
        </pc:spChg>
        <pc:spChg chg="mod topLvl">
          <ac:chgData name="Robert de Groote" userId="2ce5265b-80a0-4fb8-a62a-8035e9b0c45a" providerId="ADAL" clId="{26C0FC0F-787E-4AFE-AA9A-4E52AC6E2AD8}" dt="2025-09-21T09:56:50.117" v="28131"/>
          <ac:spMkLst>
            <pc:docMk/>
            <pc:sldMk cId="4007336711" sldId="329"/>
            <ac:spMk id="169" creationId="{C9E73046-18AC-1DA9-DADA-0ECCD1BF38F6}"/>
          </ac:spMkLst>
        </pc:spChg>
        <pc:spChg chg="del mod topLvl">
          <ac:chgData name="Robert de Groote" userId="2ce5265b-80a0-4fb8-a62a-8035e9b0c45a" providerId="ADAL" clId="{26C0FC0F-787E-4AFE-AA9A-4E52AC6E2AD8}" dt="2025-09-21T09:58:08.631" v="28896" actId="478"/>
          <ac:spMkLst>
            <pc:docMk/>
            <pc:sldMk cId="4007336711" sldId="329"/>
            <ac:spMk id="170" creationId="{B0EFF502-69E3-6C65-7E5E-EBC3DABA4498}"/>
          </ac:spMkLst>
        </pc:spChg>
        <pc:spChg chg="mod">
          <ac:chgData name="Robert de Groote" userId="2ce5265b-80a0-4fb8-a62a-8035e9b0c45a" providerId="ADAL" clId="{26C0FC0F-787E-4AFE-AA9A-4E52AC6E2AD8}" dt="2025-09-21T09:56:09.487" v="27690"/>
          <ac:spMkLst>
            <pc:docMk/>
            <pc:sldMk cId="4007336711" sldId="329"/>
            <ac:spMk id="171" creationId="{A6F900A8-A382-EC70-B7D8-17F4FCC2F8AA}"/>
          </ac:spMkLst>
        </pc:spChg>
        <pc:spChg chg="mod topLvl">
          <ac:chgData name="Robert de Groote" userId="2ce5265b-80a0-4fb8-a62a-8035e9b0c45a" providerId="ADAL" clId="{26C0FC0F-787E-4AFE-AA9A-4E52AC6E2AD8}" dt="2025-09-21T09:56:33.403" v="27942"/>
          <ac:spMkLst>
            <pc:docMk/>
            <pc:sldMk cId="4007336711" sldId="329"/>
            <ac:spMk id="172" creationId="{5C42A86E-1D60-B97E-D2BF-DBFCEDEF8F7E}"/>
          </ac:spMkLst>
        </pc:spChg>
        <pc:spChg chg="mod topLvl">
          <ac:chgData name="Robert de Groote" userId="2ce5265b-80a0-4fb8-a62a-8035e9b0c45a" providerId="ADAL" clId="{26C0FC0F-787E-4AFE-AA9A-4E52AC6E2AD8}" dt="2025-09-21T09:56:01.636" v="27627"/>
          <ac:spMkLst>
            <pc:docMk/>
            <pc:sldMk cId="4007336711" sldId="329"/>
            <ac:spMk id="173" creationId="{9E8ABEE2-AD2D-69C8-6B35-D1B8CB5B319F}"/>
          </ac:spMkLst>
        </pc:spChg>
        <pc:spChg chg="mod topLvl">
          <ac:chgData name="Robert de Groote" userId="2ce5265b-80a0-4fb8-a62a-8035e9b0c45a" providerId="ADAL" clId="{26C0FC0F-787E-4AFE-AA9A-4E52AC6E2AD8}" dt="2025-09-21T09:56:13.965" v="27753"/>
          <ac:spMkLst>
            <pc:docMk/>
            <pc:sldMk cId="4007336711" sldId="329"/>
            <ac:spMk id="174" creationId="{1B620EA9-C24E-0D18-6001-D76500CE150F}"/>
          </ac:spMkLst>
        </pc:spChg>
        <pc:spChg chg="del mod">
          <ac:chgData name="Robert de Groote" userId="2ce5265b-80a0-4fb8-a62a-8035e9b0c45a" providerId="ADAL" clId="{26C0FC0F-787E-4AFE-AA9A-4E52AC6E2AD8}" dt="2025-09-21T09:58:06.382" v="28894" actId="478"/>
          <ac:spMkLst>
            <pc:docMk/>
            <pc:sldMk cId="4007336711" sldId="329"/>
            <ac:spMk id="175" creationId="{99CDDB64-9547-7055-ED41-6BC006AF7D0F}"/>
          </ac:spMkLst>
        </pc:spChg>
        <pc:spChg chg="mod topLvl">
          <ac:chgData name="Robert de Groote" userId="2ce5265b-80a0-4fb8-a62a-8035e9b0c45a" providerId="ADAL" clId="{26C0FC0F-787E-4AFE-AA9A-4E52AC6E2AD8}" dt="2025-09-21T09:56:20.798" v="27816"/>
          <ac:spMkLst>
            <pc:docMk/>
            <pc:sldMk cId="4007336711" sldId="329"/>
            <ac:spMk id="176" creationId="{72385B8B-6220-B986-0A17-30F7E52757C9}"/>
          </ac:spMkLst>
        </pc:spChg>
        <pc:spChg chg="mod">
          <ac:chgData name="Robert de Groote" userId="2ce5265b-80a0-4fb8-a62a-8035e9b0c45a" providerId="ADAL" clId="{26C0FC0F-787E-4AFE-AA9A-4E52AC6E2AD8}" dt="2025-09-21T09:55:55.218" v="27503"/>
          <ac:spMkLst>
            <pc:docMk/>
            <pc:sldMk cId="4007336711" sldId="329"/>
            <ac:spMk id="177" creationId="{460A3D90-F6F2-3D06-BE96-FE063F6CB34A}"/>
          </ac:spMkLst>
        </pc:spChg>
        <pc:spChg chg="mod topLvl">
          <ac:chgData name="Robert de Groote" userId="2ce5265b-80a0-4fb8-a62a-8035e9b0c45a" providerId="ADAL" clId="{26C0FC0F-787E-4AFE-AA9A-4E52AC6E2AD8}" dt="2025-09-21T09:55:58.293" v="27565"/>
          <ac:spMkLst>
            <pc:docMk/>
            <pc:sldMk cId="4007336711" sldId="329"/>
            <ac:spMk id="178" creationId="{137175B8-3C2D-4B64-6C10-977476845086}"/>
          </ac:spMkLst>
        </pc:spChg>
        <pc:spChg chg="mod topLvl">
          <ac:chgData name="Robert de Groote" userId="2ce5265b-80a0-4fb8-a62a-8035e9b0c45a" providerId="ADAL" clId="{26C0FC0F-787E-4AFE-AA9A-4E52AC6E2AD8}" dt="2025-09-21T09:57:39.900" v="28635"/>
          <ac:spMkLst>
            <pc:docMk/>
            <pc:sldMk cId="4007336711" sldId="329"/>
            <ac:spMk id="180" creationId="{5EBBCEB7-F5D3-EBE8-2D3C-E56CE45AF53A}"/>
          </ac:spMkLst>
        </pc:spChg>
        <pc:spChg chg="mod topLvl">
          <ac:chgData name="Robert de Groote" userId="2ce5265b-80a0-4fb8-a62a-8035e9b0c45a" providerId="ADAL" clId="{26C0FC0F-787E-4AFE-AA9A-4E52AC6E2AD8}" dt="2025-09-21T09:57:35.607" v="28572"/>
          <ac:spMkLst>
            <pc:docMk/>
            <pc:sldMk cId="4007336711" sldId="329"/>
            <ac:spMk id="202" creationId="{35FC93C8-FA14-78DD-E908-9E863CFC15D4}"/>
          </ac:spMkLst>
        </pc:spChg>
        <pc:spChg chg="mod topLvl">
          <ac:chgData name="Robert de Groote" userId="2ce5265b-80a0-4fb8-a62a-8035e9b0c45a" providerId="ADAL" clId="{26C0FC0F-787E-4AFE-AA9A-4E52AC6E2AD8}" dt="2025-09-21T09:57:52.906" v="28761"/>
          <ac:spMkLst>
            <pc:docMk/>
            <pc:sldMk cId="4007336711" sldId="329"/>
            <ac:spMk id="203" creationId="{CB813F5E-E8E4-BAAF-C275-9E098A111F83}"/>
          </ac:spMkLst>
        </pc:spChg>
        <pc:spChg chg="mod topLvl">
          <ac:chgData name="Robert de Groote" userId="2ce5265b-80a0-4fb8-a62a-8035e9b0c45a" providerId="ADAL" clId="{26C0FC0F-787E-4AFE-AA9A-4E52AC6E2AD8}" dt="2025-09-21T09:57:57.708" v="28824"/>
          <ac:spMkLst>
            <pc:docMk/>
            <pc:sldMk cId="4007336711" sldId="329"/>
            <ac:spMk id="204" creationId="{F1CDFCA8-5447-8F05-A2E3-97483264D83F}"/>
          </ac:spMkLst>
        </pc:spChg>
        <pc:spChg chg="mod">
          <ac:chgData name="Robert de Groote" userId="2ce5265b-80a0-4fb8-a62a-8035e9b0c45a" providerId="ADAL" clId="{26C0FC0F-787E-4AFE-AA9A-4E52AC6E2AD8}" dt="2025-09-21T09:58:01.805" v="28887"/>
          <ac:spMkLst>
            <pc:docMk/>
            <pc:sldMk cId="4007336711" sldId="329"/>
            <ac:spMk id="205" creationId="{889C3647-EEE2-58C4-C8DE-C500A0E03BBC}"/>
          </ac:spMkLst>
        </pc:spChg>
        <pc:spChg chg="del mod topLvl">
          <ac:chgData name="Robert de Groote" userId="2ce5265b-80a0-4fb8-a62a-8035e9b0c45a" providerId="ADAL" clId="{26C0FC0F-787E-4AFE-AA9A-4E52AC6E2AD8}" dt="2025-09-21T09:58:16.811" v="28904" actId="478"/>
          <ac:spMkLst>
            <pc:docMk/>
            <pc:sldMk cId="4007336711" sldId="329"/>
            <ac:spMk id="206" creationId="{AC0FCD5E-D18C-E51E-953E-54F12487F026}"/>
          </ac:spMkLst>
        </pc:spChg>
        <pc:spChg chg="del mod topLvl">
          <ac:chgData name="Robert de Groote" userId="2ce5265b-80a0-4fb8-a62a-8035e9b0c45a" providerId="ADAL" clId="{26C0FC0F-787E-4AFE-AA9A-4E52AC6E2AD8}" dt="2025-09-21T09:58:18.986" v="28906" actId="478"/>
          <ac:spMkLst>
            <pc:docMk/>
            <pc:sldMk cId="4007336711" sldId="329"/>
            <ac:spMk id="207" creationId="{19447826-AC3C-5DC2-0560-C40B10F397B3}"/>
          </ac:spMkLst>
        </pc:spChg>
        <pc:spChg chg="mod topLvl">
          <ac:chgData name="Robert de Groote" userId="2ce5265b-80a0-4fb8-a62a-8035e9b0c45a" providerId="ADAL" clId="{26C0FC0F-787E-4AFE-AA9A-4E52AC6E2AD8}" dt="2025-09-21T09:57:19.133" v="28383"/>
          <ac:spMkLst>
            <pc:docMk/>
            <pc:sldMk cId="4007336711" sldId="329"/>
            <ac:spMk id="208" creationId="{216AE1CA-4BF1-139C-8F84-6C6AD51621D0}"/>
          </ac:spMkLst>
        </pc:spChg>
        <pc:spChg chg="mod">
          <ac:chgData name="Robert de Groote" userId="2ce5265b-80a0-4fb8-a62a-8035e9b0c45a" providerId="ADAL" clId="{26C0FC0F-787E-4AFE-AA9A-4E52AC6E2AD8}" dt="2025-09-21T09:57:44.837" v="28698"/>
          <ac:spMkLst>
            <pc:docMk/>
            <pc:sldMk cId="4007336711" sldId="329"/>
            <ac:spMk id="209" creationId="{AF35ED90-C17C-F275-F85F-CC6B1BA8C40F}"/>
          </ac:spMkLst>
        </pc:spChg>
        <pc:spChg chg="mod topLvl">
          <ac:chgData name="Robert de Groote" userId="2ce5265b-80a0-4fb8-a62a-8035e9b0c45a" providerId="ADAL" clId="{26C0FC0F-787E-4AFE-AA9A-4E52AC6E2AD8}" dt="2025-09-21T09:57:14.344" v="28320"/>
          <ac:spMkLst>
            <pc:docMk/>
            <pc:sldMk cId="4007336711" sldId="329"/>
            <ac:spMk id="210" creationId="{34965634-5411-617A-7466-877299B1E384}"/>
          </ac:spMkLst>
        </pc:spChg>
        <pc:spChg chg="mod topLvl">
          <ac:chgData name="Robert de Groote" userId="2ce5265b-80a0-4fb8-a62a-8035e9b0c45a" providerId="ADAL" clId="{26C0FC0F-787E-4AFE-AA9A-4E52AC6E2AD8}" dt="2025-09-21T09:57:30.135" v="28509"/>
          <ac:spMkLst>
            <pc:docMk/>
            <pc:sldMk cId="4007336711" sldId="329"/>
            <ac:spMk id="211" creationId="{B2DEA738-2ADB-7EAF-90E3-FE891B953763}"/>
          </ac:spMkLst>
        </pc:spChg>
        <pc:spChg chg="mod topLvl">
          <ac:chgData name="Robert de Groote" userId="2ce5265b-80a0-4fb8-a62a-8035e9b0c45a" providerId="ADAL" clId="{26C0FC0F-787E-4AFE-AA9A-4E52AC6E2AD8}" dt="2025-09-21T09:57:23.697" v="28446"/>
          <ac:spMkLst>
            <pc:docMk/>
            <pc:sldMk cId="4007336711" sldId="329"/>
            <ac:spMk id="212" creationId="{D5FDB5D8-3780-E23C-0F38-A1AB731F99B2}"/>
          </ac:spMkLst>
        </pc:spChg>
        <pc:spChg chg="del">
          <ac:chgData name="Robert de Groote" userId="2ce5265b-80a0-4fb8-a62a-8035e9b0c45a" providerId="ADAL" clId="{26C0FC0F-787E-4AFE-AA9A-4E52AC6E2AD8}" dt="2025-09-21T09:58:15.031" v="28902" actId="478"/>
          <ac:spMkLst>
            <pc:docMk/>
            <pc:sldMk cId="4007336711" sldId="329"/>
            <ac:spMk id="213" creationId="{937727F7-D34C-0800-F6D2-1A19F045BAF2}"/>
          </ac:spMkLst>
        </pc:spChg>
        <pc:spChg chg="del mod topLvl">
          <ac:chgData name="Robert de Groote" userId="2ce5265b-80a0-4fb8-a62a-8035e9b0c45a" providerId="ADAL" clId="{26C0FC0F-787E-4AFE-AA9A-4E52AC6E2AD8}" dt="2025-09-21T09:58:12.653" v="28900" actId="478"/>
          <ac:spMkLst>
            <pc:docMk/>
            <pc:sldMk cId="4007336711" sldId="329"/>
            <ac:spMk id="214" creationId="{AEBA27DD-582A-65CD-35BB-42CF70637A7B}"/>
          </ac:spMkLst>
        </pc:spChg>
        <pc:spChg chg="mod">
          <ac:chgData name="Robert de Groote" userId="2ce5265b-80a0-4fb8-a62a-8035e9b0c45a" providerId="ADAL" clId="{26C0FC0F-787E-4AFE-AA9A-4E52AC6E2AD8}" dt="2025-09-21T09:57:11.598" v="28258"/>
          <ac:spMkLst>
            <pc:docMk/>
            <pc:sldMk cId="4007336711" sldId="329"/>
            <ac:spMk id="215" creationId="{9548EDDA-AB2B-9D5F-FC2D-BA6985E2AD4E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17" creationId="{FF700E1F-0CA5-389A-9AAC-87E17C9F03E9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0" creationId="{C5CCDDB4-35A3-BBB0-64BA-6DDC27C6D947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2" creationId="{9FF89E55-0BB1-27AF-1AA1-0CDDC885E19A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3" creationId="{A68D3E09-10DE-5240-B867-649984DF5B3E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4" creationId="{41F00FDE-95C7-045C-11F1-94210DB53F1B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5" creationId="{F3D8AAA1-2E56-EED4-D7B5-BD7EA59C5A8E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8" creationId="{19F44621-1799-21E9-5309-D6409A29033A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49" creationId="{02BF4A87-D89E-FFA7-76F3-74AEDDD6A758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50" creationId="{4676637E-C83F-BC2E-6239-7B2C237B0FFA}"/>
          </ac:spMkLst>
        </pc:spChg>
        <pc:spChg chg="mod">
          <ac:chgData name="Robert de Groote" userId="2ce5265b-80a0-4fb8-a62a-8035e9b0c45a" providerId="ADAL" clId="{26C0FC0F-787E-4AFE-AA9A-4E52AC6E2AD8}" dt="2025-09-21T09:49:49.472" v="27081"/>
          <ac:spMkLst>
            <pc:docMk/>
            <pc:sldMk cId="4007336711" sldId="329"/>
            <ac:spMk id="251" creationId="{D446583C-B895-1DBD-DD3D-0408B2C29408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54" creationId="{AA1AA8FE-33AA-A6B1-0D14-CB4ED58D1AF9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76" creationId="{40B42C2E-E816-EA06-9AF6-93AE73EEF323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78" creationId="{13487024-E277-F690-69BA-6FA67E0F48B7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79" creationId="{A3577BF0-8B81-03E7-3990-56DA50CB75AE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80" creationId="{4CD2DBD6-E072-0105-C8D7-24E546096C3D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81" creationId="{9645725A-DBB2-D079-51CC-43DB1C889DCD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83" creationId="{5960C3E4-1580-60CD-48E6-70E005EE89D7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84" creationId="{4926C44A-BACA-D1C1-5FED-59460D4B6511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85" creationId="{6F80AC1A-167C-0D9E-CA34-46FE6D3F63D8}"/>
          </ac:spMkLst>
        </pc:spChg>
        <pc:spChg chg="mod">
          <ac:chgData name="Robert de Groote" userId="2ce5265b-80a0-4fb8-a62a-8035e9b0c45a" providerId="ADAL" clId="{26C0FC0F-787E-4AFE-AA9A-4E52AC6E2AD8}" dt="2025-09-21T09:49:49.488" v="27089"/>
          <ac:spMkLst>
            <pc:docMk/>
            <pc:sldMk cId="4007336711" sldId="329"/>
            <ac:spMk id="287" creationId="{B9B40FD5-8125-B634-0BC9-439F2E5963B0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17" creationId="{6D853AA4-38E5-7C01-293B-9D1BCD1FDA30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21" creationId="{B7C53E35-4611-12A2-03B3-53C0501C996E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24" creationId="{40E24AAF-5179-7FC5-E9BF-57B9720E9D21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26" creationId="{593B5C2F-3DDC-6217-3611-9485B19CBC73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28" creationId="{8C2903E5-8425-1766-4114-D041E27D44BB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51" creationId="{F15FB54B-57D5-BDCC-573F-A32857AA0509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53" creationId="{E6A1D958-492C-9D8B-3716-D34A89E169F1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59" creationId="{69E649ED-7D88-E9B9-2FB2-1DA4C9CC4268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60" creationId="{17688978-2264-488D-54B1-A95B1C7D3C56}"/>
          </ac:spMkLst>
        </pc:spChg>
        <pc:spChg chg="mod">
          <ac:chgData name="Robert de Groote" userId="2ce5265b-80a0-4fb8-a62a-8035e9b0c45a" providerId="ADAL" clId="{26C0FC0F-787E-4AFE-AA9A-4E52AC6E2AD8}" dt="2025-09-21T09:49:55.456" v="27100"/>
          <ac:spMkLst>
            <pc:docMk/>
            <pc:sldMk cId="4007336711" sldId="329"/>
            <ac:spMk id="363" creationId="{EA810078-1C37-4BA6-8D6F-51CA6FEA6495}"/>
          </ac:spMkLst>
        </pc:spChg>
        <pc:spChg chg="add mod">
          <ac:chgData name="Robert de Groote" userId="2ce5265b-80a0-4fb8-a62a-8035e9b0c45a" providerId="ADAL" clId="{26C0FC0F-787E-4AFE-AA9A-4E52AC6E2AD8}" dt="2025-09-21T09:55:55.218" v="27507"/>
          <ac:spMkLst>
            <pc:docMk/>
            <pc:sldMk cId="4007336711" sldId="329"/>
            <ac:spMk id="364" creationId="{4E7D8E43-6732-D6E9-5A73-C90D3B766A8E}"/>
          </ac:spMkLst>
        </pc:spChg>
        <pc:spChg chg="add del mod">
          <ac:chgData name="Robert de Groote" userId="2ce5265b-80a0-4fb8-a62a-8035e9b0c45a" providerId="ADAL" clId="{26C0FC0F-787E-4AFE-AA9A-4E52AC6E2AD8}" dt="2025-09-21T09:51:55.994" v="27347" actId="478"/>
          <ac:spMkLst>
            <pc:docMk/>
            <pc:sldMk cId="4007336711" sldId="329"/>
            <ac:spMk id="365" creationId="{78014577-AEB5-CF26-D0A0-94B65EBA10F2}"/>
          </ac:spMkLst>
        </pc:spChg>
        <pc:spChg chg="add del mod">
          <ac:chgData name="Robert de Groote" userId="2ce5265b-80a0-4fb8-a62a-8035e9b0c45a" providerId="ADAL" clId="{26C0FC0F-787E-4AFE-AA9A-4E52AC6E2AD8}" dt="2025-09-21T09:51:30.295" v="27157"/>
          <ac:spMkLst>
            <pc:docMk/>
            <pc:sldMk cId="4007336711" sldId="329"/>
            <ac:spMk id="366" creationId="{344320BD-4752-FCCE-C0EF-7774BB0599FD}"/>
          </ac:spMkLst>
        </pc:spChg>
        <pc:spChg chg="add del mod">
          <ac:chgData name="Robert de Groote" userId="2ce5265b-80a0-4fb8-a62a-8035e9b0c45a" providerId="ADAL" clId="{26C0FC0F-787E-4AFE-AA9A-4E52AC6E2AD8}" dt="2025-09-21T09:51:30.295" v="27157"/>
          <ac:spMkLst>
            <pc:docMk/>
            <pc:sldMk cId="4007336711" sldId="329"/>
            <ac:spMk id="367" creationId="{845957DE-5E86-86C6-4AD9-677A5A6BE2E1}"/>
          </ac:spMkLst>
        </pc:spChg>
        <pc:spChg chg="add del mod">
          <ac:chgData name="Robert de Groote" userId="2ce5265b-80a0-4fb8-a62a-8035e9b0c45a" providerId="ADAL" clId="{26C0FC0F-787E-4AFE-AA9A-4E52AC6E2AD8}" dt="2025-09-21T09:51:32.100" v="27219"/>
          <ac:spMkLst>
            <pc:docMk/>
            <pc:sldMk cId="4007336711" sldId="329"/>
            <ac:spMk id="368" creationId="{5E9936D2-25DA-481B-ED78-EE7E3F6854FA}"/>
          </ac:spMkLst>
        </pc:spChg>
        <pc:spChg chg="add del mod">
          <ac:chgData name="Robert de Groote" userId="2ce5265b-80a0-4fb8-a62a-8035e9b0c45a" providerId="ADAL" clId="{26C0FC0F-787E-4AFE-AA9A-4E52AC6E2AD8}" dt="2025-09-21T09:51:32.100" v="27219"/>
          <ac:spMkLst>
            <pc:docMk/>
            <pc:sldMk cId="4007336711" sldId="329"/>
            <ac:spMk id="369" creationId="{1887C64B-5DEE-D9A2-8636-5F49BACFDD9D}"/>
          </ac:spMkLst>
        </pc:spChg>
        <pc:spChg chg="add del mod">
          <ac:chgData name="Robert de Groote" userId="2ce5265b-80a0-4fb8-a62a-8035e9b0c45a" providerId="ADAL" clId="{26C0FC0F-787E-4AFE-AA9A-4E52AC6E2AD8}" dt="2025-09-21T09:51:31.990" v="27178"/>
          <ac:spMkLst>
            <pc:docMk/>
            <pc:sldMk cId="4007336711" sldId="329"/>
            <ac:spMk id="370" creationId="{28E8E3C7-0FEE-204A-A0CA-A9AA2BA11D59}"/>
          </ac:spMkLst>
        </pc:spChg>
        <pc:spChg chg="add del mod">
          <ac:chgData name="Robert de Groote" userId="2ce5265b-80a0-4fb8-a62a-8035e9b0c45a" providerId="ADAL" clId="{26C0FC0F-787E-4AFE-AA9A-4E52AC6E2AD8}" dt="2025-09-21T09:51:32.021" v="27187"/>
          <ac:spMkLst>
            <pc:docMk/>
            <pc:sldMk cId="4007336711" sldId="329"/>
            <ac:spMk id="371" creationId="{A6C1B7BB-82B6-9A65-ABB8-B63677535571}"/>
          </ac:spMkLst>
        </pc:spChg>
        <pc:spChg chg="add del mod">
          <ac:chgData name="Robert de Groote" userId="2ce5265b-80a0-4fb8-a62a-8035e9b0c45a" providerId="ADAL" clId="{26C0FC0F-787E-4AFE-AA9A-4E52AC6E2AD8}" dt="2025-09-21T09:51:32.053" v="27196"/>
          <ac:spMkLst>
            <pc:docMk/>
            <pc:sldMk cId="4007336711" sldId="329"/>
            <ac:spMk id="372" creationId="{67155D1A-8116-44DD-ADAF-F0970B831FFC}"/>
          </ac:spMkLst>
        </pc:spChg>
        <pc:spChg chg="add del mod">
          <ac:chgData name="Robert de Groote" userId="2ce5265b-80a0-4fb8-a62a-8035e9b0c45a" providerId="ADAL" clId="{26C0FC0F-787E-4AFE-AA9A-4E52AC6E2AD8}" dt="2025-09-21T09:51:32.084" v="27205"/>
          <ac:spMkLst>
            <pc:docMk/>
            <pc:sldMk cId="4007336711" sldId="329"/>
            <ac:spMk id="373" creationId="{6C988FB5-3B8A-8BBE-DBD1-5C2938316902}"/>
          </ac:spMkLst>
        </pc:spChg>
        <pc:spChg chg="add del mod">
          <ac:chgData name="Robert de Groote" userId="2ce5265b-80a0-4fb8-a62a-8035e9b0c45a" providerId="ADAL" clId="{26C0FC0F-787E-4AFE-AA9A-4E52AC6E2AD8}" dt="2025-09-21T09:51:35.507" v="27281"/>
          <ac:spMkLst>
            <pc:docMk/>
            <pc:sldMk cId="4007336711" sldId="329"/>
            <ac:spMk id="374" creationId="{33E19431-7D81-0DFA-908C-D272C64C484B}"/>
          </ac:spMkLst>
        </pc:spChg>
        <pc:spChg chg="add del mod">
          <ac:chgData name="Robert de Groote" userId="2ce5265b-80a0-4fb8-a62a-8035e9b0c45a" providerId="ADAL" clId="{26C0FC0F-787E-4AFE-AA9A-4E52AC6E2AD8}" dt="2025-09-21T09:51:35.507" v="27281"/>
          <ac:spMkLst>
            <pc:docMk/>
            <pc:sldMk cId="4007336711" sldId="329"/>
            <ac:spMk id="375" creationId="{A010913C-1A4F-D3D0-E006-0FBA39FDD8C1}"/>
          </ac:spMkLst>
        </pc:spChg>
        <pc:spChg chg="add del mod">
          <ac:chgData name="Robert de Groote" userId="2ce5265b-80a0-4fb8-a62a-8035e9b0c45a" providerId="ADAL" clId="{26C0FC0F-787E-4AFE-AA9A-4E52AC6E2AD8}" dt="2025-09-21T09:51:35.429" v="27240"/>
          <ac:spMkLst>
            <pc:docMk/>
            <pc:sldMk cId="4007336711" sldId="329"/>
            <ac:spMk id="376" creationId="{66AAC838-54FC-A02C-9511-8D32F35EF339}"/>
          </ac:spMkLst>
        </pc:spChg>
        <pc:spChg chg="add del mod">
          <ac:chgData name="Robert de Groote" userId="2ce5265b-80a0-4fb8-a62a-8035e9b0c45a" providerId="ADAL" clId="{26C0FC0F-787E-4AFE-AA9A-4E52AC6E2AD8}" dt="2025-09-21T09:51:35.460" v="27249"/>
          <ac:spMkLst>
            <pc:docMk/>
            <pc:sldMk cId="4007336711" sldId="329"/>
            <ac:spMk id="377" creationId="{A14895CF-86D8-1ADE-1276-21D710C33752}"/>
          </ac:spMkLst>
        </pc:spChg>
        <pc:spChg chg="add del mod">
          <ac:chgData name="Robert de Groote" userId="2ce5265b-80a0-4fb8-a62a-8035e9b0c45a" providerId="ADAL" clId="{26C0FC0F-787E-4AFE-AA9A-4E52AC6E2AD8}" dt="2025-09-21T09:51:35.476" v="27258"/>
          <ac:spMkLst>
            <pc:docMk/>
            <pc:sldMk cId="4007336711" sldId="329"/>
            <ac:spMk id="378" creationId="{3515D30B-3087-5EE1-706D-32F9197270BE}"/>
          </ac:spMkLst>
        </pc:spChg>
        <pc:spChg chg="add del mod">
          <ac:chgData name="Robert de Groote" userId="2ce5265b-80a0-4fb8-a62a-8035e9b0c45a" providerId="ADAL" clId="{26C0FC0F-787E-4AFE-AA9A-4E52AC6E2AD8}" dt="2025-09-21T09:51:35.491" v="27267"/>
          <ac:spMkLst>
            <pc:docMk/>
            <pc:sldMk cId="4007336711" sldId="329"/>
            <ac:spMk id="379" creationId="{AF98DA46-3BEC-98F9-085F-AA320D14499A}"/>
          </ac:spMkLst>
        </pc:spChg>
        <pc:spChg chg="add del mod">
          <ac:chgData name="Robert de Groote" userId="2ce5265b-80a0-4fb8-a62a-8035e9b0c45a" providerId="ADAL" clId="{26C0FC0F-787E-4AFE-AA9A-4E52AC6E2AD8}" dt="2025-09-21T09:51:56.689" v="27348" actId="478"/>
          <ac:spMkLst>
            <pc:docMk/>
            <pc:sldMk cId="4007336711" sldId="329"/>
            <ac:spMk id="380" creationId="{2510142E-8EDE-68B2-0A38-5B2637999CD0}"/>
          </ac:spMkLst>
        </pc:spChg>
        <pc:spChg chg="add del mod">
          <ac:chgData name="Robert de Groote" userId="2ce5265b-80a0-4fb8-a62a-8035e9b0c45a" providerId="ADAL" clId="{26C0FC0F-787E-4AFE-AA9A-4E52AC6E2AD8}" dt="2025-09-21T09:51:43.844" v="27344"/>
          <ac:spMkLst>
            <pc:docMk/>
            <pc:sldMk cId="4007336711" sldId="329"/>
            <ac:spMk id="381" creationId="{4299D291-1920-0718-A6B2-ADEBF55396CE}"/>
          </ac:spMkLst>
        </pc:spChg>
        <pc:spChg chg="add del mod">
          <ac:chgData name="Robert de Groote" userId="2ce5265b-80a0-4fb8-a62a-8035e9b0c45a" providerId="ADAL" clId="{26C0FC0F-787E-4AFE-AA9A-4E52AC6E2AD8}" dt="2025-09-21T09:51:43.844" v="27344"/>
          <ac:spMkLst>
            <pc:docMk/>
            <pc:sldMk cId="4007336711" sldId="329"/>
            <ac:spMk id="382" creationId="{DD27DAFE-87C3-5EB4-7117-1248FC6EEA1A}"/>
          </ac:spMkLst>
        </pc:spChg>
        <pc:spChg chg="add del mod">
          <ac:chgData name="Robert de Groote" userId="2ce5265b-80a0-4fb8-a62a-8035e9b0c45a" providerId="ADAL" clId="{26C0FC0F-787E-4AFE-AA9A-4E52AC6E2AD8}" dt="2025-09-21T09:51:43.766" v="27303"/>
          <ac:spMkLst>
            <pc:docMk/>
            <pc:sldMk cId="4007336711" sldId="329"/>
            <ac:spMk id="383" creationId="{7B3B4988-F389-2338-A246-C63FFF1338D4}"/>
          </ac:spMkLst>
        </pc:spChg>
        <pc:spChg chg="add del mod">
          <ac:chgData name="Robert de Groote" userId="2ce5265b-80a0-4fb8-a62a-8035e9b0c45a" providerId="ADAL" clId="{26C0FC0F-787E-4AFE-AA9A-4E52AC6E2AD8}" dt="2025-09-21T09:51:43.781" v="27312"/>
          <ac:spMkLst>
            <pc:docMk/>
            <pc:sldMk cId="4007336711" sldId="329"/>
            <ac:spMk id="384" creationId="{19673455-01EE-AC54-9A58-0DAE4B68CCB7}"/>
          </ac:spMkLst>
        </pc:spChg>
        <pc:spChg chg="add del mod">
          <ac:chgData name="Robert de Groote" userId="2ce5265b-80a0-4fb8-a62a-8035e9b0c45a" providerId="ADAL" clId="{26C0FC0F-787E-4AFE-AA9A-4E52AC6E2AD8}" dt="2025-09-21T09:51:43.813" v="27321"/>
          <ac:spMkLst>
            <pc:docMk/>
            <pc:sldMk cId="4007336711" sldId="329"/>
            <ac:spMk id="385" creationId="{0C3B9AD8-2D33-429F-3546-5549A7168D59}"/>
          </ac:spMkLst>
        </pc:spChg>
        <pc:spChg chg="add del mod">
          <ac:chgData name="Robert de Groote" userId="2ce5265b-80a0-4fb8-a62a-8035e9b0c45a" providerId="ADAL" clId="{26C0FC0F-787E-4AFE-AA9A-4E52AC6E2AD8}" dt="2025-09-21T09:51:43.828" v="27330"/>
          <ac:spMkLst>
            <pc:docMk/>
            <pc:sldMk cId="4007336711" sldId="329"/>
            <ac:spMk id="386" creationId="{574C17BE-9B8E-C0EB-987D-FD6DB4750045}"/>
          </ac:spMkLst>
        </pc:spChg>
        <pc:spChg chg="add mod">
          <ac:chgData name="Robert de Groote" userId="2ce5265b-80a0-4fb8-a62a-8035e9b0c45a" providerId="ADAL" clId="{26C0FC0F-787E-4AFE-AA9A-4E52AC6E2AD8}" dt="2025-09-21T09:56:01.636" v="27631"/>
          <ac:spMkLst>
            <pc:docMk/>
            <pc:sldMk cId="4007336711" sldId="329"/>
            <ac:spMk id="387" creationId="{EBEE00F1-E6D1-4F5B-0D27-0D608B489D7D}"/>
          </ac:spMkLst>
        </pc:spChg>
        <pc:spChg chg="add mod">
          <ac:chgData name="Robert de Groote" userId="2ce5265b-80a0-4fb8-a62a-8035e9b0c45a" providerId="ADAL" clId="{26C0FC0F-787E-4AFE-AA9A-4E52AC6E2AD8}" dt="2025-09-21T09:55:58.293" v="27569"/>
          <ac:spMkLst>
            <pc:docMk/>
            <pc:sldMk cId="4007336711" sldId="329"/>
            <ac:spMk id="388" creationId="{7AB7E711-30C7-67CB-E108-56D1BB3A52B4}"/>
          </ac:spMkLst>
        </pc:spChg>
        <pc:spChg chg="add mod">
          <ac:chgData name="Robert de Groote" userId="2ce5265b-80a0-4fb8-a62a-8035e9b0c45a" providerId="ADAL" clId="{26C0FC0F-787E-4AFE-AA9A-4E52AC6E2AD8}" dt="2025-09-21T09:56:09.488" v="27694"/>
          <ac:spMkLst>
            <pc:docMk/>
            <pc:sldMk cId="4007336711" sldId="329"/>
            <ac:spMk id="389" creationId="{AE14DBD4-2684-3A20-5EF1-1E5B6C8A9C67}"/>
          </ac:spMkLst>
        </pc:spChg>
        <pc:spChg chg="add mod">
          <ac:chgData name="Robert de Groote" userId="2ce5265b-80a0-4fb8-a62a-8035e9b0c45a" providerId="ADAL" clId="{26C0FC0F-787E-4AFE-AA9A-4E52AC6E2AD8}" dt="2025-09-21T09:56:13.965" v="27757"/>
          <ac:spMkLst>
            <pc:docMk/>
            <pc:sldMk cId="4007336711" sldId="329"/>
            <ac:spMk id="390" creationId="{6E9BC1C5-0850-FF92-990C-F027D7E6945D}"/>
          </ac:spMkLst>
        </pc:spChg>
        <pc:spChg chg="add mod">
          <ac:chgData name="Robert de Groote" userId="2ce5265b-80a0-4fb8-a62a-8035e9b0c45a" providerId="ADAL" clId="{26C0FC0F-787E-4AFE-AA9A-4E52AC6E2AD8}" dt="2025-09-21T09:56:20.800" v="27820"/>
          <ac:spMkLst>
            <pc:docMk/>
            <pc:sldMk cId="4007336711" sldId="329"/>
            <ac:spMk id="391" creationId="{FE47C274-24DC-0A84-5D6B-DED7BC754077}"/>
          </ac:spMkLst>
        </pc:spChg>
        <pc:spChg chg="add mod">
          <ac:chgData name="Robert de Groote" userId="2ce5265b-80a0-4fb8-a62a-8035e9b0c45a" providerId="ADAL" clId="{26C0FC0F-787E-4AFE-AA9A-4E52AC6E2AD8}" dt="2025-09-21T09:59:55.650" v="29345"/>
          <ac:spMkLst>
            <pc:docMk/>
            <pc:sldMk cId="4007336711" sldId="329"/>
            <ac:spMk id="392" creationId="{F7F42C0C-E234-6BAD-5020-DFD35AF1D430}"/>
          </ac:spMkLst>
        </pc:spChg>
        <pc:spChg chg="add mod">
          <ac:chgData name="Robert de Groote" userId="2ce5265b-80a0-4fb8-a62a-8035e9b0c45a" providerId="ADAL" clId="{26C0FC0F-787E-4AFE-AA9A-4E52AC6E2AD8}" dt="2025-09-21T09:56:50.117" v="28135"/>
          <ac:spMkLst>
            <pc:docMk/>
            <pc:sldMk cId="4007336711" sldId="329"/>
            <ac:spMk id="393" creationId="{CDF02729-FC1F-FC36-5191-4F8C70A0B7AC}"/>
          </ac:spMkLst>
        </pc:spChg>
        <pc:spChg chg="add mod">
          <ac:chgData name="Robert de Groote" userId="2ce5265b-80a0-4fb8-a62a-8035e9b0c45a" providerId="ADAL" clId="{26C0FC0F-787E-4AFE-AA9A-4E52AC6E2AD8}" dt="2025-09-21T09:56:40.510" v="28009"/>
          <ac:spMkLst>
            <pc:docMk/>
            <pc:sldMk cId="4007336711" sldId="329"/>
            <ac:spMk id="394" creationId="{96E796B9-3EA9-8F14-B47C-BB5FD0ED2357}"/>
          </ac:spMkLst>
        </pc:spChg>
        <pc:spChg chg="add mod">
          <ac:chgData name="Robert de Groote" userId="2ce5265b-80a0-4fb8-a62a-8035e9b0c45a" providerId="ADAL" clId="{26C0FC0F-787E-4AFE-AA9A-4E52AC6E2AD8}" dt="2025-09-21T09:56:33.403" v="27946"/>
          <ac:spMkLst>
            <pc:docMk/>
            <pc:sldMk cId="4007336711" sldId="329"/>
            <ac:spMk id="395" creationId="{3FE5E5E9-5005-7919-DA57-1CEF11A19231}"/>
          </ac:spMkLst>
        </pc:spChg>
        <pc:spChg chg="add mod">
          <ac:chgData name="Robert de Groote" userId="2ce5265b-80a0-4fb8-a62a-8035e9b0c45a" providerId="ADAL" clId="{26C0FC0F-787E-4AFE-AA9A-4E52AC6E2AD8}" dt="2025-09-21T09:56:45.221" v="28072"/>
          <ac:spMkLst>
            <pc:docMk/>
            <pc:sldMk cId="4007336711" sldId="329"/>
            <ac:spMk id="396" creationId="{AB7C6CE8-4962-FDF4-ACE5-C54C1D639FF8}"/>
          </ac:spMkLst>
        </pc:spChg>
        <pc:spChg chg="add mod">
          <ac:chgData name="Robert de Groote" userId="2ce5265b-80a0-4fb8-a62a-8035e9b0c45a" providerId="ADAL" clId="{26C0FC0F-787E-4AFE-AA9A-4E52AC6E2AD8}" dt="2025-09-21T09:56:55.704" v="28198"/>
          <ac:spMkLst>
            <pc:docMk/>
            <pc:sldMk cId="4007336711" sldId="329"/>
            <ac:spMk id="397" creationId="{1F9F3132-9BE9-E0FE-968C-17F77B228934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398" creationId="{03503801-D6BF-B0C0-6E85-EAE9590446EF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399" creationId="{103E5B60-D7E2-C0FB-350D-9A10F6DE8CE4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0" creationId="{1A5B4242-5F86-754C-835A-D83417165F26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1" creationId="{73BEEA6D-E182-72AC-0257-38E72A677A42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2" creationId="{1F2026D6-2428-8D08-C89E-89735E850E96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3" creationId="{05D2B034-327A-A9D3-C99D-D1E9D866CDA3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4" creationId="{5560DA36-17BE-6BC9-AA8E-2B5FDC27048F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5" creationId="{3B7C0C1C-C0EA-0618-4106-9805DFF0310A}"/>
          </ac:spMkLst>
        </pc:spChg>
        <pc:spChg chg="add del mod">
          <ac:chgData name="Robert de Groote" userId="2ce5265b-80a0-4fb8-a62a-8035e9b0c45a" providerId="ADAL" clId="{26C0FC0F-787E-4AFE-AA9A-4E52AC6E2AD8}" dt="2025-09-21T09:53:37.059" v="27411" actId="478"/>
          <ac:spMkLst>
            <pc:docMk/>
            <pc:sldMk cId="4007336711" sldId="329"/>
            <ac:spMk id="406" creationId="{284D66A6-492D-3139-9111-B96EA2D7ABF3}"/>
          </ac:spMkLst>
        </pc:spChg>
        <pc:spChg chg="add mod">
          <ac:chgData name="Robert de Groote" userId="2ce5265b-80a0-4fb8-a62a-8035e9b0c45a" providerId="ADAL" clId="{26C0FC0F-787E-4AFE-AA9A-4E52AC6E2AD8}" dt="2025-09-21T09:57:14.344" v="28324"/>
          <ac:spMkLst>
            <pc:docMk/>
            <pc:sldMk cId="4007336711" sldId="329"/>
            <ac:spMk id="407" creationId="{5491A05B-3F10-F658-97CD-F3041766CA9A}"/>
          </ac:spMkLst>
        </pc:spChg>
        <pc:spChg chg="add mod">
          <ac:chgData name="Robert de Groote" userId="2ce5265b-80a0-4fb8-a62a-8035e9b0c45a" providerId="ADAL" clId="{26C0FC0F-787E-4AFE-AA9A-4E52AC6E2AD8}" dt="2025-09-21T09:57:11.598" v="28262"/>
          <ac:spMkLst>
            <pc:docMk/>
            <pc:sldMk cId="4007336711" sldId="329"/>
            <ac:spMk id="408" creationId="{E99D51CE-66B9-96A0-EE63-09AB08426B02}"/>
          </ac:spMkLst>
        </pc:spChg>
        <pc:spChg chg="add mod">
          <ac:chgData name="Robert de Groote" userId="2ce5265b-80a0-4fb8-a62a-8035e9b0c45a" providerId="ADAL" clId="{26C0FC0F-787E-4AFE-AA9A-4E52AC6E2AD8}" dt="2025-09-21T09:57:19.133" v="28387"/>
          <ac:spMkLst>
            <pc:docMk/>
            <pc:sldMk cId="4007336711" sldId="329"/>
            <ac:spMk id="409" creationId="{3524F517-9875-8670-E0A4-AD71FEE669A8}"/>
          </ac:spMkLst>
        </pc:spChg>
        <pc:spChg chg="add mod">
          <ac:chgData name="Robert de Groote" userId="2ce5265b-80a0-4fb8-a62a-8035e9b0c45a" providerId="ADAL" clId="{26C0FC0F-787E-4AFE-AA9A-4E52AC6E2AD8}" dt="2025-09-21T09:57:23.697" v="28450"/>
          <ac:spMkLst>
            <pc:docMk/>
            <pc:sldMk cId="4007336711" sldId="329"/>
            <ac:spMk id="410" creationId="{D9FFA3BE-A628-F58E-F5C2-3D13ABC8E512}"/>
          </ac:spMkLst>
        </pc:spChg>
        <pc:spChg chg="add mod">
          <ac:chgData name="Robert de Groote" userId="2ce5265b-80a0-4fb8-a62a-8035e9b0c45a" providerId="ADAL" clId="{26C0FC0F-787E-4AFE-AA9A-4E52AC6E2AD8}" dt="2025-09-21T09:57:30.135" v="28513"/>
          <ac:spMkLst>
            <pc:docMk/>
            <pc:sldMk cId="4007336711" sldId="329"/>
            <ac:spMk id="411" creationId="{6E8B988F-6570-CC0E-8B25-85A900C8CDFB}"/>
          </ac:spMkLst>
        </pc:spChg>
        <pc:spChg chg="add mod ord">
          <ac:chgData name="Robert de Groote" userId="2ce5265b-80a0-4fb8-a62a-8035e9b0c45a" providerId="ADAL" clId="{26C0FC0F-787E-4AFE-AA9A-4E52AC6E2AD8}" dt="2025-09-21T09:59:52.153" v="29285"/>
          <ac:spMkLst>
            <pc:docMk/>
            <pc:sldMk cId="4007336711" sldId="329"/>
            <ac:spMk id="412" creationId="{C6CB296B-3B61-9381-DFD0-3BBB072D64FB}"/>
          </ac:spMkLst>
        </pc:spChg>
        <pc:spChg chg="add mod">
          <ac:chgData name="Robert de Groote" userId="2ce5265b-80a0-4fb8-a62a-8035e9b0c45a" providerId="ADAL" clId="{26C0FC0F-787E-4AFE-AA9A-4E52AC6E2AD8}" dt="2025-09-21T09:57:35.607" v="28576"/>
          <ac:spMkLst>
            <pc:docMk/>
            <pc:sldMk cId="4007336711" sldId="329"/>
            <ac:spMk id="413" creationId="{40DBBA1A-1FB8-1B70-EB96-1AAC90625D2A}"/>
          </ac:spMkLst>
        </pc:spChg>
        <pc:spChg chg="add mod">
          <ac:chgData name="Robert de Groote" userId="2ce5265b-80a0-4fb8-a62a-8035e9b0c45a" providerId="ADAL" clId="{26C0FC0F-787E-4AFE-AA9A-4E52AC6E2AD8}" dt="2025-09-21T09:57:44.837" v="28702"/>
          <ac:spMkLst>
            <pc:docMk/>
            <pc:sldMk cId="4007336711" sldId="329"/>
            <ac:spMk id="414" creationId="{0EDA56C5-825F-933C-77DA-C832D415B4AC}"/>
          </ac:spMkLst>
        </pc:spChg>
        <pc:spChg chg="add mod">
          <ac:chgData name="Robert de Groote" userId="2ce5265b-80a0-4fb8-a62a-8035e9b0c45a" providerId="ADAL" clId="{26C0FC0F-787E-4AFE-AA9A-4E52AC6E2AD8}" dt="2025-09-21T09:57:52.906" v="28765"/>
          <ac:spMkLst>
            <pc:docMk/>
            <pc:sldMk cId="4007336711" sldId="329"/>
            <ac:spMk id="415" creationId="{4A90DC21-EA06-851F-05DC-2FC1C79DA3AB}"/>
          </ac:spMkLst>
        </pc:spChg>
        <pc:spChg chg="mod">
          <ac:chgData name="Robert de Groote" userId="2ce5265b-80a0-4fb8-a62a-8035e9b0c45a" providerId="ADAL" clId="{26C0FC0F-787E-4AFE-AA9A-4E52AC6E2AD8}" dt="2025-09-21T09:57:57.708" v="28828"/>
          <ac:spMkLst>
            <pc:docMk/>
            <pc:sldMk cId="4007336711" sldId="329"/>
            <ac:spMk id="416" creationId="{B23027E7-D0A6-CA83-F67B-27882ABF0DA6}"/>
          </ac:spMkLst>
        </pc:spChg>
        <pc:spChg chg="add del mod">
          <ac:chgData name="Robert de Groote" userId="2ce5265b-80a0-4fb8-a62a-8035e9b0c45a" providerId="ADAL" clId="{26C0FC0F-787E-4AFE-AA9A-4E52AC6E2AD8}" dt="2025-09-21T09:55:34.223" v="27443" actId="478"/>
          <ac:spMkLst>
            <pc:docMk/>
            <pc:sldMk cId="4007336711" sldId="329"/>
            <ac:spMk id="417" creationId="{430BC845-D7B5-4FC1-50F6-993BD81990C2}"/>
          </ac:spMkLst>
        </pc:spChg>
        <pc:spChg chg="mod">
          <ac:chgData name="Robert de Groote" userId="2ce5265b-80a0-4fb8-a62a-8035e9b0c45a" providerId="ADAL" clId="{26C0FC0F-787E-4AFE-AA9A-4E52AC6E2AD8}" dt="2025-09-21T09:58:01.805" v="28891"/>
          <ac:spMkLst>
            <pc:docMk/>
            <pc:sldMk cId="4007336711" sldId="329"/>
            <ac:spMk id="418" creationId="{EDDA3910-55BF-23F0-3EC3-FB29282D5058}"/>
          </ac:spMkLst>
        </pc:spChg>
        <pc:spChg chg="add del mod">
          <ac:chgData name="Robert de Groote" userId="2ce5265b-80a0-4fb8-a62a-8035e9b0c45a" providerId="ADAL" clId="{26C0FC0F-787E-4AFE-AA9A-4E52AC6E2AD8}" dt="2025-09-21T09:55:55.218" v="27509"/>
          <ac:spMkLst>
            <pc:docMk/>
            <pc:sldMk cId="4007336711" sldId="329"/>
            <ac:spMk id="419" creationId="{31A1DDC4-EADE-80C0-38DE-30DA87371340}"/>
          </ac:spMkLst>
        </pc:spChg>
        <pc:spChg chg="add del mod">
          <ac:chgData name="Robert de Groote" userId="2ce5265b-80a0-4fb8-a62a-8035e9b0c45a" providerId="ADAL" clId="{26C0FC0F-787E-4AFE-AA9A-4E52AC6E2AD8}" dt="2025-09-21T09:55:55.218" v="27509"/>
          <ac:spMkLst>
            <pc:docMk/>
            <pc:sldMk cId="4007336711" sldId="329"/>
            <ac:spMk id="420" creationId="{7B777D01-8F77-7A04-4698-D44CD0CE1C6D}"/>
          </ac:spMkLst>
        </pc:spChg>
        <pc:spChg chg="add del mod">
          <ac:chgData name="Robert de Groote" userId="2ce5265b-80a0-4fb8-a62a-8035e9b0c45a" providerId="ADAL" clId="{26C0FC0F-787E-4AFE-AA9A-4E52AC6E2AD8}" dt="2025-09-21T09:55:55.077" v="27468"/>
          <ac:spMkLst>
            <pc:docMk/>
            <pc:sldMk cId="4007336711" sldId="329"/>
            <ac:spMk id="421" creationId="{6FC618F8-5118-447F-6EDC-1D56591F8BEC}"/>
          </ac:spMkLst>
        </pc:spChg>
        <pc:spChg chg="add del mod">
          <ac:chgData name="Robert de Groote" userId="2ce5265b-80a0-4fb8-a62a-8035e9b0c45a" providerId="ADAL" clId="{26C0FC0F-787E-4AFE-AA9A-4E52AC6E2AD8}" dt="2025-09-21T09:55:55.155" v="27477"/>
          <ac:spMkLst>
            <pc:docMk/>
            <pc:sldMk cId="4007336711" sldId="329"/>
            <ac:spMk id="422" creationId="{E6450812-7FF8-734B-E0E3-5A699A9AB396}"/>
          </ac:spMkLst>
        </pc:spChg>
        <pc:spChg chg="add del mod">
          <ac:chgData name="Robert de Groote" userId="2ce5265b-80a0-4fb8-a62a-8035e9b0c45a" providerId="ADAL" clId="{26C0FC0F-787E-4AFE-AA9A-4E52AC6E2AD8}" dt="2025-09-21T09:55:55.171" v="27486"/>
          <ac:spMkLst>
            <pc:docMk/>
            <pc:sldMk cId="4007336711" sldId="329"/>
            <ac:spMk id="423" creationId="{2E990C52-BE31-64F4-F5D1-8ABDC3231311}"/>
          </ac:spMkLst>
        </pc:spChg>
        <pc:spChg chg="add del mod">
          <ac:chgData name="Robert de Groote" userId="2ce5265b-80a0-4fb8-a62a-8035e9b0c45a" providerId="ADAL" clId="{26C0FC0F-787E-4AFE-AA9A-4E52AC6E2AD8}" dt="2025-09-21T09:55:55.202" v="27495"/>
          <ac:spMkLst>
            <pc:docMk/>
            <pc:sldMk cId="4007336711" sldId="329"/>
            <ac:spMk id="424" creationId="{83531422-6493-7487-2E33-9CEC779D8552}"/>
          </ac:spMkLst>
        </pc:spChg>
        <pc:spChg chg="add del mod">
          <ac:chgData name="Robert de Groote" userId="2ce5265b-80a0-4fb8-a62a-8035e9b0c45a" providerId="ADAL" clId="{26C0FC0F-787E-4AFE-AA9A-4E52AC6E2AD8}" dt="2025-09-21T09:55:58.293" v="27571"/>
          <ac:spMkLst>
            <pc:docMk/>
            <pc:sldMk cId="4007336711" sldId="329"/>
            <ac:spMk id="425" creationId="{D1586A42-CED7-18FB-0B82-D1DDD559BD5C}"/>
          </ac:spMkLst>
        </pc:spChg>
        <pc:spChg chg="add del mod">
          <ac:chgData name="Robert de Groote" userId="2ce5265b-80a0-4fb8-a62a-8035e9b0c45a" providerId="ADAL" clId="{26C0FC0F-787E-4AFE-AA9A-4E52AC6E2AD8}" dt="2025-09-21T09:55:58.293" v="27571"/>
          <ac:spMkLst>
            <pc:docMk/>
            <pc:sldMk cId="4007336711" sldId="329"/>
            <ac:spMk id="426" creationId="{340CC646-E198-443B-2534-58A55C622805}"/>
          </ac:spMkLst>
        </pc:spChg>
        <pc:spChg chg="add del mod">
          <ac:chgData name="Robert de Groote" userId="2ce5265b-80a0-4fb8-a62a-8035e9b0c45a" providerId="ADAL" clId="{26C0FC0F-787E-4AFE-AA9A-4E52AC6E2AD8}" dt="2025-09-21T09:55:58.198" v="27530"/>
          <ac:spMkLst>
            <pc:docMk/>
            <pc:sldMk cId="4007336711" sldId="329"/>
            <ac:spMk id="427" creationId="{12949368-987C-39CB-DFDE-7CCB56ECDE78}"/>
          </ac:spMkLst>
        </pc:spChg>
        <pc:spChg chg="add del mod">
          <ac:chgData name="Robert de Groote" userId="2ce5265b-80a0-4fb8-a62a-8035e9b0c45a" providerId="ADAL" clId="{26C0FC0F-787E-4AFE-AA9A-4E52AC6E2AD8}" dt="2025-09-21T09:55:58.230" v="27539"/>
          <ac:spMkLst>
            <pc:docMk/>
            <pc:sldMk cId="4007336711" sldId="329"/>
            <ac:spMk id="428" creationId="{906C5773-4302-C283-DD84-0DE203C4085B}"/>
          </ac:spMkLst>
        </pc:spChg>
        <pc:spChg chg="add del mod">
          <ac:chgData name="Robert de Groote" userId="2ce5265b-80a0-4fb8-a62a-8035e9b0c45a" providerId="ADAL" clId="{26C0FC0F-787E-4AFE-AA9A-4E52AC6E2AD8}" dt="2025-09-21T09:55:58.261" v="27548"/>
          <ac:spMkLst>
            <pc:docMk/>
            <pc:sldMk cId="4007336711" sldId="329"/>
            <ac:spMk id="429" creationId="{F3D5AC3C-36E5-3AAF-637F-910B237E74B5}"/>
          </ac:spMkLst>
        </pc:spChg>
        <pc:spChg chg="add del mod">
          <ac:chgData name="Robert de Groote" userId="2ce5265b-80a0-4fb8-a62a-8035e9b0c45a" providerId="ADAL" clId="{26C0FC0F-787E-4AFE-AA9A-4E52AC6E2AD8}" dt="2025-09-21T09:55:58.277" v="27557"/>
          <ac:spMkLst>
            <pc:docMk/>
            <pc:sldMk cId="4007336711" sldId="329"/>
            <ac:spMk id="430" creationId="{4D3248AE-6726-26B9-C962-9E72EA53A616}"/>
          </ac:spMkLst>
        </pc:spChg>
        <pc:spChg chg="add del mod">
          <ac:chgData name="Robert de Groote" userId="2ce5265b-80a0-4fb8-a62a-8035e9b0c45a" providerId="ADAL" clId="{26C0FC0F-787E-4AFE-AA9A-4E52AC6E2AD8}" dt="2025-09-21T09:56:01.636" v="27633"/>
          <ac:spMkLst>
            <pc:docMk/>
            <pc:sldMk cId="4007336711" sldId="329"/>
            <ac:spMk id="431" creationId="{68E4C80D-F206-FE7F-04C6-12C269E2C82B}"/>
          </ac:spMkLst>
        </pc:spChg>
        <pc:spChg chg="add del mod">
          <ac:chgData name="Robert de Groote" userId="2ce5265b-80a0-4fb8-a62a-8035e9b0c45a" providerId="ADAL" clId="{26C0FC0F-787E-4AFE-AA9A-4E52AC6E2AD8}" dt="2025-09-21T09:56:01.636" v="27633"/>
          <ac:spMkLst>
            <pc:docMk/>
            <pc:sldMk cId="4007336711" sldId="329"/>
            <ac:spMk id="432" creationId="{24583595-A8ED-8021-2614-F9C6A3B35A5F}"/>
          </ac:spMkLst>
        </pc:spChg>
        <pc:spChg chg="add del mod">
          <ac:chgData name="Robert de Groote" userId="2ce5265b-80a0-4fb8-a62a-8035e9b0c45a" providerId="ADAL" clId="{26C0FC0F-787E-4AFE-AA9A-4E52AC6E2AD8}" dt="2025-09-21T09:56:01.542" v="27592"/>
          <ac:spMkLst>
            <pc:docMk/>
            <pc:sldMk cId="4007336711" sldId="329"/>
            <ac:spMk id="433" creationId="{D5167A68-76A1-045E-42D2-B9093BB45812}"/>
          </ac:spMkLst>
        </pc:spChg>
        <pc:spChg chg="add del mod">
          <ac:chgData name="Robert de Groote" userId="2ce5265b-80a0-4fb8-a62a-8035e9b0c45a" providerId="ADAL" clId="{26C0FC0F-787E-4AFE-AA9A-4E52AC6E2AD8}" dt="2025-09-21T09:56:01.574" v="27601"/>
          <ac:spMkLst>
            <pc:docMk/>
            <pc:sldMk cId="4007336711" sldId="329"/>
            <ac:spMk id="434" creationId="{CF47185F-6921-499A-3F09-154AE817881F}"/>
          </ac:spMkLst>
        </pc:spChg>
        <pc:spChg chg="add del mod">
          <ac:chgData name="Robert de Groote" userId="2ce5265b-80a0-4fb8-a62a-8035e9b0c45a" providerId="ADAL" clId="{26C0FC0F-787E-4AFE-AA9A-4E52AC6E2AD8}" dt="2025-09-21T09:56:01.605" v="27610"/>
          <ac:spMkLst>
            <pc:docMk/>
            <pc:sldMk cId="4007336711" sldId="329"/>
            <ac:spMk id="435" creationId="{E3A192FD-9F01-221F-7D33-DEFB5EC9125C}"/>
          </ac:spMkLst>
        </pc:spChg>
        <pc:spChg chg="add del mod">
          <ac:chgData name="Robert de Groote" userId="2ce5265b-80a0-4fb8-a62a-8035e9b0c45a" providerId="ADAL" clId="{26C0FC0F-787E-4AFE-AA9A-4E52AC6E2AD8}" dt="2025-09-21T09:56:01.621" v="27619"/>
          <ac:spMkLst>
            <pc:docMk/>
            <pc:sldMk cId="4007336711" sldId="329"/>
            <ac:spMk id="436" creationId="{29A1F79D-6A92-FD0E-5AE0-90A2ACA14E02}"/>
          </ac:spMkLst>
        </pc:spChg>
        <pc:spChg chg="add del mod">
          <ac:chgData name="Robert de Groote" userId="2ce5265b-80a0-4fb8-a62a-8035e9b0c45a" providerId="ADAL" clId="{26C0FC0F-787E-4AFE-AA9A-4E52AC6E2AD8}" dt="2025-09-21T09:56:09.491" v="27696"/>
          <ac:spMkLst>
            <pc:docMk/>
            <pc:sldMk cId="4007336711" sldId="329"/>
            <ac:spMk id="437" creationId="{16B2DE0D-E28D-C91A-DFDE-FE85C3999879}"/>
          </ac:spMkLst>
        </pc:spChg>
        <pc:spChg chg="add del mod">
          <ac:chgData name="Robert de Groote" userId="2ce5265b-80a0-4fb8-a62a-8035e9b0c45a" providerId="ADAL" clId="{26C0FC0F-787E-4AFE-AA9A-4E52AC6E2AD8}" dt="2025-09-21T09:56:09.491" v="27696"/>
          <ac:spMkLst>
            <pc:docMk/>
            <pc:sldMk cId="4007336711" sldId="329"/>
            <ac:spMk id="438" creationId="{A0D37F5E-654D-34D4-5877-E0A1A00684A0}"/>
          </ac:spMkLst>
        </pc:spChg>
        <pc:spChg chg="add del mod">
          <ac:chgData name="Robert de Groote" userId="2ce5265b-80a0-4fb8-a62a-8035e9b0c45a" providerId="ADAL" clId="{26C0FC0F-787E-4AFE-AA9A-4E52AC6E2AD8}" dt="2025-09-21T09:56:09.403" v="27655"/>
          <ac:spMkLst>
            <pc:docMk/>
            <pc:sldMk cId="4007336711" sldId="329"/>
            <ac:spMk id="439" creationId="{27F3C8E8-FA01-DD2F-96AB-67835C7F4842}"/>
          </ac:spMkLst>
        </pc:spChg>
        <pc:spChg chg="add del mod">
          <ac:chgData name="Robert de Groote" userId="2ce5265b-80a0-4fb8-a62a-8035e9b0c45a" providerId="ADAL" clId="{26C0FC0F-787E-4AFE-AA9A-4E52AC6E2AD8}" dt="2025-09-21T09:56:09.429" v="27664"/>
          <ac:spMkLst>
            <pc:docMk/>
            <pc:sldMk cId="4007336711" sldId="329"/>
            <ac:spMk id="440" creationId="{E3B85DC2-D838-0798-3A2D-959EFDBC0428}"/>
          </ac:spMkLst>
        </pc:spChg>
        <pc:spChg chg="add del mod">
          <ac:chgData name="Robert de Groote" userId="2ce5265b-80a0-4fb8-a62a-8035e9b0c45a" providerId="ADAL" clId="{26C0FC0F-787E-4AFE-AA9A-4E52AC6E2AD8}" dt="2025-09-21T09:56:09.448" v="27673"/>
          <ac:spMkLst>
            <pc:docMk/>
            <pc:sldMk cId="4007336711" sldId="329"/>
            <ac:spMk id="441" creationId="{4A1E1DF3-AC89-9CD5-1117-4F01771C909D}"/>
          </ac:spMkLst>
        </pc:spChg>
        <pc:spChg chg="add del mod">
          <ac:chgData name="Robert de Groote" userId="2ce5265b-80a0-4fb8-a62a-8035e9b0c45a" providerId="ADAL" clId="{26C0FC0F-787E-4AFE-AA9A-4E52AC6E2AD8}" dt="2025-09-21T09:56:09.477" v="27682"/>
          <ac:spMkLst>
            <pc:docMk/>
            <pc:sldMk cId="4007336711" sldId="329"/>
            <ac:spMk id="442" creationId="{8EA966B0-DA24-2450-AECD-C892589A2124}"/>
          </ac:spMkLst>
        </pc:spChg>
        <pc:spChg chg="add del mod">
          <ac:chgData name="Robert de Groote" userId="2ce5265b-80a0-4fb8-a62a-8035e9b0c45a" providerId="ADAL" clId="{26C0FC0F-787E-4AFE-AA9A-4E52AC6E2AD8}" dt="2025-09-21T09:56:13.965" v="27759"/>
          <ac:spMkLst>
            <pc:docMk/>
            <pc:sldMk cId="4007336711" sldId="329"/>
            <ac:spMk id="443" creationId="{32CCE35D-13AF-AE97-D6B8-5DE1F683D1AE}"/>
          </ac:spMkLst>
        </pc:spChg>
        <pc:spChg chg="add del mod">
          <ac:chgData name="Robert de Groote" userId="2ce5265b-80a0-4fb8-a62a-8035e9b0c45a" providerId="ADAL" clId="{26C0FC0F-787E-4AFE-AA9A-4E52AC6E2AD8}" dt="2025-09-21T09:56:13.965" v="27759"/>
          <ac:spMkLst>
            <pc:docMk/>
            <pc:sldMk cId="4007336711" sldId="329"/>
            <ac:spMk id="444" creationId="{E28299B9-3331-887E-8E40-37E5F9487AA2}"/>
          </ac:spMkLst>
        </pc:spChg>
        <pc:spChg chg="add del mod">
          <ac:chgData name="Robert de Groote" userId="2ce5265b-80a0-4fb8-a62a-8035e9b0c45a" providerId="ADAL" clId="{26C0FC0F-787E-4AFE-AA9A-4E52AC6E2AD8}" dt="2025-09-21T09:56:13.824" v="27718"/>
          <ac:spMkLst>
            <pc:docMk/>
            <pc:sldMk cId="4007336711" sldId="329"/>
            <ac:spMk id="445" creationId="{BFAE04FF-535F-C539-45BF-C84B2A4966EC}"/>
          </ac:spMkLst>
        </pc:spChg>
        <pc:spChg chg="add del mod">
          <ac:chgData name="Robert de Groote" userId="2ce5265b-80a0-4fb8-a62a-8035e9b0c45a" providerId="ADAL" clId="{26C0FC0F-787E-4AFE-AA9A-4E52AC6E2AD8}" dt="2025-09-21T09:56:13.880" v="27727"/>
          <ac:spMkLst>
            <pc:docMk/>
            <pc:sldMk cId="4007336711" sldId="329"/>
            <ac:spMk id="446" creationId="{04C9C94D-CA13-F4B0-5CF7-D22CF0CB922E}"/>
          </ac:spMkLst>
        </pc:spChg>
        <pc:spChg chg="add del mod">
          <ac:chgData name="Robert de Groote" userId="2ce5265b-80a0-4fb8-a62a-8035e9b0c45a" providerId="ADAL" clId="{26C0FC0F-787E-4AFE-AA9A-4E52AC6E2AD8}" dt="2025-09-21T09:56:13.902" v="27736"/>
          <ac:spMkLst>
            <pc:docMk/>
            <pc:sldMk cId="4007336711" sldId="329"/>
            <ac:spMk id="447" creationId="{B5125096-F703-75A2-C69B-1315BF34D53E}"/>
          </ac:spMkLst>
        </pc:spChg>
        <pc:spChg chg="add del mod">
          <ac:chgData name="Robert de Groote" userId="2ce5265b-80a0-4fb8-a62a-8035e9b0c45a" providerId="ADAL" clId="{26C0FC0F-787E-4AFE-AA9A-4E52AC6E2AD8}" dt="2025-09-21T09:56:13.949" v="27745"/>
          <ac:spMkLst>
            <pc:docMk/>
            <pc:sldMk cId="4007336711" sldId="329"/>
            <ac:spMk id="448" creationId="{E2B8F0B2-D2FB-1F74-5E4F-0B8D68E78CC6}"/>
          </ac:spMkLst>
        </pc:spChg>
        <pc:spChg chg="add del mod">
          <ac:chgData name="Robert de Groote" userId="2ce5265b-80a0-4fb8-a62a-8035e9b0c45a" providerId="ADAL" clId="{26C0FC0F-787E-4AFE-AA9A-4E52AC6E2AD8}" dt="2025-09-21T09:56:20.800" v="27822"/>
          <ac:spMkLst>
            <pc:docMk/>
            <pc:sldMk cId="4007336711" sldId="329"/>
            <ac:spMk id="449" creationId="{F5C717A6-EFE2-10DD-01C4-BCCBD19F1FF5}"/>
          </ac:spMkLst>
        </pc:spChg>
        <pc:spChg chg="add del mod">
          <ac:chgData name="Robert de Groote" userId="2ce5265b-80a0-4fb8-a62a-8035e9b0c45a" providerId="ADAL" clId="{26C0FC0F-787E-4AFE-AA9A-4E52AC6E2AD8}" dt="2025-09-21T09:56:20.800" v="27822"/>
          <ac:spMkLst>
            <pc:docMk/>
            <pc:sldMk cId="4007336711" sldId="329"/>
            <ac:spMk id="450" creationId="{26C80AFF-61B9-CCAB-F2AB-A8E7D990BD59}"/>
          </ac:spMkLst>
        </pc:spChg>
        <pc:spChg chg="add del mod">
          <ac:chgData name="Robert de Groote" userId="2ce5265b-80a0-4fb8-a62a-8035e9b0c45a" providerId="ADAL" clId="{26C0FC0F-787E-4AFE-AA9A-4E52AC6E2AD8}" dt="2025-09-21T09:56:20.695" v="27781"/>
          <ac:spMkLst>
            <pc:docMk/>
            <pc:sldMk cId="4007336711" sldId="329"/>
            <ac:spMk id="451" creationId="{FA72124B-5F39-BA3B-215A-6D1C80E05221}"/>
          </ac:spMkLst>
        </pc:spChg>
        <pc:spChg chg="add del mod">
          <ac:chgData name="Robert de Groote" userId="2ce5265b-80a0-4fb8-a62a-8035e9b0c45a" providerId="ADAL" clId="{26C0FC0F-787E-4AFE-AA9A-4E52AC6E2AD8}" dt="2025-09-21T09:56:20.725" v="27790"/>
          <ac:spMkLst>
            <pc:docMk/>
            <pc:sldMk cId="4007336711" sldId="329"/>
            <ac:spMk id="452" creationId="{53BEA855-7FC3-F392-CC9F-A9DCEFB10AC0}"/>
          </ac:spMkLst>
        </pc:spChg>
        <pc:spChg chg="add del mod">
          <ac:chgData name="Robert de Groote" userId="2ce5265b-80a0-4fb8-a62a-8035e9b0c45a" providerId="ADAL" clId="{26C0FC0F-787E-4AFE-AA9A-4E52AC6E2AD8}" dt="2025-09-21T09:56:20.750" v="27799"/>
          <ac:spMkLst>
            <pc:docMk/>
            <pc:sldMk cId="4007336711" sldId="329"/>
            <ac:spMk id="453" creationId="{B0B2DF94-6FB3-AF4F-4F4E-79E6ECF85BBD}"/>
          </ac:spMkLst>
        </pc:spChg>
        <pc:spChg chg="add del mod">
          <ac:chgData name="Robert de Groote" userId="2ce5265b-80a0-4fb8-a62a-8035e9b0c45a" providerId="ADAL" clId="{26C0FC0F-787E-4AFE-AA9A-4E52AC6E2AD8}" dt="2025-09-21T09:56:20.769" v="27808"/>
          <ac:spMkLst>
            <pc:docMk/>
            <pc:sldMk cId="4007336711" sldId="329"/>
            <ac:spMk id="454" creationId="{BF830F7F-A3EA-71B1-223A-853D5002444F}"/>
          </ac:spMkLst>
        </pc:spChg>
        <pc:spChg chg="add del mod">
          <ac:chgData name="Robert de Groote" userId="2ce5265b-80a0-4fb8-a62a-8035e9b0c45a" providerId="ADAL" clId="{26C0FC0F-787E-4AFE-AA9A-4E52AC6E2AD8}" dt="2025-09-21T09:56:25.379" v="27885"/>
          <ac:spMkLst>
            <pc:docMk/>
            <pc:sldMk cId="4007336711" sldId="329"/>
            <ac:spMk id="455" creationId="{9098AD12-86B2-204F-7DBE-51D0F81D88F5}"/>
          </ac:spMkLst>
        </pc:spChg>
        <pc:spChg chg="add del mod">
          <ac:chgData name="Robert de Groote" userId="2ce5265b-80a0-4fb8-a62a-8035e9b0c45a" providerId="ADAL" clId="{26C0FC0F-787E-4AFE-AA9A-4E52AC6E2AD8}" dt="2025-09-21T09:56:25.379" v="27885"/>
          <ac:spMkLst>
            <pc:docMk/>
            <pc:sldMk cId="4007336711" sldId="329"/>
            <ac:spMk id="456" creationId="{84048924-9AFE-DC1A-951D-ED982A47C190}"/>
          </ac:spMkLst>
        </pc:spChg>
        <pc:spChg chg="add del mod">
          <ac:chgData name="Robert de Groote" userId="2ce5265b-80a0-4fb8-a62a-8035e9b0c45a" providerId="ADAL" clId="{26C0FC0F-787E-4AFE-AA9A-4E52AC6E2AD8}" dt="2025-09-21T09:56:25.269" v="27844"/>
          <ac:spMkLst>
            <pc:docMk/>
            <pc:sldMk cId="4007336711" sldId="329"/>
            <ac:spMk id="457" creationId="{361BCFA9-D7A7-36C4-784C-611ED07AF80C}"/>
          </ac:spMkLst>
        </pc:spChg>
        <pc:spChg chg="add del mod">
          <ac:chgData name="Robert de Groote" userId="2ce5265b-80a0-4fb8-a62a-8035e9b0c45a" providerId="ADAL" clId="{26C0FC0F-787E-4AFE-AA9A-4E52AC6E2AD8}" dt="2025-09-21T09:56:25.304" v="27853"/>
          <ac:spMkLst>
            <pc:docMk/>
            <pc:sldMk cId="4007336711" sldId="329"/>
            <ac:spMk id="458" creationId="{13785632-5935-508D-C4FC-51C56AB3A1B8}"/>
          </ac:spMkLst>
        </pc:spChg>
        <pc:spChg chg="add del mod">
          <ac:chgData name="Robert de Groote" userId="2ce5265b-80a0-4fb8-a62a-8035e9b0c45a" providerId="ADAL" clId="{26C0FC0F-787E-4AFE-AA9A-4E52AC6E2AD8}" dt="2025-09-21T09:56:25.332" v="27862"/>
          <ac:spMkLst>
            <pc:docMk/>
            <pc:sldMk cId="4007336711" sldId="329"/>
            <ac:spMk id="459" creationId="{CB3B0EF3-6447-9597-063D-D43A8D6AD098}"/>
          </ac:spMkLst>
        </pc:spChg>
        <pc:spChg chg="add del mod">
          <ac:chgData name="Robert de Groote" userId="2ce5265b-80a0-4fb8-a62a-8035e9b0c45a" providerId="ADAL" clId="{26C0FC0F-787E-4AFE-AA9A-4E52AC6E2AD8}" dt="2025-09-21T09:56:25.363" v="27871"/>
          <ac:spMkLst>
            <pc:docMk/>
            <pc:sldMk cId="4007336711" sldId="329"/>
            <ac:spMk id="460" creationId="{3E7556F5-578F-B7CE-9DB4-16362FF83FCA}"/>
          </ac:spMkLst>
        </pc:spChg>
        <pc:spChg chg="add del mod">
          <ac:chgData name="Robert de Groote" userId="2ce5265b-80a0-4fb8-a62a-8035e9b0c45a" providerId="ADAL" clId="{26C0FC0F-787E-4AFE-AA9A-4E52AC6E2AD8}" dt="2025-09-21T09:56:33.403" v="27948"/>
          <ac:spMkLst>
            <pc:docMk/>
            <pc:sldMk cId="4007336711" sldId="329"/>
            <ac:spMk id="461" creationId="{DC9AE928-F934-641D-8282-D1CBF9C8E67B}"/>
          </ac:spMkLst>
        </pc:spChg>
        <pc:spChg chg="add del mod">
          <ac:chgData name="Robert de Groote" userId="2ce5265b-80a0-4fb8-a62a-8035e9b0c45a" providerId="ADAL" clId="{26C0FC0F-787E-4AFE-AA9A-4E52AC6E2AD8}" dt="2025-09-21T09:56:33.403" v="27948"/>
          <ac:spMkLst>
            <pc:docMk/>
            <pc:sldMk cId="4007336711" sldId="329"/>
            <ac:spMk id="462" creationId="{C9D07267-2684-111E-5760-BFBA5717F20E}"/>
          </ac:spMkLst>
        </pc:spChg>
        <pc:spChg chg="add del mod">
          <ac:chgData name="Robert de Groote" userId="2ce5265b-80a0-4fb8-a62a-8035e9b0c45a" providerId="ADAL" clId="{26C0FC0F-787E-4AFE-AA9A-4E52AC6E2AD8}" dt="2025-09-21T09:56:33.302" v="27907"/>
          <ac:spMkLst>
            <pc:docMk/>
            <pc:sldMk cId="4007336711" sldId="329"/>
            <ac:spMk id="463" creationId="{24A2FEAB-5BAB-1918-B0F5-5D2BFBC9BDEB}"/>
          </ac:spMkLst>
        </pc:spChg>
        <pc:spChg chg="add del mod">
          <ac:chgData name="Robert de Groote" userId="2ce5265b-80a0-4fb8-a62a-8035e9b0c45a" providerId="ADAL" clId="{26C0FC0F-787E-4AFE-AA9A-4E52AC6E2AD8}" dt="2025-09-21T09:56:33.339" v="27916"/>
          <ac:spMkLst>
            <pc:docMk/>
            <pc:sldMk cId="4007336711" sldId="329"/>
            <ac:spMk id="464" creationId="{D858BDC5-7F4A-58F6-33C7-6D6808ED643C}"/>
          </ac:spMkLst>
        </pc:spChg>
        <pc:spChg chg="add del mod">
          <ac:chgData name="Robert de Groote" userId="2ce5265b-80a0-4fb8-a62a-8035e9b0c45a" providerId="ADAL" clId="{26C0FC0F-787E-4AFE-AA9A-4E52AC6E2AD8}" dt="2025-09-21T09:56:33.356" v="27925"/>
          <ac:spMkLst>
            <pc:docMk/>
            <pc:sldMk cId="4007336711" sldId="329"/>
            <ac:spMk id="465" creationId="{2EF37E3E-9E59-8C6E-C0F7-46FBF27E19F0}"/>
          </ac:spMkLst>
        </pc:spChg>
        <pc:spChg chg="add del mod">
          <ac:chgData name="Robert de Groote" userId="2ce5265b-80a0-4fb8-a62a-8035e9b0c45a" providerId="ADAL" clId="{26C0FC0F-787E-4AFE-AA9A-4E52AC6E2AD8}" dt="2025-09-21T09:56:33.387" v="27934"/>
          <ac:spMkLst>
            <pc:docMk/>
            <pc:sldMk cId="4007336711" sldId="329"/>
            <ac:spMk id="466" creationId="{C57E19EA-6205-75D0-BE2D-E2C36340BA01}"/>
          </ac:spMkLst>
        </pc:spChg>
        <pc:spChg chg="add del mod">
          <ac:chgData name="Robert de Groote" userId="2ce5265b-80a0-4fb8-a62a-8035e9b0c45a" providerId="ADAL" clId="{26C0FC0F-787E-4AFE-AA9A-4E52AC6E2AD8}" dt="2025-09-21T09:56:40.510" v="28011"/>
          <ac:spMkLst>
            <pc:docMk/>
            <pc:sldMk cId="4007336711" sldId="329"/>
            <ac:spMk id="467" creationId="{0621BAC0-F397-E9B4-BF59-4137A23416C7}"/>
          </ac:spMkLst>
        </pc:spChg>
        <pc:spChg chg="add del mod">
          <ac:chgData name="Robert de Groote" userId="2ce5265b-80a0-4fb8-a62a-8035e9b0c45a" providerId="ADAL" clId="{26C0FC0F-787E-4AFE-AA9A-4E52AC6E2AD8}" dt="2025-09-21T09:56:40.510" v="28011"/>
          <ac:spMkLst>
            <pc:docMk/>
            <pc:sldMk cId="4007336711" sldId="329"/>
            <ac:spMk id="468" creationId="{9D873480-C617-4AF3-47B0-107355E53A1C}"/>
          </ac:spMkLst>
        </pc:spChg>
        <pc:spChg chg="add del mod">
          <ac:chgData name="Robert de Groote" userId="2ce5265b-80a0-4fb8-a62a-8035e9b0c45a" providerId="ADAL" clId="{26C0FC0F-787E-4AFE-AA9A-4E52AC6E2AD8}" dt="2025-09-21T09:56:40.416" v="27970"/>
          <ac:spMkLst>
            <pc:docMk/>
            <pc:sldMk cId="4007336711" sldId="329"/>
            <ac:spMk id="469" creationId="{6B0709FC-961B-E833-D324-1BC29F5D8EED}"/>
          </ac:spMkLst>
        </pc:spChg>
        <pc:spChg chg="add del mod">
          <ac:chgData name="Robert de Groote" userId="2ce5265b-80a0-4fb8-a62a-8035e9b0c45a" providerId="ADAL" clId="{26C0FC0F-787E-4AFE-AA9A-4E52AC6E2AD8}" dt="2025-09-21T09:56:40.447" v="27979"/>
          <ac:spMkLst>
            <pc:docMk/>
            <pc:sldMk cId="4007336711" sldId="329"/>
            <ac:spMk id="470" creationId="{2D6B6EDF-9294-1EAD-5FCD-7BF58CC2C4E5}"/>
          </ac:spMkLst>
        </pc:spChg>
        <pc:spChg chg="add del mod">
          <ac:chgData name="Robert de Groote" userId="2ce5265b-80a0-4fb8-a62a-8035e9b0c45a" providerId="ADAL" clId="{26C0FC0F-787E-4AFE-AA9A-4E52AC6E2AD8}" dt="2025-09-21T09:56:40.478" v="27988"/>
          <ac:spMkLst>
            <pc:docMk/>
            <pc:sldMk cId="4007336711" sldId="329"/>
            <ac:spMk id="471" creationId="{E4E17AF3-D1A1-EAE0-DF13-E324E2113091}"/>
          </ac:spMkLst>
        </pc:spChg>
        <pc:spChg chg="add del mod">
          <ac:chgData name="Robert de Groote" userId="2ce5265b-80a0-4fb8-a62a-8035e9b0c45a" providerId="ADAL" clId="{26C0FC0F-787E-4AFE-AA9A-4E52AC6E2AD8}" dt="2025-09-21T09:56:40.494" v="27997"/>
          <ac:spMkLst>
            <pc:docMk/>
            <pc:sldMk cId="4007336711" sldId="329"/>
            <ac:spMk id="472" creationId="{08F986DD-8F8C-1194-38E2-CFFF74C0ADF3}"/>
          </ac:spMkLst>
        </pc:spChg>
        <pc:spChg chg="add del mod">
          <ac:chgData name="Robert de Groote" userId="2ce5265b-80a0-4fb8-a62a-8035e9b0c45a" providerId="ADAL" clId="{26C0FC0F-787E-4AFE-AA9A-4E52AC6E2AD8}" dt="2025-09-21T09:56:45.221" v="28074"/>
          <ac:spMkLst>
            <pc:docMk/>
            <pc:sldMk cId="4007336711" sldId="329"/>
            <ac:spMk id="473" creationId="{CD5BAE98-1D56-24A5-969C-6782CEB14504}"/>
          </ac:spMkLst>
        </pc:spChg>
        <pc:spChg chg="add del mod">
          <ac:chgData name="Robert de Groote" userId="2ce5265b-80a0-4fb8-a62a-8035e9b0c45a" providerId="ADAL" clId="{26C0FC0F-787E-4AFE-AA9A-4E52AC6E2AD8}" dt="2025-09-21T09:56:45.221" v="28074"/>
          <ac:spMkLst>
            <pc:docMk/>
            <pc:sldMk cId="4007336711" sldId="329"/>
            <ac:spMk id="474" creationId="{A0539BCC-FDDE-AAE3-A3C6-C9C1297F6905}"/>
          </ac:spMkLst>
        </pc:spChg>
        <pc:spChg chg="add del mod">
          <ac:chgData name="Robert de Groote" userId="2ce5265b-80a0-4fb8-a62a-8035e9b0c45a" providerId="ADAL" clId="{26C0FC0F-787E-4AFE-AA9A-4E52AC6E2AD8}" dt="2025-09-21T09:56:45.143" v="28033"/>
          <ac:spMkLst>
            <pc:docMk/>
            <pc:sldMk cId="4007336711" sldId="329"/>
            <ac:spMk id="475" creationId="{820EF561-5BDA-4C99-133A-3388D5F7E6F8}"/>
          </ac:spMkLst>
        </pc:spChg>
        <pc:spChg chg="add del mod">
          <ac:chgData name="Robert de Groote" userId="2ce5265b-80a0-4fb8-a62a-8035e9b0c45a" providerId="ADAL" clId="{26C0FC0F-787E-4AFE-AA9A-4E52AC6E2AD8}" dt="2025-09-21T09:56:45.158" v="28042"/>
          <ac:spMkLst>
            <pc:docMk/>
            <pc:sldMk cId="4007336711" sldId="329"/>
            <ac:spMk id="476" creationId="{9E07E042-3F45-A4C5-82DE-B8F11F0E2C27}"/>
          </ac:spMkLst>
        </pc:spChg>
        <pc:spChg chg="add del mod">
          <ac:chgData name="Robert de Groote" userId="2ce5265b-80a0-4fb8-a62a-8035e9b0c45a" providerId="ADAL" clId="{26C0FC0F-787E-4AFE-AA9A-4E52AC6E2AD8}" dt="2025-09-21T09:56:45.190" v="28051"/>
          <ac:spMkLst>
            <pc:docMk/>
            <pc:sldMk cId="4007336711" sldId="329"/>
            <ac:spMk id="477" creationId="{2D07F55E-CBB4-B607-E09E-2A1217026AE4}"/>
          </ac:spMkLst>
        </pc:spChg>
        <pc:spChg chg="add del mod">
          <ac:chgData name="Robert de Groote" userId="2ce5265b-80a0-4fb8-a62a-8035e9b0c45a" providerId="ADAL" clId="{26C0FC0F-787E-4AFE-AA9A-4E52AC6E2AD8}" dt="2025-09-21T09:56:45.205" v="28060"/>
          <ac:spMkLst>
            <pc:docMk/>
            <pc:sldMk cId="4007336711" sldId="329"/>
            <ac:spMk id="478" creationId="{490FBE7B-BAD6-9230-E587-3ACE8648E2CA}"/>
          </ac:spMkLst>
        </pc:spChg>
        <pc:spChg chg="add del mod">
          <ac:chgData name="Robert de Groote" userId="2ce5265b-80a0-4fb8-a62a-8035e9b0c45a" providerId="ADAL" clId="{26C0FC0F-787E-4AFE-AA9A-4E52AC6E2AD8}" dt="2025-09-21T09:56:50.117" v="28137"/>
          <ac:spMkLst>
            <pc:docMk/>
            <pc:sldMk cId="4007336711" sldId="329"/>
            <ac:spMk id="479" creationId="{4E2E1CD1-4307-0DEB-15A1-A7395C38D294}"/>
          </ac:spMkLst>
        </pc:spChg>
        <pc:spChg chg="add del mod">
          <ac:chgData name="Robert de Groote" userId="2ce5265b-80a0-4fb8-a62a-8035e9b0c45a" providerId="ADAL" clId="{26C0FC0F-787E-4AFE-AA9A-4E52AC6E2AD8}" dt="2025-09-21T09:56:50.117" v="28137"/>
          <ac:spMkLst>
            <pc:docMk/>
            <pc:sldMk cId="4007336711" sldId="329"/>
            <ac:spMk id="480" creationId="{F3DC085C-89F5-F3C4-F16C-4BED547DF9EA}"/>
          </ac:spMkLst>
        </pc:spChg>
        <pc:spChg chg="add del mod">
          <ac:chgData name="Robert de Groote" userId="2ce5265b-80a0-4fb8-a62a-8035e9b0c45a" providerId="ADAL" clId="{26C0FC0F-787E-4AFE-AA9A-4E52AC6E2AD8}" dt="2025-09-21T09:56:49.991" v="28096"/>
          <ac:spMkLst>
            <pc:docMk/>
            <pc:sldMk cId="4007336711" sldId="329"/>
            <ac:spMk id="481" creationId="{19CF422C-6478-ACA7-98BC-5F6902BBC7B7}"/>
          </ac:spMkLst>
        </pc:spChg>
        <pc:spChg chg="add del mod">
          <ac:chgData name="Robert de Groote" userId="2ce5265b-80a0-4fb8-a62a-8035e9b0c45a" providerId="ADAL" clId="{26C0FC0F-787E-4AFE-AA9A-4E52AC6E2AD8}" dt="2025-09-21T09:56:50.054" v="28105"/>
          <ac:spMkLst>
            <pc:docMk/>
            <pc:sldMk cId="4007336711" sldId="329"/>
            <ac:spMk id="482" creationId="{99E9CCD1-5A57-B2ED-5489-30AA8C11D73C}"/>
          </ac:spMkLst>
        </pc:spChg>
        <pc:spChg chg="add del mod">
          <ac:chgData name="Robert de Groote" userId="2ce5265b-80a0-4fb8-a62a-8035e9b0c45a" providerId="ADAL" clId="{26C0FC0F-787E-4AFE-AA9A-4E52AC6E2AD8}" dt="2025-09-21T09:56:50.070" v="28114"/>
          <ac:spMkLst>
            <pc:docMk/>
            <pc:sldMk cId="4007336711" sldId="329"/>
            <ac:spMk id="483" creationId="{933972A7-17BF-A62F-2339-57D2987B5983}"/>
          </ac:spMkLst>
        </pc:spChg>
        <pc:spChg chg="add del mod">
          <ac:chgData name="Robert de Groote" userId="2ce5265b-80a0-4fb8-a62a-8035e9b0c45a" providerId="ADAL" clId="{26C0FC0F-787E-4AFE-AA9A-4E52AC6E2AD8}" dt="2025-09-21T09:56:50.101" v="28123"/>
          <ac:spMkLst>
            <pc:docMk/>
            <pc:sldMk cId="4007336711" sldId="329"/>
            <ac:spMk id="484" creationId="{F607AB35-0AF1-D1AB-6FAD-9B0E476E98F7}"/>
          </ac:spMkLst>
        </pc:spChg>
        <pc:spChg chg="add del mod">
          <ac:chgData name="Robert de Groote" userId="2ce5265b-80a0-4fb8-a62a-8035e9b0c45a" providerId="ADAL" clId="{26C0FC0F-787E-4AFE-AA9A-4E52AC6E2AD8}" dt="2025-09-21T09:56:55.704" v="28200"/>
          <ac:spMkLst>
            <pc:docMk/>
            <pc:sldMk cId="4007336711" sldId="329"/>
            <ac:spMk id="485" creationId="{073C0EB9-A80B-7F5F-C6FF-2C79072D277C}"/>
          </ac:spMkLst>
        </pc:spChg>
        <pc:spChg chg="add del mod">
          <ac:chgData name="Robert de Groote" userId="2ce5265b-80a0-4fb8-a62a-8035e9b0c45a" providerId="ADAL" clId="{26C0FC0F-787E-4AFE-AA9A-4E52AC6E2AD8}" dt="2025-09-21T09:56:55.704" v="28200"/>
          <ac:spMkLst>
            <pc:docMk/>
            <pc:sldMk cId="4007336711" sldId="329"/>
            <ac:spMk id="486" creationId="{52A3B08D-EDBC-A3E4-E1FC-B4E28DA772F4}"/>
          </ac:spMkLst>
        </pc:spChg>
        <pc:spChg chg="add del mod">
          <ac:chgData name="Robert de Groote" userId="2ce5265b-80a0-4fb8-a62a-8035e9b0c45a" providerId="ADAL" clId="{26C0FC0F-787E-4AFE-AA9A-4E52AC6E2AD8}" dt="2025-09-21T09:56:55.610" v="28159"/>
          <ac:spMkLst>
            <pc:docMk/>
            <pc:sldMk cId="4007336711" sldId="329"/>
            <ac:spMk id="487" creationId="{1404D94B-E5EC-4FB3-656A-CDDF7FDC947D}"/>
          </ac:spMkLst>
        </pc:spChg>
        <pc:spChg chg="add del mod">
          <ac:chgData name="Robert de Groote" userId="2ce5265b-80a0-4fb8-a62a-8035e9b0c45a" providerId="ADAL" clId="{26C0FC0F-787E-4AFE-AA9A-4E52AC6E2AD8}" dt="2025-09-21T09:56:55.641" v="28168"/>
          <ac:spMkLst>
            <pc:docMk/>
            <pc:sldMk cId="4007336711" sldId="329"/>
            <ac:spMk id="488" creationId="{C3603CC0-C33D-0FDA-ED5A-87D16AC1F612}"/>
          </ac:spMkLst>
        </pc:spChg>
        <pc:spChg chg="add del mod">
          <ac:chgData name="Robert de Groote" userId="2ce5265b-80a0-4fb8-a62a-8035e9b0c45a" providerId="ADAL" clId="{26C0FC0F-787E-4AFE-AA9A-4E52AC6E2AD8}" dt="2025-09-21T09:56:55.657" v="28177"/>
          <ac:spMkLst>
            <pc:docMk/>
            <pc:sldMk cId="4007336711" sldId="329"/>
            <ac:spMk id="489" creationId="{30892B0F-C6E1-AEBD-1045-D4666D110291}"/>
          </ac:spMkLst>
        </pc:spChg>
        <pc:spChg chg="add del mod">
          <ac:chgData name="Robert de Groote" userId="2ce5265b-80a0-4fb8-a62a-8035e9b0c45a" providerId="ADAL" clId="{26C0FC0F-787E-4AFE-AA9A-4E52AC6E2AD8}" dt="2025-09-21T09:56:55.673" v="28186"/>
          <ac:spMkLst>
            <pc:docMk/>
            <pc:sldMk cId="4007336711" sldId="329"/>
            <ac:spMk id="490" creationId="{45240D8A-D19C-5040-7ECA-7CF1677670D0}"/>
          </ac:spMkLst>
        </pc:spChg>
        <pc:spChg chg="add del mod">
          <ac:chgData name="Robert de Groote" userId="2ce5265b-80a0-4fb8-a62a-8035e9b0c45a" providerId="ADAL" clId="{26C0FC0F-787E-4AFE-AA9A-4E52AC6E2AD8}" dt="2025-09-21T09:57:11.598" v="28264"/>
          <ac:spMkLst>
            <pc:docMk/>
            <pc:sldMk cId="4007336711" sldId="329"/>
            <ac:spMk id="491" creationId="{F9740F3E-92FD-30AF-AF5A-E215612F4F87}"/>
          </ac:spMkLst>
        </pc:spChg>
        <pc:spChg chg="add del mod">
          <ac:chgData name="Robert de Groote" userId="2ce5265b-80a0-4fb8-a62a-8035e9b0c45a" providerId="ADAL" clId="{26C0FC0F-787E-4AFE-AA9A-4E52AC6E2AD8}" dt="2025-09-21T09:57:11.598" v="28264"/>
          <ac:spMkLst>
            <pc:docMk/>
            <pc:sldMk cId="4007336711" sldId="329"/>
            <ac:spMk id="492" creationId="{1358EF2B-EC17-E744-FAC0-4782E03A9A8A}"/>
          </ac:spMkLst>
        </pc:spChg>
        <pc:spChg chg="add del mod">
          <ac:chgData name="Robert de Groote" userId="2ce5265b-80a0-4fb8-a62a-8035e9b0c45a" providerId="ADAL" clId="{26C0FC0F-787E-4AFE-AA9A-4E52AC6E2AD8}" dt="2025-09-21T09:57:11.497" v="28223"/>
          <ac:spMkLst>
            <pc:docMk/>
            <pc:sldMk cId="4007336711" sldId="329"/>
            <ac:spMk id="493" creationId="{31AABB6D-C371-4E0F-CD80-96A0EEA5C327}"/>
          </ac:spMkLst>
        </pc:spChg>
        <pc:spChg chg="add del mod">
          <ac:chgData name="Robert de Groote" userId="2ce5265b-80a0-4fb8-a62a-8035e9b0c45a" providerId="ADAL" clId="{26C0FC0F-787E-4AFE-AA9A-4E52AC6E2AD8}" dt="2025-09-21T09:57:11.518" v="28232"/>
          <ac:spMkLst>
            <pc:docMk/>
            <pc:sldMk cId="4007336711" sldId="329"/>
            <ac:spMk id="494" creationId="{D67D76C8-2CAA-A2E1-9FBB-04573A6E4F7E}"/>
          </ac:spMkLst>
        </pc:spChg>
        <pc:spChg chg="add del mod">
          <ac:chgData name="Robert de Groote" userId="2ce5265b-80a0-4fb8-a62a-8035e9b0c45a" providerId="ADAL" clId="{26C0FC0F-787E-4AFE-AA9A-4E52AC6E2AD8}" dt="2025-09-21T09:57:11.549" v="28241"/>
          <ac:spMkLst>
            <pc:docMk/>
            <pc:sldMk cId="4007336711" sldId="329"/>
            <ac:spMk id="495" creationId="{BDB8B8F6-631E-50B4-784D-6A5DCF12B77C}"/>
          </ac:spMkLst>
        </pc:spChg>
        <pc:spChg chg="add del mod">
          <ac:chgData name="Robert de Groote" userId="2ce5265b-80a0-4fb8-a62a-8035e9b0c45a" providerId="ADAL" clId="{26C0FC0F-787E-4AFE-AA9A-4E52AC6E2AD8}" dt="2025-09-21T09:57:11.580" v="28250"/>
          <ac:spMkLst>
            <pc:docMk/>
            <pc:sldMk cId="4007336711" sldId="329"/>
            <ac:spMk id="496" creationId="{AEB722FB-01C2-C878-053E-DBE10EDF40F7}"/>
          </ac:spMkLst>
        </pc:spChg>
        <pc:spChg chg="add del mod">
          <ac:chgData name="Robert de Groote" userId="2ce5265b-80a0-4fb8-a62a-8035e9b0c45a" providerId="ADAL" clId="{26C0FC0F-787E-4AFE-AA9A-4E52AC6E2AD8}" dt="2025-09-21T09:57:14.344" v="28326"/>
          <ac:spMkLst>
            <pc:docMk/>
            <pc:sldMk cId="4007336711" sldId="329"/>
            <ac:spMk id="497" creationId="{BB5FDF4A-FC73-6796-D0A3-E80E8692CA10}"/>
          </ac:spMkLst>
        </pc:spChg>
        <pc:spChg chg="add del mod">
          <ac:chgData name="Robert de Groote" userId="2ce5265b-80a0-4fb8-a62a-8035e9b0c45a" providerId="ADAL" clId="{26C0FC0F-787E-4AFE-AA9A-4E52AC6E2AD8}" dt="2025-09-21T09:57:14.344" v="28326"/>
          <ac:spMkLst>
            <pc:docMk/>
            <pc:sldMk cId="4007336711" sldId="329"/>
            <ac:spMk id="498" creationId="{9A0693B8-ABDA-BF0E-B797-E2CB0652EC24}"/>
          </ac:spMkLst>
        </pc:spChg>
        <pc:spChg chg="add del mod">
          <ac:chgData name="Robert de Groote" userId="2ce5265b-80a0-4fb8-a62a-8035e9b0c45a" providerId="ADAL" clId="{26C0FC0F-787E-4AFE-AA9A-4E52AC6E2AD8}" dt="2025-09-21T09:57:14.219" v="28285"/>
          <ac:spMkLst>
            <pc:docMk/>
            <pc:sldMk cId="4007336711" sldId="329"/>
            <ac:spMk id="499" creationId="{95AC1CDC-16F5-AF80-AE9D-5351B09D8B79}"/>
          </ac:spMkLst>
        </pc:spChg>
        <pc:spChg chg="add del mod">
          <ac:chgData name="Robert de Groote" userId="2ce5265b-80a0-4fb8-a62a-8035e9b0c45a" providerId="ADAL" clId="{26C0FC0F-787E-4AFE-AA9A-4E52AC6E2AD8}" dt="2025-09-21T09:57:14.266" v="28294"/>
          <ac:spMkLst>
            <pc:docMk/>
            <pc:sldMk cId="4007336711" sldId="329"/>
            <ac:spMk id="500" creationId="{D250A01F-652A-77E0-6F35-31D78437EC41}"/>
          </ac:spMkLst>
        </pc:spChg>
        <pc:spChg chg="add del mod">
          <ac:chgData name="Robert de Groote" userId="2ce5265b-80a0-4fb8-a62a-8035e9b0c45a" providerId="ADAL" clId="{26C0FC0F-787E-4AFE-AA9A-4E52AC6E2AD8}" dt="2025-09-21T09:57:14.281" v="28303"/>
          <ac:spMkLst>
            <pc:docMk/>
            <pc:sldMk cId="4007336711" sldId="329"/>
            <ac:spMk id="501" creationId="{DE73C508-33AA-6D60-692A-0814402C7147}"/>
          </ac:spMkLst>
        </pc:spChg>
        <pc:spChg chg="add del mod">
          <ac:chgData name="Robert de Groote" userId="2ce5265b-80a0-4fb8-a62a-8035e9b0c45a" providerId="ADAL" clId="{26C0FC0F-787E-4AFE-AA9A-4E52AC6E2AD8}" dt="2025-09-21T09:57:14.313" v="28312"/>
          <ac:spMkLst>
            <pc:docMk/>
            <pc:sldMk cId="4007336711" sldId="329"/>
            <ac:spMk id="502" creationId="{EC85983B-3115-FEA6-0A10-BC5E3D7467AC}"/>
          </ac:spMkLst>
        </pc:spChg>
        <pc:spChg chg="add del mod">
          <ac:chgData name="Robert de Groote" userId="2ce5265b-80a0-4fb8-a62a-8035e9b0c45a" providerId="ADAL" clId="{26C0FC0F-787E-4AFE-AA9A-4E52AC6E2AD8}" dt="2025-09-21T09:57:19.133" v="28389"/>
          <ac:spMkLst>
            <pc:docMk/>
            <pc:sldMk cId="4007336711" sldId="329"/>
            <ac:spMk id="503" creationId="{5703AD38-55F4-72F7-F4E2-CF4A2AF68AC4}"/>
          </ac:spMkLst>
        </pc:spChg>
        <pc:spChg chg="add del mod">
          <ac:chgData name="Robert de Groote" userId="2ce5265b-80a0-4fb8-a62a-8035e9b0c45a" providerId="ADAL" clId="{26C0FC0F-787E-4AFE-AA9A-4E52AC6E2AD8}" dt="2025-09-21T09:57:19.133" v="28389"/>
          <ac:spMkLst>
            <pc:docMk/>
            <pc:sldMk cId="4007336711" sldId="329"/>
            <ac:spMk id="504" creationId="{603A6F53-C98E-D25C-A8AA-BD16ED075FD4}"/>
          </ac:spMkLst>
        </pc:spChg>
        <pc:spChg chg="add del mod">
          <ac:chgData name="Robert de Groote" userId="2ce5265b-80a0-4fb8-a62a-8035e9b0c45a" providerId="ADAL" clId="{26C0FC0F-787E-4AFE-AA9A-4E52AC6E2AD8}" dt="2025-09-21T09:57:18.991" v="28348"/>
          <ac:spMkLst>
            <pc:docMk/>
            <pc:sldMk cId="4007336711" sldId="329"/>
            <ac:spMk id="505" creationId="{D8AF511E-54A8-0B39-FB08-472FB9D508B6}"/>
          </ac:spMkLst>
        </pc:spChg>
        <pc:spChg chg="add del mod">
          <ac:chgData name="Robert de Groote" userId="2ce5265b-80a0-4fb8-a62a-8035e9b0c45a" providerId="ADAL" clId="{26C0FC0F-787E-4AFE-AA9A-4E52AC6E2AD8}" dt="2025-09-21T09:57:19.054" v="28357"/>
          <ac:spMkLst>
            <pc:docMk/>
            <pc:sldMk cId="4007336711" sldId="329"/>
            <ac:spMk id="506" creationId="{3EC0AEAB-874D-A587-BCD4-A1C204FE3E12}"/>
          </ac:spMkLst>
        </pc:spChg>
        <pc:spChg chg="add del mod">
          <ac:chgData name="Robert de Groote" userId="2ce5265b-80a0-4fb8-a62a-8035e9b0c45a" providerId="ADAL" clId="{26C0FC0F-787E-4AFE-AA9A-4E52AC6E2AD8}" dt="2025-09-21T09:57:19.070" v="28366"/>
          <ac:spMkLst>
            <pc:docMk/>
            <pc:sldMk cId="4007336711" sldId="329"/>
            <ac:spMk id="507" creationId="{1E102CE1-CD92-BB80-3480-C298615EBCBC}"/>
          </ac:spMkLst>
        </pc:spChg>
        <pc:spChg chg="add del mod">
          <ac:chgData name="Robert de Groote" userId="2ce5265b-80a0-4fb8-a62a-8035e9b0c45a" providerId="ADAL" clId="{26C0FC0F-787E-4AFE-AA9A-4E52AC6E2AD8}" dt="2025-09-21T09:57:19.101" v="28375"/>
          <ac:spMkLst>
            <pc:docMk/>
            <pc:sldMk cId="4007336711" sldId="329"/>
            <ac:spMk id="508" creationId="{C51681B3-6E7C-EAF4-A6C7-8EBA864BAC9C}"/>
          </ac:spMkLst>
        </pc:spChg>
        <pc:spChg chg="add del mod">
          <ac:chgData name="Robert de Groote" userId="2ce5265b-80a0-4fb8-a62a-8035e9b0c45a" providerId="ADAL" clId="{26C0FC0F-787E-4AFE-AA9A-4E52AC6E2AD8}" dt="2025-09-21T09:57:23.697" v="28452"/>
          <ac:spMkLst>
            <pc:docMk/>
            <pc:sldMk cId="4007336711" sldId="329"/>
            <ac:spMk id="509" creationId="{F7F99071-8F71-DC34-0881-DCCEE4A45DF1}"/>
          </ac:spMkLst>
        </pc:spChg>
        <pc:spChg chg="add del mod">
          <ac:chgData name="Robert de Groote" userId="2ce5265b-80a0-4fb8-a62a-8035e9b0c45a" providerId="ADAL" clId="{26C0FC0F-787E-4AFE-AA9A-4E52AC6E2AD8}" dt="2025-09-21T09:57:23.697" v="28452"/>
          <ac:spMkLst>
            <pc:docMk/>
            <pc:sldMk cId="4007336711" sldId="329"/>
            <ac:spMk id="510" creationId="{BD1EFC67-F12B-4E0D-47C6-F38FA814FB47}"/>
          </ac:spMkLst>
        </pc:spChg>
        <pc:spChg chg="add del mod">
          <ac:chgData name="Robert de Groote" userId="2ce5265b-80a0-4fb8-a62a-8035e9b0c45a" providerId="ADAL" clId="{26C0FC0F-787E-4AFE-AA9A-4E52AC6E2AD8}" dt="2025-09-21T09:57:23.602" v="28411"/>
          <ac:spMkLst>
            <pc:docMk/>
            <pc:sldMk cId="4007336711" sldId="329"/>
            <ac:spMk id="511" creationId="{AE0D4516-56A6-DBD2-20D3-8C66C9A99469}"/>
          </ac:spMkLst>
        </pc:spChg>
        <pc:spChg chg="add del mod">
          <ac:chgData name="Robert de Groote" userId="2ce5265b-80a0-4fb8-a62a-8035e9b0c45a" providerId="ADAL" clId="{26C0FC0F-787E-4AFE-AA9A-4E52AC6E2AD8}" dt="2025-09-21T09:57:23.628" v="28420"/>
          <ac:spMkLst>
            <pc:docMk/>
            <pc:sldMk cId="4007336711" sldId="329"/>
            <ac:spMk id="512" creationId="{8D98836F-31A4-B0BE-CD57-82A0A7B75D18}"/>
          </ac:spMkLst>
        </pc:spChg>
        <pc:spChg chg="add del mod">
          <ac:chgData name="Robert de Groote" userId="2ce5265b-80a0-4fb8-a62a-8035e9b0c45a" providerId="ADAL" clId="{26C0FC0F-787E-4AFE-AA9A-4E52AC6E2AD8}" dt="2025-09-21T09:57:23.648" v="28429"/>
          <ac:spMkLst>
            <pc:docMk/>
            <pc:sldMk cId="4007336711" sldId="329"/>
            <ac:spMk id="513" creationId="{5B8C5148-1423-E9EF-1990-95195DB5C53C}"/>
          </ac:spMkLst>
        </pc:spChg>
        <pc:spChg chg="add del mod">
          <ac:chgData name="Robert de Groote" userId="2ce5265b-80a0-4fb8-a62a-8035e9b0c45a" providerId="ADAL" clId="{26C0FC0F-787E-4AFE-AA9A-4E52AC6E2AD8}" dt="2025-09-21T09:57:23.664" v="28438"/>
          <ac:spMkLst>
            <pc:docMk/>
            <pc:sldMk cId="4007336711" sldId="329"/>
            <ac:spMk id="514" creationId="{6A896A11-ACCD-737C-EDAF-52E790B44BF4}"/>
          </ac:spMkLst>
        </pc:spChg>
        <pc:spChg chg="add del mod">
          <ac:chgData name="Robert de Groote" userId="2ce5265b-80a0-4fb8-a62a-8035e9b0c45a" providerId="ADAL" clId="{26C0FC0F-787E-4AFE-AA9A-4E52AC6E2AD8}" dt="2025-09-21T09:57:30.135" v="28515"/>
          <ac:spMkLst>
            <pc:docMk/>
            <pc:sldMk cId="4007336711" sldId="329"/>
            <ac:spMk id="515" creationId="{203028CA-D957-AF60-A3B8-8196EFFF886A}"/>
          </ac:spMkLst>
        </pc:spChg>
        <pc:spChg chg="add del mod">
          <ac:chgData name="Robert de Groote" userId="2ce5265b-80a0-4fb8-a62a-8035e9b0c45a" providerId="ADAL" clId="{26C0FC0F-787E-4AFE-AA9A-4E52AC6E2AD8}" dt="2025-09-21T09:57:30.135" v="28515"/>
          <ac:spMkLst>
            <pc:docMk/>
            <pc:sldMk cId="4007336711" sldId="329"/>
            <ac:spMk id="516" creationId="{E6FF2689-F693-34B6-C248-313553265ECB}"/>
          </ac:spMkLst>
        </pc:spChg>
        <pc:spChg chg="add del mod">
          <ac:chgData name="Robert de Groote" userId="2ce5265b-80a0-4fb8-a62a-8035e9b0c45a" providerId="ADAL" clId="{26C0FC0F-787E-4AFE-AA9A-4E52AC6E2AD8}" dt="2025-09-21T09:57:30.042" v="28474"/>
          <ac:spMkLst>
            <pc:docMk/>
            <pc:sldMk cId="4007336711" sldId="329"/>
            <ac:spMk id="517" creationId="{924F5AB0-C09F-7010-212D-5B14162B0365}"/>
          </ac:spMkLst>
        </pc:spChg>
        <pc:spChg chg="add del mod">
          <ac:chgData name="Robert de Groote" userId="2ce5265b-80a0-4fb8-a62a-8035e9b0c45a" providerId="ADAL" clId="{26C0FC0F-787E-4AFE-AA9A-4E52AC6E2AD8}" dt="2025-09-21T09:57:30.073" v="28483"/>
          <ac:spMkLst>
            <pc:docMk/>
            <pc:sldMk cId="4007336711" sldId="329"/>
            <ac:spMk id="518" creationId="{E1763090-91BC-A0E4-33C1-BEB8C564C67B}"/>
          </ac:spMkLst>
        </pc:spChg>
        <pc:spChg chg="add del mod">
          <ac:chgData name="Robert de Groote" userId="2ce5265b-80a0-4fb8-a62a-8035e9b0c45a" providerId="ADAL" clId="{26C0FC0F-787E-4AFE-AA9A-4E52AC6E2AD8}" dt="2025-09-21T09:57:30.104" v="28492"/>
          <ac:spMkLst>
            <pc:docMk/>
            <pc:sldMk cId="4007336711" sldId="329"/>
            <ac:spMk id="519" creationId="{A4463A21-BF06-DA93-9837-A45271ECE7C0}"/>
          </ac:spMkLst>
        </pc:spChg>
        <pc:spChg chg="add del mod">
          <ac:chgData name="Robert de Groote" userId="2ce5265b-80a0-4fb8-a62a-8035e9b0c45a" providerId="ADAL" clId="{26C0FC0F-787E-4AFE-AA9A-4E52AC6E2AD8}" dt="2025-09-21T09:57:30.120" v="28501"/>
          <ac:spMkLst>
            <pc:docMk/>
            <pc:sldMk cId="4007336711" sldId="329"/>
            <ac:spMk id="520" creationId="{D06C2DAE-7377-82E1-8A19-0CF113FEAE1E}"/>
          </ac:spMkLst>
        </pc:spChg>
        <pc:spChg chg="add del mod">
          <ac:chgData name="Robert de Groote" userId="2ce5265b-80a0-4fb8-a62a-8035e9b0c45a" providerId="ADAL" clId="{26C0FC0F-787E-4AFE-AA9A-4E52AC6E2AD8}" dt="2025-09-21T09:57:35.607" v="28578"/>
          <ac:spMkLst>
            <pc:docMk/>
            <pc:sldMk cId="4007336711" sldId="329"/>
            <ac:spMk id="521" creationId="{9DBC48D3-ACDC-CBB0-DE95-6F81156CE469}"/>
          </ac:spMkLst>
        </pc:spChg>
        <pc:spChg chg="add del mod">
          <ac:chgData name="Robert de Groote" userId="2ce5265b-80a0-4fb8-a62a-8035e9b0c45a" providerId="ADAL" clId="{26C0FC0F-787E-4AFE-AA9A-4E52AC6E2AD8}" dt="2025-09-21T09:57:35.607" v="28578"/>
          <ac:spMkLst>
            <pc:docMk/>
            <pc:sldMk cId="4007336711" sldId="329"/>
            <ac:spMk id="522" creationId="{ED3620A2-CBE6-1A4C-7606-190EAFF5F4C1}"/>
          </ac:spMkLst>
        </pc:spChg>
        <pc:spChg chg="add del mod">
          <ac:chgData name="Robert de Groote" userId="2ce5265b-80a0-4fb8-a62a-8035e9b0c45a" providerId="ADAL" clId="{26C0FC0F-787E-4AFE-AA9A-4E52AC6E2AD8}" dt="2025-09-21T09:57:35.513" v="28537"/>
          <ac:spMkLst>
            <pc:docMk/>
            <pc:sldMk cId="4007336711" sldId="329"/>
            <ac:spMk id="523" creationId="{76B9A1C3-4854-AD0B-CB73-DA75B309D89F}"/>
          </ac:spMkLst>
        </pc:spChg>
        <pc:spChg chg="add del mod">
          <ac:chgData name="Robert de Groote" userId="2ce5265b-80a0-4fb8-a62a-8035e9b0c45a" providerId="ADAL" clId="{26C0FC0F-787E-4AFE-AA9A-4E52AC6E2AD8}" dt="2025-09-21T09:57:35.544" v="28546"/>
          <ac:spMkLst>
            <pc:docMk/>
            <pc:sldMk cId="4007336711" sldId="329"/>
            <ac:spMk id="524" creationId="{9A34863C-92AE-90B2-A23D-CBC87C14259C}"/>
          </ac:spMkLst>
        </pc:spChg>
        <pc:spChg chg="add del mod">
          <ac:chgData name="Robert de Groote" userId="2ce5265b-80a0-4fb8-a62a-8035e9b0c45a" providerId="ADAL" clId="{26C0FC0F-787E-4AFE-AA9A-4E52AC6E2AD8}" dt="2025-09-21T09:57:35.576" v="28555"/>
          <ac:spMkLst>
            <pc:docMk/>
            <pc:sldMk cId="4007336711" sldId="329"/>
            <ac:spMk id="525" creationId="{FE56A8B9-FCCA-7AA2-AE40-1C89E511BADB}"/>
          </ac:spMkLst>
        </pc:spChg>
        <pc:spChg chg="add del mod">
          <ac:chgData name="Robert de Groote" userId="2ce5265b-80a0-4fb8-a62a-8035e9b0c45a" providerId="ADAL" clId="{26C0FC0F-787E-4AFE-AA9A-4E52AC6E2AD8}" dt="2025-09-21T09:57:35.592" v="28564"/>
          <ac:spMkLst>
            <pc:docMk/>
            <pc:sldMk cId="4007336711" sldId="329"/>
            <ac:spMk id="526" creationId="{4F4F43C4-D8A0-A814-0AAB-3F5477B5A17A}"/>
          </ac:spMkLst>
        </pc:spChg>
        <pc:spChg chg="add del mod">
          <ac:chgData name="Robert de Groote" userId="2ce5265b-80a0-4fb8-a62a-8035e9b0c45a" providerId="ADAL" clId="{26C0FC0F-787E-4AFE-AA9A-4E52AC6E2AD8}" dt="2025-09-21T09:57:39.900" v="28641"/>
          <ac:spMkLst>
            <pc:docMk/>
            <pc:sldMk cId="4007336711" sldId="329"/>
            <ac:spMk id="527" creationId="{3185A72C-359B-6AF1-0FAF-1112CC1A222D}"/>
          </ac:spMkLst>
        </pc:spChg>
        <pc:spChg chg="add del mod">
          <ac:chgData name="Robert de Groote" userId="2ce5265b-80a0-4fb8-a62a-8035e9b0c45a" providerId="ADAL" clId="{26C0FC0F-787E-4AFE-AA9A-4E52AC6E2AD8}" dt="2025-09-21T09:57:39.900" v="28641"/>
          <ac:spMkLst>
            <pc:docMk/>
            <pc:sldMk cId="4007336711" sldId="329"/>
            <ac:spMk id="528" creationId="{2DB3AB37-B689-7BFF-1622-79BE9CBCA855}"/>
          </ac:spMkLst>
        </pc:spChg>
        <pc:spChg chg="add del mod">
          <ac:chgData name="Robert de Groote" userId="2ce5265b-80a0-4fb8-a62a-8035e9b0c45a" providerId="ADAL" clId="{26C0FC0F-787E-4AFE-AA9A-4E52AC6E2AD8}" dt="2025-09-21T09:57:39.805" v="28600"/>
          <ac:spMkLst>
            <pc:docMk/>
            <pc:sldMk cId="4007336711" sldId="329"/>
            <ac:spMk id="529" creationId="{28D17CDE-D643-CFED-C456-5B6DAEB69ED8}"/>
          </ac:spMkLst>
        </pc:spChg>
        <pc:spChg chg="add del mod">
          <ac:chgData name="Robert de Groote" userId="2ce5265b-80a0-4fb8-a62a-8035e9b0c45a" providerId="ADAL" clId="{26C0FC0F-787E-4AFE-AA9A-4E52AC6E2AD8}" dt="2025-09-21T09:57:39.828" v="28609"/>
          <ac:spMkLst>
            <pc:docMk/>
            <pc:sldMk cId="4007336711" sldId="329"/>
            <ac:spMk id="530" creationId="{26ED0B98-0DF9-2A9F-FE46-F943FD015FDB}"/>
          </ac:spMkLst>
        </pc:spChg>
        <pc:spChg chg="add del mod">
          <ac:chgData name="Robert de Groote" userId="2ce5265b-80a0-4fb8-a62a-8035e9b0c45a" providerId="ADAL" clId="{26C0FC0F-787E-4AFE-AA9A-4E52AC6E2AD8}" dt="2025-09-21T09:57:39.853" v="28618"/>
          <ac:spMkLst>
            <pc:docMk/>
            <pc:sldMk cId="4007336711" sldId="329"/>
            <ac:spMk id="531" creationId="{83F55EA6-C21A-4947-64C8-B08D8F385652}"/>
          </ac:spMkLst>
        </pc:spChg>
        <pc:spChg chg="add del mod">
          <ac:chgData name="Robert de Groote" userId="2ce5265b-80a0-4fb8-a62a-8035e9b0c45a" providerId="ADAL" clId="{26C0FC0F-787E-4AFE-AA9A-4E52AC6E2AD8}" dt="2025-09-21T09:57:39.889" v="28627"/>
          <ac:spMkLst>
            <pc:docMk/>
            <pc:sldMk cId="4007336711" sldId="329"/>
            <ac:spMk id="532" creationId="{35AE8A37-E8A9-1651-CFE6-864AEBCA9880}"/>
          </ac:spMkLst>
        </pc:spChg>
        <pc:spChg chg="add del mod">
          <ac:chgData name="Robert de Groote" userId="2ce5265b-80a0-4fb8-a62a-8035e9b0c45a" providerId="ADAL" clId="{26C0FC0F-787E-4AFE-AA9A-4E52AC6E2AD8}" dt="2025-09-21T09:57:44.837" v="28704"/>
          <ac:spMkLst>
            <pc:docMk/>
            <pc:sldMk cId="4007336711" sldId="329"/>
            <ac:spMk id="533" creationId="{50760254-4BAC-1575-1BE9-91FE335311E0}"/>
          </ac:spMkLst>
        </pc:spChg>
        <pc:spChg chg="add del mod">
          <ac:chgData name="Robert de Groote" userId="2ce5265b-80a0-4fb8-a62a-8035e9b0c45a" providerId="ADAL" clId="{26C0FC0F-787E-4AFE-AA9A-4E52AC6E2AD8}" dt="2025-09-21T09:57:44.837" v="28704"/>
          <ac:spMkLst>
            <pc:docMk/>
            <pc:sldMk cId="4007336711" sldId="329"/>
            <ac:spMk id="534" creationId="{1D16F131-7773-5AC5-63C7-8CA876C1ED35}"/>
          </ac:spMkLst>
        </pc:spChg>
        <pc:spChg chg="add del mod">
          <ac:chgData name="Robert de Groote" userId="2ce5265b-80a0-4fb8-a62a-8035e9b0c45a" providerId="ADAL" clId="{26C0FC0F-787E-4AFE-AA9A-4E52AC6E2AD8}" dt="2025-09-21T09:57:44.759" v="28663"/>
          <ac:spMkLst>
            <pc:docMk/>
            <pc:sldMk cId="4007336711" sldId="329"/>
            <ac:spMk id="535" creationId="{6207D72F-8153-A78F-F988-D9D7B84E7DC7}"/>
          </ac:spMkLst>
        </pc:spChg>
        <pc:spChg chg="add del mod">
          <ac:chgData name="Robert de Groote" userId="2ce5265b-80a0-4fb8-a62a-8035e9b0c45a" providerId="ADAL" clId="{26C0FC0F-787E-4AFE-AA9A-4E52AC6E2AD8}" dt="2025-09-21T09:57:44.790" v="28672"/>
          <ac:spMkLst>
            <pc:docMk/>
            <pc:sldMk cId="4007336711" sldId="329"/>
            <ac:spMk id="536" creationId="{6964818D-F216-CB51-3E1D-FBB46B5F24DA}"/>
          </ac:spMkLst>
        </pc:spChg>
        <pc:spChg chg="add del mod">
          <ac:chgData name="Robert de Groote" userId="2ce5265b-80a0-4fb8-a62a-8035e9b0c45a" providerId="ADAL" clId="{26C0FC0F-787E-4AFE-AA9A-4E52AC6E2AD8}" dt="2025-09-21T09:57:44.806" v="28681"/>
          <ac:spMkLst>
            <pc:docMk/>
            <pc:sldMk cId="4007336711" sldId="329"/>
            <ac:spMk id="537" creationId="{BD8FF391-D62D-7957-2E78-289C68DC4359}"/>
          </ac:spMkLst>
        </pc:spChg>
        <pc:spChg chg="add del mod">
          <ac:chgData name="Robert de Groote" userId="2ce5265b-80a0-4fb8-a62a-8035e9b0c45a" providerId="ADAL" clId="{26C0FC0F-787E-4AFE-AA9A-4E52AC6E2AD8}" dt="2025-09-21T09:57:44.822" v="28690"/>
          <ac:spMkLst>
            <pc:docMk/>
            <pc:sldMk cId="4007336711" sldId="329"/>
            <ac:spMk id="538" creationId="{B6D24868-4090-015E-C585-04CFD73C5464}"/>
          </ac:spMkLst>
        </pc:spChg>
        <pc:spChg chg="add del mod">
          <ac:chgData name="Robert de Groote" userId="2ce5265b-80a0-4fb8-a62a-8035e9b0c45a" providerId="ADAL" clId="{26C0FC0F-787E-4AFE-AA9A-4E52AC6E2AD8}" dt="2025-09-21T09:57:52.906" v="28767"/>
          <ac:spMkLst>
            <pc:docMk/>
            <pc:sldMk cId="4007336711" sldId="329"/>
            <ac:spMk id="539" creationId="{BDD05D5C-7E72-0A82-71C3-C12941D658FB}"/>
          </ac:spMkLst>
        </pc:spChg>
        <pc:spChg chg="add del mod">
          <ac:chgData name="Robert de Groote" userId="2ce5265b-80a0-4fb8-a62a-8035e9b0c45a" providerId="ADAL" clId="{26C0FC0F-787E-4AFE-AA9A-4E52AC6E2AD8}" dt="2025-09-21T09:57:52.906" v="28767"/>
          <ac:spMkLst>
            <pc:docMk/>
            <pc:sldMk cId="4007336711" sldId="329"/>
            <ac:spMk id="540" creationId="{ABC7240C-E076-FE05-FF44-6FB507DD8482}"/>
          </ac:spMkLst>
        </pc:spChg>
        <pc:spChg chg="add del mod">
          <ac:chgData name="Robert de Groote" userId="2ce5265b-80a0-4fb8-a62a-8035e9b0c45a" providerId="ADAL" clId="{26C0FC0F-787E-4AFE-AA9A-4E52AC6E2AD8}" dt="2025-09-21T09:57:52.796" v="28726"/>
          <ac:spMkLst>
            <pc:docMk/>
            <pc:sldMk cId="4007336711" sldId="329"/>
            <ac:spMk id="541" creationId="{777A24A6-EC6F-5455-5294-8F20D67B0DA4}"/>
          </ac:spMkLst>
        </pc:spChg>
        <pc:spChg chg="add del mod">
          <ac:chgData name="Robert de Groote" userId="2ce5265b-80a0-4fb8-a62a-8035e9b0c45a" providerId="ADAL" clId="{26C0FC0F-787E-4AFE-AA9A-4E52AC6E2AD8}" dt="2025-09-21T09:57:52.843" v="28735"/>
          <ac:spMkLst>
            <pc:docMk/>
            <pc:sldMk cId="4007336711" sldId="329"/>
            <ac:spMk id="542" creationId="{9436E85B-E936-0457-21B9-B8DFBA95228A}"/>
          </ac:spMkLst>
        </pc:spChg>
        <pc:spChg chg="add del mod">
          <ac:chgData name="Robert de Groote" userId="2ce5265b-80a0-4fb8-a62a-8035e9b0c45a" providerId="ADAL" clId="{26C0FC0F-787E-4AFE-AA9A-4E52AC6E2AD8}" dt="2025-09-21T09:57:52.859" v="28744"/>
          <ac:spMkLst>
            <pc:docMk/>
            <pc:sldMk cId="4007336711" sldId="329"/>
            <ac:spMk id="543" creationId="{94F699C9-C202-9AF8-C82B-EEBFBE176B66}"/>
          </ac:spMkLst>
        </pc:spChg>
        <pc:spChg chg="add del mod">
          <ac:chgData name="Robert de Groote" userId="2ce5265b-80a0-4fb8-a62a-8035e9b0c45a" providerId="ADAL" clId="{26C0FC0F-787E-4AFE-AA9A-4E52AC6E2AD8}" dt="2025-09-21T09:57:52.874" v="28753"/>
          <ac:spMkLst>
            <pc:docMk/>
            <pc:sldMk cId="4007336711" sldId="329"/>
            <ac:spMk id="544" creationId="{8E214718-5329-5C0C-47DE-575450D996DF}"/>
          </ac:spMkLst>
        </pc:spChg>
        <pc:spChg chg="add del mod">
          <ac:chgData name="Robert de Groote" userId="2ce5265b-80a0-4fb8-a62a-8035e9b0c45a" providerId="ADAL" clId="{26C0FC0F-787E-4AFE-AA9A-4E52AC6E2AD8}" dt="2025-09-21T09:57:57.708" v="28830"/>
          <ac:spMkLst>
            <pc:docMk/>
            <pc:sldMk cId="4007336711" sldId="329"/>
            <ac:spMk id="545" creationId="{2E8A1D66-DC21-E8F1-BDC0-DC30559F341D}"/>
          </ac:spMkLst>
        </pc:spChg>
        <pc:spChg chg="add del mod">
          <ac:chgData name="Robert de Groote" userId="2ce5265b-80a0-4fb8-a62a-8035e9b0c45a" providerId="ADAL" clId="{26C0FC0F-787E-4AFE-AA9A-4E52AC6E2AD8}" dt="2025-09-21T09:57:57.708" v="28830"/>
          <ac:spMkLst>
            <pc:docMk/>
            <pc:sldMk cId="4007336711" sldId="329"/>
            <ac:spMk id="546" creationId="{121D7F89-72A4-FAF7-69A6-A12D91E94A6D}"/>
          </ac:spMkLst>
        </pc:spChg>
        <pc:spChg chg="add del mod">
          <ac:chgData name="Robert de Groote" userId="2ce5265b-80a0-4fb8-a62a-8035e9b0c45a" providerId="ADAL" clId="{26C0FC0F-787E-4AFE-AA9A-4E52AC6E2AD8}" dt="2025-09-21T09:57:57.582" v="28789"/>
          <ac:spMkLst>
            <pc:docMk/>
            <pc:sldMk cId="4007336711" sldId="329"/>
            <ac:spMk id="547" creationId="{8F24C430-D0EF-4D86-E092-E7CECDAA1056}"/>
          </ac:spMkLst>
        </pc:spChg>
        <pc:spChg chg="add del mod">
          <ac:chgData name="Robert de Groote" userId="2ce5265b-80a0-4fb8-a62a-8035e9b0c45a" providerId="ADAL" clId="{26C0FC0F-787E-4AFE-AA9A-4E52AC6E2AD8}" dt="2025-09-21T09:57:57.630" v="28798"/>
          <ac:spMkLst>
            <pc:docMk/>
            <pc:sldMk cId="4007336711" sldId="329"/>
            <ac:spMk id="548" creationId="{70A23266-BBC4-EB10-488F-70B673BC6493}"/>
          </ac:spMkLst>
        </pc:spChg>
        <pc:spChg chg="add del mod">
          <ac:chgData name="Robert de Groote" userId="2ce5265b-80a0-4fb8-a62a-8035e9b0c45a" providerId="ADAL" clId="{26C0FC0F-787E-4AFE-AA9A-4E52AC6E2AD8}" dt="2025-09-21T09:57:57.645" v="28807"/>
          <ac:spMkLst>
            <pc:docMk/>
            <pc:sldMk cId="4007336711" sldId="329"/>
            <ac:spMk id="549" creationId="{68B099D8-F259-2EE9-1655-BBE5BA142EBE}"/>
          </ac:spMkLst>
        </pc:spChg>
        <pc:spChg chg="add del mod">
          <ac:chgData name="Robert de Groote" userId="2ce5265b-80a0-4fb8-a62a-8035e9b0c45a" providerId="ADAL" clId="{26C0FC0F-787E-4AFE-AA9A-4E52AC6E2AD8}" dt="2025-09-21T09:57:57.677" v="28816"/>
          <ac:spMkLst>
            <pc:docMk/>
            <pc:sldMk cId="4007336711" sldId="329"/>
            <ac:spMk id="550" creationId="{A48AD20C-9393-1843-E509-C6BAD0C339E9}"/>
          </ac:spMkLst>
        </pc:spChg>
        <pc:spChg chg="add del mod">
          <ac:chgData name="Robert de Groote" userId="2ce5265b-80a0-4fb8-a62a-8035e9b0c45a" providerId="ADAL" clId="{26C0FC0F-787E-4AFE-AA9A-4E52AC6E2AD8}" dt="2025-09-21T09:58:01.813" v="28893"/>
          <ac:spMkLst>
            <pc:docMk/>
            <pc:sldMk cId="4007336711" sldId="329"/>
            <ac:spMk id="551" creationId="{AC97F32E-EBCF-8E66-E005-AB5FEC0651DF}"/>
          </ac:spMkLst>
        </pc:spChg>
        <pc:spChg chg="add del mod">
          <ac:chgData name="Robert de Groote" userId="2ce5265b-80a0-4fb8-a62a-8035e9b0c45a" providerId="ADAL" clId="{26C0FC0F-787E-4AFE-AA9A-4E52AC6E2AD8}" dt="2025-09-21T09:58:01.813" v="28893"/>
          <ac:spMkLst>
            <pc:docMk/>
            <pc:sldMk cId="4007336711" sldId="329"/>
            <ac:spMk id="552" creationId="{35F38226-7C48-F818-998A-3E0F20421A6F}"/>
          </ac:spMkLst>
        </pc:spChg>
        <pc:spChg chg="add del mod">
          <ac:chgData name="Robert de Groote" userId="2ce5265b-80a0-4fb8-a62a-8035e9b0c45a" providerId="ADAL" clId="{26C0FC0F-787E-4AFE-AA9A-4E52AC6E2AD8}" dt="2025-09-21T09:58:01.719" v="28852"/>
          <ac:spMkLst>
            <pc:docMk/>
            <pc:sldMk cId="4007336711" sldId="329"/>
            <ac:spMk id="553" creationId="{B93FC27D-6232-FB68-F742-96EAC9DAD62E}"/>
          </ac:spMkLst>
        </pc:spChg>
        <pc:spChg chg="add del mod">
          <ac:chgData name="Robert de Groote" userId="2ce5265b-80a0-4fb8-a62a-8035e9b0c45a" providerId="ADAL" clId="{26C0FC0F-787E-4AFE-AA9A-4E52AC6E2AD8}" dt="2025-09-21T09:58:01.750" v="28861"/>
          <ac:spMkLst>
            <pc:docMk/>
            <pc:sldMk cId="4007336711" sldId="329"/>
            <ac:spMk id="554" creationId="{AC3AFEBF-08CF-85DB-106B-240228A1483D}"/>
          </ac:spMkLst>
        </pc:spChg>
        <pc:spChg chg="add del mod">
          <ac:chgData name="Robert de Groote" userId="2ce5265b-80a0-4fb8-a62a-8035e9b0c45a" providerId="ADAL" clId="{26C0FC0F-787E-4AFE-AA9A-4E52AC6E2AD8}" dt="2025-09-21T09:58:01.765" v="28870"/>
          <ac:spMkLst>
            <pc:docMk/>
            <pc:sldMk cId="4007336711" sldId="329"/>
            <ac:spMk id="555" creationId="{066E3960-70C6-D43E-54A5-5A3FE6BFD9D1}"/>
          </ac:spMkLst>
        </pc:spChg>
        <pc:spChg chg="add del mod">
          <ac:chgData name="Robert de Groote" userId="2ce5265b-80a0-4fb8-a62a-8035e9b0c45a" providerId="ADAL" clId="{26C0FC0F-787E-4AFE-AA9A-4E52AC6E2AD8}" dt="2025-09-21T09:58:01.781" v="28879"/>
          <ac:spMkLst>
            <pc:docMk/>
            <pc:sldMk cId="4007336711" sldId="329"/>
            <ac:spMk id="556" creationId="{368677A9-0FE6-B145-63DB-B7B90BE13300}"/>
          </ac:spMkLst>
        </pc:spChg>
        <pc:spChg chg="add mod">
          <ac:chgData name="Robert de Groote" userId="2ce5265b-80a0-4fb8-a62a-8035e9b0c45a" providerId="ADAL" clId="{26C0FC0F-787E-4AFE-AA9A-4E52AC6E2AD8}" dt="2025-09-21T10:00:01.729" v="29352" actId="1076"/>
          <ac:spMkLst>
            <pc:docMk/>
            <pc:sldMk cId="4007336711" sldId="329"/>
            <ac:spMk id="557" creationId="{379AE0EB-6526-66F3-E277-82BAA9CA0AAF}"/>
          </ac:spMkLst>
        </pc:spChg>
        <pc:spChg chg="add mod ord">
          <ac:chgData name="Robert de Groote" userId="2ce5265b-80a0-4fb8-a62a-8035e9b0c45a" providerId="ADAL" clId="{26C0FC0F-787E-4AFE-AA9A-4E52AC6E2AD8}" dt="2025-09-21T10:00:01.729" v="29352" actId="1076"/>
          <ac:spMkLst>
            <pc:docMk/>
            <pc:sldMk cId="4007336711" sldId="329"/>
            <ac:spMk id="558" creationId="{63A3EFC5-2DAE-4C6E-00BA-365F4808FB0D}"/>
          </ac:spMkLst>
        </pc:spChg>
        <pc:spChg chg="add del mod ord">
          <ac:chgData name="Robert de Groote" userId="2ce5265b-80a0-4fb8-a62a-8035e9b0c45a" providerId="ADAL" clId="{26C0FC0F-787E-4AFE-AA9A-4E52AC6E2AD8}" dt="2025-09-21T09:58:59.185" v="29141"/>
          <ac:spMkLst>
            <pc:docMk/>
            <pc:sldMk cId="4007336711" sldId="329"/>
            <ac:spMk id="559" creationId="{066DA407-F557-2518-F28D-F4154A385A46}"/>
          </ac:spMkLst>
        </pc:spChg>
        <pc:spChg chg="add del mod ord">
          <ac:chgData name="Robert de Groote" userId="2ce5265b-80a0-4fb8-a62a-8035e9b0c45a" providerId="ADAL" clId="{26C0FC0F-787E-4AFE-AA9A-4E52AC6E2AD8}" dt="2025-09-21T09:58:59.185" v="29141"/>
          <ac:spMkLst>
            <pc:docMk/>
            <pc:sldMk cId="4007336711" sldId="329"/>
            <ac:spMk id="560" creationId="{81154CF0-875B-798D-1AE9-864C4CDD9F96}"/>
          </ac:spMkLst>
        </pc:spChg>
        <pc:spChg chg="add del mod">
          <ac:chgData name="Robert de Groote" userId="2ce5265b-80a0-4fb8-a62a-8035e9b0c45a" providerId="ADAL" clId="{26C0FC0F-787E-4AFE-AA9A-4E52AC6E2AD8}" dt="2025-09-21T09:58:59.185" v="29141"/>
          <ac:spMkLst>
            <pc:docMk/>
            <pc:sldMk cId="4007336711" sldId="329"/>
            <ac:spMk id="561" creationId="{8D2FDE30-6103-C8DD-ACA0-948368EA91DF}"/>
          </ac:spMkLst>
        </pc:spChg>
        <pc:spChg chg="add del mod ord">
          <ac:chgData name="Robert de Groote" userId="2ce5265b-80a0-4fb8-a62a-8035e9b0c45a" providerId="ADAL" clId="{26C0FC0F-787E-4AFE-AA9A-4E52AC6E2AD8}" dt="2025-09-21T09:58:59.185" v="29141"/>
          <ac:spMkLst>
            <pc:docMk/>
            <pc:sldMk cId="4007336711" sldId="329"/>
            <ac:spMk id="562" creationId="{0F9CE7BA-A761-F420-A73F-27109F19A49D}"/>
          </ac:spMkLst>
        </pc:spChg>
        <pc:spChg chg="add del mod ord">
          <ac:chgData name="Robert de Groote" userId="2ce5265b-80a0-4fb8-a62a-8035e9b0c45a" providerId="ADAL" clId="{26C0FC0F-787E-4AFE-AA9A-4E52AC6E2AD8}" dt="2025-09-21T09:58:59.185" v="29141"/>
          <ac:spMkLst>
            <pc:docMk/>
            <pc:sldMk cId="4007336711" sldId="329"/>
            <ac:spMk id="563" creationId="{F70AB843-7596-F5FD-F72B-20D177BA60D8}"/>
          </ac:spMkLst>
        </pc:spChg>
        <pc:spChg chg="add del mod">
          <ac:chgData name="Robert de Groote" userId="2ce5265b-80a0-4fb8-a62a-8035e9b0c45a" providerId="ADAL" clId="{26C0FC0F-787E-4AFE-AA9A-4E52AC6E2AD8}" dt="2025-09-21T09:58:59.185" v="29141"/>
          <ac:spMkLst>
            <pc:docMk/>
            <pc:sldMk cId="4007336711" sldId="329"/>
            <ac:spMk id="564" creationId="{039871AE-A3E6-285B-8BFF-20ADA0FBE916}"/>
          </ac:spMkLst>
        </pc:spChg>
        <pc:spChg chg="add del mod">
          <ac:chgData name="Robert de Groote" userId="2ce5265b-80a0-4fb8-a62a-8035e9b0c45a" providerId="ADAL" clId="{26C0FC0F-787E-4AFE-AA9A-4E52AC6E2AD8}" dt="2025-09-21T09:58:58.350" v="29090"/>
          <ac:spMkLst>
            <pc:docMk/>
            <pc:sldMk cId="4007336711" sldId="329"/>
            <ac:spMk id="565" creationId="{FF99557E-894E-F3C6-0F89-83866FAB78F1}"/>
          </ac:spMkLst>
        </pc:spChg>
        <pc:spChg chg="add del mod">
          <ac:chgData name="Robert de Groote" userId="2ce5265b-80a0-4fb8-a62a-8035e9b0c45a" providerId="ADAL" clId="{26C0FC0F-787E-4AFE-AA9A-4E52AC6E2AD8}" dt="2025-09-21T09:58:58.350" v="29090"/>
          <ac:spMkLst>
            <pc:docMk/>
            <pc:sldMk cId="4007336711" sldId="329"/>
            <ac:spMk id="566" creationId="{63D4FE32-5EFF-B0F2-2976-DCC555EDE3C8}"/>
          </ac:spMkLst>
        </pc:spChg>
        <pc:spChg chg="add del mod">
          <ac:chgData name="Robert de Groote" userId="2ce5265b-80a0-4fb8-a62a-8035e9b0c45a" providerId="ADAL" clId="{26C0FC0F-787E-4AFE-AA9A-4E52AC6E2AD8}" dt="2025-09-21T09:58:58.350" v="29090"/>
          <ac:spMkLst>
            <pc:docMk/>
            <pc:sldMk cId="4007336711" sldId="329"/>
            <ac:spMk id="567" creationId="{3D7262C0-6BBD-1B44-292B-419601CDBB53}"/>
          </ac:spMkLst>
        </pc:spChg>
        <pc:spChg chg="add del mod">
          <ac:chgData name="Robert de Groote" userId="2ce5265b-80a0-4fb8-a62a-8035e9b0c45a" providerId="ADAL" clId="{26C0FC0F-787E-4AFE-AA9A-4E52AC6E2AD8}" dt="2025-09-21T09:58:58.350" v="29090"/>
          <ac:spMkLst>
            <pc:docMk/>
            <pc:sldMk cId="4007336711" sldId="329"/>
            <ac:spMk id="568" creationId="{6A32A81E-5747-78B0-18B5-EE5B74A32487}"/>
          </ac:spMkLst>
        </pc:spChg>
        <pc:spChg chg="add del mod">
          <ac:chgData name="Robert de Groote" userId="2ce5265b-80a0-4fb8-a62a-8035e9b0c45a" providerId="ADAL" clId="{26C0FC0F-787E-4AFE-AA9A-4E52AC6E2AD8}" dt="2025-09-21T09:59:01.915" v="29183"/>
          <ac:spMkLst>
            <pc:docMk/>
            <pc:sldMk cId="4007336711" sldId="329"/>
            <ac:spMk id="569" creationId="{692F9238-04D6-3518-B401-E98D77BB1383}"/>
          </ac:spMkLst>
        </pc:spChg>
        <pc:spChg chg="add del mod">
          <ac:chgData name="Robert de Groote" userId="2ce5265b-80a0-4fb8-a62a-8035e9b0c45a" providerId="ADAL" clId="{26C0FC0F-787E-4AFE-AA9A-4E52AC6E2AD8}" dt="2025-09-21T09:59:01.915" v="29183"/>
          <ac:spMkLst>
            <pc:docMk/>
            <pc:sldMk cId="4007336711" sldId="329"/>
            <ac:spMk id="570" creationId="{D3D77360-0522-7BD5-4D49-E9DC6642D883}"/>
          </ac:spMkLst>
        </pc:spChg>
        <pc:spChg chg="add del mod">
          <ac:chgData name="Robert de Groote" userId="2ce5265b-80a0-4fb8-a62a-8035e9b0c45a" providerId="ADAL" clId="{26C0FC0F-787E-4AFE-AA9A-4E52AC6E2AD8}" dt="2025-09-21T09:59:01.867" v="29162"/>
          <ac:spMkLst>
            <pc:docMk/>
            <pc:sldMk cId="4007336711" sldId="329"/>
            <ac:spMk id="571" creationId="{6BAD8AD8-8194-B31D-EC40-7B18A8A752C1}"/>
          </ac:spMkLst>
        </pc:spChg>
        <pc:spChg chg="add del mod">
          <ac:chgData name="Robert de Groote" userId="2ce5265b-80a0-4fb8-a62a-8035e9b0c45a" providerId="ADAL" clId="{26C0FC0F-787E-4AFE-AA9A-4E52AC6E2AD8}" dt="2025-09-21T09:59:01.898" v="29171"/>
          <ac:spMkLst>
            <pc:docMk/>
            <pc:sldMk cId="4007336711" sldId="329"/>
            <ac:spMk id="572" creationId="{D3D224D2-4E94-1296-A587-B14E6235B44F}"/>
          </ac:spMkLst>
        </pc:spChg>
        <pc:spChg chg="add del mod">
          <ac:chgData name="Robert de Groote" userId="2ce5265b-80a0-4fb8-a62a-8035e9b0c45a" providerId="ADAL" clId="{26C0FC0F-787E-4AFE-AA9A-4E52AC6E2AD8}" dt="2025-09-21T09:59:05.093" v="29225"/>
          <ac:spMkLst>
            <pc:docMk/>
            <pc:sldMk cId="4007336711" sldId="329"/>
            <ac:spMk id="573" creationId="{39CAF19F-62F2-FF39-0A82-951E1205FE9A}"/>
          </ac:spMkLst>
        </pc:spChg>
        <pc:spChg chg="add del mod">
          <ac:chgData name="Robert de Groote" userId="2ce5265b-80a0-4fb8-a62a-8035e9b0c45a" providerId="ADAL" clId="{26C0FC0F-787E-4AFE-AA9A-4E52AC6E2AD8}" dt="2025-09-21T09:59:05.093" v="29225"/>
          <ac:spMkLst>
            <pc:docMk/>
            <pc:sldMk cId="4007336711" sldId="329"/>
            <ac:spMk id="574" creationId="{3081FB3B-8F50-B253-0CA8-A90D5C751B34}"/>
          </ac:spMkLst>
        </pc:spChg>
        <pc:spChg chg="add del mod">
          <ac:chgData name="Robert de Groote" userId="2ce5265b-80a0-4fb8-a62a-8035e9b0c45a" providerId="ADAL" clId="{26C0FC0F-787E-4AFE-AA9A-4E52AC6E2AD8}" dt="2025-09-21T09:59:05.046" v="29204"/>
          <ac:spMkLst>
            <pc:docMk/>
            <pc:sldMk cId="4007336711" sldId="329"/>
            <ac:spMk id="575" creationId="{CD65420E-ACEF-BF69-0433-1758EC38E91B}"/>
          </ac:spMkLst>
        </pc:spChg>
        <pc:spChg chg="add del mod">
          <ac:chgData name="Robert de Groote" userId="2ce5265b-80a0-4fb8-a62a-8035e9b0c45a" providerId="ADAL" clId="{26C0FC0F-787E-4AFE-AA9A-4E52AC6E2AD8}" dt="2025-09-21T09:59:05.062" v="29213"/>
          <ac:spMkLst>
            <pc:docMk/>
            <pc:sldMk cId="4007336711" sldId="329"/>
            <ac:spMk id="576" creationId="{B02F9D27-20BF-B8CB-D067-AC46A3444DA4}"/>
          </ac:spMkLst>
        </pc:spChg>
        <pc:spChg chg="add mod">
          <ac:chgData name="Robert de Groote" userId="2ce5265b-80a0-4fb8-a62a-8035e9b0c45a" providerId="ADAL" clId="{26C0FC0F-787E-4AFE-AA9A-4E52AC6E2AD8}" dt="2025-09-21T09:59:55.650" v="29349"/>
          <ac:spMkLst>
            <pc:docMk/>
            <pc:sldMk cId="4007336711" sldId="329"/>
            <ac:spMk id="577" creationId="{51A97F21-4D8D-C63A-4B21-7E900ABF1EE1}"/>
          </ac:spMkLst>
        </pc:spChg>
        <pc:spChg chg="add mod">
          <ac:chgData name="Robert de Groote" userId="2ce5265b-80a0-4fb8-a62a-8035e9b0c45a" providerId="ADAL" clId="{26C0FC0F-787E-4AFE-AA9A-4E52AC6E2AD8}" dt="2025-09-21T09:59:52.153" v="29289"/>
          <ac:spMkLst>
            <pc:docMk/>
            <pc:sldMk cId="4007336711" sldId="329"/>
            <ac:spMk id="578" creationId="{9E834C72-C6BC-5F1D-E11E-975BCC2E20AE}"/>
          </ac:spMkLst>
        </pc:spChg>
        <pc:spChg chg="add del mod">
          <ac:chgData name="Robert de Groote" userId="2ce5265b-80a0-4fb8-a62a-8035e9b0c45a" providerId="ADAL" clId="{26C0FC0F-787E-4AFE-AA9A-4E52AC6E2AD8}" dt="2025-09-21T09:59:52.153" v="29291"/>
          <ac:spMkLst>
            <pc:docMk/>
            <pc:sldMk cId="4007336711" sldId="329"/>
            <ac:spMk id="579" creationId="{EDD580E1-28E6-6BBF-E242-9AD22ACD9D32}"/>
          </ac:spMkLst>
        </pc:spChg>
        <pc:spChg chg="add del mod">
          <ac:chgData name="Robert de Groote" userId="2ce5265b-80a0-4fb8-a62a-8035e9b0c45a" providerId="ADAL" clId="{26C0FC0F-787E-4AFE-AA9A-4E52AC6E2AD8}" dt="2025-09-21T09:59:52.153" v="29291"/>
          <ac:spMkLst>
            <pc:docMk/>
            <pc:sldMk cId="4007336711" sldId="329"/>
            <ac:spMk id="580" creationId="{0A4CB9CE-848C-7E5D-867D-50167B6CE27C}"/>
          </ac:spMkLst>
        </pc:spChg>
        <pc:spChg chg="add del mod">
          <ac:chgData name="Robert de Groote" userId="2ce5265b-80a0-4fb8-a62a-8035e9b0c45a" providerId="ADAL" clId="{26C0FC0F-787E-4AFE-AA9A-4E52AC6E2AD8}" dt="2025-09-21T09:59:52.075" v="29252"/>
          <ac:spMkLst>
            <pc:docMk/>
            <pc:sldMk cId="4007336711" sldId="329"/>
            <ac:spMk id="581" creationId="{ABF66385-C851-AFFB-E6E9-398718A5F397}"/>
          </ac:spMkLst>
        </pc:spChg>
        <pc:spChg chg="add del mod">
          <ac:chgData name="Robert de Groote" userId="2ce5265b-80a0-4fb8-a62a-8035e9b0c45a" providerId="ADAL" clId="{26C0FC0F-787E-4AFE-AA9A-4E52AC6E2AD8}" dt="2025-09-21T09:59:52.108" v="29261"/>
          <ac:spMkLst>
            <pc:docMk/>
            <pc:sldMk cId="4007336711" sldId="329"/>
            <ac:spMk id="582" creationId="{5DCDEDE1-06DC-A97E-EF88-F1F1881B779B}"/>
          </ac:spMkLst>
        </pc:spChg>
        <pc:spChg chg="add del mod">
          <ac:chgData name="Robert de Groote" userId="2ce5265b-80a0-4fb8-a62a-8035e9b0c45a" providerId="ADAL" clId="{26C0FC0F-787E-4AFE-AA9A-4E52AC6E2AD8}" dt="2025-09-21T09:59:52.122" v="29270"/>
          <ac:spMkLst>
            <pc:docMk/>
            <pc:sldMk cId="4007336711" sldId="329"/>
            <ac:spMk id="583" creationId="{10D0A7AE-0DD1-B98F-B4FD-2AB085BBAF0E}"/>
          </ac:spMkLst>
        </pc:spChg>
        <pc:spChg chg="add del mod">
          <ac:chgData name="Robert de Groote" userId="2ce5265b-80a0-4fb8-a62a-8035e9b0c45a" providerId="ADAL" clId="{26C0FC0F-787E-4AFE-AA9A-4E52AC6E2AD8}" dt="2025-09-21T09:59:52.137" v="29279"/>
          <ac:spMkLst>
            <pc:docMk/>
            <pc:sldMk cId="4007336711" sldId="329"/>
            <ac:spMk id="584" creationId="{422F9CD6-A213-335D-379A-4B334BA1B3EB}"/>
          </ac:spMkLst>
        </pc:spChg>
        <pc:spChg chg="add del mod">
          <ac:chgData name="Robert de Groote" userId="2ce5265b-80a0-4fb8-a62a-8035e9b0c45a" providerId="ADAL" clId="{26C0FC0F-787E-4AFE-AA9A-4E52AC6E2AD8}" dt="2025-09-21T09:59:55.650" v="29351"/>
          <ac:spMkLst>
            <pc:docMk/>
            <pc:sldMk cId="4007336711" sldId="329"/>
            <ac:spMk id="585" creationId="{39D2B99F-2897-58F6-089B-D779C68750B3}"/>
          </ac:spMkLst>
        </pc:spChg>
        <pc:spChg chg="add del mod">
          <ac:chgData name="Robert de Groote" userId="2ce5265b-80a0-4fb8-a62a-8035e9b0c45a" providerId="ADAL" clId="{26C0FC0F-787E-4AFE-AA9A-4E52AC6E2AD8}" dt="2025-09-21T09:59:55.650" v="29351"/>
          <ac:spMkLst>
            <pc:docMk/>
            <pc:sldMk cId="4007336711" sldId="329"/>
            <ac:spMk id="586" creationId="{71C6B18A-90A5-C13C-12F0-613221FA60B6}"/>
          </ac:spMkLst>
        </pc:spChg>
        <pc:spChg chg="add del mod">
          <ac:chgData name="Robert de Groote" userId="2ce5265b-80a0-4fb8-a62a-8035e9b0c45a" providerId="ADAL" clId="{26C0FC0F-787E-4AFE-AA9A-4E52AC6E2AD8}" dt="2025-09-21T09:59:55.571" v="29312"/>
          <ac:spMkLst>
            <pc:docMk/>
            <pc:sldMk cId="4007336711" sldId="329"/>
            <ac:spMk id="587" creationId="{ED7BE9B2-EE2A-11CA-0633-FA3B845F8A5D}"/>
          </ac:spMkLst>
        </pc:spChg>
        <pc:spChg chg="add del mod">
          <ac:chgData name="Robert de Groote" userId="2ce5265b-80a0-4fb8-a62a-8035e9b0c45a" providerId="ADAL" clId="{26C0FC0F-787E-4AFE-AA9A-4E52AC6E2AD8}" dt="2025-09-21T09:59:55.603" v="29321"/>
          <ac:spMkLst>
            <pc:docMk/>
            <pc:sldMk cId="4007336711" sldId="329"/>
            <ac:spMk id="588" creationId="{554794D5-9E12-5C03-DFC4-3DD7CEF12F30}"/>
          </ac:spMkLst>
        </pc:spChg>
        <pc:spChg chg="add del mod">
          <ac:chgData name="Robert de Groote" userId="2ce5265b-80a0-4fb8-a62a-8035e9b0c45a" providerId="ADAL" clId="{26C0FC0F-787E-4AFE-AA9A-4E52AC6E2AD8}" dt="2025-09-21T09:59:55.618" v="29330"/>
          <ac:spMkLst>
            <pc:docMk/>
            <pc:sldMk cId="4007336711" sldId="329"/>
            <ac:spMk id="589" creationId="{FA4EEA9F-41ED-9242-0ECE-F2F0D0896104}"/>
          </ac:spMkLst>
        </pc:spChg>
        <pc:spChg chg="add del mod">
          <ac:chgData name="Robert de Groote" userId="2ce5265b-80a0-4fb8-a62a-8035e9b0c45a" providerId="ADAL" clId="{26C0FC0F-787E-4AFE-AA9A-4E52AC6E2AD8}" dt="2025-09-21T09:59:55.634" v="29339"/>
          <ac:spMkLst>
            <pc:docMk/>
            <pc:sldMk cId="4007336711" sldId="329"/>
            <ac:spMk id="590" creationId="{6CD18E0C-57C3-35E9-B4BB-1A2C33845249}"/>
          </ac:spMkLst>
        </pc:spChg>
        <pc:grpChg chg="del">
          <ac:chgData name="Robert de Groote" userId="2ce5265b-80a0-4fb8-a62a-8035e9b0c45a" providerId="ADAL" clId="{26C0FC0F-787E-4AFE-AA9A-4E52AC6E2AD8}" dt="2025-09-21T09:43:22.152" v="26550" actId="478"/>
          <ac:grpSpMkLst>
            <pc:docMk/>
            <pc:sldMk cId="4007336711" sldId="329"/>
            <ac:grpSpMk id="14" creationId="{9988E2FC-9499-43F9-9A6C-7D19532F1845}"/>
          </ac:grpSpMkLst>
        </pc:grpChg>
        <pc:grpChg chg="add mo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31" creationId="{BEE68310-128B-DFE0-72E3-FCD60653F392}"/>
          </ac:grpSpMkLst>
        </pc:grpChg>
        <pc:grpChg chg="add mo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32" creationId="{BE4AF716-5031-F473-9CAD-68ECC7DAA877}"/>
          </ac:grpSpMkLst>
        </pc:grpChg>
        <pc:grpChg chg="add mo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33" creationId="{4317A5D4-74A1-0033-BBF0-D10624D5939C}"/>
          </ac:grpSpMkLst>
        </pc:grpChg>
        <pc:grpChg chg="add mod or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34" creationId="{9D439096-3289-90DB-620E-95FBD872C529}"/>
          </ac:grpSpMkLst>
        </pc:grpChg>
        <pc:grpChg chg="add del mod">
          <ac:chgData name="Robert de Groote" userId="2ce5265b-80a0-4fb8-a62a-8035e9b0c45a" providerId="ADAL" clId="{26C0FC0F-787E-4AFE-AA9A-4E52AC6E2AD8}" dt="2025-09-21T09:46:44.313" v="26687"/>
          <ac:grpSpMkLst>
            <pc:docMk/>
            <pc:sldMk cId="4007336711" sldId="329"/>
            <ac:grpSpMk id="35" creationId="{3B4A2775-89E0-C9D9-7173-9DF23BD508F5}"/>
          </ac:grpSpMkLst>
        </pc:grpChg>
        <pc:grpChg chg="add del mod">
          <ac:chgData name="Robert de Groote" userId="2ce5265b-80a0-4fb8-a62a-8035e9b0c45a" providerId="ADAL" clId="{26C0FC0F-787E-4AFE-AA9A-4E52AC6E2AD8}" dt="2025-09-21T09:46:47.617" v="26729"/>
          <ac:grpSpMkLst>
            <pc:docMk/>
            <pc:sldMk cId="4007336711" sldId="329"/>
            <ac:grpSpMk id="41" creationId="{46C9E18D-1F68-E0B6-73D0-A908C72C64F3}"/>
          </ac:grpSpMkLst>
        </pc:grpChg>
        <pc:grpChg chg="add del mod">
          <ac:chgData name="Robert de Groote" userId="2ce5265b-80a0-4fb8-a62a-8035e9b0c45a" providerId="ADAL" clId="{26C0FC0F-787E-4AFE-AA9A-4E52AC6E2AD8}" dt="2025-09-21T09:46:50.433" v="26771"/>
          <ac:grpSpMkLst>
            <pc:docMk/>
            <pc:sldMk cId="4007336711" sldId="329"/>
            <ac:grpSpMk id="53" creationId="{3C28905D-D3C1-A691-9A86-0D276D56E1F5}"/>
          </ac:grpSpMkLst>
        </pc:grpChg>
        <pc:grpChg chg="add del mod ord">
          <ac:chgData name="Robert de Groote" userId="2ce5265b-80a0-4fb8-a62a-8035e9b0c45a" providerId="ADAL" clId="{26C0FC0F-787E-4AFE-AA9A-4E52AC6E2AD8}" dt="2025-09-21T09:46:52.577" v="26805"/>
          <ac:grpSpMkLst>
            <pc:docMk/>
            <pc:sldMk cId="4007336711" sldId="329"/>
            <ac:grpSpMk id="59" creationId="{2C007702-3559-B02B-9191-3F14C6EAE9AE}"/>
          </ac:grpSpMkLst>
        </pc:grpChg>
        <pc:grpChg chg="add del mod ord">
          <ac:chgData name="Robert de Groote" userId="2ce5265b-80a0-4fb8-a62a-8035e9b0c45a" providerId="ADAL" clId="{26C0FC0F-787E-4AFE-AA9A-4E52AC6E2AD8}" dt="2025-09-21T09:46:52.608" v="26839"/>
          <ac:grpSpMkLst>
            <pc:docMk/>
            <pc:sldMk cId="4007336711" sldId="329"/>
            <ac:grpSpMk id="64" creationId="{EC0090F3-3C15-4FE5-6846-ED7CFBCCDAA2}"/>
          </ac:grpSpMkLst>
        </pc:grpChg>
        <pc:grpChg chg="add del mod">
          <ac:chgData name="Robert de Groote" userId="2ce5265b-80a0-4fb8-a62a-8035e9b0c45a" providerId="ADAL" clId="{26C0FC0F-787E-4AFE-AA9A-4E52AC6E2AD8}" dt="2025-09-21T09:46:53.243" v="26893"/>
          <ac:grpSpMkLst>
            <pc:docMk/>
            <pc:sldMk cId="4007336711" sldId="329"/>
            <ac:grpSpMk id="69" creationId="{ECD1F2F9-229B-6349-9B3D-E2D6BE23947D}"/>
          </ac:grpSpMkLst>
        </pc:grpChg>
        <pc:grpChg chg="add mo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75" creationId="{5060EAEF-22D1-E15D-C3F9-D4F1FBF816E5}"/>
          </ac:grpSpMkLst>
        </pc:grpChg>
        <pc:grpChg chg="add mo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76" creationId="{30CCF62E-BDD1-58C5-672E-C1C1FF2AC34A}"/>
          </ac:grpSpMkLst>
        </pc:grpChg>
        <pc:grpChg chg="add del mod">
          <ac:chgData name="Robert de Groote" userId="2ce5265b-80a0-4fb8-a62a-8035e9b0c45a" providerId="ADAL" clId="{26C0FC0F-787E-4AFE-AA9A-4E52AC6E2AD8}" dt="2025-09-21T09:47:02.664" v="26937"/>
          <ac:grpSpMkLst>
            <pc:docMk/>
            <pc:sldMk cId="4007336711" sldId="329"/>
            <ac:grpSpMk id="77" creationId="{F41F464A-0AD0-EC23-70DF-729C50EA1598}"/>
          </ac:grpSpMkLst>
        </pc:grpChg>
        <pc:grpChg chg="add del mod">
          <ac:chgData name="Robert de Groote" userId="2ce5265b-80a0-4fb8-a62a-8035e9b0c45a" providerId="ADAL" clId="{26C0FC0F-787E-4AFE-AA9A-4E52AC6E2AD8}" dt="2025-09-21T09:47:06.025" v="26979"/>
          <ac:grpSpMkLst>
            <pc:docMk/>
            <pc:sldMk cId="4007336711" sldId="329"/>
            <ac:grpSpMk id="83" creationId="{2A3B2F26-59F0-05E2-2F46-CD149F06ACC1}"/>
          </ac:grpSpMkLst>
        </pc:grpChg>
        <pc:grpChg chg="add mod">
          <ac:chgData name="Robert de Groote" userId="2ce5265b-80a0-4fb8-a62a-8035e9b0c45a" providerId="ADAL" clId="{26C0FC0F-787E-4AFE-AA9A-4E52AC6E2AD8}" dt="2025-09-21T09:49:25.382" v="27069" actId="164"/>
          <ac:grpSpMkLst>
            <pc:docMk/>
            <pc:sldMk cId="4007336711" sldId="329"/>
            <ac:grpSpMk id="89" creationId="{4A8D90A4-BF76-E497-0C43-56EDCB689A07}"/>
          </ac:grpSpMkLst>
        </pc:grpChg>
        <pc:grpChg chg="add del mod">
          <ac:chgData name="Robert de Groote" userId="2ce5265b-80a0-4fb8-a62a-8035e9b0c45a" providerId="ADAL" clId="{26C0FC0F-787E-4AFE-AA9A-4E52AC6E2AD8}" dt="2025-09-21T09:47:14.186" v="27022"/>
          <ac:grpSpMkLst>
            <pc:docMk/>
            <pc:sldMk cId="4007336711" sldId="329"/>
            <ac:grpSpMk id="90" creationId="{74FC409C-EF44-DF5A-8896-E873DDD70F4B}"/>
          </ac:grpSpMkLst>
        </pc:grpChg>
        <pc:grpChg chg="add del mod">
          <ac:chgData name="Robert de Groote" userId="2ce5265b-80a0-4fb8-a62a-8035e9b0c45a" providerId="ADAL" clId="{26C0FC0F-787E-4AFE-AA9A-4E52AC6E2AD8}" dt="2025-09-21T12:25:33.376" v="34579" actId="478"/>
          <ac:grpSpMkLst>
            <pc:docMk/>
            <pc:sldMk cId="4007336711" sldId="329"/>
            <ac:grpSpMk id="141" creationId="{53B48EDE-613B-EC9A-DB98-761D59354A47}"/>
          </ac:grpSpMkLst>
        </pc:grpChg>
        <pc:grpChg chg="mod">
          <ac:chgData name="Robert de Groote" userId="2ce5265b-80a0-4fb8-a62a-8035e9b0c45a" providerId="ADAL" clId="{26C0FC0F-787E-4AFE-AA9A-4E52AC6E2AD8}" dt="2025-09-21T09:49:49.488" v="27096" actId="1076"/>
          <ac:grpSpMkLst>
            <pc:docMk/>
            <pc:sldMk cId="4007336711" sldId="329"/>
            <ac:grpSpMk id="142" creationId="{CDA3DD38-86ED-1873-8F25-6DD8B955FBCD}"/>
          </ac:grpSpMkLst>
        </pc:grpChg>
        <pc:grpChg chg="mod">
          <ac:chgData name="Robert de Groote" userId="2ce5265b-80a0-4fb8-a62a-8035e9b0c45a" providerId="ADAL" clId="{26C0FC0F-787E-4AFE-AA9A-4E52AC6E2AD8}" dt="2025-09-21T09:50:04.325" v="27103" actId="1076"/>
          <ac:grpSpMkLst>
            <pc:docMk/>
            <pc:sldMk cId="4007336711" sldId="329"/>
            <ac:grpSpMk id="179" creationId="{B5EF57FA-9F25-3B8B-6EDF-F0371059884B}"/>
          </ac:grpSpMkLst>
        </pc:grpChg>
        <pc:grpChg chg="del mod">
          <ac:chgData name="Robert de Groote" userId="2ce5265b-80a0-4fb8-a62a-8035e9b0c45a" providerId="ADAL" clId="{26C0FC0F-787E-4AFE-AA9A-4E52AC6E2AD8}" dt="2025-09-21T09:49:49.503" v="27099"/>
          <ac:grpSpMkLst>
            <pc:docMk/>
            <pc:sldMk cId="4007336711" sldId="329"/>
            <ac:grpSpMk id="216" creationId="{CC657A57-8B4A-33B7-F9C6-6A0C267F16D0}"/>
          </ac:grpSpMkLst>
        </pc:grpChg>
        <pc:grpChg chg="del mod">
          <ac:chgData name="Robert de Groote" userId="2ce5265b-80a0-4fb8-a62a-8035e9b0c45a" providerId="ADAL" clId="{26C0FC0F-787E-4AFE-AA9A-4E52AC6E2AD8}" dt="2025-09-21T09:49:49.503" v="27099"/>
          <ac:grpSpMkLst>
            <pc:docMk/>
            <pc:sldMk cId="4007336711" sldId="329"/>
            <ac:grpSpMk id="253" creationId="{523E7331-6D21-DBC4-27A4-0B9ED4DA2A2A}"/>
          </ac:grpSpMkLst>
        </pc:grpChg>
        <pc:grpChg chg="del">
          <ac:chgData name="Robert de Groote" userId="2ce5265b-80a0-4fb8-a62a-8035e9b0c45a" providerId="ADAL" clId="{26C0FC0F-787E-4AFE-AA9A-4E52AC6E2AD8}" dt="2025-09-21T09:49:57.262" v="27102"/>
          <ac:grpSpMkLst>
            <pc:docMk/>
            <pc:sldMk cId="4007336711" sldId="329"/>
            <ac:grpSpMk id="290" creationId="{5F82F14F-868E-F15B-8997-6B9E06395346}"/>
          </ac:grpSpMkLst>
        </pc:grpChg>
        <pc:grpChg chg="del">
          <ac:chgData name="Robert de Groote" userId="2ce5265b-80a0-4fb8-a62a-8035e9b0c45a" providerId="ADAL" clId="{26C0FC0F-787E-4AFE-AA9A-4E52AC6E2AD8}" dt="2025-09-21T09:49:57.262" v="27102"/>
          <ac:grpSpMkLst>
            <pc:docMk/>
            <pc:sldMk cId="4007336711" sldId="329"/>
            <ac:grpSpMk id="327" creationId="{FA501B51-69C4-EA64-83CC-B9CCCA12DCD5}"/>
          </ac:grpSpMkLst>
        </pc:grpChg>
        <pc:cxnChg chg="del mod">
          <ac:chgData name="Robert de Groote" userId="2ce5265b-80a0-4fb8-a62a-8035e9b0c45a" providerId="ADAL" clId="{26C0FC0F-787E-4AFE-AA9A-4E52AC6E2AD8}" dt="2025-09-21T09:43:22.152" v="26550" actId="478"/>
          <ac:cxnSpMkLst>
            <pc:docMk/>
            <pc:sldMk cId="4007336711" sldId="329"/>
            <ac:cxnSpMk id="48" creationId="{17F0A083-3FF6-F805-4E08-C24D26F3EA3C}"/>
          </ac:cxnSpMkLst>
        </pc:cxnChg>
        <pc:cxnChg chg="del mod">
          <ac:chgData name="Robert de Groote" userId="2ce5265b-80a0-4fb8-a62a-8035e9b0c45a" providerId="ADAL" clId="{26C0FC0F-787E-4AFE-AA9A-4E52AC6E2AD8}" dt="2025-09-21T09:43:22.152" v="26550" actId="478"/>
          <ac:cxnSpMkLst>
            <pc:docMk/>
            <pc:sldMk cId="4007336711" sldId="329"/>
            <ac:cxnSpMk id="49" creationId="{3B86CE88-1FE6-5B1D-6846-6BCA3763742E}"/>
          </ac:cxnSpMkLst>
        </pc:cxnChg>
        <pc:cxnChg chg="add mod">
          <ac:chgData name="Robert de Groote" userId="2ce5265b-80a0-4fb8-a62a-8035e9b0c45a" providerId="ADAL" clId="{26C0FC0F-787E-4AFE-AA9A-4E52AC6E2AD8}" dt="2025-09-21T09:47:35.560" v="27024" actId="13822"/>
          <ac:cxnSpMkLst>
            <pc:docMk/>
            <pc:sldMk cId="4007336711" sldId="329"/>
            <ac:cxnSpMk id="97" creationId="{1BB34ADC-7D25-18DE-CCFA-43579252E7D0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98" creationId="{6DDF209C-7938-9F08-89D3-15708D85DC3D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01" creationId="{23E84AF0-2F5C-8177-B87B-6C460DBD0E56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05" creationId="{17DE0FA6-42D5-6DFD-4821-B8AE86F8207C}"/>
          </ac:cxnSpMkLst>
        </pc:cxnChg>
        <pc:cxnChg chg="add mod">
          <ac:chgData name="Robert de Groote" userId="2ce5265b-80a0-4fb8-a62a-8035e9b0c45a" providerId="ADAL" clId="{26C0FC0F-787E-4AFE-AA9A-4E52AC6E2AD8}" dt="2025-09-21T09:48:07.845" v="27040" actId="14100"/>
          <ac:cxnSpMkLst>
            <pc:docMk/>
            <pc:sldMk cId="4007336711" sldId="329"/>
            <ac:cxnSpMk id="109" creationId="{20BBC079-8550-F7D7-4E46-33ECBBD84B4B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13" creationId="{80D65230-5F8B-B747-7BE0-BBD24B5156F3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16" creationId="{18031098-D0DD-97ED-1EC9-421D5E48FE3F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19" creationId="{E5A37FD2-2211-3A20-8303-6A9C6F88D645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22" creationId="{0CE7E11A-8490-CD74-58B2-66D5D92CFCA5}"/>
          </ac:cxnSpMkLst>
        </pc:cxnChg>
        <pc:cxnChg chg="add mod">
          <ac:chgData name="Robert de Groote" userId="2ce5265b-80a0-4fb8-a62a-8035e9b0c45a" providerId="ADAL" clId="{26C0FC0F-787E-4AFE-AA9A-4E52AC6E2AD8}" dt="2025-09-21T09:48:56.537" v="27055" actId="14100"/>
          <ac:cxnSpMkLst>
            <pc:docMk/>
            <pc:sldMk cId="4007336711" sldId="329"/>
            <ac:cxnSpMk id="125" creationId="{FF1F941B-EE28-C0B2-ECE5-341CD00A2465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28" creationId="{43367EFF-028A-BAB9-92BC-ADE766106F0C}"/>
          </ac:cxnSpMkLst>
        </pc:cxnChg>
        <pc:cxnChg chg="add mod">
          <ac:chgData name="Robert de Groote" userId="2ce5265b-80a0-4fb8-a62a-8035e9b0c45a" providerId="ADAL" clId="{26C0FC0F-787E-4AFE-AA9A-4E52AC6E2AD8}" dt="2025-09-21T09:49:10.228" v="27062" actId="14100"/>
          <ac:cxnSpMkLst>
            <pc:docMk/>
            <pc:sldMk cId="4007336711" sldId="329"/>
            <ac:cxnSpMk id="132" creationId="{46576875-5385-7AEF-232F-CEE12E03BB94}"/>
          </ac:cxnSpMkLst>
        </pc:cxnChg>
        <pc:cxnChg chg="add mod">
          <ac:chgData name="Robert de Groote" userId="2ce5265b-80a0-4fb8-a62a-8035e9b0c45a" providerId="ADAL" clId="{26C0FC0F-787E-4AFE-AA9A-4E52AC6E2AD8}" dt="2025-09-21T09:49:15.993" v="27065" actId="14100"/>
          <ac:cxnSpMkLst>
            <pc:docMk/>
            <pc:sldMk cId="4007336711" sldId="329"/>
            <ac:cxnSpMk id="135" creationId="{2CA4DD28-76A9-B00B-CCED-DAD0F229087B}"/>
          </ac:cxnSpMkLst>
        </pc:cxnChg>
        <pc:cxnChg chg="add mod">
          <ac:chgData name="Robert de Groote" userId="2ce5265b-80a0-4fb8-a62a-8035e9b0c45a" providerId="ADAL" clId="{26C0FC0F-787E-4AFE-AA9A-4E52AC6E2AD8}" dt="2025-09-21T12:25:33.376" v="34579" actId="478"/>
          <ac:cxnSpMkLst>
            <pc:docMk/>
            <pc:sldMk cId="4007336711" sldId="329"/>
            <ac:cxnSpMk id="138" creationId="{0822F8EE-0DF8-9B5A-EEF1-7630F6F7ECBC}"/>
          </ac:cxnSpMkLst>
        </pc:cxnChg>
        <pc:cxnChg chg="mod">
          <ac:chgData name="Robert de Groote" userId="2ce5265b-80a0-4fb8-a62a-8035e9b0c45a" providerId="ADAL" clId="{26C0FC0F-787E-4AFE-AA9A-4E52AC6E2AD8}" dt="2025-09-21T09:56:01.636" v="27627"/>
          <ac:cxnSpMkLst>
            <pc:docMk/>
            <pc:sldMk cId="4007336711" sldId="329"/>
            <ac:cxnSpMk id="151" creationId="{1D8CDEFE-92FD-69E3-8CC2-F78608162F00}"/>
          </ac:cxnSpMkLst>
        </pc:cxnChg>
        <pc:cxnChg chg="mod">
          <ac:chgData name="Robert de Groote" userId="2ce5265b-80a0-4fb8-a62a-8035e9b0c45a" providerId="ADAL" clId="{26C0FC0F-787E-4AFE-AA9A-4E52AC6E2AD8}" dt="2025-09-21T09:56:01.636" v="27627"/>
          <ac:cxnSpMkLst>
            <pc:docMk/>
            <pc:sldMk cId="4007336711" sldId="329"/>
            <ac:cxnSpMk id="152" creationId="{A0397788-A0CA-6A63-CB8E-1A3CCDE9BA7F}"/>
          </ac:cxnSpMkLst>
        </pc:cxnChg>
        <pc:cxnChg chg="del mod">
          <ac:chgData name="Robert de Groote" userId="2ce5265b-80a0-4fb8-a62a-8035e9b0c45a" providerId="ADAL" clId="{26C0FC0F-787E-4AFE-AA9A-4E52AC6E2AD8}" dt="2025-09-21T09:58:07.527" v="28895" actId="478"/>
          <ac:cxnSpMkLst>
            <pc:docMk/>
            <pc:sldMk cId="4007336711" sldId="329"/>
            <ac:cxnSpMk id="153" creationId="{969B67FB-335D-DAD6-92A5-CA24AA33299C}"/>
          </ac:cxnSpMkLst>
        </pc:cxnChg>
        <pc:cxnChg chg="mod">
          <ac:chgData name="Robert de Groote" userId="2ce5265b-80a0-4fb8-a62a-8035e9b0c45a" providerId="ADAL" clId="{26C0FC0F-787E-4AFE-AA9A-4E52AC6E2AD8}" dt="2025-09-21T09:56:20.798" v="27816"/>
          <ac:cxnSpMkLst>
            <pc:docMk/>
            <pc:sldMk cId="4007336711" sldId="329"/>
            <ac:cxnSpMk id="154" creationId="{418DDDB7-2541-BA61-9364-F2180AA7B5C2}"/>
          </ac:cxnSpMkLst>
        </pc:cxnChg>
        <pc:cxnChg chg="mod">
          <ac:chgData name="Robert de Groote" userId="2ce5265b-80a0-4fb8-a62a-8035e9b0c45a" providerId="ADAL" clId="{26C0FC0F-787E-4AFE-AA9A-4E52AC6E2AD8}" dt="2025-09-21T09:56:50.117" v="28131"/>
          <ac:cxnSpMkLst>
            <pc:docMk/>
            <pc:sldMk cId="4007336711" sldId="329"/>
            <ac:cxnSpMk id="155" creationId="{80790E2D-4E49-A4B6-D28E-5EA5AC3CB5B9}"/>
          </ac:cxnSpMkLst>
        </pc:cxnChg>
        <pc:cxnChg chg="del mod">
          <ac:chgData name="Robert de Groote" userId="2ce5265b-80a0-4fb8-a62a-8035e9b0c45a" providerId="ADAL" clId="{26C0FC0F-787E-4AFE-AA9A-4E52AC6E2AD8}" dt="2025-09-21T09:58:09.747" v="28897" actId="478"/>
          <ac:cxnSpMkLst>
            <pc:docMk/>
            <pc:sldMk cId="4007336711" sldId="329"/>
            <ac:cxnSpMk id="156" creationId="{EE392525-608C-C838-5BA8-094967768938}"/>
          </ac:cxnSpMkLst>
        </pc:cxnChg>
        <pc:cxnChg chg="del mod">
          <ac:chgData name="Robert de Groote" userId="2ce5265b-80a0-4fb8-a62a-8035e9b0c45a" providerId="ADAL" clId="{26C0FC0F-787E-4AFE-AA9A-4E52AC6E2AD8}" dt="2025-09-21T09:58:11.539" v="28899" actId="478"/>
          <ac:cxnSpMkLst>
            <pc:docMk/>
            <pc:sldMk cId="4007336711" sldId="329"/>
            <ac:cxnSpMk id="157" creationId="{AF6129B0-61EC-8350-6503-25E116361B62}"/>
          </ac:cxnSpMkLst>
        </pc:cxnChg>
        <pc:cxnChg chg="mod">
          <ac:chgData name="Robert de Groote" userId="2ce5265b-80a0-4fb8-a62a-8035e9b0c45a" providerId="ADAL" clId="{26C0FC0F-787E-4AFE-AA9A-4E52AC6E2AD8}" dt="2025-09-21T09:56:55.704" v="28194"/>
          <ac:cxnSpMkLst>
            <pc:docMk/>
            <pc:sldMk cId="4007336711" sldId="329"/>
            <ac:cxnSpMk id="158" creationId="{4759CE8E-FB15-1681-B433-7A41FB772BE9}"/>
          </ac:cxnSpMkLst>
        </pc:cxnChg>
        <pc:cxnChg chg="mod">
          <ac:chgData name="Robert de Groote" userId="2ce5265b-80a0-4fb8-a62a-8035e9b0c45a" providerId="ADAL" clId="{26C0FC0F-787E-4AFE-AA9A-4E52AC6E2AD8}" dt="2025-09-21T09:56:45.221" v="28068"/>
          <ac:cxnSpMkLst>
            <pc:docMk/>
            <pc:sldMk cId="4007336711" sldId="329"/>
            <ac:cxnSpMk id="159" creationId="{5E77DB54-3B9C-D7F0-31C0-43A0EE23CA41}"/>
          </ac:cxnSpMkLst>
        </pc:cxnChg>
        <pc:cxnChg chg="mod">
          <ac:chgData name="Robert de Groote" userId="2ce5265b-80a0-4fb8-a62a-8035e9b0c45a" providerId="ADAL" clId="{26C0FC0F-787E-4AFE-AA9A-4E52AC6E2AD8}" dt="2025-09-21T09:56:40.510" v="28005"/>
          <ac:cxnSpMkLst>
            <pc:docMk/>
            <pc:sldMk cId="4007336711" sldId="329"/>
            <ac:cxnSpMk id="160" creationId="{281E73C5-CF62-7632-D07F-5115737F76DC}"/>
          </ac:cxnSpMkLst>
        </pc:cxnChg>
        <pc:cxnChg chg="mod">
          <ac:chgData name="Robert de Groote" userId="2ce5265b-80a0-4fb8-a62a-8035e9b0c45a" providerId="ADAL" clId="{26C0FC0F-787E-4AFE-AA9A-4E52AC6E2AD8}" dt="2025-09-21T09:56:13.965" v="27753"/>
          <ac:cxnSpMkLst>
            <pc:docMk/>
            <pc:sldMk cId="4007336711" sldId="329"/>
            <ac:cxnSpMk id="161" creationId="{C58A0FBD-17BA-7D4D-64C3-776AF50DE704}"/>
          </ac:cxnSpMkLst>
        </pc:cxnChg>
        <pc:cxnChg chg="mod">
          <ac:chgData name="Robert de Groote" userId="2ce5265b-80a0-4fb8-a62a-8035e9b0c45a" providerId="ADAL" clId="{26C0FC0F-787E-4AFE-AA9A-4E52AC6E2AD8}" dt="2025-09-21T09:56:09.487" v="27690"/>
          <ac:cxnSpMkLst>
            <pc:docMk/>
            <pc:sldMk cId="4007336711" sldId="329"/>
            <ac:cxnSpMk id="162" creationId="{C056B3F9-E250-F4D6-21AA-1760EE72B86F}"/>
          </ac:cxnSpMkLst>
        </pc:cxnChg>
        <pc:cxnChg chg="mod">
          <ac:chgData name="Robert de Groote" userId="2ce5265b-80a0-4fb8-a62a-8035e9b0c45a" providerId="ADAL" clId="{26C0FC0F-787E-4AFE-AA9A-4E52AC6E2AD8}" dt="2025-09-21T09:56:25.379" v="27879"/>
          <ac:cxnSpMkLst>
            <pc:docMk/>
            <pc:sldMk cId="4007336711" sldId="329"/>
            <ac:cxnSpMk id="163" creationId="{4EF23C90-3EA1-FCFE-080B-DA9D605DB0CD}"/>
          </ac:cxnSpMkLst>
        </pc:cxnChg>
        <pc:cxnChg chg="mod">
          <ac:chgData name="Robert de Groote" userId="2ce5265b-80a0-4fb8-a62a-8035e9b0c45a" providerId="ADAL" clId="{26C0FC0F-787E-4AFE-AA9A-4E52AC6E2AD8}" dt="2025-09-21T09:56:33.403" v="27942"/>
          <ac:cxnSpMkLst>
            <pc:docMk/>
            <pc:sldMk cId="4007336711" sldId="329"/>
            <ac:cxnSpMk id="164" creationId="{713C2405-1770-A6DA-DBBE-DA5231B2FFB3}"/>
          </ac:cxnSpMkLst>
        </pc:cxnChg>
        <pc:cxnChg chg="del mod">
          <ac:chgData name="Robert de Groote" userId="2ce5265b-80a0-4fb8-a62a-8035e9b0c45a" providerId="ADAL" clId="{26C0FC0F-787E-4AFE-AA9A-4E52AC6E2AD8}" dt="2025-09-21T09:58:13.939" v="28901" actId="478"/>
          <ac:cxnSpMkLst>
            <pc:docMk/>
            <pc:sldMk cId="4007336711" sldId="329"/>
            <ac:cxnSpMk id="188" creationId="{9B306EC8-723C-2DEC-F460-60B1450AA446}"/>
          </ac:cxnSpMkLst>
        </pc:cxnChg>
        <pc:cxnChg chg="mod">
          <ac:chgData name="Robert de Groote" userId="2ce5265b-80a0-4fb8-a62a-8035e9b0c45a" providerId="ADAL" clId="{26C0FC0F-787E-4AFE-AA9A-4E52AC6E2AD8}" dt="2025-09-21T09:57:14.344" v="28320"/>
          <ac:cxnSpMkLst>
            <pc:docMk/>
            <pc:sldMk cId="4007336711" sldId="329"/>
            <ac:cxnSpMk id="189" creationId="{F0515C7D-557A-F0C9-32CF-443AD6C89029}"/>
          </ac:cxnSpMkLst>
        </pc:cxnChg>
        <pc:cxnChg chg="mod">
          <ac:chgData name="Robert de Groote" userId="2ce5265b-80a0-4fb8-a62a-8035e9b0c45a" providerId="ADAL" clId="{26C0FC0F-787E-4AFE-AA9A-4E52AC6E2AD8}" dt="2025-09-21T09:57:30.135" v="28509"/>
          <ac:cxnSpMkLst>
            <pc:docMk/>
            <pc:sldMk cId="4007336711" sldId="329"/>
            <ac:cxnSpMk id="190" creationId="{C3208266-C907-B5E1-DAE4-BC73F6DD80BC}"/>
          </ac:cxnSpMkLst>
        </pc:cxnChg>
        <pc:cxnChg chg="del mod">
          <ac:chgData name="Robert de Groote" userId="2ce5265b-80a0-4fb8-a62a-8035e9b0c45a" providerId="ADAL" clId="{26C0FC0F-787E-4AFE-AA9A-4E52AC6E2AD8}" dt="2025-09-21T09:58:16.133" v="28903" actId="478"/>
          <ac:cxnSpMkLst>
            <pc:docMk/>
            <pc:sldMk cId="4007336711" sldId="329"/>
            <ac:cxnSpMk id="191" creationId="{505965E3-2B77-C5DB-AD34-14F7FE495704}"/>
          </ac:cxnSpMkLst>
        </pc:cxnChg>
        <pc:cxnChg chg="del mod">
          <ac:chgData name="Robert de Groote" userId="2ce5265b-80a0-4fb8-a62a-8035e9b0c45a" providerId="ADAL" clId="{26C0FC0F-787E-4AFE-AA9A-4E52AC6E2AD8}" dt="2025-09-21T09:58:17.808" v="28905" actId="478"/>
          <ac:cxnSpMkLst>
            <pc:docMk/>
            <pc:sldMk cId="4007336711" sldId="329"/>
            <ac:cxnSpMk id="192" creationId="{8AEB0852-8921-E58A-893B-EE4571379888}"/>
          </ac:cxnSpMkLst>
        </pc:cxnChg>
        <pc:cxnChg chg="del mod">
          <ac:chgData name="Robert de Groote" userId="2ce5265b-80a0-4fb8-a62a-8035e9b0c45a" providerId="ADAL" clId="{26C0FC0F-787E-4AFE-AA9A-4E52AC6E2AD8}" dt="2025-09-21T09:58:20.173" v="28907" actId="478"/>
          <ac:cxnSpMkLst>
            <pc:docMk/>
            <pc:sldMk cId="4007336711" sldId="329"/>
            <ac:cxnSpMk id="193" creationId="{58F81F22-8676-BDAA-C4F3-6B8960C4EB5C}"/>
          </ac:cxnSpMkLst>
        </pc:cxnChg>
        <pc:cxnChg chg="mod">
          <ac:chgData name="Robert de Groote" userId="2ce5265b-80a0-4fb8-a62a-8035e9b0c45a" providerId="ADAL" clId="{26C0FC0F-787E-4AFE-AA9A-4E52AC6E2AD8}" dt="2025-09-21T09:57:57.708" v="28824"/>
          <ac:cxnSpMkLst>
            <pc:docMk/>
            <pc:sldMk cId="4007336711" sldId="329"/>
            <ac:cxnSpMk id="194" creationId="{B5340981-5A9F-719B-F320-8F0E9424F339}"/>
          </ac:cxnSpMkLst>
        </pc:cxnChg>
        <pc:cxnChg chg="mod">
          <ac:chgData name="Robert de Groote" userId="2ce5265b-80a0-4fb8-a62a-8035e9b0c45a" providerId="ADAL" clId="{26C0FC0F-787E-4AFE-AA9A-4E52AC6E2AD8}" dt="2025-09-21T09:58:01.805" v="28887"/>
          <ac:cxnSpMkLst>
            <pc:docMk/>
            <pc:sldMk cId="4007336711" sldId="329"/>
            <ac:cxnSpMk id="195" creationId="{CE1F7FEA-D7E8-E607-6AFA-F7D2E98BBD2C}"/>
          </ac:cxnSpMkLst>
        </pc:cxnChg>
        <pc:cxnChg chg="mod">
          <ac:chgData name="Robert de Groote" userId="2ce5265b-80a0-4fb8-a62a-8035e9b0c45a" providerId="ADAL" clId="{26C0FC0F-787E-4AFE-AA9A-4E52AC6E2AD8}" dt="2025-09-21T09:57:52.906" v="28761"/>
          <ac:cxnSpMkLst>
            <pc:docMk/>
            <pc:sldMk cId="4007336711" sldId="329"/>
            <ac:cxnSpMk id="196" creationId="{63A848BB-3BDE-76FB-02ED-8CA5809C6422}"/>
          </ac:cxnSpMkLst>
        </pc:cxnChg>
        <pc:cxnChg chg="mod">
          <ac:chgData name="Robert de Groote" userId="2ce5265b-80a0-4fb8-a62a-8035e9b0c45a" providerId="ADAL" clId="{26C0FC0F-787E-4AFE-AA9A-4E52AC6E2AD8}" dt="2025-09-21T09:57:44.837" v="28698"/>
          <ac:cxnSpMkLst>
            <pc:docMk/>
            <pc:sldMk cId="4007336711" sldId="329"/>
            <ac:cxnSpMk id="197" creationId="{ABBF4287-6F39-E3BD-4706-A4FC47A97257}"/>
          </ac:cxnSpMkLst>
        </pc:cxnChg>
        <pc:cxnChg chg="mod">
          <ac:chgData name="Robert de Groote" userId="2ce5265b-80a0-4fb8-a62a-8035e9b0c45a" providerId="ADAL" clId="{26C0FC0F-787E-4AFE-AA9A-4E52AC6E2AD8}" dt="2025-09-21T09:57:30.135" v="28509"/>
          <ac:cxnSpMkLst>
            <pc:docMk/>
            <pc:sldMk cId="4007336711" sldId="329"/>
            <ac:cxnSpMk id="198" creationId="{87B99193-B1EA-C6CE-7B08-BE97F937F554}"/>
          </ac:cxnSpMkLst>
        </pc:cxnChg>
        <pc:cxnChg chg="mod">
          <ac:chgData name="Robert de Groote" userId="2ce5265b-80a0-4fb8-a62a-8035e9b0c45a" providerId="ADAL" clId="{26C0FC0F-787E-4AFE-AA9A-4E52AC6E2AD8}" dt="2025-09-21T09:57:19.133" v="28383"/>
          <ac:cxnSpMkLst>
            <pc:docMk/>
            <pc:sldMk cId="4007336711" sldId="329"/>
            <ac:cxnSpMk id="199" creationId="{7C45A579-6C78-6A77-5105-28953C1E9AB9}"/>
          </ac:cxnSpMkLst>
        </pc:cxnChg>
        <pc:cxnChg chg="mod">
          <ac:chgData name="Robert de Groote" userId="2ce5265b-80a0-4fb8-a62a-8035e9b0c45a" providerId="ADAL" clId="{26C0FC0F-787E-4AFE-AA9A-4E52AC6E2AD8}" dt="2025-09-21T09:57:39.900" v="28635"/>
          <ac:cxnSpMkLst>
            <pc:docMk/>
            <pc:sldMk cId="4007336711" sldId="329"/>
            <ac:cxnSpMk id="200" creationId="{EC1F2733-3E7B-3BC5-34CA-1AE7C70897BB}"/>
          </ac:cxnSpMkLst>
        </pc:cxnChg>
        <pc:cxnChg chg="mod">
          <ac:chgData name="Robert de Groote" userId="2ce5265b-80a0-4fb8-a62a-8035e9b0c45a" providerId="ADAL" clId="{26C0FC0F-787E-4AFE-AA9A-4E52AC6E2AD8}" dt="2025-09-21T09:57:44.837" v="28698"/>
          <ac:cxnSpMkLst>
            <pc:docMk/>
            <pc:sldMk cId="4007336711" sldId="329"/>
            <ac:cxnSpMk id="201" creationId="{EFDDA837-8077-2FDC-060E-521FA3C79047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25" creationId="{98516135-FADE-BC5E-E8D9-AAE556079077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26" creationId="{06C4062C-EEEE-BC3C-A6A0-355F3E816947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27" creationId="{070BCFD4-69AA-F96D-2439-095E95840D45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28" creationId="{732826E3-1C27-B898-F779-981D907090DD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34" creationId="{C092FBEB-3592-92B6-C401-E85F7E1C1574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36" creationId="{52D7C340-182F-23C0-135D-CA817151DC2A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63" creationId="{C538A60B-7CF7-07EA-CF1F-2BAACD830865}"/>
          </ac:cxnSpMkLst>
        </pc:cxnChg>
        <pc:cxnChg chg="mod">
          <ac:chgData name="Robert de Groote" userId="2ce5265b-80a0-4fb8-a62a-8035e9b0c45a" providerId="ADAL" clId="{26C0FC0F-787E-4AFE-AA9A-4E52AC6E2AD8}" dt="2025-09-21T09:49:49.503" v="27098" actId="478"/>
          <ac:cxnSpMkLst>
            <pc:docMk/>
            <pc:sldMk cId="4007336711" sldId="329"/>
            <ac:cxnSpMk id="264" creationId="{1F12A2EA-8A7C-7AF8-E179-0D4931DFE552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299" creationId="{F05887AD-B934-8AB0-5DB3-F57A6B546A3B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00" creationId="{09A4249B-6A6F-E4F7-7341-209088A063D8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04" creationId="{6E95DA6D-E142-96F3-8CFC-69C07039CCC0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05" creationId="{3A15FE34-0185-D571-2850-9EF7367BEC03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08" creationId="{A30C0AF8-2B08-5ED0-545E-15BC47BE95C8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10" creationId="{8EEAF9A7-38D6-E2DC-2342-CEB3D8B95A4B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38" creationId="{2E953B50-1BE0-D40E-312C-6FACA52FD41C}"/>
          </ac:cxnSpMkLst>
        </pc:cxnChg>
        <pc:cxnChg chg="mod">
          <ac:chgData name="Robert de Groote" userId="2ce5265b-80a0-4fb8-a62a-8035e9b0c45a" providerId="ADAL" clId="{26C0FC0F-787E-4AFE-AA9A-4E52AC6E2AD8}" dt="2025-09-21T09:49:57.262" v="27101" actId="478"/>
          <ac:cxnSpMkLst>
            <pc:docMk/>
            <pc:sldMk cId="4007336711" sldId="329"/>
            <ac:cxnSpMk id="348" creationId="{6E3D884F-9310-10C7-0402-8857CBB7E0CC}"/>
          </ac:cxnSpMkLst>
        </pc:cxnChg>
      </pc:sldChg>
      <pc:sldChg chg="add del">
        <pc:chgData name="Robert de Groote" userId="2ce5265b-80a0-4fb8-a62a-8035e9b0c45a" providerId="ADAL" clId="{26C0FC0F-787E-4AFE-AA9A-4E52AC6E2AD8}" dt="2025-09-21T12:06:28.723" v="34019" actId="47"/>
        <pc:sldMkLst>
          <pc:docMk/>
          <pc:sldMk cId="186357190" sldId="330"/>
        </pc:sldMkLst>
      </pc:sldChg>
      <pc:sldChg chg="addSp delSp modSp add del mod">
        <pc:chgData name="Robert de Groote" userId="2ce5265b-80a0-4fb8-a62a-8035e9b0c45a" providerId="ADAL" clId="{26C0FC0F-787E-4AFE-AA9A-4E52AC6E2AD8}" dt="2025-09-21T11:10:52.989" v="32234" actId="47"/>
        <pc:sldMkLst>
          <pc:docMk/>
          <pc:sldMk cId="2015470377" sldId="331"/>
        </pc:sldMkLst>
        <pc:spChg chg="add del mod">
          <ac:chgData name="Robert de Groote" userId="2ce5265b-80a0-4fb8-a62a-8035e9b0c45a" providerId="ADAL" clId="{26C0FC0F-787E-4AFE-AA9A-4E52AC6E2AD8}" dt="2025-09-21T11:08:19.416" v="31001"/>
          <ac:spMkLst>
            <pc:docMk/>
            <pc:sldMk cId="2015470377" sldId="331"/>
            <ac:spMk id="4" creationId="{DBD71374-1B00-A6B9-312B-00324D043805}"/>
          </ac:spMkLst>
        </pc:spChg>
        <pc:spChg chg="add del mod">
          <ac:chgData name="Robert de Groote" userId="2ce5265b-80a0-4fb8-a62a-8035e9b0c45a" providerId="ADAL" clId="{26C0FC0F-787E-4AFE-AA9A-4E52AC6E2AD8}" dt="2025-09-21T11:08:19.416" v="31001"/>
          <ac:spMkLst>
            <pc:docMk/>
            <pc:sldMk cId="2015470377" sldId="331"/>
            <ac:spMk id="5" creationId="{A6FFA11C-737D-0CA8-9095-EC1845CED243}"/>
          </ac:spMkLst>
        </pc:spChg>
        <pc:spChg chg="add del mod">
          <ac:chgData name="Robert de Groote" userId="2ce5265b-80a0-4fb8-a62a-8035e9b0c45a" providerId="ADAL" clId="{26C0FC0F-787E-4AFE-AA9A-4E52AC6E2AD8}" dt="2025-09-21T11:08:19.322" v="30960"/>
          <ac:spMkLst>
            <pc:docMk/>
            <pc:sldMk cId="2015470377" sldId="331"/>
            <ac:spMk id="6" creationId="{A84C0B68-CAAF-1957-A04A-AB18484A42D9}"/>
          </ac:spMkLst>
        </pc:spChg>
        <pc:spChg chg="add del mod">
          <ac:chgData name="Robert de Groote" userId="2ce5265b-80a0-4fb8-a62a-8035e9b0c45a" providerId="ADAL" clId="{26C0FC0F-787E-4AFE-AA9A-4E52AC6E2AD8}" dt="2025-09-21T11:08:19.338" v="30969"/>
          <ac:spMkLst>
            <pc:docMk/>
            <pc:sldMk cId="2015470377" sldId="331"/>
            <ac:spMk id="9" creationId="{CB335158-3309-C0C3-A9F1-304F018ACDFE}"/>
          </ac:spMkLst>
        </pc:spChg>
        <pc:spChg chg="add del mod">
          <ac:chgData name="Robert de Groote" userId="2ce5265b-80a0-4fb8-a62a-8035e9b0c45a" providerId="ADAL" clId="{26C0FC0F-787E-4AFE-AA9A-4E52AC6E2AD8}" dt="2025-09-21T11:08:19.369" v="30978"/>
          <ac:spMkLst>
            <pc:docMk/>
            <pc:sldMk cId="2015470377" sldId="331"/>
            <ac:spMk id="10" creationId="{0A0B6B1A-7EAC-0445-EE28-F1D68DCA0208}"/>
          </ac:spMkLst>
        </pc:spChg>
        <pc:spChg chg="add del mod">
          <ac:chgData name="Robert de Groote" userId="2ce5265b-80a0-4fb8-a62a-8035e9b0c45a" providerId="ADAL" clId="{26C0FC0F-787E-4AFE-AA9A-4E52AC6E2AD8}" dt="2025-09-21T11:08:19.385" v="30987"/>
          <ac:spMkLst>
            <pc:docMk/>
            <pc:sldMk cId="2015470377" sldId="331"/>
            <ac:spMk id="11" creationId="{A57DF5D4-E746-2875-EEC7-EC7FB05CA022}"/>
          </ac:spMkLst>
        </pc:spChg>
        <pc:spChg chg="add del mod">
          <ac:chgData name="Robert de Groote" userId="2ce5265b-80a0-4fb8-a62a-8035e9b0c45a" providerId="ADAL" clId="{26C0FC0F-787E-4AFE-AA9A-4E52AC6E2AD8}" dt="2025-09-21T11:08:24.516" v="31063"/>
          <ac:spMkLst>
            <pc:docMk/>
            <pc:sldMk cId="2015470377" sldId="331"/>
            <ac:spMk id="12" creationId="{A9F06706-2C32-ADF6-FA21-8A6A56A7EC3E}"/>
          </ac:spMkLst>
        </pc:spChg>
        <pc:spChg chg="add del mod">
          <ac:chgData name="Robert de Groote" userId="2ce5265b-80a0-4fb8-a62a-8035e9b0c45a" providerId="ADAL" clId="{26C0FC0F-787E-4AFE-AA9A-4E52AC6E2AD8}" dt="2025-09-21T11:08:24.516" v="31063"/>
          <ac:spMkLst>
            <pc:docMk/>
            <pc:sldMk cId="2015470377" sldId="331"/>
            <ac:spMk id="13" creationId="{4B646271-F7A9-BB7F-DB74-29E7E0B57A89}"/>
          </ac:spMkLst>
        </pc:spChg>
        <pc:spChg chg="add del mod">
          <ac:chgData name="Robert de Groote" userId="2ce5265b-80a0-4fb8-a62a-8035e9b0c45a" providerId="ADAL" clId="{26C0FC0F-787E-4AFE-AA9A-4E52AC6E2AD8}" dt="2025-09-21T11:08:24.416" v="31022"/>
          <ac:spMkLst>
            <pc:docMk/>
            <pc:sldMk cId="2015470377" sldId="331"/>
            <ac:spMk id="14" creationId="{E5A6664D-BF37-3EA4-F816-6AC2EA5D035B}"/>
          </ac:spMkLst>
        </pc:spChg>
        <pc:spChg chg="add del mod">
          <ac:chgData name="Robert de Groote" userId="2ce5265b-80a0-4fb8-a62a-8035e9b0c45a" providerId="ADAL" clId="{26C0FC0F-787E-4AFE-AA9A-4E52AC6E2AD8}" dt="2025-09-21T11:08:24.434" v="31031"/>
          <ac:spMkLst>
            <pc:docMk/>
            <pc:sldMk cId="2015470377" sldId="331"/>
            <ac:spMk id="15" creationId="{B52146B6-29FD-561C-3DE4-B0997997293E}"/>
          </ac:spMkLst>
        </pc:spChg>
        <pc:spChg chg="add del mod">
          <ac:chgData name="Robert de Groote" userId="2ce5265b-80a0-4fb8-a62a-8035e9b0c45a" providerId="ADAL" clId="{26C0FC0F-787E-4AFE-AA9A-4E52AC6E2AD8}" dt="2025-09-21T11:08:24.480" v="31040"/>
          <ac:spMkLst>
            <pc:docMk/>
            <pc:sldMk cId="2015470377" sldId="331"/>
            <ac:spMk id="16" creationId="{2716F1D1-78D5-03C3-2F04-C68E93409B01}"/>
          </ac:spMkLst>
        </pc:spChg>
        <pc:spChg chg="add del mod">
          <ac:chgData name="Robert de Groote" userId="2ce5265b-80a0-4fb8-a62a-8035e9b0c45a" providerId="ADAL" clId="{26C0FC0F-787E-4AFE-AA9A-4E52AC6E2AD8}" dt="2025-09-21T11:08:24.496" v="31049"/>
          <ac:spMkLst>
            <pc:docMk/>
            <pc:sldMk cId="2015470377" sldId="331"/>
            <ac:spMk id="17" creationId="{A32EA0EF-F1F2-D2EE-1362-E66535EEF830}"/>
          </ac:spMkLst>
        </pc:spChg>
        <pc:spChg chg="add del mod">
          <ac:chgData name="Robert de Groote" userId="2ce5265b-80a0-4fb8-a62a-8035e9b0c45a" providerId="ADAL" clId="{26C0FC0F-787E-4AFE-AA9A-4E52AC6E2AD8}" dt="2025-09-21T11:08:32.508" v="31125"/>
          <ac:spMkLst>
            <pc:docMk/>
            <pc:sldMk cId="2015470377" sldId="331"/>
            <ac:spMk id="18" creationId="{A501E804-7195-E1E4-19A7-E6AA5BA30F76}"/>
          </ac:spMkLst>
        </pc:spChg>
        <pc:spChg chg="add del mod">
          <ac:chgData name="Robert de Groote" userId="2ce5265b-80a0-4fb8-a62a-8035e9b0c45a" providerId="ADAL" clId="{26C0FC0F-787E-4AFE-AA9A-4E52AC6E2AD8}" dt="2025-09-21T11:08:32.508" v="31125"/>
          <ac:spMkLst>
            <pc:docMk/>
            <pc:sldMk cId="2015470377" sldId="331"/>
            <ac:spMk id="19" creationId="{6E94F46B-160D-614D-3D39-685716DB0F43}"/>
          </ac:spMkLst>
        </pc:spChg>
        <pc:spChg chg="add del mod">
          <ac:chgData name="Robert de Groote" userId="2ce5265b-80a0-4fb8-a62a-8035e9b0c45a" providerId="ADAL" clId="{26C0FC0F-787E-4AFE-AA9A-4E52AC6E2AD8}" dt="2025-09-21T11:08:32.422" v="31084"/>
          <ac:spMkLst>
            <pc:docMk/>
            <pc:sldMk cId="2015470377" sldId="331"/>
            <ac:spMk id="20" creationId="{C8B9138D-9676-1F8D-AD46-54BC4AB8B6F2}"/>
          </ac:spMkLst>
        </pc:spChg>
        <pc:spChg chg="add del mod">
          <ac:chgData name="Robert de Groote" userId="2ce5265b-80a0-4fb8-a62a-8035e9b0c45a" providerId="ADAL" clId="{26C0FC0F-787E-4AFE-AA9A-4E52AC6E2AD8}" dt="2025-09-21T11:08:32.446" v="31093"/>
          <ac:spMkLst>
            <pc:docMk/>
            <pc:sldMk cId="2015470377" sldId="331"/>
            <ac:spMk id="21" creationId="{1B330923-1DC6-AAA1-A6FC-DE4684F18184}"/>
          </ac:spMkLst>
        </pc:spChg>
        <pc:spChg chg="add del mod">
          <ac:chgData name="Robert de Groote" userId="2ce5265b-80a0-4fb8-a62a-8035e9b0c45a" providerId="ADAL" clId="{26C0FC0F-787E-4AFE-AA9A-4E52AC6E2AD8}" dt="2025-09-21T11:08:32.463" v="31102"/>
          <ac:spMkLst>
            <pc:docMk/>
            <pc:sldMk cId="2015470377" sldId="331"/>
            <ac:spMk id="25" creationId="{B9688380-C8E3-B72F-48AD-450E404CB6C4}"/>
          </ac:spMkLst>
        </pc:spChg>
        <pc:spChg chg="add del mod">
          <ac:chgData name="Robert de Groote" userId="2ce5265b-80a0-4fb8-a62a-8035e9b0c45a" providerId="ADAL" clId="{26C0FC0F-787E-4AFE-AA9A-4E52AC6E2AD8}" dt="2025-09-21T11:08:32.492" v="31111"/>
          <ac:spMkLst>
            <pc:docMk/>
            <pc:sldMk cId="2015470377" sldId="331"/>
            <ac:spMk id="26" creationId="{827D3C5C-52C8-25C8-64EF-31B1C84EE406}"/>
          </ac:spMkLst>
        </pc:spChg>
        <pc:spChg chg="add del mod">
          <ac:chgData name="Robert de Groote" userId="2ce5265b-80a0-4fb8-a62a-8035e9b0c45a" providerId="ADAL" clId="{26C0FC0F-787E-4AFE-AA9A-4E52AC6E2AD8}" dt="2025-09-21T11:08:38.619" v="31187"/>
          <ac:spMkLst>
            <pc:docMk/>
            <pc:sldMk cId="2015470377" sldId="331"/>
            <ac:spMk id="28" creationId="{7520A5D2-C33B-DF4D-D533-CA928CF573D6}"/>
          </ac:spMkLst>
        </pc:spChg>
        <pc:spChg chg="add del mod">
          <ac:chgData name="Robert de Groote" userId="2ce5265b-80a0-4fb8-a62a-8035e9b0c45a" providerId="ADAL" clId="{26C0FC0F-787E-4AFE-AA9A-4E52AC6E2AD8}" dt="2025-09-21T11:08:38.619" v="31187"/>
          <ac:spMkLst>
            <pc:docMk/>
            <pc:sldMk cId="2015470377" sldId="331"/>
            <ac:spMk id="29" creationId="{2DB346C2-262A-425B-1E42-2A7B59E9C4DA}"/>
          </ac:spMkLst>
        </pc:spChg>
        <pc:spChg chg="add del mod">
          <ac:chgData name="Robert de Groote" userId="2ce5265b-80a0-4fb8-a62a-8035e9b0c45a" providerId="ADAL" clId="{26C0FC0F-787E-4AFE-AA9A-4E52AC6E2AD8}" dt="2025-09-21T11:08:38.543" v="31146"/>
          <ac:spMkLst>
            <pc:docMk/>
            <pc:sldMk cId="2015470377" sldId="331"/>
            <ac:spMk id="31" creationId="{FDC15D47-AE71-7798-0BAF-3DF930FFA79B}"/>
          </ac:spMkLst>
        </pc:spChg>
        <pc:spChg chg="add del mod">
          <ac:chgData name="Robert de Groote" userId="2ce5265b-80a0-4fb8-a62a-8035e9b0c45a" providerId="ADAL" clId="{26C0FC0F-787E-4AFE-AA9A-4E52AC6E2AD8}" dt="2025-09-21T11:08:38.572" v="31155"/>
          <ac:spMkLst>
            <pc:docMk/>
            <pc:sldMk cId="2015470377" sldId="331"/>
            <ac:spMk id="33" creationId="{4C55BACF-0BCA-D059-87ED-D2E53E64949D}"/>
          </ac:spMkLst>
        </pc:spChg>
        <pc:spChg chg="add del mod">
          <ac:chgData name="Robert de Groote" userId="2ce5265b-80a0-4fb8-a62a-8035e9b0c45a" providerId="ADAL" clId="{26C0FC0F-787E-4AFE-AA9A-4E52AC6E2AD8}" dt="2025-09-21T11:08:38.588" v="31164"/>
          <ac:spMkLst>
            <pc:docMk/>
            <pc:sldMk cId="2015470377" sldId="331"/>
            <ac:spMk id="34" creationId="{198F4CC3-59C0-2B9C-5E05-4696E30CB5A7}"/>
          </ac:spMkLst>
        </pc:spChg>
        <pc:spChg chg="add del mod">
          <ac:chgData name="Robert de Groote" userId="2ce5265b-80a0-4fb8-a62a-8035e9b0c45a" providerId="ADAL" clId="{26C0FC0F-787E-4AFE-AA9A-4E52AC6E2AD8}" dt="2025-09-21T11:08:38.604" v="31173"/>
          <ac:spMkLst>
            <pc:docMk/>
            <pc:sldMk cId="2015470377" sldId="331"/>
            <ac:spMk id="35" creationId="{7C45EC9F-473D-2248-B473-9AC8CFCFCEB8}"/>
          </ac:spMkLst>
        </pc:spChg>
        <pc:spChg chg="mod">
          <ac:chgData name="Robert de Groote" userId="2ce5265b-80a0-4fb8-a62a-8035e9b0c45a" providerId="ADAL" clId="{26C0FC0F-787E-4AFE-AA9A-4E52AC6E2AD8}" dt="2025-09-21T11:08:32.504" v="31119"/>
          <ac:spMkLst>
            <pc:docMk/>
            <pc:sldMk cId="2015470377" sldId="331"/>
            <ac:spMk id="53" creationId="{09F1CC2B-098D-805D-D8C5-A1BAD047D355}"/>
          </ac:spMkLst>
        </pc:spChg>
        <pc:spChg chg="mod">
          <ac:chgData name="Robert de Groote" userId="2ce5265b-80a0-4fb8-a62a-8035e9b0c45a" providerId="ADAL" clId="{26C0FC0F-787E-4AFE-AA9A-4E52AC6E2AD8}" dt="2025-09-21T11:08:24.516" v="31057"/>
          <ac:spMkLst>
            <pc:docMk/>
            <pc:sldMk cId="2015470377" sldId="331"/>
            <ac:spMk id="56" creationId="{3B0E2FEE-4208-3E25-D534-9313CFD919E8}"/>
          </ac:spMkLst>
        </pc:spChg>
        <pc:spChg chg="mod">
          <ac:chgData name="Robert de Groote" userId="2ce5265b-80a0-4fb8-a62a-8035e9b0c45a" providerId="ADAL" clId="{26C0FC0F-787E-4AFE-AA9A-4E52AC6E2AD8}" dt="2025-09-21T11:08:43.090" v="31243"/>
          <ac:spMkLst>
            <pc:docMk/>
            <pc:sldMk cId="2015470377" sldId="331"/>
            <ac:spMk id="57" creationId="{732F6FFC-3A55-3FF0-6C30-8EFAE41FBE1C}"/>
          </ac:spMkLst>
        </pc:spChg>
        <pc:spChg chg="mod topLvl">
          <ac:chgData name="Robert de Groote" userId="2ce5265b-80a0-4fb8-a62a-8035e9b0c45a" providerId="ADAL" clId="{26C0FC0F-787E-4AFE-AA9A-4E52AC6E2AD8}" dt="2025-09-21T11:08:19.416" v="30995"/>
          <ac:spMkLst>
            <pc:docMk/>
            <pc:sldMk cId="2015470377" sldId="331"/>
            <ac:spMk id="60" creationId="{F4CF2837-0234-1CC0-567A-3F62EC6EB4B7}"/>
          </ac:spMkLst>
        </pc:spChg>
        <pc:spChg chg="mod topLvl">
          <ac:chgData name="Robert de Groote" userId="2ce5265b-80a0-4fb8-a62a-8035e9b0c45a" providerId="ADAL" clId="{26C0FC0F-787E-4AFE-AA9A-4E52AC6E2AD8}" dt="2025-09-21T11:08:38.619" v="31181"/>
          <ac:spMkLst>
            <pc:docMk/>
            <pc:sldMk cId="2015470377" sldId="331"/>
            <ac:spMk id="61" creationId="{DA77E4FD-DC26-EE81-4530-79D65EBFD536}"/>
          </ac:spMkLst>
        </pc:spChg>
        <pc:spChg chg="add del mod">
          <ac:chgData name="Robert de Groote" userId="2ce5265b-80a0-4fb8-a62a-8035e9b0c45a" providerId="ADAL" clId="{26C0FC0F-787E-4AFE-AA9A-4E52AC6E2AD8}" dt="2025-09-21T11:08:43.090" v="31249"/>
          <ac:spMkLst>
            <pc:docMk/>
            <pc:sldMk cId="2015470377" sldId="331"/>
            <ac:spMk id="62" creationId="{C00C9D39-62E5-AAC0-0BB4-0C151297EF03}"/>
          </ac:spMkLst>
        </pc:spChg>
        <pc:spChg chg="add del mod">
          <ac:chgData name="Robert de Groote" userId="2ce5265b-80a0-4fb8-a62a-8035e9b0c45a" providerId="ADAL" clId="{26C0FC0F-787E-4AFE-AA9A-4E52AC6E2AD8}" dt="2025-09-21T11:08:43.090" v="31249"/>
          <ac:spMkLst>
            <pc:docMk/>
            <pc:sldMk cId="2015470377" sldId="331"/>
            <ac:spMk id="63" creationId="{C30B3955-8D7B-CD63-D1BC-A586D4CF8E14}"/>
          </ac:spMkLst>
        </pc:spChg>
        <pc:spChg chg="add del mod">
          <ac:chgData name="Robert de Groote" userId="2ce5265b-80a0-4fb8-a62a-8035e9b0c45a" providerId="ADAL" clId="{26C0FC0F-787E-4AFE-AA9A-4E52AC6E2AD8}" dt="2025-09-21T11:08:42.996" v="31208"/>
          <ac:spMkLst>
            <pc:docMk/>
            <pc:sldMk cId="2015470377" sldId="331"/>
            <ac:spMk id="64" creationId="{01F0FE5C-3250-9FC7-98E3-324FA9735557}"/>
          </ac:spMkLst>
        </pc:spChg>
        <pc:spChg chg="add del mod">
          <ac:chgData name="Robert de Groote" userId="2ce5265b-80a0-4fb8-a62a-8035e9b0c45a" providerId="ADAL" clId="{26C0FC0F-787E-4AFE-AA9A-4E52AC6E2AD8}" dt="2025-09-21T11:08:43.027" v="31217"/>
          <ac:spMkLst>
            <pc:docMk/>
            <pc:sldMk cId="2015470377" sldId="331"/>
            <ac:spMk id="65" creationId="{3E49B7EF-7962-3A91-E342-A0ECCDB8A89F}"/>
          </ac:spMkLst>
        </pc:spChg>
        <pc:spChg chg="add del mod">
          <ac:chgData name="Robert de Groote" userId="2ce5265b-80a0-4fb8-a62a-8035e9b0c45a" providerId="ADAL" clId="{26C0FC0F-787E-4AFE-AA9A-4E52AC6E2AD8}" dt="2025-09-21T11:08:43.059" v="31226"/>
          <ac:spMkLst>
            <pc:docMk/>
            <pc:sldMk cId="2015470377" sldId="331"/>
            <ac:spMk id="66" creationId="{B0F02F55-75B0-2AC5-DCF0-187D2735C731}"/>
          </ac:spMkLst>
        </pc:spChg>
        <pc:spChg chg="add del mod">
          <ac:chgData name="Robert de Groote" userId="2ce5265b-80a0-4fb8-a62a-8035e9b0c45a" providerId="ADAL" clId="{26C0FC0F-787E-4AFE-AA9A-4E52AC6E2AD8}" dt="2025-09-21T11:08:43.075" v="31235"/>
          <ac:spMkLst>
            <pc:docMk/>
            <pc:sldMk cId="2015470377" sldId="331"/>
            <ac:spMk id="67" creationId="{E743E53A-44DF-DAF9-97FE-82464F6D0F46}"/>
          </ac:spMkLst>
        </pc:spChg>
        <pc:spChg chg="mod">
          <ac:chgData name="Robert de Groote" userId="2ce5265b-80a0-4fb8-a62a-8035e9b0c45a" providerId="ADAL" clId="{26C0FC0F-787E-4AFE-AA9A-4E52AC6E2AD8}" dt="2025-09-21T11:08:24.516" v="31061"/>
          <ac:spMkLst>
            <pc:docMk/>
            <pc:sldMk cId="2015470377" sldId="331"/>
            <ac:spMk id="95" creationId="{3FD00066-51B9-551F-AEEC-DE34E1640B82}"/>
          </ac:spMkLst>
        </pc:spChg>
        <pc:spChg chg="mod">
          <ac:chgData name="Robert de Groote" userId="2ce5265b-80a0-4fb8-a62a-8035e9b0c45a" providerId="ADAL" clId="{26C0FC0F-787E-4AFE-AA9A-4E52AC6E2AD8}" dt="2025-09-21T11:08:43.090" v="31247"/>
          <ac:spMkLst>
            <pc:docMk/>
            <pc:sldMk cId="2015470377" sldId="331"/>
            <ac:spMk id="97" creationId="{907F4EE9-32E3-1578-255F-5B4C3B08934E}"/>
          </ac:spMkLst>
        </pc:spChg>
        <pc:spChg chg="mod">
          <ac:chgData name="Robert de Groote" userId="2ce5265b-80a0-4fb8-a62a-8035e9b0c45a" providerId="ADAL" clId="{26C0FC0F-787E-4AFE-AA9A-4E52AC6E2AD8}" dt="2025-09-21T11:08:38.619" v="31185"/>
          <ac:spMkLst>
            <pc:docMk/>
            <pc:sldMk cId="2015470377" sldId="331"/>
            <ac:spMk id="98" creationId="{219C4F6B-7746-79DE-B0DB-02F8CC847718}"/>
          </ac:spMkLst>
        </pc:spChg>
        <pc:spChg chg="mod">
          <ac:chgData name="Robert de Groote" userId="2ce5265b-80a0-4fb8-a62a-8035e9b0c45a" providerId="ADAL" clId="{26C0FC0F-787E-4AFE-AA9A-4E52AC6E2AD8}" dt="2025-09-21T11:08:19.416" v="30999"/>
          <ac:spMkLst>
            <pc:docMk/>
            <pc:sldMk cId="2015470377" sldId="331"/>
            <ac:spMk id="99" creationId="{2CE62712-E8C7-D7B0-DFDF-51DA07DFD303}"/>
          </ac:spMkLst>
        </pc:spChg>
        <pc:spChg chg="mod">
          <ac:chgData name="Robert de Groote" userId="2ce5265b-80a0-4fb8-a62a-8035e9b0c45a" providerId="ADAL" clId="{26C0FC0F-787E-4AFE-AA9A-4E52AC6E2AD8}" dt="2025-09-21T11:08:32.505" v="31123"/>
          <ac:spMkLst>
            <pc:docMk/>
            <pc:sldMk cId="2015470377" sldId="331"/>
            <ac:spMk id="101" creationId="{00D40B73-478B-ADF6-2D61-7CFBCE1806B3}"/>
          </ac:spMkLst>
        </pc:spChg>
        <pc:grpChg chg="del">
          <ac:chgData name="Robert de Groote" userId="2ce5265b-80a0-4fb8-a62a-8035e9b0c45a" providerId="ADAL" clId="{26C0FC0F-787E-4AFE-AA9A-4E52AC6E2AD8}" dt="2025-09-21T11:08:11.571" v="30939" actId="165"/>
          <ac:grpSpMkLst>
            <pc:docMk/>
            <pc:sldMk cId="2015470377" sldId="331"/>
            <ac:grpSpMk id="8" creationId="{F73B647B-D7A1-315A-DD2B-9ECA11E40649}"/>
          </ac:grpSpMkLst>
        </pc:grpChg>
        <pc:cxnChg chg="mod">
          <ac:chgData name="Robert de Groote" userId="2ce5265b-80a0-4fb8-a62a-8035e9b0c45a" providerId="ADAL" clId="{26C0FC0F-787E-4AFE-AA9A-4E52AC6E2AD8}" dt="2025-09-21T11:08:24.516" v="31057"/>
          <ac:cxnSpMkLst>
            <pc:docMk/>
            <pc:sldMk cId="2015470377" sldId="331"/>
            <ac:cxnSpMk id="27" creationId="{5313954D-3BCA-52BD-9305-71BFC016C60A}"/>
          </ac:cxnSpMkLst>
        </pc:cxnChg>
        <pc:cxnChg chg="mod">
          <ac:chgData name="Robert de Groote" userId="2ce5265b-80a0-4fb8-a62a-8035e9b0c45a" providerId="ADAL" clId="{26C0FC0F-787E-4AFE-AA9A-4E52AC6E2AD8}" dt="2025-09-21T11:08:38.619" v="31181"/>
          <ac:cxnSpMkLst>
            <pc:docMk/>
            <pc:sldMk cId="2015470377" sldId="331"/>
            <ac:cxnSpMk id="30" creationId="{A1D27E14-7523-519D-4FB4-EC7E94D503EC}"/>
          </ac:cxnSpMkLst>
        </pc:cxnChg>
        <pc:cxnChg chg="mod">
          <ac:chgData name="Robert de Groote" userId="2ce5265b-80a0-4fb8-a62a-8035e9b0c45a" providerId="ADAL" clId="{26C0FC0F-787E-4AFE-AA9A-4E52AC6E2AD8}" dt="2025-09-21T11:08:43.090" v="31243"/>
          <ac:cxnSpMkLst>
            <pc:docMk/>
            <pc:sldMk cId="2015470377" sldId="331"/>
            <ac:cxnSpMk id="32" creationId="{C8EF7647-1E8E-5411-DE95-F23DFAE6D75A}"/>
          </ac:cxnSpMkLst>
        </pc:cxnChg>
        <pc:cxnChg chg="mod">
          <ac:chgData name="Robert de Groote" userId="2ce5265b-80a0-4fb8-a62a-8035e9b0c45a" providerId="ADAL" clId="{26C0FC0F-787E-4AFE-AA9A-4E52AC6E2AD8}" dt="2025-09-21T11:08:43.090" v="31243"/>
          <ac:cxnSpMkLst>
            <pc:docMk/>
            <pc:sldMk cId="2015470377" sldId="331"/>
            <ac:cxnSpMk id="36" creationId="{51029C3C-80BA-0B78-4D49-80882B9F1C20}"/>
          </ac:cxnSpMkLst>
        </pc:cxnChg>
        <pc:cxnChg chg="mod">
          <ac:chgData name="Robert de Groote" userId="2ce5265b-80a0-4fb8-a62a-8035e9b0c45a" providerId="ADAL" clId="{26C0FC0F-787E-4AFE-AA9A-4E52AC6E2AD8}" dt="2025-09-21T11:08:43.090" v="31243"/>
          <ac:cxnSpMkLst>
            <pc:docMk/>
            <pc:sldMk cId="2015470377" sldId="331"/>
            <ac:cxnSpMk id="43" creationId="{A71039A9-5AAA-D458-757A-2B34B89671DF}"/>
          </ac:cxnSpMkLst>
        </pc:cxnChg>
        <pc:cxnChg chg="mod">
          <ac:chgData name="Robert de Groote" userId="2ce5265b-80a0-4fb8-a62a-8035e9b0c45a" providerId="ADAL" clId="{26C0FC0F-787E-4AFE-AA9A-4E52AC6E2AD8}" dt="2025-09-21T11:08:32.504" v="31119"/>
          <ac:cxnSpMkLst>
            <pc:docMk/>
            <pc:sldMk cId="2015470377" sldId="331"/>
            <ac:cxnSpMk id="44" creationId="{BE152FDE-344F-6367-0405-95CE4C3F931E}"/>
          </ac:cxnSpMkLst>
        </pc:cxnChg>
        <pc:cxnChg chg="mod">
          <ac:chgData name="Robert de Groote" userId="2ce5265b-80a0-4fb8-a62a-8035e9b0c45a" providerId="ADAL" clId="{26C0FC0F-787E-4AFE-AA9A-4E52AC6E2AD8}" dt="2025-09-21T11:08:32.504" v="31119"/>
          <ac:cxnSpMkLst>
            <pc:docMk/>
            <pc:sldMk cId="2015470377" sldId="331"/>
            <ac:cxnSpMk id="45" creationId="{D4A287A5-9395-70C0-9B43-3D3791D2B79A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21T12:41:11.637" v="34876" actId="20577"/>
        <pc:sldMkLst>
          <pc:docMk/>
          <pc:sldMk cId="2748379423" sldId="331"/>
        </pc:sldMkLst>
        <pc:spChg chg="mod">
          <ac:chgData name="Robert de Groote" userId="2ce5265b-80a0-4fb8-a62a-8035e9b0c45a" providerId="ADAL" clId="{26C0FC0F-787E-4AFE-AA9A-4E52AC6E2AD8}" dt="2025-09-21T12:41:11.637" v="34876" actId="20577"/>
          <ac:spMkLst>
            <pc:docMk/>
            <pc:sldMk cId="2748379423" sldId="331"/>
            <ac:spMk id="3" creationId="{C95542DA-13A9-D350-ED62-66519B636F0F}"/>
          </ac:spMkLst>
        </pc:spChg>
        <pc:spChg chg="add del mod ord">
          <ac:chgData name="Robert de Groote" userId="2ce5265b-80a0-4fb8-a62a-8035e9b0c45a" providerId="ADAL" clId="{26C0FC0F-787E-4AFE-AA9A-4E52AC6E2AD8}" dt="2025-09-21T11:56:52.430" v="32414"/>
          <ac:spMkLst>
            <pc:docMk/>
            <pc:sldMk cId="2748379423" sldId="331"/>
            <ac:spMk id="4" creationId="{58DB67EA-D8FA-4D83-DAB1-FF88C9673794}"/>
          </ac:spMkLst>
        </pc:spChg>
        <pc:spChg chg="add del mod ord">
          <ac:chgData name="Robert de Groote" userId="2ce5265b-80a0-4fb8-a62a-8035e9b0c45a" providerId="ADAL" clId="{26C0FC0F-787E-4AFE-AA9A-4E52AC6E2AD8}" dt="2025-09-21T11:56:52.430" v="32414"/>
          <ac:spMkLst>
            <pc:docMk/>
            <pc:sldMk cId="2748379423" sldId="331"/>
            <ac:spMk id="5" creationId="{DEB465A1-0B5D-866C-27BA-442C6CFE1F9A}"/>
          </ac:spMkLst>
        </pc:spChg>
        <pc:spChg chg="add del mod">
          <ac:chgData name="Robert de Groote" userId="2ce5265b-80a0-4fb8-a62a-8035e9b0c45a" providerId="ADAL" clId="{26C0FC0F-787E-4AFE-AA9A-4E52AC6E2AD8}" dt="2025-09-21T11:56:52.326" v="32249"/>
          <ac:spMkLst>
            <pc:docMk/>
            <pc:sldMk cId="2748379423" sldId="331"/>
            <ac:spMk id="6" creationId="{17B6CAB3-BA30-1474-EC52-23288AB9F706}"/>
          </ac:spMkLst>
        </pc:spChg>
        <pc:spChg chg="del">
          <ac:chgData name="Robert de Groote" userId="2ce5265b-80a0-4fb8-a62a-8035e9b0c45a" providerId="ADAL" clId="{26C0FC0F-787E-4AFE-AA9A-4E52AC6E2AD8}" dt="2025-09-21T12:05:18.107" v="33998" actId="478"/>
          <ac:spMkLst>
            <pc:docMk/>
            <pc:sldMk cId="2748379423" sldId="331"/>
            <ac:spMk id="7" creationId="{D292C87C-1B96-6908-2A24-DB3FC87F4BFD}"/>
          </ac:spMkLst>
        </pc:spChg>
        <pc:spChg chg="add del mod">
          <ac:chgData name="Robert de Groote" userId="2ce5265b-80a0-4fb8-a62a-8035e9b0c45a" providerId="ADAL" clId="{26C0FC0F-787E-4AFE-AA9A-4E52AC6E2AD8}" dt="2025-09-21T11:56:52.356" v="32258"/>
          <ac:spMkLst>
            <pc:docMk/>
            <pc:sldMk cId="2748379423" sldId="331"/>
            <ac:spMk id="9" creationId="{92606D68-8DC0-4AA8-0C81-5776F11BC25F}"/>
          </ac:spMkLst>
        </pc:spChg>
        <pc:spChg chg="add del mod ord">
          <ac:chgData name="Robert de Groote" userId="2ce5265b-80a0-4fb8-a62a-8035e9b0c45a" providerId="ADAL" clId="{26C0FC0F-787E-4AFE-AA9A-4E52AC6E2AD8}" dt="2025-09-21T11:56:52.542" v="32457"/>
          <ac:spMkLst>
            <pc:docMk/>
            <pc:sldMk cId="2748379423" sldId="331"/>
            <ac:spMk id="10" creationId="{2FC38374-3CC5-D02E-4574-5A9A485E7393}"/>
          </ac:spMkLst>
        </pc:spChg>
        <pc:spChg chg="add del mod ord">
          <ac:chgData name="Robert de Groote" userId="2ce5265b-80a0-4fb8-a62a-8035e9b0c45a" providerId="ADAL" clId="{26C0FC0F-787E-4AFE-AA9A-4E52AC6E2AD8}" dt="2025-09-21T11:56:52.542" v="32457"/>
          <ac:spMkLst>
            <pc:docMk/>
            <pc:sldMk cId="2748379423" sldId="331"/>
            <ac:spMk id="11" creationId="{FDED7D47-8519-5A1E-4800-B5CD1F8E1C68}"/>
          </ac:spMkLst>
        </pc:spChg>
        <pc:spChg chg="add del mod">
          <ac:chgData name="Robert de Groote" userId="2ce5265b-80a0-4fb8-a62a-8035e9b0c45a" providerId="ADAL" clId="{26C0FC0F-787E-4AFE-AA9A-4E52AC6E2AD8}" dt="2025-09-21T11:56:52.456" v="32424"/>
          <ac:spMkLst>
            <pc:docMk/>
            <pc:sldMk cId="2748379423" sldId="331"/>
            <ac:spMk id="12" creationId="{D5DFE366-B23D-C0E3-7CBD-93E10E25C1E2}"/>
          </ac:spMkLst>
        </pc:spChg>
        <pc:spChg chg="add del mod">
          <ac:chgData name="Robert de Groote" userId="2ce5265b-80a0-4fb8-a62a-8035e9b0c45a" providerId="ADAL" clId="{26C0FC0F-787E-4AFE-AA9A-4E52AC6E2AD8}" dt="2025-09-21T11:56:52.490" v="32433"/>
          <ac:spMkLst>
            <pc:docMk/>
            <pc:sldMk cId="2748379423" sldId="331"/>
            <ac:spMk id="13" creationId="{C89CF621-F592-3B14-5584-787A4F365E6F}"/>
          </ac:spMkLst>
        </pc:spChg>
        <pc:spChg chg="add del mod ord">
          <ac:chgData name="Robert de Groote" userId="2ce5265b-80a0-4fb8-a62a-8035e9b0c45a" providerId="ADAL" clId="{26C0FC0F-787E-4AFE-AA9A-4E52AC6E2AD8}" dt="2025-09-21T11:56:52.675" v="32514"/>
          <ac:spMkLst>
            <pc:docMk/>
            <pc:sldMk cId="2748379423" sldId="331"/>
            <ac:spMk id="14" creationId="{B958E6BC-6898-B693-86CE-58370D2C5274}"/>
          </ac:spMkLst>
        </pc:spChg>
        <pc:spChg chg="add del mod ord">
          <ac:chgData name="Robert de Groote" userId="2ce5265b-80a0-4fb8-a62a-8035e9b0c45a" providerId="ADAL" clId="{26C0FC0F-787E-4AFE-AA9A-4E52AC6E2AD8}" dt="2025-09-21T11:56:52.675" v="32514"/>
          <ac:spMkLst>
            <pc:docMk/>
            <pc:sldMk cId="2748379423" sldId="331"/>
            <ac:spMk id="15" creationId="{CEEEDF4F-4BEB-E2FF-0EB6-A86E43EDAB86}"/>
          </ac:spMkLst>
        </pc:spChg>
        <pc:spChg chg="add del mod">
          <ac:chgData name="Robert de Groote" userId="2ce5265b-80a0-4fb8-a62a-8035e9b0c45a" providerId="ADAL" clId="{26C0FC0F-787E-4AFE-AA9A-4E52AC6E2AD8}" dt="2025-09-21T11:56:52.610" v="32479"/>
          <ac:spMkLst>
            <pc:docMk/>
            <pc:sldMk cId="2748379423" sldId="331"/>
            <ac:spMk id="16" creationId="{C869165A-2F60-AC46-BBE6-0C66CEE9924B}"/>
          </ac:spMkLst>
        </pc:spChg>
        <pc:spChg chg="add del mod">
          <ac:chgData name="Robert de Groote" userId="2ce5265b-80a0-4fb8-a62a-8035e9b0c45a" providerId="ADAL" clId="{26C0FC0F-787E-4AFE-AA9A-4E52AC6E2AD8}" dt="2025-09-21T11:56:52.641" v="32488"/>
          <ac:spMkLst>
            <pc:docMk/>
            <pc:sldMk cId="2748379423" sldId="331"/>
            <ac:spMk id="17" creationId="{5C7AF14C-B163-B622-1D88-8ED123B773DA}"/>
          </ac:spMkLst>
        </pc:spChg>
        <pc:spChg chg="add del mod ord">
          <ac:chgData name="Robert de Groote" userId="2ce5265b-80a0-4fb8-a62a-8035e9b0c45a" providerId="ADAL" clId="{26C0FC0F-787E-4AFE-AA9A-4E52AC6E2AD8}" dt="2025-09-21T11:56:52.743" v="32559"/>
          <ac:spMkLst>
            <pc:docMk/>
            <pc:sldMk cId="2748379423" sldId="331"/>
            <ac:spMk id="18" creationId="{4045339C-4698-ECBB-BB7F-E9D070007148}"/>
          </ac:spMkLst>
        </pc:spChg>
        <pc:spChg chg="add del mod ord">
          <ac:chgData name="Robert de Groote" userId="2ce5265b-80a0-4fb8-a62a-8035e9b0c45a" providerId="ADAL" clId="{26C0FC0F-787E-4AFE-AA9A-4E52AC6E2AD8}" dt="2025-09-21T11:56:52.743" v="32559"/>
          <ac:spMkLst>
            <pc:docMk/>
            <pc:sldMk cId="2748379423" sldId="331"/>
            <ac:spMk id="19" creationId="{E4E53417-C414-8331-4ABD-35F91E2C4B31}"/>
          </ac:spMkLst>
        </pc:spChg>
        <pc:spChg chg="add del mod">
          <ac:chgData name="Robert de Groote" userId="2ce5265b-80a0-4fb8-a62a-8035e9b0c45a" providerId="ADAL" clId="{26C0FC0F-787E-4AFE-AA9A-4E52AC6E2AD8}" dt="2025-09-21T11:56:52.696" v="32524"/>
          <ac:spMkLst>
            <pc:docMk/>
            <pc:sldMk cId="2748379423" sldId="331"/>
            <ac:spMk id="20" creationId="{69D9FE8A-3A64-1D12-042A-8911F5505229}"/>
          </ac:spMkLst>
        </pc:spChg>
        <pc:spChg chg="add del mod">
          <ac:chgData name="Robert de Groote" userId="2ce5265b-80a0-4fb8-a62a-8035e9b0c45a" providerId="ADAL" clId="{26C0FC0F-787E-4AFE-AA9A-4E52AC6E2AD8}" dt="2025-09-21T11:56:52.718" v="32533"/>
          <ac:spMkLst>
            <pc:docMk/>
            <pc:sldMk cId="2748379423" sldId="331"/>
            <ac:spMk id="21" creationId="{B731D200-4C3E-BCEE-B733-679F9997BD30}"/>
          </ac:spMkLst>
        </pc:spChg>
        <pc:spChg chg="add del mod">
          <ac:chgData name="Robert de Groote" userId="2ce5265b-80a0-4fb8-a62a-8035e9b0c45a" providerId="ADAL" clId="{26C0FC0F-787E-4AFE-AA9A-4E52AC6E2AD8}" dt="2025-09-21T11:57:08.623" v="32659"/>
          <ac:spMkLst>
            <pc:docMk/>
            <pc:sldMk cId="2748379423" sldId="331"/>
            <ac:spMk id="25" creationId="{D07A1419-6BB4-66E5-D1A9-5B4AE58CA652}"/>
          </ac:spMkLst>
        </pc:spChg>
        <pc:spChg chg="add del mod">
          <ac:chgData name="Robert de Groote" userId="2ce5265b-80a0-4fb8-a62a-8035e9b0c45a" providerId="ADAL" clId="{26C0FC0F-787E-4AFE-AA9A-4E52AC6E2AD8}" dt="2025-09-21T11:57:08.623" v="32659"/>
          <ac:spMkLst>
            <pc:docMk/>
            <pc:sldMk cId="2748379423" sldId="331"/>
            <ac:spMk id="26" creationId="{FF9F574C-789A-87E4-DF12-14DFC47BA848}"/>
          </ac:spMkLst>
        </pc:spChg>
        <pc:spChg chg="add del mod">
          <ac:chgData name="Robert de Groote" userId="2ce5265b-80a0-4fb8-a62a-8035e9b0c45a" providerId="ADAL" clId="{26C0FC0F-787E-4AFE-AA9A-4E52AC6E2AD8}" dt="2025-09-21T11:57:08.623" v="32659"/>
          <ac:spMkLst>
            <pc:docMk/>
            <pc:sldMk cId="2748379423" sldId="331"/>
            <ac:spMk id="28" creationId="{3742D510-BBB8-D958-9B01-E856B62E8037}"/>
          </ac:spMkLst>
        </pc:spChg>
        <pc:spChg chg="add del mod">
          <ac:chgData name="Robert de Groote" userId="2ce5265b-80a0-4fb8-a62a-8035e9b0c45a" providerId="ADAL" clId="{26C0FC0F-787E-4AFE-AA9A-4E52AC6E2AD8}" dt="2025-09-21T11:57:08.623" v="32659"/>
          <ac:spMkLst>
            <pc:docMk/>
            <pc:sldMk cId="2748379423" sldId="331"/>
            <ac:spMk id="29" creationId="{21FA224A-CD5E-CFEF-6A3B-9CAF8014E44E}"/>
          </ac:spMkLst>
        </pc:spChg>
        <pc:spChg chg="add del mod">
          <ac:chgData name="Robert de Groote" userId="2ce5265b-80a0-4fb8-a62a-8035e9b0c45a" providerId="ADAL" clId="{26C0FC0F-787E-4AFE-AA9A-4E52AC6E2AD8}" dt="2025-09-21T11:57:08.623" v="32659"/>
          <ac:spMkLst>
            <pc:docMk/>
            <pc:sldMk cId="2748379423" sldId="331"/>
            <ac:spMk id="31" creationId="{400FB70A-38F6-8384-5D2F-1D8A2D346AA9}"/>
          </ac:spMkLst>
        </pc:spChg>
        <pc:spChg chg="add del mod">
          <ac:chgData name="Robert de Groote" userId="2ce5265b-80a0-4fb8-a62a-8035e9b0c45a" providerId="ADAL" clId="{26C0FC0F-787E-4AFE-AA9A-4E52AC6E2AD8}" dt="2025-09-21T11:57:08.623" v="32659"/>
          <ac:spMkLst>
            <pc:docMk/>
            <pc:sldMk cId="2748379423" sldId="331"/>
            <ac:spMk id="33" creationId="{C39F2AB3-A219-EFC1-B95D-2742CE61D963}"/>
          </ac:spMkLst>
        </pc:spChg>
        <pc:spChg chg="del mod">
          <ac:chgData name="Robert de Groote" userId="2ce5265b-80a0-4fb8-a62a-8035e9b0c45a" providerId="ADAL" clId="{26C0FC0F-787E-4AFE-AA9A-4E52AC6E2AD8}" dt="2025-09-21T12:05:23.992" v="34002" actId="478"/>
          <ac:spMkLst>
            <pc:docMk/>
            <pc:sldMk cId="2748379423" sldId="331"/>
            <ac:spMk id="53" creationId="{640FF562-E035-1B0A-2E0F-818531CA42F1}"/>
          </ac:spMkLst>
        </pc:spChg>
        <pc:spChg chg="del">
          <ac:chgData name="Robert de Groote" userId="2ce5265b-80a0-4fb8-a62a-8035e9b0c45a" providerId="ADAL" clId="{26C0FC0F-787E-4AFE-AA9A-4E52AC6E2AD8}" dt="2025-09-21T12:05:25.426" v="34003" actId="478"/>
          <ac:spMkLst>
            <pc:docMk/>
            <pc:sldMk cId="2748379423" sldId="331"/>
            <ac:spMk id="54" creationId="{ACF4766E-B3CD-6A1C-AA64-1C47F1541802}"/>
          </ac:spMkLst>
        </pc:spChg>
        <pc:spChg chg="del">
          <ac:chgData name="Robert de Groote" userId="2ce5265b-80a0-4fb8-a62a-8035e9b0c45a" providerId="ADAL" clId="{26C0FC0F-787E-4AFE-AA9A-4E52AC6E2AD8}" dt="2025-09-21T11:58:45.462" v="33046" actId="478"/>
          <ac:spMkLst>
            <pc:docMk/>
            <pc:sldMk cId="2748379423" sldId="331"/>
            <ac:spMk id="55" creationId="{17892AA4-1B20-B1E9-621F-DB389C0B0043}"/>
          </ac:spMkLst>
        </pc:spChg>
        <pc:spChg chg="del mod">
          <ac:chgData name="Robert de Groote" userId="2ce5265b-80a0-4fb8-a62a-8035e9b0c45a" providerId="ADAL" clId="{26C0FC0F-787E-4AFE-AA9A-4E52AC6E2AD8}" dt="2025-09-21T12:05:21.378" v="34000" actId="478"/>
          <ac:spMkLst>
            <pc:docMk/>
            <pc:sldMk cId="2748379423" sldId="331"/>
            <ac:spMk id="56" creationId="{FB930C03-4B89-3639-1733-66C43BDC671A}"/>
          </ac:spMkLst>
        </pc:spChg>
        <pc:spChg chg="del mod">
          <ac:chgData name="Robert de Groote" userId="2ce5265b-80a0-4fb8-a62a-8035e9b0c45a" providerId="ADAL" clId="{26C0FC0F-787E-4AFE-AA9A-4E52AC6E2AD8}" dt="2025-09-21T12:05:22.568" v="34001" actId="478"/>
          <ac:spMkLst>
            <pc:docMk/>
            <pc:sldMk cId="2748379423" sldId="331"/>
            <ac:spMk id="57" creationId="{1D46EE5F-8845-9005-7B45-216CE706D021}"/>
          </ac:spMkLst>
        </pc:spChg>
        <pc:spChg chg="del">
          <ac:chgData name="Robert de Groote" userId="2ce5265b-80a0-4fb8-a62a-8035e9b0c45a" providerId="ADAL" clId="{26C0FC0F-787E-4AFE-AA9A-4E52AC6E2AD8}" dt="2025-09-21T12:01:39.898" v="33510" actId="478"/>
          <ac:spMkLst>
            <pc:docMk/>
            <pc:sldMk cId="2748379423" sldId="331"/>
            <ac:spMk id="58" creationId="{B0ED9A2D-E6E3-63F2-5A00-C0215730649F}"/>
          </ac:spMkLst>
        </pc:spChg>
        <pc:spChg chg="del">
          <ac:chgData name="Robert de Groote" userId="2ce5265b-80a0-4fb8-a62a-8035e9b0c45a" providerId="ADAL" clId="{26C0FC0F-787E-4AFE-AA9A-4E52AC6E2AD8}" dt="2025-09-21T12:01:39.898" v="33510" actId="478"/>
          <ac:spMkLst>
            <pc:docMk/>
            <pc:sldMk cId="2748379423" sldId="331"/>
            <ac:spMk id="59" creationId="{B2C1A6D7-FB52-55AB-D20D-21EF835B5CFF}"/>
          </ac:spMkLst>
        </pc:spChg>
        <pc:spChg chg="del mod ord topLvl">
          <ac:chgData name="Robert de Groote" userId="2ce5265b-80a0-4fb8-a62a-8035e9b0c45a" providerId="ADAL" clId="{26C0FC0F-787E-4AFE-AA9A-4E52AC6E2AD8}" dt="2025-09-21T12:07:29.876" v="34023" actId="478"/>
          <ac:spMkLst>
            <pc:docMk/>
            <pc:sldMk cId="2748379423" sldId="331"/>
            <ac:spMk id="60" creationId="{1A5FB78C-8BE4-172B-7C53-02F444A16EE4}"/>
          </ac:spMkLst>
        </pc:spChg>
        <pc:spChg chg="del mod topLvl">
          <ac:chgData name="Robert de Groote" userId="2ce5265b-80a0-4fb8-a62a-8035e9b0c45a" providerId="ADAL" clId="{26C0FC0F-787E-4AFE-AA9A-4E52AC6E2AD8}" dt="2025-09-21T12:05:19.861" v="33999" actId="478"/>
          <ac:spMkLst>
            <pc:docMk/>
            <pc:sldMk cId="2748379423" sldId="331"/>
            <ac:spMk id="61" creationId="{6DFD6743-D388-BAAB-88D8-F77FF4E22044}"/>
          </ac:spMkLst>
        </pc:spChg>
        <pc:spChg chg="add del mod">
          <ac:chgData name="Robert de Groote" userId="2ce5265b-80a0-4fb8-a62a-8035e9b0c45a" providerId="ADAL" clId="{26C0FC0F-787E-4AFE-AA9A-4E52AC6E2AD8}" dt="2025-09-21T11:57:30.232" v="32725"/>
          <ac:spMkLst>
            <pc:docMk/>
            <pc:sldMk cId="2748379423" sldId="331"/>
            <ac:spMk id="63" creationId="{2E4D97EF-D3A8-2BFC-95BA-A1E0A4B12691}"/>
          </ac:spMkLst>
        </pc:spChg>
        <pc:spChg chg="add del mod">
          <ac:chgData name="Robert de Groote" userId="2ce5265b-80a0-4fb8-a62a-8035e9b0c45a" providerId="ADAL" clId="{26C0FC0F-787E-4AFE-AA9A-4E52AC6E2AD8}" dt="2025-09-21T11:57:30.232" v="32725"/>
          <ac:spMkLst>
            <pc:docMk/>
            <pc:sldMk cId="2748379423" sldId="331"/>
            <ac:spMk id="64" creationId="{E53B2799-3670-41B5-0D1A-C8B14D443CFC}"/>
          </ac:spMkLst>
        </pc:spChg>
        <pc:spChg chg="add del mod">
          <ac:chgData name="Robert de Groote" userId="2ce5265b-80a0-4fb8-a62a-8035e9b0c45a" providerId="ADAL" clId="{26C0FC0F-787E-4AFE-AA9A-4E52AC6E2AD8}" dt="2025-09-21T11:57:30.082" v="32684"/>
          <ac:spMkLst>
            <pc:docMk/>
            <pc:sldMk cId="2748379423" sldId="331"/>
            <ac:spMk id="65" creationId="{1B1F55B6-CA9E-D3C3-0724-DA56C8B1AF19}"/>
          </ac:spMkLst>
        </pc:spChg>
        <pc:spChg chg="add del mod">
          <ac:chgData name="Robert de Groote" userId="2ce5265b-80a0-4fb8-a62a-8035e9b0c45a" providerId="ADAL" clId="{26C0FC0F-787E-4AFE-AA9A-4E52AC6E2AD8}" dt="2025-09-21T11:57:30.146" v="32693"/>
          <ac:spMkLst>
            <pc:docMk/>
            <pc:sldMk cId="2748379423" sldId="331"/>
            <ac:spMk id="66" creationId="{E991735F-1A9C-FAB0-E731-7DDC8696F2BA}"/>
          </ac:spMkLst>
        </pc:spChg>
        <pc:spChg chg="add del mod">
          <ac:chgData name="Robert de Groote" userId="2ce5265b-80a0-4fb8-a62a-8035e9b0c45a" providerId="ADAL" clId="{26C0FC0F-787E-4AFE-AA9A-4E52AC6E2AD8}" dt="2025-09-21T11:57:30.172" v="32702"/>
          <ac:spMkLst>
            <pc:docMk/>
            <pc:sldMk cId="2748379423" sldId="331"/>
            <ac:spMk id="67" creationId="{D90C6AB3-75D1-4351-2FAE-66E8AF6227C0}"/>
          </ac:spMkLst>
        </pc:spChg>
        <pc:spChg chg="add del mod">
          <ac:chgData name="Robert de Groote" userId="2ce5265b-80a0-4fb8-a62a-8035e9b0c45a" providerId="ADAL" clId="{26C0FC0F-787E-4AFE-AA9A-4E52AC6E2AD8}" dt="2025-09-21T11:57:30.203" v="32711"/>
          <ac:spMkLst>
            <pc:docMk/>
            <pc:sldMk cId="2748379423" sldId="331"/>
            <ac:spMk id="68" creationId="{744A283E-DF43-0107-19CD-28CCFBF858D6}"/>
          </ac:spMkLst>
        </pc:spChg>
        <pc:spChg chg="add del mod">
          <ac:chgData name="Robert de Groote" userId="2ce5265b-80a0-4fb8-a62a-8035e9b0c45a" providerId="ADAL" clId="{26C0FC0F-787E-4AFE-AA9A-4E52AC6E2AD8}" dt="2025-09-21T11:57:48.543" v="32789"/>
          <ac:spMkLst>
            <pc:docMk/>
            <pc:sldMk cId="2748379423" sldId="331"/>
            <ac:spMk id="71" creationId="{343431F7-F921-7902-12BB-45DCA2618E82}"/>
          </ac:spMkLst>
        </pc:spChg>
        <pc:spChg chg="add del mod">
          <ac:chgData name="Robert de Groote" userId="2ce5265b-80a0-4fb8-a62a-8035e9b0c45a" providerId="ADAL" clId="{26C0FC0F-787E-4AFE-AA9A-4E52AC6E2AD8}" dt="2025-09-21T11:57:48.543" v="32789"/>
          <ac:spMkLst>
            <pc:docMk/>
            <pc:sldMk cId="2748379423" sldId="331"/>
            <ac:spMk id="72" creationId="{95AA239B-22FF-F84E-11C7-1EE6C24C8B0B}"/>
          </ac:spMkLst>
        </pc:spChg>
        <pc:spChg chg="add del mod">
          <ac:chgData name="Robert de Groote" userId="2ce5265b-80a0-4fb8-a62a-8035e9b0c45a" providerId="ADAL" clId="{26C0FC0F-787E-4AFE-AA9A-4E52AC6E2AD8}" dt="2025-09-21T11:57:48.375" v="32748"/>
          <ac:spMkLst>
            <pc:docMk/>
            <pc:sldMk cId="2748379423" sldId="331"/>
            <ac:spMk id="73" creationId="{3496F59D-F355-C52E-7FB3-EA6852349F08}"/>
          </ac:spMkLst>
        </pc:spChg>
        <pc:spChg chg="add del mod">
          <ac:chgData name="Robert de Groote" userId="2ce5265b-80a0-4fb8-a62a-8035e9b0c45a" providerId="ADAL" clId="{26C0FC0F-787E-4AFE-AA9A-4E52AC6E2AD8}" dt="2025-09-21T11:57:48.425" v="32757"/>
          <ac:spMkLst>
            <pc:docMk/>
            <pc:sldMk cId="2748379423" sldId="331"/>
            <ac:spMk id="74" creationId="{F17D3B0E-ECBB-EACF-9A56-3609FA626117}"/>
          </ac:spMkLst>
        </pc:spChg>
        <pc:spChg chg="add del mod">
          <ac:chgData name="Robert de Groote" userId="2ce5265b-80a0-4fb8-a62a-8035e9b0c45a" providerId="ADAL" clId="{26C0FC0F-787E-4AFE-AA9A-4E52AC6E2AD8}" dt="2025-09-21T11:57:48.458" v="32766"/>
          <ac:spMkLst>
            <pc:docMk/>
            <pc:sldMk cId="2748379423" sldId="331"/>
            <ac:spMk id="75" creationId="{68B0873F-EC5A-C23A-0E99-75154EA12AC8}"/>
          </ac:spMkLst>
        </pc:spChg>
        <pc:spChg chg="add del mod">
          <ac:chgData name="Robert de Groote" userId="2ce5265b-80a0-4fb8-a62a-8035e9b0c45a" providerId="ADAL" clId="{26C0FC0F-787E-4AFE-AA9A-4E52AC6E2AD8}" dt="2025-09-21T11:57:48.497" v="32775"/>
          <ac:spMkLst>
            <pc:docMk/>
            <pc:sldMk cId="2748379423" sldId="331"/>
            <ac:spMk id="76" creationId="{DB716984-548C-5654-5F85-AE99A3F4DBE3}"/>
          </ac:spMkLst>
        </pc:spChg>
        <pc:spChg chg="add del mod">
          <ac:chgData name="Robert de Groote" userId="2ce5265b-80a0-4fb8-a62a-8035e9b0c45a" providerId="ADAL" clId="{26C0FC0F-787E-4AFE-AA9A-4E52AC6E2AD8}" dt="2025-09-21T11:58:07.493" v="32856"/>
          <ac:spMkLst>
            <pc:docMk/>
            <pc:sldMk cId="2748379423" sldId="331"/>
            <ac:spMk id="79" creationId="{14DDAE4B-E3C2-A036-FDBE-D62825AEB7A8}"/>
          </ac:spMkLst>
        </pc:spChg>
        <pc:spChg chg="add del mod">
          <ac:chgData name="Robert de Groote" userId="2ce5265b-80a0-4fb8-a62a-8035e9b0c45a" providerId="ADAL" clId="{26C0FC0F-787E-4AFE-AA9A-4E52AC6E2AD8}" dt="2025-09-21T11:58:07.493" v="32856"/>
          <ac:spMkLst>
            <pc:docMk/>
            <pc:sldMk cId="2748379423" sldId="331"/>
            <ac:spMk id="80" creationId="{FB59E27B-2E44-C7D9-C343-8902737483D1}"/>
          </ac:spMkLst>
        </pc:spChg>
        <pc:spChg chg="add del mod">
          <ac:chgData name="Robert de Groote" userId="2ce5265b-80a0-4fb8-a62a-8035e9b0c45a" providerId="ADAL" clId="{26C0FC0F-787E-4AFE-AA9A-4E52AC6E2AD8}" dt="2025-09-21T11:58:07.398" v="32815"/>
          <ac:spMkLst>
            <pc:docMk/>
            <pc:sldMk cId="2748379423" sldId="331"/>
            <ac:spMk id="81" creationId="{0C3FB2D6-4B9F-BA65-8BE9-52D30CDA9930}"/>
          </ac:spMkLst>
        </pc:spChg>
        <pc:spChg chg="add del mod">
          <ac:chgData name="Robert de Groote" userId="2ce5265b-80a0-4fb8-a62a-8035e9b0c45a" providerId="ADAL" clId="{26C0FC0F-787E-4AFE-AA9A-4E52AC6E2AD8}" dt="2025-09-21T11:58:07.423" v="32824"/>
          <ac:spMkLst>
            <pc:docMk/>
            <pc:sldMk cId="2748379423" sldId="331"/>
            <ac:spMk id="82" creationId="{3A746BBB-C2C7-4F2C-8B2D-B8A0AED7F692}"/>
          </ac:spMkLst>
        </pc:spChg>
        <pc:spChg chg="add del mod">
          <ac:chgData name="Robert de Groote" userId="2ce5265b-80a0-4fb8-a62a-8035e9b0c45a" providerId="ADAL" clId="{26C0FC0F-787E-4AFE-AA9A-4E52AC6E2AD8}" dt="2025-09-21T11:58:07.448" v="32833"/>
          <ac:spMkLst>
            <pc:docMk/>
            <pc:sldMk cId="2748379423" sldId="331"/>
            <ac:spMk id="83" creationId="{B6460398-AEA1-8466-5F21-80F721D9FEFD}"/>
          </ac:spMkLst>
        </pc:spChg>
        <pc:spChg chg="add del mod">
          <ac:chgData name="Robert de Groote" userId="2ce5265b-80a0-4fb8-a62a-8035e9b0c45a" providerId="ADAL" clId="{26C0FC0F-787E-4AFE-AA9A-4E52AC6E2AD8}" dt="2025-09-21T11:58:07.478" v="32842"/>
          <ac:spMkLst>
            <pc:docMk/>
            <pc:sldMk cId="2748379423" sldId="331"/>
            <ac:spMk id="84" creationId="{0E04A105-75A0-B9CD-98A9-001F9D4147FA}"/>
          </ac:spMkLst>
        </pc:spChg>
        <pc:spChg chg="add del mod">
          <ac:chgData name="Robert de Groote" userId="2ce5265b-80a0-4fb8-a62a-8035e9b0c45a" providerId="ADAL" clId="{26C0FC0F-787E-4AFE-AA9A-4E52AC6E2AD8}" dt="2025-09-21T11:58:12.035" v="32918"/>
          <ac:spMkLst>
            <pc:docMk/>
            <pc:sldMk cId="2748379423" sldId="331"/>
            <ac:spMk id="85" creationId="{E3BC113E-F1FF-A85B-1CA3-90BEFD3B7857}"/>
          </ac:spMkLst>
        </pc:spChg>
        <pc:spChg chg="add del mod">
          <ac:chgData name="Robert de Groote" userId="2ce5265b-80a0-4fb8-a62a-8035e9b0c45a" providerId="ADAL" clId="{26C0FC0F-787E-4AFE-AA9A-4E52AC6E2AD8}" dt="2025-09-21T11:58:12.035" v="32918"/>
          <ac:spMkLst>
            <pc:docMk/>
            <pc:sldMk cId="2748379423" sldId="331"/>
            <ac:spMk id="86" creationId="{E55BB6BE-3AB1-DA05-5D2F-3E3B97DA9F85}"/>
          </ac:spMkLst>
        </pc:spChg>
        <pc:spChg chg="add del mod">
          <ac:chgData name="Robert de Groote" userId="2ce5265b-80a0-4fb8-a62a-8035e9b0c45a" providerId="ADAL" clId="{26C0FC0F-787E-4AFE-AA9A-4E52AC6E2AD8}" dt="2025-09-21T11:58:11.911" v="32877"/>
          <ac:spMkLst>
            <pc:docMk/>
            <pc:sldMk cId="2748379423" sldId="331"/>
            <ac:spMk id="87" creationId="{55C2DFFB-6DB7-3835-5B93-07D03AAA6632}"/>
          </ac:spMkLst>
        </pc:spChg>
        <pc:spChg chg="add del mod">
          <ac:chgData name="Robert de Groote" userId="2ce5265b-80a0-4fb8-a62a-8035e9b0c45a" providerId="ADAL" clId="{26C0FC0F-787E-4AFE-AA9A-4E52AC6E2AD8}" dt="2025-09-21T11:58:11.938" v="32886"/>
          <ac:spMkLst>
            <pc:docMk/>
            <pc:sldMk cId="2748379423" sldId="331"/>
            <ac:spMk id="88" creationId="{66756931-4834-837E-7FFF-E68DC9549CBE}"/>
          </ac:spMkLst>
        </pc:spChg>
        <pc:spChg chg="add del mod">
          <ac:chgData name="Robert de Groote" userId="2ce5265b-80a0-4fb8-a62a-8035e9b0c45a" providerId="ADAL" clId="{26C0FC0F-787E-4AFE-AA9A-4E52AC6E2AD8}" dt="2025-09-21T11:58:11.965" v="32895"/>
          <ac:spMkLst>
            <pc:docMk/>
            <pc:sldMk cId="2748379423" sldId="331"/>
            <ac:spMk id="89" creationId="{DDFC4546-09C7-7A9E-3444-F74ED9CA8DB1}"/>
          </ac:spMkLst>
        </pc:spChg>
        <pc:spChg chg="add del mod">
          <ac:chgData name="Robert de Groote" userId="2ce5265b-80a0-4fb8-a62a-8035e9b0c45a" providerId="ADAL" clId="{26C0FC0F-787E-4AFE-AA9A-4E52AC6E2AD8}" dt="2025-09-21T11:58:11.998" v="32904"/>
          <ac:spMkLst>
            <pc:docMk/>
            <pc:sldMk cId="2748379423" sldId="331"/>
            <ac:spMk id="90" creationId="{7D642A49-2F71-8147-94AA-6549428EC4DE}"/>
          </ac:spMkLst>
        </pc:spChg>
        <pc:spChg chg="add del mod">
          <ac:chgData name="Robert de Groote" userId="2ce5265b-80a0-4fb8-a62a-8035e9b0c45a" providerId="ADAL" clId="{26C0FC0F-787E-4AFE-AA9A-4E52AC6E2AD8}" dt="2025-09-21T11:58:24.415" v="32982"/>
          <ac:spMkLst>
            <pc:docMk/>
            <pc:sldMk cId="2748379423" sldId="331"/>
            <ac:spMk id="93" creationId="{15330EC4-A701-5349-E7F8-4AC5E317449E}"/>
          </ac:spMkLst>
        </pc:spChg>
        <pc:spChg chg="add del mod">
          <ac:chgData name="Robert de Groote" userId="2ce5265b-80a0-4fb8-a62a-8035e9b0c45a" providerId="ADAL" clId="{26C0FC0F-787E-4AFE-AA9A-4E52AC6E2AD8}" dt="2025-09-21T11:58:24.415" v="32982"/>
          <ac:spMkLst>
            <pc:docMk/>
            <pc:sldMk cId="2748379423" sldId="331"/>
            <ac:spMk id="94" creationId="{48B1282B-B7C0-A1F7-43E3-D225619F0517}"/>
          </ac:spMkLst>
        </pc:spChg>
        <pc:spChg chg="mod">
          <ac:chgData name="Robert de Groote" userId="2ce5265b-80a0-4fb8-a62a-8035e9b0c45a" providerId="ADAL" clId="{26C0FC0F-787E-4AFE-AA9A-4E52AC6E2AD8}" dt="2025-09-21T11:58:12.030" v="32916"/>
          <ac:spMkLst>
            <pc:docMk/>
            <pc:sldMk cId="2748379423" sldId="331"/>
            <ac:spMk id="95" creationId="{E93CC6CA-93FC-CEFF-2FFA-DAC6FB9447C9}"/>
          </ac:spMkLst>
        </pc:spChg>
        <pc:spChg chg="mod">
          <ac:chgData name="Robert de Groote" userId="2ce5265b-80a0-4fb8-a62a-8035e9b0c45a" providerId="ADAL" clId="{26C0FC0F-787E-4AFE-AA9A-4E52AC6E2AD8}" dt="2025-09-21T11:58:27.459" v="33042"/>
          <ac:spMkLst>
            <pc:docMk/>
            <pc:sldMk cId="2748379423" sldId="331"/>
            <ac:spMk id="97" creationId="{AC809965-573E-3EFF-CA77-4DED837619F8}"/>
          </ac:spMkLst>
        </pc:spChg>
        <pc:spChg chg="mod">
          <ac:chgData name="Robert de Groote" userId="2ce5265b-80a0-4fb8-a62a-8035e9b0c45a" providerId="ADAL" clId="{26C0FC0F-787E-4AFE-AA9A-4E52AC6E2AD8}" dt="2025-09-21T11:58:07.491" v="32854"/>
          <ac:spMkLst>
            <pc:docMk/>
            <pc:sldMk cId="2748379423" sldId="331"/>
            <ac:spMk id="98" creationId="{1B70E71D-FF5D-0F09-4558-1B9170692594}"/>
          </ac:spMkLst>
        </pc:spChg>
        <pc:spChg chg="mod ord">
          <ac:chgData name="Robert de Groote" userId="2ce5265b-80a0-4fb8-a62a-8035e9b0c45a" providerId="ADAL" clId="{26C0FC0F-787E-4AFE-AA9A-4E52AC6E2AD8}" dt="2025-09-21T11:57:30.227" v="32723"/>
          <ac:spMkLst>
            <pc:docMk/>
            <pc:sldMk cId="2748379423" sldId="331"/>
            <ac:spMk id="99" creationId="{E19BFFCE-F085-46C5-FFF7-31D56284E2E7}"/>
          </ac:spMkLst>
        </pc:spChg>
        <pc:spChg chg="mod">
          <ac:chgData name="Robert de Groote" userId="2ce5265b-80a0-4fb8-a62a-8035e9b0c45a" providerId="ADAL" clId="{26C0FC0F-787E-4AFE-AA9A-4E52AC6E2AD8}" dt="2025-09-21T11:58:24.411" v="32980"/>
          <ac:spMkLst>
            <pc:docMk/>
            <pc:sldMk cId="2748379423" sldId="331"/>
            <ac:spMk id="101" creationId="{53013810-00C6-A97C-E390-234188CAE44D}"/>
          </ac:spMkLst>
        </pc:spChg>
        <pc:spChg chg="add del mod">
          <ac:chgData name="Robert de Groote" userId="2ce5265b-80a0-4fb8-a62a-8035e9b0c45a" providerId="ADAL" clId="{26C0FC0F-787E-4AFE-AA9A-4E52AC6E2AD8}" dt="2025-09-21T11:58:24.300" v="32941"/>
          <ac:spMkLst>
            <pc:docMk/>
            <pc:sldMk cId="2748379423" sldId="331"/>
            <ac:spMk id="102" creationId="{FDF5F551-9884-D7F9-316E-2C25974CC7C2}"/>
          </ac:spMkLst>
        </pc:spChg>
        <pc:spChg chg="add del mod">
          <ac:chgData name="Robert de Groote" userId="2ce5265b-80a0-4fb8-a62a-8035e9b0c45a" providerId="ADAL" clId="{26C0FC0F-787E-4AFE-AA9A-4E52AC6E2AD8}" dt="2025-09-21T11:58:24.328" v="32950"/>
          <ac:spMkLst>
            <pc:docMk/>
            <pc:sldMk cId="2748379423" sldId="331"/>
            <ac:spMk id="103" creationId="{5774D634-F5A0-EA5F-97CB-59FBCEE1F825}"/>
          </ac:spMkLst>
        </pc:spChg>
        <pc:spChg chg="add del mod">
          <ac:chgData name="Robert de Groote" userId="2ce5265b-80a0-4fb8-a62a-8035e9b0c45a" providerId="ADAL" clId="{26C0FC0F-787E-4AFE-AA9A-4E52AC6E2AD8}" dt="2025-09-21T11:58:24.353" v="32959"/>
          <ac:spMkLst>
            <pc:docMk/>
            <pc:sldMk cId="2748379423" sldId="331"/>
            <ac:spMk id="104" creationId="{577CC33D-D43B-124E-39F3-037AD1B0B52A}"/>
          </ac:spMkLst>
        </pc:spChg>
        <pc:spChg chg="add del mod">
          <ac:chgData name="Robert de Groote" userId="2ce5265b-80a0-4fb8-a62a-8035e9b0c45a" providerId="ADAL" clId="{26C0FC0F-787E-4AFE-AA9A-4E52AC6E2AD8}" dt="2025-09-21T11:58:24.388" v="32968"/>
          <ac:spMkLst>
            <pc:docMk/>
            <pc:sldMk cId="2748379423" sldId="331"/>
            <ac:spMk id="105" creationId="{5EE177E4-4759-1507-B54A-5D7239476F57}"/>
          </ac:spMkLst>
        </pc:spChg>
        <pc:spChg chg="add del mod">
          <ac:chgData name="Robert de Groote" userId="2ce5265b-80a0-4fb8-a62a-8035e9b0c45a" providerId="ADAL" clId="{26C0FC0F-787E-4AFE-AA9A-4E52AC6E2AD8}" dt="2025-09-21T11:58:27.461" v="33044"/>
          <ac:spMkLst>
            <pc:docMk/>
            <pc:sldMk cId="2748379423" sldId="331"/>
            <ac:spMk id="106" creationId="{27359DB6-1280-FB3C-D116-43E3B070D6DF}"/>
          </ac:spMkLst>
        </pc:spChg>
        <pc:spChg chg="add del mod">
          <ac:chgData name="Robert de Groote" userId="2ce5265b-80a0-4fb8-a62a-8035e9b0c45a" providerId="ADAL" clId="{26C0FC0F-787E-4AFE-AA9A-4E52AC6E2AD8}" dt="2025-09-21T11:58:27.461" v="33044"/>
          <ac:spMkLst>
            <pc:docMk/>
            <pc:sldMk cId="2748379423" sldId="331"/>
            <ac:spMk id="107" creationId="{968E0151-BC1C-8DDD-AD74-5807D30581C7}"/>
          </ac:spMkLst>
        </pc:spChg>
        <pc:spChg chg="add del mod">
          <ac:chgData name="Robert de Groote" userId="2ce5265b-80a0-4fb8-a62a-8035e9b0c45a" providerId="ADAL" clId="{26C0FC0F-787E-4AFE-AA9A-4E52AC6E2AD8}" dt="2025-09-21T11:58:27.369" v="33003"/>
          <ac:spMkLst>
            <pc:docMk/>
            <pc:sldMk cId="2748379423" sldId="331"/>
            <ac:spMk id="108" creationId="{E27B1A70-EB55-2975-3671-12F7A81E826F}"/>
          </ac:spMkLst>
        </pc:spChg>
        <pc:spChg chg="add del mod">
          <ac:chgData name="Robert de Groote" userId="2ce5265b-80a0-4fb8-a62a-8035e9b0c45a" providerId="ADAL" clId="{26C0FC0F-787E-4AFE-AA9A-4E52AC6E2AD8}" dt="2025-09-21T11:58:27.399" v="33012"/>
          <ac:spMkLst>
            <pc:docMk/>
            <pc:sldMk cId="2748379423" sldId="331"/>
            <ac:spMk id="109" creationId="{50C735DF-7E61-DAB1-2B92-15ED7E3AB3A9}"/>
          </ac:spMkLst>
        </pc:spChg>
        <pc:spChg chg="add del mod">
          <ac:chgData name="Robert de Groote" userId="2ce5265b-80a0-4fb8-a62a-8035e9b0c45a" providerId="ADAL" clId="{26C0FC0F-787E-4AFE-AA9A-4E52AC6E2AD8}" dt="2025-09-21T11:58:27.415" v="33021"/>
          <ac:spMkLst>
            <pc:docMk/>
            <pc:sldMk cId="2748379423" sldId="331"/>
            <ac:spMk id="110" creationId="{6CFBE142-39E0-FF86-6C8C-3BEC387093A0}"/>
          </ac:spMkLst>
        </pc:spChg>
        <pc:spChg chg="add del mod">
          <ac:chgData name="Robert de Groote" userId="2ce5265b-80a0-4fb8-a62a-8035e9b0c45a" providerId="ADAL" clId="{26C0FC0F-787E-4AFE-AA9A-4E52AC6E2AD8}" dt="2025-09-21T11:58:27.429" v="33030"/>
          <ac:spMkLst>
            <pc:docMk/>
            <pc:sldMk cId="2748379423" sldId="331"/>
            <ac:spMk id="111" creationId="{65F977C9-CC34-E7D2-A8C2-2F45A64EB4A3}"/>
          </ac:spMkLst>
        </pc:spChg>
        <pc:spChg chg="add mod">
          <ac:chgData name="Robert de Groote" userId="2ce5265b-80a0-4fb8-a62a-8035e9b0c45a" providerId="ADAL" clId="{26C0FC0F-787E-4AFE-AA9A-4E52AC6E2AD8}" dt="2025-09-21T12:09:06.818" v="34030" actId="1076"/>
          <ac:spMkLst>
            <pc:docMk/>
            <pc:sldMk cId="2748379423" sldId="331"/>
            <ac:spMk id="112" creationId="{F296F222-B9DA-57FF-84A5-2B6A0EC86445}"/>
          </ac:spMkLst>
        </pc:spChg>
        <pc:spChg chg="mod">
          <ac:chgData name="Robert de Groote" userId="2ce5265b-80a0-4fb8-a62a-8035e9b0c45a" providerId="ADAL" clId="{26C0FC0F-787E-4AFE-AA9A-4E52AC6E2AD8}" dt="2025-09-21T12:15:41.736" v="34350"/>
          <ac:spMkLst>
            <pc:docMk/>
            <pc:sldMk cId="2748379423" sldId="331"/>
            <ac:spMk id="116" creationId="{3B2867E1-782C-F0A8-CFE4-78C21A23D45D}"/>
          </ac:spMkLst>
        </pc:spChg>
        <pc:spChg chg="mod">
          <ac:chgData name="Robert de Groote" userId="2ce5265b-80a0-4fb8-a62a-8035e9b0c45a" providerId="ADAL" clId="{26C0FC0F-787E-4AFE-AA9A-4E52AC6E2AD8}" dt="2025-09-21T12:15:41.736" v="34350"/>
          <ac:spMkLst>
            <pc:docMk/>
            <pc:sldMk cId="2748379423" sldId="331"/>
            <ac:spMk id="117" creationId="{F016E975-9781-3273-518F-7886F20F68BB}"/>
          </ac:spMkLst>
        </pc:spChg>
        <pc:grpChg chg="del">
          <ac:chgData name="Robert de Groote" userId="2ce5265b-80a0-4fb8-a62a-8035e9b0c45a" providerId="ADAL" clId="{26C0FC0F-787E-4AFE-AA9A-4E52AC6E2AD8}" dt="2025-09-21T11:56:45.192" v="32239" actId="165"/>
          <ac:grpSpMkLst>
            <pc:docMk/>
            <pc:sldMk cId="2748379423" sldId="331"/>
            <ac:grpSpMk id="8" creationId="{28844C6A-BEED-D1F3-CC57-6484B64B83B3}"/>
          </ac:grpSpMkLst>
        </pc:grpChg>
        <pc:grpChg chg="del">
          <ac:chgData name="Robert de Groote" userId="2ce5265b-80a0-4fb8-a62a-8035e9b0c45a" providerId="ADAL" clId="{26C0FC0F-787E-4AFE-AA9A-4E52AC6E2AD8}" dt="2025-09-21T12:01:39.898" v="33510" actId="478"/>
          <ac:grpSpMkLst>
            <pc:docMk/>
            <pc:sldMk cId="2748379423" sldId="331"/>
            <ac:grpSpMk id="22" creationId="{95E92490-56D4-AE99-EC5C-BF530A61E2FA}"/>
          </ac:grpSpMkLst>
        </pc:grpChg>
        <pc:grpChg chg="del">
          <ac:chgData name="Robert de Groote" userId="2ce5265b-80a0-4fb8-a62a-8035e9b0c45a" providerId="ADAL" clId="{26C0FC0F-787E-4AFE-AA9A-4E52AC6E2AD8}" dt="2025-09-21T12:01:39.898" v="33510" actId="478"/>
          <ac:grpSpMkLst>
            <pc:docMk/>
            <pc:sldMk cId="2748379423" sldId="331"/>
            <ac:grpSpMk id="23" creationId="{C99ADFF6-4971-F041-7C52-B0665F9CF981}"/>
          </ac:grpSpMkLst>
        </pc:grpChg>
        <pc:grpChg chg="del">
          <ac:chgData name="Robert de Groote" userId="2ce5265b-80a0-4fb8-a62a-8035e9b0c45a" providerId="ADAL" clId="{26C0FC0F-787E-4AFE-AA9A-4E52AC6E2AD8}" dt="2025-09-21T12:03:39.990" v="33978" actId="478"/>
          <ac:grpSpMkLst>
            <pc:docMk/>
            <pc:sldMk cId="2748379423" sldId="331"/>
            <ac:grpSpMk id="24" creationId="{D88C56F1-5C34-B81F-5D07-CE6257132B6A}"/>
          </ac:grpSpMkLst>
        </pc:grpChg>
        <pc:grpChg chg="add mod ord">
          <ac:chgData name="Robert de Groote" userId="2ce5265b-80a0-4fb8-a62a-8035e9b0c45a" providerId="ADAL" clId="{26C0FC0F-787E-4AFE-AA9A-4E52AC6E2AD8}" dt="2025-09-21T12:15:54.886" v="34353" actId="167"/>
          <ac:grpSpMkLst>
            <pc:docMk/>
            <pc:sldMk cId="2748379423" sldId="331"/>
            <ac:grpSpMk id="113" creationId="{B1E045B6-23D5-682C-083E-4E64457B371C}"/>
          </ac:grpSpMkLst>
        </pc:grpChg>
        <pc:cxnChg chg="del mod">
          <ac:chgData name="Robert de Groote" userId="2ce5265b-80a0-4fb8-a62a-8035e9b0c45a" providerId="ADAL" clId="{26C0FC0F-787E-4AFE-AA9A-4E52AC6E2AD8}" dt="2025-09-21T11:56:34.035" v="32237" actId="478"/>
          <ac:cxnSpMkLst>
            <pc:docMk/>
            <pc:sldMk cId="2748379423" sldId="331"/>
            <ac:cxnSpMk id="27" creationId="{AF52CFA7-5A31-61A7-56C2-8D0F682A3EE5}"/>
          </ac:cxnSpMkLst>
        </pc:cxnChg>
        <pc:cxnChg chg="del mod">
          <ac:chgData name="Robert de Groote" userId="2ce5265b-80a0-4fb8-a62a-8035e9b0c45a" providerId="ADAL" clId="{26C0FC0F-787E-4AFE-AA9A-4E52AC6E2AD8}" dt="2025-09-21T11:56:34.796" v="32238" actId="478"/>
          <ac:cxnSpMkLst>
            <pc:docMk/>
            <pc:sldMk cId="2748379423" sldId="331"/>
            <ac:cxnSpMk id="30" creationId="{CDD7492A-B699-189C-2D64-85CBCE20FCFE}"/>
          </ac:cxnSpMkLst>
        </pc:cxnChg>
        <pc:cxnChg chg="mod">
          <ac:chgData name="Robert de Groote" userId="2ce5265b-80a0-4fb8-a62a-8035e9b0c45a" providerId="ADAL" clId="{26C0FC0F-787E-4AFE-AA9A-4E52AC6E2AD8}" dt="2025-09-21T12:05:21.378" v="34000" actId="478"/>
          <ac:cxnSpMkLst>
            <pc:docMk/>
            <pc:sldMk cId="2748379423" sldId="331"/>
            <ac:cxnSpMk id="32" creationId="{24162C5E-0BD8-E49A-EAA0-76BC221D6F1C}"/>
          </ac:cxnSpMkLst>
        </pc:cxnChg>
        <pc:cxnChg chg="mod">
          <ac:chgData name="Robert de Groote" userId="2ce5265b-80a0-4fb8-a62a-8035e9b0c45a" providerId="ADAL" clId="{26C0FC0F-787E-4AFE-AA9A-4E52AC6E2AD8}" dt="2025-09-21T12:05:23.992" v="34002" actId="478"/>
          <ac:cxnSpMkLst>
            <pc:docMk/>
            <pc:sldMk cId="2748379423" sldId="331"/>
            <ac:cxnSpMk id="36" creationId="{B3BB6AD9-092A-5B15-F874-21D0CB833BB1}"/>
          </ac:cxnSpMkLst>
        </pc:cxnChg>
        <pc:cxnChg chg="del mod">
          <ac:chgData name="Robert de Groote" userId="2ce5265b-80a0-4fb8-a62a-8035e9b0c45a" providerId="ADAL" clId="{26C0FC0F-787E-4AFE-AA9A-4E52AC6E2AD8}" dt="2025-09-21T12:01:41.979" v="33511" actId="478"/>
          <ac:cxnSpMkLst>
            <pc:docMk/>
            <pc:sldMk cId="2748379423" sldId="331"/>
            <ac:cxnSpMk id="37" creationId="{96240147-59DC-63F1-3514-B293E9210F99}"/>
          </ac:cxnSpMkLst>
        </pc:cxnChg>
        <pc:cxnChg chg="del mod">
          <ac:chgData name="Robert de Groote" userId="2ce5265b-80a0-4fb8-a62a-8035e9b0c45a" providerId="ADAL" clId="{26C0FC0F-787E-4AFE-AA9A-4E52AC6E2AD8}" dt="2025-09-21T12:01:43.201" v="33512" actId="478"/>
          <ac:cxnSpMkLst>
            <pc:docMk/>
            <pc:sldMk cId="2748379423" sldId="331"/>
            <ac:cxnSpMk id="38" creationId="{64673085-F328-EA36-FE4F-8508A3E232F0}"/>
          </ac:cxnSpMkLst>
        </pc:cxnChg>
        <pc:cxnChg chg="del mod">
          <ac:chgData name="Robert de Groote" userId="2ce5265b-80a0-4fb8-a62a-8035e9b0c45a" providerId="ADAL" clId="{26C0FC0F-787E-4AFE-AA9A-4E52AC6E2AD8}" dt="2025-09-21T12:01:44.329" v="33513" actId="478"/>
          <ac:cxnSpMkLst>
            <pc:docMk/>
            <pc:sldMk cId="2748379423" sldId="331"/>
            <ac:cxnSpMk id="39" creationId="{D983E6AA-F357-597A-1A68-8CDFE02C5DDD}"/>
          </ac:cxnSpMkLst>
        </pc:cxnChg>
        <pc:cxnChg chg="del mod">
          <ac:chgData name="Robert de Groote" userId="2ce5265b-80a0-4fb8-a62a-8035e9b0c45a" providerId="ADAL" clId="{26C0FC0F-787E-4AFE-AA9A-4E52AC6E2AD8}" dt="2025-09-21T12:01:45.099" v="33514" actId="478"/>
          <ac:cxnSpMkLst>
            <pc:docMk/>
            <pc:sldMk cId="2748379423" sldId="331"/>
            <ac:cxnSpMk id="40" creationId="{D6A001E4-BFAB-767F-4046-B87FEE03470B}"/>
          </ac:cxnSpMkLst>
        </pc:cxnChg>
        <pc:cxnChg chg="del mod">
          <ac:chgData name="Robert de Groote" userId="2ce5265b-80a0-4fb8-a62a-8035e9b0c45a" providerId="ADAL" clId="{26C0FC0F-787E-4AFE-AA9A-4E52AC6E2AD8}" dt="2025-09-21T12:02:12.519" v="33523" actId="478"/>
          <ac:cxnSpMkLst>
            <pc:docMk/>
            <pc:sldMk cId="2748379423" sldId="331"/>
            <ac:cxnSpMk id="41" creationId="{CA32E656-6507-98E2-5EAD-4B9450DC7B72}"/>
          </ac:cxnSpMkLst>
        </pc:cxnChg>
        <pc:cxnChg chg="del mod">
          <ac:chgData name="Robert de Groote" userId="2ce5265b-80a0-4fb8-a62a-8035e9b0c45a" providerId="ADAL" clId="{26C0FC0F-787E-4AFE-AA9A-4E52AC6E2AD8}" dt="2025-09-21T12:02:11.370" v="33522" actId="478"/>
          <ac:cxnSpMkLst>
            <pc:docMk/>
            <pc:sldMk cId="2748379423" sldId="331"/>
            <ac:cxnSpMk id="42" creationId="{68C47AD1-F27A-12C0-D513-5CBB4C61E475}"/>
          </ac:cxnSpMkLst>
        </pc:cxnChg>
        <pc:cxnChg chg="mod">
          <ac:chgData name="Robert de Groote" userId="2ce5265b-80a0-4fb8-a62a-8035e9b0c45a" providerId="ADAL" clId="{26C0FC0F-787E-4AFE-AA9A-4E52AC6E2AD8}" dt="2025-09-21T12:05:23.992" v="34002" actId="478"/>
          <ac:cxnSpMkLst>
            <pc:docMk/>
            <pc:sldMk cId="2748379423" sldId="331"/>
            <ac:cxnSpMk id="43" creationId="{DD113E75-7973-65FB-99B2-62DCDAD9FD05}"/>
          </ac:cxnSpMkLst>
        </pc:cxnChg>
        <pc:cxnChg chg="mod">
          <ac:chgData name="Robert de Groote" userId="2ce5265b-80a0-4fb8-a62a-8035e9b0c45a" providerId="ADAL" clId="{26C0FC0F-787E-4AFE-AA9A-4E52AC6E2AD8}" dt="2025-09-21T12:07:29.876" v="34023" actId="478"/>
          <ac:cxnSpMkLst>
            <pc:docMk/>
            <pc:sldMk cId="2748379423" sldId="331"/>
            <ac:cxnSpMk id="44" creationId="{24C87676-D646-82DE-56EF-7479608E4735}"/>
          </ac:cxnSpMkLst>
        </pc:cxnChg>
        <pc:cxnChg chg="mod">
          <ac:chgData name="Robert de Groote" userId="2ce5265b-80a0-4fb8-a62a-8035e9b0c45a" providerId="ADAL" clId="{26C0FC0F-787E-4AFE-AA9A-4E52AC6E2AD8}" dt="2025-09-21T12:05:23.992" v="34002" actId="478"/>
          <ac:cxnSpMkLst>
            <pc:docMk/>
            <pc:sldMk cId="2748379423" sldId="331"/>
            <ac:cxnSpMk id="45" creationId="{4D778099-ADED-9D34-E707-DA94254E608A}"/>
          </ac:cxnSpMkLst>
        </pc:cxnChg>
        <pc:cxnChg chg="mod">
          <ac:chgData name="Robert de Groote" userId="2ce5265b-80a0-4fb8-a62a-8035e9b0c45a" providerId="ADAL" clId="{26C0FC0F-787E-4AFE-AA9A-4E52AC6E2AD8}" dt="2025-09-21T12:05:25.426" v="34003" actId="478"/>
          <ac:cxnSpMkLst>
            <pc:docMk/>
            <pc:sldMk cId="2748379423" sldId="331"/>
            <ac:cxnSpMk id="46" creationId="{B343FE84-BDD1-889F-6310-0D0B9801D9BD}"/>
          </ac:cxnSpMkLst>
        </pc:cxnChg>
        <pc:cxnChg chg="mod">
          <ac:chgData name="Robert de Groote" userId="2ce5265b-80a0-4fb8-a62a-8035e9b0c45a" providerId="ADAL" clId="{26C0FC0F-787E-4AFE-AA9A-4E52AC6E2AD8}" dt="2025-09-21T12:15:41.736" v="34350"/>
          <ac:cxnSpMkLst>
            <pc:docMk/>
            <pc:sldMk cId="2748379423" sldId="331"/>
            <ac:cxnSpMk id="114" creationId="{ABCDC77B-A24E-CA26-57D7-80CA79077067}"/>
          </ac:cxnSpMkLst>
        </pc:cxnChg>
        <pc:cxnChg chg="mod">
          <ac:chgData name="Robert de Groote" userId="2ce5265b-80a0-4fb8-a62a-8035e9b0c45a" providerId="ADAL" clId="{26C0FC0F-787E-4AFE-AA9A-4E52AC6E2AD8}" dt="2025-09-21T12:15:41.736" v="34350"/>
          <ac:cxnSpMkLst>
            <pc:docMk/>
            <pc:sldMk cId="2748379423" sldId="331"/>
            <ac:cxnSpMk id="115" creationId="{146B6C4E-0DE4-C62A-6934-FB09C45B47C3}"/>
          </ac:cxnSpMkLst>
        </pc:cxnChg>
      </pc:sldChg>
      <pc:sldChg chg="addSp delSp modSp add del mod delAnim">
        <pc:chgData name="Robert de Groote" userId="2ce5265b-80a0-4fb8-a62a-8035e9b0c45a" providerId="ADAL" clId="{26C0FC0F-787E-4AFE-AA9A-4E52AC6E2AD8}" dt="2025-09-21T11:11:00.364" v="32235" actId="47"/>
        <pc:sldMkLst>
          <pc:docMk/>
          <pc:sldMk cId="827357419" sldId="332"/>
        </pc:sldMkLst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4" creationId="{D38BBAA8-AEE6-0CA9-B467-7CD8EC6D63C3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5" creationId="{64B60E0D-1F24-4C44-84CC-7770CBB6CE3F}"/>
          </ac:spMkLst>
        </pc:spChg>
        <pc:spChg chg="add del mod">
          <ac:chgData name="Robert de Groote" userId="2ce5265b-80a0-4fb8-a62a-8035e9b0c45a" providerId="ADAL" clId="{26C0FC0F-787E-4AFE-AA9A-4E52AC6E2AD8}" dt="2025-09-21T11:10:49.676" v="32232" actId="1076"/>
          <ac:spMkLst>
            <pc:docMk/>
            <pc:sldMk cId="827357419" sldId="332"/>
            <ac:spMk id="6" creationId="{C8990D9E-971A-D308-DD41-99393841AA3B}"/>
          </ac:spMkLst>
        </pc:spChg>
        <pc:spChg chg="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7" creationId="{7B472756-401F-B1D5-1C91-0BB38CBA3FCD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8" creationId="{01DFEFDF-A968-A82D-4901-2E96C63C8422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9" creationId="{8E7660DA-3D4A-8D5E-7A01-EF7D927CF0D9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10" creationId="{70BD5F63-378C-EE7C-2C6B-64C18C6BD318}"/>
          </ac:spMkLst>
        </pc:spChg>
        <pc:spChg chg="add del mod">
          <ac:chgData name="Robert de Groote" userId="2ce5265b-80a0-4fb8-a62a-8035e9b0c45a" providerId="ADAL" clId="{26C0FC0F-787E-4AFE-AA9A-4E52AC6E2AD8}" dt="2025-09-21T11:10:49.676" v="32225" actId="1076"/>
          <ac:spMkLst>
            <pc:docMk/>
            <pc:sldMk cId="827357419" sldId="332"/>
            <ac:spMk id="11" creationId="{55D1D733-F111-3E05-88B0-F3A880CC2647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12" creationId="{F188F4E0-6E67-61A6-6DEC-2538B436453D}"/>
          </ac:spMkLst>
        </pc:spChg>
        <pc:spChg chg="add del mod">
          <ac:chgData name="Robert de Groote" userId="2ce5265b-80a0-4fb8-a62a-8035e9b0c45a" providerId="ADAL" clId="{26C0FC0F-787E-4AFE-AA9A-4E52AC6E2AD8}" dt="2025-09-21T11:10:49.673" v="32212" actId="478"/>
          <ac:spMkLst>
            <pc:docMk/>
            <pc:sldMk cId="827357419" sldId="332"/>
            <ac:spMk id="13" creationId="{67664D93-63AD-2407-CD28-2E6A355D98F4}"/>
          </ac:spMkLst>
        </pc:spChg>
        <pc:spChg chg="add del mod">
          <ac:chgData name="Robert de Groote" userId="2ce5265b-80a0-4fb8-a62a-8035e9b0c45a" providerId="ADAL" clId="{26C0FC0F-787E-4AFE-AA9A-4E52AC6E2AD8}" dt="2025-09-21T11:10:49.673" v="32212" actId="478"/>
          <ac:spMkLst>
            <pc:docMk/>
            <pc:sldMk cId="827357419" sldId="332"/>
            <ac:spMk id="14" creationId="{9FD963FD-14A0-AA28-62D7-CFC419D8730D}"/>
          </ac:spMkLst>
        </pc:spChg>
        <pc:spChg chg="add del mod">
          <ac:chgData name="Robert de Groote" userId="2ce5265b-80a0-4fb8-a62a-8035e9b0c45a" providerId="ADAL" clId="{26C0FC0F-787E-4AFE-AA9A-4E52AC6E2AD8}" dt="2025-09-21T11:10:49.676" v="32218" actId="1076"/>
          <ac:spMkLst>
            <pc:docMk/>
            <pc:sldMk cId="827357419" sldId="332"/>
            <ac:spMk id="15" creationId="{C3E6F7F6-0BA9-2D4D-DBF7-BDCD44E91B7C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16" creationId="{0EE29B55-92A6-94A5-F6C4-2985E05E8F46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17" creationId="{AB7E521E-61F3-C916-B56D-C0CD254551FE}"/>
          </ac:spMkLst>
        </pc:spChg>
        <pc:spChg chg="add del mod">
          <ac:chgData name="Robert de Groote" userId="2ce5265b-80a0-4fb8-a62a-8035e9b0c45a" providerId="ADAL" clId="{26C0FC0F-787E-4AFE-AA9A-4E52AC6E2AD8}" dt="2025-09-21T11:10:49.660" v="32205" actId="478"/>
          <ac:spMkLst>
            <pc:docMk/>
            <pc:sldMk cId="827357419" sldId="332"/>
            <ac:spMk id="18" creationId="{F49FE425-00D2-C7B8-482A-EC85F11D7BA3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19" creationId="{DD2AEE79-9E7F-44E1-AF37-5CC2BD70C52A}"/>
          </ac:spMkLst>
        </pc:spChg>
        <pc:spChg chg="add del mod">
          <ac:chgData name="Robert de Groote" userId="2ce5265b-80a0-4fb8-a62a-8035e9b0c45a" providerId="ADAL" clId="{26C0FC0F-787E-4AFE-AA9A-4E52AC6E2AD8}" dt="2025-09-21T11:10:49.676" v="32233"/>
          <ac:spMkLst>
            <pc:docMk/>
            <pc:sldMk cId="827357419" sldId="332"/>
            <ac:spMk id="20" creationId="{553B2C6B-D9F9-B67F-90FD-E0E31F906DBB}"/>
          </ac:spMkLst>
        </pc:spChg>
        <pc:spChg chg="add del mo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21" creationId="{953A13F4-3967-0FEB-9D0E-4E5EF6870631}"/>
          </ac:spMkLst>
        </pc:spChg>
        <pc:spChg chg="add del mod">
          <ac:chgData name="Robert de Groote" userId="2ce5265b-80a0-4fb8-a62a-8035e9b0c45a" providerId="ADAL" clId="{26C0FC0F-787E-4AFE-AA9A-4E52AC6E2AD8}" dt="2025-09-21T11:10:21.926" v="32201" actId="1076"/>
          <ac:spMkLst>
            <pc:docMk/>
            <pc:sldMk cId="827357419" sldId="332"/>
            <ac:spMk id="25" creationId="{18A7FBC1-64E4-2676-3326-9E8EC0439DB1}"/>
          </ac:spMkLst>
        </pc:spChg>
        <pc:spChg chg="add del mod">
          <ac:chgData name="Robert de Groote" userId="2ce5265b-80a0-4fb8-a62a-8035e9b0c45a" providerId="ADAL" clId="{26C0FC0F-787E-4AFE-AA9A-4E52AC6E2AD8}" dt="2025-09-21T11:10:21.925" v="32199" actId="1076"/>
          <ac:spMkLst>
            <pc:docMk/>
            <pc:sldMk cId="827357419" sldId="332"/>
            <ac:spMk id="26" creationId="{882A6FB6-3EA8-1F6C-D5E4-BA37DAFFB85C}"/>
          </ac:spMkLst>
        </pc:spChg>
        <pc:spChg chg="add del mo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28" creationId="{5B8DE8A5-A183-1E50-2AA2-88D7F3AE68BE}"/>
          </ac:spMkLst>
        </pc:spChg>
        <pc:spChg chg="add del mod">
          <ac:chgData name="Robert de Groote" userId="2ce5265b-80a0-4fb8-a62a-8035e9b0c45a" providerId="ADAL" clId="{26C0FC0F-787E-4AFE-AA9A-4E52AC6E2AD8}" dt="2025-09-21T11:10:21.910" v="32193" actId="1076"/>
          <ac:spMkLst>
            <pc:docMk/>
            <pc:sldMk cId="827357419" sldId="332"/>
            <ac:spMk id="29" creationId="{855EAC06-7785-D816-CA1C-711CD7886AE3}"/>
          </ac:spMkLst>
        </pc:spChg>
        <pc:spChg chg="add del mo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31" creationId="{E88333B8-2129-B7D6-98B7-1D90F6D1F5D6}"/>
          </ac:spMkLst>
        </pc:spChg>
        <pc:spChg chg="add del mod or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33" creationId="{CB3792E2-253B-FA8B-9DC1-77DBE172A8B0}"/>
          </ac:spMkLst>
        </pc:spChg>
        <pc:spChg chg="add del mod or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34" creationId="{86484CFF-4E20-6592-72AD-17F13DE4617E}"/>
          </ac:spMkLst>
        </pc:spChg>
        <pc:spChg chg="add del mod">
          <ac:chgData name="Robert de Groote" userId="2ce5265b-80a0-4fb8-a62a-8035e9b0c45a" providerId="ADAL" clId="{26C0FC0F-787E-4AFE-AA9A-4E52AC6E2AD8}" dt="2025-09-21T11:10:21.910" v="32180" actId="1076"/>
          <ac:spMkLst>
            <pc:docMk/>
            <pc:sldMk cId="827357419" sldId="332"/>
            <ac:spMk id="35" creationId="{1734D949-BD1A-CACF-65F0-DB6F311A89D2}"/>
          </ac:spMkLst>
        </pc:spChg>
        <pc:spChg chg="mod topLvl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47" creationId="{9C84E99C-0C95-830F-9450-49EAE1EC7C85}"/>
          </ac:spMkLst>
        </pc:spChg>
        <pc:spChg chg="mod topLvl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48" creationId="{DA8A9ABE-14C3-3ABC-5894-CAADB32B6E3B}"/>
          </ac:spMkLst>
        </pc:spChg>
        <pc:spChg chg="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53" creationId="{90E89C44-09F0-DC43-10BA-AE454EDBA0A2}"/>
          </ac:spMkLst>
        </pc:spChg>
        <pc:spChg chg="mod ord">
          <ac:chgData name="Robert de Groote" userId="2ce5265b-80a0-4fb8-a62a-8035e9b0c45a" providerId="ADAL" clId="{26C0FC0F-787E-4AFE-AA9A-4E52AC6E2AD8}" dt="2025-09-21T11:10:21.904" v="32173" actId="1076"/>
          <ac:spMkLst>
            <pc:docMk/>
            <pc:sldMk cId="827357419" sldId="332"/>
            <ac:spMk id="54" creationId="{44D89421-3253-C712-647C-A04C9E854B3E}"/>
          </ac:spMkLst>
        </pc:spChg>
        <pc:spChg chg="del">
          <ac:chgData name="Robert de Groote" userId="2ce5265b-80a0-4fb8-a62a-8035e9b0c45a" providerId="ADAL" clId="{26C0FC0F-787E-4AFE-AA9A-4E52AC6E2AD8}" dt="2025-09-21T11:09:13.056" v="31253" actId="478"/>
          <ac:spMkLst>
            <pc:docMk/>
            <pc:sldMk cId="827357419" sldId="332"/>
            <ac:spMk id="55" creationId="{2E10C23C-6F7B-F388-ED31-25CA5E942AE6}"/>
          </ac:spMkLst>
        </pc:spChg>
        <pc:spChg chg="add del mod">
          <ac:chgData name="Robert de Groote" userId="2ce5265b-80a0-4fb8-a62a-8035e9b0c45a" providerId="ADAL" clId="{26C0FC0F-787E-4AFE-AA9A-4E52AC6E2AD8}" dt="2025-09-21T11:10:21.904" v="32177" actId="1076"/>
          <ac:spMkLst>
            <pc:docMk/>
            <pc:sldMk cId="827357419" sldId="332"/>
            <ac:spMk id="62" creationId="{2D770714-FC8A-CCE5-368D-D28729DA7638}"/>
          </ac:spMkLst>
        </pc:spChg>
        <pc:spChg chg="add del mod or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63" creationId="{B28E2EAD-0C8E-D537-1654-DFE35C660300}"/>
          </ac:spMkLst>
        </pc:spChg>
        <pc:spChg chg="add del mod ord">
          <ac:chgData name="Robert de Groote" userId="2ce5265b-80a0-4fb8-a62a-8035e9b0c45a" providerId="ADAL" clId="{26C0FC0F-787E-4AFE-AA9A-4E52AC6E2AD8}" dt="2025-09-21T11:10:21.878" v="32106" actId="1076"/>
          <ac:spMkLst>
            <pc:docMk/>
            <pc:sldMk cId="827357419" sldId="332"/>
            <ac:spMk id="64" creationId="{80DE6324-8A7D-A587-AC4F-87E6AEE9DD30}"/>
          </ac:spMkLst>
        </pc:spChg>
        <pc:spChg chg="add del mod">
          <ac:chgData name="Robert de Groote" userId="2ce5265b-80a0-4fb8-a62a-8035e9b0c45a" providerId="ADAL" clId="{26C0FC0F-787E-4AFE-AA9A-4E52AC6E2AD8}" dt="2025-09-21T11:10:21.878" v="32112" actId="1076"/>
          <ac:spMkLst>
            <pc:docMk/>
            <pc:sldMk cId="827357419" sldId="332"/>
            <ac:spMk id="65" creationId="{5529D51C-DB95-1C0D-71FE-99F480D45CF4}"/>
          </ac:spMkLst>
        </pc:spChg>
        <pc:spChg chg="add del mo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66" creationId="{404C4469-5777-C311-230D-BEE15C7D8C17}"/>
          </ac:spMkLst>
        </pc:spChg>
        <pc:spChg chg="add del mod or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67" creationId="{1C3AA341-CFD6-0592-3772-149186FBD37E}"/>
          </ac:spMkLst>
        </pc:spChg>
        <pc:spChg chg="add del mod ord">
          <ac:chgData name="Robert de Groote" userId="2ce5265b-80a0-4fb8-a62a-8035e9b0c45a" providerId="ADAL" clId="{26C0FC0F-787E-4AFE-AA9A-4E52AC6E2AD8}" dt="2025-09-21T11:10:21.926" v="32204"/>
          <ac:spMkLst>
            <pc:docMk/>
            <pc:sldMk cId="827357419" sldId="332"/>
            <ac:spMk id="68" creationId="{C5AB31F1-28E9-7CA1-2390-FE7B162A7FA6}"/>
          </ac:spMkLst>
        </pc:spChg>
        <pc:spChg chg="add del mod">
          <ac:chgData name="Robert de Groote" userId="2ce5265b-80a0-4fb8-a62a-8035e9b0c45a" providerId="ADAL" clId="{26C0FC0F-787E-4AFE-AA9A-4E52AC6E2AD8}" dt="2025-09-21T11:10:21.863" v="32088" actId="1076"/>
          <ac:spMkLst>
            <pc:docMk/>
            <pc:sldMk cId="827357419" sldId="332"/>
            <ac:spMk id="69" creationId="{D16F9316-5978-4163-9365-DFC416B32371}"/>
          </ac:spMkLst>
        </pc:spChg>
        <pc:spChg chg="add del mod">
          <ac:chgData name="Robert de Groote" userId="2ce5265b-80a0-4fb8-a62a-8035e9b0c45a" providerId="ADAL" clId="{26C0FC0F-787E-4AFE-AA9A-4E52AC6E2AD8}" dt="2025-09-21T11:10:21.863" v="32085" actId="1076"/>
          <ac:spMkLst>
            <pc:docMk/>
            <pc:sldMk cId="827357419" sldId="332"/>
            <ac:spMk id="70" creationId="{6788732E-8289-F934-2D96-F1B16E31B7C9}"/>
          </ac:spMkLst>
        </pc:spChg>
        <pc:spChg chg="add del mod ord">
          <ac:chgData name="Robert de Groote" userId="2ce5265b-80a0-4fb8-a62a-8035e9b0c45a" providerId="ADAL" clId="{26C0FC0F-787E-4AFE-AA9A-4E52AC6E2AD8}" dt="2025-09-21T11:10:21.847" v="32057"/>
          <ac:spMkLst>
            <pc:docMk/>
            <pc:sldMk cId="827357419" sldId="332"/>
            <ac:spMk id="71" creationId="{46DDCAC7-AF9D-0E41-1170-827652767B90}"/>
          </ac:spMkLst>
        </pc:spChg>
        <pc:spChg chg="add del mod ord">
          <ac:chgData name="Robert de Groote" userId="2ce5265b-80a0-4fb8-a62a-8035e9b0c45a" providerId="ADAL" clId="{26C0FC0F-787E-4AFE-AA9A-4E52AC6E2AD8}" dt="2025-09-21T11:10:21.847" v="32063" actId="1076"/>
          <ac:spMkLst>
            <pc:docMk/>
            <pc:sldMk cId="827357419" sldId="332"/>
            <ac:spMk id="72" creationId="{D535CD76-0D56-2D14-40F5-D4AF4F4C6D9D}"/>
          </ac:spMkLst>
        </pc:spChg>
        <pc:spChg chg="add del mod">
          <ac:chgData name="Robert de Groote" userId="2ce5265b-80a0-4fb8-a62a-8035e9b0c45a" providerId="ADAL" clId="{26C0FC0F-787E-4AFE-AA9A-4E52AC6E2AD8}" dt="2025-09-21T11:10:21.847" v="32069" actId="1076"/>
          <ac:spMkLst>
            <pc:docMk/>
            <pc:sldMk cId="827357419" sldId="332"/>
            <ac:spMk id="73" creationId="{6A294F88-2636-78F0-C290-5DBD0E2070DE}"/>
          </ac:spMkLst>
        </pc:spChg>
        <pc:spChg chg="add del mod">
          <ac:chgData name="Robert de Groote" userId="2ce5265b-80a0-4fb8-a62a-8035e9b0c45a" providerId="ADAL" clId="{26C0FC0F-787E-4AFE-AA9A-4E52AC6E2AD8}" dt="2025-09-21T11:10:21.847" v="32066" actId="1076"/>
          <ac:spMkLst>
            <pc:docMk/>
            <pc:sldMk cId="827357419" sldId="332"/>
            <ac:spMk id="74" creationId="{2788C309-DCB7-CD48-2369-3FBEFEED6B18}"/>
          </ac:spMkLst>
        </pc:spChg>
        <pc:spChg chg="add del mod">
          <ac:chgData name="Robert de Groote" userId="2ce5265b-80a0-4fb8-a62a-8035e9b0c45a" providerId="ADAL" clId="{26C0FC0F-787E-4AFE-AA9A-4E52AC6E2AD8}" dt="2025-09-21T11:10:21.432" v="32044"/>
          <ac:spMkLst>
            <pc:docMk/>
            <pc:sldMk cId="827357419" sldId="332"/>
            <ac:spMk id="75" creationId="{DDCAAC9E-560D-3E3F-7040-3D30A6FDE5F8}"/>
          </ac:spMkLst>
        </pc:spChg>
        <pc:spChg chg="add del mod">
          <ac:chgData name="Robert de Groote" userId="2ce5265b-80a0-4fb8-a62a-8035e9b0c45a" providerId="ADAL" clId="{26C0FC0F-787E-4AFE-AA9A-4E52AC6E2AD8}" dt="2025-09-21T11:10:21.432" v="32044"/>
          <ac:spMkLst>
            <pc:docMk/>
            <pc:sldMk cId="827357419" sldId="332"/>
            <ac:spMk id="76" creationId="{C019730F-E6A0-5A41-B4F7-12C75BDFE6D7}"/>
          </ac:spMkLst>
        </pc:spChg>
        <pc:spChg chg="add del mod">
          <ac:chgData name="Robert de Groote" userId="2ce5265b-80a0-4fb8-a62a-8035e9b0c45a" providerId="ADAL" clId="{26C0FC0F-787E-4AFE-AA9A-4E52AC6E2AD8}" dt="2025-09-21T11:10:21.432" v="32044"/>
          <ac:spMkLst>
            <pc:docMk/>
            <pc:sldMk cId="827357419" sldId="332"/>
            <ac:spMk id="77" creationId="{C9A11B46-E170-D3D9-4643-7975994514F0}"/>
          </ac:spMkLst>
        </pc:spChg>
        <pc:spChg chg="add del mod">
          <ac:chgData name="Robert de Groote" userId="2ce5265b-80a0-4fb8-a62a-8035e9b0c45a" providerId="ADAL" clId="{26C0FC0F-787E-4AFE-AA9A-4E52AC6E2AD8}" dt="2025-09-21T11:10:21.432" v="32044"/>
          <ac:spMkLst>
            <pc:docMk/>
            <pc:sldMk cId="827357419" sldId="332"/>
            <ac:spMk id="78" creationId="{3AF1E376-24F7-218C-193C-DE6F67424F2A}"/>
          </ac:spMkLst>
        </pc:spChg>
        <pc:spChg chg="add del mod">
          <ac:chgData name="Robert de Groote" userId="2ce5265b-80a0-4fb8-a62a-8035e9b0c45a" providerId="ADAL" clId="{26C0FC0F-787E-4AFE-AA9A-4E52AC6E2AD8}" dt="2025-09-21T11:10:21.432" v="32044"/>
          <ac:spMkLst>
            <pc:docMk/>
            <pc:sldMk cId="827357419" sldId="332"/>
            <ac:spMk id="79" creationId="{679F6126-6E8F-4013-B01A-3B0222025345}"/>
          </ac:spMkLst>
        </pc:spChg>
        <pc:spChg chg="add del mod">
          <ac:chgData name="Robert de Groote" userId="2ce5265b-80a0-4fb8-a62a-8035e9b0c45a" providerId="ADAL" clId="{26C0FC0F-787E-4AFE-AA9A-4E52AC6E2AD8}" dt="2025-09-21T11:10:21.432" v="32044"/>
          <ac:spMkLst>
            <pc:docMk/>
            <pc:sldMk cId="827357419" sldId="332"/>
            <ac:spMk id="80" creationId="{AD1FC9A3-E5DA-5867-0CC1-1682B1B233D4}"/>
          </ac:spMkLst>
        </pc:spChg>
        <pc:spChg chg="add del 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81" creationId="{90B4D738-B359-D6C8-A208-A60C7DF819D7}"/>
          </ac:spMkLst>
        </pc:spChg>
        <pc:spChg chg="add del 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82" creationId="{AEE6D4C9-ABEF-166C-E173-C67B5B7A3D26}"/>
          </ac:spMkLst>
        </pc:spChg>
        <pc:spChg chg="add del 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83" creationId="{11FBA043-93A7-CDC5-1117-01C5ECC336A3}"/>
          </ac:spMkLst>
        </pc:spChg>
        <pc:spChg chg="add del 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84" creationId="{D8207364-997A-2B86-1B82-2C8954F55EA3}"/>
          </ac:spMkLst>
        </pc:spChg>
        <pc:spChg chg="add del 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85" creationId="{98813DFB-E2A3-749D-64FF-B9ED855025DB}"/>
          </ac:spMkLst>
        </pc:spChg>
        <pc:spChg chg="add del 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86" creationId="{24322D2A-F30C-E321-2783-905C257D506C}"/>
          </ac:spMkLst>
        </pc:spChg>
        <pc:spChg chg="add del 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87" creationId="{9C34FE98-8A89-83AA-E8F6-5DA681378BE8}"/>
          </ac:spMkLst>
        </pc:spChg>
        <pc:spChg chg="add del 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88" creationId="{145C80DC-3340-696F-BF3B-70978E9FF70D}"/>
          </ac:spMkLst>
        </pc:spChg>
        <pc:spChg chg="add del 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89" creationId="{122387E4-325B-C8F1-74B1-E5B9FDDD37C6}"/>
          </ac:spMkLst>
        </pc:spChg>
        <pc:spChg chg="add del 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90" creationId="{DE0E3D6F-22F9-2D39-9851-13D662BF1D6D}"/>
          </ac:spMkLst>
        </pc:spChg>
        <pc:spChg chg="add del 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91" creationId="{A2520DC0-D04D-0514-B550-3707DC5BEE62}"/>
          </ac:spMkLst>
        </pc:spChg>
        <pc:spChg chg="add del 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92" creationId="{E71AFE21-8D36-97A6-A1F7-8214326B067D}"/>
          </ac:spMkLst>
        </pc:spChg>
        <pc:spChg chg="add del 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93" creationId="{790311E4-0F73-9104-2E6D-8BD659AEA255}"/>
          </ac:spMkLst>
        </pc:spChg>
        <pc:spChg chg="add del 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94" creationId="{12CA51AA-59C9-64BB-44AF-024421D773DF}"/>
          </ac:spMkLst>
        </pc:spChg>
        <pc:spChg chg="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95" creationId="{738A4D23-B06B-D45A-0218-93EA2637C9F8}"/>
          </ac:spMkLst>
        </pc:spChg>
        <pc:spChg chg="mod ord">
          <ac:chgData name="Robert de Groote" userId="2ce5265b-80a0-4fb8-a62a-8035e9b0c45a" providerId="ADAL" clId="{26C0FC0F-787E-4AFE-AA9A-4E52AC6E2AD8}" dt="2025-09-21T11:10:21.878" v="32118" actId="1076"/>
          <ac:spMkLst>
            <pc:docMk/>
            <pc:sldMk cId="827357419" sldId="332"/>
            <ac:spMk id="96" creationId="{42BE762B-F03A-E8DD-3678-A455609AC00B}"/>
          </ac:spMkLst>
        </pc:spChg>
        <pc:spChg chg="mod">
          <ac:chgData name="Robert de Groote" userId="2ce5265b-80a0-4fb8-a62a-8035e9b0c45a" providerId="ADAL" clId="{26C0FC0F-787E-4AFE-AA9A-4E52AC6E2AD8}" dt="2025-09-21T11:10:21.030" v="32020"/>
          <ac:spMkLst>
            <pc:docMk/>
            <pc:sldMk cId="827357419" sldId="332"/>
            <ac:spMk id="97" creationId="{E172042D-E17A-AE51-A20F-7394730C112A}"/>
          </ac:spMkLst>
        </pc:spChg>
        <pc:spChg chg="mod">
          <ac:chgData name="Robert de Groote" userId="2ce5265b-80a0-4fb8-a62a-8035e9b0c45a" providerId="ADAL" clId="{26C0FC0F-787E-4AFE-AA9A-4E52AC6E2AD8}" dt="2025-09-21T11:10:21.910" v="32183" actId="1076"/>
          <ac:spMkLst>
            <pc:docMk/>
            <pc:sldMk cId="827357419" sldId="332"/>
            <ac:spMk id="100" creationId="{35D036EE-A63E-FE22-A6B3-BAEF7F576B4F}"/>
          </ac:spMkLst>
        </pc:spChg>
        <pc:spChg chg="mod">
          <ac:chgData name="Robert de Groote" userId="2ce5265b-80a0-4fb8-a62a-8035e9b0c45a" providerId="ADAL" clId="{26C0FC0F-787E-4AFE-AA9A-4E52AC6E2AD8}" dt="2025-09-21T11:10:20.427" v="31996"/>
          <ac:spMkLst>
            <pc:docMk/>
            <pc:sldMk cId="827357419" sldId="332"/>
            <ac:spMk id="101" creationId="{2690383F-0072-9B81-7992-D0B5CA7DD9E4}"/>
          </ac:spMkLst>
        </pc:spChg>
        <pc:spChg chg="add del 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102" creationId="{0E7F2137-250F-AE9A-5497-8D63D9A635A7}"/>
          </ac:spMkLst>
        </pc:spChg>
        <pc:spChg chg="add del 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103" creationId="{74BF7BF2-8683-F476-8029-D49C4C7949F0}"/>
          </ac:spMkLst>
        </pc:spChg>
        <pc:spChg chg="add del 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104" creationId="{009F2825-71E7-5EA6-30B2-F9F34497C18A}"/>
          </ac:spMkLst>
        </pc:spChg>
        <pc:spChg chg="add del mod">
          <ac:chgData name="Robert de Groote" userId="2ce5265b-80a0-4fb8-a62a-8035e9b0c45a" providerId="ADAL" clId="{26C0FC0F-787E-4AFE-AA9A-4E52AC6E2AD8}" dt="2025-09-21T11:10:20.062" v="31972"/>
          <ac:spMkLst>
            <pc:docMk/>
            <pc:sldMk cId="827357419" sldId="332"/>
            <ac:spMk id="105" creationId="{A51F73A7-DBD8-B426-5E19-35F613DF6DB9}"/>
          </ac:spMkLst>
        </pc:spChg>
        <pc:grpChg chg="del">
          <ac:chgData name="Robert de Groote" userId="2ce5265b-80a0-4fb8-a62a-8035e9b0c45a" providerId="ADAL" clId="{26C0FC0F-787E-4AFE-AA9A-4E52AC6E2AD8}" dt="2025-09-21T11:09:18.945" v="31254" actId="165"/>
          <ac:grpSpMkLst>
            <pc:docMk/>
            <pc:sldMk cId="827357419" sldId="332"/>
            <ac:grpSpMk id="24" creationId="{DD67EA78-A006-291B-9DDB-4218BF695424}"/>
          </ac:grpSpMkLst>
        </pc:grpChg>
        <pc:cxnChg chg="mod">
          <ac:chgData name="Robert de Groote" userId="2ce5265b-80a0-4fb8-a62a-8035e9b0c45a" providerId="ADAL" clId="{26C0FC0F-787E-4AFE-AA9A-4E52AC6E2AD8}" dt="2025-09-21T11:10:21.005" v="32001" actId="1076"/>
          <ac:cxnSpMkLst>
            <pc:docMk/>
            <pc:sldMk cId="827357419" sldId="332"/>
            <ac:cxnSpMk id="37" creationId="{62178144-F61B-93A2-90F2-2ED3873FD7E3}"/>
          </ac:cxnSpMkLst>
        </pc:cxnChg>
        <pc:cxnChg chg="mod">
          <ac:chgData name="Robert de Groote" userId="2ce5265b-80a0-4fb8-a62a-8035e9b0c45a" providerId="ADAL" clId="{26C0FC0F-787E-4AFE-AA9A-4E52AC6E2AD8}" dt="2025-09-21T11:10:21.030" v="32020"/>
          <ac:cxnSpMkLst>
            <pc:docMk/>
            <pc:sldMk cId="827357419" sldId="332"/>
            <ac:cxnSpMk id="38" creationId="{D75AD998-03F9-AF72-7AD8-865703D4261A}"/>
          </ac:cxnSpMkLst>
        </pc:cxnChg>
        <pc:cxnChg chg="mod">
          <ac:chgData name="Robert de Groote" userId="2ce5265b-80a0-4fb8-a62a-8035e9b0c45a" providerId="ADAL" clId="{26C0FC0F-787E-4AFE-AA9A-4E52AC6E2AD8}" dt="2025-09-21T11:10:21.910" v="32185" actId="1076"/>
          <ac:cxnSpMkLst>
            <pc:docMk/>
            <pc:sldMk cId="827357419" sldId="332"/>
            <ac:cxnSpMk id="39" creationId="{B35F7CB7-0655-9625-56B7-65137C7A15E1}"/>
          </ac:cxnSpMkLst>
        </pc:cxnChg>
        <pc:cxnChg chg="mod">
          <ac:chgData name="Robert de Groote" userId="2ce5265b-80a0-4fb8-a62a-8035e9b0c45a" providerId="ADAL" clId="{26C0FC0F-787E-4AFE-AA9A-4E52AC6E2AD8}" dt="2025-09-21T11:10:21.910" v="32185" actId="1076"/>
          <ac:cxnSpMkLst>
            <pc:docMk/>
            <pc:sldMk cId="827357419" sldId="332"/>
            <ac:cxnSpMk id="40" creationId="{E328ACD4-AF0A-FA83-4310-AB7B49F4E054}"/>
          </ac:cxnSpMkLst>
        </pc:cxnChg>
        <pc:cxnChg chg="mod">
          <ac:chgData name="Robert de Groote" userId="2ce5265b-80a0-4fb8-a62a-8035e9b0c45a" providerId="ADAL" clId="{26C0FC0F-787E-4AFE-AA9A-4E52AC6E2AD8}" dt="2025-09-21T11:10:21.910" v="32185" actId="1076"/>
          <ac:cxnSpMkLst>
            <pc:docMk/>
            <pc:sldMk cId="827357419" sldId="332"/>
            <ac:cxnSpMk id="41" creationId="{F1BE0F8C-B9BE-9A7B-7E73-7C06FC934E51}"/>
          </ac:cxnSpMkLst>
        </pc:cxnChg>
        <pc:cxnChg chg="mod">
          <ac:chgData name="Robert de Groote" userId="2ce5265b-80a0-4fb8-a62a-8035e9b0c45a" providerId="ADAL" clId="{26C0FC0F-787E-4AFE-AA9A-4E52AC6E2AD8}" dt="2025-09-21T11:10:21.904" v="32173" actId="1076"/>
          <ac:cxnSpMkLst>
            <pc:docMk/>
            <pc:sldMk cId="827357419" sldId="332"/>
            <ac:cxnSpMk id="42" creationId="{95825A21-F7BF-1DC5-43F8-AFA064AB36C3}"/>
          </ac:cxnSpMkLst>
        </pc:cxnChg>
        <pc:cxnChg chg="mod">
          <ac:chgData name="Robert de Groote" userId="2ce5265b-80a0-4fb8-a62a-8035e9b0c45a" providerId="ADAL" clId="{26C0FC0F-787E-4AFE-AA9A-4E52AC6E2AD8}" dt="2025-09-21T11:10:20.062" v="31972"/>
          <ac:cxnSpMkLst>
            <pc:docMk/>
            <pc:sldMk cId="827357419" sldId="332"/>
            <ac:cxnSpMk id="43" creationId="{B2B493DC-F71A-B8D5-3B17-36B3EC554943}"/>
          </ac:cxnSpMkLst>
        </pc:cxnChg>
        <pc:cxnChg chg="mod">
          <ac:chgData name="Robert de Groote" userId="2ce5265b-80a0-4fb8-a62a-8035e9b0c45a" providerId="ADAL" clId="{26C0FC0F-787E-4AFE-AA9A-4E52AC6E2AD8}" dt="2025-09-21T11:10:20.047" v="31953" actId="1076"/>
          <ac:cxnSpMkLst>
            <pc:docMk/>
            <pc:sldMk cId="827357419" sldId="332"/>
            <ac:cxnSpMk id="44" creationId="{04B777FD-F43A-7156-D256-3DDA8FF167E7}"/>
          </ac:cxnSpMkLst>
        </pc:cxnChg>
        <pc:cxnChg chg="mod">
          <ac:chgData name="Robert de Groote" userId="2ce5265b-80a0-4fb8-a62a-8035e9b0c45a" providerId="ADAL" clId="{26C0FC0F-787E-4AFE-AA9A-4E52AC6E2AD8}" dt="2025-09-21T11:10:20.427" v="31996"/>
          <ac:cxnSpMkLst>
            <pc:docMk/>
            <pc:sldMk cId="827357419" sldId="332"/>
            <ac:cxnSpMk id="45" creationId="{F7AAA4A7-0457-9C96-C1A3-53B20E957AA8}"/>
          </ac:cxnSpMkLst>
        </pc:cxnChg>
        <pc:cxnChg chg="mod">
          <ac:chgData name="Robert de Groote" userId="2ce5265b-80a0-4fb8-a62a-8035e9b0c45a" providerId="ADAL" clId="{26C0FC0F-787E-4AFE-AA9A-4E52AC6E2AD8}" dt="2025-09-21T11:10:21.904" v="32173" actId="1076"/>
          <ac:cxnSpMkLst>
            <pc:docMk/>
            <pc:sldMk cId="827357419" sldId="332"/>
            <ac:cxnSpMk id="46" creationId="{160DE822-BF25-3893-1F8A-95390EF18E9B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21T12:20:29.726" v="34566" actId="6549"/>
        <pc:sldMkLst>
          <pc:docMk/>
          <pc:sldMk cId="1870996453" sldId="332"/>
        </pc:sldMkLst>
        <pc:spChg chg="add del mod">
          <ac:chgData name="Robert de Groote" userId="2ce5265b-80a0-4fb8-a62a-8035e9b0c45a" providerId="ADAL" clId="{26C0FC0F-787E-4AFE-AA9A-4E52AC6E2AD8}" dt="2025-09-21T11:59:49.402" v="33120"/>
          <ac:spMkLst>
            <pc:docMk/>
            <pc:sldMk cId="1870996453" sldId="332"/>
            <ac:spMk id="6" creationId="{893F2447-C49B-7028-DA11-9CEC9B3AF2A1}"/>
          </ac:spMkLst>
        </pc:spChg>
        <pc:spChg chg="del mod">
          <ac:chgData name="Robert de Groote" userId="2ce5265b-80a0-4fb8-a62a-8035e9b0c45a" providerId="ADAL" clId="{26C0FC0F-787E-4AFE-AA9A-4E52AC6E2AD8}" dt="2025-09-21T12:06:18.720" v="34012" actId="478"/>
          <ac:spMkLst>
            <pc:docMk/>
            <pc:sldMk cId="1870996453" sldId="332"/>
            <ac:spMk id="7" creationId="{E1560240-D461-776A-E2E7-75DA465FFA50}"/>
          </ac:spMkLst>
        </pc:spChg>
        <pc:spChg chg="add del mod">
          <ac:chgData name="Robert de Groote" userId="2ce5265b-80a0-4fb8-a62a-8035e9b0c45a" providerId="ADAL" clId="{26C0FC0F-787E-4AFE-AA9A-4E52AC6E2AD8}" dt="2025-09-21T11:59:49.402" v="33120"/>
          <ac:spMkLst>
            <pc:docMk/>
            <pc:sldMk cId="1870996453" sldId="332"/>
            <ac:spMk id="8" creationId="{F2AAB60E-A5FE-7A1F-110A-A22A046CADF2}"/>
          </ac:spMkLst>
        </pc:spChg>
        <pc:spChg chg="add del mod">
          <ac:chgData name="Robert de Groote" userId="2ce5265b-80a0-4fb8-a62a-8035e9b0c45a" providerId="ADAL" clId="{26C0FC0F-787E-4AFE-AA9A-4E52AC6E2AD8}" dt="2025-09-21T11:59:49.278" v="33079"/>
          <ac:spMkLst>
            <pc:docMk/>
            <pc:sldMk cId="1870996453" sldId="332"/>
            <ac:spMk id="9" creationId="{B0141E60-8B77-D679-8CCB-18DB3620692A}"/>
          </ac:spMkLst>
        </pc:spChg>
        <pc:spChg chg="add del mod">
          <ac:chgData name="Robert de Groote" userId="2ce5265b-80a0-4fb8-a62a-8035e9b0c45a" providerId="ADAL" clId="{26C0FC0F-787E-4AFE-AA9A-4E52AC6E2AD8}" dt="2025-09-21T11:59:49.313" v="33088"/>
          <ac:spMkLst>
            <pc:docMk/>
            <pc:sldMk cId="1870996453" sldId="332"/>
            <ac:spMk id="10" creationId="{BA6F77CD-7015-72AC-2FDD-5852198E8AA5}"/>
          </ac:spMkLst>
        </pc:spChg>
        <pc:spChg chg="add del mod">
          <ac:chgData name="Robert de Groote" userId="2ce5265b-80a0-4fb8-a62a-8035e9b0c45a" providerId="ADAL" clId="{26C0FC0F-787E-4AFE-AA9A-4E52AC6E2AD8}" dt="2025-09-21T11:59:49.339" v="33097"/>
          <ac:spMkLst>
            <pc:docMk/>
            <pc:sldMk cId="1870996453" sldId="332"/>
            <ac:spMk id="11" creationId="{E07A78CB-92DE-C1A0-B69F-A69339A3E41D}"/>
          </ac:spMkLst>
        </pc:spChg>
        <pc:spChg chg="add del mod">
          <ac:chgData name="Robert de Groote" userId="2ce5265b-80a0-4fb8-a62a-8035e9b0c45a" providerId="ADAL" clId="{26C0FC0F-787E-4AFE-AA9A-4E52AC6E2AD8}" dt="2025-09-21T11:59:49.370" v="33106"/>
          <ac:spMkLst>
            <pc:docMk/>
            <pc:sldMk cId="1870996453" sldId="332"/>
            <ac:spMk id="12" creationId="{6DB1BC41-CF87-1379-9EE5-E653C06B45F3}"/>
          </ac:spMkLst>
        </pc:spChg>
        <pc:spChg chg="add del mod">
          <ac:chgData name="Robert de Groote" userId="2ce5265b-80a0-4fb8-a62a-8035e9b0c45a" providerId="ADAL" clId="{26C0FC0F-787E-4AFE-AA9A-4E52AC6E2AD8}" dt="2025-09-21T12:00:21.871" v="33189"/>
          <ac:spMkLst>
            <pc:docMk/>
            <pc:sldMk cId="1870996453" sldId="332"/>
            <ac:spMk id="18" creationId="{5873D38D-C757-BD4B-7264-6A9DF70AFBDF}"/>
          </ac:spMkLst>
        </pc:spChg>
        <pc:spChg chg="add del mod">
          <ac:chgData name="Robert de Groote" userId="2ce5265b-80a0-4fb8-a62a-8035e9b0c45a" providerId="ADAL" clId="{26C0FC0F-787E-4AFE-AA9A-4E52AC6E2AD8}" dt="2025-09-21T12:00:21.871" v="33189"/>
          <ac:spMkLst>
            <pc:docMk/>
            <pc:sldMk cId="1870996453" sldId="332"/>
            <ac:spMk id="19" creationId="{AFDC8EA4-BE4A-7361-B439-8568A7DC5781}"/>
          </ac:spMkLst>
        </pc:spChg>
        <pc:spChg chg="add del mod">
          <ac:chgData name="Robert de Groote" userId="2ce5265b-80a0-4fb8-a62a-8035e9b0c45a" providerId="ADAL" clId="{26C0FC0F-787E-4AFE-AA9A-4E52AC6E2AD8}" dt="2025-09-21T12:00:21.760" v="33148"/>
          <ac:spMkLst>
            <pc:docMk/>
            <pc:sldMk cId="1870996453" sldId="332"/>
            <ac:spMk id="20" creationId="{A146A0DF-C3DD-EA36-BE90-A28A585B4E50}"/>
          </ac:spMkLst>
        </pc:spChg>
        <pc:spChg chg="add del mod">
          <ac:chgData name="Robert de Groote" userId="2ce5265b-80a0-4fb8-a62a-8035e9b0c45a" providerId="ADAL" clId="{26C0FC0F-787E-4AFE-AA9A-4E52AC6E2AD8}" dt="2025-09-21T12:00:21.791" v="33157"/>
          <ac:spMkLst>
            <pc:docMk/>
            <pc:sldMk cId="1870996453" sldId="332"/>
            <ac:spMk id="21" creationId="{823B5EAD-E9F2-D0FE-918B-2C40DB8FF40A}"/>
          </ac:spMkLst>
        </pc:spChg>
        <pc:spChg chg="add del mod">
          <ac:chgData name="Robert de Groote" userId="2ce5265b-80a0-4fb8-a62a-8035e9b0c45a" providerId="ADAL" clId="{26C0FC0F-787E-4AFE-AA9A-4E52AC6E2AD8}" dt="2025-09-21T12:00:21.822" v="33166"/>
          <ac:spMkLst>
            <pc:docMk/>
            <pc:sldMk cId="1870996453" sldId="332"/>
            <ac:spMk id="25" creationId="{5B558AE9-EB5A-0C6C-BFE0-CC0BBDC6E105}"/>
          </ac:spMkLst>
        </pc:spChg>
        <pc:spChg chg="add del mod">
          <ac:chgData name="Robert de Groote" userId="2ce5265b-80a0-4fb8-a62a-8035e9b0c45a" providerId="ADAL" clId="{26C0FC0F-787E-4AFE-AA9A-4E52AC6E2AD8}" dt="2025-09-21T12:00:21.836" v="33175"/>
          <ac:spMkLst>
            <pc:docMk/>
            <pc:sldMk cId="1870996453" sldId="332"/>
            <ac:spMk id="26" creationId="{2B19B4F9-5133-BE67-160F-61B98B3553F9}"/>
          </ac:spMkLst>
        </pc:spChg>
        <pc:spChg chg="add del mod">
          <ac:chgData name="Robert de Groote" userId="2ce5265b-80a0-4fb8-a62a-8035e9b0c45a" providerId="ADAL" clId="{26C0FC0F-787E-4AFE-AA9A-4E52AC6E2AD8}" dt="2025-09-21T12:00:27.542" v="33251"/>
          <ac:spMkLst>
            <pc:docMk/>
            <pc:sldMk cId="1870996453" sldId="332"/>
            <ac:spMk id="27" creationId="{904CBB27-434D-1491-4B0D-3E12DAA63DB7}"/>
          </ac:spMkLst>
        </pc:spChg>
        <pc:spChg chg="add del mod">
          <ac:chgData name="Robert de Groote" userId="2ce5265b-80a0-4fb8-a62a-8035e9b0c45a" providerId="ADAL" clId="{26C0FC0F-787E-4AFE-AA9A-4E52AC6E2AD8}" dt="2025-09-21T12:00:27.542" v="33251"/>
          <ac:spMkLst>
            <pc:docMk/>
            <pc:sldMk cId="1870996453" sldId="332"/>
            <ac:spMk id="28" creationId="{F13B9FEF-7C86-ABCD-A9B9-D87BD1276FF1}"/>
          </ac:spMkLst>
        </pc:spChg>
        <pc:spChg chg="add del mod">
          <ac:chgData name="Robert de Groote" userId="2ce5265b-80a0-4fb8-a62a-8035e9b0c45a" providerId="ADAL" clId="{26C0FC0F-787E-4AFE-AA9A-4E52AC6E2AD8}" dt="2025-09-21T12:00:27.429" v="33210"/>
          <ac:spMkLst>
            <pc:docMk/>
            <pc:sldMk cId="1870996453" sldId="332"/>
            <ac:spMk id="29" creationId="{CAF3860E-10F8-BA0C-72C5-870787143CF0}"/>
          </ac:spMkLst>
        </pc:spChg>
        <pc:spChg chg="add del mod">
          <ac:chgData name="Robert de Groote" userId="2ce5265b-80a0-4fb8-a62a-8035e9b0c45a" providerId="ADAL" clId="{26C0FC0F-787E-4AFE-AA9A-4E52AC6E2AD8}" dt="2025-09-21T12:00:27.454" v="33219"/>
          <ac:spMkLst>
            <pc:docMk/>
            <pc:sldMk cId="1870996453" sldId="332"/>
            <ac:spMk id="30" creationId="{C95F4A5E-3A20-4364-9F13-D8C47E0EA1E3}"/>
          </ac:spMkLst>
        </pc:spChg>
        <pc:spChg chg="add del mod">
          <ac:chgData name="Robert de Groote" userId="2ce5265b-80a0-4fb8-a62a-8035e9b0c45a" providerId="ADAL" clId="{26C0FC0F-787E-4AFE-AA9A-4E52AC6E2AD8}" dt="2025-09-21T12:00:27.480" v="33228"/>
          <ac:spMkLst>
            <pc:docMk/>
            <pc:sldMk cId="1870996453" sldId="332"/>
            <ac:spMk id="31" creationId="{54840B0F-C83F-8A06-3F7F-F19B7FA07BB1}"/>
          </ac:spMkLst>
        </pc:spChg>
        <pc:spChg chg="add del mod">
          <ac:chgData name="Robert de Groote" userId="2ce5265b-80a0-4fb8-a62a-8035e9b0c45a" providerId="ADAL" clId="{26C0FC0F-787E-4AFE-AA9A-4E52AC6E2AD8}" dt="2025-09-21T12:00:27.509" v="33237"/>
          <ac:spMkLst>
            <pc:docMk/>
            <pc:sldMk cId="1870996453" sldId="332"/>
            <ac:spMk id="33" creationId="{DBA3BAF3-EFF8-CFD1-ABE0-19C1F9D4C3A1}"/>
          </ac:spMkLst>
        </pc:spChg>
        <pc:spChg chg="del mod topLvl">
          <ac:chgData name="Robert de Groote" userId="2ce5265b-80a0-4fb8-a62a-8035e9b0c45a" providerId="ADAL" clId="{26C0FC0F-787E-4AFE-AA9A-4E52AC6E2AD8}" dt="2025-09-21T12:06:23.700" v="34017" actId="478"/>
          <ac:spMkLst>
            <pc:docMk/>
            <pc:sldMk cId="1870996453" sldId="332"/>
            <ac:spMk id="47" creationId="{C175D7F5-EDF6-0EC4-2A10-FD7649FB120B}"/>
          </ac:spMkLst>
        </pc:spChg>
        <pc:spChg chg="del mod topLvl">
          <ac:chgData name="Robert de Groote" userId="2ce5265b-80a0-4fb8-a62a-8035e9b0c45a" providerId="ADAL" clId="{26C0FC0F-787E-4AFE-AA9A-4E52AC6E2AD8}" dt="2025-09-21T12:06:24.589" v="34018" actId="478"/>
          <ac:spMkLst>
            <pc:docMk/>
            <pc:sldMk cId="1870996453" sldId="332"/>
            <ac:spMk id="48" creationId="{C116A1EC-8F77-4B4D-6598-D925E6F01AA3}"/>
          </ac:spMkLst>
        </pc:spChg>
        <pc:spChg chg="del mod">
          <ac:chgData name="Robert de Groote" userId="2ce5265b-80a0-4fb8-a62a-8035e9b0c45a" providerId="ADAL" clId="{26C0FC0F-787E-4AFE-AA9A-4E52AC6E2AD8}" dt="2025-09-21T12:06:22.011" v="34015" actId="478"/>
          <ac:spMkLst>
            <pc:docMk/>
            <pc:sldMk cId="1870996453" sldId="332"/>
            <ac:spMk id="53" creationId="{5DC736A8-8DA8-5A14-FDEE-2F97DA445F5E}"/>
          </ac:spMkLst>
        </pc:spChg>
        <pc:spChg chg="del mod">
          <ac:chgData name="Robert de Groote" userId="2ce5265b-80a0-4fb8-a62a-8035e9b0c45a" providerId="ADAL" clId="{26C0FC0F-787E-4AFE-AA9A-4E52AC6E2AD8}" dt="2025-09-21T12:06:22.811" v="34016" actId="478"/>
          <ac:spMkLst>
            <pc:docMk/>
            <pc:sldMk cId="1870996453" sldId="332"/>
            <ac:spMk id="54" creationId="{A3532C58-ADFF-FDC6-D5A5-39BA6BC03A40}"/>
          </ac:spMkLst>
        </pc:spChg>
        <pc:spChg chg="del">
          <ac:chgData name="Robert de Groote" userId="2ce5265b-80a0-4fb8-a62a-8035e9b0c45a" providerId="ADAL" clId="{26C0FC0F-787E-4AFE-AA9A-4E52AC6E2AD8}" dt="2025-09-21T11:58:48.435" v="33047" actId="478"/>
          <ac:spMkLst>
            <pc:docMk/>
            <pc:sldMk cId="1870996453" sldId="332"/>
            <ac:spMk id="55" creationId="{E0D462B2-DB2F-F36B-9FBB-1BA27EE9BCFC}"/>
          </ac:spMkLst>
        </pc:spChg>
        <pc:spChg chg="del mod">
          <ac:chgData name="Robert de Groote" userId="2ce5265b-80a0-4fb8-a62a-8035e9b0c45a" providerId="ADAL" clId="{26C0FC0F-787E-4AFE-AA9A-4E52AC6E2AD8}" dt="2025-09-21T12:06:20.204" v="34013" actId="478"/>
          <ac:spMkLst>
            <pc:docMk/>
            <pc:sldMk cId="1870996453" sldId="332"/>
            <ac:spMk id="56" creationId="{9843E5A9-E67C-F2F1-241B-E7FE9BC5634C}"/>
          </ac:spMkLst>
        </pc:spChg>
        <pc:spChg chg="del mod">
          <ac:chgData name="Robert de Groote" userId="2ce5265b-80a0-4fb8-a62a-8035e9b0c45a" providerId="ADAL" clId="{26C0FC0F-787E-4AFE-AA9A-4E52AC6E2AD8}" dt="2025-09-21T12:06:21.195" v="34014" actId="478"/>
          <ac:spMkLst>
            <pc:docMk/>
            <pc:sldMk cId="1870996453" sldId="332"/>
            <ac:spMk id="57" creationId="{2F6EF753-A823-D3AC-1CA8-D75FAF2E7AB1}"/>
          </ac:spMkLst>
        </pc:spChg>
        <pc:spChg chg="del">
          <ac:chgData name="Robert de Groote" userId="2ce5265b-80a0-4fb8-a62a-8035e9b0c45a" providerId="ADAL" clId="{26C0FC0F-787E-4AFE-AA9A-4E52AC6E2AD8}" dt="2025-09-21T12:01:28.089" v="33509" actId="478"/>
          <ac:spMkLst>
            <pc:docMk/>
            <pc:sldMk cId="1870996453" sldId="332"/>
            <ac:spMk id="58" creationId="{73330BD7-AB58-1E25-9991-6865D829E54A}"/>
          </ac:spMkLst>
        </pc:spChg>
        <pc:spChg chg="del">
          <ac:chgData name="Robert de Groote" userId="2ce5265b-80a0-4fb8-a62a-8035e9b0c45a" providerId="ADAL" clId="{26C0FC0F-787E-4AFE-AA9A-4E52AC6E2AD8}" dt="2025-09-21T12:01:28.089" v="33509" actId="478"/>
          <ac:spMkLst>
            <pc:docMk/>
            <pc:sldMk cId="1870996453" sldId="332"/>
            <ac:spMk id="59" creationId="{4FF2D6A6-F7B8-08BB-6258-088BED796D64}"/>
          </ac:spMkLst>
        </pc:spChg>
        <pc:spChg chg="del">
          <ac:chgData name="Robert de Groote" userId="2ce5265b-80a0-4fb8-a62a-8035e9b0c45a" providerId="ADAL" clId="{26C0FC0F-787E-4AFE-AA9A-4E52AC6E2AD8}" dt="2025-09-21T12:01:28.089" v="33509" actId="478"/>
          <ac:spMkLst>
            <pc:docMk/>
            <pc:sldMk cId="1870996453" sldId="332"/>
            <ac:spMk id="60" creationId="{CCCC70BC-9153-3496-C16A-DE5A87885BAB}"/>
          </ac:spMkLst>
        </pc:spChg>
        <pc:spChg chg="del">
          <ac:chgData name="Robert de Groote" userId="2ce5265b-80a0-4fb8-a62a-8035e9b0c45a" providerId="ADAL" clId="{26C0FC0F-787E-4AFE-AA9A-4E52AC6E2AD8}" dt="2025-09-21T12:01:28.089" v="33509" actId="478"/>
          <ac:spMkLst>
            <pc:docMk/>
            <pc:sldMk cId="1870996453" sldId="332"/>
            <ac:spMk id="61" creationId="{E58763FC-01CB-3FEF-E21C-9C862C757BC5}"/>
          </ac:spMkLst>
        </pc:spChg>
        <pc:spChg chg="add del mod">
          <ac:chgData name="Robert de Groote" userId="2ce5265b-80a0-4fb8-a62a-8035e9b0c45a" providerId="ADAL" clId="{26C0FC0F-787E-4AFE-AA9A-4E52AC6E2AD8}" dt="2025-09-21T12:00:40.691" v="33316"/>
          <ac:spMkLst>
            <pc:docMk/>
            <pc:sldMk cId="1870996453" sldId="332"/>
            <ac:spMk id="62" creationId="{5E3BAF0E-7D88-F7E1-2E52-088A63878DD6}"/>
          </ac:spMkLst>
        </pc:spChg>
        <pc:spChg chg="add del mod">
          <ac:chgData name="Robert de Groote" userId="2ce5265b-80a0-4fb8-a62a-8035e9b0c45a" providerId="ADAL" clId="{26C0FC0F-787E-4AFE-AA9A-4E52AC6E2AD8}" dt="2025-09-21T12:00:40.691" v="33316"/>
          <ac:spMkLst>
            <pc:docMk/>
            <pc:sldMk cId="1870996453" sldId="332"/>
            <ac:spMk id="63" creationId="{32850081-4674-BFBA-BCAB-D1C38628633F}"/>
          </ac:spMkLst>
        </pc:spChg>
        <pc:spChg chg="add del mod">
          <ac:chgData name="Robert de Groote" userId="2ce5265b-80a0-4fb8-a62a-8035e9b0c45a" providerId="ADAL" clId="{26C0FC0F-787E-4AFE-AA9A-4E52AC6E2AD8}" dt="2025-09-21T12:00:40.565" v="33275"/>
          <ac:spMkLst>
            <pc:docMk/>
            <pc:sldMk cId="1870996453" sldId="332"/>
            <ac:spMk id="64" creationId="{C3B8EFBC-8067-F15D-1D69-75D6F0F6909B}"/>
          </ac:spMkLst>
        </pc:spChg>
        <pc:spChg chg="add del mod">
          <ac:chgData name="Robert de Groote" userId="2ce5265b-80a0-4fb8-a62a-8035e9b0c45a" providerId="ADAL" clId="{26C0FC0F-787E-4AFE-AA9A-4E52AC6E2AD8}" dt="2025-09-21T12:00:40.591" v="33284"/>
          <ac:spMkLst>
            <pc:docMk/>
            <pc:sldMk cId="1870996453" sldId="332"/>
            <ac:spMk id="65" creationId="{1AFAFC1D-80F6-4E42-981F-A131F17A5E6D}"/>
          </ac:spMkLst>
        </pc:spChg>
        <pc:spChg chg="add del mod">
          <ac:chgData name="Robert de Groote" userId="2ce5265b-80a0-4fb8-a62a-8035e9b0c45a" providerId="ADAL" clId="{26C0FC0F-787E-4AFE-AA9A-4E52AC6E2AD8}" dt="2025-09-21T12:00:40.621" v="33293"/>
          <ac:spMkLst>
            <pc:docMk/>
            <pc:sldMk cId="1870996453" sldId="332"/>
            <ac:spMk id="66" creationId="{3B8229AD-9B5F-9AA8-AEB8-F9023AA558E5}"/>
          </ac:spMkLst>
        </pc:spChg>
        <pc:spChg chg="add del mod">
          <ac:chgData name="Robert de Groote" userId="2ce5265b-80a0-4fb8-a62a-8035e9b0c45a" providerId="ADAL" clId="{26C0FC0F-787E-4AFE-AA9A-4E52AC6E2AD8}" dt="2025-09-21T12:00:40.656" v="33302"/>
          <ac:spMkLst>
            <pc:docMk/>
            <pc:sldMk cId="1870996453" sldId="332"/>
            <ac:spMk id="67" creationId="{624FED9E-CB55-80BD-6A7F-DF7B1833FC9A}"/>
          </ac:spMkLst>
        </pc:spChg>
        <pc:spChg chg="add del mod">
          <ac:chgData name="Robert de Groote" userId="2ce5265b-80a0-4fb8-a62a-8035e9b0c45a" providerId="ADAL" clId="{26C0FC0F-787E-4AFE-AA9A-4E52AC6E2AD8}" dt="2025-09-21T12:01:15.742" v="33384"/>
          <ac:spMkLst>
            <pc:docMk/>
            <pc:sldMk cId="1870996453" sldId="332"/>
            <ac:spMk id="73" creationId="{2C8420D2-22DE-AB8A-0214-6263C4347FC7}"/>
          </ac:spMkLst>
        </pc:spChg>
        <pc:spChg chg="add del mod">
          <ac:chgData name="Robert de Groote" userId="2ce5265b-80a0-4fb8-a62a-8035e9b0c45a" providerId="ADAL" clId="{26C0FC0F-787E-4AFE-AA9A-4E52AC6E2AD8}" dt="2025-09-21T12:01:15.742" v="33384"/>
          <ac:spMkLst>
            <pc:docMk/>
            <pc:sldMk cId="1870996453" sldId="332"/>
            <ac:spMk id="74" creationId="{5253D562-1397-1054-946B-3234A50670CB}"/>
          </ac:spMkLst>
        </pc:spChg>
        <pc:spChg chg="add del mod">
          <ac:chgData name="Robert de Groote" userId="2ce5265b-80a0-4fb8-a62a-8035e9b0c45a" providerId="ADAL" clId="{26C0FC0F-787E-4AFE-AA9A-4E52AC6E2AD8}" dt="2025-09-21T12:01:15.663" v="33343"/>
          <ac:spMkLst>
            <pc:docMk/>
            <pc:sldMk cId="1870996453" sldId="332"/>
            <ac:spMk id="75" creationId="{C5014392-36DE-9298-FFA5-5250251F4B46}"/>
          </ac:spMkLst>
        </pc:spChg>
        <pc:spChg chg="add del mod">
          <ac:chgData name="Robert de Groote" userId="2ce5265b-80a0-4fb8-a62a-8035e9b0c45a" providerId="ADAL" clId="{26C0FC0F-787E-4AFE-AA9A-4E52AC6E2AD8}" dt="2025-09-21T12:01:15.686" v="33352"/>
          <ac:spMkLst>
            <pc:docMk/>
            <pc:sldMk cId="1870996453" sldId="332"/>
            <ac:spMk id="76" creationId="{9C25470E-A0E8-25AB-82F7-5B81AF0AD2A3}"/>
          </ac:spMkLst>
        </pc:spChg>
        <pc:spChg chg="add del mod">
          <ac:chgData name="Robert de Groote" userId="2ce5265b-80a0-4fb8-a62a-8035e9b0c45a" providerId="ADAL" clId="{26C0FC0F-787E-4AFE-AA9A-4E52AC6E2AD8}" dt="2025-09-21T12:01:15.711" v="33361"/>
          <ac:spMkLst>
            <pc:docMk/>
            <pc:sldMk cId="1870996453" sldId="332"/>
            <ac:spMk id="77" creationId="{85953B3C-B583-6026-A3D5-094B3DAEBCD1}"/>
          </ac:spMkLst>
        </pc:spChg>
        <pc:spChg chg="add del mod">
          <ac:chgData name="Robert de Groote" userId="2ce5265b-80a0-4fb8-a62a-8035e9b0c45a" providerId="ADAL" clId="{26C0FC0F-787E-4AFE-AA9A-4E52AC6E2AD8}" dt="2025-09-21T12:01:15.725" v="33370"/>
          <ac:spMkLst>
            <pc:docMk/>
            <pc:sldMk cId="1870996453" sldId="332"/>
            <ac:spMk id="78" creationId="{4FFB2054-A2CB-E305-9426-6A03F893A984}"/>
          </ac:spMkLst>
        </pc:spChg>
        <pc:spChg chg="add del mod">
          <ac:chgData name="Robert de Groote" userId="2ce5265b-80a0-4fb8-a62a-8035e9b0c45a" providerId="ADAL" clId="{26C0FC0F-787E-4AFE-AA9A-4E52AC6E2AD8}" dt="2025-09-21T12:01:19.173" v="33446"/>
          <ac:spMkLst>
            <pc:docMk/>
            <pc:sldMk cId="1870996453" sldId="332"/>
            <ac:spMk id="79" creationId="{87D66663-210E-4658-9711-70A64934156A}"/>
          </ac:spMkLst>
        </pc:spChg>
        <pc:spChg chg="add del mod">
          <ac:chgData name="Robert de Groote" userId="2ce5265b-80a0-4fb8-a62a-8035e9b0c45a" providerId="ADAL" clId="{26C0FC0F-787E-4AFE-AA9A-4E52AC6E2AD8}" dt="2025-09-21T12:01:19.173" v="33446"/>
          <ac:spMkLst>
            <pc:docMk/>
            <pc:sldMk cId="1870996453" sldId="332"/>
            <ac:spMk id="80" creationId="{6155F728-CF90-156D-DCAA-69468DCF0881}"/>
          </ac:spMkLst>
        </pc:spChg>
        <pc:spChg chg="add del mod">
          <ac:chgData name="Robert de Groote" userId="2ce5265b-80a0-4fb8-a62a-8035e9b0c45a" providerId="ADAL" clId="{26C0FC0F-787E-4AFE-AA9A-4E52AC6E2AD8}" dt="2025-09-21T12:01:19.019" v="33405"/>
          <ac:spMkLst>
            <pc:docMk/>
            <pc:sldMk cId="1870996453" sldId="332"/>
            <ac:spMk id="81" creationId="{C67F237C-D955-D7E9-99D2-E2DAFD9E71CE}"/>
          </ac:spMkLst>
        </pc:spChg>
        <pc:spChg chg="add del mod">
          <ac:chgData name="Robert de Groote" userId="2ce5265b-80a0-4fb8-a62a-8035e9b0c45a" providerId="ADAL" clId="{26C0FC0F-787E-4AFE-AA9A-4E52AC6E2AD8}" dt="2025-09-21T12:01:19.065" v="33414"/>
          <ac:spMkLst>
            <pc:docMk/>
            <pc:sldMk cId="1870996453" sldId="332"/>
            <ac:spMk id="82" creationId="{E462F5E1-BCCB-6D8C-FC22-F9577F60E8F5}"/>
          </ac:spMkLst>
        </pc:spChg>
        <pc:spChg chg="add del mod">
          <ac:chgData name="Robert de Groote" userId="2ce5265b-80a0-4fb8-a62a-8035e9b0c45a" providerId="ADAL" clId="{26C0FC0F-787E-4AFE-AA9A-4E52AC6E2AD8}" dt="2025-09-21T12:01:19.103" v="33423"/>
          <ac:spMkLst>
            <pc:docMk/>
            <pc:sldMk cId="1870996453" sldId="332"/>
            <ac:spMk id="83" creationId="{8848A828-33AB-9697-AB3E-61F8E37D6B67}"/>
          </ac:spMkLst>
        </pc:spChg>
        <pc:spChg chg="add del mod">
          <ac:chgData name="Robert de Groote" userId="2ce5265b-80a0-4fb8-a62a-8035e9b0c45a" providerId="ADAL" clId="{26C0FC0F-787E-4AFE-AA9A-4E52AC6E2AD8}" dt="2025-09-21T12:01:19.135" v="33432"/>
          <ac:spMkLst>
            <pc:docMk/>
            <pc:sldMk cId="1870996453" sldId="332"/>
            <ac:spMk id="84" creationId="{64BB4A31-73A1-F37C-DCF5-0E8BAFCF5389}"/>
          </ac:spMkLst>
        </pc:spChg>
        <pc:spChg chg="add del mod">
          <ac:chgData name="Robert de Groote" userId="2ce5265b-80a0-4fb8-a62a-8035e9b0c45a" providerId="ADAL" clId="{26C0FC0F-787E-4AFE-AA9A-4E52AC6E2AD8}" dt="2025-09-21T12:01:22.919" v="33508"/>
          <ac:spMkLst>
            <pc:docMk/>
            <pc:sldMk cId="1870996453" sldId="332"/>
            <ac:spMk id="85" creationId="{3D5EDFA8-5312-A070-E7CD-A121D062AA95}"/>
          </ac:spMkLst>
        </pc:spChg>
        <pc:spChg chg="add del mod">
          <ac:chgData name="Robert de Groote" userId="2ce5265b-80a0-4fb8-a62a-8035e9b0c45a" providerId="ADAL" clId="{26C0FC0F-787E-4AFE-AA9A-4E52AC6E2AD8}" dt="2025-09-21T12:01:22.919" v="33508"/>
          <ac:spMkLst>
            <pc:docMk/>
            <pc:sldMk cId="1870996453" sldId="332"/>
            <ac:spMk id="86" creationId="{3F04E128-E5E7-BB2A-A631-4FCCCBAD5660}"/>
          </ac:spMkLst>
        </pc:spChg>
        <pc:spChg chg="add del mod">
          <ac:chgData name="Robert de Groote" userId="2ce5265b-80a0-4fb8-a62a-8035e9b0c45a" providerId="ADAL" clId="{26C0FC0F-787E-4AFE-AA9A-4E52AC6E2AD8}" dt="2025-09-21T12:01:22.800" v="33467"/>
          <ac:spMkLst>
            <pc:docMk/>
            <pc:sldMk cId="1870996453" sldId="332"/>
            <ac:spMk id="87" creationId="{EBB7E028-1C16-0AA3-55C0-B776DC5553AB}"/>
          </ac:spMkLst>
        </pc:spChg>
        <pc:spChg chg="add del mod">
          <ac:chgData name="Robert de Groote" userId="2ce5265b-80a0-4fb8-a62a-8035e9b0c45a" providerId="ADAL" clId="{26C0FC0F-787E-4AFE-AA9A-4E52AC6E2AD8}" dt="2025-09-21T12:01:22.828" v="33476"/>
          <ac:spMkLst>
            <pc:docMk/>
            <pc:sldMk cId="1870996453" sldId="332"/>
            <ac:spMk id="88" creationId="{7B210D6B-DA2A-8813-BCCA-B615D5107284}"/>
          </ac:spMkLst>
        </pc:spChg>
        <pc:spChg chg="add del mod">
          <ac:chgData name="Robert de Groote" userId="2ce5265b-80a0-4fb8-a62a-8035e9b0c45a" providerId="ADAL" clId="{26C0FC0F-787E-4AFE-AA9A-4E52AC6E2AD8}" dt="2025-09-21T12:01:22.857" v="33485"/>
          <ac:spMkLst>
            <pc:docMk/>
            <pc:sldMk cId="1870996453" sldId="332"/>
            <ac:spMk id="89" creationId="{30813A2C-393D-DAA6-BFF5-5BD1560AE1CC}"/>
          </ac:spMkLst>
        </pc:spChg>
        <pc:spChg chg="add del mod">
          <ac:chgData name="Robert de Groote" userId="2ce5265b-80a0-4fb8-a62a-8035e9b0c45a" providerId="ADAL" clId="{26C0FC0F-787E-4AFE-AA9A-4E52AC6E2AD8}" dt="2025-09-21T12:01:22.885" v="33494"/>
          <ac:spMkLst>
            <pc:docMk/>
            <pc:sldMk cId="1870996453" sldId="332"/>
            <ac:spMk id="90" creationId="{57429607-EB8F-17D9-7EF2-54756882C284}"/>
          </ac:spMkLst>
        </pc:spChg>
        <pc:spChg chg="mod">
          <ac:chgData name="Robert de Groote" userId="2ce5265b-80a0-4fb8-a62a-8035e9b0c45a" providerId="ADAL" clId="{26C0FC0F-787E-4AFE-AA9A-4E52AC6E2AD8}" dt="2025-09-21T12:01:15.740" v="33382"/>
          <ac:spMkLst>
            <pc:docMk/>
            <pc:sldMk cId="1870996453" sldId="332"/>
            <ac:spMk id="95" creationId="{3F95BA78-3805-E3FA-D850-559396035178}"/>
          </ac:spMkLst>
        </pc:spChg>
        <pc:spChg chg="mod">
          <ac:chgData name="Robert de Groote" userId="2ce5265b-80a0-4fb8-a62a-8035e9b0c45a" providerId="ADAL" clId="{26C0FC0F-787E-4AFE-AA9A-4E52AC6E2AD8}" dt="2025-09-21T12:00:27.539" v="33249"/>
          <ac:spMkLst>
            <pc:docMk/>
            <pc:sldMk cId="1870996453" sldId="332"/>
            <ac:spMk id="96" creationId="{3D903732-6E05-05B7-0CB1-2946E86F953B}"/>
          </ac:spMkLst>
        </pc:spChg>
        <pc:spChg chg="mod">
          <ac:chgData name="Robert de Groote" userId="2ce5265b-80a0-4fb8-a62a-8035e9b0c45a" providerId="ADAL" clId="{26C0FC0F-787E-4AFE-AA9A-4E52AC6E2AD8}" dt="2025-09-21T12:00:21.867" v="33187"/>
          <ac:spMkLst>
            <pc:docMk/>
            <pc:sldMk cId="1870996453" sldId="332"/>
            <ac:spMk id="97" creationId="{1A6099C8-DC5F-09A8-FAF0-356042AD483C}"/>
          </ac:spMkLst>
        </pc:spChg>
        <pc:spChg chg="mod">
          <ac:chgData name="Robert de Groote" userId="2ce5265b-80a0-4fb8-a62a-8035e9b0c45a" providerId="ADAL" clId="{26C0FC0F-787E-4AFE-AA9A-4E52AC6E2AD8}" dt="2025-09-21T12:01:22.915" v="33506"/>
          <ac:spMkLst>
            <pc:docMk/>
            <pc:sldMk cId="1870996453" sldId="332"/>
            <ac:spMk id="98" creationId="{30E4C8A4-A9EB-60BC-1885-5BA071DDD725}"/>
          </ac:spMkLst>
        </pc:spChg>
        <pc:spChg chg="mod">
          <ac:chgData name="Robert de Groote" userId="2ce5265b-80a0-4fb8-a62a-8035e9b0c45a" providerId="ADAL" clId="{26C0FC0F-787E-4AFE-AA9A-4E52AC6E2AD8}" dt="2025-09-21T12:01:19.168" v="33444"/>
          <ac:spMkLst>
            <pc:docMk/>
            <pc:sldMk cId="1870996453" sldId="332"/>
            <ac:spMk id="99" creationId="{0AF91716-1E24-7516-98C4-933915CC1ACF}"/>
          </ac:spMkLst>
        </pc:spChg>
        <pc:spChg chg="mod">
          <ac:chgData name="Robert de Groote" userId="2ce5265b-80a0-4fb8-a62a-8035e9b0c45a" providerId="ADAL" clId="{26C0FC0F-787E-4AFE-AA9A-4E52AC6E2AD8}" dt="2025-09-21T11:59:49.400" v="33118"/>
          <ac:spMkLst>
            <pc:docMk/>
            <pc:sldMk cId="1870996453" sldId="332"/>
            <ac:spMk id="100" creationId="{965F3AB9-A58E-594A-C17F-0754ECB38DCC}"/>
          </ac:spMkLst>
        </pc:spChg>
        <pc:spChg chg="mod">
          <ac:chgData name="Robert de Groote" userId="2ce5265b-80a0-4fb8-a62a-8035e9b0c45a" providerId="ADAL" clId="{26C0FC0F-787E-4AFE-AA9A-4E52AC6E2AD8}" dt="2025-09-21T12:00:40.687" v="33314"/>
          <ac:spMkLst>
            <pc:docMk/>
            <pc:sldMk cId="1870996453" sldId="332"/>
            <ac:spMk id="101" creationId="{F224235F-F0A8-64C5-9D22-5703B1A766A5}"/>
          </ac:spMkLst>
        </pc:spChg>
        <pc:spChg chg="add mod">
          <ac:chgData name="Robert de Groote" userId="2ce5265b-80a0-4fb8-a62a-8035e9b0c45a" providerId="ADAL" clId="{26C0FC0F-787E-4AFE-AA9A-4E52AC6E2AD8}" dt="2025-09-21T12:20:29.726" v="34566" actId="6549"/>
          <ac:spMkLst>
            <pc:docMk/>
            <pc:sldMk cId="1870996453" sldId="332"/>
            <ac:spMk id="178" creationId="{6595D478-42CD-7177-36E5-A0802708EDFA}"/>
          </ac:spMkLst>
        </pc:spChg>
        <pc:grpChg chg="del">
          <ac:chgData name="Robert de Groote" userId="2ce5265b-80a0-4fb8-a62a-8035e9b0c45a" providerId="ADAL" clId="{26C0FC0F-787E-4AFE-AA9A-4E52AC6E2AD8}" dt="2025-09-21T11:59:18.507" v="33054" actId="478"/>
          <ac:grpSpMkLst>
            <pc:docMk/>
            <pc:sldMk cId="1870996453" sldId="332"/>
            <ac:grpSpMk id="22" creationId="{D6FF478A-BF35-C8A5-6DAE-788FF9EB9028}"/>
          </ac:grpSpMkLst>
        </pc:grpChg>
        <pc:grpChg chg="del">
          <ac:chgData name="Robert de Groote" userId="2ce5265b-80a0-4fb8-a62a-8035e9b0c45a" providerId="ADAL" clId="{26C0FC0F-787E-4AFE-AA9A-4E52AC6E2AD8}" dt="2025-09-21T11:59:18.507" v="33054" actId="478"/>
          <ac:grpSpMkLst>
            <pc:docMk/>
            <pc:sldMk cId="1870996453" sldId="332"/>
            <ac:grpSpMk id="23" creationId="{238C34FC-73FB-4792-5DB6-5DA0E3C5EF51}"/>
          </ac:grpSpMkLst>
        </pc:grpChg>
        <pc:grpChg chg="del">
          <ac:chgData name="Robert de Groote" userId="2ce5265b-80a0-4fb8-a62a-8035e9b0c45a" providerId="ADAL" clId="{26C0FC0F-787E-4AFE-AA9A-4E52AC6E2AD8}" dt="2025-09-21T11:59:45.454" v="33058" actId="165"/>
          <ac:grpSpMkLst>
            <pc:docMk/>
            <pc:sldMk cId="1870996453" sldId="332"/>
            <ac:grpSpMk id="24" creationId="{D491BA5A-3651-DD4A-0F3A-1FA2B90BF1A7}"/>
          </ac:grpSpMkLst>
        </pc:grpChg>
        <pc:cxnChg chg="mod">
          <ac:chgData name="Robert de Groote" userId="2ce5265b-80a0-4fb8-a62a-8035e9b0c45a" providerId="ADAL" clId="{26C0FC0F-787E-4AFE-AA9A-4E52AC6E2AD8}" dt="2025-09-21T12:06:22.011" v="34015" actId="478"/>
          <ac:cxnSpMkLst>
            <pc:docMk/>
            <pc:sldMk cId="1870996453" sldId="332"/>
            <ac:cxnSpMk id="32" creationId="{B82D59DA-8DF3-BF06-A549-53054CA734DF}"/>
          </ac:cxnSpMkLst>
        </pc:cxnChg>
        <pc:cxnChg chg="mod">
          <ac:chgData name="Robert de Groote" userId="2ce5265b-80a0-4fb8-a62a-8035e9b0c45a" providerId="ADAL" clId="{26C0FC0F-787E-4AFE-AA9A-4E52AC6E2AD8}" dt="2025-09-21T12:06:23.700" v="34017" actId="478"/>
          <ac:cxnSpMkLst>
            <pc:docMk/>
            <pc:sldMk cId="1870996453" sldId="332"/>
            <ac:cxnSpMk id="36" creationId="{2B44E274-8730-8528-0956-63FA9DA63131}"/>
          </ac:cxnSpMkLst>
        </pc:cxnChg>
        <pc:cxnChg chg="del mod">
          <ac:chgData name="Robert de Groote" userId="2ce5265b-80a0-4fb8-a62a-8035e9b0c45a" providerId="ADAL" clId="{26C0FC0F-787E-4AFE-AA9A-4E52AC6E2AD8}" dt="2025-09-21T11:59:10.230" v="33053" actId="478"/>
          <ac:cxnSpMkLst>
            <pc:docMk/>
            <pc:sldMk cId="1870996453" sldId="332"/>
            <ac:cxnSpMk id="37" creationId="{4796F3AB-252D-67F1-77F9-6F0F99285192}"/>
          </ac:cxnSpMkLst>
        </pc:cxnChg>
        <pc:cxnChg chg="del mod">
          <ac:chgData name="Robert de Groote" userId="2ce5265b-80a0-4fb8-a62a-8035e9b0c45a" providerId="ADAL" clId="{26C0FC0F-787E-4AFE-AA9A-4E52AC6E2AD8}" dt="2025-09-21T11:59:09.715" v="33052" actId="478"/>
          <ac:cxnSpMkLst>
            <pc:docMk/>
            <pc:sldMk cId="1870996453" sldId="332"/>
            <ac:cxnSpMk id="38" creationId="{96C9CCD7-05A9-1DBF-674A-42F987C2B559}"/>
          </ac:cxnSpMkLst>
        </pc:cxnChg>
        <pc:cxnChg chg="del mod">
          <ac:chgData name="Robert de Groote" userId="2ce5265b-80a0-4fb8-a62a-8035e9b0c45a" providerId="ADAL" clId="{26C0FC0F-787E-4AFE-AA9A-4E52AC6E2AD8}" dt="2025-09-21T11:59:08.732" v="33051" actId="478"/>
          <ac:cxnSpMkLst>
            <pc:docMk/>
            <pc:sldMk cId="1870996453" sldId="332"/>
            <ac:cxnSpMk id="39" creationId="{1446A554-EFE1-9490-4FBF-262E51039E0D}"/>
          </ac:cxnSpMkLst>
        </pc:cxnChg>
        <pc:cxnChg chg="del mod">
          <ac:chgData name="Robert de Groote" userId="2ce5265b-80a0-4fb8-a62a-8035e9b0c45a" providerId="ADAL" clId="{26C0FC0F-787E-4AFE-AA9A-4E52AC6E2AD8}" dt="2025-09-21T11:59:08.061" v="33050" actId="478"/>
          <ac:cxnSpMkLst>
            <pc:docMk/>
            <pc:sldMk cId="1870996453" sldId="332"/>
            <ac:cxnSpMk id="40" creationId="{7231C3AF-F0C4-7D2B-BC45-E9CC87B441B5}"/>
          </ac:cxnSpMkLst>
        </pc:cxnChg>
        <pc:cxnChg chg="del mod">
          <ac:chgData name="Robert de Groote" userId="2ce5265b-80a0-4fb8-a62a-8035e9b0c45a" providerId="ADAL" clId="{26C0FC0F-787E-4AFE-AA9A-4E52AC6E2AD8}" dt="2025-09-21T11:58:59.300" v="33048" actId="478"/>
          <ac:cxnSpMkLst>
            <pc:docMk/>
            <pc:sldMk cId="1870996453" sldId="332"/>
            <ac:cxnSpMk id="41" creationId="{149AB40D-542C-65BA-224B-65B81BC135A5}"/>
          </ac:cxnSpMkLst>
        </pc:cxnChg>
        <pc:cxnChg chg="del mod">
          <ac:chgData name="Robert de Groote" userId="2ce5265b-80a0-4fb8-a62a-8035e9b0c45a" providerId="ADAL" clId="{26C0FC0F-787E-4AFE-AA9A-4E52AC6E2AD8}" dt="2025-09-21T11:59:28.693" v="33055" actId="478"/>
          <ac:cxnSpMkLst>
            <pc:docMk/>
            <pc:sldMk cId="1870996453" sldId="332"/>
            <ac:cxnSpMk id="42" creationId="{E6DA6A02-304D-CADA-D320-9CBBDD489251}"/>
          </ac:cxnSpMkLst>
        </pc:cxnChg>
        <pc:cxnChg chg="mod">
          <ac:chgData name="Robert de Groote" userId="2ce5265b-80a0-4fb8-a62a-8035e9b0c45a" providerId="ADAL" clId="{26C0FC0F-787E-4AFE-AA9A-4E52AC6E2AD8}" dt="2025-09-21T12:06:22.011" v="34015" actId="478"/>
          <ac:cxnSpMkLst>
            <pc:docMk/>
            <pc:sldMk cId="1870996453" sldId="332"/>
            <ac:cxnSpMk id="43" creationId="{434E9DB0-3528-026B-EBDE-F3D517A20714}"/>
          </ac:cxnSpMkLst>
        </pc:cxnChg>
        <pc:cxnChg chg="mod">
          <ac:chgData name="Robert de Groote" userId="2ce5265b-80a0-4fb8-a62a-8035e9b0c45a" providerId="ADAL" clId="{26C0FC0F-787E-4AFE-AA9A-4E52AC6E2AD8}" dt="2025-09-21T12:06:22.011" v="34015" actId="478"/>
          <ac:cxnSpMkLst>
            <pc:docMk/>
            <pc:sldMk cId="1870996453" sldId="332"/>
            <ac:cxnSpMk id="44" creationId="{638B5B53-9A1F-B13C-0E06-D4C562DD9E87}"/>
          </ac:cxnSpMkLst>
        </pc:cxnChg>
        <pc:cxnChg chg="mod">
          <ac:chgData name="Robert de Groote" userId="2ce5265b-80a0-4fb8-a62a-8035e9b0c45a" providerId="ADAL" clId="{26C0FC0F-787E-4AFE-AA9A-4E52AC6E2AD8}" dt="2025-09-21T12:06:22.811" v="34016" actId="478"/>
          <ac:cxnSpMkLst>
            <pc:docMk/>
            <pc:sldMk cId="1870996453" sldId="332"/>
            <ac:cxnSpMk id="45" creationId="{D37C3412-CEA5-B1CD-3B40-A3F92B950565}"/>
          </ac:cxnSpMkLst>
        </pc:cxnChg>
        <pc:cxnChg chg="mod">
          <ac:chgData name="Robert de Groote" userId="2ce5265b-80a0-4fb8-a62a-8035e9b0c45a" providerId="ADAL" clId="{26C0FC0F-787E-4AFE-AA9A-4E52AC6E2AD8}" dt="2025-09-21T12:06:24.589" v="34018" actId="478"/>
          <ac:cxnSpMkLst>
            <pc:docMk/>
            <pc:sldMk cId="1870996453" sldId="332"/>
            <ac:cxnSpMk id="46" creationId="{07784EB9-AFA7-CE11-BE52-1CBBD87ABD5D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21T12:41:05.725" v="34874" actId="20577"/>
        <pc:sldMkLst>
          <pc:docMk/>
          <pc:sldMk cId="2830910427" sldId="333"/>
        </pc:sldMkLst>
        <pc:spChg chg="mod">
          <ac:chgData name="Robert de Groote" userId="2ce5265b-80a0-4fb8-a62a-8035e9b0c45a" providerId="ADAL" clId="{26C0FC0F-787E-4AFE-AA9A-4E52AC6E2AD8}" dt="2025-09-21T12:41:05.725" v="34874" actId="20577"/>
          <ac:spMkLst>
            <pc:docMk/>
            <pc:sldMk cId="2830910427" sldId="333"/>
            <ac:spMk id="3" creationId="{84AACC90-4353-9C87-A900-AF223134223C}"/>
          </ac:spMkLst>
        </pc:spChg>
        <pc:spChg chg="del">
          <ac:chgData name="Robert de Groote" userId="2ce5265b-80a0-4fb8-a62a-8035e9b0c45a" providerId="ADAL" clId="{26C0FC0F-787E-4AFE-AA9A-4E52AC6E2AD8}" dt="2025-09-21T12:05:11.288" v="33997" actId="478"/>
          <ac:spMkLst>
            <pc:docMk/>
            <pc:sldMk cId="2830910427" sldId="333"/>
            <ac:spMk id="7" creationId="{F90570D5-6998-D765-E36A-8B5ECD051AE4}"/>
          </ac:spMkLst>
        </pc:spChg>
        <pc:spChg chg="add del">
          <ac:chgData name="Robert de Groote" userId="2ce5265b-80a0-4fb8-a62a-8035e9b0c45a" providerId="ADAL" clId="{26C0FC0F-787E-4AFE-AA9A-4E52AC6E2AD8}" dt="2025-09-21T12:02:28.759" v="33579"/>
          <ac:spMkLst>
            <pc:docMk/>
            <pc:sldMk cId="2830910427" sldId="333"/>
            <ac:spMk id="9" creationId="{9680B393-70BA-C502-E5DA-C96938AA05AF}"/>
          </ac:spMkLst>
        </pc:spChg>
        <pc:spChg chg="add del">
          <ac:chgData name="Robert de Groote" userId="2ce5265b-80a0-4fb8-a62a-8035e9b0c45a" providerId="ADAL" clId="{26C0FC0F-787E-4AFE-AA9A-4E52AC6E2AD8}" dt="2025-09-21T12:02:28.798" v="33608"/>
          <ac:spMkLst>
            <pc:docMk/>
            <pc:sldMk cId="2830910427" sldId="333"/>
            <ac:spMk id="12" creationId="{4F03833D-6ABD-8BB8-0BB0-7F7618EAD0AF}"/>
          </ac:spMkLst>
        </pc:spChg>
        <pc:spChg chg="add del">
          <ac:chgData name="Robert de Groote" userId="2ce5265b-80a0-4fb8-a62a-8035e9b0c45a" providerId="ADAL" clId="{26C0FC0F-787E-4AFE-AA9A-4E52AC6E2AD8}" dt="2025-09-21T12:02:28.836" v="33637"/>
          <ac:spMkLst>
            <pc:docMk/>
            <pc:sldMk cId="2830910427" sldId="333"/>
            <ac:spMk id="15" creationId="{D0D3ED95-D731-86C1-9D77-892C4C2E10C2}"/>
          </ac:spMkLst>
        </pc:spChg>
        <pc:spChg chg="add del">
          <ac:chgData name="Robert de Groote" userId="2ce5265b-80a0-4fb8-a62a-8035e9b0c45a" providerId="ADAL" clId="{26C0FC0F-787E-4AFE-AA9A-4E52AC6E2AD8}" dt="2025-09-21T12:02:28.869" v="33666"/>
          <ac:spMkLst>
            <pc:docMk/>
            <pc:sldMk cId="2830910427" sldId="333"/>
            <ac:spMk id="18" creationId="{59BC0F2A-F32A-7115-8D59-FD3AA440053C}"/>
          </ac:spMkLst>
        </pc:spChg>
        <pc:spChg chg="add del">
          <ac:chgData name="Robert de Groote" userId="2ce5265b-80a0-4fb8-a62a-8035e9b0c45a" providerId="ADAL" clId="{26C0FC0F-787E-4AFE-AA9A-4E52AC6E2AD8}" dt="2025-09-21T12:02:28.930" v="33695"/>
          <ac:spMkLst>
            <pc:docMk/>
            <pc:sldMk cId="2830910427" sldId="333"/>
            <ac:spMk id="21" creationId="{D97FC655-4DE0-DA02-E2AE-10930EE0B70E}"/>
          </ac:spMkLst>
        </pc:spChg>
        <pc:spChg chg="add del">
          <ac:chgData name="Robert de Groote" userId="2ce5265b-80a0-4fb8-a62a-8035e9b0c45a" providerId="ADAL" clId="{26C0FC0F-787E-4AFE-AA9A-4E52AC6E2AD8}" dt="2025-09-21T12:02:28.983" v="33711"/>
          <ac:spMkLst>
            <pc:docMk/>
            <pc:sldMk cId="2830910427" sldId="333"/>
            <ac:spMk id="25" creationId="{16FA2001-A6B4-A5E3-3899-1AE0D692356D}"/>
          </ac:spMkLst>
        </pc:spChg>
        <pc:spChg chg="del">
          <ac:chgData name="Robert de Groote" userId="2ce5265b-80a0-4fb8-a62a-8035e9b0c45a" providerId="ADAL" clId="{26C0FC0F-787E-4AFE-AA9A-4E52AC6E2AD8}" dt="2025-09-21T12:05:08.070" v="33995" actId="478"/>
          <ac:spMkLst>
            <pc:docMk/>
            <pc:sldMk cId="2830910427" sldId="333"/>
            <ac:spMk id="53" creationId="{30C765D0-C6B9-7606-8B1F-0375F2D3B39E}"/>
          </ac:spMkLst>
        </pc:spChg>
        <pc:spChg chg="del">
          <ac:chgData name="Robert de Groote" userId="2ce5265b-80a0-4fb8-a62a-8035e9b0c45a" providerId="ADAL" clId="{26C0FC0F-787E-4AFE-AA9A-4E52AC6E2AD8}" dt="2025-09-21T12:05:09.654" v="33996" actId="478"/>
          <ac:spMkLst>
            <pc:docMk/>
            <pc:sldMk cId="2830910427" sldId="333"/>
            <ac:spMk id="54" creationId="{D7AE5EB3-B23F-0C7C-4EEC-6E0275D238A9}"/>
          </ac:spMkLst>
        </pc:spChg>
        <pc:spChg chg="del">
          <ac:chgData name="Robert de Groote" userId="2ce5265b-80a0-4fb8-a62a-8035e9b0c45a" providerId="ADAL" clId="{26C0FC0F-787E-4AFE-AA9A-4E52AC6E2AD8}" dt="2025-09-21T12:03:47.431" v="33979" actId="478"/>
          <ac:spMkLst>
            <pc:docMk/>
            <pc:sldMk cId="2830910427" sldId="333"/>
            <ac:spMk id="55" creationId="{52B2A707-F79A-A29C-8A6E-8F63A5036D8F}"/>
          </ac:spMkLst>
        </pc:spChg>
        <pc:spChg chg="del">
          <ac:chgData name="Robert de Groote" userId="2ce5265b-80a0-4fb8-a62a-8035e9b0c45a" providerId="ADAL" clId="{26C0FC0F-787E-4AFE-AA9A-4E52AC6E2AD8}" dt="2025-09-21T12:05:05.690" v="33993" actId="478"/>
          <ac:spMkLst>
            <pc:docMk/>
            <pc:sldMk cId="2830910427" sldId="333"/>
            <ac:spMk id="56" creationId="{87C3CD51-13FE-683E-E1D3-CE5A75583F9A}"/>
          </ac:spMkLst>
        </pc:spChg>
        <pc:spChg chg="del">
          <ac:chgData name="Robert de Groote" userId="2ce5265b-80a0-4fb8-a62a-8035e9b0c45a" providerId="ADAL" clId="{26C0FC0F-787E-4AFE-AA9A-4E52AC6E2AD8}" dt="2025-09-21T12:05:06.815" v="33994" actId="478"/>
          <ac:spMkLst>
            <pc:docMk/>
            <pc:sldMk cId="2830910427" sldId="333"/>
            <ac:spMk id="57" creationId="{7238617A-872B-C891-DC92-FD127D69FCB7}"/>
          </ac:spMkLst>
        </pc:spChg>
        <pc:spChg chg="del">
          <ac:chgData name="Robert de Groote" userId="2ce5265b-80a0-4fb8-a62a-8035e9b0c45a" providerId="ADAL" clId="{26C0FC0F-787E-4AFE-AA9A-4E52AC6E2AD8}" dt="2025-09-21T12:05:02.581" v="33991" actId="478"/>
          <ac:spMkLst>
            <pc:docMk/>
            <pc:sldMk cId="2830910427" sldId="333"/>
            <ac:spMk id="58" creationId="{86C3104E-E307-D985-0E66-894F96830C2F}"/>
          </ac:spMkLst>
        </pc:spChg>
        <pc:spChg chg="del">
          <ac:chgData name="Robert de Groote" userId="2ce5265b-80a0-4fb8-a62a-8035e9b0c45a" providerId="ADAL" clId="{26C0FC0F-787E-4AFE-AA9A-4E52AC6E2AD8}" dt="2025-09-21T12:05:04.290" v="33992" actId="478"/>
          <ac:spMkLst>
            <pc:docMk/>
            <pc:sldMk cId="2830910427" sldId="333"/>
            <ac:spMk id="59" creationId="{1CECBEC0-166E-2D60-1E89-0C6D8BCD0672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95" creationId="{108F7BF8-1F29-B969-DFC1-3F45354C5A82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96" creationId="{E49D9518-29DA-44ED-FC66-F783875726EF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97" creationId="{5DB48409-50E8-1E8B-903F-8A4D0836E2AF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98" creationId="{3EA9F79A-7452-16CF-FB6E-5DC566491108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99" creationId="{01E7D599-EC97-65D4-3445-1B3CBF348811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100" creationId="{D0ACBD08-AF07-F84A-C2E3-A3EA36ED6C9A}"/>
          </ac:spMkLst>
        </pc:spChg>
        <pc:spChg chg="ord">
          <ac:chgData name="Robert de Groote" userId="2ce5265b-80a0-4fb8-a62a-8035e9b0c45a" providerId="ADAL" clId="{26C0FC0F-787E-4AFE-AA9A-4E52AC6E2AD8}" dt="2025-09-21T12:06:09.514" v="34011" actId="13244"/>
          <ac:spMkLst>
            <pc:docMk/>
            <pc:sldMk cId="2830910427" sldId="333"/>
            <ac:spMk id="101" creationId="{EBB59C62-0968-507E-39ED-4678A52A7901}"/>
          </ac:spMkLst>
        </pc:spChg>
        <pc:grpChg chg="del">
          <ac:chgData name="Robert de Groote" userId="2ce5265b-80a0-4fb8-a62a-8035e9b0c45a" providerId="ADAL" clId="{26C0FC0F-787E-4AFE-AA9A-4E52AC6E2AD8}" dt="2025-09-21T12:04:56.968" v="33990" actId="478"/>
          <ac:grpSpMkLst>
            <pc:docMk/>
            <pc:sldMk cId="2830910427" sldId="333"/>
            <ac:grpSpMk id="8" creationId="{E48DEF9D-EA04-3970-E80A-51A4A1C4AFEB}"/>
          </ac:grpSpMkLst>
        </pc:grpChg>
        <pc:grpChg chg="add mod">
          <ac:chgData name="Robert de Groote" userId="2ce5265b-80a0-4fb8-a62a-8035e9b0c45a" providerId="ADAL" clId="{26C0FC0F-787E-4AFE-AA9A-4E52AC6E2AD8}" dt="2025-09-21T12:02:28.788" v="33585"/>
          <ac:grpSpMkLst>
            <pc:docMk/>
            <pc:sldMk cId="2830910427" sldId="333"/>
            <ac:grpSpMk id="10" creationId="{270CA8EA-BCEF-D9F4-AB8C-9331E6A0AA6B}"/>
          </ac:grpSpMkLst>
        </pc:grpChg>
        <pc:grpChg chg="add mod">
          <ac:chgData name="Robert de Groote" userId="2ce5265b-80a0-4fb8-a62a-8035e9b0c45a" providerId="ADAL" clId="{26C0FC0F-787E-4AFE-AA9A-4E52AC6E2AD8}" dt="2025-09-21T12:02:28.828" v="33614"/>
          <ac:grpSpMkLst>
            <pc:docMk/>
            <pc:sldMk cId="2830910427" sldId="333"/>
            <ac:grpSpMk id="13" creationId="{55FAFB38-10FE-4FA4-E486-F2D4106014D0}"/>
          </ac:grpSpMkLst>
        </pc:grpChg>
        <pc:grpChg chg="add mod">
          <ac:chgData name="Robert de Groote" userId="2ce5265b-80a0-4fb8-a62a-8035e9b0c45a" providerId="ADAL" clId="{26C0FC0F-787E-4AFE-AA9A-4E52AC6E2AD8}" dt="2025-09-21T12:02:28.859" v="33643"/>
          <ac:grpSpMkLst>
            <pc:docMk/>
            <pc:sldMk cId="2830910427" sldId="333"/>
            <ac:grpSpMk id="16" creationId="{4E5007DE-458F-FA6C-5A30-E343E49863E5}"/>
          </ac:grpSpMkLst>
        </pc:grpChg>
        <pc:grpChg chg="add mod">
          <ac:chgData name="Robert de Groote" userId="2ce5265b-80a0-4fb8-a62a-8035e9b0c45a" providerId="ADAL" clId="{26C0FC0F-787E-4AFE-AA9A-4E52AC6E2AD8}" dt="2025-09-21T12:02:28.910" v="33672"/>
          <ac:grpSpMkLst>
            <pc:docMk/>
            <pc:sldMk cId="2830910427" sldId="333"/>
            <ac:grpSpMk id="19" creationId="{8452D2DD-7D6E-2126-5AF1-EAE5281D389A}"/>
          </ac:grpSpMkLst>
        </pc:grpChg>
        <pc:grpChg chg="add mod">
          <ac:chgData name="Robert de Groote" userId="2ce5265b-80a0-4fb8-a62a-8035e9b0c45a" providerId="ADAL" clId="{26C0FC0F-787E-4AFE-AA9A-4E52AC6E2AD8}" dt="2025-09-21T12:02:28.928" v="33693"/>
          <ac:grpSpMkLst>
            <pc:docMk/>
            <pc:sldMk cId="2830910427" sldId="333"/>
            <ac:grpSpMk id="22" creationId="{6BF91CA0-A3BA-DC7E-1BF0-9EE2D17924C6}"/>
          </ac:grpSpMkLst>
        </pc:grpChg>
        <pc:grpChg chg="del">
          <ac:chgData name="Robert de Groote" userId="2ce5265b-80a0-4fb8-a62a-8035e9b0c45a" providerId="ADAL" clId="{26C0FC0F-787E-4AFE-AA9A-4E52AC6E2AD8}" dt="2025-09-21T12:03:13.732" v="33976" actId="478"/>
          <ac:grpSpMkLst>
            <pc:docMk/>
            <pc:sldMk cId="2830910427" sldId="333"/>
            <ac:grpSpMk id="24" creationId="{8B6EEE4F-0800-A6EC-4E38-2C4C3A565B5A}"/>
          </ac:grpSpMkLst>
        </pc:grpChg>
        <pc:grpChg chg="add mod">
          <ac:chgData name="Robert de Groote" userId="2ce5265b-80a0-4fb8-a62a-8035e9b0c45a" providerId="ADAL" clId="{26C0FC0F-787E-4AFE-AA9A-4E52AC6E2AD8}" dt="2025-09-21T12:02:28.982" v="33709"/>
          <ac:grpSpMkLst>
            <pc:docMk/>
            <pc:sldMk cId="2830910427" sldId="333"/>
            <ac:grpSpMk id="26" creationId="{32FEF1AC-745D-9629-8DB3-0042C22F089A}"/>
          </ac:grpSpMkLst>
        </pc:grpChg>
        <pc:picChg chg="add mod ord">
          <ac:chgData name="Robert de Groote" userId="2ce5265b-80a0-4fb8-a62a-8035e9b0c45a" providerId="ADAL" clId="{26C0FC0F-787E-4AFE-AA9A-4E52AC6E2AD8}" dt="2025-09-21T12:02:29.032" v="33738"/>
          <ac:picMkLst>
            <pc:docMk/>
            <pc:sldMk cId="2830910427" sldId="333"/>
            <ac:picMk id="5" creationId="{93F3C019-F0B6-DF2C-200E-D0EE441A353E}"/>
          </ac:picMkLst>
        </pc:picChg>
        <pc:cxnChg chg="add mod">
          <ac:chgData name="Robert de Groote" userId="2ce5265b-80a0-4fb8-a62a-8035e9b0c45a" providerId="ADAL" clId="{26C0FC0F-787E-4AFE-AA9A-4E52AC6E2AD8}" dt="2025-09-21T12:02:28.758" v="33577"/>
          <ac:cxnSpMkLst>
            <pc:docMk/>
            <pc:sldMk cId="2830910427" sldId="333"/>
            <ac:cxnSpMk id="6" creationId="{433CA15D-4AF8-3937-BE75-F85BAF9FB8A1}"/>
          </ac:cxnSpMkLst>
        </pc:cxnChg>
        <pc:cxnChg chg="add mod">
          <ac:chgData name="Robert de Groote" userId="2ce5265b-80a0-4fb8-a62a-8035e9b0c45a" providerId="ADAL" clId="{26C0FC0F-787E-4AFE-AA9A-4E52AC6E2AD8}" dt="2025-09-21T12:02:28.796" v="33606"/>
          <ac:cxnSpMkLst>
            <pc:docMk/>
            <pc:sldMk cId="2830910427" sldId="333"/>
            <ac:cxnSpMk id="11" creationId="{CC3AFE31-0AD0-AD19-E60A-2A2D8A2F8AE6}"/>
          </ac:cxnSpMkLst>
        </pc:cxnChg>
        <pc:cxnChg chg="add mod">
          <ac:chgData name="Robert de Groote" userId="2ce5265b-80a0-4fb8-a62a-8035e9b0c45a" providerId="ADAL" clId="{26C0FC0F-787E-4AFE-AA9A-4E52AC6E2AD8}" dt="2025-09-21T12:02:28.835" v="33635"/>
          <ac:cxnSpMkLst>
            <pc:docMk/>
            <pc:sldMk cId="2830910427" sldId="333"/>
            <ac:cxnSpMk id="14" creationId="{9584B5B6-D02D-8DD0-CF17-03FFCB92247C}"/>
          </ac:cxnSpMkLst>
        </pc:cxnChg>
        <pc:cxnChg chg="add mod">
          <ac:chgData name="Robert de Groote" userId="2ce5265b-80a0-4fb8-a62a-8035e9b0c45a" providerId="ADAL" clId="{26C0FC0F-787E-4AFE-AA9A-4E52AC6E2AD8}" dt="2025-09-21T12:02:28.868" v="33664"/>
          <ac:cxnSpMkLst>
            <pc:docMk/>
            <pc:sldMk cId="2830910427" sldId="333"/>
            <ac:cxnSpMk id="17" creationId="{4D39C21D-804C-806B-5D57-7B7C22569343}"/>
          </ac:cxnSpMkLst>
        </pc:cxnChg>
        <pc:cxnChg chg="add mod">
          <ac:chgData name="Robert de Groote" userId="2ce5265b-80a0-4fb8-a62a-8035e9b0c45a" providerId="ADAL" clId="{26C0FC0F-787E-4AFE-AA9A-4E52AC6E2AD8}" dt="2025-09-21T12:02:28.928" v="33693"/>
          <ac:cxnSpMkLst>
            <pc:docMk/>
            <pc:sldMk cId="2830910427" sldId="333"/>
            <ac:cxnSpMk id="20" creationId="{7183266D-B4EE-B88C-4D86-3C41573BD714}"/>
          </ac:cxnSpMkLst>
        </pc:cxnChg>
        <pc:cxnChg chg="add mod">
          <ac:chgData name="Robert de Groote" userId="2ce5265b-80a0-4fb8-a62a-8035e9b0c45a" providerId="ADAL" clId="{26C0FC0F-787E-4AFE-AA9A-4E52AC6E2AD8}" dt="2025-09-21T12:02:28.982" v="33709"/>
          <ac:cxnSpMkLst>
            <pc:docMk/>
            <pc:sldMk cId="2830910427" sldId="333"/>
            <ac:cxnSpMk id="23" creationId="{830884E0-749A-EE63-235F-43A1A74A25D8}"/>
          </ac:cxnSpMkLst>
        </pc:cxnChg>
        <pc:cxnChg chg="mod">
          <ac:chgData name="Robert de Groote" userId="2ce5265b-80a0-4fb8-a62a-8035e9b0c45a" providerId="ADAL" clId="{26C0FC0F-787E-4AFE-AA9A-4E52AC6E2AD8}" dt="2025-09-21T12:05:06.815" v="33994" actId="478"/>
          <ac:cxnSpMkLst>
            <pc:docMk/>
            <pc:sldMk cId="2830910427" sldId="333"/>
            <ac:cxnSpMk id="32" creationId="{2C48BCB6-ACBA-EFF6-CBD2-4A98BC8FEB99}"/>
          </ac:cxnSpMkLst>
        </pc:cxnChg>
        <pc:cxnChg chg="mod">
          <ac:chgData name="Robert de Groote" userId="2ce5265b-80a0-4fb8-a62a-8035e9b0c45a" providerId="ADAL" clId="{26C0FC0F-787E-4AFE-AA9A-4E52AC6E2AD8}" dt="2025-09-21T12:05:06.815" v="33994" actId="478"/>
          <ac:cxnSpMkLst>
            <pc:docMk/>
            <pc:sldMk cId="2830910427" sldId="333"/>
            <ac:cxnSpMk id="36" creationId="{62F1202D-24B1-6B42-A25A-F7F6F10C6FFB}"/>
          </ac:cxnSpMkLst>
        </pc:cxnChg>
        <pc:cxnChg chg="mod">
          <ac:chgData name="Robert de Groote" userId="2ce5265b-80a0-4fb8-a62a-8035e9b0c45a" providerId="ADAL" clId="{26C0FC0F-787E-4AFE-AA9A-4E52AC6E2AD8}" dt="2025-09-21T12:05:08.070" v="33995" actId="478"/>
          <ac:cxnSpMkLst>
            <pc:docMk/>
            <pc:sldMk cId="2830910427" sldId="333"/>
            <ac:cxnSpMk id="43" creationId="{D67E13A0-FDC0-7B5D-1A2D-BE7C87D8FC74}"/>
          </ac:cxnSpMkLst>
        </pc:cxnChg>
        <pc:cxnChg chg="mod">
          <ac:chgData name="Robert de Groote" userId="2ce5265b-80a0-4fb8-a62a-8035e9b0c45a" providerId="ADAL" clId="{26C0FC0F-787E-4AFE-AA9A-4E52AC6E2AD8}" dt="2025-09-21T12:05:08.070" v="33995" actId="478"/>
          <ac:cxnSpMkLst>
            <pc:docMk/>
            <pc:sldMk cId="2830910427" sldId="333"/>
            <ac:cxnSpMk id="44" creationId="{C8EF14AC-8A84-83C1-B918-DB188A4EA6BA}"/>
          </ac:cxnSpMkLst>
        </pc:cxnChg>
        <pc:cxnChg chg="mod">
          <ac:chgData name="Robert de Groote" userId="2ce5265b-80a0-4fb8-a62a-8035e9b0c45a" providerId="ADAL" clId="{26C0FC0F-787E-4AFE-AA9A-4E52AC6E2AD8}" dt="2025-09-21T12:05:11.288" v="33997" actId="478"/>
          <ac:cxnSpMkLst>
            <pc:docMk/>
            <pc:sldMk cId="2830910427" sldId="333"/>
            <ac:cxnSpMk id="45" creationId="{8210FB4E-17A2-F215-EB61-4577AF4227BD}"/>
          </ac:cxnSpMkLst>
        </pc:cxnChg>
        <pc:cxnChg chg="mod">
          <ac:chgData name="Robert de Groote" userId="2ce5265b-80a0-4fb8-a62a-8035e9b0c45a" providerId="ADAL" clId="{26C0FC0F-787E-4AFE-AA9A-4E52AC6E2AD8}" dt="2025-09-21T12:05:11.288" v="33997" actId="478"/>
          <ac:cxnSpMkLst>
            <pc:docMk/>
            <pc:sldMk cId="2830910427" sldId="333"/>
            <ac:cxnSpMk id="46" creationId="{CAC6E0B6-ED16-0207-2950-6F6C66F1314C}"/>
          </ac:cxnSpMkLst>
        </pc:cxnChg>
      </pc:sldChg>
      <pc:sldChg chg="addSp delSp modSp add mod modTransition delAnim modAnim">
        <pc:chgData name="Robert de Groote" userId="2ce5265b-80a0-4fb8-a62a-8035e9b0c45a" providerId="ADAL" clId="{26C0FC0F-787E-4AFE-AA9A-4E52AC6E2AD8}" dt="2025-09-21T12:41:14.227" v="34877" actId="20577"/>
        <pc:sldMkLst>
          <pc:docMk/>
          <pc:sldMk cId="3427787928" sldId="334"/>
        </pc:sldMkLst>
        <pc:spChg chg="mod">
          <ac:chgData name="Robert de Groote" userId="2ce5265b-80a0-4fb8-a62a-8035e9b0c45a" providerId="ADAL" clId="{26C0FC0F-787E-4AFE-AA9A-4E52AC6E2AD8}" dt="2025-09-21T12:41:14.227" v="34877" actId="20577"/>
          <ac:spMkLst>
            <pc:docMk/>
            <pc:sldMk cId="3427787928" sldId="334"/>
            <ac:spMk id="3" creationId="{C95542DA-13A9-D350-ED62-66519B636F0F}"/>
          </ac:spMkLst>
        </pc:spChg>
        <pc:spChg chg="del">
          <ac:chgData name="Robert de Groote" userId="2ce5265b-80a0-4fb8-a62a-8035e9b0c45a" providerId="ADAL" clId="{26C0FC0F-787E-4AFE-AA9A-4E52AC6E2AD8}" dt="2025-09-21T12:05:30.310" v="34004" actId="478"/>
          <ac:spMkLst>
            <pc:docMk/>
            <pc:sldMk cId="3427787928" sldId="334"/>
            <ac:spMk id="7" creationId="{D292C87C-1B96-6908-2A24-DB3FC87F4BFD}"/>
          </ac:spMkLst>
        </pc:spChg>
        <pc:spChg chg="add del">
          <ac:chgData name="Robert de Groote" userId="2ce5265b-80a0-4fb8-a62a-8035e9b0c45a" providerId="ADAL" clId="{26C0FC0F-787E-4AFE-AA9A-4E52AC6E2AD8}" dt="2025-09-21T12:02:42.442" v="33786"/>
          <ac:spMkLst>
            <pc:docMk/>
            <pc:sldMk cId="3427787928" sldId="334"/>
            <ac:spMk id="8" creationId="{F75AAD32-FAC0-BBB4-01C0-6A216891E050}"/>
          </ac:spMkLst>
        </pc:spChg>
        <pc:spChg chg="add del">
          <ac:chgData name="Robert de Groote" userId="2ce5265b-80a0-4fb8-a62a-8035e9b0c45a" providerId="ADAL" clId="{26C0FC0F-787E-4AFE-AA9A-4E52AC6E2AD8}" dt="2025-09-21T12:02:42.480" v="33815"/>
          <ac:spMkLst>
            <pc:docMk/>
            <pc:sldMk cId="3427787928" sldId="334"/>
            <ac:spMk id="11" creationId="{A9B3258E-9F0F-C0B9-494A-EF00826FDDB9}"/>
          </ac:spMkLst>
        </pc:spChg>
        <pc:spChg chg="add del">
          <ac:chgData name="Robert de Groote" userId="2ce5265b-80a0-4fb8-a62a-8035e9b0c45a" providerId="ADAL" clId="{26C0FC0F-787E-4AFE-AA9A-4E52AC6E2AD8}" dt="2025-09-21T12:02:42.514" v="33839"/>
          <ac:spMkLst>
            <pc:docMk/>
            <pc:sldMk cId="3427787928" sldId="334"/>
            <ac:spMk id="14" creationId="{5C84882D-E883-555A-B7E4-2C40576CE740}"/>
          </ac:spMkLst>
        </pc:spChg>
        <pc:spChg chg="add del">
          <ac:chgData name="Robert de Groote" userId="2ce5265b-80a0-4fb8-a62a-8035e9b0c45a" providerId="ADAL" clId="{26C0FC0F-787E-4AFE-AA9A-4E52AC6E2AD8}" dt="2025-09-21T12:02:42.543" v="33868"/>
          <ac:spMkLst>
            <pc:docMk/>
            <pc:sldMk cId="3427787928" sldId="334"/>
            <ac:spMk id="17" creationId="{581685B5-4DA3-AF2F-408C-9874CBD4F991}"/>
          </ac:spMkLst>
        </pc:spChg>
        <pc:spChg chg="add del">
          <ac:chgData name="Robert de Groote" userId="2ce5265b-80a0-4fb8-a62a-8035e9b0c45a" providerId="ADAL" clId="{26C0FC0F-787E-4AFE-AA9A-4E52AC6E2AD8}" dt="2025-09-21T12:02:42.574" v="33897"/>
          <ac:spMkLst>
            <pc:docMk/>
            <pc:sldMk cId="3427787928" sldId="334"/>
            <ac:spMk id="20" creationId="{445A83CF-F813-03B7-772D-F037B6998CE5}"/>
          </ac:spMkLst>
        </pc:spChg>
        <pc:spChg chg="add del">
          <ac:chgData name="Robert de Groote" userId="2ce5265b-80a0-4fb8-a62a-8035e9b0c45a" providerId="ADAL" clId="{26C0FC0F-787E-4AFE-AA9A-4E52AC6E2AD8}" dt="2025-09-21T12:02:42.604" v="33921"/>
          <ac:spMkLst>
            <pc:docMk/>
            <pc:sldMk cId="3427787928" sldId="334"/>
            <ac:spMk id="23" creationId="{739F85AA-8FF3-9251-F5CA-5EE4D1A2D984}"/>
          </ac:spMkLst>
        </pc:spChg>
        <pc:spChg chg="del">
          <ac:chgData name="Robert de Groote" userId="2ce5265b-80a0-4fb8-a62a-8035e9b0c45a" providerId="ADAL" clId="{26C0FC0F-787E-4AFE-AA9A-4E52AC6E2AD8}" dt="2025-09-21T12:05:35.159" v="34007" actId="478"/>
          <ac:spMkLst>
            <pc:docMk/>
            <pc:sldMk cId="3427787928" sldId="334"/>
            <ac:spMk id="53" creationId="{640FF562-E035-1B0A-2E0F-818531CA42F1}"/>
          </ac:spMkLst>
        </pc:spChg>
        <pc:spChg chg="del">
          <ac:chgData name="Robert de Groote" userId="2ce5265b-80a0-4fb8-a62a-8035e9b0c45a" providerId="ADAL" clId="{26C0FC0F-787E-4AFE-AA9A-4E52AC6E2AD8}" dt="2025-09-21T12:05:37.762" v="34009" actId="478"/>
          <ac:spMkLst>
            <pc:docMk/>
            <pc:sldMk cId="3427787928" sldId="334"/>
            <ac:spMk id="54" creationId="{ACF4766E-B3CD-6A1C-AA64-1C47F1541802}"/>
          </ac:spMkLst>
        </pc:spChg>
        <pc:spChg chg="del">
          <ac:chgData name="Robert de Groote" userId="2ce5265b-80a0-4fb8-a62a-8035e9b0c45a" providerId="ADAL" clId="{26C0FC0F-787E-4AFE-AA9A-4E52AC6E2AD8}" dt="2025-09-21T12:05:33.736" v="34006" actId="478"/>
          <ac:spMkLst>
            <pc:docMk/>
            <pc:sldMk cId="3427787928" sldId="334"/>
            <ac:spMk id="56" creationId="{FB930C03-4B89-3639-1733-66C43BDC671A}"/>
          </ac:spMkLst>
        </pc:spChg>
        <pc:spChg chg="del">
          <ac:chgData name="Robert de Groote" userId="2ce5265b-80a0-4fb8-a62a-8035e9b0c45a" providerId="ADAL" clId="{26C0FC0F-787E-4AFE-AA9A-4E52AC6E2AD8}" dt="2025-09-21T12:05:36.423" v="34008" actId="478"/>
          <ac:spMkLst>
            <pc:docMk/>
            <pc:sldMk cId="3427787928" sldId="334"/>
            <ac:spMk id="57" creationId="{1D46EE5F-8845-9005-7B45-216CE706D021}"/>
          </ac:spMkLst>
        </pc:spChg>
        <pc:spChg chg="del ord">
          <ac:chgData name="Robert de Groote" userId="2ce5265b-80a0-4fb8-a62a-8035e9b0c45a" providerId="ADAL" clId="{26C0FC0F-787E-4AFE-AA9A-4E52AC6E2AD8}" dt="2025-09-21T12:07:10.783" v="34022" actId="478"/>
          <ac:spMkLst>
            <pc:docMk/>
            <pc:sldMk cId="3427787928" sldId="334"/>
            <ac:spMk id="60" creationId="{1A5FB78C-8BE4-172B-7C53-02F444A16EE4}"/>
          </ac:spMkLst>
        </pc:spChg>
        <pc:spChg chg="del">
          <ac:chgData name="Robert de Groote" userId="2ce5265b-80a0-4fb8-a62a-8035e9b0c45a" providerId="ADAL" clId="{26C0FC0F-787E-4AFE-AA9A-4E52AC6E2AD8}" dt="2025-09-21T12:05:32.430" v="34005" actId="478"/>
          <ac:spMkLst>
            <pc:docMk/>
            <pc:sldMk cId="3427787928" sldId="334"/>
            <ac:spMk id="61" creationId="{6DFD6743-D388-BAAB-88D8-F77FF4E22044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95" creationId="{E93CC6CA-93FC-CEFF-2FFA-DAC6FB9447C9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96" creationId="{5A6E8C52-9FE5-C7CD-E981-5F1AB386396E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97" creationId="{AC809965-573E-3EFF-CA77-4DED837619F8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98" creationId="{1B70E71D-FF5D-0F09-4558-1B9170692594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99" creationId="{E19BFFCE-F085-46C5-FFF7-31D56284E2E7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100" creationId="{EF191C4A-3A65-D1FD-458C-F4D256005C84}"/>
          </ac:spMkLst>
        </pc:spChg>
        <pc:spChg chg="ord">
          <ac:chgData name="Robert de Groote" userId="2ce5265b-80a0-4fb8-a62a-8035e9b0c45a" providerId="ADAL" clId="{26C0FC0F-787E-4AFE-AA9A-4E52AC6E2AD8}" dt="2025-09-21T12:05:52.024" v="34010" actId="13244"/>
          <ac:spMkLst>
            <pc:docMk/>
            <pc:sldMk cId="3427787928" sldId="334"/>
            <ac:spMk id="101" creationId="{53013810-00C6-A97C-E390-234188CAE44D}"/>
          </ac:spMkLst>
        </pc:spChg>
        <pc:grpChg chg="add mod">
          <ac:chgData name="Robert de Groote" userId="2ce5265b-80a0-4fb8-a62a-8035e9b0c45a" providerId="ADAL" clId="{26C0FC0F-787E-4AFE-AA9A-4E52AC6E2AD8}" dt="2025-09-21T12:02:42.460" v="33792"/>
          <ac:grpSpMkLst>
            <pc:docMk/>
            <pc:sldMk cId="3427787928" sldId="334"/>
            <ac:grpSpMk id="9" creationId="{EC75B209-BB5F-73C9-6B50-BE40E49EA653}"/>
          </ac:grpSpMkLst>
        </pc:grpChg>
        <pc:grpChg chg="add mod">
          <ac:chgData name="Robert de Groote" userId="2ce5265b-80a0-4fb8-a62a-8035e9b0c45a" providerId="ADAL" clId="{26C0FC0F-787E-4AFE-AA9A-4E52AC6E2AD8}" dt="2025-09-21T12:02:42.479" v="33813"/>
          <ac:grpSpMkLst>
            <pc:docMk/>
            <pc:sldMk cId="3427787928" sldId="334"/>
            <ac:grpSpMk id="12" creationId="{B78A3C4E-CECD-3B15-A09D-99218E8261F1}"/>
          </ac:grpSpMkLst>
        </pc:grpChg>
        <pc:grpChg chg="add mod">
          <ac:chgData name="Robert de Groote" userId="2ce5265b-80a0-4fb8-a62a-8035e9b0c45a" providerId="ADAL" clId="{26C0FC0F-787E-4AFE-AA9A-4E52AC6E2AD8}" dt="2025-09-21T12:02:42.534" v="33845"/>
          <ac:grpSpMkLst>
            <pc:docMk/>
            <pc:sldMk cId="3427787928" sldId="334"/>
            <ac:grpSpMk id="15" creationId="{E0287CE9-0541-E674-8397-526DCA95F539}"/>
          </ac:grpSpMkLst>
        </pc:grpChg>
        <pc:grpChg chg="add mod">
          <ac:chgData name="Robert de Groote" userId="2ce5265b-80a0-4fb8-a62a-8035e9b0c45a" providerId="ADAL" clId="{26C0FC0F-787E-4AFE-AA9A-4E52AC6E2AD8}" dt="2025-09-21T12:02:42.564" v="33874"/>
          <ac:grpSpMkLst>
            <pc:docMk/>
            <pc:sldMk cId="3427787928" sldId="334"/>
            <ac:grpSpMk id="18" creationId="{47B7980C-86B2-D6B5-ADD9-F8BA3D213E69}"/>
          </ac:grpSpMkLst>
        </pc:grpChg>
        <pc:grpChg chg="add mod">
          <ac:chgData name="Robert de Groote" userId="2ce5265b-80a0-4fb8-a62a-8035e9b0c45a" providerId="ADAL" clId="{26C0FC0F-787E-4AFE-AA9A-4E52AC6E2AD8}" dt="2025-09-21T12:02:42.573" v="33895"/>
          <ac:grpSpMkLst>
            <pc:docMk/>
            <pc:sldMk cId="3427787928" sldId="334"/>
            <ac:grpSpMk id="21" creationId="{26EE9CE0-03BE-9AFB-6543-DC71E1EE7569}"/>
          </ac:grpSpMkLst>
        </pc:grpChg>
        <pc:grpChg chg="del">
          <ac:chgData name="Robert de Groote" userId="2ce5265b-80a0-4fb8-a62a-8035e9b0c45a" providerId="ADAL" clId="{26C0FC0F-787E-4AFE-AA9A-4E52AC6E2AD8}" dt="2025-09-21T12:03:36.834" v="33977" actId="478"/>
          <ac:grpSpMkLst>
            <pc:docMk/>
            <pc:sldMk cId="3427787928" sldId="334"/>
            <ac:grpSpMk id="24" creationId="{D88C56F1-5C34-B81F-5D07-CE6257132B6A}"/>
          </ac:grpSpMkLst>
        </pc:grpChg>
        <pc:grpChg chg="add mod">
          <ac:chgData name="Robert de Groote" userId="2ce5265b-80a0-4fb8-a62a-8035e9b0c45a" providerId="ADAL" clId="{26C0FC0F-787E-4AFE-AA9A-4E52AC6E2AD8}" dt="2025-09-21T12:02:42.642" v="33927"/>
          <ac:grpSpMkLst>
            <pc:docMk/>
            <pc:sldMk cId="3427787928" sldId="334"/>
            <ac:grpSpMk id="25" creationId="{7A47D95C-F87F-8BC9-56E0-0DDA2E7E87F0}"/>
          </ac:grpSpMkLst>
        </pc:grpChg>
        <pc:picChg chg="add mod ord">
          <ac:chgData name="Robert de Groote" userId="2ce5265b-80a0-4fb8-a62a-8035e9b0c45a" providerId="ADAL" clId="{26C0FC0F-787E-4AFE-AA9A-4E52AC6E2AD8}" dt="2025-09-21T12:02:42.660" v="33971"/>
          <ac:picMkLst>
            <pc:docMk/>
            <pc:sldMk cId="3427787928" sldId="334"/>
            <ac:picMk id="5" creationId="{2EDECA39-D104-8375-F395-CC94E8595C05}"/>
          </ac:picMkLst>
        </pc:picChg>
        <pc:cxnChg chg="add mod">
          <ac:chgData name="Robert de Groote" userId="2ce5265b-80a0-4fb8-a62a-8035e9b0c45a" providerId="ADAL" clId="{26C0FC0F-787E-4AFE-AA9A-4E52AC6E2AD8}" dt="2025-09-21T12:02:42.441" v="33784"/>
          <ac:cxnSpMkLst>
            <pc:docMk/>
            <pc:sldMk cId="3427787928" sldId="334"/>
            <ac:cxnSpMk id="6" creationId="{14591CA8-029B-CA8F-B10D-C931A6FA9B15}"/>
          </ac:cxnSpMkLst>
        </pc:cxnChg>
        <pc:cxnChg chg="add mod">
          <ac:chgData name="Robert de Groote" userId="2ce5265b-80a0-4fb8-a62a-8035e9b0c45a" providerId="ADAL" clId="{26C0FC0F-787E-4AFE-AA9A-4E52AC6E2AD8}" dt="2025-09-21T12:02:42.479" v="33813"/>
          <ac:cxnSpMkLst>
            <pc:docMk/>
            <pc:sldMk cId="3427787928" sldId="334"/>
            <ac:cxnSpMk id="10" creationId="{F0442F85-1464-7C20-C54E-DB670F912829}"/>
          </ac:cxnSpMkLst>
        </pc:cxnChg>
        <pc:cxnChg chg="add mod">
          <ac:chgData name="Robert de Groote" userId="2ce5265b-80a0-4fb8-a62a-8035e9b0c45a" providerId="ADAL" clId="{26C0FC0F-787E-4AFE-AA9A-4E52AC6E2AD8}" dt="2025-09-21T12:02:42.513" v="33837"/>
          <ac:cxnSpMkLst>
            <pc:docMk/>
            <pc:sldMk cId="3427787928" sldId="334"/>
            <ac:cxnSpMk id="13" creationId="{6D253B33-2ED7-62A8-11E4-8047B5CD8253}"/>
          </ac:cxnSpMkLst>
        </pc:cxnChg>
        <pc:cxnChg chg="add mod">
          <ac:chgData name="Robert de Groote" userId="2ce5265b-80a0-4fb8-a62a-8035e9b0c45a" providerId="ADAL" clId="{26C0FC0F-787E-4AFE-AA9A-4E52AC6E2AD8}" dt="2025-09-21T12:02:42.542" v="33866"/>
          <ac:cxnSpMkLst>
            <pc:docMk/>
            <pc:sldMk cId="3427787928" sldId="334"/>
            <ac:cxnSpMk id="16" creationId="{D7C813E6-E618-CDA6-65F0-B4724EF16661}"/>
          </ac:cxnSpMkLst>
        </pc:cxnChg>
        <pc:cxnChg chg="add mod">
          <ac:chgData name="Robert de Groote" userId="2ce5265b-80a0-4fb8-a62a-8035e9b0c45a" providerId="ADAL" clId="{26C0FC0F-787E-4AFE-AA9A-4E52AC6E2AD8}" dt="2025-09-21T12:02:42.573" v="33895"/>
          <ac:cxnSpMkLst>
            <pc:docMk/>
            <pc:sldMk cId="3427787928" sldId="334"/>
            <ac:cxnSpMk id="19" creationId="{378DE204-69E9-0EE4-7362-41D42338D25E}"/>
          </ac:cxnSpMkLst>
        </pc:cxnChg>
        <pc:cxnChg chg="add mod">
          <ac:chgData name="Robert de Groote" userId="2ce5265b-80a0-4fb8-a62a-8035e9b0c45a" providerId="ADAL" clId="{26C0FC0F-787E-4AFE-AA9A-4E52AC6E2AD8}" dt="2025-09-21T12:02:42.603" v="33919"/>
          <ac:cxnSpMkLst>
            <pc:docMk/>
            <pc:sldMk cId="3427787928" sldId="334"/>
            <ac:cxnSpMk id="22" creationId="{91402604-9F80-26B5-64CD-6F119EB2E273}"/>
          </ac:cxnSpMkLst>
        </pc:cxnChg>
        <pc:cxnChg chg="mod">
          <ac:chgData name="Robert de Groote" userId="2ce5265b-80a0-4fb8-a62a-8035e9b0c45a" providerId="ADAL" clId="{26C0FC0F-787E-4AFE-AA9A-4E52AC6E2AD8}" dt="2025-09-21T12:05:33.736" v="34006" actId="478"/>
          <ac:cxnSpMkLst>
            <pc:docMk/>
            <pc:sldMk cId="3427787928" sldId="334"/>
            <ac:cxnSpMk id="32" creationId="{24162C5E-0BD8-E49A-EAA0-76BC221D6F1C}"/>
          </ac:cxnSpMkLst>
        </pc:cxnChg>
        <pc:cxnChg chg="mod">
          <ac:chgData name="Robert de Groote" userId="2ce5265b-80a0-4fb8-a62a-8035e9b0c45a" providerId="ADAL" clId="{26C0FC0F-787E-4AFE-AA9A-4E52AC6E2AD8}" dt="2025-09-21T12:05:36.423" v="34008" actId="478"/>
          <ac:cxnSpMkLst>
            <pc:docMk/>
            <pc:sldMk cId="3427787928" sldId="334"/>
            <ac:cxnSpMk id="36" creationId="{B3BB6AD9-092A-5B15-F874-21D0CB833BB1}"/>
          </ac:cxnSpMkLst>
        </pc:cxnChg>
        <pc:cxnChg chg="mod">
          <ac:chgData name="Robert de Groote" userId="2ce5265b-80a0-4fb8-a62a-8035e9b0c45a" providerId="ADAL" clId="{26C0FC0F-787E-4AFE-AA9A-4E52AC6E2AD8}" dt="2025-09-21T12:05:35.159" v="34007" actId="478"/>
          <ac:cxnSpMkLst>
            <pc:docMk/>
            <pc:sldMk cId="3427787928" sldId="334"/>
            <ac:cxnSpMk id="43" creationId="{DD113E75-7973-65FB-99B2-62DCDAD9FD05}"/>
          </ac:cxnSpMkLst>
        </pc:cxnChg>
        <pc:cxnChg chg="mod">
          <ac:chgData name="Robert de Groote" userId="2ce5265b-80a0-4fb8-a62a-8035e9b0c45a" providerId="ADAL" clId="{26C0FC0F-787E-4AFE-AA9A-4E52AC6E2AD8}" dt="2025-09-21T12:07:10.783" v="34022" actId="478"/>
          <ac:cxnSpMkLst>
            <pc:docMk/>
            <pc:sldMk cId="3427787928" sldId="334"/>
            <ac:cxnSpMk id="44" creationId="{24C87676-D646-82DE-56EF-7479608E4735}"/>
          </ac:cxnSpMkLst>
        </pc:cxnChg>
        <pc:cxnChg chg="mod">
          <ac:chgData name="Robert de Groote" userId="2ce5265b-80a0-4fb8-a62a-8035e9b0c45a" providerId="ADAL" clId="{26C0FC0F-787E-4AFE-AA9A-4E52AC6E2AD8}" dt="2025-09-21T12:05:35.159" v="34007" actId="478"/>
          <ac:cxnSpMkLst>
            <pc:docMk/>
            <pc:sldMk cId="3427787928" sldId="334"/>
            <ac:cxnSpMk id="45" creationId="{4D778099-ADED-9D34-E707-DA94254E608A}"/>
          </ac:cxnSpMkLst>
        </pc:cxnChg>
        <pc:cxnChg chg="mod">
          <ac:chgData name="Robert de Groote" userId="2ce5265b-80a0-4fb8-a62a-8035e9b0c45a" providerId="ADAL" clId="{26C0FC0F-787E-4AFE-AA9A-4E52AC6E2AD8}" dt="2025-09-21T12:05:37.762" v="34009" actId="478"/>
          <ac:cxnSpMkLst>
            <pc:docMk/>
            <pc:sldMk cId="3427787928" sldId="334"/>
            <ac:cxnSpMk id="46" creationId="{B343FE84-BDD1-889F-6310-0D0B9801D9BD}"/>
          </ac:cxnSpMkLst>
        </pc:cxnChg>
      </pc:sldChg>
      <pc:sldChg chg="delSp add del mod modAnim">
        <pc:chgData name="Robert de Groote" userId="2ce5265b-80a0-4fb8-a62a-8035e9b0c45a" providerId="ADAL" clId="{26C0FC0F-787E-4AFE-AA9A-4E52AC6E2AD8}" dt="2025-09-21T12:30:46.758" v="34611" actId="47"/>
        <pc:sldMkLst>
          <pc:docMk/>
          <pc:sldMk cId="575931070" sldId="335"/>
        </pc:sldMkLst>
        <pc:grpChg chg="del">
          <ac:chgData name="Robert de Groote" userId="2ce5265b-80a0-4fb8-a62a-8035e9b0c45a" providerId="ADAL" clId="{26C0FC0F-787E-4AFE-AA9A-4E52AC6E2AD8}" dt="2025-09-21T12:30:18.464" v="34610" actId="478"/>
          <ac:grpSpMkLst>
            <pc:docMk/>
            <pc:sldMk cId="575931070" sldId="335"/>
            <ac:grpSpMk id="384" creationId="{355A966C-03B1-4191-D623-17E99838228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6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3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9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Red%E2%80%93black_tree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A168E-AC13-4A71-A98B-B3F92DC01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Algorithms 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DF9F7-8B56-49E7-9AFB-EB5E5B6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 4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Trees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F7415E3B-A5AE-B6FB-D62A-33D555E1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2811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85D7-ABDF-C618-9CCD-413D088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</a:t>
            </a:r>
            <a:r>
              <a:rPr lang="nl-NL" dirty="0" err="1"/>
              <a:t>three</a:t>
            </a:r>
            <a:r>
              <a:rPr lang="nl-NL" dirty="0"/>
              <a:t> weeks we </a:t>
            </a:r>
            <a:r>
              <a:rPr lang="nl-NL" dirty="0" err="1"/>
              <a:t>discussed</a:t>
            </a:r>
            <a:r>
              <a:rPr lang="nl-NL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53582-0C43-5257-5530-A00EA0178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856220" cy="4224528"/>
          </a:xfrm>
        </p:spPr>
        <p:txBody>
          <a:bodyPr>
            <a:normAutofit/>
          </a:bodyPr>
          <a:lstStyle/>
          <a:p>
            <a:r>
              <a:rPr lang="nl-NL" b="1" dirty="0"/>
              <a:t>Sets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Arrays: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searching</a:t>
            </a:r>
            <a:r>
              <a:rPr lang="nl-NL" dirty="0"/>
              <a:t> (</a:t>
            </a:r>
            <a:r>
              <a:rPr lang="nl-NL" dirty="0" err="1"/>
              <a:t>binary</a:t>
            </a:r>
            <a:r>
              <a:rPr lang="nl-NL" dirty="0"/>
              <a:t> search), bad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inserting</a:t>
            </a:r>
            <a:r>
              <a:rPr lang="nl-NL" dirty="0"/>
              <a:t> / </a:t>
            </a:r>
            <a:r>
              <a:rPr lang="nl-NL" dirty="0" err="1"/>
              <a:t>removing</a:t>
            </a:r>
            <a:endParaRPr lang="nl-NL" dirty="0"/>
          </a:p>
          <a:p>
            <a:pPr lvl="1"/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: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inserting</a:t>
            </a:r>
            <a:r>
              <a:rPr lang="nl-NL" dirty="0"/>
              <a:t> / </a:t>
            </a:r>
            <a:r>
              <a:rPr lang="nl-NL" dirty="0" err="1"/>
              <a:t>removing</a:t>
            </a:r>
            <a:r>
              <a:rPr lang="nl-NL" dirty="0"/>
              <a:t>, but bad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searching</a:t>
            </a:r>
            <a:endParaRPr lang="nl-NL" dirty="0"/>
          </a:p>
          <a:p>
            <a:endParaRPr lang="nl-NL" dirty="0"/>
          </a:p>
          <a:p>
            <a:r>
              <a:rPr lang="nl-NL" b="1" dirty="0" err="1"/>
              <a:t>Recursion</a:t>
            </a:r>
            <a:endParaRPr lang="nl-NL" b="1" dirty="0"/>
          </a:p>
          <a:p>
            <a:pPr lvl="1"/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solving</a:t>
            </a:r>
            <a:r>
              <a:rPr lang="nl-NL" dirty="0"/>
              <a:t> </a:t>
            </a:r>
            <a:r>
              <a:rPr lang="nl-NL" dirty="0" err="1"/>
              <a:t>problems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composed</a:t>
            </a:r>
            <a:r>
              <a:rPr lang="nl-NL" dirty="0"/>
              <a:t> of </a:t>
            </a:r>
            <a:r>
              <a:rPr lang="nl-NL" dirty="0" err="1"/>
              <a:t>similar</a:t>
            </a:r>
            <a:r>
              <a:rPr lang="nl-NL" dirty="0"/>
              <a:t> </a:t>
            </a:r>
            <a:r>
              <a:rPr lang="nl-NL" dirty="0" err="1"/>
              <a:t>subproblems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 err="1"/>
              <a:t>Today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improve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Sets, </a:t>
            </a:r>
            <a:r>
              <a:rPr lang="nl-NL" dirty="0" err="1"/>
              <a:t>apply</a:t>
            </a:r>
            <a:r>
              <a:rPr lang="nl-NL" dirty="0"/>
              <a:t> </a:t>
            </a:r>
            <a:r>
              <a:rPr lang="nl-NL" dirty="0" err="1"/>
              <a:t>recursion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around</a:t>
            </a:r>
            <a:r>
              <a:rPr lang="nl-NL" dirty="0"/>
              <a:t> </a:t>
            </a:r>
            <a:r>
              <a:rPr lang="nl-NL" dirty="0" err="1"/>
              <a:t>recursion</a:t>
            </a:r>
            <a:endParaRPr lang="nl-N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2D2335-0AB2-F7A0-5D59-F9F25A27F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8558" y="2633472"/>
            <a:ext cx="3431184" cy="1715592"/>
          </a:xfrm>
          <a:prstGeom prst="rect">
            <a:avLst/>
          </a:prstGeom>
        </p:spPr>
      </p:pic>
      <p:pic>
        <p:nvPicPr>
          <p:cNvPr id="1026" name="Picture 2" descr="Recursion in Programming | Board Infinity">
            <a:extLst>
              <a:ext uri="{FF2B5EF4-FFF2-40B4-BE49-F238E27FC236}">
                <a16:creationId xmlns:a16="http://schemas.microsoft.com/office/drawing/2014/main" id="{FD2DCE02-CBCB-E4B8-CD93-5D75825A7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705" y="4383253"/>
            <a:ext cx="3922295" cy="220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4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Worm's-eye view of a large tree">
            <a:extLst>
              <a:ext uri="{FF2B5EF4-FFF2-40B4-BE49-F238E27FC236}">
                <a16:creationId xmlns:a16="http://schemas.microsoft.com/office/drawing/2014/main" id="{F3AED986-6AA8-BED2-1D40-5FD908C142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042" r="9091" b="7351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181F634-6EB3-A66B-325E-D9913BAC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85233"/>
            <a:ext cx="5758628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Hiearchical</a:t>
            </a: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 structures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F4BC-C1CF-B147-2A79-056AE56D2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251621"/>
            <a:ext cx="4439920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>
                <a:solidFill>
                  <a:srgbClr val="FFFFFF"/>
                </a:solidFill>
              </a:rPr>
              <a:t>Using links to divide &amp; conquer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096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181327112362_5f0884f">
    <p:spTree>
      <p:nvGrpSpPr>
        <p:cNvPr id="1" name="">
          <a:extLst>
            <a:ext uri="{FF2B5EF4-FFF2-40B4-BE49-F238E27FC236}">
              <a16:creationId xmlns:a16="http://schemas.microsoft.com/office/drawing/2014/main" id="{6208BC97-02BC-3288-0625-5A43BE05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A53C-CAAB-C623-08E4-E7803713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Revisiting</a:t>
            </a:r>
            <a:r>
              <a:rPr lang="nl-NL" b="0" dirty="0"/>
              <a:t> </a:t>
            </a:r>
            <a:r>
              <a:rPr lang="nl-NL" b="0" dirty="0" err="1"/>
              <a:t>linked</a:t>
            </a:r>
            <a:r>
              <a:rPr lang="nl-NL" b="0" dirty="0"/>
              <a:t> </a:t>
            </a:r>
            <a:r>
              <a:rPr lang="nl-NL" b="0" dirty="0" err="1"/>
              <a:t>lists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5DFC-2182-28D2-4F5B-B641E712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795528"/>
          </a:xfrm>
        </p:spPr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linked</a:t>
            </a:r>
            <a:r>
              <a:rPr lang="nl-NL" dirty="0"/>
              <a:t> list </a:t>
            </a:r>
            <a:r>
              <a:rPr lang="nl-NL" dirty="0" err="1"/>
              <a:t>to</a:t>
            </a:r>
            <a:r>
              <a:rPr lang="nl-NL" dirty="0"/>
              <a:t> store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of a </a:t>
            </a:r>
            <a:r>
              <a:rPr lang="nl-NL" b="1" dirty="0"/>
              <a:t>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BE0885-1C03-0BF3-B2CB-655FF936F882}"/>
              </a:ext>
            </a:extLst>
          </p:cNvPr>
          <p:cNvSpPr/>
          <p:nvPr/>
        </p:nvSpPr>
        <p:spPr>
          <a:xfrm>
            <a:off x="1554453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A4E177-7590-F13E-C4B6-557110C14526}"/>
              </a:ext>
            </a:extLst>
          </p:cNvPr>
          <p:cNvSpPr/>
          <p:nvPr/>
        </p:nvSpPr>
        <p:spPr>
          <a:xfrm>
            <a:off x="2927792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7F6435-33B3-8B13-2E19-FC4B9FB5E750}"/>
              </a:ext>
            </a:extLst>
          </p:cNvPr>
          <p:cNvSpPr/>
          <p:nvPr/>
        </p:nvSpPr>
        <p:spPr>
          <a:xfrm>
            <a:off x="4301131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56FC02-CE57-6B49-7071-BAFFDBE252B4}"/>
              </a:ext>
            </a:extLst>
          </p:cNvPr>
          <p:cNvSpPr/>
          <p:nvPr/>
        </p:nvSpPr>
        <p:spPr>
          <a:xfrm>
            <a:off x="5674470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DD4D79-0EA0-30A7-A853-2936EC0E98F8}"/>
              </a:ext>
            </a:extLst>
          </p:cNvPr>
          <p:cNvSpPr/>
          <p:nvPr/>
        </p:nvSpPr>
        <p:spPr>
          <a:xfrm>
            <a:off x="7047809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7A385C-17F1-4F59-6B15-473261E03EC9}"/>
              </a:ext>
            </a:extLst>
          </p:cNvPr>
          <p:cNvSpPr/>
          <p:nvPr/>
        </p:nvSpPr>
        <p:spPr>
          <a:xfrm>
            <a:off x="9794488" y="3691368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C26507-BE8C-C1E3-31D0-1C4827826583}"/>
              </a:ext>
            </a:extLst>
          </p:cNvPr>
          <p:cNvSpPr/>
          <p:nvPr/>
        </p:nvSpPr>
        <p:spPr>
          <a:xfrm>
            <a:off x="8421148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748FE7F-543E-B9F4-17B8-E135F77365E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16041" y="3890545"/>
            <a:ext cx="511751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C9FB26-9DD4-11A0-3D3A-59BAF5D0B0E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89380" y="3890545"/>
            <a:ext cx="511751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0EB561-5D6E-945A-809C-30D6EA969F5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162719" y="3890545"/>
            <a:ext cx="511751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F449D4-56BB-4F5E-543A-94B0B79565DD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6536058" y="3890545"/>
            <a:ext cx="511751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6D08040-FAC2-9DC3-4A09-927D506CF747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909397" y="3890545"/>
            <a:ext cx="511751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DDD3E24-8D99-FA95-9E5A-31E01D5858EE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9282736" y="3890545"/>
            <a:ext cx="511752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48FB972-316F-2F0B-06FF-A16254DECA8D}"/>
              </a:ext>
            </a:extLst>
          </p:cNvPr>
          <p:cNvSpPr/>
          <p:nvPr/>
        </p:nvSpPr>
        <p:spPr>
          <a:xfrm>
            <a:off x="1857375" y="4286250"/>
            <a:ext cx="266700" cy="200025"/>
          </a:xfrm>
          <a:prstGeom prst="triangle">
            <a:avLst/>
          </a:prstGeom>
          <a:ln w="381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11FF1-D00A-86AD-EED0-A940BB201355}"/>
              </a:ext>
            </a:extLst>
          </p:cNvPr>
          <p:cNvSpPr txBox="1"/>
          <p:nvPr/>
        </p:nvSpPr>
        <p:spPr>
          <a:xfrm>
            <a:off x="1623609" y="455209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head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Oval 13">
                <a:extLst>
                  <a:ext uri="{FF2B5EF4-FFF2-40B4-BE49-F238E27FC236}">
                    <a16:creationId xmlns:a16="http://schemas.microsoft.com/office/drawing/2014/main" id="{42256A74-1882-DEDD-57FD-F32E527CACF3}"/>
                  </a:ext>
                </a:extLst>
              </p:cNvPr>
              <p:cNvSpPr/>
              <p:nvPr/>
            </p:nvSpPr>
            <p:spPr>
              <a:xfrm>
                <a:off x="3789380" y="4782882"/>
                <a:ext cx="3886038" cy="1682564"/>
              </a:xfrm>
              <a:prstGeom prst="wedgeEllipseCallout">
                <a:avLst>
                  <a:gd name="adj1" fmla="val -20120"/>
                  <a:gd name="adj2" fmla="val 69087"/>
                </a:avLst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 err="1">
                    <a:latin typeface="Aptos" panose="020B0004020202020204" pitchFamily="34" charset="0"/>
                  </a:rPr>
                  <a:t>Membership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testing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would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be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, </a:t>
                </a:r>
                <a:br>
                  <a:rPr lang="nl-NL" dirty="0">
                    <a:latin typeface="Aptos" panose="020B0004020202020204" pitchFamily="34" charset="0"/>
                  </a:rPr>
                </a:br>
                <a:r>
                  <a:rPr lang="nl-NL" dirty="0" err="1">
                    <a:latin typeface="Aptos" panose="020B0004020202020204" pitchFamily="34" charset="0"/>
                  </a:rPr>
                  <a:t>that’s</a:t>
                </a:r>
                <a:r>
                  <a:rPr lang="nl-NL" dirty="0">
                    <a:latin typeface="Aptos" panose="020B0004020202020204" pitchFamily="34" charset="0"/>
                  </a:rPr>
                  <a:t> way </a:t>
                </a:r>
                <a:r>
                  <a:rPr lang="nl-NL" dirty="0" err="1">
                    <a:latin typeface="Aptos" panose="020B0004020202020204" pitchFamily="34" charset="0"/>
                  </a:rPr>
                  <a:t>too</a:t>
                </a:r>
                <a:r>
                  <a:rPr lang="nl-NL" dirty="0">
                    <a:latin typeface="Aptos" panose="020B0004020202020204" pitchFamily="34" charset="0"/>
                  </a:rPr>
                  <a:t> slow!</a:t>
                </a:r>
              </a:p>
            </p:txBody>
          </p:sp>
        </mc:Choice>
        <mc:Fallback xmlns="">
          <p:sp>
            <p:nvSpPr>
              <p:cNvPr id="14" name="Speech Bubble: Oval 13">
                <a:extLst>
                  <a:ext uri="{FF2B5EF4-FFF2-40B4-BE49-F238E27FC236}">
                    <a16:creationId xmlns:a16="http://schemas.microsoft.com/office/drawing/2014/main" id="{42256A74-1882-DEDD-57FD-F32E527CA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380" y="4782882"/>
                <a:ext cx="3886038" cy="1682564"/>
              </a:xfrm>
              <a:prstGeom prst="wedgeEllipseCallout">
                <a:avLst>
                  <a:gd name="adj1" fmla="val -20120"/>
                  <a:gd name="adj2" fmla="val 69087"/>
                </a:avLst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84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181327102705">
    <p:spTree>
      <p:nvGrpSpPr>
        <p:cNvPr id="1" name="">
          <a:extLst>
            <a:ext uri="{FF2B5EF4-FFF2-40B4-BE49-F238E27FC236}">
              <a16:creationId xmlns:a16="http://schemas.microsoft.com/office/drawing/2014/main" id="{6208BC97-02BC-3288-0625-5A43BE05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A53C-CAAB-C623-08E4-E7803713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Revisiting</a:t>
            </a:r>
            <a:r>
              <a:rPr lang="nl-NL" b="0" dirty="0"/>
              <a:t> </a:t>
            </a:r>
            <a:r>
              <a:rPr lang="nl-NL" b="0" dirty="0" err="1"/>
              <a:t>linked</a:t>
            </a:r>
            <a:r>
              <a:rPr lang="nl-NL" b="0" dirty="0"/>
              <a:t> </a:t>
            </a:r>
            <a:r>
              <a:rPr lang="nl-NL" b="0" dirty="0" err="1"/>
              <a:t>lists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5DFC-2182-28D2-4F5B-B641E712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795528"/>
          </a:xfrm>
        </p:spPr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linked</a:t>
            </a:r>
            <a:r>
              <a:rPr lang="nl-NL" dirty="0"/>
              <a:t> list </a:t>
            </a:r>
            <a:r>
              <a:rPr lang="nl-NL" dirty="0" err="1"/>
              <a:t>to</a:t>
            </a:r>
            <a:r>
              <a:rPr lang="nl-NL" dirty="0"/>
              <a:t> store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of a </a:t>
            </a:r>
            <a:r>
              <a:rPr lang="nl-NL" b="1" dirty="0"/>
              <a:t>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BE0885-1C03-0BF3-B2CB-655FF936F882}"/>
              </a:ext>
            </a:extLst>
          </p:cNvPr>
          <p:cNvSpPr/>
          <p:nvPr/>
        </p:nvSpPr>
        <p:spPr>
          <a:xfrm>
            <a:off x="1554453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A4E177-7590-F13E-C4B6-557110C14526}"/>
              </a:ext>
            </a:extLst>
          </p:cNvPr>
          <p:cNvSpPr/>
          <p:nvPr/>
        </p:nvSpPr>
        <p:spPr>
          <a:xfrm>
            <a:off x="2927792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7F6435-33B3-8B13-2E19-FC4B9FB5E750}"/>
              </a:ext>
            </a:extLst>
          </p:cNvPr>
          <p:cNvSpPr/>
          <p:nvPr/>
        </p:nvSpPr>
        <p:spPr>
          <a:xfrm>
            <a:off x="4301131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56FC02-CE57-6B49-7071-BAFFDBE252B4}"/>
              </a:ext>
            </a:extLst>
          </p:cNvPr>
          <p:cNvSpPr/>
          <p:nvPr/>
        </p:nvSpPr>
        <p:spPr>
          <a:xfrm>
            <a:off x="5674470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DD4D79-0EA0-30A7-A853-2936EC0E98F8}"/>
              </a:ext>
            </a:extLst>
          </p:cNvPr>
          <p:cNvSpPr/>
          <p:nvPr/>
        </p:nvSpPr>
        <p:spPr>
          <a:xfrm>
            <a:off x="7047809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7A385C-17F1-4F59-6B15-473261E03EC9}"/>
              </a:ext>
            </a:extLst>
          </p:cNvPr>
          <p:cNvSpPr/>
          <p:nvPr/>
        </p:nvSpPr>
        <p:spPr>
          <a:xfrm>
            <a:off x="9794488" y="3691368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C26507-BE8C-C1E3-31D0-1C4827826583}"/>
              </a:ext>
            </a:extLst>
          </p:cNvPr>
          <p:cNvSpPr/>
          <p:nvPr/>
        </p:nvSpPr>
        <p:spPr>
          <a:xfrm>
            <a:off x="8421148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48FB972-316F-2F0B-06FF-A16254DECA8D}"/>
              </a:ext>
            </a:extLst>
          </p:cNvPr>
          <p:cNvSpPr/>
          <p:nvPr/>
        </p:nvSpPr>
        <p:spPr>
          <a:xfrm>
            <a:off x="1857375" y="4286250"/>
            <a:ext cx="266700" cy="200025"/>
          </a:xfrm>
          <a:prstGeom prst="triangle">
            <a:avLst/>
          </a:prstGeom>
          <a:ln w="381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11FF1-D00A-86AD-EED0-A940BB201355}"/>
              </a:ext>
            </a:extLst>
          </p:cNvPr>
          <p:cNvSpPr txBox="1"/>
          <p:nvPr/>
        </p:nvSpPr>
        <p:spPr>
          <a:xfrm>
            <a:off x="1623609" y="455209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head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Oval 13">
                <a:extLst>
                  <a:ext uri="{FF2B5EF4-FFF2-40B4-BE49-F238E27FC236}">
                    <a16:creationId xmlns:a16="http://schemas.microsoft.com/office/drawing/2014/main" id="{42256A74-1882-DEDD-57FD-F32E527CACF3}"/>
                  </a:ext>
                </a:extLst>
              </p:cNvPr>
              <p:cNvSpPr/>
              <p:nvPr/>
            </p:nvSpPr>
            <p:spPr>
              <a:xfrm>
                <a:off x="3789380" y="4782882"/>
                <a:ext cx="3886038" cy="1682564"/>
              </a:xfrm>
              <a:prstGeom prst="wedgeEllipseCallout">
                <a:avLst>
                  <a:gd name="adj1" fmla="val -20120"/>
                  <a:gd name="adj2" fmla="val 69087"/>
                </a:avLst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 err="1">
                    <a:latin typeface="Aptos" panose="020B0004020202020204" pitchFamily="34" charset="0"/>
                  </a:rPr>
                  <a:t>Membership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testing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would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be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, </a:t>
                </a:r>
                <a:br>
                  <a:rPr lang="nl-NL" dirty="0">
                    <a:latin typeface="Aptos" panose="020B0004020202020204" pitchFamily="34" charset="0"/>
                  </a:rPr>
                </a:br>
                <a:r>
                  <a:rPr lang="nl-NL" dirty="0" err="1">
                    <a:latin typeface="Aptos" panose="020B0004020202020204" pitchFamily="34" charset="0"/>
                  </a:rPr>
                  <a:t>that’s</a:t>
                </a:r>
                <a:r>
                  <a:rPr lang="nl-NL" dirty="0">
                    <a:latin typeface="Aptos" panose="020B0004020202020204" pitchFamily="34" charset="0"/>
                  </a:rPr>
                  <a:t> way </a:t>
                </a:r>
                <a:r>
                  <a:rPr lang="nl-NL" dirty="0" err="1">
                    <a:latin typeface="Aptos" panose="020B0004020202020204" pitchFamily="34" charset="0"/>
                  </a:rPr>
                  <a:t>too</a:t>
                </a:r>
                <a:r>
                  <a:rPr lang="nl-NL" dirty="0">
                    <a:latin typeface="Aptos" panose="020B0004020202020204" pitchFamily="34" charset="0"/>
                  </a:rPr>
                  <a:t> slow!</a:t>
                </a:r>
              </a:p>
            </p:txBody>
          </p:sp>
        </mc:Choice>
        <mc:Fallback xmlns="">
          <p:sp>
            <p:nvSpPr>
              <p:cNvPr id="14" name="Speech Bubble: Oval 13">
                <a:extLst>
                  <a:ext uri="{FF2B5EF4-FFF2-40B4-BE49-F238E27FC236}">
                    <a16:creationId xmlns:a16="http://schemas.microsoft.com/office/drawing/2014/main" id="{42256A74-1882-DEDD-57FD-F32E527CA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380" y="4782882"/>
                <a:ext cx="3886038" cy="1682564"/>
              </a:xfrm>
              <a:prstGeom prst="wedgeEllipseCallout">
                <a:avLst>
                  <a:gd name="adj1" fmla="val -20120"/>
                  <a:gd name="adj2" fmla="val 69087"/>
                </a:avLst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5EC40F5-69D5-F7C3-41E4-76F2E7073D19}"/>
              </a:ext>
            </a:extLst>
          </p:cNvPr>
          <p:cNvGrpSpPr>
            <a:grpSpLocks/>
          </p:cNvGrpSpPr>
          <p:nvPr/>
        </p:nvGrpSpPr>
        <p:grpSpPr>
          <a:xfrm>
            <a:off x="2416041" y="3890545"/>
            <a:ext cx="511751" cy="0"/>
            <a:chOff x="2416041" y="3890545"/>
            <a:chExt cx="511751" cy="0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748FE7F-543E-B9F4-17B8-E135F77365E6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2416041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018D690-5774-0D12-AF7F-B9B7C3DA030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416041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720769-91E6-3E17-4768-BC94BCA24AAD}"/>
              </a:ext>
            </a:extLst>
          </p:cNvPr>
          <p:cNvGrpSpPr>
            <a:grpSpLocks/>
          </p:cNvGrpSpPr>
          <p:nvPr/>
        </p:nvGrpSpPr>
        <p:grpSpPr>
          <a:xfrm>
            <a:off x="3789380" y="3890545"/>
            <a:ext cx="511751" cy="0"/>
            <a:chOff x="3789380" y="3890545"/>
            <a:chExt cx="511751" cy="0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1C9FB26-9DD4-11A0-3D3A-59BAF5D0B0E4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789380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8CA442D-84D1-2138-F2C8-027418DB209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789380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713F0D-0D5F-0EA3-7BD8-4C139204E17D}"/>
              </a:ext>
            </a:extLst>
          </p:cNvPr>
          <p:cNvGrpSpPr>
            <a:grpSpLocks/>
          </p:cNvGrpSpPr>
          <p:nvPr/>
        </p:nvGrpSpPr>
        <p:grpSpPr>
          <a:xfrm>
            <a:off x="5162719" y="3890545"/>
            <a:ext cx="511751" cy="0"/>
            <a:chOff x="5162719" y="3890545"/>
            <a:chExt cx="511751" cy="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10EB561-5D6E-945A-809C-30D6EA969F59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162719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00FB81B-BE27-C02F-5D7F-C9A2236152E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162719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68A09E1-5215-64B6-F2F0-0CC365198AA6}"/>
              </a:ext>
            </a:extLst>
          </p:cNvPr>
          <p:cNvGrpSpPr>
            <a:grpSpLocks/>
          </p:cNvGrpSpPr>
          <p:nvPr/>
        </p:nvGrpSpPr>
        <p:grpSpPr>
          <a:xfrm>
            <a:off x="6536058" y="3890545"/>
            <a:ext cx="511751" cy="0"/>
            <a:chOff x="6536058" y="3890545"/>
            <a:chExt cx="511751" cy="0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1F449D4-56BB-4F5E-543A-94B0B79565DD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>
              <a:off x="6536058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015C854-5DCE-4CF4-911B-17F233986B9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536058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0C982B6-45CF-8BF5-D7ED-DC082EAE99F7}"/>
              </a:ext>
            </a:extLst>
          </p:cNvPr>
          <p:cNvGrpSpPr>
            <a:grpSpLocks/>
          </p:cNvGrpSpPr>
          <p:nvPr/>
        </p:nvGrpSpPr>
        <p:grpSpPr>
          <a:xfrm>
            <a:off x="7909397" y="3890545"/>
            <a:ext cx="511751" cy="0"/>
            <a:chOff x="7909397" y="3890545"/>
            <a:chExt cx="511751" cy="0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6D08040-FAC2-9DC3-4A09-927D506CF747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7909397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9AE0796-4C60-28F6-116E-474E9C4A92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909397" y="3890545"/>
              <a:ext cx="511751" cy="0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CE2F866-1831-5824-78A3-3A0B88F1D0C8}"/>
              </a:ext>
            </a:extLst>
          </p:cNvPr>
          <p:cNvGrpSpPr>
            <a:grpSpLocks/>
          </p:cNvGrpSpPr>
          <p:nvPr/>
        </p:nvGrpSpPr>
        <p:grpSpPr>
          <a:xfrm>
            <a:off x="9282736" y="3890545"/>
            <a:ext cx="511752" cy="0"/>
            <a:chOff x="9282736" y="3890545"/>
            <a:chExt cx="511752" cy="0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DDD3E24-8D99-FA95-9E5A-31E01D5858EE}"/>
                </a:ext>
              </a:extLst>
            </p:cNvPr>
            <p:cNvCxnSpPr>
              <a:cxnSpLocks/>
              <a:stCxn id="12" idx="3"/>
              <a:endCxn id="11" idx="1"/>
            </p:cNvCxnSpPr>
            <p:nvPr/>
          </p:nvCxnSpPr>
          <p:spPr>
            <a:xfrm>
              <a:off x="9282736" y="3890545"/>
              <a:ext cx="511752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219D505-526D-46D9-FB0A-93A16AFCED3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282736" y="3890545"/>
              <a:ext cx="511752" cy="0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43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8777559 0 0.08777559 0 0.1755512 E" pathEditMode="relative" ptsTypes="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960396 0 0.03960396 0 0.07920792 E" pathEditMode="relative" ptsTypes="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8777559 0 0.08777559 0 0.1755512 E" pathEditMode="relative" ptsTypes="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8777559 0 0.08777559 0 0.1755512 E" pathEditMode="relative" ptsTypes="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8777559 0 0.08777559 0 0.1755512 E" pathEditMode="relative" ptsTypes="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960396 0 0.03960396 0 0.07920792 E" pathEditMode="relative" ptsTypes="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833543 0.05642901 -0.008833543 0.05642901 -0.01766709 0.112858 E" pathEditMode="relative" ptsTypes="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205077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234597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833536 0.05642901 0.008833536 0.05642901 0.01766707 0.112858 E" pathEditMode="relative" ptsTypes="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205077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65403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699419 0.01254123 -0.03699419 0.01254123 -0.07398837 0.02508245 E" pathEditMode="relative" ptsTypes="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by x="457507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293021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699417 0.01254123 0.03699417 0.01254123 0.07398834 0.02508245 E" pathEditMode="relative" ptsTypes="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457507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06979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833536 0.05642901 -0.008833536 0.05642901 -0.01766707 0.112858 E" pathEditMode="relative" ptsTypes="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</p:cBhvr>
                                      <p:by x="205077" y="10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234597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833536 0.05642901 0.008833536 0.05642901 0.01766707 0.112858 E" pathEditMode="relative" ptsTypes="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</p:cBhvr>
                                      <p:by x="205077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65401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8" grpId="0" animBg="1"/>
      <p:bldP spid="9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Multi_202509181334114532_bfb9a1f">
    <p:spTree>
      <p:nvGrpSpPr>
        <p:cNvPr id="1" name="">
          <a:extLst>
            <a:ext uri="{FF2B5EF4-FFF2-40B4-BE49-F238E27FC236}">
              <a16:creationId xmlns:a16="http://schemas.microsoft.com/office/drawing/2014/main" id="{7811CCAB-7289-D94C-3EB3-33650AF6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6D39-65D0-ED17-38AF-491F095E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Revisiting</a:t>
            </a:r>
            <a:r>
              <a:rPr lang="nl-NL" b="0" dirty="0"/>
              <a:t> </a:t>
            </a:r>
            <a:r>
              <a:rPr lang="nl-NL" b="0" dirty="0" err="1"/>
              <a:t>linked</a:t>
            </a:r>
            <a:r>
              <a:rPr lang="nl-NL" b="0" dirty="0"/>
              <a:t> </a:t>
            </a:r>
            <a:r>
              <a:rPr lang="nl-NL" b="0" dirty="0" err="1"/>
              <a:t>lists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BE55-20FA-9676-719F-F5A2C590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795528"/>
          </a:xfrm>
        </p:spPr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linked</a:t>
            </a:r>
            <a:r>
              <a:rPr lang="nl-NL" dirty="0"/>
              <a:t> list </a:t>
            </a:r>
            <a:r>
              <a:rPr lang="nl-NL" dirty="0" err="1"/>
              <a:t>to</a:t>
            </a:r>
            <a:r>
              <a:rPr lang="nl-NL" dirty="0"/>
              <a:t> store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of a </a:t>
            </a:r>
            <a:r>
              <a:rPr lang="nl-NL" b="1" dirty="0"/>
              <a:t>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041695-CDBF-1905-0111-C68C8EDCF3D1}"/>
              </a:ext>
            </a:extLst>
          </p:cNvPr>
          <p:cNvSpPr/>
          <p:nvPr/>
        </p:nvSpPr>
        <p:spPr>
          <a:xfrm>
            <a:off x="1554453" y="489529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A33281-12DB-3AAE-56FB-C5DFC4ED6D51}"/>
              </a:ext>
            </a:extLst>
          </p:cNvPr>
          <p:cNvSpPr/>
          <p:nvPr/>
        </p:nvSpPr>
        <p:spPr>
          <a:xfrm>
            <a:off x="2927792" y="4234576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643AB3-1474-623E-4548-C8E6F2D75EAE}"/>
              </a:ext>
            </a:extLst>
          </p:cNvPr>
          <p:cNvSpPr/>
          <p:nvPr/>
        </p:nvSpPr>
        <p:spPr>
          <a:xfrm>
            <a:off x="4301131" y="489529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9A3232-2B30-1474-1E9B-E47E8FD9B66C}"/>
              </a:ext>
            </a:extLst>
          </p:cNvPr>
          <p:cNvSpPr/>
          <p:nvPr/>
        </p:nvSpPr>
        <p:spPr>
          <a:xfrm>
            <a:off x="5674470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209450-8A64-881C-D280-F4190CBF23A7}"/>
              </a:ext>
            </a:extLst>
          </p:cNvPr>
          <p:cNvSpPr/>
          <p:nvPr/>
        </p:nvSpPr>
        <p:spPr>
          <a:xfrm>
            <a:off x="7047809" y="489529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54EFCA-2EC3-B101-AD61-1D5C1EE396FE}"/>
              </a:ext>
            </a:extLst>
          </p:cNvPr>
          <p:cNvSpPr/>
          <p:nvPr/>
        </p:nvSpPr>
        <p:spPr>
          <a:xfrm>
            <a:off x="9794488" y="4895298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C6966E-27AA-EBB5-D1DD-09DE8D338BE1}"/>
              </a:ext>
            </a:extLst>
          </p:cNvPr>
          <p:cNvSpPr/>
          <p:nvPr/>
        </p:nvSpPr>
        <p:spPr>
          <a:xfrm>
            <a:off x="8421148" y="4234576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0CDF45-84D1-0A3F-175C-4A0DE7558C3E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1985247" y="4433753"/>
            <a:ext cx="942545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4543F4C-44E2-246F-FF79-CF2ED1BB926A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3789380" y="4433753"/>
            <a:ext cx="942545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B05934-79ED-68A9-316F-3E300FAA2096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3358586" y="3890545"/>
            <a:ext cx="23158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8411EC4-9F2C-DCB0-97F9-DEB06D1A1A3A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6536058" y="3890545"/>
            <a:ext cx="23158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EFB377C-AA5E-D72A-3694-1CC1D30F4837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7478603" y="4433753"/>
            <a:ext cx="942545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54AAE7-F83D-DAE2-9513-2E22E30EF832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9282736" y="4433753"/>
            <a:ext cx="94254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41BBB7-F3F4-4CA1-7C3C-4CD5B96511A6}"/>
              </a:ext>
            </a:extLst>
          </p:cNvPr>
          <p:cNvGrpSpPr/>
          <p:nvPr/>
        </p:nvGrpSpPr>
        <p:grpSpPr>
          <a:xfrm>
            <a:off x="5723905" y="3059668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E36A6F66-E022-1EA8-28ED-0F8C09ED6202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76521C-4ACC-D3A6-D89A-83B0D3A6AED2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15" name="Oval Callout 13">
            <a:extLst>
              <a:ext uri="{FF2B5EF4-FFF2-40B4-BE49-F238E27FC236}">
                <a16:creationId xmlns:a16="http://schemas.microsoft.com/office/drawing/2014/main" id="{EF8ED2A1-E865-D82F-F8FC-1B51C56D06AC}"/>
              </a:ext>
            </a:extLst>
          </p:cNvPr>
          <p:cNvSpPr/>
          <p:nvPr/>
        </p:nvSpPr>
        <p:spPr>
          <a:xfrm>
            <a:off x="7046075" y="1709895"/>
            <a:ext cx="3886038" cy="1682564"/>
          </a:xfrm>
          <a:prstGeom prst="wedgeEllipseCallout">
            <a:avLst>
              <a:gd name="adj1" fmla="val -59176"/>
              <a:gd name="adj2" fmla="val 73009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Membership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testing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would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now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faster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6543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181334113464">
    <p:spTree>
      <p:nvGrpSpPr>
        <p:cNvPr id="1" name="">
          <a:extLst>
            <a:ext uri="{FF2B5EF4-FFF2-40B4-BE49-F238E27FC236}">
              <a16:creationId xmlns:a16="http://schemas.microsoft.com/office/drawing/2014/main" id="{7811CCAB-7289-D94C-3EB3-33650AF6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6D39-65D0-ED17-38AF-491F095E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Revisiting</a:t>
            </a:r>
            <a:r>
              <a:rPr lang="nl-NL" b="0" dirty="0"/>
              <a:t> </a:t>
            </a:r>
            <a:r>
              <a:rPr lang="nl-NL" b="0" dirty="0" err="1"/>
              <a:t>linked</a:t>
            </a:r>
            <a:r>
              <a:rPr lang="nl-NL" b="0" dirty="0"/>
              <a:t> </a:t>
            </a:r>
            <a:r>
              <a:rPr lang="nl-NL" b="0" dirty="0" err="1"/>
              <a:t>lists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BE55-20FA-9676-719F-F5A2C590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795528"/>
          </a:xfrm>
        </p:spPr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linked</a:t>
            </a:r>
            <a:r>
              <a:rPr lang="nl-NL" dirty="0"/>
              <a:t> list </a:t>
            </a:r>
            <a:r>
              <a:rPr lang="nl-NL" dirty="0" err="1"/>
              <a:t>to</a:t>
            </a:r>
            <a:r>
              <a:rPr lang="nl-NL" dirty="0"/>
              <a:t> store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of a </a:t>
            </a:r>
            <a:r>
              <a:rPr lang="nl-NL" b="1" dirty="0"/>
              <a:t>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041695-CDBF-1905-0111-C68C8EDCF3D1}"/>
              </a:ext>
            </a:extLst>
          </p:cNvPr>
          <p:cNvSpPr/>
          <p:nvPr/>
        </p:nvSpPr>
        <p:spPr>
          <a:xfrm>
            <a:off x="1554453" y="489529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A33281-12DB-3AAE-56FB-C5DFC4ED6D51}"/>
              </a:ext>
            </a:extLst>
          </p:cNvPr>
          <p:cNvSpPr/>
          <p:nvPr/>
        </p:nvSpPr>
        <p:spPr>
          <a:xfrm>
            <a:off x="2927792" y="4234576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643AB3-1474-623E-4548-C8E6F2D75EAE}"/>
              </a:ext>
            </a:extLst>
          </p:cNvPr>
          <p:cNvSpPr/>
          <p:nvPr/>
        </p:nvSpPr>
        <p:spPr>
          <a:xfrm>
            <a:off x="4301131" y="489529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9A3232-2B30-1474-1E9B-E47E8FD9B66C}"/>
              </a:ext>
            </a:extLst>
          </p:cNvPr>
          <p:cNvSpPr/>
          <p:nvPr/>
        </p:nvSpPr>
        <p:spPr>
          <a:xfrm>
            <a:off x="5674470" y="369136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209450-8A64-881C-D280-F4190CBF23A7}"/>
              </a:ext>
            </a:extLst>
          </p:cNvPr>
          <p:cNvSpPr/>
          <p:nvPr/>
        </p:nvSpPr>
        <p:spPr>
          <a:xfrm>
            <a:off x="7047809" y="4895298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54EFCA-2EC3-B101-AD61-1D5C1EE396FE}"/>
              </a:ext>
            </a:extLst>
          </p:cNvPr>
          <p:cNvSpPr/>
          <p:nvPr/>
        </p:nvSpPr>
        <p:spPr>
          <a:xfrm>
            <a:off x="9794488" y="4895298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C6966E-27AA-EBB5-D1DD-09DE8D338BE1}"/>
              </a:ext>
            </a:extLst>
          </p:cNvPr>
          <p:cNvSpPr/>
          <p:nvPr/>
        </p:nvSpPr>
        <p:spPr>
          <a:xfrm>
            <a:off x="8421148" y="4234576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41BBB7-F3F4-4CA1-7C3C-4CD5B96511A6}"/>
              </a:ext>
            </a:extLst>
          </p:cNvPr>
          <p:cNvGrpSpPr/>
          <p:nvPr/>
        </p:nvGrpSpPr>
        <p:grpSpPr>
          <a:xfrm>
            <a:off x="5723905" y="3059668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E36A6F66-E022-1EA8-28ED-0F8C09ED6202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76521C-4ACC-D3A6-D89A-83B0D3A6AED2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15" name="Oval Callout 13">
            <a:extLst>
              <a:ext uri="{FF2B5EF4-FFF2-40B4-BE49-F238E27FC236}">
                <a16:creationId xmlns:a16="http://schemas.microsoft.com/office/drawing/2014/main" id="{EF8ED2A1-E865-D82F-F8FC-1B51C56D06AC}"/>
              </a:ext>
            </a:extLst>
          </p:cNvPr>
          <p:cNvSpPr/>
          <p:nvPr/>
        </p:nvSpPr>
        <p:spPr>
          <a:xfrm>
            <a:off x="7046075" y="1709895"/>
            <a:ext cx="3886038" cy="1682564"/>
          </a:xfrm>
          <a:prstGeom prst="wedgeEllipseCallout">
            <a:avLst>
              <a:gd name="adj1" fmla="val -59176"/>
              <a:gd name="adj2" fmla="val 73009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Membership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testing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would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now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faster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323AF0-679B-3C32-5A40-B0B3FB34C05A}"/>
              </a:ext>
            </a:extLst>
          </p:cNvPr>
          <p:cNvGrpSpPr>
            <a:grpSpLocks/>
          </p:cNvGrpSpPr>
          <p:nvPr/>
        </p:nvGrpSpPr>
        <p:grpSpPr>
          <a:xfrm>
            <a:off x="1985247" y="4433753"/>
            <a:ext cx="942545" cy="461545"/>
            <a:chOff x="1985247" y="4433753"/>
            <a:chExt cx="942545" cy="461545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A0CDF45-84D1-0A3F-175C-4A0DE7558C3E}"/>
                </a:ext>
              </a:extLst>
            </p:cNvPr>
            <p:cNvCxnSpPr>
              <a:cxnSpLocks/>
              <a:stCxn id="5" idx="1"/>
              <a:endCxn id="4" idx="0"/>
            </p:cNvCxnSpPr>
            <p:nvPr/>
          </p:nvCxnSpPr>
          <p:spPr>
            <a:xfrm flipH="1">
              <a:off x="1985247" y="4433753"/>
              <a:ext cx="942545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92BB918-8938-F894-0E3E-379CCA627846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985247" y="4433753"/>
              <a:ext cx="942545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1D0006-641F-CC91-ADC0-081CBCF78F9B}"/>
              </a:ext>
            </a:extLst>
          </p:cNvPr>
          <p:cNvGrpSpPr>
            <a:grpSpLocks/>
          </p:cNvGrpSpPr>
          <p:nvPr/>
        </p:nvGrpSpPr>
        <p:grpSpPr>
          <a:xfrm>
            <a:off x="3789380" y="4433753"/>
            <a:ext cx="942545" cy="461545"/>
            <a:chOff x="3789380" y="4433753"/>
            <a:chExt cx="942545" cy="461545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4543F4C-44E2-246F-FF79-CF2ED1BB926A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>
              <a:off x="3789380" y="4433753"/>
              <a:ext cx="942545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E4F5E02-1E57-77F4-B12C-9349D6AA985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789380" y="4433753"/>
              <a:ext cx="942545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271A00-7342-7DAA-D527-3A45D2CC29D3}"/>
              </a:ext>
            </a:extLst>
          </p:cNvPr>
          <p:cNvGrpSpPr>
            <a:grpSpLocks/>
          </p:cNvGrpSpPr>
          <p:nvPr/>
        </p:nvGrpSpPr>
        <p:grpSpPr>
          <a:xfrm>
            <a:off x="3358586" y="3890545"/>
            <a:ext cx="2315884" cy="344031"/>
            <a:chOff x="3358586" y="3890545"/>
            <a:chExt cx="2315884" cy="344031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5B05934-79ED-68A9-316F-3E300FAA2096}"/>
                </a:ext>
              </a:extLst>
            </p:cNvPr>
            <p:cNvCxnSpPr>
              <a:cxnSpLocks/>
              <a:stCxn id="7" idx="1"/>
              <a:endCxn id="5" idx="0"/>
            </p:cNvCxnSpPr>
            <p:nvPr/>
          </p:nvCxnSpPr>
          <p:spPr>
            <a:xfrm flipH="1">
              <a:off x="3358586" y="3890545"/>
              <a:ext cx="2315884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AE9A2D2-69D9-D259-1072-6E1E827999F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58586" y="3890545"/>
              <a:ext cx="2315884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9CFA9D-3D4E-2E1F-8F0C-0AEBF6D7D4B1}"/>
              </a:ext>
            </a:extLst>
          </p:cNvPr>
          <p:cNvGrpSpPr>
            <a:grpSpLocks/>
          </p:cNvGrpSpPr>
          <p:nvPr/>
        </p:nvGrpSpPr>
        <p:grpSpPr>
          <a:xfrm>
            <a:off x="6536058" y="3890545"/>
            <a:ext cx="2315884" cy="344031"/>
            <a:chOff x="6536058" y="3890545"/>
            <a:chExt cx="2315884" cy="344031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8411EC4-9F2C-DCB0-97F9-DEB06D1A1A3A}"/>
                </a:ext>
              </a:extLst>
            </p:cNvPr>
            <p:cNvCxnSpPr>
              <a:cxnSpLocks/>
              <a:stCxn id="7" idx="3"/>
              <a:endCxn id="12" idx="0"/>
            </p:cNvCxnSpPr>
            <p:nvPr/>
          </p:nvCxnSpPr>
          <p:spPr>
            <a:xfrm>
              <a:off x="6536058" y="3890545"/>
              <a:ext cx="2315884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7F0647D-BB6B-385E-E3EF-7E3A9456989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536058" y="3890545"/>
              <a:ext cx="2315884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BA79F9-D5BB-4CF6-A2E3-2F59288F3480}"/>
              </a:ext>
            </a:extLst>
          </p:cNvPr>
          <p:cNvGrpSpPr>
            <a:grpSpLocks/>
          </p:cNvGrpSpPr>
          <p:nvPr/>
        </p:nvGrpSpPr>
        <p:grpSpPr>
          <a:xfrm>
            <a:off x="7478603" y="4433753"/>
            <a:ext cx="942545" cy="461545"/>
            <a:chOff x="7478603" y="4433753"/>
            <a:chExt cx="942545" cy="461545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EFB377C-AA5E-D72A-3694-1CC1D30F4837}"/>
                </a:ext>
              </a:extLst>
            </p:cNvPr>
            <p:cNvCxnSpPr>
              <a:cxnSpLocks/>
              <a:stCxn id="12" idx="1"/>
              <a:endCxn id="10" idx="0"/>
            </p:cNvCxnSpPr>
            <p:nvPr/>
          </p:nvCxnSpPr>
          <p:spPr>
            <a:xfrm flipH="1">
              <a:off x="7478603" y="4433753"/>
              <a:ext cx="942545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A9AFE2E-87B5-69AF-8828-D9C1A42E6DA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478603" y="4433753"/>
              <a:ext cx="942545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20049A-D4FB-2592-1335-7F4217F2696A}"/>
              </a:ext>
            </a:extLst>
          </p:cNvPr>
          <p:cNvGrpSpPr>
            <a:grpSpLocks/>
          </p:cNvGrpSpPr>
          <p:nvPr/>
        </p:nvGrpSpPr>
        <p:grpSpPr>
          <a:xfrm>
            <a:off x="9282736" y="4433753"/>
            <a:ext cx="942546" cy="461545"/>
            <a:chOff x="9282736" y="4433753"/>
            <a:chExt cx="942546" cy="461545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954AAE7-F83D-DAE2-9513-2E22E30EF832}"/>
                </a:ext>
              </a:extLst>
            </p:cNvPr>
            <p:cNvCxnSpPr>
              <a:cxnSpLocks/>
              <a:stCxn id="12" idx="3"/>
              <a:endCxn id="11" idx="0"/>
            </p:cNvCxnSpPr>
            <p:nvPr/>
          </p:nvCxnSpPr>
          <p:spPr>
            <a:xfrm>
              <a:off x="9282736" y="4433753"/>
              <a:ext cx="942546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0357521-B93E-E35F-DB68-557733368A8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282736" y="4433753"/>
              <a:ext cx="942546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529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159869 0.03892701 0.2159869 0.03892701 0.4319738 0.07785401 E" pathEditMode="relative" ptsTypes="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889139 0.03892701 0.1889139 0.03892701 0.3778277 0.07785401 E" pathEditMode="relative" ptsTypes="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18408 0.03892701 0.1618408 0.03892701 0.3236816 0.07785401 E" pathEditMode="relative" ptsTypes="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47677 0.03892701 0.1347677 0.03892701 0.2695355 0.07785401 E" pathEditMode="relative" ptsTypes="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076947 0.03892701 0.1076947 0.03892701 0.2153893 0.07785401 E" pathEditMode="relative" ptsTypes="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354846 0.03892701 0.05354846 0.03892701 0.1070969 0.07785401 E" pathEditMode="relative" ptsTypes="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062156 0.03892701 0.08062156 0.03892701 0.1612431 0.07785401 E" pathEditMode="relative" ptsTypes="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024504 0.03892701 0.2024504 0.03892701 0.4049008 0.07785401 E" pathEditMode="relative" ptsTypes="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51557" y="51557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946975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753773 0.03892701 0.1753773 0.03892701 0.3507547 0.07785401 E" pathEditMode="relative" ptsTypes="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by x="51557" y="51557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946982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18408 0.03892701 0.1618408 0.03892701 0.3236816 0.07785401 E" pathEditMode="relative" ptsTypes="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44990" y="4499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36797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076947 0.03892701 0.1076947 0.03892701 0.2153893 0.07785401 E" pathEditMode="relative" ptsTypes="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44990" y="4499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36798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415808 0.03892701 0.09415808 0.03892701 0.1883162 0.07785401 E" pathEditMode="relative" ptsTypes="">
                                      <p:cBhvr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51557" y="51557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946986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708504 0.03892701 0.06708504 0.03892701 0.1341701 0.07785401 E" pathEditMode="relative" ptsTypes="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</p:cBhvr>
                                      <p:by x="51557" y="51557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946978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55765 0.03892701 0.1355765 0.03892701 0.2711531 0.07785401 E" pathEditMode="relative" ptsTypes="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Multi_202509181420234596_020967d">
    <p:spTree>
      <p:nvGrpSpPr>
        <p:cNvPr id="1" name="">
          <a:extLst>
            <a:ext uri="{FF2B5EF4-FFF2-40B4-BE49-F238E27FC236}">
              <a16:creationId xmlns:a16="http://schemas.microsoft.com/office/drawing/2014/main" id="{BB538FB8-FCBC-0778-5209-1EA32102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135C-A939-EA62-5F81-9739B57B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Trees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B31E-689B-E206-F3F1-5017975E4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6032598" cy="3803423"/>
          </a:xfrm>
        </p:spPr>
        <p:txBody>
          <a:bodyPr/>
          <a:lstStyle/>
          <a:p>
            <a:r>
              <a:rPr lang="nl-NL" dirty="0" err="1"/>
              <a:t>This</a:t>
            </a:r>
            <a:r>
              <a:rPr lang="nl-NL" dirty="0"/>
              <a:t> data </a:t>
            </a:r>
            <a:r>
              <a:rPr lang="nl-NL" dirty="0" err="1"/>
              <a:t>structure</a:t>
            </a:r>
            <a:r>
              <a:rPr lang="nl-NL" dirty="0"/>
              <a:t> is </a:t>
            </a:r>
            <a:r>
              <a:rPr lang="nl-NL" dirty="0" err="1"/>
              <a:t>called</a:t>
            </a:r>
            <a:r>
              <a:rPr lang="nl-NL" dirty="0"/>
              <a:t> a </a:t>
            </a:r>
            <a:r>
              <a:rPr lang="nl-NL" sz="2400" b="1" dirty="0"/>
              <a:t>Tree</a:t>
            </a:r>
            <a:endParaRPr lang="nl-NL" b="1" dirty="0"/>
          </a:p>
          <a:p>
            <a:endParaRPr lang="nl-NL" dirty="0"/>
          </a:p>
          <a:p>
            <a:r>
              <a:rPr lang="nl-NL" dirty="0"/>
              <a:t>Every “Node” has </a:t>
            </a:r>
            <a:r>
              <a:rPr lang="nl-NL" b="1" dirty="0" err="1"/>
              <a:t>one</a:t>
            </a:r>
            <a:r>
              <a:rPr lang="nl-NL" dirty="0"/>
              <a:t> </a:t>
            </a:r>
            <a:r>
              <a:rPr lang="nl-NL" dirty="0" err="1"/>
              <a:t>parent</a:t>
            </a:r>
            <a:r>
              <a:rPr lang="nl-NL" dirty="0"/>
              <a:t> node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sz="2400" b="1" dirty="0" err="1"/>
              <a:t>child</a:t>
            </a:r>
            <a:r>
              <a:rPr lang="nl-NL" dirty="0"/>
              <a:t> </a:t>
            </a:r>
            <a:r>
              <a:rPr lang="nl-NL" dirty="0" err="1"/>
              <a:t>nodes</a:t>
            </a:r>
            <a:endParaRPr lang="nl-NL" dirty="0"/>
          </a:p>
          <a:p>
            <a:endParaRPr lang="nl-NL" dirty="0"/>
          </a:p>
          <a:p>
            <a:r>
              <a:rPr lang="nl-NL" dirty="0"/>
              <a:t>The </a:t>
            </a:r>
            <a:r>
              <a:rPr lang="nl-NL" dirty="0" err="1"/>
              <a:t>parentless</a:t>
            </a:r>
            <a:r>
              <a:rPr lang="nl-NL" dirty="0"/>
              <a:t> “top” node is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sz="2400" b="1" dirty="0"/>
              <a:t>root</a:t>
            </a:r>
            <a:endParaRPr lang="nl-NL" b="1" dirty="0"/>
          </a:p>
          <a:p>
            <a:r>
              <a:rPr lang="nl-NL" dirty="0"/>
              <a:t>Nodes without </a:t>
            </a:r>
            <a:r>
              <a:rPr lang="nl-NL" dirty="0" err="1"/>
              <a:t>children</a:t>
            </a:r>
            <a:r>
              <a:rPr lang="nl-NL" dirty="0"/>
              <a:t> are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sz="2400" b="1" dirty="0" err="1"/>
              <a:t>leaf</a:t>
            </a:r>
            <a:r>
              <a:rPr lang="nl-NL" dirty="0"/>
              <a:t> </a:t>
            </a:r>
            <a:r>
              <a:rPr lang="nl-NL" dirty="0" err="1"/>
              <a:t>nodes</a:t>
            </a:r>
            <a:endParaRPr lang="nl-NL" dirty="0"/>
          </a:p>
          <a:p>
            <a:pPr lvl="1"/>
            <a:endParaRPr lang="nl-NL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83CB4F-118A-5E02-BFF1-FA892C910CCC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8DE7F9-9329-2B32-5FB0-3C67F789EBA5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AF9A9D-AAB2-83A0-CDA3-8F43801861A5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7B2CE2-38CD-FC26-D621-8D4CC8075ADC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D59FFB-5325-4620-435F-0A985F88E061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04600A5-F6CD-4FFE-C54A-D83C78251FDA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70FD94-F53A-9598-1E4E-799483721095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6D613C-5AC4-948B-0CA4-4BF19E3D253B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3B060BE-BA1C-2A27-DC8B-7A681C32F631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664034-73F6-F922-8628-13991D97A3EA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9B23F5AB-4BB0-9359-7071-5C9EE05DC29A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D7D153-6F39-84F3-605A-C279951DCD47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0E9008-B424-2A0C-B22A-8680958B7398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24FFE5-3C86-087D-F68F-764685D19B66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F5D264-D0D7-8184-DA6F-0FB997A58C53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E4FF2D-53E0-A507-1CF8-071ACEFD0922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F1A2C88-8BFD-39DE-0EA3-2F006932702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218" y="882050"/>
            <a:ext cx="2002842" cy="246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3AC498A-2E6A-D976-7E5F-292D666ECE4F}"/>
              </a:ext>
            </a:extLst>
          </p:cNvPr>
          <p:cNvGrpSpPr/>
          <p:nvPr/>
        </p:nvGrpSpPr>
        <p:grpSpPr>
          <a:xfrm>
            <a:off x="6676234" y="5822888"/>
            <a:ext cx="2577655" cy="338554"/>
            <a:chOff x="6676234" y="5822888"/>
            <a:chExt cx="2577655" cy="338554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55996E3-DC1D-B1B0-9383-99FD7F864EE2}"/>
                </a:ext>
              </a:extLst>
            </p:cNvPr>
            <p:cNvSpPr txBox="1"/>
            <p:nvPr/>
          </p:nvSpPr>
          <p:spPr>
            <a:xfrm>
              <a:off x="6676234" y="5822888"/>
              <a:ext cx="1151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Aptos" panose="020B0004020202020204" pitchFamily="34" charset="0"/>
                </a:rPr>
                <a:t>Child node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32F25BE-F494-1189-BD81-51A310EF7509}"/>
                </a:ext>
              </a:extLst>
            </p:cNvPr>
            <p:cNvSpPr txBox="1"/>
            <p:nvPr/>
          </p:nvSpPr>
          <p:spPr>
            <a:xfrm>
              <a:off x="8102612" y="5822888"/>
              <a:ext cx="1151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Aptos" panose="020B0004020202020204" pitchFamily="34" charset="0"/>
                </a:rPr>
                <a:t>Child node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43A7FE9A-DD27-5527-7807-DF9055086B40}"/>
              </a:ext>
            </a:extLst>
          </p:cNvPr>
          <p:cNvSpPr txBox="1"/>
          <p:nvPr/>
        </p:nvSpPr>
        <p:spPr>
          <a:xfrm>
            <a:off x="7546234" y="4112464"/>
            <a:ext cx="758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Parent</a:t>
            </a:r>
          </a:p>
          <a:p>
            <a:pPr algn="ctr"/>
            <a:r>
              <a:rPr lang="nl-NL" sz="1600" dirty="0">
                <a:latin typeface="Aptos" panose="020B0004020202020204" pitchFamily="34" charset="0"/>
              </a:rPr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378827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E733C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4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7" dur="indefinite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0" dur="indefinite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3" dur="indefinite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6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9" dur="indefinite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62" grpId="0"/>
      <p:bldP spid="16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181427351313_f2e92ba">
    <p:spTree>
      <p:nvGrpSpPr>
        <p:cNvPr id="1" name="">
          <a:extLst>
            <a:ext uri="{FF2B5EF4-FFF2-40B4-BE49-F238E27FC236}">
              <a16:creationId xmlns:a16="http://schemas.microsoft.com/office/drawing/2014/main" id="{190D8920-AB3C-0BAE-07CB-09918444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B604-857B-EE01-4A6C-B23FA05A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Trees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AE21-3136-C764-11CA-BC1E0B72F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6180998" cy="3803423"/>
          </a:xfrm>
        </p:spPr>
        <p:txBody>
          <a:bodyPr>
            <a:normAutofit/>
          </a:bodyPr>
          <a:lstStyle/>
          <a:p>
            <a:r>
              <a:rPr lang="nl-NL" dirty="0"/>
              <a:t>In a </a:t>
            </a:r>
            <a:r>
              <a:rPr lang="nl-NL" sz="2400" b="1" dirty="0" err="1"/>
              <a:t>binary</a:t>
            </a:r>
            <a:r>
              <a:rPr lang="nl-NL" dirty="0"/>
              <a:t> tree, </a:t>
            </a:r>
            <a:r>
              <a:rPr lang="nl-NL" dirty="0" err="1"/>
              <a:t>each</a:t>
            </a:r>
            <a:r>
              <a:rPr lang="nl-NL" dirty="0"/>
              <a:t> node has up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sz="2400" b="1" dirty="0" err="1"/>
              <a:t>two</a:t>
            </a:r>
            <a:r>
              <a:rPr lang="nl-NL" dirty="0"/>
              <a:t> </a:t>
            </a:r>
            <a:r>
              <a:rPr lang="nl-NL" dirty="0" err="1"/>
              <a:t>children</a:t>
            </a:r>
            <a:endParaRPr lang="nl-NL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r>
              <a:rPr lang="nl-NL" dirty="0" err="1"/>
              <a:t>Usually</a:t>
            </a:r>
            <a:r>
              <a:rPr lang="nl-NL" dirty="0"/>
              <a:t> no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back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parent</a:t>
            </a:r>
            <a:r>
              <a:rPr lang="nl-NL" dirty="0"/>
              <a:t> node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92F2AC-0C9C-659C-E8F5-AF293DBC43C6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0BD085-E119-E116-DECF-A15ABFC3F677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6E7C85-86DE-3E8D-8FE0-D6FB25FD50B5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2CAA85-4E5D-A45B-A05A-3E709BE7AEC0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915661C-4F2F-203F-3B03-C27B8FE67EEF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97D22A-29DA-FD1C-C604-1C487B7CEF3E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F885F13-8563-F613-30ED-A17FA01A35B6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04EA91D-83C6-D82C-8705-96368A4A81A4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E079FEF-3E13-605D-CB6D-D21469C12A08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EE5D67-A984-49D4-1244-6BB474521FD3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173DF3B1-73A6-DF0B-8402-AF5C6A0DFBC6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492C17-AE3D-34BF-B346-0812C8165A49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401392-5D0E-E7FA-D3D4-105A5E03CDA8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8DC57A-CB70-13DF-86DF-ABF4C1401D98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6BAA82-0F03-B630-E812-F706E6C01244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D89DCB-1838-1CCA-4830-699C80B742F9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0594D1C-4456-46AC-9D7F-D5347C2D4102}"/>
              </a:ext>
            </a:extLst>
          </p:cNvPr>
          <p:cNvGrpSpPr/>
          <p:nvPr/>
        </p:nvGrpSpPr>
        <p:grpSpPr>
          <a:xfrm>
            <a:off x="6676234" y="5822888"/>
            <a:ext cx="2577655" cy="338554"/>
            <a:chOff x="6676234" y="5822888"/>
            <a:chExt cx="2577655" cy="338554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F7EF5D5-3936-C227-CC40-1D43583AFFEA}"/>
                </a:ext>
              </a:extLst>
            </p:cNvPr>
            <p:cNvSpPr txBox="1"/>
            <p:nvPr/>
          </p:nvSpPr>
          <p:spPr>
            <a:xfrm>
              <a:off x="6676234" y="5822888"/>
              <a:ext cx="1151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Aptos" panose="020B0004020202020204" pitchFamily="34" charset="0"/>
                </a:rPr>
                <a:t>Child node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9602249-26F9-CD71-9EB9-4AF0C2AA729C}"/>
                </a:ext>
              </a:extLst>
            </p:cNvPr>
            <p:cNvSpPr txBox="1"/>
            <p:nvPr/>
          </p:nvSpPr>
          <p:spPr>
            <a:xfrm>
              <a:off x="8102612" y="5822888"/>
              <a:ext cx="1151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Aptos" panose="020B0004020202020204" pitchFamily="34" charset="0"/>
                </a:rPr>
                <a:t>Child node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699DD44-4EA7-976C-079C-121B0C49EE1F}"/>
              </a:ext>
            </a:extLst>
          </p:cNvPr>
          <p:cNvSpPr txBox="1"/>
          <p:nvPr/>
        </p:nvSpPr>
        <p:spPr>
          <a:xfrm>
            <a:off x="7546234" y="4112464"/>
            <a:ext cx="758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Parent</a:t>
            </a:r>
          </a:p>
          <a:p>
            <a:pPr algn="ctr"/>
            <a:r>
              <a:rPr lang="nl-NL" sz="1600" dirty="0">
                <a:latin typeface="Aptos" panose="020B0004020202020204" pitchFamily="34" charset="0"/>
              </a:rPr>
              <a:t>node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FC19E1D9-FB8C-DBEC-5BB7-C798455D8AA4}"/>
              </a:ext>
            </a:extLst>
          </p:cNvPr>
          <p:cNvSpPr txBox="1"/>
          <p:nvPr/>
        </p:nvSpPr>
        <p:spPr>
          <a:xfrm>
            <a:off x="699545" y="35935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578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072798 -0.1245334 0.3072798 -0.1245334 0.6145595 -0.2490668 E" pathEditMode="relative" ptsTypes="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181427351323_f94cc56">
    <p:spTree>
      <p:nvGrpSpPr>
        <p:cNvPr id="1" name="">
          <a:extLst>
            <a:ext uri="{FF2B5EF4-FFF2-40B4-BE49-F238E27FC236}">
              <a16:creationId xmlns:a16="http://schemas.microsoft.com/office/drawing/2014/main" id="{5059435F-2FC1-3F5F-5FEB-BC383D9FD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67DA-9F9F-DE52-0376-DE863FBC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D3CE-E1FB-B51C-1E6C-24359045D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6180998" cy="3803423"/>
          </a:xfrm>
        </p:spPr>
        <p:txBody>
          <a:bodyPr>
            <a:normAutofit/>
          </a:bodyPr>
          <a:lstStyle/>
          <a:p>
            <a:r>
              <a:rPr lang="nl-NL" dirty="0" err="1"/>
              <a:t>If</a:t>
            </a:r>
            <a:r>
              <a:rPr lang="nl-NL" dirty="0"/>
              <a:t> we keep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sorted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easily</a:t>
            </a:r>
            <a:r>
              <a:rPr lang="nl-NL" dirty="0"/>
              <a:t> </a:t>
            </a:r>
            <a:r>
              <a:rPr lang="nl-NL" b="1" dirty="0"/>
              <a:t>search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: </a:t>
            </a:r>
            <a:r>
              <a:rPr lang="nl-NL" b="1" dirty="0" err="1"/>
              <a:t>Binary</a:t>
            </a:r>
            <a:r>
              <a:rPr lang="nl-NL" b="1" dirty="0"/>
              <a:t> Search Tree</a:t>
            </a:r>
            <a:r>
              <a:rPr lang="nl-NL" dirty="0"/>
              <a:t> (BST)</a:t>
            </a:r>
          </a:p>
          <a:p>
            <a:endParaRPr lang="nl-NL" dirty="0"/>
          </a:p>
          <a:p>
            <a:r>
              <a:rPr lang="nl-NL" dirty="0" err="1"/>
              <a:t>Sorting</a:t>
            </a:r>
            <a:r>
              <a:rPr lang="nl-NL" dirty="0"/>
              <a:t> means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node:</a:t>
            </a:r>
          </a:p>
          <a:p>
            <a:pPr lvl="1"/>
            <a:r>
              <a:rPr lang="nl-NL" dirty="0"/>
              <a:t>Every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left</a:t>
            </a:r>
            <a:r>
              <a:rPr lang="nl-NL" dirty="0"/>
              <a:t> of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contains</a:t>
            </a:r>
            <a:r>
              <a:rPr lang="nl-NL" dirty="0"/>
              <a:t> a </a:t>
            </a:r>
            <a:r>
              <a:rPr lang="nl-NL" b="1" i="1" dirty="0"/>
              <a:t>smaller</a:t>
            </a:r>
            <a:r>
              <a:rPr lang="nl-NL" dirty="0"/>
              <a:t> (or </a:t>
            </a:r>
            <a:r>
              <a:rPr lang="nl-NL" dirty="0" err="1"/>
              <a:t>equal</a:t>
            </a:r>
            <a:r>
              <a:rPr lang="nl-NL" dirty="0"/>
              <a:t>) </a:t>
            </a:r>
            <a:r>
              <a:rPr lang="nl-NL" dirty="0" err="1"/>
              <a:t>value</a:t>
            </a:r>
            <a:endParaRPr lang="nl-NL" dirty="0"/>
          </a:p>
          <a:p>
            <a:pPr lvl="1"/>
            <a:r>
              <a:rPr lang="nl-NL" dirty="0"/>
              <a:t>Every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right of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contains</a:t>
            </a:r>
            <a:r>
              <a:rPr lang="nl-NL" dirty="0"/>
              <a:t> a </a:t>
            </a:r>
            <a:r>
              <a:rPr lang="nl-NL" b="1" i="1" dirty="0" err="1"/>
              <a:t>greater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2D3168-363D-C24F-5A25-B200D47DF1C7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CC918A-DB30-74B8-FB83-A62D6E6B40BA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4C864E-9455-9667-883A-EBF31519CE94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537A28-AC6A-F229-4EB8-C4520D917785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751DEE9-A84D-5D70-2535-9FF5E4D06897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14081B-FE39-4D96-C9DC-2364B77F3BA2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F29223B-8521-50EF-2D50-3536A7D84B2C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B8CC01-63B0-36D1-28BB-73B47C93BD62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5C98BB8-C171-1F5D-3A4E-03F9AB2626E7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E745C-B231-D231-EC0E-7863E80E3B4E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FB94244-CF82-7583-9629-CF60449B377B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FDA572-F94A-FC8F-48BF-19BB10EBAD23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38C442-5A62-F4C6-42F2-46868FC3336E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64FFEF-30A5-2045-D061-55F4603C3086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641DE5-5E16-6634-F64F-46255AC7B4F2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E5F158-6EE9-215F-8A61-A108C2AADDD5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D8C24-A370-EBAE-6BF7-BA9C0073AA33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035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A3E6D-3128-66CA-6658-7C9A0F50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98A8-D97C-6BCD-B0FA-1F490DA0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64FF3-404E-D0CC-574F-1C87ABBE1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180998" cy="1097280"/>
          </a:xfrm>
        </p:spPr>
        <p:txBody>
          <a:bodyPr>
            <a:normAutofit/>
          </a:bodyPr>
          <a:lstStyle/>
          <a:p>
            <a:r>
              <a:rPr lang="nl-NL" b="1" dirty="0" err="1"/>
              <a:t>Which</a:t>
            </a:r>
            <a:r>
              <a:rPr lang="nl-NL" b="1" dirty="0"/>
              <a:t> of these trees is (</a:t>
            </a:r>
            <a:r>
              <a:rPr lang="nl-NL" b="1" dirty="0" err="1"/>
              <a:t>not</a:t>
            </a:r>
            <a:r>
              <a:rPr lang="nl-NL" b="1" dirty="0"/>
              <a:t>) a </a:t>
            </a:r>
            <a:r>
              <a:rPr lang="nl-NL" b="1" dirty="0" err="1"/>
              <a:t>binary</a:t>
            </a:r>
            <a:r>
              <a:rPr lang="nl-NL" b="1" dirty="0"/>
              <a:t> search tree?</a:t>
            </a:r>
          </a:p>
          <a:p>
            <a:endParaRPr lang="nl-NL" b="1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F22C4D9-B496-B219-90B7-F12EA8FD9C77}"/>
              </a:ext>
            </a:extLst>
          </p:cNvPr>
          <p:cNvSpPr/>
          <p:nvPr/>
        </p:nvSpPr>
        <p:spPr>
          <a:xfrm>
            <a:off x="3179492" y="3812245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460A3D90-F6F2-3D06-BE96-FE063F6CB34A}"/>
              </a:ext>
            </a:extLst>
          </p:cNvPr>
          <p:cNvSpPr/>
          <p:nvPr/>
        </p:nvSpPr>
        <p:spPr>
          <a:xfrm>
            <a:off x="1452190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137175B8-3C2D-4B64-6C10-977476845086}"/>
              </a:ext>
            </a:extLst>
          </p:cNvPr>
          <p:cNvSpPr/>
          <p:nvPr/>
        </p:nvSpPr>
        <p:spPr>
          <a:xfrm>
            <a:off x="1931478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72385B8B-6220-B986-0A17-30F7E52757C9}"/>
              </a:ext>
            </a:extLst>
          </p:cNvPr>
          <p:cNvSpPr/>
          <p:nvPr/>
        </p:nvSpPr>
        <p:spPr>
          <a:xfrm>
            <a:off x="2890054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9E8ABEE2-AD2D-69C8-6B35-D1B8CB5B319F}"/>
              </a:ext>
            </a:extLst>
          </p:cNvPr>
          <p:cNvSpPr/>
          <p:nvPr/>
        </p:nvSpPr>
        <p:spPr>
          <a:xfrm>
            <a:off x="1691834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B620EA9-C24E-0D18-6001-D76500CE150F}"/>
              </a:ext>
            </a:extLst>
          </p:cNvPr>
          <p:cNvSpPr/>
          <p:nvPr/>
        </p:nvSpPr>
        <p:spPr>
          <a:xfrm>
            <a:off x="2650410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6F900A8-A382-EC70-B7D8-17F4FCC2F8AA}"/>
              </a:ext>
            </a:extLst>
          </p:cNvPr>
          <p:cNvSpPr/>
          <p:nvPr/>
        </p:nvSpPr>
        <p:spPr>
          <a:xfrm>
            <a:off x="2171121" y="4322413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5C42A86E-1D60-B97E-D2BF-DBFCEDEF8F7E}"/>
              </a:ext>
            </a:extLst>
          </p:cNvPr>
          <p:cNvSpPr/>
          <p:nvPr/>
        </p:nvSpPr>
        <p:spPr>
          <a:xfrm>
            <a:off x="4187863" y="4322413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9E73046-18AC-1DA9-DADA-0ECCD1BF38F6}"/>
              </a:ext>
            </a:extLst>
          </p:cNvPr>
          <p:cNvSpPr/>
          <p:nvPr/>
        </p:nvSpPr>
        <p:spPr>
          <a:xfrm>
            <a:off x="3468930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0E527C7-ADD1-0F1C-6119-F509A636E8D6}"/>
              </a:ext>
            </a:extLst>
          </p:cNvPr>
          <p:cNvSpPr/>
          <p:nvPr/>
        </p:nvSpPr>
        <p:spPr>
          <a:xfrm>
            <a:off x="4906795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253CFB56-6977-BB5B-5449-2D6E53261502}"/>
              </a:ext>
            </a:extLst>
          </p:cNvPr>
          <p:cNvSpPr/>
          <p:nvPr/>
        </p:nvSpPr>
        <p:spPr>
          <a:xfrm>
            <a:off x="3708574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4E75F165-45E4-208E-CB05-77B3451F74E6}"/>
              </a:ext>
            </a:extLst>
          </p:cNvPr>
          <p:cNvSpPr/>
          <p:nvPr/>
        </p:nvSpPr>
        <p:spPr>
          <a:xfrm>
            <a:off x="4667151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D8CDEFE-92FD-69E3-8CC2-F78608162F00}"/>
              </a:ext>
            </a:extLst>
          </p:cNvPr>
          <p:cNvCxnSpPr>
            <a:stCxn id="173" idx="3"/>
            <a:endCxn id="177" idx="7"/>
          </p:cNvCxnSpPr>
          <p:nvPr/>
        </p:nvCxnSpPr>
        <p:spPr>
          <a:xfrm flipH="1">
            <a:off x="1537194" y="4917585"/>
            <a:ext cx="169224" cy="4397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0397788-A0CA-6A63-CB8E-1A3CCDE9BA7F}"/>
              </a:ext>
            </a:extLst>
          </p:cNvPr>
          <p:cNvCxnSpPr>
            <a:cxnSpLocks/>
            <a:stCxn id="173" idx="5"/>
            <a:endCxn id="178" idx="0"/>
          </p:cNvCxnSpPr>
          <p:nvPr/>
        </p:nvCxnSpPr>
        <p:spPr>
          <a:xfrm>
            <a:off x="1776838" y="4917585"/>
            <a:ext cx="204434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18DDDB7-2541-BA61-9364-F2180AA7B5C2}"/>
              </a:ext>
            </a:extLst>
          </p:cNvPr>
          <p:cNvCxnSpPr>
            <a:cxnSpLocks/>
            <a:stCxn id="174" idx="5"/>
            <a:endCxn id="176" idx="0"/>
          </p:cNvCxnSpPr>
          <p:nvPr/>
        </p:nvCxnSpPr>
        <p:spPr>
          <a:xfrm>
            <a:off x="2735414" y="4917585"/>
            <a:ext cx="204434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80790E2D-4E49-A4B6-D28E-5EA5AC3CB5B9}"/>
              </a:ext>
            </a:extLst>
          </p:cNvPr>
          <p:cNvCxnSpPr>
            <a:cxnSpLocks/>
            <a:stCxn id="165" idx="3"/>
            <a:endCxn id="169" idx="0"/>
          </p:cNvCxnSpPr>
          <p:nvPr/>
        </p:nvCxnSpPr>
        <p:spPr>
          <a:xfrm flipH="1">
            <a:off x="3518724" y="4917585"/>
            <a:ext cx="204434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4759CE8E-FB15-1681-B433-7A41FB772BE9}"/>
              </a:ext>
            </a:extLst>
          </p:cNvPr>
          <p:cNvCxnSpPr>
            <a:cxnSpLocks/>
            <a:stCxn id="166" idx="5"/>
            <a:endCxn id="168" idx="0"/>
          </p:cNvCxnSpPr>
          <p:nvPr/>
        </p:nvCxnSpPr>
        <p:spPr>
          <a:xfrm>
            <a:off x="4752155" y="4917585"/>
            <a:ext cx="204434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E77DB54-3B9C-D7F0-31C0-43A0EE23CA41}"/>
              </a:ext>
            </a:extLst>
          </p:cNvPr>
          <p:cNvCxnSpPr>
            <a:cxnSpLocks/>
            <a:stCxn id="172" idx="5"/>
            <a:endCxn id="166" idx="0"/>
          </p:cNvCxnSpPr>
          <p:nvPr/>
        </p:nvCxnSpPr>
        <p:spPr>
          <a:xfrm>
            <a:off x="4272867" y="4407417"/>
            <a:ext cx="444078" cy="425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81E73C5-CF62-7632-D07F-5115737F76DC}"/>
              </a:ext>
            </a:extLst>
          </p:cNvPr>
          <p:cNvCxnSpPr>
            <a:cxnSpLocks/>
            <a:stCxn id="172" idx="3"/>
            <a:endCxn id="165" idx="7"/>
          </p:cNvCxnSpPr>
          <p:nvPr/>
        </p:nvCxnSpPr>
        <p:spPr>
          <a:xfrm flipH="1">
            <a:off x="3793578" y="4407417"/>
            <a:ext cx="408869" cy="43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C58A0FBD-17BA-7D4D-64C3-776AF50DE704}"/>
              </a:ext>
            </a:extLst>
          </p:cNvPr>
          <p:cNvCxnSpPr>
            <a:cxnSpLocks/>
            <a:stCxn id="171" idx="5"/>
            <a:endCxn id="174" idx="0"/>
          </p:cNvCxnSpPr>
          <p:nvPr/>
        </p:nvCxnSpPr>
        <p:spPr>
          <a:xfrm>
            <a:off x="2256125" y="4407417"/>
            <a:ext cx="444079" cy="425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C056B3F9-E250-F4D6-21AA-1760EE72B86F}"/>
              </a:ext>
            </a:extLst>
          </p:cNvPr>
          <p:cNvCxnSpPr>
            <a:cxnSpLocks/>
            <a:stCxn id="171" idx="3"/>
            <a:endCxn id="173" idx="0"/>
          </p:cNvCxnSpPr>
          <p:nvPr/>
        </p:nvCxnSpPr>
        <p:spPr>
          <a:xfrm flipH="1">
            <a:off x="1741628" y="4407417"/>
            <a:ext cx="444077" cy="425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EF23C90-3EA1-FCFE-080B-DA9D605DB0CD}"/>
              </a:ext>
            </a:extLst>
          </p:cNvPr>
          <p:cNvCxnSpPr>
            <a:cxnSpLocks/>
            <a:stCxn id="143" idx="3"/>
            <a:endCxn id="171" idx="7"/>
          </p:cNvCxnSpPr>
          <p:nvPr/>
        </p:nvCxnSpPr>
        <p:spPr>
          <a:xfrm flipH="1">
            <a:off x="2256125" y="3897249"/>
            <a:ext cx="937951" cy="43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13C2405-1770-A6DA-DBBE-DA5231B2FFB3}"/>
              </a:ext>
            </a:extLst>
          </p:cNvPr>
          <p:cNvCxnSpPr>
            <a:cxnSpLocks/>
            <a:stCxn id="172" idx="1"/>
            <a:endCxn id="143" idx="5"/>
          </p:cNvCxnSpPr>
          <p:nvPr/>
        </p:nvCxnSpPr>
        <p:spPr>
          <a:xfrm flipH="1" flipV="1">
            <a:off x="3264496" y="3897249"/>
            <a:ext cx="937951" cy="43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5EBBCEB7-F5D3-EBE8-2D3C-E56CE45AF53A}"/>
              </a:ext>
            </a:extLst>
          </p:cNvPr>
          <p:cNvSpPr/>
          <p:nvPr/>
        </p:nvSpPr>
        <p:spPr>
          <a:xfrm>
            <a:off x="8026608" y="3812245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9548EDDA-AB2B-9D5F-FC2D-BA6985E2AD4E}"/>
              </a:ext>
            </a:extLst>
          </p:cNvPr>
          <p:cNvSpPr/>
          <p:nvPr/>
        </p:nvSpPr>
        <p:spPr>
          <a:xfrm>
            <a:off x="6778594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D5FDB5D8-3780-E23C-0F38-A1AB731F99B2}"/>
              </a:ext>
            </a:extLst>
          </p:cNvPr>
          <p:cNvSpPr/>
          <p:nvPr/>
        </p:nvSpPr>
        <p:spPr>
          <a:xfrm>
            <a:off x="7257882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34965634-5411-617A-7466-877299B1E384}"/>
              </a:ext>
            </a:extLst>
          </p:cNvPr>
          <p:cNvSpPr/>
          <p:nvPr/>
        </p:nvSpPr>
        <p:spPr>
          <a:xfrm>
            <a:off x="6538950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B2DEA738-2ADB-7EAF-90E3-FE891B953763}"/>
              </a:ext>
            </a:extLst>
          </p:cNvPr>
          <p:cNvSpPr/>
          <p:nvPr/>
        </p:nvSpPr>
        <p:spPr>
          <a:xfrm>
            <a:off x="7497526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216AE1CA-4BF1-139C-8F84-6C6AD51621D0}"/>
              </a:ext>
            </a:extLst>
          </p:cNvPr>
          <p:cNvSpPr/>
          <p:nvPr/>
        </p:nvSpPr>
        <p:spPr>
          <a:xfrm>
            <a:off x="7018237" y="4322413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F35ED90-C17C-F275-F85F-CC6B1BA8C40F}"/>
              </a:ext>
            </a:extLst>
          </p:cNvPr>
          <p:cNvSpPr/>
          <p:nvPr/>
        </p:nvSpPr>
        <p:spPr>
          <a:xfrm>
            <a:off x="9034979" y="4322413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F1CDFCA8-5447-8F05-A2E3-97483264D83F}"/>
              </a:ext>
            </a:extLst>
          </p:cNvPr>
          <p:cNvSpPr/>
          <p:nvPr/>
        </p:nvSpPr>
        <p:spPr>
          <a:xfrm>
            <a:off x="9274622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89C3647-EEE2-58C4-C8DE-C500A0E03BBC}"/>
              </a:ext>
            </a:extLst>
          </p:cNvPr>
          <p:cNvSpPr/>
          <p:nvPr/>
        </p:nvSpPr>
        <p:spPr>
          <a:xfrm>
            <a:off x="9753911" y="5342748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35FC93C8-FA14-78DD-E908-9E863CFC15D4}"/>
              </a:ext>
            </a:extLst>
          </p:cNvPr>
          <p:cNvSpPr/>
          <p:nvPr/>
        </p:nvSpPr>
        <p:spPr>
          <a:xfrm>
            <a:off x="8555690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CB813F5E-E8E4-BAAF-C275-9E098A111F83}"/>
              </a:ext>
            </a:extLst>
          </p:cNvPr>
          <p:cNvSpPr/>
          <p:nvPr/>
        </p:nvSpPr>
        <p:spPr>
          <a:xfrm>
            <a:off x="9514267" y="4832581"/>
            <a:ext cx="99588" cy="995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0515C7D-557A-F0C9-32CF-443AD6C89029}"/>
              </a:ext>
            </a:extLst>
          </p:cNvPr>
          <p:cNvCxnSpPr>
            <a:cxnSpLocks/>
            <a:stCxn id="210" idx="5"/>
            <a:endCxn id="215" idx="0"/>
          </p:cNvCxnSpPr>
          <p:nvPr/>
        </p:nvCxnSpPr>
        <p:spPr>
          <a:xfrm>
            <a:off x="6623954" y="4917585"/>
            <a:ext cx="204434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3208266-C907-B5E1-DAE4-BC73F6DD80BC}"/>
              </a:ext>
            </a:extLst>
          </p:cNvPr>
          <p:cNvCxnSpPr>
            <a:cxnSpLocks/>
            <a:stCxn id="211" idx="3"/>
            <a:endCxn id="212" idx="7"/>
          </p:cNvCxnSpPr>
          <p:nvPr/>
        </p:nvCxnSpPr>
        <p:spPr>
          <a:xfrm flipH="1">
            <a:off x="7342886" y="4917585"/>
            <a:ext cx="169224" cy="4397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5340981-5A9F-719B-F320-8F0E9424F339}"/>
              </a:ext>
            </a:extLst>
          </p:cNvPr>
          <p:cNvCxnSpPr>
            <a:cxnSpLocks/>
            <a:stCxn id="203" idx="3"/>
            <a:endCxn id="204" idx="0"/>
          </p:cNvCxnSpPr>
          <p:nvPr/>
        </p:nvCxnSpPr>
        <p:spPr>
          <a:xfrm flipH="1">
            <a:off x="9324416" y="4917585"/>
            <a:ext cx="204435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E1F7FEA-D7E8-E607-6AFA-F7D2E98BBD2C}"/>
              </a:ext>
            </a:extLst>
          </p:cNvPr>
          <p:cNvCxnSpPr>
            <a:cxnSpLocks/>
            <a:stCxn id="203" idx="5"/>
            <a:endCxn id="205" idx="0"/>
          </p:cNvCxnSpPr>
          <p:nvPr/>
        </p:nvCxnSpPr>
        <p:spPr>
          <a:xfrm>
            <a:off x="9599271" y="4917585"/>
            <a:ext cx="204434" cy="4251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3A848BB-3BDE-76FB-02ED-8CA5809C6422}"/>
              </a:ext>
            </a:extLst>
          </p:cNvPr>
          <p:cNvCxnSpPr>
            <a:cxnSpLocks/>
            <a:stCxn id="209" idx="5"/>
            <a:endCxn id="203" idx="0"/>
          </p:cNvCxnSpPr>
          <p:nvPr/>
        </p:nvCxnSpPr>
        <p:spPr>
          <a:xfrm>
            <a:off x="9119983" y="4407417"/>
            <a:ext cx="444078" cy="425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BBF4287-6F39-E3BD-4706-A4FC47A97257}"/>
              </a:ext>
            </a:extLst>
          </p:cNvPr>
          <p:cNvCxnSpPr>
            <a:cxnSpLocks/>
            <a:stCxn id="209" idx="3"/>
            <a:endCxn id="202" idx="7"/>
          </p:cNvCxnSpPr>
          <p:nvPr/>
        </p:nvCxnSpPr>
        <p:spPr>
          <a:xfrm flipH="1">
            <a:off x="8640694" y="4407417"/>
            <a:ext cx="408869" cy="43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7B99193-B1EA-C6CE-7B08-BE97F937F554}"/>
              </a:ext>
            </a:extLst>
          </p:cNvPr>
          <p:cNvCxnSpPr>
            <a:cxnSpLocks/>
            <a:stCxn id="208" idx="5"/>
            <a:endCxn id="211" idx="0"/>
          </p:cNvCxnSpPr>
          <p:nvPr/>
        </p:nvCxnSpPr>
        <p:spPr>
          <a:xfrm>
            <a:off x="7103241" y="4407417"/>
            <a:ext cx="444079" cy="425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C45A579-6C78-6A77-5105-28953C1E9AB9}"/>
              </a:ext>
            </a:extLst>
          </p:cNvPr>
          <p:cNvCxnSpPr>
            <a:cxnSpLocks/>
            <a:stCxn id="208" idx="3"/>
            <a:endCxn id="210" idx="0"/>
          </p:cNvCxnSpPr>
          <p:nvPr/>
        </p:nvCxnSpPr>
        <p:spPr>
          <a:xfrm flipH="1">
            <a:off x="6588744" y="4407417"/>
            <a:ext cx="444077" cy="4251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C1F2733-3E7B-3BC5-34CA-1AE7C70897BB}"/>
              </a:ext>
            </a:extLst>
          </p:cNvPr>
          <p:cNvCxnSpPr>
            <a:cxnSpLocks/>
            <a:stCxn id="180" idx="3"/>
            <a:endCxn id="208" idx="7"/>
          </p:cNvCxnSpPr>
          <p:nvPr/>
        </p:nvCxnSpPr>
        <p:spPr>
          <a:xfrm flipH="1">
            <a:off x="7103241" y="3897249"/>
            <a:ext cx="937951" cy="43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EFDDA837-8077-2FDC-060E-521FA3C79047}"/>
              </a:ext>
            </a:extLst>
          </p:cNvPr>
          <p:cNvCxnSpPr>
            <a:cxnSpLocks/>
            <a:stCxn id="209" idx="1"/>
            <a:endCxn id="180" idx="5"/>
          </p:cNvCxnSpPr>
          <p:nvPr/>
        </p:nvCxnSpPr>
        <p:spPr>
          <a:xfrm flipH="1" flipV="1">
            <a:off x="8111612" y="3897249"/>
            <a:ext cx="937951" cy="43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4" name="Oval 363">
            <a:extLst>
              <a:ext uri="{FF2B5EF4-FFF2-40B4-BE49-F238E27FC236}">
                <a16:creationId xmlns:a16="http://schemas.microsoft.com/office/drawing/2014/main" id="{4E7D8E43-6732-D6E9-5A73-C90D3B766A8E}"/>
              </a:ext>
            </a:extLst>
          </p:cNvPr>
          <p:cNvSpPr/>
          <p:nvPr/>
        </p:nvSpPr>
        <p:spPr>
          <a:xfrm>
            <a:off x="1289403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EBEE00F1-E6D1-4F5B-0D27-0D608B489D7D}"/>
              </a:ext>
            </a:extLst>
          </p:cNvPr>
          <p:cNvSpPr/>
          <p:nvPr/>
        </p:nvSpPr>
        <p:spPr>
          <a:xfrm>
            <a:off x="1529046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7AB7E711-30C7-67CB-E108-56D1BB3A52B4}"/>
              </a:ext>
            </a:extLst>
          </p:cNvPr>
          <p:cNvSpPr/>
          <p:nvPr/>
        </p:nvSpPr>
        <p:spPr>
          <a:xfrm>
            <a:off x="1768691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AE14DBD4-2684-3A20-5EF1-1E5B6C8A9C67}"/>
              </a:ext>
            </a:extLst>
          </p:cNvPr>
          <p:cNvSpPr/>
          <p:nvPr/>
        </p:nvSpPr>
        <p:spPr>
          <a:xfrm>
            <a:off x="2008334" y="4159625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6E9BC1C5-0850-FF92-990C-F027D7E6945D}"/>
              </a:ext>
            </a:extLst>
          </p:cNvPr>
          <p:cNvSpPr/>
          <p:nvPr/>
        </p:nvSpPr>
        <p:spPr>
          <a:xfrm>
            <a:off x="2487623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FE47C274-24DC-0A84-5D6B-DED7BC754077}"/>
              </a:ext>
            </a:extLst>
          </p:cNvPr>
          <p:cNvSpPr/>
          <p:nvPr/>
        </p:nvSpPr>
        <p:spPr>
          <a:xfrm>
            <a:off x="2727267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F7F42C0C-E234-6BAD-5020-DFD35AF1D430}"/>
              </a:ext>
            </a:extLst>
          </p:cNvPr>
          <p:cNvSpPr/>
          <p:nvPr/>
        </p:nvSpPr>
        <p:spPr>
          <a:xfrm>
            <a:off x="3016704" y="3649457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48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CDF02729-FC1F-FC36-5191-4F8C70A0B7AC}"/>
              </a:ext>
            </a:extLst>
          </p:cNvPr>
          <p:cNvSpPr/>
          <p:nvPr/>
        </p:nvSpPr>
        <p:spPr>
          <a:xfrm>
            <a:off x="3306142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51</a:t>
            </a: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96E796B9-3EA9-8F14-B47C-BB5FD0ED2357}"/>
              </a:ext>
            </a:extLst>
          </p:cNvPr>
          <p:cNvSpPr/>
          <p:nvPr/>
        </p:nvSpPr>
        <p:spPr>
          <a:xfrm>
            <a:off x="3545786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63</a:t>
            </a: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3FE5E5E9-5005-7919-DA57-1CEF11A19231}"/>
              </a:ext>
            </a:extLst>
          </p:cNvPr>
          <p:cNvSpPr/>
          <p:nvPr/>
        </p:nvSpPr>
        <p:spPr>
          <a:xfrm>
            <a:off x="4025075" y="4159625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67</a:t>
            </a:r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AB7C6CE8-4962-FDF4-ACE5-C54C1D639FF8}"/>
              </a:ext>
            </a:extLst>
          </p:cNvPr>
          <p:cNvSpPr/>
          <p:nvPr/>
        </p:nvSpPr>
        <p:spPr>
          <a:xfrm>
            <a:off x="4504363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75</a:t>
            </a: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1F9F3132-9BE9-E0FE-968C-17F77B228934}"/>
              </a:ext>
            </a:extLst>
          </p:cNvPr>
          <p:cNvSpPr/>
          <p:nvPr/>
        </p:nvSpPr>
        <p:spPr>
          <a:xfrm>
            <a:off x="4744007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99</a:t>
            </a: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5491A05B-3F10-F658-97CD-F3041766CA9A}"/>
              </a:ext>
            </a:extLst>
          </p:cNvPr>
          <p:cNvSpPr/>
          <p:nvPr/>
        </p:nvSpPr>
        <p:spPr>
          <a:xfrm>
            <a:off x="6376162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E99D51CE-66B9-96A0-EE63-09AB08426B02}"/>
              </a:ext>
            </a:extLst>
          </p:cNvPr>
          <p:cNvSpPr/>
          <p:nvPr/>
        </p:nvSpPr>
        <p:spPr>
          <a:xfrm>
            <a:off x="6615806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3524F517-9875-8670-E0A4-AD71FEE669A8}"/>
              </a:ext>
            </a:extLst>
          </p:cNvPr>
          <p:cNvSpPr/>
          <p:nvPr/>
        </p:nvSpPr>
        <p:spPr>
          <a:xfrm>
            <a:off x="6855449" y="4159625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D9FFA3BE-A628-F58E-F5C2-3D13ABC8E512}"/>
              </a:ext>
            </a:extLst>
          </p:cNvPr>
          <p:cNvSpPr/>
          <p:nvPr/>
        </p:nvSpPr>
        <p:spPr>
          <a:xfrm>
            <a:off x="7095094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6E8B988F-6570-CC0E-8B25-85A900C8CDFB}"/>
              </a:ext>
            </a:extLst>
          </p:cNvPr>
          <p:cNvSpPr/>
          <p:nvPr/>
        </p:nvSpPr>
        <p:spPr>
          <a:xfrm>
            <a:off x="7334738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C6CB296B-3B61-9381-DFD0-3BBB072D64FB}"/>
              </a:ext>
            </a:extLst>
          </p:cNvPr>
          <p:cNvSpPr/>
          <p:nvPr/>
        </p:nvSpPr>
        <p:spPr>
          <a:xfrm>
            <a:off x="7863820" y="3649457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40DBBA1A-1FB8-1B70-EB96-1AAC90625D2A}"/>
              </a:ext>
            </a:extLst>
          </p:cNvPr>
          <p:cNvSpPr/>
          <p:nvPr/>
        </p:nvSpPr>
        <p:spPr>
          <a:xfrm>
            <a:off x="8392902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48</a:t>
            </a:r>
          </a:p>
        </p:txBody>
      </p:sp>
      <p:sp>
        <p:nvSpPr>
          <p:cNvPr id="414" name="Oval 413">
            <a:extLst>
              <a:ext uri="{FF2B5EF4-FFF2-40B4-BE49-F238E27FC236}">
                <a16:creationId xmlns:a16="http://schemas.microsoft.com/office/drawing/2014/main" id="{0EDA56C5-825F-933C-77DA-C832D415B4AC}"/>
              </a:ext>
            </a:extLst>
          </p:cNvPr>
          <p:cNvSpPr/>
          <p:nvPr/>
        </p:nvSpPr>
        <p:spPr>
          <a:xfrm>
            <a:off x="8872191" y="4159625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51</a:t>
            </a:r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4A90DC21-EA06-851F-05DC-2FC1C79DA3AB}"/>
              </a:ext>
            </a:extLst>
          </p:cNvPr>
          <p:cNvSpPr/>
          <p:nvPr/>
        </p:nvSpPr>
        <p:spPr>
          <a:xfrm>
            <a:off x="9351481" y="4669793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63</a:t>
            </a: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B23027E7-D0A6-CA83-F67B-27882ABF0DA6}"/>
              </a:ext>
            </a:extLst>
          </p:cNvPr>
          <p:cNvSpPr/>
          <p:nvPr/>
        </p:nvSpPr>
        <p:spPr>
          <a:xfrm>
            <a:off x="9111834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67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EDDA3910-55BF-23F0-3EC3-FB29282D5058}"/>
              </a:ext>
            </a:extLst>
          </p:cNvPr>
          <p:cNvSpPr/>
          <p:nvPr/>
        </p:nvSpPr>
        <p:spPr>
          <a:xfrm>
            <a:off x="9591123" y="5179960"/>
            <a:ext cx="425163" cy="425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99</a:t>
            </a: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379AE0EB-6526-66F3-E277-82BAA9CA0AAF}"/>
              </a:ext>
            </a:extLst>
          </p:cNvPr>
          <p:cNvSpPr txBox="1"/>
          <p:nvPr/>
        </p:nvSpPr>
        <p:spPr>
          <a:xfrm>
            <a:off x="2825521" y="5875142"/>
            <a:ext cx="807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Tree </a:t>
            </a:r>
            <a:r>
              <a:rPr lang="nl-NL" sz="20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A</a:t>
            </a:r>
            <a:endParaRPr lang="nl-NL" b="1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63A3EFC5-2DAE-4C6E-00BA-365F4808FB0D}"/>
              </a:ext>
            </a:extLst>
          </p:cNvPr>
          <p:cNvSpPr txBox="1"/>
          <p:nvPr/>
        </p:nvSpPr>
        <p:spPr>
          <a:xfrm>
            <a:off x="7672637" y="5875142"/>
            <a:ext cx="807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Tree </a:t>
            </a:r>
            <a:r>
              <a:rPr lang="nl-NL" sz="20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B</a:t>
            </a:r>
            <a:endParaRPr lang="nl-NL" b="1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51A97F21-4D8D-C63A-4B21-7E900ABF1EE1}"/>
              </a:ext>
            </a:extLst>
          </p:cNvPr>
          <p:cNvSpPr/>
          <p:nvPr/>
        </p:nvSpPr>
        <p:spPr>
          <a:xfrm>
            <a:off x="927079" y="3429000"/>
            <a:ext cx="4604413" cy="238564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E834C72-C6BC-5F1D-E11E-975BCC2E20AE}"/>
              </a:ext>
            </a:extLst>
          </p:cNvPr>
          <p:cNvSpPr/>
          <p:nvPr/>
        </p:nvSpPr>
        <p:spPr>
          <a:xfrm>
            <a:off x="5774195" y="3427176"/>
            <a:ext cx="4604413" cy="238564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7336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8653-EE28-82D1-5C4E-1E180AEE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EB17-1512-FC18-DCA1-950F6B0E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Trees &amp; Sets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3F406-E1F5-23AF-54B2-3F339F00D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6180998" cy="3803423"/>
          </a:xfrm>
        </p:spPr>
        <p:txBody>
          <a:bodyPr>
            <a:normAutofit/>
          </a:bodyPr>
          <a:lstStyle/>
          <a:p>
            <a:r>
              <a:rPr lang="nl-NL" dirty="0"/>
              <a:t>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 BST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implement</a:t>
            </a:r>
            <a:r>
              <a:rPr lang="nl-NL" dirty="0"/>
              <a:t> a Set!</a:t>
            </a:r>
          </a:p>
          <a:p>
            <a:endParaRPr lang="nl-NL" dirty="0"/>
          </a:p>
          <a:p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provide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Membership</a:t>
            </a:r>
            <a:r>
              <a:rPr lang="nl-NL" dirty="0"/>
              <a:t> </a:t>
            </a:r>
            <a:r>
              <a:rPr lang="nl-NL" dirty="0" err="1"/>
              <a:t>testing</a:t>
            </a:r>
            <a:r>
              <a:rPr lang="nl-NL" dirty="0"/>
              <a:t> / </a:t>
            </a:r>
            <a:r>
              <a:rPr lang="nl-NL" dirty="0" err="1"/>
              <a:t>searching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  <a:p>
            <a:pPr lvl="1"/>
            <a:r>
              <a:rPr lang="nl-NL" dirty="0" err="1"/>
              <a:t>Insertion</a:t>
            </a:r>
            <a:r>
              <a:rPr lang="nl-NL" dirty="0"/>
              <a:t> of a new </a:t>
            </a:r>
            <a:r>
              <a:rPr lang="nl-NL" dirty="0" err="1"/>
              <a:t>value</a:t>
            </a:r>
            <a:endParaRPr lang="nl-NL" dirty="0"/>
          </a:p>
          <a:p>
            <a:pPr lvl="1"/>
            <a:r>
              <a:rPr lang="nl-NL" dirty="0" err="1"/>
              <a:t>Removal</a:t>
            </a:r>
            <a:r>
              <a:rPr lang="nl-NL" dirty="0"/>
              <a:t> of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existing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486950-D9B4-2732-0EF0-D5956427FC1C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0C611-2D1E-BB2C-C761-E1E2DC8E8E92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8F470-AC68-0478-A6B7-3BDD37796969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1B23D5-1839-1CFE-66ED-10E3A2BF5D40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10AD00-E529-8147-E827-00B461755E08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8C268D-2773-EFEC-D397-110F5C612C99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B86836-4F82-BC88-AAC4-C6FE7453C38F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6DDF3BB-EF78-B94C-638B-D4BABFA66EEC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DE70CBA-3089-00F8-127D-B2165C6C8199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CF6432-D357-E22C-5EA7-FF50E144A6D6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BE9B24F-CF28-1AE1-4F29-C9F02910B142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E4A847-DCAF-BAF4-C364-D606E4E61928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9F044C-BDAF-C11C-F446-EF4104338CEB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61FA48-9F9F-D962-F93E-9BB76201AF24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59BEA8-3412-41A1-12B4-915ED567A014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9EC8E0-4BC0-A9D9-032B-F2FDF55E16BF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2347BC9-A657-B3F0-CE9C-068CCAD3B320}"/>
              </a:ext>
            </a:extLst>
          </p:cNvPr>
          <p:cNvGrpSpPr/>
          <p:nvPr/>
        </p:nvGrpSpPr>
        <p:grpSpPr>
          <a:xfrm>
            <a:off x="6676234" y="5822888"/>
            <a:ext cx="2577655" cy="338554"/>
            <a:chOff x="6676234" y="5822888"/>
            <a:chExt cx="2577655" cy="338554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5E8A14F-D2A2-ACBB-63F1-A66AECBCBB5E}"/>
                </a:ext>
              </a:extLst>
            </p:cNvPr>
            <p:cNvSpPr txBox="1"/>
            <p:nvPr/>
          </p:nvSpPr>
          <p:spPr>
            <a:xfrm>
              <a:off x="6676234" y="5822888"/>
              <a:ext cx="1151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Aptos" panose="020B0004020202020204" pitchFamily="34" charset="0"/>
                </a:rPr>
                <a:t>Child node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7CCF594-9048-D870-7F5D-7AF8B663E29A}"/>
                </a:ext>
              </a:extLst>
            </p:cNvPr>
            <p:cNvSpPr txBox="1"/>
            <p:nvPr/>
          </p:nvSpPr>
          <p:spPr>
            <a:xfrm>
              <a:off x="8102612" y="5822888"/>
              <a:ext cx="1151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Aptos" panose="020B0004020202020204" pitchFamily="34" charset="0"/>
                </a:rPr>
                <a:t>Child node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31C5D0F1-F02A-478D-5F45-58F0A635FFDB}"/>
              </a:ext>
            </a:extLst>
          </p:cNvPr>
          <p:cNvSpPr txBox="1"/>
          <p:nvPr/>
        </p:nvSpPr>
        <p:spPr>
          <a:xfrm>
            <a:off x="7546234" y="4112464"/>
            <a:ext cx="758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Parent</a:t>
            </a:r>
          </a:p>
          <a:p>
            <a:pPr algn="ctr"/>
            <a:r>
              <a:rPr lang="nl-NL" sz="1600" dirty="0">
                <a:latin typeface="Aptos" panose="020B0004020202020204" pitchFamily="34" charset="0"/>
              </a:rPr>
              <a:t>node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25266-2CC0-2A45-3D35-A48093485D40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2602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6B85-4827-21F8-2603-8C267DE1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A26E-710D-0957-E16D-C2823767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Membership</a:t>
            </a:r>
            <a:r>
              <a:rPr lang="nl-NL" b="0" dirty="0"/>
              <a:t> test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6ECD9-2232-F23C-7C0D-E037F6229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180998" cy="1790996"/>
          </a:xfrm>
        </p:spPr>
        <p:txBody>
          <a:bodyPr>
            <a:normAutofit/>
          </a:bodyPr>
          <a:lstStyle/>
          <a:p>
            <a:r>
              <a:rPr lang="nl-NL" dirty="0"/>
              <a:t>Search </a:t>
            </a:r>
            <a:r>
              <a:rPr lang="nl-NL" dirty="0" err="1"/>
              <a:t>for</a:t>
            </a:r>
            <a:r>
              <a:rPr lang="nl-NL" dirty="0"/>
              <a:t> a </a:t>
            </a:r>
            <a:r>
              <a:rPr lang="nl-NL" dirty="0" err="1"/>
              <a:t>value</a:t>
            </a:r>
            <a:r>
              <a:rPr lang="nl-NL" dirty="0"/>
              <a:t>: </a:t>
            </a:r>
            <a:r>
              <a:rPr lang="nl-NL" dirty="0" err="1"/>
              <a:t>starting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sz="18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root</a:t>
            </a:r>
          </a:p>
          <a:p>
            <a:pPr lvl="1"/>
            <a:r>
              <a:rPr lang="nl-NL" dirty="0" err="1"/>
              <a:t>Node’s</a:t>
            </a:r>
            <a:r>
              <a:rPr lang="nl-NL" dirty="0"/>
              <a:t>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nl-NL" dirty="0"/>
              <a:t> “smaller”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: move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left</a:t>
            </a:r>
            <a:endParaRPr lang="nl-NL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nl-NL" dirty="0"/>
              <a:t>“</a:t>
            </a:r>
            <a:r>
              <a:rPr lang="nl-NL" dirty="0" err="1"/>
              <a:t>Greater</a:t>
            </a:r>
            <a:r>
              <a:rPr lang="nl-NL" dirty="0"/>
              <a:t>”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: move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right</a:t>
            </a:r>
          </a:p>
          <a:p>
            <a:pPr lvl="1"/>
            <a:r>
              <a:rPr lang="nl-NL" dirty="0"/>
              <a:t>End </a:t>
            </a:r>
            <a:r>
              <a:rPr lang="nl-NL" dirty="0" err="1"/>
              <a:t>if</a:t>
            </a:r>
            <a:r>
              <a:rPr lang="nl-NL" dirty="0"/>
              <a:t> found or </a:t>
            </a:r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dirty="0" err="1"/>
              <a:t>reach</a:t>
            </a:r>
            <a:r>
              <a:rPr lang="nl-NL" dirty="0"/>
              <a:t> a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nullptr</a:t>
            </a:r>
            <a:endParaRPr lang="nl-NL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F2C56B-6655-FED5-43B2-50E435683CFE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2A5901-906E-C8C5-FA6C-6F656006C6C9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B6E554-348C-8A91-9DC8-AC975379D00F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9858E0-577D-78D6-8E77-09C538918E22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5921D80-0691-0615-7EA7-4EBEBA238780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263F04-1202-B1D2-2AEA-7E25F73A3479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20DDE0-1E18-EAF6-23D2-B9F4F44B5E29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6F4F36-8A43-7A95-2D9D-0C2E4AA6E797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82FB82B-8C49-89D7-528E-B11158FEFC50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4E07FA-DFF3-6E46-F473-875A93CBE9C5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5E8E2926-ECB8-D82E-0E65-8846B637A112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9BD8BD-23B4-4DE0-6B1F-A41FF42F4512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2D7858-822C-929B-E587-FDCE339BE17F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04C36B-10EC-BB38-59EB-4E77CFD6FE1F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56E7D-C3DF-B75C-7526-19FDA7A79A24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3BC315-51FD-6A21-65CB-771F5B53FE62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F8A38-3602-F7A9-253B-A762FE859ADE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8E7C3D-05B2-B3A2-D25B-871D407F4ACC}"/>
              </a:ext>
            </a:extLst>
          </p:cNvPr>
          <p:cNvGrpSpPr/>
          <p:nvPr/>
        </p:nvGrpSpPr>
        <p:grpSpPr>
          <a:xfrm>
            <a:off x="12192000" y="3655934"/>
            <a:ext cx="1127233" cy="569357"/>
            <a:chOff x="5521928" y="3059668"/>
            <a:chExt cx="1127233" cy="569357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085FC5D-62FE-E4D6-8B49-833B89D5540C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solidFill>
              <a:schemeClr val="accent4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9BFD3D-030F-7A57-722E-CF869D601376}"/>
                </a:ext>
              </a:extLst>
            </p:cNvPr>
            <p:cNvSpPr txBox="1"/>
            <p:nvPr/>
          </p:nvSpPr>
          <p:spPr>
            <a:xfrm>
              <a:off x="5521928" y="3059668"/>
              <a:ext cx="1127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current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B3951D4C-4614-ECEE-1F0D-BF48804C9FAC}"/>
              </a:ext>
            </a:extLst>
          </p:cNvPr>
          <p:cNvSpPr/>
          <p:nvPr/>
        </p:nvSpPr>
        <p:spPr>
          <a:xfrm>
            <a:off x="8953889" y="216274"/>
            <a:ext cx="2732274" cy="1338856"/>
          </a:xfrm>
          <a:prstGeom prst="wedgeEllipseCallout">
            <a:avLst>
              <a:gd name="adj1" fmla="val 64124"/>
              <a:gd name="adj2" fmla="val 1071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Is “Cherry” </a:t>
            </a:r>
            <a:r>
              <a:rPr lang="nl-NL" dirty="0" err="1"/>
              <a:t>contained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set?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85BD1E-AF1B-7AAF-FD94-6D355B5D7AD8}"/>
              </a:ext>
            </a:extLst>
          </p:cNvPr>
          <p:cNvSpPr txBox="1"/>
          <p:nvPr/>
        </p:nvSpPr>
        <p:spPr>
          <a:xfrm>
            <a:off x="262864" y="4751235"/>
            <a:ext cx="55034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find(Node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root,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(!root)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(root-&gt;data ==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root-&gt;data)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find(root-&gt;left,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find(root-&gt;right,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854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27591 -0.00903 " pathEditMode="relative" rAng="0" ptsTypes="AA">
                                      <p:cBhvr>
                                        <p:cTn id="1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19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591 -0.00903 L -0.39075 0.06203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38" y="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075 0.06204 L -0.31132 0.1706 " pathEditMode="relative" rAng="0" ptsTypes="AA">
                                      <p:cBhvr>
                                        <p:cTn id="3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5789-8993-8C6E-D1D5-04707286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489E-153E-E710-8C91-7C104668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Interlude</a:t>
            </a:r>
            <a:r>
              <a:rPr lang="nl-NL" b="0" dirty="0"/>
              <a:t>: </a:t>
            </a:r>
            <a:r>
              <a:rPr lang="nl-NL" b="0" dirty="0" err="1"/>
              <a:t>BSTs</a:t>
            </a:r>
            <a:r>
              <a:rPr lang="nl-NL" b="0" dirty="0"/>
              <a:t> &amp; </a:t>
            </a:r>
            <a:r>
              <a:rPr lang="nl-NL" b="0" dirty="0" err="1"/>
              <a:t>Recursion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42275-3895-4C2D-9222-942C08EF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180998" cy="3566160"/>
          </a:xfrm>
        </p:spPr>
        <p:txBody>
          <a:bodyPr/>
          <a:lstStyle/>
          <a:p>
            <a:r>
              <a:rPr lang="nl-NL" dirty="0"/>
              <a:t>A tree is a </a:t>
            </a:r>
            <a:r>
              <a:rPr lang="nl-NL" dirty="0" err="1"/>
              <a:t>so-called</a:t>
            </a:r>
            <a:r>
              <a:rPr lang="nl-NL" dirty="0"/>
              <a:t> </a:t>
            </a:r>
            <a:r>
              <a:rPr lang="nl-NL" i="1" dirty="0" err="1"/>
              <a:t>recursive</a:t>
            </a:r>
            <a:r>
              <a:rPr lang="nl-NL" i="1" dirty="0"/>
              <a:t> </a:t>
            </a:r>
            <a:r>
              <a:rPr lang="nl-NL" dirty="0"/>
              <a:t>data </a:t>
            </a:r>
            <a:r>
              <a:rPr lang="nl-NL" dirty="0" err="1"/>
              <a:t>structure</a:t>
            </a:r>
            <a:endParaRPr lang="nl-NL" dirty="0"/>
          </a:p>
          <a:p>
            <a:pPr lvl="1"/>
            <a:r>
              <a:rPr lang="nl-NL" dirty="0" err="1"/>
              <a:t>Each</a:t>
            </a:r>
            <a:r>
              <a:rPr lang="nl-NL" dirty="0"/>
              <a:t> node in a </a:t>
            </a:r>
            <a:r>
              <a:rPr lang="nl-NL" dirty="0" err="1"/>
              <a:t>a</a:t>
            </a:r>
            <a:r>
              <a:rPr lang="nl-NL" dirty="0"/>
              <a:t> </a:t>
            </a:r>
            <a:r>
              <a:rPr lang="nl-NL" dirty="0" err="1"/>
              <a:t>binary</a:t>
            </a:r>
            <a:r>
              <a:rPr lang="nl-NL" dirty="0"/>
              <a:t> tree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seen</a:t>
            </a:r>
            <a:r>
              <a:rPr lang="nl-NL" dirty="0"/>
              <a:t> as </a:t>
            </a:r>
            <a:r>
              <a:rPr lang="nl-NL" dirty="0" err="1"/>
              <a:t>the</a:t>
            </a:r>
            <a:r>
              <a:rPr lang="nl-NL" dirty="0"/>
              <a:t> “root” of a smaller “sub” tree</a:t>
            </a:r>
          </a:p>
          <a:p>
            <a:r>
              <a:rPr lang="nl-NL" b="1" dirty="0" err="1"/>
              <a:t>Recursion</a:t>
            </a:r>
            <a:r>
              <a:rPr lang="nl-NL" dirty="0"/>
              <a:t> is a </a:t>
            </a:r>
            <a:r>
              <a:rPr lang="nl-NL" dirty="0" err="1"/>
              <a:t>natural</a:t>
            </a:r>
            <a:r>
              <a:rPr lang="nl-NL" dirty="0"/>
              <a:t> </a:t>
            </a:r>
            <a:r>
              <a:rPr lang="nl-NL" dirty="0" err="1"/>
              <a:t>technique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traverse a tree.</a:t>
            </a:r>
          </a:p>
          <a:p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replaced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loops,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traversal</a:t>
            </a:r>
            <a:r>
              <a:rPr lang="nl-NL" dirty="0"/>
              <a:t> is </a:t>
            </a:r>
            <a:r>
              <a:rPr lang="nl-NL" b="1" dirty="0" err="1"/>
              <a:t>downwards</a:t>
            </a:r>
            <a:r>
              <a:rPr lang="nl-NL" dirty="0"/>
              <a:t> </a:t>
            </a:r>
            <a:r>
              <a:rPr lang="nl-NL" dirty="0" err="1"/>
              <a:t>only</a:t>
            </a:r>
            <a:endParaRPr lang="nl-NL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811AECB-B397-2D47-2BF3-43DA1AD61CF1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9B2F452F-599C-80A8-EEB1-37F4670F8EA5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B2ADAA01-A38C-D51A-5DEC-387487EA7C46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5D73429E-630F-B892-3449-5A65BE0EA084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8" name="Straight Arrow Connector 41">
            <a:extLst>
              <a:ext uri="{FF2B5EF4-FFF2-40B4-BE49-F238E27FC236}">
                <a16:creationId xmlns:a16="http://schemas.microsoft.com/office/drawing/2014/main" id="{917614AE-8C11-4DD2-48FD-158038704022}"/>
              </a:ext>
            </a:extLst>
          </p:cNvPr>
          <p:cNvCxnSpPr>
            <a:cxnSpLocks/>
            <a:stCxn id="20" idx="1"/>
            <a:endCxn id="17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42">
            <a:extLst>
              <a:ext uri="{FF2B5EF4-FFF2-40B4-BE49-F238E27FC236}">
                <a16:creationId xmlns:a16="http://schemas.microsoft.com/office/drawing/2014/main" id="{A1A8958A-8C9C-B1DC-DE68-410BC65917A5}"/>
              </a:ext>
            </a:extLst>
          </p:cNvPr>
          <p:cNvCxnSpPr>
            <a:cxnSpLocks/>
            <a:stCxn id="20" idx="3"/>
            <a:endCxn id="18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45">
            <a:extLst>
              <a:ext uri="{FF2B5EF4-FFF2-40B4-BE49-F238E27FC236}">
                <a16:creationId xmlns:a16="http://schemas.microsoft.com/office/drawing/2014/main" id="{36487691-42A4-9498-773E-6CB9A40CE1A8}"/>
              </a:ext>
            </a:extLst>
          </p:cNvPr>
          <p:cNvCxnSpPr>
            <a:cxnSpLocks/>
            <a:stCxn id="5" idx="1"/>
            <a:endCxn id="20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46">
            <a:extLst>
              <a:ext uri="{FF2B5EF4-FFF2-40B4-BE49-F238E27FC236}">
                <a16:creationId xmlns:a16="http://schemas.microsoft.com/office/drawing/2014/main" id="{5057ED68-121F-89B7-BC4D-F264BD93587B}"/>
              </a:ext>
            </a:extLst>
          </p:cNvPr>
          <p:cNvCxnSpPr>
            <a:cxnSpLocks/>
            <a:stCxn id="5" idx="3"/>
            <a:endCxn id="19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47">
            <a:extLst>
              <a:ext uri="{FF2B5EF4-FFF2-40B4-BE49-F238E27FC236}">
                <a16:creationId xmlns:a16="http://schemas.microsoft.com/office/drawing/2014/main" id="{F1FC888E-C303-99C3-CE8D-DC783986DC8E}"/>
              </a:ext>
            </a:extLst>
          </p:cNvPr>
          <p:cNvCxnSpPr>
            <a:cxnSpLocks/>
            <a:stCxn id="19" idx="1"/>
            <a:endCxn id="6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48">
            <a:extLst>
              <a:ext uri="{FF2B5EF4-FFF2-40B4-BE49-F238E27FC236}">
                <a16:creationId xmlns:a16="http://schemas.microsoft.com/office/drawing/2014/main" id="{4421A2CD-A426-E70C-FB24-FBEB1FDD8804}"/>
              </a:ext>
            </a:extLst>
          </p:cNvPr>
          <p:cNvCxnSpPr>
            <a:cxnSpLocks/>
            <a:stCxn id="19" idx="3"/>
            <a:endCxn id="7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CC7BA4-F6FB-C871-52A7-C1E9C611D855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4FB0028-F50D-80A0-A754-B5E7381721F8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5A036D-AD17-BDBB-FCDB-055A61B34426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E698B860-BE4A-74F4-5D1F-4611BCBF6647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0A917DDC-4BA5-7A33-9313-1F690D84E76C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7BF300D2-363F-3145-233F-F85AB97454AE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F9C6698D-2C58-0C40-FA6D-101481D43645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556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0328-7A88-064E-AABE-3D07F11C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FB4C-E2C6-3CF8-4428-85726BBD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Insertion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91B4C-9D26-38F8-FE78-FBB1DFC5A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180998" cy="1153437"/>
          </a:xfrm>
        </p:spPr>
        <p:txBody>
          <a:bodyPr>
            <a:normAutofit/>
          </a:bodyPr>
          <a:lstStyle/>
          <a:p>
            <a:r>
              <a:rPr lang="nl-NL" dirty="0" err="1"/>
              <a:t>Similar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membership</a:t>
            </a:r>
            <a:r>
              <a:rPr lang="nl-NL" dirty="0"/>
              <a:t> test</a:t>
            </a:r>
          </a:p>
          <a:p>
            <a:r>
              <a:rPr lang="nl-NL" dirty="0"/>
              <a:t>New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inserted</a:t>
            </a:r>
            <a:r>
              <a:rPr lang="nl-NL" dirty="0"/>
              <a:t> as </a:t>
            </a:r>
            <a:r>
              <a:rPr lang="nl-NL" b="1" dirty="0" err="1"/>
              <a:t>leaf</a:t>
            </a:r>
            <a:r>
              <a:rPr lang="nl-NL" dirty="0"/>
              <a:t> </a:t>
            </a:r>
            <a:r>
              <a:rPr lang="nl-NL" dirty="0" err="1"/>
              <a:t>nodes</a:t>
            </a:r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B67845-19E7-ACC8-393B-CEF2EF446DCE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9192CC-A221-856A-0786-6CADF2F52FDE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468556-E98F-95DD-A1CF-7B8E4B345389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E72FB7-D738-0440-56CD-85B319860F6C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2DED0E5-38CE-D8C4-879C-76A263FB840D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70DB1A-BCB8-DADF-E79D-B51DC1F4590A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2A24F8-1021-3A76-8C0B-896C35EA04B6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A37A784-629B-1F00-67A2-FD6911ACA8FE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741F88-5CBA-C86E-11B8-6069344A116E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F25982E-E077-4E9D-EFCF-104B25CACFB0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E3D127F-965A-E43E-7A9B-074B7D39FC78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6E1D8B-B158-8364-B84A-EE240B8C89DD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B91E57-1D6F-5A29-62C7-E91C43533F62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9B256E-2F3A-5782-5AE2-1E4DE9DAC9D0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0E17E0-A1E2-81A8-1F41-D00429C664A5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D46C1A-257F-8AEC-2878-54363B516384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01034-E070-A554-AC66-51D58F47C4F5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428BA0-E207-10B8-DA00-0482CE221680}"/>
              </a:ext>
            </a:extLst>
          </p:cNvPr>
          <p:cNvGrpSpPr/>
          <p:nvPr/>
        </p:nvGrpSpPr>
        <p:grpSpPr>
          <a:xfrm>
            <a:off x="12393980" y="3655934"/>
            <a:ext cx="723275" cy="569357"/>
            <a:chOff x="5723908" y="3059668"/>
            <a:chExt cx="723275" cy="569357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B702149-A2F3-3559-A9E0-F1438BDAC754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solidFill>
              <a:schemeClr val="accent4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0B021C-6D7B-C3C6-FD7F-319C546D4E52}"/>
                </a:ext>
              </a:extLst>
            </p:cNvPr>
            <p:cNvSpPr txBox="1"/>
            <p:nvPr/>
          </p:nvSpPr>
          <p:spPr>
            <a:xfrm>
              <a:off x="5723908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873CBEAD-30C3-ABF7-A37E-50B7383597DB}"/>
              </a:ext>
            </a:extLst>
          </p:cNvPr>
          <p:cNvSpPr/>
          <p:nvPr/>
        </p:nvSpPr>
        <p:spPr>
          <a:xfrm>
            <a:off x="8953889" y="216274"/>
            <a:ext cx="2732274" cy="1338856"/>
          </a:xfrm>
          <a:prstGeom prst="wedgeEllipseCallout">
            <a:avLst>
              <a:gd name="adj1" fmla="val 64124"/>
              <a:gd name="adj2" fmla="val 1071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Insert</a:t>
            </a:r>
            <a:r>
              <a:rPr lang="nl-NL" dirty="0"/>
              <a:t> “</a:t>
            </a:r>
            <a:r>
              <a:rPr lang="nl-NL" dirty="0" err="1"/>
              <a:t>Fig</a:t>
            </a:r>
            <a:r>
              <a:rPr lang="nl-NL" dirty="0"/>
              <a:t>”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19C0EA-C517-9B21-42C1-0F41C4E37C91}"/>
              </a:ext>
            </a:extLst>
          </p:cNvPr>
          <p:cNvSpPr txBox="1"/>
          <p:nvPr/>
        </p:nvSpPr>
        <p:spPr>
          <a:xfrm>
            <a:off x="219894" y="4062935"/>
            <a:ext cx="6580648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(Node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*&amp;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root,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string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val) {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(!root) {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root =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Node{val};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(root-&gt;data == val)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(val &lt; root-&gt;data)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(root-&gt;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, val);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nl-NL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(root-&gt;right, val);</a:t>
            </a:r>
          </a:p>
          <a:p>
            <a:pPr>
              <a:buNone/>
            </a:pP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CC8BA02-9B52-9196-14BF-000CFF84D33E}"/>
              </a:ext>
            </a:extLst>
          </p:cNvPr>
          <p:cNvSpPr/>
          <p:nvPr/>
        </p:nvSpPr>
        <p:spPr>
          <a:xfrm>
            <a:off x="9243042" y="6150143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Fig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E6DCE0-BB7C-302A-C217-7B2AD93B5430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 flipH="1">
            <a:off x="9673836" y="5827575"/>
            <a:ext cx="430794" cy="32256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052C08-7716-1185-BB77-A8CCBAE55860}"/>
              </a:ext>
            </a:extLst>
          </p:cNvPr>
          <p:cNvSpPr/>
          <p:nvPr/>
        </p:nvSpPr>
        <p:spPr>
          <a:xfrm>
            <a:off x="1505527" y="4025266"/>
            <a:ext cx="1413164" cy="399202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28E7D7-C680-4839-FC6E-3C8F889AA847}"/>
              </a:ext>
            </a:extLst>
          </p:cNvPr>
          <p:cNvSpPr txBox="1"/>
          <p:nvPr/>
        </p:nvSpPr>
        <p:spPr>
          <a:xfrm>
            <a:off x="1953618" y="3655934"/>
            <a:ext cx="3553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/>
              <a:t>Passing a </a:t>
            </a:r>
            <a:r>
              <a:rPr lang="nl-NL" i="1" dirty="0" err="1"/>
              <a:t>reference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a pointer…</a:t>
            </a:r>
          </a:p>
        </p:txBody>
      </p:sp>
    </p:spTree>
    <p:extLst>
      <p:ext uri="{BB962C8B-B14F-4D97-AF65-F5344CB8AC3E}">
        <p14:creationId xmlns:p14="http://schemas.microsoft.com/office/powerpoint/2010/main" val="4224142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27591 -0.00903 " pathEditMode="relative" rAng="0" ptsTypes="AA">
                                      <p:cBhvr>
                                        <p:cTn id="1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19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591 -0.00903 L -0.15247 0.06435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247 0.06435 L -0.23216 0.1629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9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216 0.16296 L -0.27591 0.27523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7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9" grpId="0" animBg="1"/>
      <p:bldP spid="35" grpId="0" animBg="1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181518581808_03b76e8">
    <p:spTree>
      <p:nvGrpSpPr>
        <p:cNvPr id="1" name="">
          <a:extLst>
            <a:ext uri="{FF2B5EF4-FFF2-40B4-BE49-F238E27FC236}">
              <a16:creationId xmlns:a16="http://schemas.microsoft.com/office/drawing/2014/main" id="{44D6BF8A-9B6D-DF60-F481-5F782487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51AE-571A-41DA-0A76-5B2341B5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Removal</a:t>
            </a:r>
            <a:r>
              <a:rPr lang="nl-NL" b="0" dirty="0"/>
              <a:t> (easy case)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611F-C7BA-0503-9C90-3605A0731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3"/>
            <a:ext cx="6180998" cy="1529476"/>
          </a:xfrm>
        </p:spPr>
        <p:txBody>
          <a:bodyPr>
            <a:normAutofit/>
          </a:bodyPr>
          <a:lstStyle/>
          <a:p>
            <a:r>
              <a:rPr lang="nl-NL" dirty="0" err="1"/>
              <a:t>Removing</a:t>
            </a:r>
            <a:r>
              <a:rPr lang="nl-NL" dirty="0"/>
              <a:t> is (</a:t>
            </a:r>
            <a:r>
              <a:rPr lang="nl-NL" dirty="0" err="1"/>
              <a:t>relatively</a:t>
            </a:r>
            <a:r>
              <a:rPr lang="nl-NL" dirty="0"/>
              <a:t>) easy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Node is a </a:t>
            </a:r>
            <a:r>
              <a:rPr lang="nl-NL" dirty="0" err="1"/>
              <a:t>leaf</a:t>
            </a:r>
            <a:r>
              <a:rPr lang="nl-NL" dirty="0"/>
              <a:t> or has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child</a:t>
            </a:r>
            <a:endParaRPr lang="nl-NL" dirty="0"/>
          </a:p>
          <a:p>
            <a:r>
              <a:rPr lang="nl-NL" dirty="0"/>
              <a:t>Parent “</a:t>
            </a:r>
            <a:r>
              <a:rPr lang="nl-NL" dirty="0" err="1"/>
              <a:t>adopts</a:t>
            </a:r>
            <a:r>
              <a:rPr lang="nl-NL" dirty="0"/>
              <a:t>” “</a:t>
            </a:r>
            <a:r>
              <a:rPr lang="nl-NL" dirty="0" err="1"/>
              <a:t>grandchild</a:t>
            </a:r>
            <a:r>
              <a:rPr lang="nl-NL" dirty="0"/>
              <a:t>” as </a:t>
            </a:r>
            <a:r>
              <a:rPr lang="nl-NL" dirty="0" err="1"/>
              <a:t>left</a:t>
            </a:r>
            <a:r>
              <a:rPr lang="nl-NL" dirty="0"/>
              <a:t> / right </a:t>
            </a:r>
            <a:r>
              <a:rPr lang="nl-NL" dirty="0" err="1"/>
              <a:t>child</a:t>
            </a:r>
            <a:endParaRPr lang="nl-N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157C72-1CEE-FD48-1C82-76842F4AC0EB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D39240-63A6-F4D8-508B-026FECDBAA40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BF107C-ADFB-402C-1B00-ED99F8689048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5DA4FFF-8515-8ACD-CD6A-78AB76BC95CC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E8EBC1-11A6-95F7-46EC-A1FAF474C9E5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CC592C8-5C42-C504-4A00-144567FA3262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E417326-7DF0-0FB3-87D6-196420EAF38F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92134D-3C60-9F2E-410E-E4D345CA7B84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5DED641-3CBA-8E07-B0BD-5F3A455B95F2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C9B82A-C87F-3936-857B-39E114658BDE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83B1EAD-FCCF-774C-1FE5-21FB5575937A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30B332-7E04-4A5F-A9CF-78D5AE33A632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0D6FCF-CA9B-F422-7564-218928406F15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E4458B-2F14-CC79-E821-8D78EF2B4CD2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7FB70F-4FB4-F7D3-072B-C9DA25EAE53E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A74D5-7F46-CAC3-90ED-C3277C042E10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0EF07-880B-A99A-A271-CFCED53367E4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14C90-2443-E562-8FF3-D7797DBC8D8F}"/>
              </a:ext>
            </a:extLst>
          </p:cNvPr>
          <p:cNvGrpSpPr/>
          <p:nvPr/>
        </p:nvGrpSpPr>
        <p:grpSpPr>
          <a:xfrm>
            <a:off x="12393980" y="3655934"/>
            <a:ext cx="723275" cy="569357"/>
            <a:chOff x="5723908" y="3059668"/>
            <a:chExt cx="723275" cy="569357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43F56B-E174-0D50-14C6-020E3DCC1B24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solidFill>
              <a:schemeClr val="accent4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AD13F7-24D8-DCF6-80FE-5D21C5439EE5}"/>
                </a:ext>
              </a:extLst>
            </p:cNvPr>
            <p:cNvSpPr txBox="1"/>
            <p:nvPr/>
          </p:nvSpPr>
          <p:spPr>
            <a:xfrm>
              <a:off x="5723908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5D58FE95-0D24-0D48-DF7C-35EBEB913972}"/>
              </a:ext>
            </a:extLst>
          </p:cNvPr>
          <p:cNvSpPr/>
          <p:nvPr/>
        </p:nvSpPr>
        <p:spPr>
          <a:xfrm>
            <a:off x="8953889" y="216274"/>
            <a:ext cx="2732274" cy="1338856"/>
          </a:xfrm>
          <a:prstGeom prst="wedgeEllipseCallout">
            <a:avLst>
              <a:gd name="adj1" fmla="val 64124"/>
              <a:gd name="adj2" fmla="val 1071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Remove</a:t>
            </a:r>
            <a:r>
              <a:rPr lang="nl-NL" dirty="0"/>
              <a:t> “Mango”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5D271B0-6132-C1BF-22DF-8501147A4C9A}"/>
              </a:ext>
            </a:extLst>
          </p:cNvPr>
          <p:cNvSpPr/>
          <p:nvPr/>
        </p:nvSpPr>
        <p:spPr>
          <a:xfrm>
            <a:off x="9243042" y="6150143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Fig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29096-4050-B694-30B1-96E23337BAF4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 flipH="1">
            <a:off x="9673836" y="5827575"/>
            <a:ext cx="430794" cy="32256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43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181518578691">
    <p:spTree>
      <p:nvGrpSpPr>
        <p:cNvPr id="1" name="">
          <a:extLst>
            <a:ext uri="{FF2B5EF4-FFF2-40B4-BE49-F238E27FC236}">
              <a16:creationId xmlns:a16="http://schemas.microsoft.com/office/drawing/2014/main" id="{44D6BF8A-9B6D-DF60-F481-5F782487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51AE-571A-41DA-0A76-5B2341B5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Removal</a:t>
            </a:r>
            <a:r>
              <a:rPr lang="nl-NL" b="0" dirty="0"/>
              <a:t> (easy case)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611F-C7BA-0503-9C90-3605A0731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3"/>
            <a:ext cx="6180998" cy="1529476"/>
          </a:xfrm>
        </p:spPr>
        <p:txBody>
          <a:bodyPr>
            <a:normAutofit/>
          </a:bodyPr>
          <a:lstStyle/>
          <a:p>
            <a:r>
              <a:rPr lang="nl-NL" dirty="0" err="1"/>
              <a:t>Removing</a:t>
            </a:r>
            <a:r>
              <a:rPr lang="nl-NL" dirty="0"/>
              <a:t> is (</a:t>
            </a:r>
            <a:r>
              <a:rPr lang="nl-NL" dirty="0" err="1"/>
              <a:t>relatively</a:t>
            </a:r>
            <a:r>
              <a:rPr lang="nl-NL" dirty="0"/>
              <a:t>) easy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Node is a </a:t>
            </a:r>
            <a:r>
              <a:rPr lang="nl-NL" dirty="0" err="1"/>
              <a:t>leaf</a:t>
            </a:r>
            <a:r>
              <a:rPr lang="nl-NL" dirty="0"/>
              <a:t> or has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child</a:t>
            </a:r>
            <a:endParaRPr lang="nl-NL" dirty="0"/>
          </a:p>
          <a:p>
            <a:r>
              <a:rPr lang="nl-NL" dirty="0"/>
              <a:t>Parent “</a:t>
            </a:r>
            <a:r>
              <a:rPr lang="nl-NL" dirty="0" err="1"/>
              <a:t>adopts</a:t>
            </a:r>
            <a:r>
              <a:rPr lang="nl-NL" dirty="0"/>
              <a:t>” “</a:t>
            </a:r>
            <a:r>
              <a:rPr lang="nl-NL" dirty="0" err="1"/>
              <a:t>grandchild</a:t>
            </a:r>
            <a:r>
              <a:rPr lang="nl-NL" dirty="0"/>
              <a:t>” as </a:t>
            </a:r>
            <a:r>
              <a:rPr lang="nl-NL" dirty="0" err="1"/>
              <a:t>left</a:t>
            </a:r>
            <a:r>
              <a:rPr lang="nl-NL" dirty="0"/>
              <a:t> / right </a:t>
            </a:r>
            <a:r>
              <a:rPr lang="nl-NL" dirty="0" err="1"/>
              <a:t>child</a:t>
            </a:r>
            <a:endParaRPr lang="nl-N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157C72-1CEE-FD48-1C82-76842F4AC0EB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D39240-63A6-F4D8-508B-026FECDBAA40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BF107C-ADFB-402C-1B00-ED99F8689048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C9B82A-C87F-3936-857B-39E114658BDE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83B1EAD-FCCF-774C-1FE5-21FB5575937A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30B332-7E04-4A5F-A9CF-78D5AE33A632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0D6FCF-CA9B-F422-7564-218928406F15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E4458B-2F14-CC79-E821-8D78EF2B4CD2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7FB70F-4FB4-F7D3-072B-C9DA25EAE53E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A74D5-7F46-CAC3-90ED-C3277C042E10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0EF07-880B-A99A-A271-CFCED53367E4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14C90-2443-E562-8FF3-D7797DBC8D8F}"/>
              </a:ext>
            </a:extLst>
          </p:cNvPr>
          <p:cNvGrpSpPr/>
          <p:nvPr/>
        </p:nvGrpSpPr>
        <p:grpSpPr>
          <a:xfrm>
            <a:off x="12393980" y="3655934"/>
            <a:ext cx="723275" cy="569357"/>
            <a:chOff x="5723908" y="3059668"/>
            <a:chExt cx="723275" cy="569357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43F56B-E174-0D50-14C6-020E3DCC1B24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solidFill>
              <a:schemeClr val="accent4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AD13F7-24D8-DCF6-80FE-5D21C5439EE5}"/>
                </a:ext>
              </a:extLst>
            </p:cNvPr>
            <p:cNvSpPr txBox="1"/>
            <p:nvPr/>
          </p:nvSpPr>
          <p:spPr>
            <a:xfrm>
              <a:off x="5723908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5D58FE95-0D24-0D48-DF7C-35EBEB913972}"/>
              </a:ext>
            </a:extLst>
          </p:cNvPr>
          <p:cNvSpPr/>
          <p:nvPr/>
        </p:nvSpPr>
        <p:spPr>
          <a:xfrm>
            <a:off x="8953889" y="216274"/>
            <a:ext cx="2732274" cy="1338856"/>
          </a:xfrm>
          <a:prstGeom prst="wedgeEllipseCallout">
            <a:avLst>
              <a:gd name="adj1" fmla="val 64124"/>
              <a:gd name="adj2" fmla="val 1071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Remove</a:t>
            </a:r>
            <a:r>
              <a:rPr lang="nl-NL" dirty="0"/>
              <a:t> “Mango”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5D271B0-6132-C1BF-22DF-8501147A4C9A}"/>
              </a:ext>
            </a:extLst>
          </p:cNvPr>
          <p:cNvSpPr/>
          <p:nvPr/>
        </p:nvSpPr>
        <p:spPr>
          <a:xfrm>
            <a:off x="9243042" y="6150143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Fig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29096-4050-B694-30B1-96E23337BAF4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 flipH="1">
            <a:off x="9673836" y="5827575"/>
            <a:ext cx="430794" cy="32256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C90DC2-1800-2927-63F2-024589D241FD}"/>
              </a:ext>
            </a:extLst>
          </p:cNvPr>
          <p:cNvGrpSpPr/>
          <p:nvPr/>
        </p:nvGrpSpPr>
        <p:grpSpPr>
          <a:xfrm>
            <a:off x="7251872" y="4967676"/>
            <a:ext cx="284108" cy="461545"/>
            <a:chOff x="7251872" y="4967676"/>
            <a:chExt cx="284108" cy="461545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5DA4FFF-8515-8ACD-CD6A-78AB76BC95CC}"/>
                </a:ext>
              </a:extLst>
            </p:cNvPr>
            <p:cNvCxnSpPr>
              <a:cxnSpLocks/>
              <a:stCxn id="5" idx="1"/>
              <a:endCxn id="4" idx="0"/>
            </p:cNvCxnSpPr>
            <p:nvPr/>
          </p:nvCxnSpPr>
          <p:spPr>
            <a:xfrm flipH="1">
              <a:off x="7251872" y="4967676"/>
              <a:ext cx="284108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F576BC1-3B28-FD63-2482-C03326E27CA8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251872" y="4967676"/>
              <a:ext cx="284108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30B8D9-53BE-7F0A-AEB2-D60733F7E793}"/>
              </a:ext>
            </a:extLst>
          </p:cNvPr>
          <p:cNvGrpSpPr/>
          <p:nvPr/>
        </p:nvGrpSpPr>
        <p:grpSpPr>
          <a:xfrm>
            <a:off x="8397568" y="4967676"/>
            <a:ext cx="280683" cy="461545"/>
            <a:chOff x="8397568" y="4967676"/>
            <a:chExt cx="280683" cy="461545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5E8EBC1-11A6-95F7-46EC-A1FAF474C9E5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>
              <a:off x="8397568" y="4967676"/>
              <a:ext cx="280683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303B915-7152-A858-321B-A0F4C5CB563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397568" y="4967676"/>
              <a:ext cx="280683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B46E828-06F8-8E06-3B7D-DF453CE4E679}"/>
              </a:ext>
            </a:extLst>
          </p:cNvPr>
          <p:cNvGrpSpPr/>
          <p:nvPr/>
        </p:nvGrpSpPr>
        <p:grpSpPr>
          <a:xfrm>
            <a:off x="7966774" y="4424468"/>
            <a:ext cx="993872" cy="344031"/>
            <a:chOff x="7966774" y="4424468"/>
            <a:chExt cx="993872" cy="344031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CC592C8-5C42-C504-4A00-144567FA3262}"/>
                </a:ext>
              </a:extLst>
            </p:cNvPr>
            <p:cNvCxnSpPr>
              <a:cxnSpLocks/>
              <a:stCxn id="7" idx="1"/>
              <a:endCxn id="5" idx="0"/>
            </p:cNvCxnSpPr>
            <p:nvPr/>
          </p:nvCxnSpPr>
          <p:spPr>
            <a:xfrm flipH="1">
              <a:off x="7966774" y="4424468"/>
              <a:ext cx="993872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93DEB2-75CC-8593-F7C6-79F044FEF80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966774" y="4424468"/>
              <a:ext cx="993872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DC3460F-A1F4-5858-97C1-7DB167C9BB12}"/>
              </a:ext>
            </a:extLst>
          </p:cNvPr>
          <p:cNvGrpSpPr/>
          <p:nvPr/>
        </p:nvGrpSpPr>
        <p:grpSpPr>
          <a:xfrm>
            <a:off x="9822234" y="4424468"/>
            <a:ext cx="995584" cy="344031"/>
            <a:chOff x="9822234" y="4424468"/>
            <a:chExt cx="995584" cy="344031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E417326-7DF0-0FB3-87D6-196420EAF38F}"/>
                </a:ext>
              </a:extLst>
            </p:cNvPr>
            <p:cNvCxnSpPr>
              <a:cxnSpLocks/>
              <a:stCxn id="7" idx="3"/>
              <a:endCxn id="12" idx="0"/>
            </p:cNvCxnSpPr>
            <p:nvPr/>
          </p:nvCxnSpPr>
          <p:spPr>
            <a:xfrm>
              <a:off x="9822234" y="4424468"/>
              <a:ext cx="995584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4524E6-4375-10DD-3D01-9DB9EFDB7A4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822234" y="4424468"/>
              <a:ext cx="995584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EBE699-368C-3BEC-89FC-4D666BE90DA6}"/>
              </a:ext>
            </a:extLst>
          </p:cNvPr>
          <p:cNvGrpSpPr>
            <a:grpSpLocks/>
          </p:cNvGrpSpPr>
          <p:nvPr/>
        </p:nvGrpSpPr>
        <p:grpSpPr>
          <a:xfrm>
            <a:off x="10104630" y="4967676"/>
            <a:ext cx="282394" cy="461545"/>
            <a:chOff x="10104630" y="4967676"/>
            <a:chExt cx="282394" cy="461545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792134D-3C60-9F2E-410E-E4D345CA7B84}"/>
                </a:ext>
              </a:extLst>
            </p:cNvPr>
            <p:cNvCxnSpPr>
              <a:cxnSpLocks/>
              <a:stCxn id="12" idx="1"/>
              <a:endCxn id="10" idx="0"/>
            </p:cNvCxnSpPr>
            <p:nvPr/>
          </p:nvCxnSpPr>
          <p:spPr>
            <a:xfrm flipH="1">
              <a:off x="10104630" y="4967676"/>
              <a:ext cx="282394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40C0561-0F6A-A9CB-B047-C1A6FBFF088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0104630" y="4967676"/>
              <a:ext cx="282394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2499E1C-D2D4-718D-2993-1876FA37EAE3}"/>
              </a:ext>
            </a:extLst>
          </p:cNvPr>
          <p:cNvGrpSpPr>
            <a:grpSpLocks/>
          </p:cNvGrpSpPr>
          <p:nvPr/>
        </p:nvGrpSpPr>
        <p:grpSpPr>
          <a:xfrm>
            <a:off x="11248612" y="4967676"/>
            <a:ext cx="282396" cy="461545"/>
            <a:chOff x="11248612" y="4967676"/>
            <a:chExt cx="282396" cy="461545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5DED641-3CBA-8E07-B0BD-5F3A455B95F2}"/>
                </a:ext>
              </a:extLst>
            </p:cNvPr>
            <p:cNvCxnSpPr>
              <a:cxnSpLocks/>
              <a:stCxn id="12" idx="3"/>
              <a:endCxn id="11" idx="0"/>
            </p:cNvCxnSpPr>
            <p:nvPr/>
          </p:nvCxnSpPr>
          <p:spPr>
            <a:xfrm>
              <a:off x="11248612" y="4967676"/>
              <a:ext cx="282396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211484B-039F-6D58-B488-5842465C497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248612" y="4967676"/>
              <a:ext cx="282396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332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66707 -0.05256065 0.01766707 -0.05256065 0.03533414 -0.1051213 E" pathEditMode="relative" ptsTypes="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181518581808_770a0bf">
    <p:spTree>
      <p:nvGrpSpPr>
        <p:cNvPr id="1" name="">
          <a:extLst>
            <a:ext uri="{FF2B5EF4-FFF2-40B4-BE49-F238E27FC236}">
              <a16:creationId xmlns:a16="http://schemas.microsoft.com/office/drawing/2014/main" id="{57ECCBC8-BAA0-D07A-D4BF-DDAFC040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27AA-F567-7A6B-744E-78DF84FE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Removal</a:t>
            </a:r>
            <a:r>
              <a:rPr lang="nl-NL" b="0" dirty="0"/>
              <a:t> (easy case)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95FBB-7304-3481-D89B-A14621C7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3"/>
            <a:ext cx="6180998" cy="2795748"/>
          </a:xfrm>
        </p:spPr>
        <p:txBody>
          <a:bodyPr>
            <a:normAutofit/>
          </a:bodyPr>
          <a:lstStyle/>
          <a:p>
            <a:r>
              <a:rPr lang="nl-NL" dirty="0" err="1"/>
              <a:t>Removing</a:t>
            </a:r>
            <a:r>
              <a:rPr lang="nl-NL" dirty="0"/>
              <a:t> is (</a:t>
            </a:r>
            <a:r>
              <a:rPr lang="nl-NL" dirty="0" err="1"/>
              <a:t>relatively</a:t>
            </a:r>
            <a:r>
              <a:rPr lang="nl-NL" dirty="0"/>
              <a:t>) easy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Node is a </a:t>
            </a:r>
            <a:r>
              <a:rPr lang="nl-NL" dirty="0" err="1"/>
              <a:t>leaf</a:t>
            </a:r>
            <a:r>
              <a:rPr lang="nl-NL" dirty="0"/>
              <a:t> or has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child</a:t>
            </a:r>
            <a:endParaRPr lang="nl-NL" dirty="0"/>
          </a:p>
          <a:p>
            <a:r>
              <a:rPr lang="nl-NL" dirty="0"/>
              <a:t>Parent “</a:t>
            </a:r>
            <a:r>
              <a:rPr lang="nl-NL" dirty="0" err="1"/>
              <a:t>adopts</a:t>
            </a:r>
            <a:r>
              <a:rPr lang="nl-NL" dirty="0"/>
              <a:t>” “</a:t>
            </a:r>
            <a:r>
              <a:rPr lang="nl-NL" dirty="0" err="1"/>
              <a:t>grandchild</a:t>
            </a:r>
            <a:r>
              <a:rPr lang="nl-NL" dirty="0"/>
              <a:t>” as </a:t>
            </a:r>
            <a:r>
              <a:rPr lang="nl-NL" dirty="0" err="1"/>
              <a:t>left</a:t>
            </a:r>
            <a:r>
              <a:rPr lang="nl-NL" dirty="0"/>
              <a:t> / right </a:t>
            </a:r>
            <a:r>
              <a:rPr lang="nl-NL" dirty="0" err="1"/>
              <a:t>child</a:t>
            </a:r>
            <a:endParaRPr lang="nl-NL" dirty="0"/>
          </a:p>
          <a:p>
            <a:endParaRPr lang="nl-NL" dirty="0"/>
          </a:p>
          <a:p>
            <a:r>
              <a:rPr lang="nl-NL" b="1" dirty="0"/>
              <a:t>DIY</a:t>
            </a:r>
            <a:r>
              <a:rPr lang="nl-NL" dirty="0"/>
              <a:t>: </a:t>
            </a:r>
            <a:r>
              <a:rPr lang="nl-NL" dirty="0" err="1"/>
              <a:t>Assignment</a:t>
            </a:r>
            <a:r>
              <a:rPr lang="nl-NL" dirty="0"/>
              <a:t>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F952E5-6195-413E-CA3C-622B5A92C67F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9E346F-98E1-B131-4E12-3AE4A94D8314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238FB6C-C1E9-467B-9D75-82570DC4A99E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1810D07-BC07-46C3-171C-984FBB5D0804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A4FCD28-1486-5A8E-38AF-8B796FB80642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F8FA49-8729-ED37-06FA-3685C989B055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C9BFED2-B535-9628-D0EB-00FD62103F36}"/>
              </a:ext>
            </a:extLst>
          </p:cNvPr>
          <p:cNvCxnSpPr>
            <a:cxnSpLocks/>
            <a:stCxn id="12" idx="1"/>
            <a:endCxn id="29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B5B484-1238-DF68-D005-70139332A2CB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4A5363-9331-3070-4AF1-EA8F01F13B70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BB910F08-0356-EB9A-6E51-E7BFB570C287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49BD96-BBC3-E2FD-63D4-7A9530AC6D5A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533B51-F7DC-09FD-B1DF-388DB065AA38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69F40A-3D95-4A5D-B4FF-BA7B9385EF2F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9A5442-9CBE-E8F5-8B85-6D38483B19E1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9C648B-32CB-1F20-77D0-CF8630770B28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A4017-B257-F280-9A6B-7D47C51F1C34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306CF0-14A5-9C41-A480-91F02C86C3F2}"/>
              </a:ext>
            </a:extLst>
          </p:cNvPr>
          <p:cNvGrpSpPr/>
          <p:nvPr/>
        </p:nvGrpSpPr>
        <p:grpSpPr>
          <a:xfrm>
            <a:off x="12393980" y="3655934"/>
            <a:ext cx="723275" cy="569357"/>
            <a:chOff x="5723908" y="3059668"/>
            <a:chExt cx="723275" cy="569357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8E58771-B8E7-383B-49AA-274D55C7A769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solidFill>
              <a:schemeClr val="accent4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937AD9-96AC-ED4B-4FCB-375CD22F740C}"/>
                </a:ext>
              </a:extLst>
            </p:cNvPr>
            <p:cNvSpPr txBox="1"/>
            <p:nvPr/>
          </p:nvSpPr>
          <p:spPr>
            <a:xfrm>
              <a:off x="5723908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11D277C8-7F2B-463A-45D9-5C76EB5B55F2}"/>
              </a:ext>
            </a:extLst>
          </p:cNvPr>
          <p:cNvSpPr/>
          <p:nvPr/>
        </p:nvSpPr>
        <p:spPr>
          <a:xfrm>
            <a:off x="8953889" y="216274"/>
            <a:ext cx="2732274" cy="1338856"/>
          </a:xfrm>
          <a:prstGeom prst="wedgeEllipseCallout">
            <a:avLst>
              <a:gd name="adj1" fmla="val 64124"/>
              <a:gd name="adj2" fmla="val 1071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Remove</a:t>
            </a:r>
            <a:r>
              <a:rPr lang="nl-NL" dirty="0"/>
              <a:t> “Mango”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55D97B5-3CA1-B45D-35D3-AB4F278E91C6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Fig</a:t>
            </a:r>
            <a:endParaRPr lang="nl-NL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39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14017-DAB8-AB82-D071-94F33967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644D8F-A28A-972D-FEC4-8B497D0710CB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5B043-738E-4657-12FD-3BEAAF79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Removal</a:t>
            </a:r>
            <a:r>
              <a:rPr lang="nl-NL" b="0" dirty="0"/>
              <a:t> (tricky case)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E0C46-0559-6329-CE27-C97DF61D9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3"/>
            <a:ext cx="6180998" cy="2795748"/>
          </a:xfrm>
        </p:spPr>
        <p:txBody>
          <a:bodyPr>
            <a:normAutofit/>
          </a:bodyPr>
          <a:lstStyle/>
          <a:p>
            <a:r>
              <a:rPr lang="nl-NL" dirty="0"/>
              <a:t>Node has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children</a:t>
            </a:r>
            <a:r>
              <a:rPr lang="nl-NL" dirty="0"/>
              <a:t>: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node</a:t>
            </a:r>
          </a:p>
          <a:p>
            <a:endParaRPr lang="nl-NL" dirty="0"/>
          </a:p>
          <a:p>
            <a:r>
              <a:rPr lang="nl-NL" dirty="0" err="1"/>
              <a:t>Instead</a:t>
            </a:r>
            <a:r>
              <a:rPr lang="nl-NL" dirty="0"/>
              <a:t>, </a:t>
            </a:r>
            <a:r>
              <a:rPr lang="nl-NL" dirty="0" err="1"/>
              <a:t>replace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nl-NL" dirty="0"/>
          </a:p>
          <a:p>
            <a:pPr lvl="1"/>
            <a:r>
              <a:rPr lang="nl-NL" dirty="0" err="1"/>
              <a:t>Remove</a:t>
            </a:r>
            <a:r>
              <a:rPr lang="nl-NL" dirty="0"/>
              <a:t> node holding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copy?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8E1BD4-49A5-3D0C-6429-38476139CE2E}"/>
              </a:ext>
            </a:extLst>
          </p:cNvPr>
          <p:cNvSpPr/>
          <p:nvPr/>
        </p:nvSpPr>
        <p:spPr>
          <a:xfrm>
            <a:off x="8960646" y="422529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7BFFF-F24B-AE19-65FE-2BB5747F0B2D}"/>
              </a:ext>
            </a:extLst>
          </p:cNvPr>
          <p:cNvSpPr/>
          <p:nvPr/>
        </p:nvSpPr>
        <p:spPr>
          <a:xfrm>
            <a:off x="11100214" y="5429221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0FE13B0-4FB8-DA2B-5671-BC007383B39B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flipH="1">
            <a:off x="7251872" y="4967676"/>
            <a:ext cx="284108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2A15C51-3F8F-E65A-A892-78DE3FBD0246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8397568" y="4967676"/>
            <a:ext cx="280683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1D23B8D-6E80-0AE1-43DA-28E3B0EDE589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7966774" y="4424468"/>
            <a:ext cx="993872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42BA22D-96DF-88F3-B34A-EFC74EA45AC1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9822234" y="4424468"/>
            <a:ext cx="995584" cy="34403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E19595-AC19-D2EF-3780-F2A6AD879E43}"/>
              </a:ext>
            </a:extLst>
          </p:cNvPr>
          <p:cNvCxnSpPr>
            <a:cxnSpLocks/>
            <a:stCxn id="12" idx="1"/>
            <a:endCxn id="29" idx="0"/>
          </p:cNvCxnSpPr>
          <p:nvPr/>
        </p:nvCxnSpPr>
        <p:spPr>
          <a:xfrm flipH="1">
            <a:off x="10104630" y="4967676"/>
            <a:ext cx="282394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6F96227-9A0A-86EF-FC26-949B757B141F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11248612" y="4967676"/>
            <a:ext cx="282396" cy="46154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83A2C-CD80-7544-1A11-60C4B12C95C1}"/>
              </a:ext>
            </a:extLst>
          </p:cNvPr>
          <p:cNvGrpSpPr/>
          <p:nvPr/>
        </p:nvGrpSpPr>
        <p:grpSpPr>
          <a:xfrm>
            <a:off x="9029803" y="3593591"/>
            <a:ext cx="723275" cy="569357"/>
            <a:chOff x="5723905" y="3059668"/>
            <a:chExt cx="723275" cy="569357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D9EC5153-3223-97FE-7B8B-7C1EE92AB6DE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5FF3CE-3017-B95B-C849-33D8D4B396DD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483C50-FD7B-C8A9-2CCD-0288620464B9}"/>
              </a:ext>
            </a:extLst>
          </p:cNvPr>
          <p:cNvSpPr/>
          <p:nvPr/>
        </p:nvSpPr>
        <p:spPr>
          <a:xfrm>
            <a:off x="6821078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328E68-1F60-E13B-2341-CEA3272C788D}"/>
              </a:ext>
            </a:extLst>
          </p:cNvPr>
          <p:cNvSpPr/>
          <p:nvPr/>
        </p:nvSpPr>
        <p:spPr>
          <a:xfrm>
            <a:off x="10387024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6D9E25-1C67-6ABC-2EF6-014C5F026324}"/>
              </a:ext>
            </a:extLst>
          </p:cNvPr>
          <p:cNvSpPr/>
          <p:nvPr/>
        </p:nvSpPr>
        <p:spPr>
          <a:xfrm>
            <a:off x="7535980" y="4768499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7B579-E941-F5D9-6E68-19EE9A6D59C7}"/>
              </a:ext>
            </a:extLst>
          </p:cNvPr>
          <p:cNvSpPr txBox="1"/>
          <p:nvPr/>
        </p:nvSpPr>
        <p:spPr>
          <a:xfrm>
            <a:off x="8192255" y="1885491"/>
            <a:ext cx="2464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left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right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CBC2AF-D186-4E30-A8F7-BB7A32BD0A05}"/>
              </a:ext>
            </a:extLst>
          </p:cNvPr>
          <p:cNvGrpSpPr/>
          <p:nvPr/>
        </p:nvGrpSpPr>
        <p:grpSpPr>
          <a:xfrm>
            <a:off x="12393980" y="3655934"/>
            <a:ext cx="723275" cy="569357"/>
            <a:chOff x="5723908" y="3059668"/>
            <a:chExt cx="723275" cy="569357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2D1811FA-DD71-20C6-C226-5FCEDF2F0A20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solidFill>
              <a:schemeClr val="accent4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4AFBE6-D511-ECFE-5D30-E3F8BB697FF3}"/>
                </a:ext>
              </a:extLst>
            </p:cNvPr>
            <p:cNvSpPr txBox="1"/>
            <p:nvPr/>
          </p:nvSpPr>
          <p:spPr>
            <a:xfrm>
              <a:off x="5723908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CDFC6F80-CD13-56F3-CFF1-2856276EBA91}"/>
              </a:ext>
            </a:extLst>
          </p:cNvPr>
          <p:cNvSpPr/>
          <p:nvPr/>
        </p:nvSpPr>
        <p:spPr>
          <a:xfrm>
            <a:off x="8953889" y="216274"/>
            <a:ext cx="2732274" cy="1338856"/>
          </a:xfrm>
          <a:prstGeom prst="wedgeEllipseCallout">
            <a:avLst>
              <a:gd name="adj1" fmla="val 64124"/>
              <a:gd name="adj2" fmla="val 1071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Remove</a:t>
            </a:r>
            <a:r>
              <a:rPr lang="nl-NL" dirty="0"/>
              <a:t> “Date”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51B93D-D1AA-6B0D-806B-A0D9F0FC439F}"/>
              </a:ext>
            </a:extLst>
          </p:cNvPr>
          <p:cNvSpPr/>
          <p:nvPr/>
        </p:nvSpPr>
        <p:spPr>
          <a:xfrm>
            <a:off x="9673836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Fig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3BC96A-B96B-02EF-DD05-7D3333F4FB97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b="1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E0357A-4A12-1709-B56A-2B6F40AAAF12}"/>
              </a:ext>
            </a:extLst>
          </p:cNvPr>
          <p:cNvSpPr/>
          <p:nvPr/>
        </p:nvSpPr>
        <p:spPr>
          <a:xfrm>
            <a:off x="8247457" y="5429221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</p:spTree>
    <p:extLst>
      <p:ext uri="{BB962C8B-B14F-4D97-AF65-F5344CB8AC3E}">
        <p14:creationId xmlns:p14="http://schemas.microsoft.com/office/powerpoint/2010/main" val="328825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0.05859 -0.1754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0" y="-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4" grpId="0" animBg="1"/>
      <p:bldP spid="18" grpId="0"/>
      <p:bldP spid="18" grpId="1"/>
      <p:bldP spid="18" grpId="2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7833-24E6-3495-A398-F7AB8A31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2BA7A2A-94D5-89B6-CE0C-37652DCED655}"/>
              </a:ext>
            </a:extLst>
          </p:cNvPr>
          <p:cNvCxnSpPr>
            <a:cxnSpLocks/>
          </p:cNvCxnSpPr>
          <p:nvPr/>
        </p:nvCxnSpPr>
        <p:spPr>
          <a:xfrm flipH="1">
            <a:off x="8437829" y="2782767"/>
            <a:ext cx="956903" cy="77653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4E82393-B771-ADED-896D-C716C863FD21}"/>
              </a:ext>
            </a:extLst>
          </p:cNvPr>
          <p:cNvCxnSpPr>
            <a:cxnSpLocks/>
          </p:cNvCxnSpPr>
          <p:nvPr/>
        </p:nvCxnSpPr>
        <p:spPr>
          <a:xfrm flipH="1" flipV="1">
            <a:off x="9438818" y="2782767"/>
            <a:ext cx="1027438" cy="76740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2CBC5B9-5797-4482-C3F7-6CBCFDDFAE2B}"/>
              </a:ext>
            </a:extLst>
          </p:cNvPr>
          <p:cNvSpPr/>
          <p:nvPr/>
        </p:nvSpPr>
        <p:spPr>
          <a:xfrm>
            <a:off x="9208957" y="255290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C3927-1A76-9E34-1A65-02CE39629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7396711" cy="1097280"/>
          </a:xfrm>
        </p:spPr>
        <p:txBody>
          <a:bodyPr/>
          <a:lstStyle/>
          <a:p>
            <a:r>
              <a:rPr lang="nl-NL" b="0" dirty="0"/>
              <a:t>BST – </a:t>
            </a:r>
            <a:r>
              <a:rPr lang="nl-NL" b="0" dirty="0" err="1"/>
              <a:t>Removal</a:t>
            </a:r>
            <a:r>
              <a:rPr lang="nl-NL" b="0" dirty="0"/>
              <a:t> (tricky case)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5E7D-4777-684E-FA7D-873DD7CFF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6847449" cy="4585475"/>
          </a:xfrm>
        </p:spPr>
        <p:txBody>
          <a:bodyPr>
            <a:normAutofit/>
          </a:bodyPr>
          <a:lstStyle/>
          <a:p>
            <a:r>
              <a:rPr lang="nl-NL" dirty="0"/>
              <a:t>A </a:t>
            </a:r>
            <a:r>
              <a:rPr lang="nl-NL" dirty="0" err="1"/>
              <a:t>node’s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safely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replaced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:</a:t>
            </a:r>
          </a:p>
          <a:p>
            <a:pPr lvl="1"/>
            <a:r>
              <a:rPr lang="nl-NL" b="1" dirty="0" err="1"/>
              <a:t>Greatest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in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b="1" dirty="0" err="1"/>
              <a:t>left</a:t>
            </a:r>
            <a:r>
              <a:rPr lang="nl-NL" dirty="0"/>
              <a:t> </a:t>
            </a:r>
            <a:r>
              <a:rPr lang="nl-NL" dirty="0" err="1"/>
              <a:t>subtree</a:t>
            </a:r>
            <a:endParaRPr lang="nl-NL" dirty="0"/>
          </a:p>
          <a:p>
            <a:pPr lvl="1"/>
            <a:r>
              <a:rPr lang="nl-NL" b="1" dirty="0" err="1"/>
              <a:t>Smallest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in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b="1" dirty="0"/>
              <a:t>right</a:t>
            </a:r>
            <a:r>
              <a:rPr lang="nl-NL" dirty="0"/>
              <a:t> </a:t>
            </a:r>
            <a:r>
              <a:rPr lang="nl-NL" dirty="0" err="1"/>
              <a:t>subtree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The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hold</a:t>
            </a:r>
            <a:r>
              <a:rPr lang="nl-NL" dirty="0"/>
              <a:t> these </a:t>
            </a:r>
            <a:r>
              <a:rPr lang="nl-NL" dirty="0" err="1"/>
              <a:t>values</a:t>
            </a:r>
            <a:r>
              <a:rPr lang="nl-NL" dirty="0"/>
              <a:t> are </a:t>
            </a:r>
            <a:r>
              <a:rPr lang="nl-NL" b="1" dirty="0" err="1"/>
              <a:t>guaranteed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 have </a:t>
            </a:r>
            <a:r>
              <a:rPr lang="nl-NL" b="1" dirty="0"/>
              <a:t>at most </a:t>
            </a:r>
            <a:r>
              <a:rPr lang="nl-NL" b="1" dirty="0" err="1"/>
              <a:t>one</a:t>
            </a:r>
            <a:r>
              <a:rPr lang="nl-NL" dirty="0"/>
              <a:t> </a:t>
            </a:r>
            <a:r>
              <a:rPr lang="nl-NL" dirty="0" err="1"/>
              <a:t>child</a:t>
            </a:r>
            <a:r>
              <a:rPr lang="nl-NL" dirty="0"/>
              <a:t> node</a:t>
            </a:r>
          </a:p>
          <a:p>
            <a:r>
              <a:rPr lang="nl-NL" dirty="0" err="1"/>
              <a:t>Remove</a:t>
            </a:r>
            <a:r>
              <a:rPr lang="nl-NL" dirty="0"/>
              <a:t> node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children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Copy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greatest</a:t>
            </a:r>
            <a:r>
              <a:rPr lang="nl-NL" dirty="0"/>
              <a:t>/</a:t>
            </a:r>
            <a:r>
              <a:rPr lang="nl-NL" dirty="0" err="1"/>
              <a:t>smallest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in </a:t>
            </a:r>
            <a:r>
              <a:rPr lang="nl-NL" dirty="0" err="1"/>
              <a:t>left</a:t>
            </a:r>
            <a:r>
              <a:rPr lang="nl-NL" dirty="0"/>
              <a:t>/right </a:t>
            </a:r>
            <a:r>
              <a:rPr lang="nl-NL" dirty="0" err="1"/>
              <a:t>subtree</a:t>
            </a:r>
            <a:endParaRPr lang="nl-NL" dirty="0"/>
          </a:p>
          <a:p>
            <a:pPr lvl="1"/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node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was </a:t>
            </a:r>
            <a:r>
              <a:rPr lang="nl-NL" dirty="0" err="1"/>
              <a:t>copied</a:t>
            </a:r>
            <a:endParaRPr lang="nl-NL" dirty="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EAF9FB2-5206-A785-C3EC-B5461CC2374C}"/>
              </a:ext>
            </a:extLst>
          </p:cNvPr>
          <p:cNvCxnSpPr>
            <a:cxnSpLocks/>
          </p:cNvCxnSpPr>
          <p:nvPr/>
        </p:nvCxnSpPr>
        <p:spPr>
          <a:xfrm flipH="1" flipV="1">
            <a:off x="10466256" y="3612514"/>
            <a:ext cx="534661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43ACB3B-04A8-3E6F-524A-E7AA38064C1E}"/>
              </a:ext>
            </a:extLst>
          </p:cNvPr>
          <p:cNvCxnSpPr>
            <a:cxnSpLocks/>
          </p:cNvCxnSpPr>
          <p:nvPr/>
        </p:nvCxnSpPr>
        <p:spPr>
          <a:xfrm flipV="1">
            <a:off x="9975681" y="3603384"/>
            <a:ext cx="468532" cy="80453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3398BB8-4492-5B27-A5B5-85B5359EE063}"/>
              </a:ext>
            </a:extLst>
          </p:cNvPr>
          <p:cNvCxnSpPr>
            <a:cxnSpLocks/>
          </p:cNvCxnSpPr>
          <p:nvPr/>
        </p:nvCxnSpPr>
        <p:spPr>
          <a:xfrm flipH="1" flipV="1">
            <a:off x="8437829" y="3603384"/>
            <a:ext cx="490573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FC7AB3A-6856-0571-4F79-10D223C819EB}"/>
              </a:ext>
            </a:extLst>
          </p:cNvPr>
          <p:cNvCxnSpPr>
            <a:cxnSpLocks/>
          </p:cNvCxnSpPr>
          <p:nvPr/>
        </p:nvCxnSpPr>
        <p:spPr>
          <a:xfrm flipV="1">
            <a:off x="7903166" y="3603384"/>
            <a:ext cx="490577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26F9310-E8FD-9DC3-1D38-A5ACC411A802}"/>
              </a:ext>
            </a:extLst>
          </p:cNvPr>
          <p:cNvCxnSpPr>
            <a:cxnSpLocks/>
          </p:cNvCxnSpPr>
          <p:nvPr/>
        </p:nvCxnSpPr>
        <p:spPr>
          <a:xfrm flipV="1">
            <a:off x="7646857" y="4461133"/>
            <a:ext cx="256309" cy="78627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49B43AF-EC49-D8C2-1850-AFE065C165A3}"/>
              </a:ext>
            </a:extLst>
          </p:cNvPr>
          <p:cNvCxnSpPr>
            <a:cxnSpLocks/>
          </p:cNvCxnSpPr>
          <p:nvPr/>
        </p:nvCxnSpPr>
        <p:spPr>
          <a:xfrm flipH="1" flipV="1">
            <a:off x="7903166" y="4461133"/>
            <a:ext cx="278352" cy="79540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75C33B3-E52E-0EBB-8FFD-DA3E9520637E}"/>
              </a:ext>
            </a:extLst>
          </p:cNvPr>
          <p:cNvCxnSpPr>
            <a:cxnSpLocks/>
          </p:cNvCxnSpPr>
          <p:nvPr/>
        </p:nvCxnSpPr>
        <p:spPr>
          <a:xfrm flipV="1">
            <a:off x="8694136" y="4461133"/>
            <a:ext cx="234266" cy="79540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3C6768A-6CCC-4CDD-C6C2-8D436723146D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11000917" y="4452003"/>
            <a:ext cx="234267" cy="618758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DBCFF926-1E31-61ED-C189-80195DFE27BC}"/>
              </a:ext>
            </a:extLst>
          </p:cNvPr>
          <p:cNvSpPr/>
          <p:nvPr/>
        </p:nvSpPr>
        <p:spPr>
          <a:xfrm>
            <a:off x="8207968" y="337352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FD5D3D-62D3-165F-FD31-B587A58E7750}"/>
              </a:ext>
            </a:extLst>
          </p:cNvPr>
          <p:cNvSpPr/>
          <p:nvPr/>
        </p:nvSpPr>
        <p:spPr>
          <a:xfrm>
            <a:off x="7439039" y="507076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14AE41-B31E-96A4-ED98-F43622ACA55A}"/>
              </a:ext>
            </a:extLst>
          </p:cNvPr>
          <p:cNvSpPr/>
          <p:nvPr/>
        </p:nvSpPr>
        <p:spPr>
          <a:xfrm>
            <a:off x="7951657" y="507076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C9C015-F945-E26F-DE82-7D0D5C89AEA5}"/>
              </a:ext>
            </a:extLst>
          </p:cNvPr>
          <p:cNvSpPr/>
          <p:nvPr/>
        </p:nvSpPr>
        <p:spPr>
          <a:xfrm>
            <a:off x="8464275" y="507076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E083AD-929E-2D6C-CDF4-976F975B4DB2}"/>
              </a:ext>
            </a:extLst>
          </p:cNvPr>
          <p:cNvSpPr/>
          <p:nvPr/>
        </p:nvSpPr>
        <p:spPr>
          <a:xfrm>
            <a:off x="11027365" y="507076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396A7B5-CC55-5CFC-C809-8A5E336324AD}"/>
              </a:ext>
            </a:extLst>
          </p:cNvPr>
          <p:cNvSpPr/>
          <p:nvPr/>
        </p:nvSpPr>
        <p:spPr>
          <a:xfrm>
            <a:off x="7695348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C4B8A93-C9E7-A70E-7EDE-BEC18CC6AEFD}"/>
              </a:ext>
            </a:extLst>
          </p:cNvPr>
          <p:cNvSpPr/>
          <p:nvPr/>
        </p:nvSpPr>
        <p:spPr>
          <a:xfrm>
            <a:off x="10771056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K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071DF5-1C24-B0D0-EBE4-FD9397EC91A9}"/>
              </a:ext>
            </a:extLst>
          </p:cNvPr>
          <p:cNvSpPr/>
          <p:nvPr/>
        </p:nvSpPr>
        <p:spPr>
          <a:xfrm>
            <a:off x="10258438" y="337352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309BF67-99E9-67FC-F112-7BADF4BB6B7A}"/>
              </a:ext>
            </a:extLst>
          </p:cNvPr>
          <p:cNvSpPr/>
          <p:nvPr/>
        </p:nvSpPr>
        <p:spPr>
          <a:xfrm>
            <a:off x="8720584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DE4B3A0-9122-9398-335A-E1C22989BF3F}"/>
              </a:ext>
            </a:extLst>
          </p:cNvPr>
          <p:cNvSpPr/>
          <p:nvPr/>
        </p:nvSpPr>
        <p:spPr>
          <a:xfrm>
            <a:off x="9745820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9A12455A-6CDF-A07F-7920-598A4E7D1441}"/>
              </a:ext>
            </a:extLst>
          </p:cNvPr>
          <p:cNvGrpSpPr/>
          <p:nvPr/>
        </p:nvGrpSpPr>
        <p:grpSpPr>
          <a:xfrm>
            <a:off x="6876775" y="2284215"/>
            <a:ext cx="2185403" cy="589692"/>
            <a:chOff x="6876775" y="2284215"/>
            <a:chExt cx="2185403" cy="589692"/>
          </a:xfrm>
        </p:grpSpPr>
        <p:sp>
          <p:nvSpPr>
            <p:cNvPr id="382" name="Arrow: Right 381">
              <a:extLst>
                <a:ext uri="{FF2B5EF4-FFF2-40B4-BE49-F238E27FC236}">
                  <a16:creationId xmlns:a16="http://schemas.microsoft.com/office/drawing/2014/main" id="{7F1BF84E-1450-2E33-2916-16E2F993810A}"/>
                </a:ext>
              </a:extLst>
            </p:cNvPr>
            <p:cNvSpPr/>
            <p:nvPr/>
          </p:nvSpPr>
          <p:spPr>
            <a:xfrm>
              <a:off x="6967856" y="2611620"/>
              <a:ext cx="2094322" cy="262287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2A1BE992-EB92-F008-0059-B279BC83A4BA}"/>
                </a:ext>
              </a:extLst>
            </p:cNvPr>
            <p:cNvSpPr txBox="1"/>
            <p:nvPr/>
          </p:nvSpPr>
          <p:spPr>
            <a:xfrm>
              <a:off x="6876775" y="2284215"/>
              <a:ext cx="1202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Replace</a:t>
              </a:r>
              <a:r>
                <a:rPr lang="nl-NL" dirty="0">
                  <a:latin typeface="Aptos" panose="020B0004020202020204" pitchFamily="34" charset="0"/>
                </a:rPr>
                <a:t> </a:t>
              </a:r>
              <a:r>
                <a:rPr lang="nl-NL" b="1" dirty="0">
                  <a:latin typeface="Aptos" panose="020B0004020202020204" pitchFamily="34" charset="0"/>
                </a:rPr>
                <a:t>G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3B09676-7C83-02BD-3F44-7E8F398777EB}"/>
              </a:ext>
            </a:extLst>
          </p:cNvPr>
          <p:cNvSpPr/>
          <p:nvPr/>
        </p:nvSpPr>
        <p:spPr>
          <a:xfrm>
            <a:off x="9208957" y="255290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1063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07407E-6 L 0.02096 -0.12384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" y="-641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7" grpId="0" animBg="1"/>
      <p:bldP spid="19" grpId="0" animBg="1"/>
      <p:bldP spid="20" grpId="0" animBg="1"/>
      <p:bldP spid="21" grpId="0" animBg="1"/>
      <p:bldP spid="21" grpId="1" animBg="1"/>
      <p:bldP spid="27" grpId="0" animBg="1"/>
      <p:bldP spid="33" grpId="0" animBg="1"/>
      <p:bldP spid="36" grpId="0" animBg="1"/>
      <p:bldP spid="40" grpId="0" animBg="1"/>
      <p:bldP spid="34" grpId="0" animBg="1"/>
      <p:bldP spid="34" grpId="1" animBg="1"/>
      <p:bldP spid="34" grpId="2" animBg="1"/>
      <p:bldP spid="35" grpId="0" animBg="1"/>
      <p:bldP spid="35" grpId="1" animBg="1"/>
      <p:bldP spid="41" grpId="0" animBg="1"/>
      <p:bldP spid="4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DCC3-598C-BDA5-7428-3C72DBDC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EE781-DEAE-8D22-CFEA-92B728D8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trees as sets: Time </a:t>
            </a:r>
            <a:r>
              <a:rPr lang="nl-NL" b="0" dirty="0" err="1"/>
              <a:t>Complexities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39A0F-76A6-515B-9781-4EB362811A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6133699" cy="3566160"/>
              </a:xfrm>
            </p:spPr>
            <p:txBody>
              <a:bodyPr/>
              <a:lstStyle/>
              <a:p>
                <a:r>
                  <a:rPr lang="nl-NL" dirty="0"/>
                  <a:t>Worst case </a:t>
                </a:r>
                <a:r>
                  <a:rPr lang="nl-NL" dirty="0" err="1"/>
                  <a:t>scenarios</a:t>
                </a:r>
                <a:r>
                  <a:rPr lang="nl-NL" dirty="0"/>
                  <a:t>:</a:t>
                </a:r>
              </a:p>
              <a:p>
                <a:pPr lvl="1"/>
                <a:r>
                  <a:rPr lang="nl-NL" b="1" dirty="0" err="1"/>
                  <a:t>Membership</a:t>
                </a:r>
                <a:r>
                  <a:rPr lang="nl-NL" b="1" dirty="0"/>
                  <a:t> test</a:t>
                </a:r>
                <a:r>
                  <a:rPr lang="nl-NL" dirty="0"/>
                  <a:t>: </a:t>
                </a:r>
                <a:r>
                  <a:rPr lang="nl-NL" dirty="0" err="1"/>
                  <a:t>value</a:t>
                </a:r>
                <a:r>
                  <a:rPr lang="nl-NL" dirty="0"/>
                  <a:t> is </a:t>
                </a:r>
                <a:r>
                  <a:rPr lang="nl-NL" dirty="0" err="1"/>
                  <a:t>not</a:t>
                </a:r>
                <a:r>
                  <a:rPr lang="nl-NL" dirty="0"/>
                  <a:t> in </a:t>
                </a:r>
                <a:r>
                  <a:rPr lang="nl-NL" dirty="0" err="1"/>
                  <a:t>the</a:t>
                </a:r>
                <a:r>
                  <a:rPr lang="nl-NL" dirty="0"/>
                  <a:t> tree</a:t>
                </a:r>
              </a:p>
              <a:p>
                <a:pPr lvl="1"/>
                <a:r>
                  <a:rPr lang="nl-NL" b="1" dirty="0" err="1"/>
                  <a:t>Insertion</a:t>
                </a:r>
                <a:r>
                  <a:rPr lang="nl-NL" dirty="0"/>
                  <a:t>: </a:t>
                </a:r>
                <a:r>
                  <a:rPr lang="nl-NL" dirty="0" err="1"/>
                  <a:t>value</a:t>
                </a:r>
                <a:r>
                  <a:rPr lang="nl-NL" dirty="0"/>
                  <a:t> is </a:t>
                </a:r>
                <a:r>
                  <a:rPr lang="nl-NL" dirty="0" err="1"/>
                  <a:t>inserted</a:t>
                </a:r>
                <a:r>
                  <a:rPr lang="nl-NL" dirty="0"/>
                  <a:t> at </a:t>
                </a:r>
                <a:r>
                  <a:rPr lang="nl-NL" dirty="0" err="1"/>
                  <a:t>the</a:t>
                </a:r>
                <a:r>
                  <a:rPr lang="nl-NL" dirty="0"/>
                  <a:t> “</a:t>
                </a:r>
                <a:r>
                  <a:rPr lang="nl-NL" dirty="0" err="1"/>
                  <a:t>deepest</a:t>
                </a:r>
                <a:r>
                  <a:rPr lang="nl-NL" dirty="0"/>
                  <a:t>” point</a:t>
                </a:r>
              </a:p>
              <a:p>
                <a:pPr lvl="1"/>
                <a:r>
                  <a:rPr lang="nl-NL" b="1" dirty="0" err="1"/>
                  <a:t>Removal</a:t>
                </a:r>
                <a:r>
                  <a:rPr lang="nl-NL" dirty="0"/>
                  <a:t>: </a:t>
                </a:r>
                <a:r>
                  <a:rPr lang="nl-NL" dirty="0" err="1"/>
                  <a:t>value</a:t>
                </a:r>
                <a:r>
                  <a:rPr lang="nl-NL" dirty="0"/>
                  <a:t> is </a:t>
                </a:r>
                <a:r>
                  <a:rPr lang="nl-NL" dirty="0" err="1"/>
                  <a:t>removed</a:t>
                </a:r>
                <a:r>
                  <a:rPr lang="nl-NL" dirty="0"/>
                  <a:t> </a:t>
                </a:r>
                <a:r>
                  <a:rPr lang="nl-NL" dirty="0" err="1"/>
                  <a:t>from</a:t>
                </a:r>
                <a:r>
                  <a:rPr lang="nl-NL" dirty="0"/>
                  <a:t> “</a:t>
                </a:r>
                <a:r>
                  <a:rPr lang="nl-NL" dirty="0" err="1"/>
                  <a:t>deepest</a:t>
                </a:r>
                <a:r>
                  <a:rPr lang="nl-NL" dirty="0"/>
                  <a:t>” point</a:t>
                </a:r>
              </a:p>
              <a:p>
                <a:endParaRPr lang="nl-NL" dirty="0"/>
              </a:p>
              <a:p>
                <a:r>
                  <a:rPr lang="nl-NL" dirty="0"/>
                  <a:t>Worst-case time </a:t>
                </a:r>
                <a:r>
                  <a:rPr lang="nl-NL" dirty="0" err="1"/>
                  <a:t>complexity</a:t>
                </a:r>
                <a:r>
                  <a:rPr lang="nl-NL" dirty="0"/>
                  <a:t> of </a:t>
                </a:r>
                <a:r>
                  <a:rPr lang="nl-NL" dirty="0" err="1"/>
                  <a:t>all</a:t>
                </a:r>
                <a:r>
                  <a:rPr lang="nl-NL" dirty="0"/>
                  <a:t> operations: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</m:d>
                  </m:oMath>
                </a14:m>
                <a:endParaRPr lang="nl-NL" b="1" dirty="0"/>
              </a:p>
              <a:p>
                <a:pPr lvl="1"/>
                <a:r>
                  <a:rPr lang="nl-NL" dirty="0" err="1"/>
                  <a:t>Where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nl-NL" dirty="0"/>
                  <a:t> is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i="1" dirty="0" err="1"/>
                  <a:t>height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tree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39A0F-76A6-515B-9781-4EB362811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6133699" cy="3566160"/>
              </a:xfrm>
              <a:blipFill>
                <a:blip r:embed="rId2"/>
                <a:stretch>
                  <a:fillRect l="-596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786A9F9F-EE6F-6225-3184-CAFA38BD68BA}"/>
              </a:ext>
            </a:extLst>
          </p:cNvPr>
          <p:cNvGrpSpPr/>
          <p:nvPr/>
        </p:nvGrpSpPr>
        <p:grpSpPr>
          <a:xfrm>
            <a:off x="7439039" y="2552905"/>
            <a:ext cx="4003963" cy="2933494"/>
            <a:chOff x="7439039" y="2552905"/>
            <a:chExt cx="4003963" cy="2933494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85D0761-4181-B11C-8617-3DF4C56F6CC5}"/>
                </a:ext>
              </a:extLst>
            </p:cNvPr>
            <p:cNvCxnSpPr>
              <a:cxnSpLocks/>
              <a:stCxn id="55" idx="3"/>
              <a:endCxn id="57" idx="7"/>
            </p:cNvCxnSpPr>
            <p:nvPr/>
          </p:nvCxnSpPr>
          <p:spPr>
            <a:xfrm flipH="1">
              <a:off x="8437829" y="2782767"/>
              <a:ext cx="956903" cy="77653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51B6C01-4FAA-68B8-A6F8-8E214DD55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8818" y="2782767"/>
              <a:ext cx="1027438" cy="76740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A2EF7E4-BD94-5E3E-B153-BCC045ABDD21}"/>
                </a:ext>
              </a:extLst>
            </p:cNvPr>
            <p:cNvCxnSpPr>
              <a:cxnSpLocks/>
              <a:stCxn id="61" idx="7"/>
              <a:endCxn id="70" idx="4"/>
            </p:cNvCxnSpPr>
            <p:nvPr/>
          </p:nvCxnSpPr>
          <p:spPr>
            <a:xfrm flipH="1" flipV="1">
              <a:off x="10466256" y="3612514"/>
              <a:ext cx="534661" cy="795403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083AB5E-9AAA-6024-45EB-B9D13844DAA0}"/>
                </a:ext>
              </a:extLst>
            </p:cNvPr>
            <p:cNvCxnSpPr>
              <a:cxnSpLocks/>
              <a:stCxn id="59" idx="7"/>
              <a:endCxn id="70" idx="3"/>
            </p:cNvCxnSpPr>
            <p:nvPr/>
          </p:nvCxnSpPr>
          <p:spPr>
            <a:xfrm flipV="1">
              <a:off x="9975681" y="3603384"/>
              <a:ext cx="468532" cy="804533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EDD33EB-1D04-16D4-3E30-ADB75DADD132}"/>
                </a:ext>
              </a:extLst>
            </p:cNvPr>
            <p:cNvCxnSpPr>
              <a:cxnSpLocks/>
              <a:stCxn id="52" idx="0"/>
              <a:endCxn id="57" idx="5"/>
            </p:cNvCxnSpPr>
            <p:nvPr/>
          </p:nvCxnSpPr>
          <p:spPr>
            <a:xfrm flipH="1" flipV="1">
              <a:off x="8437829" y="3603384"/>
              <a:ext cx="490573" cy="795403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67DA2F9-206B-A482-DA43-D4F13A87155B}"/>
                </a:ext>
              </a:extLst>
            </p:cNvPr>
            <p:cNvCxnSpPr>
              <a:cxnSpLocks/>
              <a:stCxn id="56" idx="0"/>
              <a:endCxn id="57" idx="3"/>
            </p:cNvCxnSpPr>
            <p:nvPr/>
          </p:nvCxnSpPr>
          <p:spPr>
            <a:xfrm flipV="1">
              <a:off x="7903166" y="3603384"/>
              <a:ext cx="490577" cy="795403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4764014-17E4-8C6A-C561-1F22B2791B0F}"/>
                </a:ext>
              </a:extLst>
            </p:cNvPr>
            <p:cNvCxnSpPr>
              <a:cxnSpLocks/>
              <a:stCxn id="53" idx="0"/>
              <a:endCxn id="56" idx="4"/>
            </p:cNvCxnSpPr>
            <p:nvPr/>
          </p:nvCxnSpPr>
          <p:spPr>
            <a:xfrm flipV="1">
              <a:off x="7646857" y="4461133"/>
              <a:ext cx="256309" cy="78627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015159D-4E3E-C881-F883-ED60D413043C}"/>
                </a:ext>
              </a:extLst>
            </p:cNvPr>
            <p:cNvCxnSpPr>
              <a:cxnSpLocks/>
              <a:stCxn id="54" idx="7"/>
              <a:endCxn id="56" idx="4"/>
            </p:cNvCxnSpPr>
            <p:nvPr/>
          </p:nvCxnSpPr>
          <p:spPr>
            <a:xfrm flipH="1" flipV="1">
              <a:off x="7903166" y="4461133"/>
              <a:ext cx="278352" cy="79540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8F77258-98F8-D9A9-E019-AD52AC8B135B}"/>
                </a:ext>
              </a:extLst>
            </p:cNvPr>
            <p:cNvCxnSpPr>
              <a:cxnSpLocks/>
              <a:stCxn id="58" idx="7"/>
              <a:endCxn id="52" idx="4"/>
            </p:cNvCxnSpPr>
            <p:nvPr/>
          </p:nvCxnSpPr>
          <p:spPr>
            <a:xfrm flipV="1">
              <a:off x="8694136" y="4461133"/>
              <a:ext cx="234266" cy="79540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54FE3E5-E670-A593-4FBF-F3B9448F64E6}"/>
                </a:ext>
              </a:extLst>
            </p:cNvPr>
            <p:cNvCxnSpPr>
              <a:cxnSpLocks/>
              <a:stCxn id="67" idx="0"/>
              <a:endCxn id="61" idx="5"/>
            </p:cNvCxnSpPr>
            <p:nvPr/>
          </p:nvCxnSpPr>
          <p:spPr>
            <a:xfrm flipH="1" flipV="1">
              <a:off x="11000917" y="4452003"/>
              <a:ext cx="234267" cy="618758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EEC22BF-E2DA-B733-B7D0-26CF62AB0D81}"/>
                </a:ext>
              </a:extLst>
            </p:cNvPr>
            <p:cNvSpPr/>
            <p:nvPr/>
          </p:nvSpPr>
          <p:spPr>
            <a:xfrm>
              <a:off x="8897229" y="439878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D344D08-3DAC-CA2F-664A-9EFD101118A1}"/>
                </a:ext>
              </a:extLst>
            </p:cNvPr>
            <p:cNvSpPr/>
            <p:nvPr/>
          </p:nvSpPr>
          <p:spPr>
            <a:xfrm>
              <a:off x="7615684" y="524740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E05F72-C1E2-33EC-57EE-B6CDB130704A}"/>
                </a:ext>
              </a:extLst>
            </p:cNvPr>
            <p:cNvSpPr/>
            <p:nvPr/>
          </p:nvSpPr>
          <p:spPr>
            <a:xfrm>
              <a:off x="8128302" y="524740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2B802CC-4174-E1CC-F41E-BEC88432AE8C}"/>
                </a:ext>
              </a:extLst>
            </p:cNvPr>
            <p:cNvSpPr/>
            <p:nvPr/>
          </p:nvSpPr>
          <p:spPr>
            <a:xfrm>
              <a:off x="9385602" y="2729551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37EBA2F-E4F2-C5B4-C756-52EF1B84BC5F}"/>
                </a:ext>
              </a:extLst>
            </p:cNvPr>
            <p:cNvSpPr/>
            <p:nvPr/>
          </p:nvSpPr>
          <p:spPr>
            <a:xfrm>
              <a:off x="7871993" y="439878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916F840-9C42-F867-56B6-EA71E3AC6B51}"/>
                </a:ext>
              </a:extLst>
            </p:cNvPr>
            <p:cNvSpPr/>
            <p:nvPr/>
          </p:nvSpPr>
          <p:spPr>
            <a:xfrm>
              <a:off x="8384613" y="3550168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88CAF1C-F60D-4BFD-5A84-A685242C20EC}"/>
                </a:ext>
              </a:extLst>
            </p:cNvPr>
            <p:cNvSpPr/>
            <p:nvPr/>
          </p:nvSpPr>
          <p:spPr>
            <a:xfrm>
              <a:off x="8640920" y="524740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5864815-6F89-3432-C8FE-A51BEE3E6B86}"/>
                </a:ext>
              </a:extLst>
            </p:cNvPr>
            <p:cNvSpPr/>
            <p:nvPr/>
          </p:nvSpPr>
          <p:spPr>
            <a:xfrm>
              <a:off x="9922465" y="439878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7ADC825-59A7-8C9E-AFFC-1FD4653D7189}"/>
                </a:ext>
              </a:extLst>
            </p:cNvPr>
            <p:cNvSpPr/>
            <p:nvPr/>
          </p:nvSpPr>
          <p:spPr>
            <a:xfrm>
              <a:off x="11204010" y="524740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A59E553-C221-222A-5408-80A71BA4C6C4}"/>
                </a:ext>
              </a:extLst>
            </p:cNvPr>
            <p:cNvSpPr/>
            <p:nvPr/>
          </p:nvSpPr>
          <p:spPr>
            <a:xfrm>
              <a:off x="10947701" y="4398787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7E864BF-5721-371E-003F-BDF045B290A2}"/>
                </a:ext>
              </a:extLst>
            </p:cNvPr>
            <p:cNvSpPr/>
            <p:nvPr/>
          </p:nvSpPr>
          <p:spPr>
            <a:xfrm>
              <a:off x="8207968" y="3373522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170D06C-A4BA-823C-4CC5-A743AA8E1F0F}"/>
                </a:ext>
              </a:extLst>
            </p:cNvPr>
            <p:cNvSpPr/>
            <p:nvPr/>
          </p:nvSpPr>
          <p:spPr>
            <a:xfrm>
              <a:off x="9208957" y="2552905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G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A9D9D8A-4514-BD4F-6B4D-E230536D2701}"/>
                </a:ext>
              </a:extLst>
            </p:cNvPr>
            <p:cNvSpPr/>
            <p:nvPr/>
          </p:nvSpPr>
          <p:spPr>
            <a:xfrm>
              <a:off x="7439039" y="5070762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5DB96F7-0312-486E-2D09-76F2114C035D}"/>
                </a:ext>
              </a:extLst>
            </p:cNvPr>
            <p:cNvSpPr/>
            <p:nvPr/>
          </p:nvSpPr>
          <p:spPr>
            <a:xfrm>
              <a:off x="7951657" y="5070762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99868C5-C969-C668-08A1-5A398E454DFE}"/>
                </a:ext>
              </a:extLst>
            </p:cNvPr>
            <p:cNvSpPr/>
            <p:nvPr/>
          </p:nvSpPr>
          <p:spPr>
            <a:xfrm>
              <a:off x="8464275" y="5070762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AD106B9-0B84-4641-E8D4-D8A5D540C758}"/>
                </a:ext>
              </a:extLst>
            </p:cNvPr>
            <p:cNvSpPr/>
            <p:nvPr/>
          </p:nvSpPr>
          <p:spPr>
            <a:xfrm>
              <a:off x="11027365" y="5070761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3882AFB-9668-86B8-15B7-5452B75D5555}"/>
                </a:ext>
              </a:extLst>
            </p:cNvPr>
            <p:cNvSpPr/>
            <p:nvPr/>
          </p:nvSpPr>
          <p:spPr>
            <a:xfrm>
              <a:off x="7695348" y="4222141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F3D8D15-02D0-27BB-5447-1E8B16BF7522}"/>
                </a:ext>
              </a:extLst>
            </p:cNvPr>
            <p:cNvSpPr/>
            <p:nvPr/>
          </p:nvSpPr>
          <p:spPr>
            <a:xfrm>
              <a:off x="10771056" y="4222141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K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CCEE320-0065-FDC9-EA4D-E98E349CB7A9}"/>
                </a:ext>
              </a:extLst>
            </p:cNvPr>
            <p:cNvSpPr/>
            <p:nvPr/>
          </p:nvSpPr>
          <p:spPr>
            <a:xfrm>
              <a:off x="10435083" y="3550168"/>
              <a:ext cx="62346" cy="62346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D64EE61-0FD5-0B3E-D10F-058EF9CD00A4}"/>
                </a:ext>
              </a:extLst>
            </p:cNvPr>
            <p:cNvSpPr/>
            <p:nvPr/>
          </p:nvSpPr>
          <p:spPr>
            <a:xfrm>
              <a:off x="10258438" y="3373522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J</a:t>
              </a:r>
            </a:p>
          </p:txBody>
        </p:sp>
        <p:sp>
          <p:nvSpPr>
            <p:cNvPr id="74" name="Oval 33">
              <a:extLst>
                <a:ext uri="{FF2B5EF4-FFF2-40B4-BE49-F238E27FC236}">
                  <a16:creationId xmlns:a16="http://schemas.microsoft.com/office/drawing/2014/main" id="{3245B334-FEA9-9226-A289-EAAAE11AAA56}"/>
                </a:ext>
              </a:extLst>
            </p:cNvPr>
            <p:cNvSpPr/>
            <p:nvPr/>
          </p:nvSpPr>
          <p:spPr>
            <a:xfrm>
              <a:off x="8720584" y="4222141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sp>
          <p:nvSpPr>
            <p:cNvPr id="75" name="Oval 34">
              <a:extLst>
                <a:ext uri="{FF2B5EF4-FFF2-40B4-BE49-F238E27FC236}">
                  <a16:creationId xmlns:a16="http://schemas.microsoft.com/office/drawing/2014/main" id="{751AC493-86CD-427F-0A4C-93BAF2761F63}"/>
                </a:ext>
              </a:extLst>
            </p:cNvPr>
            <p:cNvSpPr/>
            <p:nvPr/>
          </p:nvSpPr>
          <p:spPr>
            <a:xfrm>
              <a:off x="9745820" y="4222141"/>
              <a:ext cx="415637" cy="4156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H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5D61076-BEB3-6D02-F0F3-FFCFE6CD7C60}"/>
              </a:ext>
            </a:extLst>
          </p:cNvPr>
          <p:cNvGrpSpPr/>
          <p:nvPr/>
        </p:nvGrpSpPr>
        <p:grpSpPr>
          <a:xfrm>
            <a:off x="6918404" y="2552905"/>
            <a:ext cx="655719" cy="3017716"/>
            <a:chOff x="6562277" y="2552905"/>
            <a:chExt cx="655719" cy="3017716"/>
          </a:xfrm>
        </p:grpSpPr>
        <p:sp>
          <p:nvSpPr>
            <p:cNvPr id="77" name="Arrow: Up-Down 76">
              <a:extLst>
                <a:ext uri="{FF2B5EF4-FFF2-40B4-BE49-F238E27FC236}">
                  <a16:creationId xmlns:a16="http://schemas.microsoft.com/office/drawing/2014/main" id="{3FF75CF2-DE0C-9DBE-8891-9F5A9F0E4714}"/>
                </a:ext>
              </a:extLst>
            </p:cNvPr>
            <p:cNvSpPr/>
            <p:nvPr/>
          </p:nvSpPr>
          <p:spPr>
            <a:xfrm>
              <a:off x="6891154" y="2552905"/>
              <a:ext cx="326842" cy="3017716"/>
            </a:xfrm>
            <a:prstGeom prst="up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178E565-F9E4-4121-0C11-128CE78250BB}"/>
                </a:ext>
              </a:extLst>
            </p:cNvPr>
            <p:cNvSpPr txBox="1"/>
            <p:nvPr/>
          </p:nvSpPr>
          <p:spPr>
            <a:xfrm rot="16200000">
              <a:off x="6092757" y="3798926"/>
              <a:ext cx="1308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Tree </a:t>
              </a:r>
              <a:r>
                <a:rPr lang="nl-NL" dirty="0" err="1">
                  <a:latin typeface="Aptos" panose="020B0004020202020204" pitchFamily="34" charset="0"/>
                </a:rPr>
                <a:t>height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50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11111E-6 L 0.03945 -1.11111E-6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181636532447_f2fd0ee">
    <p:spTree>
      <p:nvGrpSpPr>
        <p:cNvPr id="1" name="">
          <a:extLst>
            <a:ext uri="{FF2B5EF4-FFF2-40B4-BE49-F238E27FC236}">
              <a16:creationId xmlns:a16="http://schemas.microsoft.com/office/drawing/2014/main" id="{D82B28BA-2F5F-5969-9AC4-BC7C878B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B585E5A-B67E-7F6E-1D86-71D737657110}"/>
              </a:ext>
            </a:extLst>
          </p:cNvPr>
          <p:cNvGrpSpPr/>
          <p:nvPr/>
        </p:nvGrpSpPr>
        <p:grpSpPr>
          <a:xfrm>
            <a:off x="7871993" y="2576058"/>
            <a:ext cx="4255181" cy="369332"/>
            <a:chOff x="7871993" y="2576058"/>
            <a:chExt cx="4255181" cy="369332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97EE979-ED02-2323-846A-BE644E65A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1993" y="2782767"/>
              <a:ext cx="3314700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1D547E4-AE1A-8CBC-4E78-18222BC0B3C9}"/>
                </a:ext>
              </a:extLst>
            </p:cNvPr>
            <p:cNvSpPr txBox="1"/>
            <p:nvPr/>
          </p:nvSpPr>
          <p:spPr>
            <a:xfrm>
              <a:off x="11283673" y="2576058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level 0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C9F93A5-DA2E-26E0-0126-DCD6302EBBCE}"/>
              </a:ext>
            </a:extLst>
          </p:cNvPr>
          <p:cNvGrpSpPr/>
          <p:nvPr/>
        </p:nvGrpSpPr>
        <p:grpSpPr>
          <a:xfrm>
            <a:off x="7871993" y="3396674"/>
            <a:ext cx="4255181" cy="369332"/>
            <a:chOff x="7871993" y="3396674"/>
            <a:chExt cx="4255181" cy="369332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4F95B65-E96E-D7DD-2A1C-E8DC96742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1993" y="3581340"/>
              <a:ext cx="3314700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DCA9C7E-3F38-1CB1-E920-B105A00E9D14}"/>
                </a:ext>
              </a:extLst>
            </p:cNvPr>
            <p:cNvSpPr txBox="1"/>
            <p:nvPr/>
          </p:nvSpPr>
          <p:spPr>
            <a:xfrm>
              <a:off x="11283673" y="3396674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level 1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586408B-45EB-E10D-B88B-C507FD420C21}"/>
              </a:ext>
            </a:extLst>
          </p:cNvPr>
          <p:cNvGrpSpPr/>
          <p:nvPr/>
        </p:nvGrpSpPr>
        <p:grpSpPr>
          <a:xfrm>
            <a:off x="7871993" y="4245294"/>
            <a:ext cx="4255181" cy="369332"/>
            <a:chOff x="7871993" y="4245294"/>
            <a:chExt cx="4255181" cy="369332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64A41AF-FCDC-35C0-D60C-01D751557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1993" y="4429960"/>
              <a:ext cx="3314700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3D4BA8D-1A63-D2AF-53BF-48D1CF18C95F}"/>
                </a:ext>
              </a:extLst>
            </p:cNvPr>
            <p:cNvSpPr txBox="1"/>
            <p:nvPr/>
          </p:nvSpPr>
          <p:spPr>
            <a:xfrm>
              <a:off x="11283673" y="4245294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level 2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F92941-1395-4409-58B6-CAFB2D0C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Time </a:t>
            </a:r>
            <a:r>
              <a:rPr lang="nl-NL" b="0" dirty="0" err="1"/>
              <a:t>complexity</a:t>
            </a:r>
            <a:r>
              <a:rPr lang="nl-NL" b="0" dirty="0"/>
              <a:t> – Best case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0D864-20B8-8F7A-9514-579329C345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1"/>
                <a:ext cx="6566837" cy="4477191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Let’s </a:t>
                </a:r>
                <a:r>
                  <a:rPr lang="nl-NL" dirty="0" err="1"/>
                  <a:t>insert</a:t>
                </a:r>
                <a:r>
                  <a:rPr lang="nl-NL" dirty="0"/>
                  <a:t>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7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6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8</a:t>
                </a:r>
                <a:r>
                  <a:rPr lang="nl-NL" dirty="0"/>
                  <a:t> </a:t>
                </a:r>
                <a:r>
                  <a:rPr lang="nl-NL" dirty="0" err="1"/>
                  <a:t>into</a:t>
                </a:r>
                <a:r>
                  <a:rPr lang="nl-NL" dirty="0"/>
                  <a:t> a BST</a:t>
                </a:r>
              </a:p>
              <a:p>
                <a:r>
                  <a:rPr lang="nl-NL" dirty="0" err="1"/>
                  <a:t>Each</a:t>
                </a:r>
                <a:r>
                  <a:rPr lang="nl-NL" dirty="0"/>
                  <a:t> “level” is </a:t>
                </a:r>
                <a:r>
                  <a:rPr lang="nl-NL" dirty="0" err="1"/>
                  <a:t>filled</a:t>
                </a:r>
                <a:r>
                  <a:rPr lang="nl-NL" dirty="0"/>
                  <a:t> </a:t>
                </a:r>
                <a:r>
                  <a:rPr lang="nl-NL" dirty="0" err="1"/>
                  <a:t>before</a:t>
                </a:r>
                <a:r>
                  <a:rPr lang="nl-NL" dirty="0"/>
                  <a:t> </a:t>
                </a:r>
                <a:r>
                  <a:rPr lang="nl-NL" dirty="0" err="1"/>
                  <a:t>another</a:t>
                </a:r>
                <a:r>
                  <a:rPr lang="nl-NL" dirty="0"/>
                  <a:t> level is </a:t>
                </a:r>
                <a:r>
                  <a:rPr lang="nl-NL" dirty="0" err="1"/>
                  <a:t>added</a:t>
                </a:r>
                <a:endParaRPr lang="nl-NL" dirty="0"/>
              </a:p>
              <a:p>
                <a:pPr lvl="1"/>
                <a:r>
                  <a:rPr lang="nl-NL" dirty="0" err="1"/>
                  <a:t>Perfectly</a:t>
                </a:r>
                <a:r>
                  <a:rPr lang="nl-NL" dirty="0"/>
                  <a:t> “</a:t>
                </a:r>
                <a:r>
                  <a:rPr lang="nl-NL" dirty="0" err="1"/>
                  <a:t>balanced</a:t>
                </a:r>
                <a:r>
                  <a:rPr lang="nl-NL" dirty="0"/>
                  <a:t>”</a:t>
                </a:r>
              </a:p>
              <a:p>
                <a:pPr lvl="1"/>
                <a:endParaRPr lang="nl-NL" dirty="0"/>
              </a:p>
              <a:p>
                <a:r>
                  <a:rPr lang="nl-NL" dirty="0"/>
                  <a:t>Level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nl-NL" dirty="0"/>
                  <a:t>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nodes</a:t>
                </a:r>
                <a:r>
                  <a:rPr lang="nl-NL" dirty="0"/>
                  <a:t>, </a:t>
                </a:r>
                <a:r>
                  <a:rPr lang="nl-NL" dirty="0" err="1"/>
                  <a:t>so</a:t>
                </a:r>
                <a:r>
                  <a:rPr lang="nl-NL" dirty="0"/>
                  <a:t> </a:t>
                </a:r>
                <a:r>
                  <a:rPr lang="nl-NL" dirty="0" err="1"/>
                  <a:t>need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/>
                  <a:t>double</a:t>
                </a:r>
                <a:r>
                  <a:rPr lang="nl-NL" dirty="0"/>
                  <a:t> </a:t>
                </a:r>
                <a:r>
                  <a:rPr lang="nl-NL" dirty="0" err="1"/>
                  <a:t>nodes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add</a:t>
                </a:r>
                <a:r>
                  <a:rPr lang="nl-NL" dirty="0"/>
                  <a:t> </a:t>
                </a:r>
                <a:r>
                  <a:rPr lang="nl-NL" dirty="0" err="1"/>
                  <a:t>another</a:t>
                </a:r>
                <a:r>
                  <a:rPr lang="nl-NL" dirty="0"/>
                  <a:t> level</a:t>
                </a:r>
              </a:p>
              <a:p>
                <a:pPr lvl="1"/>
                <a:r>
                  <a:rPr lang="nl-NL" dirty="0" err="1"/>
                  <a:t>height</a:t>
                </a:r>
                <a:r>
                  <a:rPr lang="nl-NL" dirty="0"/>
                  <a:t> of tree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 + 1</m:t>
                            </m:r>
                          </m:e>
                        </m:d>
                      </m:e>
                    </m:func>
                  </m:oMath>
                </a14:m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Search, </a:t>
                </a:r>
                <a:r>
                  <a:rPr lang="nl-NL" dirty="0" err="1"/>
                  <a:t>Insertion</a:t>
                </a:r>
                <a:r>
                  <a:rPr lang="nl-NL" dirty="0"/>
                  <a:t>, </a:t>
                </a:r>
                <a:r>
                  <a:rPr lang="nl-NL" dirty="0" err="1"/>
                  <a:t>Removal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in best case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0D864-20B8-8F7A-9514-579329C345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1"/>
                <a:ext cx="6566837" cy="4477191"/>
              </a:xfrm>
              <a:blipFill>
                <a:blip r:embed="rId2"/>
                <a:stretch>
                  <a:fillRect l="-557" t="-13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1A3B2D-D968-3478-2CD3-49687B8D7033}"/>
              </a:ext>
            </a:extLst>
          </p:cNvPr>
          <p:cNvCxnSpPr>
            <a:cxnSpLocks/>
            <a:stCxn id="69" idx="3"/>
            <a:endCxn id="71" idx="7"/>
          </p:cNvCxnSpPr>
          <p:nvPr/>
        </p:nvCxnSpPr>
        <p:spPr>
          <a:xfrm flipH="1">
            <a:off x="8437829" y="2782767"/>
            <a:ext cx="956903" cy="77653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7FCAE92-050A-E71F-A305-8CC1AC402A8B}"/>
              </a:ext>
            </a:extLst>
          </p:cNvPr>
          <p:cNvCxnSpPr>
            <a:cxnSpLocks/>
          </p:cNvCxnSpPr>
          <p:nvPr/>
        </p:nvCxnSpPr>
        <p:spPr>
          <a:xfrm flipH="1" flipV="1">
            <a:off x="9438818" y="2782767"/>
            <a:ext cx="1027438" cy="76740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948FC3-4DEA-C92A-413E-8B74C77AD0E5}"/>
              </a:ext>
            </a:extLst>
          </p:cNvPr>
          <p:cNvCxnSpPr>
            <a:cxnSpLocks/>
            <a:stCxn id="75" idx="7"/>
            <a:endCxn id="84" idx="4"/>
          </p:cNvCxnSpPr>
          <p:nvPr/>
        </p:nvCxnSpPr>
        <p:spPr>
          <a:xfrm flipH="1" flipV="1">
            <a:off x="10466256" y="3612514"/>
            <a:ext cx="534661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0957602-6367-CF39-154F-DA96E99C9FED}"/>
              </a:ext>
            </a:extLst>
          </p:cNvPr>
          <p:cNvCxnSpPr>
            <a:cxnSpLocks/>
            <a:stCxn id="73" idx="7"/>
            <a:endCxn id="84" idx="3"/>
          </p:cNvCxnSpPr>
          <p:nvPr/>
        </p:nvCxnSpPr>
        <p:spPr>
          <a:xfrm flipV="1">
            <a:off x="9975681" y="3603384"/>
            <a:ext cx="468532" cy="80453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B1381FD-B79C-3324-17D1-4D32A31FB4D9}"/>
              </a:ext>
            </a:extLst>
          </p:cNvPr>
          <p:cNvCxnSpPr>
            <a:cxnSpLocks/>
            <a:stCxn id="66" idx="0"/>
            <a:endCxn id="71" idx="5"/>
          </p:cNvCxnSpPr>
          <p:nvPr/>
        </p:nvCxnSpPr>
        <p:spPr>
          <a:xfrm flipH="1" flipV="1">
            <a:off x="8437829" y="3603384"/>
            <a:ext cx="490573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D2C67A3-2148-5730-662F-F8D5DEF5F94F}"/>
              </a:ext>
            </a:extLst>
          </p:cNvPr>
          <p:cNvCxnSpPr>
            <a:cxnSpLocks/>
            <a:stCxn id="70" idx="0"/>
            <a:endCxn id="71" idx="3"/>
          </p:cNvCxnSpPr>
          <p:nvPr/>
        </p:nvCxnSpPr>
        <p:spPr>
          <a:xfrm flipV="1">
            <a:off x="7903166" y="3603384"/>
            <a:ext cx="490577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FD68B07B-5929-E3FA-7D20-F77ABAEEABA9}"/>
              </a:ext>
            </a:extLst>
          </p:cNvPr>
          <p:cNvSpPr/>
          <p:nvPr/>
        </p:nvSpPr>
        <p:spPr>
          <a:xfrm>
            <a:off x="8897229" y="4398787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3D93E3F-F41E-B080-9D34-4BC05A9281CC}"/>
              </a:ext>
            </a:extLst>
          </p:cNvPr>
          <p:cNvSpPr/>
          <p:nvPr/>
        </p:nvSpPr>
        <p:spPr>
          <a:xfrm>
            <a:off x="9385602" y="2729551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CC3A4D0-A45C-A10F-ECB2-9A4EA519E053}"/>
              </a:ext>
            </a:extLst>
          </p:cNvPr>
          <p:cNvSpPr/>
          <p:nvPr/>
        </p:nvSpPr>
        <p:spPr>
          <a:xfrm>
            <a:off x="7871993" y="4398787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6D1FAF2-D0C8-7F07-13F5-0C82C3DCFEE1}"/>
              </a:ext>
            </a:extLst>
          </p:cNvPr>
          <p:cNvSpPr/>
          <p:nvPr/>
        </p:nvSpPr>
        <p:spPr>
          <a:xfrm>
            <a:off x="8384613" y="3550168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463EB23-48DD-8FE1-AE5A-958C177DDF35}"/>
              </a:ext>
            </a:extLst>
          </p:cNvPr>
          <p:cNvSpPr/>
          <p:nvPr/>
        </p:nvSpPr>
        <p:spPr>
          <a:xfrm>
            <a:off x="9922465" y="4398787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62E5F1F-DF68-B013-EB34-FD429138EB20}"/>
              </a:ext>
            </a:extLst>
          </p:cNvPr>
          <p:cNvSpPr/>
          <p:nvPr/>
        </p:nvSpPr>
        <p:spPr>
          <a:xfrm>
            <a:off x="10947701" y="4398787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126BF46-83A3-EF89-9A08-115035DE120D}"/>
              </a:ext>
            </a:extLst>
          </p:cNvPr>
          <p:cNvSpPr/>
          <p:nvPr/>
        </p:nvSpPr>
        <p:spPr>
          <a:xfrm>
            <a:off x="8207968" y="337352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E82FCF2-B72A-E7E4-0BD0-58C6C4E930E9}"/>
              </a:ext>
            </a:extLst>
          </p:cNvPr>
          <p:cNvSpPr/>
          <p:nvPr/>
        </p:nvSpPr>
        <p:spPr>
          <a:xfrm>
            <a:off x="9208957" y="255290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8E04857-0C8D-A5AC-E93E-D30691F5AC14}"/>
              </a:ext>
            </a:extLst>
          </p:cNvPr>
          <p:cNvSpPr/>
          <p:nvPr/>
        </p:nvSpPr>
        <p:spPr>
          <a:xfrm>
            <a:off x="7695348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8C08D14-61B0-A541-351E-B29A6F9A339A}"/>
              </a:ext>
            </a:extLst>
          </p:cNvPr>
          <p:cNvSpPr/>
          <p:nvPr/>
        </p:nvSpPr>
        <p:spPr>
          <a:xfrm>
            <a:off x="10771056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4E2A89D-59B8-3176-8229-869FCA9FDB98}"/>
              </a:ext>
            </a:extLst>
          </p:cNvPr>
          <p:cNvSpPr/>
          <p:nvPr/>
        </p:nvSpPr>
        <p:spPr>
          <a:xfrm>
            <a:off x="10435083" y="3550168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0FD4096-AB69-B5E6-3FB7-8B0CEDA70829}"/>
              </a:ext>
            </a:extLst>
          </p:cNvPr>
          <p:cNvSpPr/>
          <p:nvPr/>
        </p:nvSpPr>
        <p:spPr>
          <a:xfrm>
            <a:off x="10258438" y="3373522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88" name="Oval 33">
            <a:extLst>
              <a:ext uri="{FF2B5EF4-FFF2-40B4-BE49-F238E27FC236}">
                <a16:creationId xmlns:a16="http://schemas.microsoft.com/office/drawing/2014/main" id="{10023F3B-5C20-22BC-1FCA-1EBD10F48561}"/>
              </a:ext>
            </a:extLst>
          </p:cNvPr>
          <p:cNvSpPr/>
          <p:nvPr/>
        </p:nvSpPr>
        <p:spPr>
          <a:xfrm>
            <a:off x="8720584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9" name="Oval 34">
            <a:extLst>
              <a:ext uri="{FF2B5EF4-FFF2-40B4-BE49-F238E27FC236}">
                <a16:creationId xmlns:a16="http://schemas.microsoft.com/office/drawing/2014/main" id="{BE96A779-6794-E96E-0199-92BA6F3B6B95}"/>
              </a:ext>
            </a:extLst>
          </p:cNvPr>
          <p:cNvSpPr/>
          <p:nvPr/>
        </p:nvSpPr>
        <p:spPr>
          <a:xfrm>
            <a:off x="9745820" y="422214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26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9" grpId="0" animBg="1"/>
      <p:bldP spid="70" grpId="0" animBg="1"/>
      <p:bldP spid="71" grpId="0" animBg="1"/>
      <p:bldP spid="73" grpId="0" animBg="1"/>
      <p:bldP spid="75" grpId="0" animBg="1"/>
      <p:bldP spid="76" grpId="0" animBg="1"/>
      <p:bldP spid="77" grpId="0" animBg="1"/>
      <p:bldP spid="82" grpId="0" animBg="1"/>
      <p:bldP spid="83" grpId="0" animBg="1"/>
      <p:bldP spid="84" grpId="0" animBg="1"/>
      <p:bldP spid="85" grpId="0" animBg="1"/>
      <p:bldP spid="88" grpId="0" animBg="1"/>
      <p:bldP spid="8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181636532457_8c6c930">
    <p:spTree>
      <p:nvGrpSpPr>
        <p:cNvPr id="1" name="">
          <a:extLst>
            <a:ext uri="{FF2B5EF4-FFF2-40B4-BE49-F238E27FC236}">
              <a16:creationId xmlns:a16="http://schemas.microsoft.com/office/drawing/2014/main" id="{0A813EC1-A7C7-170D-C3AD-4228407B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A892-62CA-BC31-7206-5FCB3828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Time </a:t>
            </a:r>
            <a:r>
              <a:rPr lang="nl-NL" b="0" dirty="0" err="1"/>
              <a:t>complexity</a:t>
            </a:r>
            <a:r>
              <a:rPr lang="nl-NL" b="0" dirty="0"/>
              <a:t> – Worst case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B10C9A-70EB-73F7-E701-DC80F372E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6406569" cy="3566160"/>
              </a:xfrm>
            </p:spPr>
            <p:txBody>
              <a:bodyPr/>
              <a:lstStyle/>
              <a:p>
                <a:r>
                  <a:rPr lang="nl-NL" dirty="0" err="1"/>
                  <a:t>Let’s</a:t>
                </a:r>
                <a:r>
                  <a:rPr lang="nl-NL" dirty="0"/>
                  <a:t> </a:t>
                </a:r>
                <a:r>
                  <a:rPr lang="nl-NL" dirty="0" err="1"/>
                  <a:t>insert</a:t>
                </a:r>
                <a:r>
                  <a:rPr lang="nl-NL" dirty="0"/>
                  <a:t>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r>
                  <a:rPr lang="nl-NL" dirty="0"/>
                  <a:t>, 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r>
                  <a:rPr lang="nl-NL" dirty="0"/>
                  <a:t>, … </a:t>
                </a:r>
                <a:r>
                  <a:rPr lang="nl-NL" dirty="0" err="1"/>
                  <a:t>into</a:t>
                </a:r>
                <a:r>
                  <a:rPr lang="nl-NL" dirty="0"/>
                  <a:t> a BST</a:t>
                </a:r>
              </a:p>
              <a:p>
                <a:endParaRPr lang="nl-NL" dirty="0"/>
              </a:p>
              <a:p>
                <a:r>
                  <a:rPr lang="nl-NL" dirty="0" err="1"/>
                  <a:t>Each</a:t>
                </a:r>
                <a:r>
                  <a:rPr lang="nl-NL" dirty="0"/>
                  <a:t> </a:t>
                </a:r>
                <a:r>
                  <a:rPr lang="nl-NL" dirty="0" err="1"/>
                  <a:t>insertion</a:t>
                </a:r>
                <a:r>
                  <a:rPr lang="nl-NL" dirty="0"/>
                  <a:t> </a:t>
                </a:r>
                <a:r>
                  <a:rPr lang="nl-NL" dirty="0" err="1"/>
                  <a:t>increases</a:t>
                </a:r>
                <a:r>
                  <a:rPr lang="nl-NL" dirty="0"/>
                  <a:t> tree </a:t>
                </a:r>
                <a:r>
                  <a:rPr lang="nl-NL" dirty="0" err="1"/>
                  <a:t>height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one</a:t>
                </a:r>
                <a:r>
                  <a:rPr lang="nl-NL" dirty="0"/>
                  <a:t> in </a:t>
                </a:r>
                <a:r>
                  <a:rPr lang="nl-NL" dirty="0" err="1"/>
                  <a:t>the</a:t>
                </a:r>
                <a:r>
                  <a:rPr lang="nl-NL" dirty="0"/>
                  <a:t> worst case.</a:t>
                </a:r>
              </a:p>
              <a:p>
                <a:pPr lvl="1"/>
                <a:r>
                  <a:rPr lang="nl-NL" dirty="0" err="1"/>
                  <a:t>Height</a:t>
                </a:r>
                <a:r>
                  <a:rPr lang="nl-NL" dirty="0"/>
                  <a:t> of tree is </a:t>
                </a:r>
                <a:r>
                  <a:rPr lang="nl-NL" dirty="0" err="1"/>
                  <a:t>equal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number</a:t>
                </a:r>
                <a:r>
                  <a:rPr lang="nl-NL" dirty="0"/>
                  <a:t> of </a:t>
                </a:r>
                <a:r>
                  <a:rPr lang="nl-NL" dirty="0" err="1"/>
                  <a:t>nodes</a:t>
                </a:r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Search, </a:t>
                </a:r>
                <a:r>
                  <a:rPr lang="nl-NL" dirty="0" err="1"/>
                  <a:t>Insertion</a:t>
                </a:r>
                <a:r>
                  <a:rPr lang="nl-NL" dirty="0"/>
                  <a:t>, </a:t>
                </a:r>
                <a:r>
                  <a:rPr lang="nl-NL" dirty="0" err="1"/>
                  <a:t>Removal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 in worst case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B10C9A-70EB-73F7-E701-DC80F372E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6406569" cy="3566160"/>
              </a:xfrm>
              <a:blipFill>
                <a:blip r:embed="rId2"/>
                <a:stretch>
                  <a:fillRect l="-571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4457B1-1BBD-577B-56CF-4F75FFFB2CDA}"/>
              </a:ext>
            </a:extLst>
          </p:cNvPr>
          <p:cNvCxnSpPr>
            <a:cxnSpLocks/>
          </p:cNvCxnSpPr>
          <p:nvPr/>
        </p:nvCxnSpPr>
        <p:spPr>
          <a:xfrm flipH="1" flipV="1">
            <a:off x="7982211" y="2721700"/>
            <a:ext cx="1027438" cy="76740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3DA564-6968-6FC5-036F-A1DEBEA48C11}"/>
              </a:ext>
            </a:extLst>
          </p:cNvPr>
          <p:cNvCxnSpPr>
            <a:cxnSpLocks/>
            <a:stCxn id="25" idx="7"/>
            <a:endCxn id="34" idx="4"/>
          </p:cNvCxnSpPr>
          <p:nvPr/>
        </p:nvCxnSpPr>
        <p:spPr>
          <a:xfrm flipH="1" flipV="1">
            <a:off x="9009649" y="3551447"/>
            <a:ext cx="534661" cy="795403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C5F76D-401C-C8EA-1B18-F4523EF280B8}"/>
              </a:ext>
            </a:extLst>
          </p:cNvPr>
          <p:cNvCxnSpPr>
            <a:cxnSpLocks/>
            <a:stCxn id="24" idx="7"/>
            <a:endCxn id="25" idx="5"/>
          </p:cNvCxnSpPr>
          <p:nvPr/>
        </p:nvCxnSpPr>
        <p:spPr>
          <a:xfrm flipH="1" flipV="1">
            <a:off x="9544310" y="4390936"/>
            <a:ext cx="256309" cy="80453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63DAB1D-A840-422F-507A-F3BA31F28CA3}"/>
              </a:ext>
            </a:extLst>
          </p:cNvPr>
          <p:cNvSpPr/>
          <p:nvPr/>
        </p:nvSpPr>
        <p:spPr>
          <a:xfrm>
            <a:off x="7928995" y="2668484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80F3C6-9725-7AFD-FE8E-47DC2117A570}"/>
              </a:ext>
            </a:extLst>
          </p:cNvPr>
          <p:cNvSpPr/>
          <p:nvPr/>
        </p:nvSpPr>
        <p:spPr>
          <a:xfrm>
            <a:off x="9491094" y="4337720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840BA3-F3AE-3C62-C817-63B96EAFFD4E}"/>
              </a:ext>
            </a:extLst>
          </p:cNvPr>
          <p:cNvSpPr/>
          <p:nvPr/>
        </p:nvSpPr>
        <p:spPr>
          <a:xfrm>
            <a:off x="8978476" y="3489101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619771-925F-F4AA-586F-3CED12EA57D7}"/>
              </a:ext>
            </a:extLst>
          </p:cNvPr>
          <p:cNvSpPr/>
          <p:nvPr/>
        </p:nvSpPr>
        <p:spPr>
          <a:xfrm>
            <a:off x="9938716" y="5960640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D836ED-D231-484B-FFF3-14851E7F8626}"/>
              </a:ext>
            </a:extLst>
          </p:cNvPr>
          <p:cNvSpPr/>
          <p:nvPr/>
        </p:nvSpPr>
        <p:spPr>
          <a:xfrm>
            <a:off x="9747403" y="5186340"/>
            <a:ext cx="62346" cy="6234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4B50E3-54E0-9FE5-F997-41A7D9890027}"/>
              </a:ext>
            </a:extLst>
          </p:cNvPr>
          <p:cNvCxnSpPr>
            <a:cxnSpLocks/>
            <a:stCxn id="6" idx="7"/>
            <a:endCxn id="24" idx="5"/>
          </p:cNvCxnSpPr>
          <p:nvPr/>
        </p:nvCxnSpPr>
        <p:spPr>
          <a:xfrm flipH="1" flipV="1">
            <a:off x="9800619" y="5239556"/>
            <a:ext cx="191313" cy="73021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8881458-50A1-A59A-7AA8-5EF1836D67B1}"/>
              </a:ext>
            </a:extLst>
          </p:cNvPr>
          <p:cNvSpPr/>
          <p:nvPr/>
        </p:nvSpPr>
        <p:spPr>
          <a:xfrm>
            <a:off x="7752350" y="2491838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7A3BC4-2689-DBA7-5687-08AA3A987782}"/>
              </a:ext>
            </a:extLst>
          </p:cNvPr>
          <p:cNvSpPr/>
          <p:nvPr/>
        </p:nvSpPr>
        <p:spPr>
          <a:xfrm>
            <a:off x="9314449" y="416107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7F46F73-AE64-25B0-3519-0F2519928698}"/>
              </a:ext>
            </a:extLst>
          </p:cNvPr>
          <p:cNvSpPr/>
          <p:nvPr/>
        </p:nvSpPr>
        <p:spPr>
          <a:xfrm>
            <a:off x="8801831" y="331245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7E6864-83EC-7C0F-0CFF-96CAE5674CF7}"/>
              </a:ext>
            </a:extLst>
          </p:cNvPr>
          <p:cNvSpPr/>
          <p:nvPr/>
        </p:nvSpPr>
        <p:spPr>
          <a:xfrm>
            <a:off x="9762071" y="578399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611630-B668-742F-926A-060B828BD907}"/>
              </a:ext>
            </a:extLst>
          </p:cNvPr>
          <p:cNvSpPr/>
          <p:nvPr/>
        </p:nvSpPr>
        <p:spPr>
          <a:xfrm>
            <a:off x="9570758" y="500969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73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34" grpId="0" animBg="1"/>
      <p:bldP spid="6" grpId="0" animBg="1"/>
      <p:bldP spid="24" grpId="0" animBg="1"/>
      <p:bldP spid="27" grpId="0" animBg="1"/>
      <p:bldP spid="33" grpId="0" animBg="1"/>
      <p:bldP spid="35" grpId="0" animBg="1"/>
      <p:bldP spid="4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211402286599_8b8ab40">
    <p:spTree>
      <p:nvGrpSpPr>
        <p:cNvPr id="1" name="">
          <a:extLst>
            <a:ext uri="{FF2B5EF4-FFF2-40B4-BE49-F238E27FC236}">
              <a16:creationId xmlns:a16="http://schemas.microsoft.com/office/drawing/2014/main" id="{45E18351-60AC-ADBE-01A1-E9E8AF75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60CF918-59D7-16BB-6D5D-005520CE20E5}"/>
              </a:ext>
            </a:extLst>
          </p:cNvPr>
          <p:cNvGrpSpPr/>
          <p:nvPr/>
        </p:nvGrpSpPr>
        <p:grpSpPr>
          <a:xfrm>
            <a:off x="6870031" y="3844053"/>
            <a:ext cx="5230163" cy="1410516"/>
            <a:chOff x="6870031" y="3844053"/>
            <a:chExt cx="5230163" cy="1410516"/>
          </a:xfrm>
        </p:grpSpPr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2A7E903-C0B1-04A9-6BF9-88FEF256E0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0031" y="5254569"/>
              <a:ext cx="4355431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4080323E-071D-6FBC-FD02-3C89A0111B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0032" y="3844053"/>
              <a:ext cx="4355431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4" name="Arrow: Up-Down 173">
              <a:extLst>
                <a:ext uri="{FF2B5EF4-FFF2-40B4-BE49-F238E27FC236}">
                  <a16:creationId xmlns:a16="http://schemas.microsoft.com/office/drawing/2014/main" id="{E19E2BD7-C45E-1661-C346-6DB91F3773B3}"/>
                </a:ext>
              </a:extLst>
            </p:cNvPr>
            <p:cNvSpPr/>
            <p:nvPr/>
          </p:nvSpPr>
          <p:spPr>
            <a:xfrm>
              <a:off x="10768263" y="3879398"/>
              <a:ext cx="415637" cy="1325376"/>
            </a:xfrm>
            <a:prstGeom prst="up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3FBCA719-4C04-ECCA-9022-830B6DBE3472}"/>
                    </a:ext>
                  </a:extLst>
                </p:cNvPr>
                <p:cNvSpPr txBox="1"/>
                <p:nvPr/>
              </p:nvSpPr>
              <p:spPr>
                <a:xfrm>
                  <a:off x="11007907" y="4351766"/>
                  <a:ext cx="10922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nl-NL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 = 2</m:t>
                        </m:r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3FBCA719-4C04-ECCA-9022-830B6DBE3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7907" y="4351766"/>
                  <a:ext cx="109228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25A6D8-9B1C-6EA6-710C-25F973AE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Self-balancing</a:t>
            </a:r>
            <a:r>
              <a:rPr lang="nl-NL" b="0" dirty="0"/>
              <a:t> </a:t>
            </a:r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ACC90-4353-9C87-A900-AF2231342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</p:spPr>
            <p:txBody>
              <a:bodyPr/>
              <a:lstStyle/>
              <a:p>
                <a:r>
                  <a:rPr lang="nl-NL" dirty="0"/>
                  <a:t>Trees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rebalanced</a:t>
                </a:r>
                <a:r>
                  <a:rPr lang="nl-NL" dirty="0"/>
                  <a:t> </a:t>
                </a:r>
                <a:r>
                  <a:rPr lang="nl-NL" dirty="0" err="1"/>
                  <a:t>through</a:t>
                </a:r>
                <a:r>
                  <a:rPr lang="nl-NL" dirty="0"/>
                  <a:t> </a:t>
                </a:r>
                <a:r>
                  <a:rPr lang="nl-NL" b="1" dirty="0" err="1"/>
                  <a:t>rotations</a:t>
                </a:r>
                <a:endParaRPr lang="nl-NL" b="1" dirty="0"/>
              </a:p>
              <a:p>
                <a:pPr lvl="1"/>
                <a:r>
                  <a:rPr lang="nl-NL" dirty="0" err="1"/>
                  <a:t>Changing</a:t>
                </a:r>
                <a:r>
                  <a:rPr lang="nl-NL" dirty="0"/>
                  <a:t> </a:t>
                </a:r>
                <a:r>
                  <a:rPr lang="nl-NL" dirty="0" err="1"/>
                  <a:t>linkage</a:t>
                </a:r>
                <a:r>
                  <a:rPr lang="nl-NL" dirty="0"/>
                  <a:t> </a:t>
                </a:r>
                <a:r>
                  <a:rPr lang="nl-NL" dirty="0" err="1"/>
                  <a:t>while</a:t>
                </a:r>
                <a:r>
                  <a:rPr lang="nl-NL" dirty="0"/>
                  <a:t> </a:t>
                </a:r>
                <a:r>
                  <a:rPr lang="nl-NL" dirty="0" err="1"/>
                  <a:t>maintaining</a:t>
                </a:r>
                <a:r>
                  <a:rPr lang="nl-NL" dirty="0"/>
                  <a:t> order,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pPr lvl="1"/>
                <a:endParaRPr lang="nl-NL" b="1" dirty="0"/>
              </a:p>
              <a:p>
                <a:r>
                  <a:rPr lang="nl-NL" dirty="0" err="1"/>
                  <a:t>Rotations</a:t>
                </a:r>
                <a:r>
                  <a:rPr lang="nl-NL" dirty="0"/>
                  <a:t> are </a:t>
                </a:r>
                <a:r>
                  <a:rPr lang="nl-NL" dirty="0" err="1"/>
                  <a:t>done</a:t>
                </a:r>
                <a:r>
                  <a:rPr lang="nl-NL" dirty="0"/>
                  <a:t> </a:t>
                </a:r>
                <a:r>
                  <a:rPr lang="nl-NL" dirty="0" err="1"/>
                  <a:t>when</a:t>
                </a:r>
                <a:r>
                  <a:rPr lang="nl-NL" dirty="0"/>
                  <a:t> </a:t>
                </a:r>
                <a:r>
                  <a:rPr lang="nl-NL" dirty="0" err="1"/>
                  <a:t>difference</a:t>
                </a:r>
                <a:r>
                  <a:rPr lang="nl-NL" dirty="0"/>
                  <a:t> in </a:t>
                </a:r>
                <a:r>
                  <a:rPr lang="nl-NL" dirty="0" err="1"/>
                  <a:t>height</a:t>
                </a:r>
                <a:r>
                  <a:rPr lang="nl-NL" dirty="0"/>
                  <a:t> </a:t>
                </a:r>
                <a:r>
                  <a:rPr lang="nl-NL" dirty="0" err="1"/>
                  <a:t>becomes</a:t>
                </a:r>
                <a:r>
                  <a:rPr lang="nl-NL" dirty="0"/>
                  <a:t> </a:t>
                </a:r>
                <a:r>
                  <a:rPr lang="nl-NL" dirty="0" err="1"/>
                  <a:t>too</a:t>
                </a:r>
                <a:r>
                  <a:rPr lang="nl-NL" dirty="0"/>
                  <a:t> large</a:t>
                </a:r>
              </a:p>
              <a:p>
                <a:pPr lvl="1"/>
                <a:r>
                  <a:rPr lang="nl-NL" dirty="0"/>
                  <a:t>(</a:t>
                </a:r>
                <a:r>
                  <a:rPr lang="nl-NL" dirty="0" err="1"/>
                  <a:t>Combinations</a:t>
                </a:r>
                <a:r>
                  <a:rPr lang="nl-NL" dirty="0"/>
                  <a:t> of) </a:t>
                </a:r>
                <a:r>
                  <a:rPr lang="nl-NL" dirty="0" err="1"/>
                  <a:t>left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right </a:t>
                </a:r>
                <a:r>
                  <a:rPr lang="nl-NL" dirty="0" err="1"/>
                  <a:t>rotations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ACC90-4353-9C87-A900-AF2231342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  <a:blipFill>
                <a:blip r:embed="rId3"/>
                <a:stretch>
                  <a:fillRect l="-620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48BCB6-ACBA-EFF6-CBD2-4A98BC8FEB99}"/>
              </a:ext>
            </a:extLst>
          </p:cNvPr>
          <p:cNvCxnSpPr>
            <a:cxnSpLocks/>
          </p:cNvCxnSpPr>
          <p:nvPr/>
        </p:nvCxnSpPr>
        <p:spPr>
          <a:xfrm flipH="1">
            <a:off x="8615693" y="4584522"/>
            <a:ext cx="169224" cy="6348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F1202D-24B1-6B42-A25A-F7F6F10C6FFB}"/>
              </a:ext>
            </a:extLst>
          </p:cNvPr>
          <p:cNvCxnSpPr>
            <a:cxnSpLocks/>
          </p:cNvCxnSpPr>
          <p:nvPr/>
        </p:nvCxnSpPr>
        <p:spPr>
          <a:xfrm>
            <a:off x="8855337" y="4584522"/>
            <a:ext cx="204434" cy="620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67E13A0-FDC0-7B5D-1A2D-BE7C87D8FC74}"/>
              </a:ext>
            </a:extLst>
          </p:cNvPr>
          <p:cNvCxnSpPr>
            <a:cxnSpLocks/>
          </p:cNvCxnSpPr>
          <p:nvPr/>
        </p:nvCxnSpPr>
        <p:spPr>
          <a:xfrm>
            <a:off x="8376048" y="3879264"/>
            <a:ext cx="444079" cy="6202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EF14AC-8A84-83C1-B918-DB188A4EA6BA}"/>
              </a:ext>
            </a:extLst>
          </p:cNvPr>
          <p:cNvCxnSpPr>
            <a:cxnSpLocks/>
          </p:cNvCxnSpPr>
          <p:nvPr/>
        </p:nvCxnSpPr>
        <p:spPr>
          <a:xfrm flipH="1">
            <a:off x="7896761" y="3879264"/>
            <a:ext cx="408867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10FB4E-17A2-F215-EB61-4577AF4227BD}"/>
              </a:ext>
            </a:extLst>
          </p:cNvPr>
          <p:cNvCxnSpPr>
            <a:cxnSpLocks/>
          </p:cNvCxnSpPr>
          <p:nvPr/>
        </p:nvCxnSpPr>
        <p:spPr>
          <a:xfrm flipH="1">
            <a:off x="8376048" y="3174006"/>
            <a:ext cx="937951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C6E0B6-ED16-0207-2950-6F6C66F1314C}"/>
              </a:ext>
            </a:extLst>
          </p:cNvPr>
          <p:cNvCxnSpPr>
            <a:cxnSpLocks/>
          </p:cNvCxnSpPr>
          <p:nvPr/>
        </p:nvCxnSpPr>
        <p:spPr>
          <a:xfrm flipH="1" flipV="1">
            <a:off x="9384419" y="3174006"/>
            <a:ext cx="937951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108F7BF8-1F29-B969-DFC1-3F45354C5A82}"/>
              </a:ext>
            </a:extLst>
          </p:cNvPr>
          <p:cNvSpPr/>
          <p:nvPr/>
        </p:nvSpPr>
        <p:spPr>
          <a:xfrm>
            <a:off x="8133020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DB48409-50E8-1E8B-903F-8A4D0836E2AF}"/>
              </a:ext>
            </a:extLst>
          </p:cNvPr>
          <p:cNvSpPr/>
          <p:nvPr/>
        </p:nvSpPr>
        <p:spPr>
          <a:xfrm>
            <a:off x="8851953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EA9F79A-7452-16CF-FB6E-5DC566491108}"/>
              </a:ext>
            </a:extLst>
          </p:cNvPr>
          <p:cNvSpPr/>
          <p:nvPr/>
        </p:nvSpPr>
        <p:spPr>
          <a:xfrm>
            <a:off x="8372665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1E7D599-EC97-65D4-3445-1B3CBF348811}"/>
              </a:ext>
            </a:extLst>
          </p:cNvPr>
          <p:cNvSpPr/>
          <p:nvPr/>
        </p:nvSpPr>
        <p:spPr>
          <a:xfrm>
            <a:off x="7653733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0ACBD08-AF07-F84A-C2E3-A3EA36ED6C9A}"/>
              </a:ext>
            </a:extLst>
          </p:cNvPr>
          <p:cNvSpPr/>
          <p:nvPr/>
        </p:nvSpPr>
        <p:spPr>
          <a:xfrm>
            <a:off x="10149762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01" name="Oval 33">
            <a:extLst>
              <a:ext uri="{FF2B5EF4-FFF2-40B4-BE49-F238E27FC236}">
                <a16:creationId xmlns:a16="http://schemas.microsoft.com/office/drawing/2014/main" id="{EBB59C62-0968-507E-39ED-4678A52A7901}"/>
              </a:ext>
            </a:extLst>
          </p:cNvPr>
          <p:cNvSpPr/>
          <p:nvPr/>
        </p:nvSpPr>
        <p:spPr>
          <a:xfrm>
            <a:off x="8612309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49D9518-29DA-44ED-FC66-F783875726EF}"/>
              </a:ext>
            </a:extLst>
          </p:cNvPr>
          <p:cNvSpPr/>
          <p:nvPr/>
        </p:nvSpPr>
        <p:spPr>
          <a:xfrm>
            <a:off x="9141391" y="2930978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55" name="Arrow: Curved Up 54">
            <a:extLst>
              <a:ext uri="{FF2B5EF4-FFF2-40B4-BE49-F238E27FC236}">
                <a16:creationId xmlns:a16="http://schemas.microsoft.com/office/drawing/2014/main" id="{52B2A707-F79A-A29C-8A6E-8F63A5036D8F}"/>
              </a:ext>
            </a:extLst>
          </p:cNvPr>
          <p:cNvSpPr/>
          <p:nvPr/>
        </p:nvSpPr>
        <p:spPr>
          <a:xfrm rot="10800000">
            <a:off x="7349210" y="3238877"/>
            <a:ext cx="1883667" cy="902825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77" name="Speech Bubble: Oval 176">
            <a:extLst>
              <a:ext uri="{FF2B5EF4-FFF2-40B4-BE49-F238E27FC236}">
                <a16:creationId xmlns:a16="http://schemas.microsoft.com/office/drawing/2014/main" id="{D4EA2324-5AFC-A756-4912-D28A7090C222}"/>
              </a:ext>
            </a:extLst>
          </p:cNvPr>
          <p:cNvSpPr/>
          <p:nvPr/>
        </p:nvSpPr>
        <p:spPr>
          <a:xfrm>
            <a:off x="2924410" y="5219359"/>
            <a:ext cx="3490383" cy="1482230"/>
          </a:xfrm>
          <a:prstGeom prst="wedgeEllipseCallout">
            <a:avLst>
              <a:gd name="adj1" fmla="val 72505"/>
              <a:gd name="adj2" fmla="val -99504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Need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rotate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rightwards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eventually</a:t>
            </a:r>
            <a:r>
              <a:rPr lang="nl-NL" dirty="0">
                <a:latin typeface="Aptos" panose="020B0004020202020204" pitchFamily="34" charset="0"/>
              </a:rPr>
              <a:t>, but first </a:t>
            </a:r>
            <a:r>
              <a:rPr lang="nl-NL" dirty="0" err="1">
                <a:latin typeface="Aptos" panose="020B0004020202020204" pitchFamily="34" charset="0"/>
              </a:rPr>
              <a:t>rotate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part </a:t>
            </a:r>
            <a:r>
              <a:rPr lang="nl-NL" dirty="0" err="1">
                <a:latin typeface="Aptos" panose="020B0004020202020204" pitchFamily="34" charset="0"/>
              </a:rPr>
              <a:t>left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2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17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211402285218">
    <p:spTree>
      <p:nvGrpSpPr>
        <p:cNvPr id="1" name="">
          <a:extLst>
            <a:ext uri="{FF2B5EF4-FFF2-40B4-BE49-F238E27FC236}">
              <a16:creationId xmlns:a16="http://schemas.microsoft.com/office/drawing/2014/main" id="{45E18351-60AC-ADBE-01A1-E9E8AF75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A6D8-9B1C-6EA6-710C-25F973AE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Self-balancing</a:t>
            </a:r>
            <a:r>
              <a:rPr lang="nl-NL" b="0" dirty="0"/>
              <a:t> </a:t>
            </a:r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ACC90-4353-9C87-A900-AF2231342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</p:spPr>
            <p:txBody>
              <a:bodyPr/>
              <a:lstStyle/>
              <a:p>
                <a:r>
                  <a:rPr lang="nl-NL" dirty="0"/>
                  <a:t>Trees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rebalanced</a:t>
                </a:r>
                <a:r>
                  <a:rPr lang="nl-NL" dirty="0"/>
                  <a:t> </a:t>
                </a:r>
                <a:r>
                  <a:rPr lang="nl-NL" dirty="0" err="1"/>
                  <a:t>through</a:t>
                </a:r>
                <a:r>
                  <a:rPr lang="nl-NL" dirty="0"/>
                  <a:t> </a:t>
                </a:r>
                <a:r>
                  <a:rPr lang="nl-NL" b="1" dirty="0" err="1"/>
                  <a:t>rotations</a:t>
                </a:r>
                <a:endParaRPr lang="nl-NL" b="1" dirty="0"/>
              </a:p>
              <a:p>
                <a:pPr lvl="1"/>
                <a:r>
                  <a:rPr lang="nl-NL" dirty="0" err="1"/>
                  <a:t>Changing</a:t>
                </a:r>
                <a:r>
                  <a:rPr lang="nl-NL" dirty="0"/>
                  <a:t> </a:t>
                </a:r>
                <a:r>
                  <a:rPr lang="nl-NL" dirty="0" err="1"/>
                  <a:t>linkage</a:t>
                </a:r>
                <a:r>
                  <a:rPr lang="nl-NL" dirty="0"/>
                  <a:t> </a:t>
                </a:r>
                <a:r>
                  <a:rPr lang="nl-NL" dirty="0" err="1"/>
                  <a:t>while</a:t>
                </a:r>
                <a:r>
                  <a:rPr lang="nl-NL" dirty="0"/>
                  <a:t> </a:t>
                </a:r>
                <a:r>
                  <a:rPr lang="nl-NL" dirty="0" err="1"/>
                  <a:t>maintaining</a:t>
                </a:r>
                <a:r>
                  <a:rPr lang="nl-NL" dirty="0"/>
                  <a:t> order,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pPr lvl="1"/>
                <a:endParaRPr lang="nl-NL" b="1" dirty="0"/>
              </a:p>
              <a:p>
                <a:r>
                  <a:rPr lang="nl-NL" dirty="0" err="1"/>
                  <a:t>Rotations</a:t>
                </a:r>
                <a:r>
                  <a:rPr lang="nl-NL" dirty="0"/>
                  <a:t> are </a:t>
                </a:r>
                <a:r>
                  <a:rPr lang="nl-NL" dirty="0" err="1"/>
                  <a:t>done</a:t>
                </a:r>
                <a:r>
                  <a:rPr lang="nl-NL" dirty="0"/>
                  <a:t> </a:t>
                </a:r>
                <a:r>
                  <a:rPr lang="nl-NL" dirty="0" err="1"/>
                  <a:t>when</a:t>
                </a:r>
                <a:r>
                  <a:rPr lang="nl-NL" dirty="0"/>
                  <a:t> </a:t>
                </a:r>
                <a:r>
                  <a:rPr lang="nl-NL" dirty="0" err="1"/>
                  <a:t>difference</a:t>
                </a:r>
                <a:r>
                  <a:rPr lang="nl-NL" dirty="0"/>
                  <a:t> in </a:t>
                </a:r>
                <a:r>
                  <a:rPr lang="nl-NL" dirty="0" err="1"/>
                  <a:t>height</a:t>
                </a:r>
                <a:r>
                  <a:rPr lang="nl-NL" dirty="0"/>
                  <a:t> </a:t>
                </a:r>
                <a:r>
                  <a:rPr lang="nl-NL" dirty="0" err="1"/>
                  <a:t>becomes</a:t>
                </a:r>
                <a:r>
                  <a:rPr lang="nl-NL" dirty="0"/>
                  <a:t> </a:t>
                </a:r>
                <a:r>
                  <a:rPr lang="nl-NL" dirty="0" err="1"/>
                  <a:t>too</a:t>
                </a:r>
                <a:r>
                  <a:rPr lang="nl-NL" dirty="0"/>
                  <a:t> large</a:t>
                </a:r>
              </a:p>
              <a:p>
                <a:pPr lvl="1"/>
                <a:r>
                  <a:rPr lang="nl-NL" dirty="0"/>
                  <a:t>(</a:t>
                </a:r>
                <a:r>
                  <a:rPr lang="nl-NL" dirty="0" err="1"/>
                  <a:t>Combinations</a:t>
                </a:r>
                <a:r>
                  <a:rPr lang="nl-NL" dirty="0"/>
                  <a:t> of) </a:t>
                </a:r>
                <a:r>
                  <a:rPr lang="nl-NL" dirty="0" err="1"/>
                  <a:t>left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right </a:t>
                </a:r>
                <a:r>
                  <a:rPr lang="nl-NL" dirty="0" err="1"/>
                  <a:t>rotations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ACC90-4353-9C87-A900-AF2231342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  <a:blipFill>
                <a:blip r:embed="rId2"/>
                <a:stretch>
                  <a:fillRect l="-620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70CA8EA-BCEF-D9F4-AB8C-9331E6A0AA6B}"/>
              </a:ext>
            </a:extLst>
          </p:cNvPr>
          <p:cNvGrpSpPr>
            <a:grpSpLocks/>
          </p:cNvGrpSpPr>
          <p:nvPr/>
        </p:nvGrpSpPr>
        <p:grpSpPr>
          <a:xfrm>
            <a:off x="8615693" y="4584522"/>
            <a:ext cx="169224" cy="634837"/>
            <a:chOff x="8615693" y="4584522"/>
            <a:chExt cx="169224" cy="63483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C48BCB6-ACBA-EFF6-CBD2-4A98BC8FE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5693" y="4584522"/>
              <a:ext cx="169224" cy="6348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33CA15D-4AF8-3937-BE75-F85BAF9FB8A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615693" y="4584522"/>
              <a:ext cx="169224" cy="634837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FAFB38-10FE-4FA4-E486-F2D4106014D0}"/>
              </a:ext>
            </a:extLst>
          </p:cNvPr>
          <p:cNvGrpSpPr>
            <a:grpSpLocks/>
          </p:cNvGrpSpPr>
          <p:nvPr/>
        </p:nvGrpSpPr>
        <p:grpSpPr>
          <a:xfrm>
            <a:off x="8855337" y="4584522"/>
            <a:ext cx="204434" cy="620253"/>
            <a:chOff x="8855337" y="4584522"/>
            <a:chExt cx="204434" cy="62025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2F1202D-24B1-6B42-A25A-F7F6F10C6FFB}"/>
                </a:ext>
              </a:extLst>
            </p:cNvPr>
            <p:cNvCxnSpPr>
              <a:cxnSpLocks/>
            </p:cNvCxnSpPr>
            <p:nvPr/>
          </p:nvCxnSpPr>
          <p:spPr>
            <a:xfrm>
              <a:off x="8855337" y="4584522"/>
              <a:ext cx="204434" cy="62025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C3AFE31-0AD0-AD19-E60A-2A2D8A2F8AE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855337" y="4584522"/>
              <a:ext cx="204434" cy="620253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5007DE-458F-FA6C-5A30-E343E49863E5}"/>
              </a:ext>
            </a:extLst>
          </p:cNvPr>
          <p:cNvGrpSpPr>
            <a:grpSpLocks/>
          </p:cNvGrpSpPr>
          <p:nvPr/>
        </p:nvGrpSpPr>
        <p:grpSpPr>
          <a:xfrm>
            <a:off x="8376048" y="3879264"/>
            <a:ext cx="444079" cy="620254"/>
            <a:chOff x="8376048" y="3879264"/>
            <a:chExt cx="444079" cy="620254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67E13A0-FDC0-7B5D-1A2D-BE7C87D8FC74}"/>
                </a:ext>
              </a:extLst>
            </p:cNvPr>
            <p:cNvCxnSpPr>
              <a:cxnSpLocks/>
            </p:cNvCxnSpPr>
            <p:nvPr/>
          </p:nvCxnSpPr>
          <p:spPr>
            <a:xfrm>
              <a:off x="8376048" y="3879264"/>
              <a:ext cx="444079" cy="6202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584B5B6-D02D-8DD0-CF17-03FFCB92247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376048" y="3879264"/>
              <a:ext cx="444079" cy="620254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52D2DD-7D6E-2126-5AF1-EAE5281D389A}"/>
              </a:ext>
            </a:extLst>
          </p:cNvPr>
          <p:cNvGrpSpPr>
            <a:grpSpLocks/>
          </p:cNvGrpSpPr>
          <p:nvPr/>
        </p:nvGrpSpPr>
        <p:grpSpPr>
          <a:xfrm>
            <a:off x="7896761" y="3879264"/>
            <a:ext cx="408867" cy="634838"/>
            <a:chOff x="7896761" y="3879264"/>
            <a:chExt cx="408867" cy="634838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8EF14AC-8A84-83C1-B918-DB188A4EA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6761" y="3879264"/>
              <a:ext cx="408867" cy="63483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39C21D-804C-806B-5D57-7B7C2256934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896761" y="3879264"/>
              <a:ext cx="408867" cy="634838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F91CA0-A3BA-DC7E-1BF0-9EE2D17924C6}"/>
              </a:ext>
            </a:extLst>
          </p:cNvPr>
          <p:cNvGrpSpPr/>
          <p:nvPr/>
        </p:nvGrpSpPr>
        <p:grpSpPr>
          <a:xfrm>
            <a:off x="8376048" y="3174006"/>
            <a:ext cx="937951" cy="634838"/>
            <a:chOff x="8376048" y="3174006"/>
            <a:chExt cx="937951" cy="63483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210FB4E-17A2-F215-EB61-4577AF4227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6048" y="3174006"/>
              <a:ext cx="937951" cy="63483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83266D-B4EE-B88C-4D86-3C41573BD71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376048" y="3174006"/>
              <a:ext cx="937951" cy="634838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FEF1AC-745D-9629-8DB3-0042C22F089A}"/>
              </a:ext>
            </a:extLst>
          </p:cNvPr>
          <p:cNvGrpSpPr/>
          <p:nvPr/>
        </p:nvGrpSpPr>
        <p:grpSpPr>
          <a:xfrm>
            <a:off x="9384419" y="3174006"/>
            <a:ext cx="937951" cy="634838"/>
            <a:chOff x="9384419" y="3174006"/>
            <a:chExt cx="937951" cy="63483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AC6E0B6-ED16-0207-2950-6F6C66F131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84419" y="3174006"/>
              <a:ext cx="937951" cy="63483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0884E0-749A-EE63-235F-43A1A74A25D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384419" y="3174006"/>
              <a:ext cx="937951" cy="634838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108F7BF8-1F29-B969-DFC1-3F45354C5A82}"/>
              </a:ext>
            </a:extLst>
          </p:cNvPr>
          <p:cNvSpPr/>
          <p:nvPr/>
        </p:nvSpPr>
        <p:spPr>
          <a:xfrm>
            <a:off x="8133020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DB48409-50E8-1E8B-903F-8A4D0836E2AF}"/>
              </a:ext>
            </a:extLst>
          </p:cNvPr>
          <p:cNvSpPr/>
          <p:nvPr/>
        </p:nvSpPr>
        <p:spPr>
          <a:xfrm>
            <a:off x="8851953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EA9F79A-7452-16CF-FB6E-5DC566491108}"/>
              </a:ext>
            </a:extLst>
          </p:cNvPr>
          <p:cNvSpPr/>
          <p:nvPr/>
        </p:nvSpPr>
        <p:spPr>
          <a:xfrm>
            <a:off x="8372665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1E7D599-EC97-65D4-3445-1B3CBF348811}"/>
              </a:ext>
            </a:extLst>
          </p:cNvPr>
          <p:cNvSpPr/>
          <p:nvPr/>
        </p:nvSpPr>
        <p:spPr>
          <a:xfrm>
            <a:off x="7653733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0ACBD08-AF07-F84A-C2E3-A3EA36ED6C9A}"/>
              </a:ext>
            </a:extLst>
          </p:cNvPr>
          <p:cNvSpPr/>
          <p:nvPr/>
        </p:nvSpPr>
        <p:spPr>
          <a:xfrm>
            <a:off x="10149762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01" name="Oval 33">
            <a:extLst>
              <a:ext uri="{FF2B5EF4-FFF2-40B4-BE49-F238E27FC236}">
                <a16:creationId xmlns:a16="http://schemas.microsoft.com/office/drawing/2014/main" id="{EBB59C62-0968-507E-39ED-4678A52A7901}"/>
              </a:ext>
            </a:extLst>
          </p:cNvPr>
          <p:cNvSpPr/>
          <p:nvPr/>
        </p:nvSpPr>
        <p:spPr>
          <a:xfrm>
            <a:off x="8612309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49D9518-29DA-44ED-FC66-F783875726EF}"/>
              </a:ext>
            </a:extLst>
          </p:cNvPr>
          <p:cNvSpPr/>
          <p:nvPr/>
        </p:nvSpPr>
        <p:spPr>
          <a:xfrm>
            <a:off x="9141391" y="2930978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pic>
        <p:nvPicPr>
          <p:cNvPr id="5" name="PPTIndicator202509211402287130">
            <a:extLst>
              <a:ext uri="{FF2B5EF4-FFF2-40B4-BE49-F238E27FC236}">
                <a16:creationId xmlns:a16="http://schemas.microsoft.com/office/drawing/2014/main" id="{93F3C019-F0B6-DF2C-200E-D0EE441A353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1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876177 -0.0005316558 -0.02876177 -0.0005316558 -0.05752354 -0.001063312 E" pathEditMode="relative" ptsTypes="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</p:cBhvr>
                                      <p:by x="99402" y="99402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990078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546389 -0.05088696 -0.01546389 -0.05088696 -0.03092778 -0.1017739 E" pathEditMode="relative" ptsTypes="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15624" y="115624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872494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965583 0.001063312 -0.01965583 0.001063312 -0.03931166 0.002126623 E" pathEditMode="relative" ptsTypes="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527856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401984 0.05195024 -0.01401984 0.05195024 -0.02803968 0.1039005 E" pathEditMode="relative" ptsTypes="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</p:cBhvr>
                                      <p:by x="86487" y="86487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872487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96558 0.0514187 -0.0196558 0.0514187 -0.0393116 0.1028374 E" pathEditMode="relative" ptsTypes="">
                                      <p:cBhvr>
                                        <p:cTn id="4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98279 -0.05141856 -0.0098279 -0.05141856 -0.0196558 -0.1028371 E" pathEditMode="relative" ptsTypes="">
                                      <p:cBhvr>
                                        <p:cTn id="4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965586 0 -0.01965586 0 -0.03931173 0 E" pathEditMode="relative" ptsTypes="">
                                      <p:cBhvr>
                                        <p:cTn id="4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9827868 0.05141856 -0.009827868 0.05141856 -0.01965574 0.1028371 E" pathEditMode="relative" ptsTypes="">
                                      <p:cBhvr>
                                        <p:cTn id="4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965589 -0.0514187 -0.01965589 -0.0514187 -0.03931179 -0.1028374 E" pathEditMode="relative" ptsTypes="">
                                      <p:cBhvr>
                                        <p:cTn id="4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7" grpId="0" animBg="1"/>
      <p:bldP spid="98" grpId="0" animBg="1"/>
      <p:bldP spid="99" grpId="0" animBg="1"/>
      <p:bldP spid="10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Multi_202509211402423959_eb6acb2">
    <p:spTree>
      <p:nvGrpSpPr>
        <p:cNvPr id="1" name="">
          <a:extLst>
            <a:ext uri="{FF2B5EF4-FFF2-40B4-BE49-F238E27FC236}">
              <a16:creationId xmlns:a16="http://schemas.microsoft.com/office/drawing/2014/main" id="{CD139252-0475-76AE-DF9D-784D229E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75">
            <a:extLst>
              <a:ext uri="{FF2B5EF4-FFF2-40B4-BE49-F238E27FC236}">
                <a16:creationId xmlns:a16="http://schemas.microsoft.com/office/drawing/2014/main" id="{B1E045B6-23D5-682C-083E-4E64457B371C}"/>
              </a:ext>
            </a:extLst>
          </p:cNvPr>
          <p:cNvGrpSpPr/>
          <p:nvPr/>
        </p:nvGrpSpPr>
        <p:grpSpPr>
          <a:xfrm>
            <a:off x="6870031" y="3844053"/>
            <a:ext cx="5230163" cy="1410516"/>
            <a:chOff x="6870031" y="3844053"/>
            <a:chExt cx="5230163" cy="1410516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BCDC77B-A24E-CA26-57D7-80CA79077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0031" y="5254569"/>
              <a:ext cx="4355431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46B6C4E-0DE4-C62A-6934-FB09C45B4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0032" y="3844053"/>
              <a:ext cx="4355431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6" name="Arrow: Up-Down 115">
              <a:extLst>
                <a:ext uri="{FF2B5EF4-FFF2-40B4-BE49-F238E27FC236}">
                  <a16:creationId xmlns:a16="http://schemas.microsoft.com/office/drawing/2014/main" id="{3B2867E1-782C-F0A8-CFE4-78C21A23D45D}"/>
                </a:ext>
              </a:extLst>
            </p:cNvPr>
            <p:cNvSpPr/>
            <p:nvPr/>
          </p:nvSpPr>
          <p:spPr>
            <a:xfrm>
              <a:off x="10768263" y="3879398"/>
              <a:ext cx="415637" cy="1325376"/>
            </a:xfrm>
            <a:prstGeom prst="up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016E975-9781-3273-518F-7886F20F68BB}"/>
                    </a:ext>
                  </a:extLst>
                </p:cNvPr>
                <p:cNvSpPr txBox="1"/>
                <p:nvPr/>
              </p:nvSpPr>
              <p:spPr>
                <a:xfrm>
                  <a:off x="11007907" y="4351766"/>
                  <a:ext cx="10922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nl-NL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 = 2</m:t>
                        </m:r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016E975-9781-3273-518F-7886F20F6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7907" y="4351766"/>
                  <a:ext cx="109228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E56964-F790-86B9-5BE7-2122EC2C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Self-balancing</a:t>
            </a:r>
            <a:r>
              <a:rPr lang="nl-NL" b="0" dirty="0"/>
              <a:t> </a:t>
            </a:r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542DA-13A9-D350-ED62-66519B636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</p:spPr>
            <p:txBody>
              <a:bodyPr/>
              <a:lstStyle/>
              <a:p>
                <a:r>
                  <a:rPr lang="nl-NL" dirty="0"/>
                  <a:t>Trees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rebalanced</a:t>
                </a:r>
                <a:r>
                  <a:rPr lang="nl-NL" dirty="0"/>
                  <a:t> </a:t>
                </a:r>
                <a:r>
                  <a:rPr lang="nl-NL" dirty="0" err="1"/>
                  <a:t>through</a:t>
                </a:r>
                <a:r>
                  <a:rPr lang="nl-NL" dirty="0"/>
                  <a:t> </a:t>
                </a:r>
                <a:r>
                  <a:rPr lang="nl-NL" b="1" dirty="0" err="1"/>
                  <a:t>rotations</a:t>
                </a:r>
                <a:endParaRPr lang="nl-NL" b="1" dirty="0"/>
              </a:p>
              <a:p>
                <a:pPr lvl="1"/>
                <a:r>
                  <a:rPr lang="nl-NL" dirty="0" err="1"/>
                  <a:t>Changing</a:t>
                </a:r>
                <a:r>
                  <a:rPr lang="nl-NL" dirty="0"/>
                  <a:t> </a:t>
                </a:r>
                <a:r>
                  <a:rPr lang="nl-NL" dirty="0" err="1"/>
                  <a:t>linkage</a:t>
                </a:r>
                <a:r>
                  <a:rPr lang="nl-NL" dirty="0"/>
                  <a:t> </a:t>
                </a:r>
                <a:r>
                  <a:rPr lang="nl-NL" dirty="0" err="1"/>
                  <a:t>while</a:t>
                </a:r>
                <a:r>
                  <a:rPr lang="nl-NL" dirty="0"/>
                  <a:t> </a:t>
                </a:r>
                <a:r>
                  <a:rPr lang="nl-NL" dirty="0" err="1"/>
                  <a:t>maintaining</a:t>
                </a:r>
                <a:r>
                  <a:rPr lang="nl-NL" dirty="0"/>
                  <a:t> order,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pPr lvl="1"/>
                <a:endParaRPr lang="nl-NL" b="1" dirty="0"/>
              </a:p>
              <a:p>
                <a:r>
                  <a:rPr lang="nl-NL" dirty="0" err="1"/>
                  <a:t>Rotations</a:t>
                </a:r>
                <a:r>
                  <a:rPr lang="nl-NL" dirty="0"/>
                  <a:t> are </a:t>
                </a:r>
                <a:r>
                  <a:rPr lang="nl-NL" dirty="0" err="1"/>
                  <a:t>done</a:t>
                </a:r>
                <a:r>
                  <a:rPr lang="nl-NL" dirty="0"/>
                  <a:t> </a:t>
                </a:r>
                <a:r>
                  <a:rPr lang="nl-NL" dirty="0" err="1"/>
                  <a:t>when</a:t>
                </a:r>
                <a:r>
                  <a:rPr lang="nl-NL" dirty="0"/>
                  <a:t> </a:t>
                </a:r>
                <a:r>
                  <a:rPr lang="nl-NL" dirty="0" err="1"/>
                  <a:t>difference</a:t>
                </a:r>
                <a:r>
                  <a:rPr lang="nl-NL" dirty="0"/>
                  <a:t> in </a:t>
                </a:r>
                <a:r>
                  <a:rPr lang="nl-NL" dirty="0" err="1"/>
                  <a:t>height</a:t>
                </a:r>
                <a:r>
                  <a:rPr lang="nl-NL" dirty="0"/>
                  <a:t> </a:t>
                </a:r>
                <a:r>
                  <a:rPr lang="nl-NL" dirty="0" err="1"/>
                  <a:t>becomes</a:t>
                </a:r>
                <a:r>
                  <a:rPr lang="nl-NL" dirty="0"/>
                  <a:t> </a:t>
                </a:r>
                <a:r>
                  <a:rPr lang="nl-NL" dirty="0" err="1"/>
                  <a:t>too</a:t>
                </a:r>
                <a:r>
                  <a:rPr lang="nl-NL" dirty="0"/>
                  <a:t> large</a:t>
                </a:r>
              </a:p>
              <a:p>
                <a:pPr lvl="1"/>
                <a:r>
                  <a:rPr lang="nl-NL" dirty="0"/>
                  <a:t>(</a:t>
                </a:r>
                <a:r>
                  <a:rPr lang="nl-NL" dirty="0" err="1"/>
                  <a:t>Combinations</a:t>
                </a:r>
                <a:r>
                  <a:rPr lang="nl-NL" dirty="0"/>
                  <a:t> of) </a:t>
                </a:r>
                <a:r>
                  <a:rPr lang="nl-NL" dirty="0" err="1"/>
                  <a:t>left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right </a:t>
                </a:r>
                <a:r>
                  <a:rPr lang="nl-NL" dirty="0" err="1"/>
                  <a:t>rotations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542DA-13A9-D350-ED62-66519B636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  <a:blipFill>
                <a:blip r:embed="rId3"/>
                <a:stretch>
                  <a:fillRect l="-620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162C5E-0BD8-E49A-EAA0-76BC221D6F1C}"/>
              </a:ext>
            </a:extLst>
          </p:cNvPr>
          <p:cNvCxnSpPr>
            <a:cxnSpLocks/>
          </p:cNvCxnSpPr>
          <p:nvPr/>
        </p:nvCxnSpPr>
        <p:spPr>
          <a:xfrm>
            <a:off x="7896761" y="4584522"/>
            <a:ext cx="204434" cy="620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BB6AD9-092A-5B15-F874-21D0CB833BB1}"/>
              </a:ext>
            </a:extLst>
          </p:cNvPr>
          <p:cNvCxnSpPr>
            <a:cxnSpLocks/>
          </p:cNvCxnSpPr>
          <p:nvPr/>
        </p:nvCxnSpPr>
        <p:spPr>
          <a:xfrm>
            <a:off x="8376048" y="3879264"/>
            <a:ext cx="408869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D113E75-7973-65FB-99B2-62DCDAD9FD05}"/>
              </a:ext>
            </a:extLst>
          </p:cNvPr>
          <p:cNvCxnSpPr>
            <a:cxnSpLocks/>
          </p:cNvCxnSpPr>
          <p:nvPr/>
        </p:nvCxnSpPr>
        <p:spPr>
          <a:xfrm flipV="1">
            <a:off x="7896761" y="3893848"/>
            <a:ext cx="444077" cy="6202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C87676-D646-82DE-56EF-7479608E4735}"/>
              </a:ext>
            </a:extLst>
          </p:cNvPr>
          <p:cNvCxnSpPr>
            <a:cxnSpLocks/>
          </p:cNvCxnSpPr>
          <p:nvPr/>
        </p:nvCxnSpPr>
        <p:spPr>
          <a:xfrm flipH="1">
            <a:off x="7657117" y="4599106"/>
            <a:ext cx="204434" cy="620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D778099-ADED-9D34-E707-DA94254E608A}"/>
              </a:ext>
            </a:extLst>
          </p:cNvPr>
          <p:cNvCxnSpPr>
            <a:cxnSpLocks/>
          </p:cNvCxnSpPr>
          <p:nvPr/>
        </p:nvCxnSpPr>
        <p:spPr>
          <a:xfrm flipH="1">
            <a:off x="8376048" y="3174006"/>
            <a:ext cx="937951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343FE84-BDD1-889F-6310-0D0B9801D9BD}"/>
              </a:ext>
            </a:extLst>
          </p:cNvPr>
          <p:cNvCxnSpPr>
            <a:cxnSpLocks/>
          </p:cNvCxnSpPr>
          <p:nvPr/>
        </p:nvCxnSpPr>
        <p:spPr>
          <a:xfrm flipH="1" flipV="1">
            <a:off x="9384419" y="3174006"/>
            <a:ext cx="937951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E93CC6CA-93FC-CEFF-2FFA-DAC6FB9447C9}"/>
              </a:ext>
            </a:extLst>
          </p:cNvPr>
          <p:cNvSpPr/>
          <p:nvPr/>
        </p:nvSpPr>
        <p:spPr>
          <a:xfrm>
            <a:off x="7653733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C809965-573E-3EFF-CA77-4DED837619F8}"/>
              </a:ext>
            </a:extLst>
          </p:cNvPr>
          <p:cNvSpPr/>
          <p:nvPr/>
        </p:nvSpPr>
        <p:spPr>
          <a:xfrm>
            <a:off x="8612309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B70E71D-FF5D-0F09-4558-1B9170692594}"/>
              </a:ext>
            </a:extLst>
          </p:cNvPr>
          <p:cNvSpPr/>
          <p:nvPr/>
        </p:nvSpPr>
        <p:spPr>
          <a:xfrm>
            <a:off x="7893376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191C4A-3A65-D1FD-458C-F4D256005C84}"/>
              </a:ext>
            </a:extLst>
          </p:cNvPr>
          <p:cNvSpPr/>
          <p:nvPr/>
        </p:nvSpPr>
        <p:spPr>
          <a:xfrm>
            <a:off x="10149762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01" name="Oval 33">
            <a:extLst>
              <a:ext uri="{FF2B5EF4-FFF2-40B4-BE49-F238E27FC236}">
                <a16:creationId xmlns:a16="http://schemas.microsoft.com/office/drawing/2014/main" id="{53013810-00C6-A97C-E390-234188CAE44D}"/>
              </a:ext>
            </a:extLst>
          </p:cNvPr>
          <p:cNvSpPr/>
          <p:nvPr/>
        </p:nvSpPr>
        <p:spPr>
          <a:xfrm>
            <a:off x="8133020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A6E8C52-9FE5-C7CD-E981-5F1AB386396E}"/>
              </a:ext>
            </a:extLst>
          </p:cNvPr>
          <p:cNvSpPr/>
          <p:nvPr/>
        </p:nvSpPr>
        <p:spPr>
          <a:xfrm>
            <a:off x="9141391" y="2930978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19BFFCE-F085-46C5-FFF7-31D56284E2E7}"/>
              </a:ext>
            </a:extLst>
          </p:cNvPr>
          <p:cNvSpPr/>
          <p:nvPr/>
        </p:nvSpPr>
        <p:spPr>
          <a:xfrm>
            <a:off x="7414090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12" name="Curved Down Arrow 110">
            <a:extLst>
              <a:ext uri="{FF2B5EF4-FFF2-40B4-BE49-F238E27FC236}">
                <a16:creationId xmlns:a16="http://schemas.microsoft.com/office/drawing/2014/main" id="{F296F222-B9DA-57FF-84A5-2B6A0EC86445}"/>
              </a:ext>
            </a:extLst>
          </p:cNvPr>
          <p:cNvSpPr/>
          <p:nvPr/>
        </p:nvSpPr>
        <p:spPr>
          <a:xfrm>
            <a:off x="8084032" y="2340228"/>
            <a:ext cx="2665486" cy="1088772"/>
          </a:xfrm>
          <a:prstGeom prst="curved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3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211402423158">
    <p:spTree>
      <p:nvGrpSpPr>
        <p:cNvPr id="1" name="">
          <a:extLst>
            <a:ext uri="{FF2B5EF4-FFF2-40B4-BE49-F238E27FC236}">
              <a16:creationId xmlns:a16="http://schemas.microsoft.com/office/drawing/2014/main" id="{CD139252-0475-76AE-DF9D-784D229E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6964-F790-86B9-5BE7-2122EC2C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Self-balancing</a:t>
            </a:r>
            <a:r>
              <a:rPr lang="nl-NL" b="0" dirty="0"/>
              <a:t> </a:t>
            </a:r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542DA-13A9-D350-ED62-66519B636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</p:spPr>
            <p:txBody>
              <a:bodyPr/>
              <a:lstStyle/>
              <a:p>
                <a:r>
                  <a:rPr lang="nl-NL" dirty="0"/>
                  <a:t>Trees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rebalanced</a:t>
                </a:r>
                <a:r>
                  <a:rPr lang="nl-NL" dirty="0"/>
                  <a:t> </a:t>
                </a:r>
                <a:r>
                  <a:rPr lang="nl-NL" dirty="0" err="1"/>
                  <a:t>through</a:t>
                </a:r>
                <a:r>
                  <a:rPr lang="nl-NL" dirty="0"/>
                  <a:t> </a:t>
                </a:r>
                <a:r>
                  <a:rPr lang="nl-NL" b="1" dirty="0" err="1"/>
                  <a:t>rotations</a:t>
                </a:r>
                <a:endParaRPr lang="nl-NL" b="1" dirty="0"/>
              </a:p>
              <a:p>
                <a:pPr lvl="1"/>
                <a:r>
                  <a:rPr lang="nl-NL" dirty="0" err="1"/>
                  <a:t>Changing</a:t>
                </a:r>
                <a:r>
                  <a:rPr lang="nl-NL" dirty="0"/>
                  <a:t> </a:t>
                </a:r>
                <a:r>
                  <a:rPr lang="nl-NL" dirty="0" err="1"/>
                  <a:t>linkage</a:t>
                </a:r>
                <a:r>
                  <a:rPr lang="nl-NL" dirty="0"/>
                  <a:t> </a:t>
                </a:r>
                <a:r>
                  <a:rPr lang="nl-NL" dirty="0" err="1"/>
                  <a:t>while</a:t>
                </a:r>
                <a:r>
                  <a:rPr lang="nl-NL" dirty="0"/>
                  <a:t> </a:t>
                </a:r>
                <a:r>
                  <a:rPr lang="nl-NL" dirty="0" err="1"/>
                  <a:t>maintaining</a:t>
                </a:r>
                <a:r>
                  <a:rPr lang="nl-NL" dirty="0"/>
                  <a:t> order,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pPr lvl="1"/>
                <a:endParaRPr lang="nl-NL" b="1" dirty="0"/>
              </a:p>
              <a:p>
                <a:r>
                  <a:rPr lang="nl-NL" dirty="0" err="1"/>
                  <a:t>Rotations</a:t>
                </a:r>
                <a:r>
                  <a:rPr lang="nl-NL" dirty="0"/>
                  <a:t> are </a:t>
                </a:r>
                <a:r>
                  <a:rPr lang="nl-NL" dirty="0" err="1"/>
                  <a:t>done</a:t>
                </a:r>
                <a:r>
                  <a:rPr lang="nl-NL" dirty="0"/>
                  <a:t> </a:t>
                </a:r>
                <a:r>
                  <a:rPr lang="nl-NL" dirty="0" err="1"/>
                  <a:t>when</a:t>
                </a:r>
                <a:r>
                  <a:rPr lang="nl-NL" dirty="0"/>
                  <a:t> </a:t>
                </a:r>
                <a:r>
                  <a:rPr lang="nl-NL" dirty="0" err="1"/>
                  <a:t>difference</a:t>
                </a:r>
                <a:r>
                  <a:rPr lang="nl-NL" dirty="0"/>
                  <a:t> in </a:t>
                </a:r>
                <a:r>
                  <a:rPr lang="nl-NL" dirty="0" err="1"/>
                  <a:t>height</a:t>
                </a:r>
                <a:r>
                  <a:rPr lang="nl-NL" dirty="0"/>
                  <a:t> </a:t>
                </a:r>
                <a:r>
                  <a:rPr lang="nl-NL" dirty="0" err="1"/>
                  <a:t>becomes</a:t>
                </a:r>
                <a:r>
                  <a:rPr lang="nl-NL" dirty="0"/>
                  <a:t> </a:t>
                </a:r>
                <a:r>
                  <a:rPr lang="nl-NL" dirty="0" err="1"/>
                  <a:t>too</a:t>
                </a:r>
                <a:r>
                  <a:rPr lang="nl-NL" dirty="0"/>
                  <a:t> large</a:t>
                </a:r>
              </a:p>
              <a:p>
                <a:pPr lvl="1"/>
                <a:r>
                  <a:rPr lang="nl-NL" dirty="0"/>
                  <a:t>(</a:t>
                </a:r>
                <a:r>
                  <a:rPr lang="nl-NL" dirty="0" err="1"/>
                  <a:t>Combinations</a:t>
                </a:r>
                <a:r>
                  <a:rPr lang="nl-NL" dirty="0"/>
                  <a:t> of) </a:t>
                </a:r>
                <a:r>
                  <a:rPr lang="nl-NL" dirty="0" err="1"/>
                  <a:t>left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right </a:t>
                </a:r>
                <a:r>
                  <a:rPr lang="nl-NL" dirty="0" err="1"/>
                  <a:t>rotations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542DA-13A9-D350-ED62-66519B636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  <a:blipFill>
                <a:blip r:embed="rId2"/>
                <a:stretch>
                  <a:fillRect l="-620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C75B209-BB5F-73C9-6B50-BE40E49EA653}"/>
              </a:ext>
            </a:extLst>
          </p:cNvPr>
          <p:cNvGrpSpPr>
            <a:grpSpLocks/>
          </p:cNvGrpSpPr>
          <p:nvPr/>
        </p:nvGrpSpPr>
        <p:grpSpPr>
          <a:xfrm>
            <a:off x="7896761" y="4584522"/>
            <a:ext cx="204434" cy="620253"/>
            <a:chOff x="7896761" y="4584522"/>
            <a:chExt cx="204434" cy="62025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4162C5E-0BD8-E49A-EAA0-76BC221D6F1C}"/>
                </a:ext>
              </a:extLst>
            </p:cNvPr>
            <p:cNvCxnSpPr>
              <a:cxnSpLocks/>
            </p:cNvCxnSpPr>
            <p:nvPr/>
          </p:nvCxnSpPr>
          <p:spPr>
            <a:xfrm>
              <a:off x="7896761" y="4584522"/>
              <a:ext cx="204434" cy="62025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4591CA8-029B-CA8F-B10D-C931A6FA9B1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896761" y="4584522"/>
              <a:ext cx="204434" cy="620253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8A3C4E-CECD-3B15-A09D-99218E8261F1}"/>
              </a:ext>
            </a:extLst>
          </p:cNvPr>
          <p:cNvGrpSpPr/>
          <p:nvPr/>
        </p:nvGrpSpPr>
        <p:grpSpPr>
          <a:xfrm>
            <a:off x="8376048" y="3879264"/>
            <a:ext cx="408869" cy="634838"/>
            <a:chOff x="8376048" y="3879264"/>
            <a:chExt cx="408869" cy="63483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3BB6AD9-092A-5B15-F874-21D0CB833BB1}"/>
                </a:ext>
              </a:extLst>
            </p:cNvPr>
            <p:cNvCxnSpPr>
              <a:cxnSpLocks/>
            </p:cNvCxnSpPr>
            <p:nvPr/>
          </p:nvCxnSpPr>
          <p:spPr>
            <a:xfrm>
              <a:off x="8376048" y="3879264"/>
              <a:ext cx="408869" cy="63483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442F85-1464-7C20-C54E-DB670F91282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376048" y="3879264"/>
              <a:ext cx="408869" cy="634838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287CE9-0541-E674-8397-526DCA95F539}"/>
              </a:ext>
            </a:extLst>
          </p:cNvPr>
          <p:cNvGrpSpPr>
            <a:grpSpLocks/>
          </p:cNvGrpSpPr>
          <p:nvPr/>
        </p:nvGrpSpPr>
        <p:grpSpPr>
          <a:xfrm>
            <a:off x="7896761" y="3893848"/>
            <a:ext cx="444077" cy="620254"/>
            <a:chOff x="7896761" y="3893848"/>
            <a:chExt cx="444077" cy="620254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D113E75-7973-65FB-99B2-62DCDAD9F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6761" y="3893848"/>
              <a:ext cx="444077" cy="6202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253B33-2ED7-62A8-11E4-8047B5CD825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896761" y="3893848"/>
              <a:ext cx="444077" cy="620254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B7980C-86B2-D6B5-ADD9-F8BA3D213E69}"/>
              </a:ext>
            </a:extLst>
          </p:cNvPr>
          <p:cNvGrpSpPr>
            <a:grpSpLocks/>
          </p:cNvGrpSpPr>
          <p:nvPr/>
        </p:nvGrpSpPr>
        <p:grpSpPr>
          <a:xfrm>
            <a:off x="7657117" y="4599106"/>
            <a:ext cx="204434" cy="620253"/>
            <a:chOff x="7657117" y="4599106"/>
            <a:chExt cx="204434" cy="620253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4C87676-D646-82DE-56EF-7479608E47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7117" y="4599106"/>
              <a:ext cx="204434" cy="62025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7C813E6-E618-CDA6-65F0-B4724EF1666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657117" y="4599106"/>
              <a:ext cx="204434" cy="620253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EE9CE0-03BE-9AFB-6543-DC71E1EE7569}"/>
              </a:ext>
            </a:extLst>
          </p:cNvPr>
          <p:cNvGrpSpPr/>
          <p:nvPr/>
        </p:nvGrpSpPr>
        <p:grpSpPr>
          <a:xfrm>
            <a:off x="8376048" y="3174006"/>
            <a:ext cx="937951" cy="634838"/>
            <a:chOff x="8376048" y="3174006"/>
            <a:chExt cx="937951" cy="63483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778099-ADED-9D34-E707-DA94254E60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6048" y="3174006"/>
              <a:ext cx="937951" cy="63483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8DE204-69E9-0EE4-7362-41D42338D25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376048" y="3174006"/>
              <a:ext cx="937951" cy="634838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47D95C-F87F-8BC9-56E0-0DDA2E7E87F0}"/>
              </a:ext>
            </a:extLst>
          </p:cNvPr>
          <p:cNvGrpSpPr>
            <a:grpSpLocks/>
          </p:cNvGrpSpPr>
          <p:nvPr/>
        </p:nvGrpSpPr>
        <p:grpSpPr>
          <a:xfrm>
            <a:off x="9384419" y="3174006"/>
            <a:ext cx="937951" cy="634838"/>
            <a:chOff x="9384419" y="3174006"/>
            <a:chExt cx="937951" cy="63483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343FE84-BDD1-889F-6310-0D0B9801D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84419" y="3174006"/>
              <a:ext cx="937951" cy="63483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402604-9F80-26B5-64CD-6F119EB2E27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384419" y="3174006"/>
              <a:ext cx="937951" cy="634838"/>
            </a:xfrm>
            <a:prstGeom prst="line">
              <a:avLst/>
            </a:prstGeom>
            <a:ln w="19050" cap="flat" cmpd="sng" algn="ctr">
              <a:solidFill>
                <a:schemeClr val="dk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E93CC6CA-93FC-CEFF-2FFA-DAC6FB9447C9}"/>
              </a:ext>
            </a:extLst>
          </p:cNvPr>
          <p:cNvSpPr/>
          <p:nvPr/>
        </p:nvSpPr>
        <p:spPr>
          <a:xfrm>
            <a:off x="7653733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C809965-573E-3EFF-CA77-4DED837619F8}"/>
              </a:ext>
            </a:extLst>
          </p:cNvPr>
          <p:cNvSpPr/>
          <p:nvPr/>
        </p:nvSpPr>
        <p:spPr>
          <a:xfrm>
            <a:off x="8612309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B70E71D-FF5D-0F09-4558-1B9170692594}"/>
              </a:ext>
            </a:extLst>
          </p:cNvPr>
          <p:cNvSpPr/>
          <p:nvPr/>
        </p:nvSpPr>
        <p:spPr>
          <a:xfrm>
            <a:off x="7893376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191C4A-3A65-D1FD-458C-F4D256005C84}"/>
              </a:ext>
            </a:extLst>
          </p:cNvPr>
          <p:cNvSpPr/>
          <p:nvPr/>
        </p:nvSpPr>
        <p:spPr>
          <a:xfrm>
            <a:off x="10149762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01" name="Oval 33">
            <a:extLst>
              <a:ext uri="{FF2B5EF4-FFF2-40B4-BE49-F238E27FC236}">
                <a16:creationId xmlns:a16="http://schemas.microsoft.com/office/drawing/2014/main" id="{53013810-00C6-A97C-E390-234188CAE44D}"/>
              </a:ext>
            </a:extLst>
          </p:cNvPr>
          <p:cNvSpPr/>
          <p:nvPr/>
        </p:nvSpPr>
        <p:spPr>
          <a:xfrm>
            <a:off x="8133020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A6E8C52-9FE5-C7CD-E981-5F1AB386396E}"/>
              </a:ext>
            </a:extLst>
          </p:cNvPr>
          <p:cNvSpPr/>
          <p:nvPr/>
        </p:nvSpPr>
        <p:spPr>
          <a:xfrm>
            <a:off x="9141391" y="2930978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19BFFCE-F085-46C5-FFF7-31D56284E2E7}"/>
              </a:ext>
            </a:extLst>
          </p:cNvPr>
          <p:cNvSpPr/>
          <p:nvPr/>
        </p:nvSpPr>
        <p:spPr>
          <a:xfrm>
            <a:off x="7414090" y="5046751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pic>
        <p:nvPicPr>
          <p:cNvPr id="5" name="PPTIndicator202509211402424287">
            <a:extLst>
              <a:ext uri="{FF2B5EF4-FFF2-40B4-BE49-F238E27FC236}">
                <a16:creationId xmlns:a16="http://schemas.microsoft.com/office/drawing/2014/main" id="{2EDECA39-D104-8375-F395-CC94E8595C0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8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38478 -0.05088696 0.0238478 -0.05088696 0.0476956 -0.1017739 E" pathEditMode="relative" ptsTypes="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115624" y="115624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872494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305173 0 0.06305173 0 0.1261035 0 E" pathEditMode="relative" ptsTypes="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934039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008188 -0.05066675 0.03008188 -0.05066675 0.06016375 -0.1013335 E" pathEditMode="relative" ptsTypes="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49556" y="149556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105924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401984 -0.05195024 0.01401984 -0.05195024 0.02803968 -0.1039005 E" pathEditMode="relative" ptsTypes="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15624" y="115624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72486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13538 0 0.0413538 0 0.0827076 0 E" pathEditMode="relative" ptsTypes="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090982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050483 0.05141864 0.03050483 0.05141864 0.06100966 0.1028373 E" pathEditMode="relative" ptsTypes="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</p:cBhvr>
                                      <p:by x="66671" y="66671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387493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96558 -0.0514187 0.0196558 -0.0514187 0.0393116 -0.1028374 E" pathEditMode="relative" ptsTypes="">
                                      <p:cBhvr>
                                        <p:cTn id="4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339587 0 0.04339587 0 0.08679174 0 E" pathEditMode="relative" ptsTypes="">
                                      <p:cBhvr>
                                        <p:cTn id="4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94837 -0.05141856 0.0294837 -0.05141856 0.0589674 -0.1028371 E" pathEditMode="relative" ptsTypes="">
                                      <p:cBhvr>
                                        <p:cTn id="4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965583 0.0514187 0.01965583 0.0514187 0.03931166 0.1028374 E" pathEditMode="relative" ptsTypes="">
                                      <p:cBhvr>
                                        <p:cTn id="4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13538 -0.05141863 0.0413538 -0.05141863 0.0827076 -0.1028373 E" pathEditMode="relative" ptsTypes="">
                                      <p:cBhvr>
                                        <p:cTn id="5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13538 0.05141854 0.0413538 0.05141854 0.0827076 0.1028371 E" pathEditMode="relative" ptsTypes="">
                                      <p:cBhvr>
                                        <p:cTn id="5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9827868 -0.05141856 0.009827868 -0.05141856 0.01965574 -0.1028371 E" pathEditMode="relative" ptsTypes="">
                                      <p:cBhvr>
                                        <p:cTn id="5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7" grpId="0" animBg="1"/>
      <p:bldP spid="98" grpId="0" animBg="1"/>
      <p:bldP spid="100" grpId="0" animBg="1"/>
      <p:bldP spid="101" grpId="0" animBg="1"/>
      <p:bldP spid="96" grpId="0" animBg="1"/>
      <p:bldP spid="9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211402423969_75169c4">
    <p:spTree>
      <p:nvGrpSpPr>
        <p:cNvPr id="1" name="">
          <a:extLst>
            <a:ext uri="{FF2B5EF4-FFF2-40B4-BE49-F238E27FC236}">
              <a16:creationId xmlns:a16="http://schemas.microsoft.com/office/drawing/2014/main" id="{A4CC2B89-F1A4-CA28-0365-C237D3F8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5ADE-1FC7-B172-84D7-1E06444E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Self-balancing</a:t>
            </a:r>
            <a:r>
              <a:rPr lang="nl-NL" b="0" dirty="0"/>
              <a:t> </a:t>
            </a:r>
            <a:r>
              <a:rPr lang="nl-NL" b="0" dirty="0" err="1"/>
              <a:t>Binary</a:t>
            </a:r>
            <a:r>
              <a:rPr lang="nl-NL" b="0" dirty="0"/>
              <a:t> Search Trees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666B8D-42A8-F9C1-4E68-9900E8403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</p:spPr>
            <p:txBody>
              <a:bodyPr/>
              <a:lstStyle/>
              <a:p>
                <a:r>
                  <a:rPr lang="nl-NL" dirty="0"/>
                  <a:t>Trees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rebalanced</a:t>
                </a:r>
                <a:r>
                  <a:rPr lang="nl-NL" dirty="0"/>
                  <a:t> </a:t>
                </a:r>
                <a:r>
                  <a:rPr lang="nl-NL" dirty="0" err="1"/>
                  <a:t>through</a:t>
                </a:r>
                <a:r>
                  <a:rPr lang="nl-NL" dirty="0"/>
                  <a:t> </a:t>
                </a:r>
                <a:r>
                  <a:rPr lang="nl-NL" b="1" dirty="0" err="1"/>
                  <a:t>rotations</a:t>
                </a:r>
                <a:endParaRPr lang="nl-NL" b="1" dirty="0"/>
              </a:p>
              <a:p>
                <a:pPr lvl="1"/>
                <a:r>
                  <a:rPr lang="nl-NL" dirty="0" err="1"/>
                  <a:t>Changing</a:t>
                </a:r>
                <a:r>
                  <a:rPr lang="nl-NL" dirty="0"/>
                  <a:t> </a:t>
                </a:r>
                <a:r>
                  <a:rPr lang="nl-NL" dirty="0" err="1"/>
                  <a:t>linkage</a:t>
                </a:r>
                <a:r>
                  <a:rPr lang="nl-NL" dirty="0"/>
                  <a:t> </a:t>
                </a:r>
                <a:r>
                  <a:rPr lang="nl-NL" dirty="0" err="1"/>
                  <a:t>while</a:t>
                </a:r>
                <a:r>
                  <a:rPr lang="nl-NL" dirty="0"/>
                  <a:t> </a:t>
                </a:r>
                <a:r>
                  <a:rPr lang="nl-NL" dirty="0" err="1"/>
                  <a:t>maintaining</a:t>
                </a:r>
                <a:r>
                  <a:rPr lang="nl-NL" dirty="0"/>
                  <a:t> order,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pPr lvl="1"/>
                <a:endParaRPr lang="nl-NL" b="1" dirty="0"/>
              </a:p>
              <a:p>
                <a:r>
                  <a:rPr lang="nl-NL" dirty="0"/>
                  <a:t>The trees in </a:t>
                </a:r>
                <a:r>
                  <a:rPr lang="nl-NL" dirty="0" err="1"/>
                  <a:t>the</a:t>
                </a:r>
                <a:r>
                  <a:rPr lang="nl-NL" dirty="0"/>
                  <a:t> C++ STL </a:t>
                </a:r>
                <a:r>
                  <a:rPr lang="nl-NL" dirty="0" err="1"/>
                  <a:t>actually</a:t>
                </a:r>
                <a:r>
                  <a:rPr lang="nl-NL" dirty="0"/>
                  <a:t> do </a:t>
                </a:r>
                <a:r>
                  <a:rPr lang="nl-NL" dirty="0" err="1"/>
                  <a:t>this</a:t>
                </a:r>
                <a:endParaRPr lang="nl-NL" dirty="0"/>
              </a:p>
              <a:p>
                <a:pPr lvl="1"/>
                <a:r>
                  <a:rPr lang="nl-NL" dirty="0">
                    <a:hlinkClick r:id="rId2"/>
                  </a:rPr>
                  <a:t>Red-black trees</a:t>
                </a:r>
                <a:r>
                  <a:rPr lang="nl-NL" dirty="0"/>
                  <a:t> (out of scope of </a:t>
                </a:r>
                <a:r>
                  <a:rPr lang="nl-NL" dirty="0" err="1"/>
                  <a:t>this</a:t>
                </a:r>
                <a:r>
                  <a:rPr lang="nl-NL" dirty="0"/>
                  <a:t> module)</a:t>
                </a:r>
              </a:p>
              <a:p>
                <a:pPr lvl="1"/>
                <a:r>
                  <a:rPr lang="nl-NL" sz="1600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sz="1600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::set</a:t>
                </a:r>
                <a:endParaRPr lang="nl-NL" dirty="0">
                  <a:solidFill>
                    <a:srgbClr val="7030A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lvl="1"/>
                <a:r>
                  <a:rPr lang="nl-NL" sz="1600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sz="1600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::map</a:t>
                </a:r>
                <a:r>
                  <a:rPr lang="nl-NL" dirty="0"/>
                  <a:t> (more next week)</a:t>
                </a: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666B8D-42A8-F9C1-4E68-9900E8403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5901877" cy="3566160"/>
              </a:xfrm>
              <a:blipFill>
                <a:blip r:embed="rId3"/>
                <a:stretch>
                  <a:fillRect l="-620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2D59DA-8DF3-BF06-A549-53054CA734DF}"/>
              </a:ext>
            </a:extLst>
          </p:cNvPr>
          <p:cNvCxnSpPr>
            <a:cxnSpLocks/>
          </p:cNvCxnSpPr>
          <p:nvPr/>
        </p:nvCxnSpPr>
        <p:spPr>
          <a:xfrm>
            <a:off x="8376048" y="3879264"/>
            <a:ext cx="408869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44E274-8730-8528-0956-63FA9DA63131}"/>
              </a:ext>
            </a:extLst>
          </p:cNvPr>
          <p:cNvCxnSpPr>
            <a:cxnSpLocks/>
          </p:cNvCxnSpPr>
          <p:nvPr/>
        </p:nvCxnSpPr>
        <p:spPr>
          <a:xfrm flipH="1">
            <a:off x="9913501" y="3879264"/>
            <a:ext cx="408869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4E9DB0-3528-026B-EBDE-F3D517A20714}"/>
              </a:ext>
            </a:extLst>
          </p:cNvPr>
          <p:cNvCxnSpPr>
            <a:cxnSpLocks/>
          </p:cNvCxnSpPr>
          <p:nvPr/>
        </p:nvCxnSpPr>
        <p:spPr>
          <a:xfrm flipV="1">
            <a:off x="8390632" y="3174006"/>
            <a:ext cx="923367" cy="6700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38B5B53-9A1F-B13C-0E06-D4C562DD9E87}"/>
              </a:ext>
            </a:extLst>
          </p:cNvPr>
          <p:cNvCxnSpPr>
            <a:cxnSpLocks/>
          </p:cNvCxnSpPr>
          <p:nvPr/>
        </p:nvCxnSpPr>
        <p:spPr>
          <a:xfrm flipH="1">
            <a:off x="7896761" y="3879264"/>
            <a:ext cx="408867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37C3412-CEA5-B1CD-3B40-A3F92B950565}"/>
              </a:ext>
            </a:extLst>
          </p:cNvPr>
          <p:cNvCxnSpPr>
            <a:cxnSpLocks/>
          </p:cNvCxnSpPr>
          <p:nvPr/>
        </p:nvCxnSpPr>
        <p:spPr>
          <a:xfrm flipH="1" flipV="1">
            <a:off x="9384419" y="3174006"/>
            <a:ext cx="937951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7784EB9-AFA7-CE11-BE52-1CBBD87ABD5D}"/>
              </a:ext>
            </a:extLst>
          </p:cNvPr>
          <p:cNvCxnSpPr>
            <a:cxnSpLocks/>
          </p:cNvCxnSpPr>
          <p:nvPr/>
        </p:nvCxnSpPr>
        <p:spPr>
          <a:xfrm flipH="1" flipV="1">
            <a:off x="10392790" y="3879264"/>
            <a:ext cx="408868" cy="634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3F95BA78-3805-E3FA-D850-559396035178}"/>
              </a:ext>
            </a:extLst>
          </p:cNvPr>
          <p:cNvSpPr/>
          <p:nvPr/>
        </p:nvSpPr>
        <p:spPr>
          <a:xfrm>
            <a:off x="8133020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A6099C8-DC5F-09A8-FAF0-356042AD483C}"/>
              </a:ext>
            </a:extLst>
          </p:cNvPr>
          <p:cNvSpPr/>
          <p:nvPr/>
        </p:nvSpPr>
        <p:spPr>
          <a:xfrm>
            <a:off x="9670474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0E4C8A4-A9EB-60BC-1885-5BA071DDD725}"/>
              </a:ext>
            </a:extLst>
          </p:cNvPr>
          <p:cNvSpPr/>
          <p:nvPr/>
        </p:nvSpPr>
        <p:spPr>
          <a:xfrm>
            <a:off x="8612307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65F3AB9-A58E-594A-C17F-0754ECB38DCC}"/>
              </a:ext>
            </a:extLst>
          </p:cNvPr>
          <p:cNvSpPr/>
          <p:nvPr/>
        </p:nvSpPr>
        <p:spPr>
          <a:xfrm>
            <a:off x="10629050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01" name="Oval 33">
            <a:extLst>
              <a:ext uri="{FF2B5EF4-FFF2-40B4-BE49-F238E27FC236}">
                <a16:creationId xmlns:a16="http://schemas.microsoft.com/office/drawing/2014/main" id="{F224235F-F0A8-64C5-9D22-5703B1A766A5}"/>
              </a:ext>
            </a:extLst>
          </p:cNvPr>
          <p:cNvSpPr/>
          <p:nvPr/>
        </p:nvSpPr>
        <p:spPr>
          <a:xfrm>
            <a:off x="9141391" y="2930977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D903732-6E05-05B7-0CB1-2946E86F953B}"/>
              </a:ext>
            </a:extLst>
          </p:cNvPr>
          <p:cNvSpPr/>
          <p:nvPr/>
        </p:nvSpPr>
        <p:spPr>
          <a:xfrm>
            <a:off x="10149762" y="3636235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AF91716-1E24-7516-98C4-933915CC1ACF}"/>
              </a:ext>
            </a:extLst>
          </p:cNvPr>
          <p:cNvSpPr/>
          <p:nvPr/>
        </p:nvSpPr>
        <p:spPr>
          <a:xfrm>
            <a:off x="7653733" y="4341494"/>
            <a:ext cx="415637" cy="415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78" name="Speech Bubble: Oval 177">
            <a:extLst>
              <a:ext uri="{FF2B5EF4-FFF2-40B4-BE49-F238E27FC236}">
                <a16:creationId xmlns:a16="http://schemas.microsoft.com/office/drawing/2014/main" id="{6595D478-42CD-7177-36E5-A0802708EDFA}"/>
              </a:ext>
            </a:extLst>
          </p:cNvPr>
          <p:cNvSpPr/>
          <p:nvPr/>
        </p:nvSpPr>
        <p:spPr>
          <a:xfrm>
            <a:off x="7267074" y="5097067"/>
            <a:ext cx="4395480" cy="1654836"/>
          </a:xfrm>
          <a:prstGeom prst="wedgeEllipseCallout">
            <a:avLst>
              <a:gd name="adj1" fmla="val -3681"/>
              <a:gd name="adj2" fmla="val -74602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latin typeface="Aptos" panose="020B0004020202020204" pitchFamily="34" charset="0"/>
              </a:rPr>
              <a:t>Homework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 err="1">
                <a:latin typeface="Aptos" panose="020B0004020202020204" pitchFamily="34" charset="0"/>
              </a:rPr>
              <a:t>what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would’ve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happened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if</a:t>
            </a:r>
            <a:r>
              <a:rPr lang="nl-NL" dirty="0">
                <a:latin typeface="Aptos" panose="020B0004020202020204" pitchFamily="34" charset="0"/>
              </a:rPr>
              <a:t> we </a:t>
            </a:r>
            <a:r>
              <a:rPr lang="nl-NL" dirty="0" err="1">
                <a:latin typeface="Aptos" panose="020B0004020202020204" pitchFamily="34" charset="0"/>
              </a:rPr>
              <a:t>hadn’t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performed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leftward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rotation</a:t>
            </a:r>
            <a:r>
              <a:rPr lang="nl-NL" dirty="0">
                <a:latin typeface="Aptos" panose="020B0004020202020204" pitchFamily="34" charset="0"/>
              </a:rPr>
              <a:t> first?</a:t>
            </a:r>
          </a:p>
        </p:txBody>
      </p:sp>
    </p:spTree>
    <p:extLst>
      <p:ext uri="{BB962C8B-B14F-4D97-AF65-F5344CB8AC3E}">
        <p14:creationId xmlns:p14="http://schemas.microsoft.com/office/powerpoint/2010/main" val="187099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C998-C068-01A2-2767-B0391950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781091-ECC7-BC81-3973-4FD7D38E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Binary</a:t>
            </a:r>
            <a:r>
              <a:rPr lang="nl-NL" dirty="0"/>
              <a:t> Tree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B1BE0-53FA-F7D3-FC37-E53E0C14F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Replacing</a:t>
            </a:r>
            <a:r>
              <a:rPr lang="nl-NL" dirty="0"/>
              <a:t> </a:t>
            </a:r>
            <a:r>
              <a:rPr lang="nl-NL" dirty="0" err="1"/>
              <a:t>recursion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stack</a:t>
            </a:r>
          </a:p>
        </p:txBody>
      </p:sp>
    </p:spTree>
    <p:extLst>
      <p:ext uri="{BB962C8B-B14F-4D97-AF65-F5344CB8AC3E}">
        <p14:creationId xmlns:p14="http://schemas.microsoft.com/office/powerpoint/2010/main" val="4213126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B58A-2DD7-B7AC-E477-93BABA20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809E-86B4-42D9-E216-F3BFCC0E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Trees – </a:t>
            </a:r>
            <a:r>
              <a:rPr lang="nl-NL" b="0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181D1-5B48-7B17-1FA9-5FD3606CA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281581" cy="1990174"/>
          </a:xfrm>
        </p:spPr>
        <p:txBody>
          <a:bodyPr>
            <a:normAutofit/>
          </a:bodyPr>
          <a:lstStyle/>
          <a:p>
            <a:r>
              <a:rPr lang="nl-NL" dirty="0" err="1"/>
              <a:t>Let’s</a:t>
            </a:r>
            <a:r>
              <a:rPr lang="nl-NL" dirty="0"/>
              <a:t> print </a:t>
            </a:r>
            <a:r>
              <a:rPr lang="nl-NL" dirty="0" err="1"/>
              <a:t>the</a:t>
            </a:r>
            <a:r>
              <a:rPr lang="nl-NL" dirty="0"/>
              <a:t> contents of a </a:t>
            </a:r>
            <a:r>
              <a:rPr lang="nl-NL" dirty="0" err="1"/>
              <a:t>binary</a:t>
            </a:r>
            <a:r>
              <a:rPr lang="nl-NL" dirty="0"/>
              <a:t> tree… How?</a:t>
            </a:r>
          </a:p>
          <a:p>
            <a:pPr lvl="1"/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go </a:t>
            </a:r>
            <a:r>
              <a:rPr lang="nl-NL" dirty="0" err="1"/>
              <a:t>left</a:t>
            </a:r>
            <a:r>
              <a:rPr lang="nl-NL" dirty="0"/>
              <a:t> first, </a:t>
            </a:r>
            <a:r>
              <a:rPr lang="nl-NL" dirty="0" err="1"/>
              <a:t>then</a:t>
            </a:r>
            <a:r>
              <a:rPr lang="nl-NL" dirty="0"/>
              <a:t> right</a:t>
            </a:r>
          </a:p>
          <a:p>
            <a:pPr lvl="1"/>
            <a:r>
              <a:rPr lang="nl-NL" dirty="0"/>
              <a:t>Loop-</a:t>
            </a:r>
            <a:r>
              <a:rPr lang="nl-NL" dirty="0" err="1"/>
              <a:t>based</a:t>
            </a:r>
            <a:r>
              <a:rPr lang="nl-NL" dirty="0"/>
              <a:t> iteration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go </a:t>
            </a:r>
            <a:r>
              <a:rPr lang="nl-NL" dirty="0" err="1"/>
              <a:t>one</a:t>
            </a:r>
            <a:r>
              <a:rPr lang="nl-NL" dirty="0"/>
              <a:t> way</a:t>
            </a:r>
          </a:p>
          <a:p>
            <a:pPr lvl="1"/>
            <a:r>
              <a:rPr lang="nl-NL" dirty="0" err="1"/>
              <a:t>Recursion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rescue</a:t>
            </a:r>
            <a:r>
              <a:rPr lang="nl-NL" dirty="0"/>
              <a:t>!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236B6DBF-CC17-AE91-55C2-5C6DEFE7DE48}"/>
              </a:ext>
            </a:extLst>
          </p:cNvPr>
          <p:cNvSpPr/>
          <p:nvPr/>
        </p:nvSpPr>
        <p:spPr>
          <a:xfrm>
            <a:off x="8960646" y="3429382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D38FAC88-474E-61AF-D515-A2289A7D086F}"/>
              </a:ext>
            </a:extLst>
          </p:cNvPr>
          <p:cNvSpPr/>
          <p:nvPr/>
        </p:nvSpPr>
        <p:spPr>
          <a:xfrm>
            <a:off x="9673836" y="4633312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59AF3312-986E-6892-A274-D791945A94E6}"/>
              </a:ext>
            </a:extLst>
          </p:cNvPr>
          <p:cNvSpPr/>
          <p:nvPr/>
        </p:nvSpPr>
        <p:spPr>
          <a:xfrm>
            <a:off x="11100214" y="4633312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CA6CD642-F2A1-48D8-004E-36C1A975FA36}"/>
              </a:ext>
            </a:extLst>
          </p:cNvPr>
          <p:cNvGrpSpPr/>
          <p:nvPr/>
        </p:nvGrpSpPr>
        <p:grpSpPr>
          <a:xfrm>
            <a:off x="9029803" y="2797682"/>
            <a:ext cx="723275" cy="569357"/>
            <a:chOff x="5723905" y="3059668"/>
            <a:chExt cx="723275" cy="569357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EB82180-238B-D450-F74B-E9CC64A8FAF5}"/>
                </a:ext>
              </a:extLst>
            </p:cNvPr>
            <p:cNvSpPr/>
            <p:nvPr/>
          </p:nvSpPr>
          <p:spPr>
            <a:xfrm flipV="1">
              <a:off x="5977391" y="3429000"/>
              <a:ext cx="266700" cy="200025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EA4B4D-34D9-E69F-A861-30A1B5DB83C6}"/>
                </a:ext>
              </a:extLst>
            </p:cNvPr>
            <p:cNvSpPr txBox="1"/>
            <p:nvPr/>
          </p:nvSpPr>
          <p:spPr>
            <a:xfrm>
              <a:off x="5723905" y="30596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root</a:t>
              </a:r>
            </a:p>
          </p:txBody>
        </p:sp>
      </p:grp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2A596A4C-8014-B65E-FB58-E699837EE26D}"/>
              </a:ext>
            </a:extLst>
          </p:cNvPr>
          <p:cNvSpPr/>
          <p:nvPr/>
        </p:nvSpPr>
        <p:spPr>
          <a:xfrm>
            <a:off x="6821078" y="4633312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8AB8E0CA-BFB6-0B9B-EFE8-7158C848E61E}"/>
              </a:ext>
            </a:extLst>
          </p:cNvPr>
          <p:cNvSpPr/>
          <p:nvPr/>
        </p:nvSpPr>
        <p:spPr>
          <a:xfrm>
            <a:off x="8247457" y="4633312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142CF8-02C4-CA69-CA7C-FEB69AADAE98}"/>
              </a:ext>
            </a:extLst>
          </p:cNvPr>
          <p:cNvSpPr/>
          <p:nvPr/>
        </p:nvSpPr>
        <p:spPr>
          <a:xfrm>
            <a:off x="10387024" y="3972590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25E880AC-C910-6B20-3896-ABC95B1C7253}"/>
              </a:ext>
            </a:extLst>
          </p:cNvPr>
          <p:cNvSpPr/>
          <p:nvPr/>
        </p:nvSpPr>
        <p:spPr>
          <a:xfrm>
            <a:off x="7535980" y="3972590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14" name="Rounded Rectangle 28">
            <a:extLst>
              <a:ext uri="{FF2B5EF4-FFF2-40B4-BE49-F238E27FC236}">
                <a16:creationId xmlns:a16="http://schemas.microsoft.com/office/drawing/2014/main" id="{CDB3A897-9684-AA4D-EEAC-33B15C767274}"/>
              </a:ext>
            </a:extLst>
          </p:cNvPr>
          <p:cNvSpPr/>
          <p:nvPr/>
        </p:nvSpPr>
        <p:spPr>
          <a:xfrm>
            <a:off x="9243042" y="5354234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Fig</a:t>
            </a:r>
            <a:endParaRPr lang="nl-NL" sz="1400" dirty="0">
              <a:latin typeface="Aptos" panose="020B0004020202020204" pitchFamily="34" charset="0"/>
            </a:endParaRPr>
          </a:p>
        </p:txBody>
      </p:sp>
      <p:cxnSp>
        <p:nvCxnSpPr>
          <p:cNvPr id="15" name="Straight Arrow Connector 29">
            <a:extLst>
              <a:ext uri="{FF2B5EF4-FFF2-40B4-BE49-F238E27FC236}">
                <a16:creationId xmlns:a16="http://schemas.microsoft.com/office/drawing/2014/main" id="{681C0B9F-AB08-D5B2-EF5E-7F065B9E29F9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9673836" y="5031666"/>
            <a:ext cx="430794" cy="32256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6" name="Group 21">
            <a:extLst>
              <a:ext uri="{FF2B5EF4-FFF2-40B4-BE49-F238E27FC236}">
                <a16:creationId xmlns:a16="http://schemas.microsoft.com/office/drawing/2014/main" id="{E1176DCE-0870-7DD1-9684-6A24817C0FD2}"/>
              </a:ext>
            </a:extLst>
          </p:cNvPr>
          <p:cNvGrpSpPr/>
          <p:nvPr/>
        </p:nvGrpSpPr>
        <p:grpSpPr>
          <a:xfrm>
            <a:off x="7251872" y="4171767"/>
            <a:ext cx="284108" cy="1257454"/>
            <a:chOff x="7251872" y="4171767"/>
            <a:chExt cx="284108" cy="1257454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BCC746F-484E-1BA7-BC98-8F8265687A5D}"/>
                </a:ext>
              </a:extLst>
            </p:cNvPr>
            <p:cNvCxnSpPr>
              <a:cxnSpLocks/>
              <a:stCxn id="13" idx="1"/>
              <a:endCxn id="10" idx="0"/>
            </p:cNvCxnSpPr>
            <p:nvPr/>
          </p:nvCxnSpPr>
          <p:spPr>
            <a:xfrm flipH="1">
              <a:off x="7251872" y="4171767"/>
              <a:ext cx="284108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F4F7E54-D3FC-C661-DE44-5D7A258D5D0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251872" y="4967676"/>
              <a:ext cx="284108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9" name="Group 25">
            <a:extLst>
              <a:ext uri="{FF2B5EF4-FFF2-40B4-BE49-F238E27FC236}">
                <a16:creationId xmlns:a16="http://schemas.microsoft.com/office/drawing/2014/main" id="{2D1CEB5F-68C6-91E4-7B3E-2BBA6BD43A4A}"/>
              </a:ext>
            </a:extLst>
          </p:cNvPr>
          <p:cNvGrpSpPr/>
          <p:nvPr/>
        </p:nvGrpSpPr>
        <p:grpSpPr>
          <a:xfrm>
            <a:off x="8397568" y="4171767"/>
            <a:ext cx="280683" cy="1257454"/>
            <a:chOff x="8397568" y="4171767"/>
            <a:chExt cx="280683" cy="1257454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2FE1095-F646-12DB-3411-A591C21E6383}"/>
                </a:ext>
              </a:extLst>
            </p:cNvPr>
            <p:cNvCxnSpPr>
              <a:cxnSpLocks/>
              <a:stCxn id="13" idx="3"/>
              <a:endCxn id="11" idx="0"/>
            </p:cNvCxnSpPr>
            <p:nvPr/>
          </p:nvCxnSpPr>
          <p:spPr>
            <a:xfrm>
              <a:off x="8397568" y="4171767"/>
              <a:ext cx="280683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9E6CC36-9D4D-1F7F-01F1-F5EFEBA40CB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397568" y="4967676"/>
              <a:ext cx="280683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2" name="Group 30">
            <a:extLst>
              <a:ext uri="{FF2B5EF4-FFF2-40B4-BE49-F238E27FC236}">
                <a16:creationId xmlns:a16="http://schemas.microsoft.com/office/drawing/2014/main" id="{57579EBE-B04D-61BA-EE03-847EA58D9A94}"/>
              </a:ext>
            </a:extLst>
          </p:cNvPr>
          <p:cNvGrpSpPr/>
          <p:nvPr/>
        </p:nvGrpSpPr>
        <p:grpSpPr>
          <a:xfrm>
            <a:off x="7966774" y="3628559"/>
            <a:ext cx="993872" cy="1139940"/>
            <a:chOff x="7966774" y="3628559"/>
            <a:chExt cx="993872" cy="1139940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AF4D6BC-6943-38CF-B23E-9B8DEEB7A467}"/>
                </a:ext>
              </a:extLst>
            </p:cNvPr>
            <p:cNvCxnSpPr>
              <a:cxnSpLocks/>
              <a:stCxn id="4" idx="1"/>
              <a:endCxn id="13" idx="0"/>
            </p:cNvCxnSpPr>
            <p:nvPr/>
          </p:nvCxnSpPr>
          <p:spPr>
            <a:xfrm flipH="1">
              <a:off x="7966774" y="3628559"/>
              <a:ext cx="993872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344A8E7-DE92-732F-240D-7E6E09F9953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966774" y="4424468"/>
              <a:ext cx="993872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5" name="Group 33">
            <a:extLst>
              <a:ext uri="{FF2B5EF4-FFF2-40B4-BE49-F238E27FC236}">
                <a16:creationId xmlns:a16="http://schemas.microsoft.com/office/drawing/2014/main" id="{9FCC2CC9-B966-D9CC-BC78-A69A49173336}"/>
              </a:ext>
            </a:extLst>
          </p:cNvPr>
          <p:cNvGrpSpPr/>
          <p:nvPr/>
        </p:nvGrpSpPr>
        <p:grpSpPr>
          <a:xfrm>
            <a:off x="9822234" y="3628559"/>
            <a:ext cx="995584" cy="1139940"/>
            <a:chOff x="9822234" y="3628559"/>
            <a:chExt cx="995584" cy="113994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661C8E4-9BE6-30C0-57F8-BA5621D1B7AC}"/>
                </a:ext>
              </a:extLst>
            </p:cNvPr>
            <p:cNvCxnSpPr>
              <a:cxnSpLocks/>
              <a:stCxn id="4" idx="3"/>
              <a:endCxn id="12" idx="0"/>
            </p:cNvCxnSpPr>
            <p:nvPr/>
          </p:nvCxnSpPr>
          <p:spPr>
            <a:xfrm>
              <a:off x="9822234" y="3628559"/>
              <a:ext cx="995584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084D41B-E4B2-6CF6-D7BE-409BBB6BA44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822234" y="4424468"/>
              <a:ext cx="995584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8" name="Group 36">
            <a:extLst>
              <a:ext uri="{FF2B5EF4-FFF2-40B4-BE49-F238E27FC236}">
                <a16:creationId xmlns:a16="http://schemas.microsoft.com/office/drawing/2014/main" id="{B1ED2B7C-5264-DE4D-873B-475722C49B3A}"/>
              </a:ext>
            </a:extLst>
          </p:cNvPr>
          <p:cNvGrpSpPr>
            <a:grpSpLocks/>
          </p:cNvGrpSpPr>
          <p:nvPr/>
        </p:nvGrpSpPr>
        <p:grpSpPr>
          <a:xfrm>
            <a:off x="10104630" y="4171767"/>
            <a:ext cx="282394" cy="1257454"/>
            <a:chOff x="10104630" y="4171767"/>
            <a:chExt cx="282394" cy="125745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366BFA7-7278-A6A3-B886-3101EBFFB04E}"/>
                </a:ext>
              </a:extLst>
            </p:cNvPr>
            <p:cNvCxnSpPr>
              <a:cxnSpLocks/>
              <a:stCxn id="12" idx="1"/>
              <a:endCxn id="5" idx="0"/>
            </p:cNvCxnSpPr>
            <p:nvPr/>
          </p:nvCxnSpPr>
          <p:spPr>
            <a:xfrm flipH="1">
              <a:off x="10104630" y="4171767"/>
              <a:ext cx="282394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EC0441E-FB16-7959-82F9-2B8C37C663A9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0104630" y="4967676"/>
              <a:ext cx="282394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1" name="Group 39">
            <a:extLst>
              <a:ext uri="{FF2B5EF4-FFF2-40B4-BE49-F238E27FC236}">
                <a16:creationId xmlns:a16="http://schemas.microsoft.com/office/drawing/2014/main" id="{B95E26E1-8B70-DA9C-4CFD-A8C36020CAE1}"/>
              </a:ext>
            </a:extLst>
          </p:cNvPr>
          <p:cNvGrpSpPr>
            <a:grpSpLocks/>
          </p:cNvGrpSpPr>
          <p:nvPr/>
        </p:nvGrpSpPr>
        <p:grpSpPr>
          <a:xfrm>
            <a:off x="11248612" y="4171767"/>
            <a:ext cx="282396" cy="1257454"/>
            <a:chOff x="11248612" y="4171767"/>
            <a:chExt cx="282396" cy="1257454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67C225A-4B3D-CA68-6340-DC1EAB8D6DF9}"/>
                </a:ext>
              </a:extLst>
            </p:cNvPr>
            <p:cNvCxnSpPr>
              <a:cxnSpLocks/>
              <a:stCxn id="12" idx="3"/>
              <a:endCxn id="6" idx="0"/>
            </p:cNvCxnSpPr>
            <p:nvPr/>
          </p:nvCxnSpPr>
          <p:spPr>
            <a:xfrm>
              <a:off x="11248612" y="4171767"/>
              <a:ext cx="282396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2136523-F4B6-7A29-BAD5-2A20B4FC62F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248612" y="4967676"/>
              <a:ext cx="282396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16F475A-B2E0-A63D-390D-2B61029FE6F5}"/>
              </a:ext>
            </a:extLst>
          </p:cNvPr>
          <p:cNvSpPr/>
          <p:nvPr/>
        </p:nvSpPr>
        <p:spPr>
          <a:xfrm>
            <a:off x="660992" y="4558323"/>
            <a:ext cx="5746703" cy="19901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Problem</a:t>
            </a:r>
            <a:r>
              <a:rPr lang="nl-NL" sz="2000" b="1" dirty="0">
                <a:solidFill>
                  <a:srgbClr val="002060"/>
                </a:solidFill>
                <a:latin typeface="Aptos" panose="020B0004020202020204" pitchFamily="34" charset="0"/>
              </a:rPr>
              <a:t>: print contents of tree</a:t>
            </a:r>
          </a:p>
          <a:p>
            <a:r>
              <a:rPr lang="nl-NL" sz="2000" dirty="0">
                <a:latin typeface="Aptos" panose="020B0004020202020204" pitchFamily="34" charset="0"/>
              </a:rPr>
              <a:t>Approach: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000" dirty="0">
                <a:solidFill>
                  <a:srgbClr val="002060"/>
                </a:solidFill>
                <a:latin typeface="Aptos" panose="020B0004020202020204" pitchFamily="34" charset="0"/>
              </a:rPr>
              <a:t>Print contents</a:t>
            </a:r>
            <a:r>
              <a:rPr lang="nl-NL" sz="2000" dirty="0">
                <a:latin typeface="Aptos" panose="020B0004020202020204" pitchFamily="34" charset="0"/>
              </a:rPr>
              <a:t> of </a:t>
            </a:r>
            <a:r>
              <a:rPr lang="nl-NL" sz="2000" dirty="0" err="1">
                <a:latin typeface="Aptos" panose="020B0004020202020204" pitchFamily="34" charset="0"/>
              </a:rPr>
              <a:t>left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subtree</a:t>
            </a:r>
            <a:endParaRPr lang="nl-NL" sz="2000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l-NL" sz="2000" dirty="0">
                <a:solidFill>
                  <a:srgbClr val="002060"/>
                </a:solidFill>
                <a:latin typeface="Aptos" panose="020B0004020202020204" pitchFamily="34" charset="0"/>
              </a:rPr>
              <a:t>Print contents</a:t>
            </a:r>
            <a:r>
              <a:rPr lang="nl-NL" sz="2000" dirty="0">
                <a:latin typeface="Aptos" panose="020B0004020202020204" pitchFamily="34" charset="0"/>
              </a:rPr>
              <a:t> of right </a:t>
            </a:r>
            <a:r>
              <a:rPr lang="nl-NL" sz="2000" dirty="0" err="1">
                <a:latin typeface="Aptos" panose="020B0004020202020204" pitchFamily="34" charset="0"/>
              </a:rPr>
              <a:t>subtree</a:t>
            </a:r>
            <a:endParaRPr lang="nl-NL" sz="2000" dirty="0">
              <a:latin typeface="Aptos" panose="020B0004020202020204" pitchFamily="34" charset="0"/>
            </a:endParaRPr>
          </a:p>
          <a:p>
            <a:r>
              <a:rPr lang="nl-NL" sz="2000" dirty="0" err="1">
                <a:latin typeface="Aptos" panose="020B0004020202020204" pitchFamily="34" charset="0"/>
              </a:rPr>
              <a:t>Simplest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problem</a:t>
            </a:r>
            <a:r>
              <a:rPr lang="nl-NL" sz="2000" dirty="0">
                <a:latin typeface="Aptos" panose="020B0004020202020204" pitchFamily="34" charset="0"/>
              </a:rPr>
              <a:t>: print contents of empty tree</a:t>
            </a:r>
          </a:p>
        </p:txBody>
      </p:sp>
    </p:spTree>
    <p:extLst>
      <p:ext uri="{BB962C8B-B14F-4D97-AF65-F5344CB8AC3E}">
        <p14:creationId xmlns:p14="http://schemas.microsoft.com/office/powerpoint/2010/main" val="271372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E14A3-A481-CDD8-44D7-9B438C53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A59E-F842-2A5B-CA1C-1326E232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Trees – </a:t>
            </a:r>
            <a:r>
              <a:rPr lang="nl-NL" b="0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0644C-13FF-D7A1-9ACB-14304806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281581" cy="1990174"/>
          </a:xfrm>
        </p:spPr>
        <p:txBody>
          <a:bodyPr>
            <a:normAutofit/>
          </a:bodyPr>
          <a:lstStyle/>
          <a:p>
            <a:r>
              <a:rPr lang="nl-NL" dirty="0" err="1"/>
              <a:t>Let’s</a:t>
            </a:r>
            <a:r>
              <a:rPr lang="nl-NL" dirty="0"/>
              <a:t> print </a:t>
            </a:r>
            <a:r>
              <a:rPr lang="nl-NL" dirty="0" err="1"/>
              <a:t>the</a:t>
            </a:r>
            <a:r>
              <a:rPr lang="nl-NL" dirty="0"/>
              <a:t> contents of a </a:t>
            </a:r>
            <a:r>
              <a:rPr lang="nl-NL" dirty="0" err="1"/>
              <a:t>binary</a:t>
            </a:r>
            <a:r>
              <a:rPr lang="nl-NL" dirty="0"/>
              <a:t> tree… How?</a:t>
            </a:r>
          </a:p>
          <a:p>
            <a:pPr lvl="1"/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go </a:t>
            </a:r>
            <a:r>
              <a:rPr lang="nl-NL" dirty="0" err="1"/>
              <a:t>left</a:t>
            </a:r>
            <a:r>
              <a:rPr lang="nl-NL" dirty="0"/>
              <a:t> first, </a:t>
            </a:r>
            <a:r>
              <a:rPr lang="nl-NL" dirty="0" err="1"/>
              <a:t>then</a:t>
            </a:r>
            <a:r>
              <a:rPr lang="nl-NL" dirty="0"/>
              <a:t> right</a:t>
            </a:r>
          </a:p>
          <a:p>
            <a:pPr lvl="1"/>
            <a:r>
              <a:rPr lang="nl-NL" dirty="0"/>
              <a:t>Loop-</a:t>
            </a:r>
            <a:r>
              <a:rPr lang="nl-NL" dirty="0" err="1"/>
              <a:t>based</a:t>
            </a:r>
            <a:r>
              <a:rPr lang="nl-NL" dirty="0"/>
              <a:t> iteration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go </a:t>
            </a:r>
            <a:r>
              <a:rPr lang="nl-NL" dirty="0" err="1"/>
              <a:t>one</a:t>
            </a:r>
            <a:r>
              <a:rPr lang="nl-NL" dirty="0"/>
              <a:t> way</a:t>
            </a:r>
          </a:p>
          <a:p>
            <a:pPr lvl="1"/>
            <a:r>
              <a:rPr lang="nl-NL" dirty="0" err="1"/>
              <a:t>Recursion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rescue</a:t>
            </a:r>
            <a:r>
              <a:rPr lang="nl-NL" dirty="0"/>
              <a:t>!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77D617E-916A-8583-64BB-18EAB3BA7428}"/>
              </a:ext>
            </a:extLst>
          </p:cNvPr>
          <p:cNvGrpSpPr/>
          <p:nvPr/>
        </p:nvGrpSpPr>
        <p:grpSpPr>
          <a:xfrm>
            <a:off x="6821078" y="2797682"/>
            <a:ext cx="5140723" cy="2954906"/>
            <a:chOff x="6821078" y="2797682"/>
            <a:chExt cx="5140723" cy="2954906"/>
          </a:xfrm>
        </p:grpSpPr>
        <p:sp>
          <p:nvSpPr>
            <p:cNvPr id="4" name="Rounded Rectangle 6">
              <a:extLst>
                <a:ext uri="{FF2B5EF4-FFF2-40B4-BE49-F238E27FC236}">
                  <a16:creationId xmlns:a16="http://schemas.microsoft.com/office/drawing/2014/main" id="{B3A32A15-A945-2DA0-642B-DEBB01ACF037}"/>
                </a:ext>
              </a:extLst>
            </p:cNvPr>
            <p:cNvSpPr/>
            <p:nvPr/>
          </p:nvSpPr>
          <p:spPr>
            <a:xfrm>
              <a:off x="8960646" y="342938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Date</a:t>
              </a:r>
            </a:p>
          </p:txBody>
        </p:sp>
        <p:sp>
          <p:nvSpPr>
            <p:cNvPr id="5" name="Rounded Rectangle 9">
              <a:extLst>
                <a:ext uri="{FF2B5EF4-FFF2-40B4-BE49-F238E27FC236}">
                  <a16:creationId xmlns:a16="http://schemas.microsoft.com/office/drawing/2014/main" id="{1DDDA451-8122-F95E-C181-6F2B7C03880E}"/>
                </a:ext>
              </a:extLst>
            </p:cNvPr>
            <p:cNvSpPr/>
            <p:nvPr/>
          </p:nvSpPr>
          <p:spPr>
            <a:xfrm>
              <a:off x="9673836" y="463331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Mango</a:t>
              </a:r>
            </a:p>
          </p:txBody>
        </p:sp>
        <p:sp>
          <p:nvSpPr>
            <p:cNvPr id="6" name="Rounded Rectangle 10">
              <a:extLst>
                <a:ext uri="{FF2B5EF4-FFF2-40B4-BE49-F238E27FC236}">
                  <a16:creationId xmlns:a16="http://schemas.microsoft.com/office/drawing/2014/main" id="{BB0DEAB3-AB1E-CDA9-9CF6-A3672A131F5D}"/>
                </a:ext>
              </a:extLst>
            </p:cNvPr>
            <p:cNvSpPr/>
            <p:nvPr/>
          </p:nvSpPr>
          <p:spPr>
            <a:xfrm>
              <a:off x="11100214" y="4633312"/>
              <a:ext cx="861587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Pear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grpSp>
          <p:nvGrpSpPr>
            <p:cNvPr id="7" name="Group 13">
              <a:extLst>
                <a:ext uri="{FF2B5EF4-FFF2-40B4-BE49-F238E27FC236}">
                  <a16:creationId xmlns:a16="http://schemas.microsoft.com/office/drawing/2014/main" id="{36E3AEF3-8680-DF37-2136-3895FA880366}"/>
                </a:ext>
              </a:extLst>
            </p:cNvPr>
            <p:cNvGrpSpPr/>
            <p:nvPr/>
          </p:nvGrpSpPr>
          <p:grpSpPr>
            <a:xfrm>
              <a:off x="9029803" y="2797682"/>
              <a:ext cx="723275" cy="569357"/>
              <a:chOff x="5723905" y="3059668"/>
              <a:chExt cx="723275" cy="569357"/>
            </a:xfrm>
          </p:grpSpPr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61725850-EC6D-29C9-CA64-8BD658C0F3F0}"/>
                  </a:ext>
                </a:extLst>
              </p:cNvPr>
              <p:cNvSpPr/>
              <p:nvPr/>
            </p:nvSpPr>
            <p:spPr>
              <a:xfrm flipV="1">
                <a:off x="5977391" y="3429000"/>
                <a:ext cx="266700" cy="200025"/>
              </a:xfrm>
              <a:prstGeom prst="triangle">
                <a:avLst/>
              </a:prstGeom>
              <a:ln w="38100"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250FEE-62A7-A613-9688-978881A4968C}"/>
                  </a:ext>
                </a:extLst>
              </p:cNvPr>
              <p:cNvSpPr txBox="1"/>
              <p:nvPr/>
            </p:nvSpPr>
            <p:spPr>
              <a:xfrm>
                <a:off x="5723905" y="3059668"/>
                <a:ext cx="723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root</a:t>
                </a:r>
              </a:p>
            </p:txBody>
          </p:sp>
        </p:grp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ACC2E375-7FF8-EF9E-FC7B-2E51B6476617}"/>
                </a:ext>
              </a:extLst>
            </p:cNvPr>
            <p:cNvSpPr/>
            <p:nvPr/>
          </p:nvSpPr>
          <p:spPr>
            <a:xfrm>
              <a:off x="6821078" y="463331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Apple</a:t>
              </a: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0162BDF9-FA1B-5F8D-A87D-18911DA6D1ED}"/>
                </a:ext>
              </a:extLst>
            </p:cNvPr>
            <p:cNvSpPr/>
            <p:nvPr/>
          </p:nvSpPr>
          <p:spPr>
            <a:xfrm>
              <a:off x="8247457" y="463331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Cherry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B9AB35B-2AAE-A467-6E47-2A4706B7C522}"/>
                </a:ext>
              </a:extLst>
            </p:cNvPr>
            <p:cNvSpPr/>
            <p:nvPr/>
          </p:nvSpPr>
          <p:spPr>
            <a:xfrm>
              <a:off x="10387024" y="3972590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Orange</a:t>
              </a:r>
            </a:p>
          </p:txBody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7E958F3F-8870-D2F6-DEA0-7B5162B12B0E}"/>
                </a:ext>
              </a:extLst>
            </p:cNvPr>
            <p:cNvSpPr/>
            <p:nvPr/>
          </p:nvSpPr>
          <p:spPr>
            <a:xfrm>
              <a:off x="7535980" y="3972590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Banana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sp>
          <p:nvSpPr>
            <p:cNvPr id="14" name="Rounded Rectangle 28">
              <a:extLst>
                <a:ext uri="{FF2B5EF4-FFF2-40B4-BE49-F238E27FC236}">
                  <a16:creationId xmlns:a16="http://schemas.microsoft.com/office/drawing/2014/main" id="{D2BEC9E6-10CE-66DD-23C1-8160E819D130}"/>
                </a:ext>
              </a:extLst>
            </p:cNvPr>
            <p:cNvSpPr/>
            <p:nvPr/>
          </p:nvSpPr>
          <p:spPr>
            <a:xfrm>
              <a:off x="9243042" y="5354234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Fig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cxnSp>
          <p:nvCxnSpPr>
            <p:cNvPr id="15" name="Straight Arrow Connector 29">
              <a:extLst>
                <a:ext uri="{FF2B5EF4-FFF2-40B4-BE49-F238E27FC236}">
                  <a16:creationId xmlns:a16="http://schemas.microsoft.com/office/drawing/2014/main" id="{FCA21FF8-2DD4-BB22-FD48-4973553BD512}"/>
                </a:ext>
              </a:extLst>
            </p:cNvPr>
            <p:cNvCxnSpPr>
              <a:cxnSpLocks/>
              <a:stCxn id="5" idx="2"/>
              <a:endCxn id="14" idx="0"/>
            </p:cNvCxnSpPr>
            <p:nvPr/>
          </p:nvCxnSpPr>
          <p:spPr>
            <a:xfrm flipH="1">
              <a:off x="9673836" y="5031666"/>
              <a:ext cx="430794" cy="322568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6" name="Group 21">
              <a:extLst>
                <a:ext uri="{FF2B5EF4-FFF2-40B4-BE49-F238E27FC236}">
                  <a16:creationId xmlns:a16="http://schemas.microsoft.com/office/drawing/2014/main" id="{3214EAAB-C6B2-D7A7-24C9-C218DB9093D4}"/>
                </a:ext>
              </a:extLst>
            </p:cNvPr>
            <p:cNvGrpSpPr/>
            <p:nvPr/>
          </p:nvGrpSpPr>
          <p:grpSpPr>
            <a:xfrm>
              <a:off x="7251872" y="4171767"/>
              <a:ext cx="284108" cy="1257454"/>
              <a:chOff x="7251872" y="4171767"/>
              <a:chExt cx="284108" cy="1257454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7401BF4-0270-292F-6513-6BA3A0902345}"/>
                  </a:ext>
                </a:extLst>
              </p:cNvPr>
              <p:cNvCxnSpPr>
                <a:cxnSpLocks/>
                <a:stCxn id="13" idx="1"/>
                <a:endCxn id="10" idx="0"/>
              </p:cNvCxnSpPr>
              <p:nvPr/>
            </p:nvCxnSpPr>
            <p:spPr>
              <a:xfrm flipH="1">
                <a:off x="7251872" y="4171767"/>
                <a:ext cx="284108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B916533-C78A-1230-9D07-0ADD3E8BA79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7251872" y="4967676"/>
                <a:ext cx="284108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25">
              <a:extLst>
                <a:ext uri="{FF2B5EF4-FFF2-40B4-BE49-F238E27FC236}">
                  <a16:creationId xmlns:a16="http://schemas.microsoft.com/office/drawing/2014/main" id="{34D280D5-0F53-9FC0-CDCD-BCA14CC67DC5}"/>
                </a:ext>
              </a:extLst>
            </p:cNvPr>
            <p:cNvGrpSpPr/>
            <p:nvPr/>
          </p:nvGrpSpPr>
          <p:grpSpPr>
            <a:xfrm>
              <a:off x="8397568" y="4171767"/>
              <a:ext cx="280683" cy="1257454"/>
              <a:chOff x="8397568" y="4171767"/>
              <a:chExt cx="280683" cy="1257454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6ABD718-06ED-73F0-2EF8-B2F1F5F2E3A8}"/>
                  </a:ext>
                </a:extLst>
              </p:cNvPr>
              <p:cNvCxnSpPr>
                <a:cxnSpLocks/>
                <a:stCxn id="13" idx="3"/>
                <a:endCxn id="11" idx="0"/>
              </p:cNvCxnSpPr>
              <p:nvPr/>
            </p:nvCxnSpPr>
            <p:spPr>
              <a:xfrm>
                <a:off x="8397568" y="4171767"/>
                <a:ext cx="280683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35BB206-56D9-E4F2-0CA1-6052200206D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397568" y="4967676"/>
                <a:ext cx="280683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30">
              <a:extLst>
                <a:ext uri="{FF2B5EF4-FFF2-40B4-BE49-F238E27FC236}">
                  <a16:creationId xmlns:a16="http://schemas.microsoft.com/office/drawing/2014/main" id="{AB61D18F-555A-DF43-DD92-A40996CB2725}"/>
                </a:ext>
              </a:extLst>
            </p:cNvPr>
            <p:cNvGrpSpPr/>
            <p:nvPr/>
          </p:nvGrpSpPr>
          <p:grpSpPr>
            <a:xfrm>
              <a:off x="7966774" y="3628559"/>
              <a:ext cx="993872" cy="1139940"/>
              <a:chOff x="7966774" y="3628559"/>
              <a:chExt cx="993872" cy="1139940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82852A5-16A2-8A74-4A84-8530BF8F47CB}"/>
                  </a:ext>
                </a:extLst>
              </p:cNvPr>
              <p:cNvCxnSpPr>
                <a:cxnSpLocks/>
                <a:stCxn id="4" idx="1"/>
                <a:endCxn id="13" idx="0"/>
              </p:cNvCxnSpPr>
              <p:nvPr/>
            </p:nvCxnSpPr>
            <p:spPr>
              <a:xfrm flipH="1">
                <a:off x="7966774" y="3628559"/>
                <a:ext cx="993872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AB34F16-7E17-2F0D-9FB5-6AE9A53C01D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7966774" y="4424468"/>
                <a:ext cx="993872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33">
              <a:extLst>
                <a:ext uri="{FF2B5EF4-FFF2-40B4-BE49-F238E27FC236}">
                  <a16:creationId xmlns:a16="http://schemas.microsoft.com/office/drawing/2014/main" id="{9F9D2FC4-ACA8-54BA-C9D7-AC962BD4AB2D}"/>
                </a:ext>
              </a:extLst>
            </p:cNvPr>
            <p:cNvGrpSpPr/>
            <p:nvPr/>
          </p:nvGrpSpPr>
          <p:grpSpPr>
            <a:xfrm>
              <a:off x="9822234" y="3628559"/>
              <a:ext cx="995584" cy="1139940"/>
              <a:chOff x="9822234" y="3628559"/>
              <a:chExt cx="995584" cy="1139940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AA434FA-9604-CD1C-2A1E-B376D0E84626}"/>
                  </a:ext>
                </a:extLst>
              </p:cNvPr>
              <p:cNvCxnSpPr>
                <a:cxnSpLocks/>
                <a:stCxn id="4" idx="3"/>
                <a:endCxn id="12" idx="0"/>
              </p:cNvCxnSpPr>
              <p:nvPr/>
            </p:nvCxnSpPr>
            <p:spPr>
              <a:xfrm>
                <a:off x="9822234" y="3628559"/>
                <a:ext cx="995584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19C455B-C2B8-DBF0-EA32-7977E66B4F0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822234" y="4424468"/>
                <a:ext cx="995584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36">
              <a:extLst>
                <a:ext uri="{FF2B5EF4-FFF2-40B4-BE49-F238E27FC236}">
                  <a16:creationId xmlns:a16="http://schemas.microsoft.com/office/drawing/2014/main" id="{63AAF795-1B5E-3679-C78F-5D6261D997B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04630" y="4171767"/>
              <a:ext cx="282394" cy="1257454"/>
              <a:chOff x="10104630" y="4171767"/>
              <a:chExt cx="282394" cy="1257454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AFCF397-7569-4D40-BFCF-6D2811820E26}"/>
                  </a:ext>
                </a:extLst>
              </p:cNvPr>
              <p:cNvCxnSpPr>
                <a:cxnSpLocks/>
                <a:stCxn id="12" idx="1"/>
                <a:endCxn id="5" idx="0"/>
              </p:cNvCxnSpPr>
              <p:nvPr/>
            </p:nvCxnSpPr>
            <p:spPr>
              <a:xfrm flipH="1">
                <a:off x="10104630" y="4171767"/>
                <a:ext cx="282394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E84CE8B-A7D8-8AC4-76E4-1CDA7076856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10104630" y="4967676"/>
                <a:ext cx="282394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9">
              <a:extLst>
                <a:ext uri="{FF2B5EF4-FFF2-40B4-BE49-F238E27FC236}">
                  <a16:creationId xmlns:a16="http://schemas.microsoft.com/office/drawing/2014/main" id="{8DC76A15-7F8F-8968-79F3-26099CB280A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248612" y="4171767"/>
              <a:ext cx="282396" cy="1257454"/>
              <a:chOff x="11248612" y="4171767"/>
              <a:chExt cx="282396" cy="1257454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8B22187-9125-7C38-7EA6-458B9B1BEB62}"/>
                  </a:ext>
                </a:extLst>
              </p:cNvPr>
              <p:cNvCxnSpPr>
                <a:cxnSpLocks/>
                <a:stCxn id="12" idx="3"/>
                <a:endCxn id="6" idx="0"/>
              </p:cNvCxnSpPr>
              <p:nvPr/>
            </p:nvCxnSpPr>
            <p:spPr>
              <a:xfrm>
                <a:off x="11248612" y="4171767"/>
                <a:ext cx="282396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2196987-E49C-D6BA-D91F-0280256C20F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248612" y="4967676"/>
                <a:ext cx="282396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7D3CF6E-5109-A455-E853-42E85969EA31}"/>
              </a:ext>
            </a:extLst>
          </p:cNvPr>
          <p:cNvSpPr txBox="1"/>
          <p:nvPr/>
        </p:nvSpPr>
        <p:spPr>
          <a:xfrm>
            <a:off x="708454" y="4459726"/>
            <a:ext cx="52629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</a:t>
            </a:r>
            <a:r>
              <a:rPr lang="nl-NL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</a:t>
            </a:r>
            <a:r>
              <a:rPr lang="nl-NL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root) {</a:t>
            </a:r>
          </a:p>
          <a:p>
            <a:pPr>
              <a:buNone/>
            </a:pP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(!root) </a:t>
            </a:r>
            <a:r>
              <a:rPr lang="nl-NL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nl-NL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empty tree</a:t>
            </a:r>
            <a:endParaRPr lang="nl-NL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print(root-&gt;</a:t>
            </a:r>
            <a:r>
              <a:rPr lang="nl-NL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nl-NL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nl-NL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recurse</a:t>
            </a:r>
            <a:endParaRPr lang="nl-NL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nl-NL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root-&gt;data &lt;&lt; </a:t>
            </a:r>
            <a:r>
              <a:rPr lang="nl-NL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print(root-&gt;right);</a:t>
            </a:r>
            <a:r>
              <a:rPr lang="nl-NL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nl-NL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recurse</a:t>
            </a:r>
            <a:endParaRPr lang="nl-NL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101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5E06-684F-C094-A0ED-771E920A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7F26-8637-D022-D538-E3435F9B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Set </a:t>
            </a:r>
            <a:r>
              <a:rPr lang="nl-NL" b="0" dirty="0" err="1"/>
              <a:t>equality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7B8C1-B603-8D43-6B1A-53EAE75DC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1"/>
                <a:ext cx="8240049" cy="1800345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How </a:t>
                </a:r>
                <a:r>
                  <a:rPr lang="nl-NL" dirty="0" err="1"/>
                  <a:t>would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approach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problem</a:t>
                </a:r>
                <a:r>
                  <a:rPr lang="nl-NL" dirty="0"/>
                  <a:t> of </a:t>
                </a:r>
                <a:r>
                  <a:rPr lang="nl-NL" dirty="0" err="1"/>
                  <a:t>checking</a:t>
                </a:r>
                <a:r>
                  <a:rPr lang="nl-NL" dirty="0"/>
                  <a:t> </a:t>
                </a:r>
                <a:r>
                  <a:rPr lang="nl-NL" dirty="0" err="1"/>
                  <a:t>whether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 </a:t>
                </a:r>
                <a:r>
                  <a:rPr lang="nl-NL" dirty="0" err="1"/>
                  <a:t>binary</a:t>
                </a:r>
                <a:r>
                  <a:rPr lang="nl-NL" dirty="0"/>
                  <a:t> trees </a:t>
                </a:r>
                <a:r>
                  <a:rPr lang="nl-NL" dirty="0" err="1"/>
                  <a:t>contain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same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?</a:t>
                </a:r>
              </a:p>
              <a:p>
                <a:pPr lvl="1"/>
                <a:r>
                  <a:rPr lang="nl-NL" dirty="0" err="1"/>
                  <a:t>Efficiently</a:t>
                </a:r>
                <a:r>
                  <a:rPr lang="nl-NL" dirty="0"/>
                  <a:t>, </a:t>
                </a:r>
                <a:r>
                  <a:rPr lang="nl-NL" dirty="0" err="1"/>
                  <a:t>so</a:t>
                </a:r>
                <a:r>
                  <a:rPr lang="nl-NL" dirty="0"/>
                  <a:t>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nl-NL" dirty="0"/>
                  <a:t>?</a:t>
                </a:r>
              </a:p>
              <a:p>
                <a:pPr lvl="1"/>
                <a:r>
                  <a:rPr lang="nl-NL" dirty="0" err="1"/>
                  <a:t>And</a:t>
                </a:r>
                <a:r>
                  <a:rPr lang="nl-NL" dirty="0"/>
                  <a:t> without storing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in a </a:t>
                </a:r>
                <a:r>
                  <a:rPr lang="nl-NL" dirty="0" err="1"/>
                  <a:t>sorted</a:t>
                </a:r>
                <a:r>
                  <a:rPr lang="nl-NL" dirty="0"/>
                  <a:t> array first?</a:t>
                </a: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7B8C1-B603-8D43-6B1A-53EAE75DC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1"/>
                <a:ext cx="8240049" cy="1800345"/>
              </a:xfrm>
              <a:blipFill>
                <a:blip r:embed="rId2"/>
                <a:stretch>
                  <a:fillRect l="-444" t="-3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E094BAB-5B46-C6B5-F7A3-80545CD733E9}"/>
              </a:ext>
            </a:extLst>
          </p:cNvPr>
          <p:cNvGrpSpPr/>
          <p:nvPr/>
        </p:nvGrpSpPr>
        <p:grpSpPr>
          <a:xfrm>
            <a:off x="1290687" y="4598406"/>
            <a:ext cx="8550576" cy="1756619"/>
            <a:chOff x="1290687" y="4598406"/>
            <a:chExt cx="8550576" cy="1756619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B16D722F-E9A1-0C9B-71A7-3C2E45914A6B}"/>
                </a:ext>
              </a:extLst>
            </p:cNvPr>
            <p:cNvGrpSpPr/>
            <p:nvPr/>
          </p:nvGrpSpPr>
          <p:grpSpPr>
            <a:xfrm>
              <a:off x="6584137" y="4598406"/>
              <a:ext cx="3257126" cy="1756619"/>
              <a:chOff x="8177212" y="4100407"/>
              <a:chExt cx="3257126" cy="1756619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2B0ECB30-FEC8-D073-015F-ED529E271FF9}"/>
                  </a:ext>
                </a:extLst>
              </p:cNvPr>
              <p:cNvSpPr/>
              <p:nvPr/>
            </p:nvSpPr>
            <p:spPr>
              <a:xfrm flipH="1">
                <a:off x="9483117" y="4251959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5231B9D-8CF2-5881-8188-9371BFDAC563}"/>
                  </a:ext>
                </a:extLst>
              </p:cNvPr>
              <p:cNvSpPr/>
              <p:nvPr/>
            </p:nvSpPr>
            <p:spPr>
              <a:xfrm flipH="1">
                <a:off x="10405852" y="4931092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09C5EAE-8B21-DCAE-2E50-2FEA08F5959E}"/>
                  </a:ext>
                </a:extLst>
              </p:cNvPr>
              <p:cNvSpPr/>
              <p:nvPr/>
            </p:nvSpPr>
            <p:spPr>
              <a:xfrm flipH="1">
                <a:off x="8560381" y="4931092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426E3DF3-0363-20FB-71BB-6F7F6E7A0D98}"/>
                  </a:ext>
                </a:extLst>
              </p:cNvPr>
              <p:cNvSpPr/>
              <p:nvPr/>
            </p:nvSpPr>
            <p:spPr>
              <a:xfrm flipH="1">
                <a:off x="10955919" y="5610224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2B59F2D-1BA0-EB32-2ECC-EF72BF1B3BB2}"/>
                  </a:ext>
                </a:extLst>
              </p:cNvPr>
              <p:cNvSpPr/>
              <p:nvPr/>
            </p:nvSpPr>
            <p:spPr>
              <a:xfrm flipH="1">
                <a:off x="9855781" y="5610224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8F4D14F1-4690-155E-86DF-81B6E5836FDF}"/>
                  </a:ext>
                </a:extLst>
              </p:cNvPr>
              <p:cNvCxnSpPr>
                <a:stCxn id="71" idx="3"/>
                <a:endCxn id="72" idx="7"/>
              </p:cNvCxnSpPr>
              <p:nvPr/>
            </p:nvCxnSpPr>
            <p:spPr>
              <a:xfrm>
                <a:off x="9564418" y="4333260"/>
                <a:ext cx="855383" cy="611781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F0E3A8F-A41E-06E3-7D21-5BA92C73C5A4}"/>
                  </a:ext>
                </a:extLst>
              </p:cNvPr>
              <p:cNvCxnSpPr>
                <a:cxnSpLocks/>
                <a:stCxn id="73" idx="0"/>
                <a:endCxn id="71" idx="5"/>
              </p:cNvCxnSpPr>
              <p:nvPr/>
            </p:nvCxnSpPr>
            <p:spPr>
              <a:xfrm flipV="1">
                <a:off x="8608006" y="4333260"/>
                <a:ext cx="889060" cy="597832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9CFFF74-7333-A176-8961-A43A6A2B2CF0}"/>
                  </a:ext>
                </a:extLst>
              </p:cNvPr>
              <p:cNvCxnSpPr>
                <a:cxnSpLocks/>
                <a:stCxn id="75" idx="1"/>
                <a:endCxn id="72" idx="5"/>
              </p:cNvCxnSpPr>
              <p:nvPr/>
            </p:nvCxnSpPr>
            <p:spPr>
              <a:xfrm flipV="1">
                <a:off x="9937082" y="5012393"/>
                <a:ext cx="482719" cy="61178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7556312-8713-BF66-6FB4-F97E3412F3B3}"/>
                  </a:ext>
                </a:extLst>
              </p:cNvPr>
              <p:cNvCxnSpPr>
                <a:cxnSpLocks/>
                <a:stCxn id="72" idx="3"/>
                <a:endCxn id="74" idx="7"/>
              </p:cNvCxnSpPr>
              <p:nvPr/>
            </p:nvCxnSpPr>
            <p:spPr>
              <a:xfrm>
                <a:off x="10487153" y="5012393"/>
                <a:ext cx="482715" cy="61178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Rounded Rectangle 3">
                <a:extLst>
                  <a:ext uri="{FF2B5EF4-FFF2-40B4-BE49-F238E27FC236}">
                    <a16:creationId xmlns:a16="http://schemas.microsoft.com/office/drawing/2014/main" id="{4DC90158-B16D-C00E-CA79-09706652E12A}"/>
                  </a:ext>
                </a:extLst>
              </p:cNvPr>
              <p:cNvSpPr/>
              <p:nvPr/>
            </p:nvSpPr>
            <p:spPr>
              <a:xfrm>
                <a:off x="8177212" y="4779540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latin typeface="Aptos" panose="020B0004020202020204" pitchFamily="34" charset="0"/>
                  </a:rPr>
                  <a:t>Apple</a:t>
                </a:r>
              </a:p>
            </p:txBody>
          </p:sp>
          <p:sp>
            <p:nvSpPr>
              <p:cNvPr id="86" name="Rounded Rectangle 3">
                <a:extLst>
                  <a:ext uri="{FF2B5EF4-FFF2-40B4-BE49-F238E27FC236}">
                    <a16:creationId xmlns:a16="http://schemas.microsoft.com/office/drawing/2014/main" id="{12F69CCB-E3B3-D603-9460-68F64B8B3031}"/>
                  </a:ext>
                </a:extLst>
              </p:cNvPr>
              <p:cNvSpPr/>
              <p:nvPr/>
            </p:nvSpPr>
            <p:spPr>
              <a:xfrm>
                <a:off x="9099948" y="4100407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 err="1">
                    <a:latin typeface="Aptos" panose="020B0004020202020204" pitchFamily="34" charset="0"/>
                  </a:rPr>
                  <a:t>Banana</a:t>
                </a:r>
                <a:endParaRPr lang="nl-NL" sz="14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87" name="Rounded Rectangle 3">
                <a:extLst>
                  <a:ext uri="{FF2B5EF4-FFF2-40B4-BE49-F238E27FC236}">
                    <a16:creationId xmlns:a16="http://schemas.microsoft.com/office/drawing/2014/main" id="{9CE7BDB9-EEF8-9DAF-6308-61B3CE6D8F6F}"/>
                  </a:ext>
                </a:extLst>
              </p:cNvPr>
              <p:cNvSpPr/>
              <p:nvPr/>
            </p:nvSpPr>
            <p:spPr>
              <a:xfrm>
                <a:off x="9472612" y="5458672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latin typeface="Aptos" panose="020B0004020202020204" pitchFamily="34" charset="0"/>
                  </a:rPr>
                  <a:t>Cherry</a:t>
                </a:r>
              </a:p>
            </p:txBody>
          </p:sp>
          <p:sp>
            <p:nvSpPr>
              <p:cNvPr id="88" name="Rounded Rectangle 3">
                <a:extLst>
                  <a:ext uri="{FF2B5EF4-FFF2-40B4-BE49-F238E27FC236}">
                    <a16:creationId xmlns:a16="http://schemas.microsoft.com/office/drawing/2014/main" id="{9129B5B3-63DD-9417-78DA-B56834EFD69C}"/>
                  </a:ext>
                </a:extLst>
              </p:cNvPr>
              <p:cNvSpPr/>
              <p:nvPr/>
            </p:nvSpPr>
            <p:spPr>
              <a:xfrm>
                <a:off x="10022683" y="4779540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latin typeface="Aptos" panose="020B0004020202020204" pitchFamily="34" charset="0"/>
                  </a:rPr>
                  <a:t>Date</a:t>
                </a:r>
              </a:p>
            </p:txBody>
          </p:sp>
          <p:sp>
            <p:nvSpPr>
              <p:cNvPr id="89" name="Rounded Rectangle 3">
                <a:extLst>
                  <a:ext uri="{FF2B5EF4-FFF2-40B4-BE49-F238E27FC236}">
                    <a16:creationId xmlns:a16="http://schemas.microsoft.com/office/drawing/2014/main" id="{DB926054-208F-69C3-8DDB-E4122EDA469C}"/>
                  </a:ext>
                </a:extLst>
              </p:cNvPr>
              <p:cNvSpPr/>
              <p:nvPr/>
            </p:nvSpPr>
            <p:spPr>
              <a:xfrm>
                <a:off x="10572750" y="5458672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 err="1">
                    <a:latin typeface="Aptos" panose="020B0004020202020204" pitchFamily="34" charset="0"/>
                  </a:rPr>
                  <a:t>Fig</a:t>
                </a:r>
                <a:endParaRPr lang="nl-NL" sz="1400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7019BAE1-C672-BA56-EAAE-DACB3F7F62ED}"/>
                </a:ext>
              </a:extLst>
            </p:cNvPr>
            <p:cNvGrpSpPr/>
            <p:nvPr/>
          </p:nvGrpSpPr>
          <p:grpSpPr>
            <a:xfrm>
              <a:off x="1290687" y="4598406"/>
              <a:ext cx="3257126" cy="1756619"/>
              <a:chOff x="8177212" y="1581998"/>
              <a:chExt cx="3257126" cy="1756619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64FC3E7-1F6D-DCD0-1025-FE80B6205786}"/>
                  </a:ext>
                </a:extLst>
              </p:cNvPr>
              <p:cNvSpPr/>
              <p:nvPr/>
            </p:nvSpPr>
            <p:spPr>
              <a:xfrm>
                <a:off x="10033183" y="1733550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9185F91-7A82-7CEC-24E8-0967CD56AC7E}"/>
                  </a:ext>
                </a:extLst>
              </p:cNvPr>
              <p:cNvSpPr/>
              <p:nvPr/>
            </p:nvSpPr>
            <p:spPr>
              <a:xfrm>
                <a:off x="9110448" y="2412683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45122F1-BFB7-C505-8413-9E461561B70D}"/>
                  </a:ext>
                </a:extLst>
              </p:cNvPr>
              <p:cNvSpPr/>
              <p:nvPr/>
            </p:nvSpPr>
            <p:spPr>
              <a:xfrm>
                <a:off x="9660519" y="3091815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71DF47C-E8D8-AD23-EEDF-6BCD4532BEDA}"/>
                  </a:ext>
                </a:extLst>
              </p:cNvPr>
              <p:cNvCxnSpPr>
                <a:stCxn id="23" idx="3"/>
                <a:endCxn id="24" idx="7"/>
              </p:cNvCxnSpPr>
              <p:nvPr/>
            </p:nvCxnSpPr>
            <p:spPr>
              <a:xfrm flipH="1">
                <a:off x="9191749" y="1814851"/>
                <a:ext cx="855383" cy="611781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7CEA252-E352-2928-61DD-FCA453146256}"/>
                  </a:ext>
                </a:extLst>
              </p:cNvPr>
              <p:cNvCxnSpPr>
                <a:cxnSpLocks/>
                <a:stCxn id="25" idx="0"/>
                <a:endCxn id="23" idx="5"/>
              </p:cNvCxnSpPr>
              <p:nvPr/>
            </p:nvCxnSpPr>
            <p:spPr>
              <a:xfrm flipH="1" flipV="1">
                <a:off x="10114484" y="1814851"/>
                <a:ext cx="889060" cy="597832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C736983-E772-CEFF-1BCA-B8C704325B85}"/>
                  </a:ext>
                </a:extLst>
              </p:cNvPr>
              <p:cNvCxnSpPr>
                <a:cxnSpLocks/>
                <a:stCxn id="27" idx="1"/>
                <a:endCxn id="24" idx="5"/>
              </p:cNvCxnSpPr>
              <p:nvPr/>
            </p:nvCxnSpPr>
            <p:spPr>
              <a:xfrm flipH="1" flipV="1">
                <a:off x="9191749" y="2493984"/>
                <a:ext cx="482719" cy="61178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27CF836-A3DA-3C2D-7456-FF459BEE8822}"/>
                  </a:ext>
                </a:extLst>
              </p:cNvPr>
              <p:cNvCxnSpPr>
                <a:cxnSpLocks/>
                <a:stCxn id="24" idx="3"/>
                <a:endCxn id="26" idx="7"/>
              </p:cNvCxnSpPr>
              <p:nvPr/>
            </p:nvCxnSpPr>
            <p:spPr>
              <a:xfrm flipH="1">
                <a:off x="8641682" y="2493984"/>
                <a:ext cx="482715" cy="61178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Rounded Rectangle 3">
                <a:extLst>
                  <a:ext uri="{FF2B5EF4-FFF2-40B4-BE49-F238E27FC236}">
                    <a16:creationId xmlns:a16="http://schemas.microsoft.com/office/drawing/2014/main" id="{E01E30BF-0D14-5A16-6A00-C3B300904D13}"/>
                  </a:ext>
                </a:extLst>
              </p:cNvPr>
              <p:cNvSpPr/>
              <p:nvPr/>
            </p:nvSpPr>
            <p:spPr>
              <a:xfrm>
                <a:off x="8727279" y="2261131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 err="1">
                    <a:latin typeface="Aptos" panose="020B0004020202020204" pitchFamily="34" charset="0"/>
                  </a:rPr>
                  <a:t>Banana</a:t>
                </a:r>
                <a:endParaRPr lang="nl-NL" sz="14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82" name="Rounded Rectangle 3">
                <a:extLst>
                  <a:ext uri="{FF2B5EF4-FFF2-40B4-BE49-F238E27FC236}">
                    <a16:creationId xmlns:a16="http://schemas.microsoft.com/office/drawing/2014/main" id="{9654F50F-1D4A-C9F2-A328-5692ACDD8B42}"/>
                  </a:ext>
                </a:extLst>
              </p:cNvPr>
              <p:cNvSpPr/>
              <p:nvPr/>
            </p:nvSpPr>
            <p:spPr>
              <a:xfrm>
                <a:off x="9277350" y="2940263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latin typeface="Aptos" panose="020B0004020202020204" pitchFamily="34" charset="0"/>
                  </a:rPr>
                  <a:t>Cherry</a:t>
                </a:r>
              </a:p>
            </p:txBody>
          </p:sp>
          <p:sp>
            <p:nvSpPr>
              <p:cNvPr id="83" name="Rounded Rectangle 3">
                <a:extLst>
                  <a:ext uri="{FF2B5EF4-FFF2-40B4-BE49-F238E27FC236}">
                    <a16:creationId xmlns:a16="http://schemas.microsoft.com/office/drawing/2014/main" id="{7D8AEFCF-DC09-6553-BDE5-8CF6F3BF80B0}"/>
                  </a:ext>
                </a:extLst>
              </p:cNvPr>
              <p:cNvSpPr/>
              <p:nvPr/>
            </p:nvSpPr>
            <p:spPr>
              <a:xfrm>
                <a:off x="9650015" y="1581998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latin typeface="Aptos" panose="020B0004020202020204" pitchFamily="34" charset="0"/>
                  </a:rPr>
                  <a:t>Date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DF74C48-D046-1CBC-1E2A-293CA75E449E}"/>
                  </a:ext>
                </a:extLst>
              </p:cNvPr>
              <p:cNvSpPr/>
              <p:nvPr/>
            </p:nvSpPr>
            <p:spPr>
              <a:xfrm>
                <a:off x="8560381" y="3091815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80" name="Rounded Rectangle 3">
                <a:extLst>
                  <a:ext uri="{FF2B5EF4-FFF2-40B4-BE49-F238E27FC236}">
                    <a16:creationId xmlns:a16="http://schemas.microsoft.com/office/drawing/2014/main" id="{78C491B4-B010-EBC8-F07C-AFD1CED3B659}"/>
                  </a:ext>
                </a:extLst>
              </p:cNvPr>
              <p:cNvSpPr/>
              <p:nvPr/>
            </p:nvSpPr>
            <p:spPr>
              <a:xfrm>
                <a:off x="8177212" y="2940263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latin typeface="Aptos" panose="020B0004020202020204" pitchFamily="34" charset="0"/>
                  </a:rPr>
                  <a:t>Apple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7F621D-D36A-94D6-0FDE-7CE1E1A648E6}"/>
                  </a:ext>
                </a:extLst>
              </p:cNvPr>
              <p:cNvSpPr/>
              <p:nvPr/>
            </p:nvSpPr>
            <p:spPr>
              <a:xfrm>
                <a:off x="10955919" y="2412683"/>
                <a:ext cx="95250" cy="9525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84" name="Rounded Rectangle 3">
                <a:extLst>
                  <a:ext uri="{FF2B5EF4-FFF2-40B4-BE49-F238E27FC236}">
                    <a16:creationId xmlns:a16="http://schemas.microsoft.com/office/drawing/2014/main" id="{4EEC5A16-9148-DB41-A628-D301C258778A}"/>
                  </a:ext>
                </a:extLst>
              </p:cNvPr>
              <p:cNvSpPr/>
              <p:nvPr/>
            </p:nvSpPr>
            <p:spPr>
              <a:xfrm>
                <a:off x="10572750" y="2261131"/>
                <a:ext cx="861588" cy="39835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 err="1">
                    <a:latin typeface="Aptos" panose="020B0004020202020204" pitchFamily="34" charset="0"/>
                  </a:rPr>
                  <a:t>Fig</a:t>
                </a:r>
                <a:endParaRPr lang="nl-NL" sz="14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5" name="Equals 4">
              <a:extLst>
                <a:ext uri="{FF2B5EF4-FFF2-40B4-BE49-F238E27FC236}">
                  <a16:creationId xmlns:a16="http://schemas.microsoft.com/office/drawing/2014/main" id="{303A1888-EC10-E12B-968C-3760FA3490E0}"/>
                </a:ext>
              </a:extLst>
            </p:cNvPr>
            <p:cNvSpPr/>
            <p:nvPr/>
          </p:nvSpPr>
          <p:spPr>
            <a:xfrm>
              <a:off x="5039754" y="5383951"/>
              <a:ext cx="1052442" cy="432331"/>
            </a:xfrm>
            <a:prstGeom prst="mathEqual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</p:grp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51D685C-3176-C67C-12A9-B4F51F4273EE}"/>
              </a:ext>
            </a:extLst>
          </p:cNvPr>
          <p:cNvSpPr/>
          <p:nvPr/>
        </p:nvSpPr>
        <p:spPr>
          <a:xfrm>
            <a:off x="8741125" y="1371601"/>
            <a:ext cx="3450875" cy="2582561"/>
          </a:xfrm>
          <a:prstGeom prst="wedgeEllipseCallout">
            <a:avLst>
              <a:gd name="adj1" fmla="val 50782"/>
              <a:gd name="adj2" fmla="val 89294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Simple – </a:t>
            </a:r>
            <a:r>
              <a:rPr lang="nl-NL" sz="2000" dirty="0" err="1">
                <a:latin typeface="Aptos" panose="020B0004020202020204" pitchFamily="34" charset="0"/>
              </a:rPr>
              <a:t>use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recursion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to</a:t>
            </a:r>
            <a:r>
              <a:rPr lang="nl-NL" sz="2000" dirty="0">
                <a:latin typeface="Aptos" panose="020B0004020202020204" pitchFamily="34" charset="0"/>
              </a:rPr>
              <a:t> traverse </a:t>
            </a:r>
            <a:r>
              <a:rPr lang="nl-NL" sz="2000" dirty="0" err="1">
                <a:latin typeface="Aptos" panose="020B0004020202020204" pitchFamily="34" charset="0"/>
              </a:rPr>
              <a:t>left</a:t>
            </a:r>
            <a:r>
              <a:rPr lang="nl-NL" sz="2000" dirty="0">
                <a:latin typeface="Aptos" panose="020B0004020202020204" pitchFamily="34" charset="0"/>
              </a:rPr>
              <a:t> tree </a:t>
            </a:r>
            <a:r>
              <a:rPr lang="nl-NL" sz="2000" dirty="0" err="1">
                <a:latin typeface="Aptos" panose="020B0004020202020204" pitchFamily="34" charset="0"/>
              </a:rPr>
              <a:t>and</a:t>
            </a:r>
            <a:r>
              <a:rPr lang="nl-NL" sz="2000" dirty="0">
                <a:latin typeface="Aptos" panose="020B0004020202020204" pitchFamily="34" charset="0"/>
              </a:rPr>
              <a:t> check </a:t>
            </a:r>
            <a:r>
              <a:rPr lang="nl-NL" sz="2000" dirty="0" err="1">
                <a:latin typeface="Aptos" panose="020B0004020202020204" pitchFamily="34" charset="0"/>
              </a:rPr>
              <a:t>if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values</a:t>
            </a:r>
            <a:r>
              <a:rPr lang="nl-NL" sz="2000" dirty="0">
                <a:latin typeface="Aptos" panose="020B0004020202020204" pitchFamily="34" charset="0"/>
              </a:rPr>
              <a:t> are in right tree, </a:t>
            </a:r>
            <a:r>
              <a:rPr lang="nl-NL" sz="2000" dirty="0" err="1">
                <a:latin typeface="Aptos" panose="020B0004020202020204" pitchFamily="34" charset="0"/>
              </a:rPr>
              <a:t>and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then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the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other</a:t>
            </a:r>
            <a:r>
              <a:rPr lang="nl-NL" sz="2000" dirty="0">
                <a:latin typeface="Aptos" panose="020B0004020202020204" pitchFamily="34" charset="0"/>
              </a:rPr>
              <a:t> way </a:t>
            </a:r>
            <a:r>
              <a:rPr lang="nl-NL" sz="2000" dirty="0" err="1">
                <a:latin typeface="Aptos" panose="020B0004020202020204" pitchFamily="34" charset="0"/>
              </a:rPr>
              <a:t>around</a:t>
            </a:r>
            <a:endParaRPr lang="nl-NL" sz="2000" dirty="0">
              <a:latin typeface="Aptos" panose="020B0004020202020204" pitchFamily="34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6504D322-7507-F35C-3337-CE1741F1CE97}"/>
              </a:ext>
            </a:extLst>
          </p:cNvPr>
          <p:cNvSpPr/>
          <p:nvPr/>
        </p:nvSpPr>
        <p:spPr>
          <a:xfrm>
            <a:off x="5612910" y="119406"/>
            <a:ext cx="3845184" cy="1942833"/>
          </a:xfrm>
          <a:prstGeom prst="wedgeEllipseCallout">
            <a:avLst>
              <a:gd name="adj1" fmla="val 71701"/>
              <a:gd name="adj2" fmla="val -46276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Simple – store </a:t>
            </a:r>
            <a:r>
              <a:rPr lang="nl-NL" sz="2000" dirty="0" err="1">
                <a:latin typeface="Aptos" panose="020B0004020202020204" pitchFamily="34" charset="0"/>
              </a:rPr>
              <a:t>values</a:t>
            </a:r>
            <a:r>
              <a:rPr lang="nl-NL" sz="2000" dirty="0">
                <a:latin typeface="Aptos" panose="020B0004020202020204" pitchFamily="34" charset="0"/>
              </a:rPr>
              <a:t> in </a:t>
            </a:r>
            <a:r>
              <a:rPr lang="nl-NL" sz="2000" dirty="0" err="1">
                <a:latin typeface="Aptos" panose="020B0004020202020204" pitchFamily="34" charset="0"/>
              </a:rPr>
              <a:t>two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sorted</a:t>
            </a:r>
            <a:r>
              <a:rPr lang="nl-NL" sz="2000" dirty="0">
                <a:latin typeface="Aptos" panose="020B0004020202020204" pitchFamily="34" charset="0"/>
              </a:rPr>
              <a:t> arrays </a:t>
            </a:r>
            <a:r>
              <a:rPr lang="nl-NL" sz="2000" dirty="0" err="1">
                <a:latin typeface="Aptos" panose="020B0004020202020204" pitchFamily="34" charset="0"/>
              </a:rPr>
              <a:t>and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apply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two</a:t>
            </a:r>
            <a:r>
              <a:rPr lang="nl-NL" sz="2000" dirty="0">
                <a:latin typeface="Aptos" panose="020B0004020202020204" pitchFamily="34" charset="0"/>
              </a:rPr>
              <a:t>-pointer </a:t>
            </a:r>
            <a:r>
              <a:rPr lang="nl-NL" sz="2000" dirty="0" err="1">
                <a:latin typeface="Aptos" panose="020B0004020202020204" pitchFamily="34" charset="0"/>
              </a:rPr>
              <a:t>technique</a:t>
            </a:r>
            <a:endParaRPr lang="nl-NL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5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D0EE-A2FE-C7B0-5639-C135B4D3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D1E7-BDC9-09E8-291B-53E03FD5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Trees – </a:t>
            </a:r>
            <a:r>
              <a:rPr lang="nl-NL" b="0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BFD85-5758-E277-50BA-155A43985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032598" cy="3566160"/>
          </a:xfrm>
        </p:spPr>
        <p:txBody>
          <a:bodyPr>
            <a:normAutofit/>
          </a:bodyPr>
          <a:lstStyle/>
          <a:p>
            <a:r>
              <a:rPr lang="nl-NL" dirty="0" err="1"/>
              <a:t>Recursion</a:t>
            </a:r>
            <a:r>
              <a:rPr lang="nl-NL" dirty="0"/>
              <a:t> is </a:t>
            </a:r>
            <a:r>
              <a:rPr lang="nl-NL" dirty="0" err="1"/>
              <a:t>great</a:t>
            </a:r>
            <a:r>
              <a:rPr lang="nl-NL" dirty="0"/>
              <a:t>, but we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b="1" dirty="0" err="1"/>
              <a:t>iterate</a:t>
            </a:r>
            <a:r>
              <a:rPr lang="nl-NL" b="1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of a tree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Recursion</a:t>
            </a:r>
            <a:r>
              <a:rPr lang="nl-NL" dirty="0"/>
              <a:t> </a:t>
            </a:r>
            <a:r>
              <a:rPr lang="nl-NL" dirty="0" err="1"/>
              <a:t>works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“</a:t>
            </a:r>
            <a:r>
              <a:rPr lang="nl-NL" dirty="0" err="1"/>
              <a:t>pushing</a:t>
            </a:r>
            <a:r>
              <a:rPr lang="nl-NL" dirty="0"/>
              <a:t>” new </a:t>
            </a:r>
            <a:r>
              <a:rPr lang="nl-NL" dirty="0" err="1"/>
              <a:t>function</a:t>
            </a:r>
            <a:r>
              <a:rPr lang="nl-NL" dirty="0"/>
              <a:t> calls </a:t>
            </a:r>
            <a:r>
              <a:rPr lang="nl-NL" dirty="0" err="1"/>
              <a:t>onto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call stack.</a:t>
            </a:r>
          </a:p>
          <a:p>
            <a:endParaRPr lang="nl-NL" dirty="0"/>
          </a:p>
          <a:p>
            <a:r>
              <a:rPr lang="nl-NL" dirty="0" err="1"/>
              <a:t>When</a:t>
            </a:r>
            <a:r>
              <a:rPr lang="nl-NL" dirty="0"/>
              <a:t> a </a:t>
            </a:r>
            <a:r>
              <a:rPr lang="nl-NL" dirty="0" err="1"/>
              <a:t>subproblem</a:t>
            </a:r>
            <a:r>
              <a:rPr lang="nl-NL" dirty="0"/>
              <a:t> is </a:t>
            </a:r>
            <a:r>
              <a:rPr lang="nl-NL" dirty="0" err="1"/>
              <a:t>solved</a:t>
            </a:r>
            <a:r>
              <a:rPr lang="nl-NL" dirty="0"/>
              <a:t>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call is “</a:t>
            </a:r>
            <a:r>
              <a:rPr lang="nl-NL" dirty="0" err="1"/>
              <a:t>popped</a:t>
            </a:r>
            <a:r>
              <a:rPr lang="nl-NL" dirty="0"/>
              <a:t>”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call stack &amp;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continues</a:t>
            </a:r>
            <a:endParaRPr lang="nl-NL" dirty="0"/>
          </a:p>
          <a:p>
            <a:pPr lvl="1"/>
            <a:endParaRPr lang="nl-NL" dirty="0"/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9BE763CF-CAB1-6290-88D3-B5C1DD5516A1}"/>
              </a:ext>
            </a:extLst>
          </p:cNvPr>
          <p:cNvGrpSpPr/>
          <p:nvPr/>
        </p:nvGrpSpPr>
        <p:grpSpPr>
          <a:xfrm>
            <a:off x="6821078" y="2797682"/>
            <a:ext cx="5140723" cy="2954906"/>
            <a:chOff x="6821078" y="2797682"/>
            <a:chExt cx="5140723" cy="2954906"/>
          </a:xfrm>
        </p:grpSpPr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774F81B4-CCDA-3DC5-B3B7-8562A2C58852}"/>
                </a:ext>
              </a:extLst>
            </p:cNvPr>
            <p:cNvSpPr/>
            <p:nvPr/>
          </p:nvSpPr>
          <p:spPr>
            <a:xfrm>
              <a:off x="8960646" y="342938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Date</a:t>
              </a:r>
            </a:p>
          </p:txBody>
        </p:sp>
        <p:sp>
          <p:nvSpPr>
            <p:cNvPr id="6" name="Rounded Rectangle 9">
              <a:extLst>
                <a:ext uri="{FF2B5EF4-FFF2-40B4-BE49-F238E27FC236}">
                  <a16:creationId xmlns:a16="http://schemas.microsoft.com/office/drawing/2014/main" id="{15E3A057-7425-7E15-4FCB-A659F15CFE69}"/>
                </a:ext>
              </a:extLst>
            </p:cNvPr>
            <p:cNvSpPr/>
            <p:nvPr/>
          </p:nvSpPr>
          <p:spPr>
            <a:xfrm>
              <a:off x="9673836" y="463331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Mango</a:t>
              </a:r>
            </a:p>
          </p:txBody>
        </p:sp>
        <p:sp>
          <p:nvSpPr>
            <p:cNvPr id="7" name="Rounded Rectangle 10">
              <a:extLst>
                <a:ext uri="{FF2B5EF4-FFF2-40B4-BE49-F238E27FC236}">
                  <a16:creationId xmlns:a16="http://schemas.microsoft.com/office/drawing/2014/main" id="{DFB4B85D-7CE7-8525-9B7B-B23972EBF9F8}"/>
                </a:ext>
              </a:extLst>
            </p:cNvPr>
            <p:cNvSpPr/>
            <p:nvPr/>
          </p:nvSpPr>
          <p:spPr>
            <a:xfrm>
              <a:off x="11100214" y="4633312"/>
              <a:ext cx="861587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Pear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7944C5BC-8E5A-D180-AC3C-94D1384432BC}"/>
                </a:ext>
              </a:extLst>
            </p:cNvPr>
            <p:cNvGrpSpPr/>
            <p:nvPr/>
          </p:nvGrpSpPr>
          <p:grpSpPr>
            <a:xfrm>
              <a:off x="9029803" y="2797682"/>
              <a:ext cx="723275" cy="569357"/>
              <a:chOff x="5723905" y="3059668"/>
              <a:chExt cx="723275" cy="569357"/>
            </a:xfrm>
          </p:grpSpPr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1E1F5A62-9C3F-29A9-35D8-7457CD15E66B}"/>
                  </a:ext>
                </a:extLst>
              </p:cNvPr>
              <p:cNvSpPr/>
              <p:nvPr/>
            </p:nvSpPr>
            <p:spPr>
              <a:xfrm flipV="1">
                <a:off x="5977391" y="3429000"/>
                <a:ext cx="266700" cy="200025"/>
              </a:xfrm>
              <a:prstGeom prst="triangle">
                <a:avLst/>
              </a:prstGeom>
              <a:ln w="38100"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A976C1-42C1-739E-690C-900309B76A88}"/>
                  </a:ext>
                </a:extLst>
              </p:cNvPr>
              <p:cNvSpPr txBox="1"/>
              <p:nvPr/>
            </p:nvSpPr>
            <p:spPr>
              <a:xfrm>
                <a:off x="5723905" y="3059668"/>
                <a:ext cx="723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root</a:t>
                </a:r>
              </a:p>
            </p:txBody>
          </p:sp>
        </p:grp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2171565A-F607-84F0-C87F-9DB4D892FF43}"/>
                </a:ext>
              </a:extLst>
            </p:cNvPr>
            <p:cNvSpPr/>
            <p:nvPr/>
          </p:nvSpPr>
          <p:spPr>
            <a:xfrm>
              <a:off x="6821078" y="463331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Apple</a:t>
              </a:r>
            </a:p>
          </p:txBody>
        </p:sp>
        <p:sp>
          <p:nvSpPr>
            <p:cNvPr id="10" name="Rounded Rectangle 5">
              <a:extLst>
                <a:ext uri="{FF2B5EF4-FFF2-40B4-BE49-F238E27FC236}">
                  <a16:creationId xmlns:a16="http://schemas.microsoft.com/office/drawing/2014/main" id="{29F32E24-2B6D-0BB2-7AD2-176BC9867476}"/>
                </a:ext>
              </a:extLst>
            </p:cNvPr>
            <p:cNvSpPr/>
            <p:nvPr/>
          </p:nvSpPr>
          <p:spPr>
            <a:xfrm>
              <a:off x="8247457" y="463331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Cherry</a:t>
              </a:r>
            </a:p>
          </p:txBody>
        </p:sp>
        <p:sp>
          <p:nvSpPr>
            <p:cNvPr id="11" name="Rounded Rectangle 11">
              <a:extLst>
                <a:ext uri="{FF2B5EF4-FFF2-40B4-BE49-F238E27FC236}">
                  <a16:creationId xmlns:a16="http://schemas.microsoft.com/office/drawing/2014/main" id="{1BED9F42-349A-6185-34F8-05469FB01416}"/>
                </a:ext>
              </a:extLst>
            </p:cNvPr>
            <p:cNvSpPr/>
            <p:nvPr/>
          </p:nvSpPr>
          <p:spPr>
            <a:xfrm>
              <a:off x="10387024" y="3972590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Orange</a:t>
              </a: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58F5E971-2095-7C1F-2199-0F1C380CF857}"/>
                </a:ext>
              </a:extLst>
            </p:cNvPr>
            <p:cNvSpPr/>
            <p:nvPr/>
          </p:nvSpPr>
          <p:spPr>
            <a:xfrm>
              <a:off x="7535980" y="3972590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Banana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sp>
          <p:nvSpPr>
            <p:cNvPr id="13" name="Rounded Rectangle 28">
              <a:extLst>
                <a:ext uri="{FF2B5EF4-FFF2-40B4-BE49-F238E27FC236}">
                  <a16:creationId xmlns:a16="http://schemas.microsoft.com/office/drawing/2014/main" id="{4130377E-09E0-4B4A-0A16-684492C5E987}"/>
                </a:ext>
              </a:extLst>
            </p:cNvPr>
            <p:cNvSpPr/>
            <p:nvPr/>
          </p:nvSpPr>
          <p:spPr>
            <a:xfrm>
              <a:off x="9243042" y="5354234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Fig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cxnSp>
          <p:nvCxnSpPr>
            <p:cNvPr id="14" name="Straight Arrow Connector 29">
              <a:extLst>
                <a:ext uri="{FF2B5EF4-FFF2-40B4-BE49-F238E27FC236}">
                  <a16:creationId xmlns:a16="http://schemas.microsoft.com/office/drawing/2014/main" id="{737924DE-2A7F-0DD0-01E5-32FEBC30285F}"/>
                </a:ext>
              </a:extLst>
            </p:cNvPr>
            <p:cNvCxnSpPr>
              <a:cxnSpLocks/>
              <a:stCxn id="6" idx="2"/>
              <a:endCxn id="13" idx="0"/>
            </p:cNvCxnSpPr>
            <p:nvPr/>
          </p:nvCxnSpPr>
          <p:spPr>
            <a:xfrm flipH="1">
              <a:off x="9673836" y="5031666"/>
              <a:ext cx="430794" cy="322568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5" name="Group 21">
              <a:extLst>
                <a:ext uri="{FF2B5EF4-FFF2-40B4-BE49-F238E27FC236}">
                  <a16:creationId xmlns:a16="http://schemas.microsoft.com/office/drawing/2014/main" id="{900CFCB7-A72A-BE08-EF81-F6A2B403AC10}"/>
                </a:ext>
              </a:extLst>
            </p:cNvPr>
            <p:cNvGrpSpPr/>
            <p:nvPr/>
          </p:nvGrpSpPr>
          <p:grpSpPr>
            <a:xfrm>
              <a:off x="7251872" y="4171767"/>
              <a:ext cx="284108" cy="1257454"/>
              <a:chOff x="7251872" y="4171767"/>
              <a:chExt cx="284108" cy="1257454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32DD71B-EA26-9B66-8379-C42ED20729D7}"/>
                  </a:ext>
                </a:extLst>
              </p:cNvPr>
              <p:cNvCxnSpPr>
                <a:cxnSpLocks/>
                <a:stCxn id="12" idx="1"/>
                <a:endCxn id="9" idx="0"/>
              </p:cNvCxnSpPr>
              <p:nvPr/>
            </p:nvCxnSpPr>
            <p:spPr>
              <a:xfrm flipH="1">
                <a:off x="7251872" y="4171767"/>
                <a:ext cx="284108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26A172A-DD28-E8A9-D57F-50B94C91F9D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7251872" y="4967676"/>
                <a:ext cx="284108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25">
              <a:extLst>
                <a:ext uri="{FF2B5EF4-FFF2-40B4-BE49-F238E27FC236}">
                  <a16:creationId xmlns:a16="http://schemas.microsoft.com/office/drawing/2014/main" id="{842A655E-AD63-CF1E-CE9C-684600FC7128}"/>
                </a:ext>
              </a:extLst>
            </p:cNvPr>
            <p:cNvGrpSpPr/>
            <p:nvPr/>
          </p:nvGrpSpPr>
          <p:grpSpPr>
            <a:xfrm>
              <a:off x="8397568" y="4171767"/>
              <a:ext cx="280683" cy="1257454"/>
              <a:chOff x="8397568" y="4171767"/>
              <a:chExt cx="280683" cy="1257454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DD3EEB0-485D-FBC4-30D8-63B0D5A45925}"/>
                  </a:ext>
                </a:extLst>
              </p:cNvPr>
              <p:cNvCxnSpPr>
                <a:cxnSpLocks/>
                <a:stCxn id="12" idx="3"/>
                <a:endCxn id="10" idx="0"/>
              </p:cNvCxnSpPr>
              <p:nvPr/>
            </p:nvCxnSpPr>
            <p:spPr>
              <a:xfrm>
                <a:off x="8397568" y="4171767"/>
                <a:ext cx="280683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F504F853-8087-98CA-206B-7A277F4BDFB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8397568" y="4967676"/>
                <a:ext cx="280683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30">
              <a:extLst>
                <a:ext uri="{FF2B5EF4-FFF2-40B4-BE49-F238E27FC236}">
                  <a16:creationId xmlns:a16="http://schemas.microsoft.com/office/drawing/2014/main" id="{919556F1-D865-1C34-6514-38B5D87FA230}"/>
                </a:ext>
              </a:extLst>
            </p:cNvPr>
            <p:cNvGrpSpPr/>
            <p:nvPr/>
          </p:nvGrpSpPr>
          <p:grpSpPr>
            <a:xfrm>
              <a:off x="7966774" y="3628559"/>
              <a:ext cx="993872" cy="1139940"/>
              <a:chOff x="7966774" y="3628559"/>
              <a:chExt cx="993872" cy="1139940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040C6C8-ED32-4DA1-A77C-7876D840E24A}"/>
                  </a:ext>
                </a:extLst>
              </p:cNvPr>
              <p:cNvCxnSpPr>
                <a:cxnSpLocks/>
                <a:stCxn id="5" idx="1"/>
                <a:endCxn id="12" idx="0"/>
              </p:cNvCxnSpPr>
              <p:nvPr/>
            </p:nvCxnSpPr>
            <p:spPr>
              <a:xfrm flipH="1">
                <a:off x="7966774" y="3628559"/>
                <a:ext cx="993872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016A12B-634F-88F7-90A7-300414FEB0F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7966774" y="4424468"/>
                <a:ext cx="993872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33">
              <a:extLst>
                <a:ext uri="{FF2B5EF4-FFF2-40B4-BE49-F238E27FC236}">
                  <a16:creationId xmlns:a16="http://schemas.microsoft.com/office/drawing/2014/main" id="{D928D812-85DE-6634-7751-CDF0A83E7E44}"/>
                </a:ext>
              </a:extLst>
            </p:cNvPr>
            <p:cNvGrpSpPr/>
            <p:nvPr/>
          </p:nvGrpSpPr>
          <p:grpSpPr>
            <a:xfrm>
              <a:off x="9822234" y="3628559"/>
              <a:ext cx="995584" cy="1139940"/>
              <a:chOff x="9822234" y="3628559"/>
              <a:chExt cx="995584" cy="1139940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7AFC158-051E-E401-E030-BAF38BDF8824}"/>
                  </a:ext>
                </a:extLst>
              </p:cNvPr>
              <p:cNvCxnSpPr>
                <a:cxnSpLocks/>
                <a:stCxn id="5" idx="3"/>
                <a:endCxn id="11" idx="0"/>
              </p:cNvCxnSpPr>
              <p:nvPr/>
            </p:nvCxnSpPr>
            <p:spPr>
              <a:xfrm>
                <a:off x="9822234" y="3628559"/>
                <a:ext cx="995584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C6515B0-1B5E-AD65-5D7A-38DAED55A38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822234" y="4424468"/>
                <a:ext cx="995584" cy="344031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36">
              <a:extLst>
                <a:ext uri="{FF2B5EF4-FFF2-40B4-BE49-F238E27FC236}">
                  <a16:creationId xmlns:a16="http://schemas.microsoft.com/office/drawing/2014/main" id="{4ACDEF57-3E34-4199-FA0F-7346054A004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04630" y="4171767"/>
              <a:ext cx="282394" cy="1257454"/>
              <a:chOff x="10104630" y="4171767"/>
              <a:chExt cx="282394" cy="125745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F359930-DA62-9D3C-1F70-8C799D26319A}"/>
                  </a:ext>
                </a:extLst>
              </p:cNvPr>
              <p:cNvCxnSpPr>
                <a:cxnSpLocks/>
                <a:stCxn id="11" idx="1"/>
                <a:endCxn id="6" idx="0"/>
              </p:cNvCxnSpPr>
              <p:nvPr/>
            </p:nvCxnSpPr>
            <p:spPr>
              <a:xfrm flipH="1">
                <a:off x="10104630" y="4171767"/>
                <a:ext cx="282394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8652EBFB-8400-D0C5-9799-C2E27EFB01F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10104630" y="4967676"/>
                <a:ext cx="282394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39">
              <a:extLst>
                <a:ext uri="{FF2B5EF4-FFF2-40B4-BE49-F238E27FC236}">
                  <a16:creationId xmlns:a16="http://schemas.microsoft.com/office/drawing/2014/main" id="{5FBEF4B4-FF40-A206-0C6C-DD9B5E0D3B7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248612" y="4171767"/>
              <a:ext cx="282396" cy="1257454"/>
              <a:chOff x="11248612" y="4171767"/>
              <a:chExt cx="282396" cy="1257454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7A2D8290-3A05-D7B1-091E-F8EB642ABCA0}"/>
                  </a:ext>
                </a:extLst>
              </p:cNvPr>
              <p:cNvCxnSpPr>
                <a:cxnSpLocks/>
                <a:stCxn id="11" idx="3"/>
                <a:endCxn id="7" idx="0"/>
              </p:cNvCxnSpPr>
              <p:nvPr/>
            </p:nvCxnSpPr>
            <p:spPr>
              <a:xfrm>
                <a:off x="11248612" y="4171767"/>
                <a:ext cx="282396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565490A-1260-D9A0-5E71-C0534682D92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248612" y="4967676"/>
                <a:ext cx="282396" cy="461545"/>
              </a:xfrm>
              <a:prstGeom prst="straightConnector1">
                <a:avLst/>
              </a:prstGeom>
              <a:ln w="28575" cap="flat" cmpd="sng" algn="ctr">
                <a:solidFill>
                  <a:schemeClr val="dk1">
                    <a:alpha val="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Speech Bubble: Oval 34">
            <a:extLst>
              <a:ext uri="{FF2B5EF4-FFF2-40B4-BE49-F238E27FC236}">
                <a16:creationId xmlns:a16="http://schemas.microsoft.com/office/drawing/2014/main" id="{A360D7EE-370E-B3C8-BBF4-5FDD683E7059}"/>
              </a:ext>
            </a:extLst>
          </p:cNvPr>
          <p:cNvSpPr/>
          <p:nvPr/>
        </p:nvSpPr>
        <p:spPr>
          <a:xfrm>
            <a:off x="8960646" y="1010441"/>
            <a:ext cx="2840057" cy="1675792"/>
          </a:xfrm>
          <a:prstGeom prst="wedgeEllipseCallout">
            <a:avLst>
              <a:gd name="adj1" fmla="val -134096"/>
              <a:gd name="adj2" fmla="val 61685"/>
            </a:avLst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latin typeface="Aptos" panose="020B0004020202020204" pitchFamily="34" charset="0"/>
              </a:rPr>
              <a:t>Can’t</a:t>
            </a:r>
            <a:r>
              <a:rPr lang="nl-NL" sz="2000" dirty="0">
                <a:latin typeface="Aptos" panose="020B0004020202020204" pitchFamily="34" charset="0"/>
              </a:rPr>
              <a:t> we “</a:t>
            </a:r>
            <a:r>
              <a:rPr lang="nl-NL" sz="2000" dirty="0" err="1">
                <a:latin typeface="Aptos" panose="020B0004020202020204" pitchFamily="34" charset="0"/>
              </a:rPr>
              <a:t>simulate</a:t>
            </a:r>
            <a:r>
              <a:rPr lang="nl-NL" sz="2000" dirty="0">
                <a:latin typeface="Aptos" panose="020B0004020202020204" pitchFamily="34" charset="0"/>
              </a:rPr>
              <a:t>” </a:t>
            </a:r>
            <a:r>
              <a:rPr lang="nl-NL" sz="2000" dirty="0" err="1">
                <a:latin typeface="Aptos" panose="020B0004020202020204" pitchFamily="34" charset="0"/>
              </a:rPr>
              <a:t>recursion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using</a:t>
            </a:r>
            <a:r>
              <a:rPr lang="nl-NL" sz="2000" dirty="0">
                <a:latin typeface="Aptos" panose="020B0004020202020204" pitchFamily="34" charset="0"/>
              </a:rPr>
              <a:t> loops?</a:t>
            </a:r>
          </a:p>
        </p:txBody>
      </p:sp>
    </p:spTree>
    <p:extLst>
      <p:ext uri="{BB962C8B-B14F-4D97-AF65-F5344CB8AC3E}">
        <p14:creationId xmlns:p14="http://schemas.microsoft.com/office/powerpoint/2010/main" val="416845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E572-09B4-B82B-6FC9-8E75E38B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1B2-614A-6B46-6995-34D237DB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6229953" cy="1097280"/>
          </a:xfrm>
        </p:spPr>
        <p:txBody>
          <a:bodyPr/>
          <a:lstStyle/>
          <a:p>
            <a:r>
              <a:rPr lang="nl-NL" b="0" dirty="0"/>
              <a:t>Stacks &amp; </a:t>
            </a:r>
            <a:r>
              <a:rPr lang="nl-NL" b="0" dirty="0" err="1"/>
              <a:t>recursion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0D4DE-99D7-1FBA-E014-443D0CD3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374331" cy="3566160"/>
          </a:xfrm>
        </p:spPr>
        <p:txBody>
          <a:bodyPr>
            <a:normAutofit/>
          </a:bodyPr>
          <a:lstStyle/>
          <a:p>
            <a:r>
              <a:rPr lang="nl-NL" dirty="0"/>
              <a:t>A </a:t>
            </a:r>
            <a:r>
              <a:rPr lang="nl-NL" b="1" dirty="0"/>
              <a:t>stack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i="1" dirty="0" err="1"/>
              <a:t>postpone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completion</a:t>
            </a:r>
            <a:r>
              <a:rPr lang="nl-NL" dirty="0"/>
              <a:t> of a </a:t>
            </a:r>
            <a:r>
              <a:rPr lang="nl-NL" dirty="0" err="1"/>
              <a:t>task</a:t>
            </a:r>
            <a:endParaRPr lang="nl-NL" dirty="0"/>
          </a:p>
          <a:p>
            <a:pPr lvl="1"/>
            <a:r>
              <a:rPr lang="nl-NL" dirty="0"/>
              <a:t>Start &amp; complete </a:t>
            </a:r>
            <a:r>
              <a:rPr lang="nl-NL" dirty="0" err="1"/>
              <a:t>another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continuing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current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Always </a:t>
            </a:r>
            <a:r>
              <a:rPr lang="nl-NL" dirty="0" err="1"/>
              <a:t>work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top of </a:t>
            </a:r>
            <a:r>
              <a:rPr lang="nl-NL" dirty="0" err="1"/>
              <a:t>the</a:t>
            </a:r>
            <a:r>
              <a:rPr lang="nl-NL" dirty="0"/>
              <a:t> stack</a:t>
            </a:r>
          </a:p>
          <a:p>
            <a:pPr lvl="1"/>
            <a:r>
              <a:rPr lang="nl-NL" dirty="0"/>
              <a:t>Push new </a:t>
            </a:r>
            <a:r>
              <a:rPr lang="nl-NL" dirty="0" err="1"/>
              <a:t>task</a:t>
            </a:r>
            <a:r>
              <a:rPr lang="nl-NL" dirty="0"/>
              <a:t> </a:t>
            </a:r>
            <a:r>
              <a:rPr lang="nl-NL" dirty="0" err="1"/>
              <a:t>onto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stack</a:t>
            </a:r>
          </a:p>
          <a:p>
            <a:pPr lvl="1"/>
            <a:r>
              <a:rPr lang="nl-NL" dirty="0"/>
              <a:t>On </a:t>
            </a:r>
            <a:r>
              <a:rPr lang="nl-NL" dirty="0" err="1"/>
              <a:t>completion</a:t>
            </a:r>
            <a:r>
              <a:rPr lang="nl-NL" dirty="0"/>
              <a:t>, pop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Tasks</a:t>
            </a:r>
            <a:r>
              <a:rPr lang="nl-NL" dirty="0"/>
              <a:t> are </a:t>
            </a:r>
            <a:r>
              <a:rPr lang="nl-NL" dirty="0" err="1"/>
              <a:t>done</a:t>
            </a:r>
            <a:r>
              <a:rPr lang="nl-NL" dirty="0"/>
              <a:t> in </a:t>
            </a:r>
            <a:r>
              <a:rPr lang="nl-NL" b="1" dirty="0"/>
              <a:t>LIFO</a:t>
            </a:r>
            <a:r>
              <a:rPr lang="nl-NL" dirty="0"/>
              <a:t> order: </a:t>
            </a:r>
            <a:r>
              <a:rPr lang="nl-NL" b="1" u="sng" dirty="0"/>
              <a:t>L</a:t>
            </a:r>
            <a:r>
              <a:rPr lang="nl-NL" dirty="0"/>
              <a:t>ast </a:t>
            </a:r>
            <a:r>
              <a:rPr lang="nl-NL" b="1" u="sng" dirty="0"/>
              <a:t>I</a:t>
            </a:r>
            <a:r>
              <a:rPr lang="nl-NL" dirty="0"/>
              <a:t>n, </a:t>
            </a:r>
            <a:r>
              <a:rPr lang="nl-NL" b="1" u="sng" dirty="0"/>
              <a:t>F</a:t>
            </a:r>
            <a:r>
              <a:rPr lang="nl-NL" dirty="0"/>
              <a:t>irst </a:t>
            </a:r>
            <a:r>
              <a:rPr lang="nl-NL" b="1" u="sng" dirty="0"/>
              <a:t>O</a:t>
            </a:r>
            <a:r>
              <a:rPr lang="nl-NL" dirty="0"/>
              <a:t>ut</a:t>
            </a:r>
          </a:p>
          <a:p>
            <a:pPr lvl="1"/>
            <a:endParaRPr lang="nl-NL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985604-158F-23D4-3A02-7240A0DF8011}"/>
              </a:ext>
            </a:extLst>
          </p:cNvPr>
          <p:cNvSpPr/>
          <p:nvPr/>
        </p:nvSpPr>
        <p:spPr>
          <a:xfrm>
            <a:off x="7712242" y="1663488"/>
            <a:ext cx="3633537" cy="4665123"/>
          </a:xfrm>
          <a:custGeom>
            <a:avLst/>
            <a:gdLst>
              <a:gd name="connsiteX0" fmla="*/ 0 w 3633537"/>
              <a:gd name="connsiteY0" fmla="*/ 0 h 4665123"/>
              <a:gd name="connsiteX1" fmla="*/ 3633537 w 3633537"/>
              <a:gd name="connsiteY1" fmla="*/ 0 h 4665123"/>
              <a:gd name="connsiteX2" fmla="*/ 3633537 w 3633537"/>
              <a:gd name="connsiteY2" fmla="*/ 4059521 h 4665123"/>
              <a:gd name="connsiteX3" fmla="*/ 3027935 w 3633537"/>
              <a:gd name="connsiteY3" fmla="*/ 4665123 h 4665123"/>
              <a:gd name="connsiteX4" fmla="*/ 605602 w 3633537"/>
              <a:gd name="connsiteY4" fmla="*/ 4665123 h 4665123"/>
              <a:gd name="connsiteX5" fmla="*/ 0 w 3633537"/>
              <a:gd name="connsiteY5" fmla="*/ 4059521 h 466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3537" h="4665123">
                <a:moveTo>
                  <a:pt x="0" y="0"/>
                </a:moveTo>
                <a:lnTo>
                  <a:pt x="3633537" y="0"/>
                </a:lnTo>
                <a:lnTo>
                  <a:pt x="3633537" y="4059521"/>
                </a:lnTo>
                <a:cubicBezTo>
                  <a:pt x="3633537" y="4393986"/>
                  <a:pt x="3362400" y="4665123"/>
                  <a:pt x="3027935" y="4665123"/>
                </a:cubicBezTo>
                <a:lnTo>
                  <a:pt x="605602" y="4665123"/>
                </a:lnTo>
                <a:cubicBezTo>
                  <a:pt x="271137" y="4665123"/>
                  <a:pt x="0" y="4393986"/>
                  <a:pt x="0" y="4059521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nl-NL" dirty="0"/>
              <a:t>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61175C-A383-24EE-40AE-05BF88AB102E}"/>
              </a:ext>
            </a:extLst>
          </p:cNvPr>
          <p:cNvSpPr txBox="1"/>
          <p:nvPr/>
        </p:nvSpPr>
        <p:spPr>
          <a:xfrm>
            <a:off x="8464216" y="1735575"/>
            <a:ext cx="2129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Stack of </a:t>
            </a:r>
            <a:r>
              <a:rPr lang="nl-NL" sz="2000" dirty="0" err="1">
                <a:latin typeface="Aptos" panose="020B0004020202020204" pitchFamily="34" charset="0"/>
              </a:rPr>
              <a:t>tasks</a:t>
            </a:r>
            <a:endParaRPr lang="nl-NL" sz="2000" dirty="0">
              <a:latin typeface="Aptos" panose="020B0004020202020204" pitchFamily="34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EE63116-AE67-7059-73B4-554DA7C2C9FF}"/>
              </a:ext>
            </a:extLst>
          </p:cNvPr>
          <p:cNvSpPr/>
          <p:nvPr/>
        </p:nvSpPr>
        <p:spPr>
          <a:xfrm>
            <a:off x="7976937" y="2425566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latin typeface="Aptos" panose="020B0004020202020204" pitchFamily="34" charset="0"/>
              </a:rPr>
              <a:t>Answer</a:t>
            </a:r>
            <a:r>
              <a:rPr lang="nl-NL" sz="2000" dirty="0">
                <a:latin typeface="Aptos" panose="020B0004020202020204" pitchFamily="34" charset="0"/>
              </a:rPr>
              <a:t> Phone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6A70F05-87C5-389D-232C-C194114B959B}"/>
              </a:ext>
            </a:extLst>
          </p:cNvPr>
          <p:cNvSpPr/>
          <p:nvPr/>
        </p:nvSpPr>
        <p:spPr>
          <a:xfrm>
            <a:off x="7976937" y="3054577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latin typeface="Aptos" panose="020B0004020202020204" pitchFamily="34" charset="0"/>
              </a:rPr>
              <a:t>Find</a:t>
            </a:r>
            <a:r>
              <a:rPr lang="nl-NL" sz="2000" dirty="0">
                <a:latin typeface="Aptos" panose="020B0004020202020204" pitchFamily="34" charset="0"/>
              </a:rPr>
              <a:t> money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57669A-C5A2-219F-8D7C-171A7F3B2954}"/>
              </a:ext>
            </a:extLst>
          </p:cNvPr>
          <p:cNvSpPr/>
          <p:nvPr/>
        </p:nvSpPr>
        <p:spPr>
          <a:xfrm>
            <a:off x="7976937" y="3683588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Handle Pizza Delivery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2348185-FE16-221C-C052-68D046C8DF25}"/>
              </a:ext>
            </a:extLst>
          </p:cNvPr>
          <p:cNvSpPr/>
          <p:nvPr/>
        </p:nvSpPr>
        <p:spPr>
          <a:xfrm>
            <a:off x="7976937" y="4312598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latin typeface="Aptos" panose="020B0004020202020204" pitchFamily="34" charset="0"/>
              </a:rPr>
              <a:t>Join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friends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AE3690-EE07-C0AC-DF64-1794EBD0AD02}"/>
              </a:ext>
            </a:extLst>
          </p:cNvPr>
          <p:cNvSpPr/>
          <p:nvPr/>
        </p:nvSpPr>
        <p:spPr>
          <a:xfrm>
            <a:off x="7976937" y="4941609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Clean </a:t>
            </a:r>
            <a:r>
              <a:rPr lang="nl-NL" sz="2000" dirty="0" err="1">
                <a:latin typeface="Aptos" panose="020B0004020202020204" pitchFamily="34" charset="0"/>
              </a:rPr>
              <a:t>the</a:t>
            </a:r>
            <a:r>
              <a:rPr lang="nl-NL" sz="2000" dirty="0">
                <a:latin typeface="Aptos" panose="020B0004020202020204" pitchFamily="34" charset="0"/>
              </a:rPr>
              <a:t> house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ADFDB1-A04D-5C80-CBA4-A24B484EB1D2}"/>
              </a:ext>
            </a:extLst>
          </p:cNvPr>
          <p:cNvSpPr/>
          <p:nvPr/>
        </p:nvSpPr>
        <p:spPr>
          <a:xfrm>
            <a:off x="7976937" y="5570620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latin typeface="Aptos" panose="020B0004020202020204" pitchFamily="34" charset="0"/>
              </a:rPr>
              <a:t>Homework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2" grpId="0"/>
      <p:bldP spid="87" grpId="0" animBg="1"/>
      <p:bldP spid="87" grpId="1" animBg="1"/>
      <p:bldP spid="27" grpId="0" animBg="1"/>
      <p:bldP spid="27" grpId="1" animBg="1"/>
      <p:bldP spid="26" grpId="0" animBg="1"/>
      <p:bldP spid="26" grpId="1" animBg="1"/>
      <p:bldP spid="25" grpId="0" animBg="1"/>
      <p:bldP spid="25" grpId="1" animBg="1"/>
      <p:bldP spid="8" grpId="0" animBg="1"/>
      <p:bldP spid="8" grpId="1" animBg="1"/>
      <p:bldP spid="7" grpId="0" animBg="1"/>
      <p:bldP spid="7" grpId="1" animBg="1"/>
      <p:bldP spid="7" grpId="2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781C-5675-E01F-A7D2-174089C1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D3E6-3C0A-5755-3BEB-A4589C08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BSTs</a:t>
            </a:r>
            <a:r>
              <a:rPr lang="nl-NL" b="0" dirty="0"/>
              <a:t> – Stack-</a:t>
            </a:r>
            <a:r>
              <a:rPr lang="nl-NL" b="0" dirty="0" err="1"/>
              <a:t>based</a:t>
            </a:r>
            <a:r>
              <a:rPr lang="nl-NL" b="0" dirty="0"/>
              <a:t> </a:t>
            </a:r>
            <a:r>
              <a:rPr lang="nl-NL" b="0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0317-DC41-8418-A651-D0485ABE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386362" cy="1675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Task</a:t>
            </a:r>
            <a:r>
              <a:rPr lang="nl-NL" dirty="0"/>
              <a:t>: </a:t>
            </a:r>
            <a:r>
              <a:rPr lang="nl-NL" dirty="0" err="1"/>
              <a:t>printing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of a Node</a:t>
            </a:r>
          </a:p>
          <a:p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b="1" dirty="0" err="1"/>
              <a:t>completing</a:t>
            </a:r>
            <a:r>
              <a:rPr lang="nl-NL" dirty="0"/>
              <a:t> a </a:t>
            </a:r>
            <a:r>
              <a:rPr lang="nl-NL" dirty="0" err="1"/>
              <a:t>task</a:t>
            </a:r>
            <a:r>
              <a:rPr lang="nl-NL" dirty="0"/>
              <a:t>, first move </a:t>
            </a:r>
            <a:r>
              <a:rPr lang="nl-NL" b="1" dirty="0" err="1"/>
              <a:t>left</a:t>
            </a:r>
            <a:r>
              <a:rPr lang="nl-NL" dirty="0"/>
              <a:t> &amp; start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b="1" dirty="0" err="1"/>
              <a:t>completing</a:t>
            </a:r>
            <a:r>
              <a:rPr lang="nl-NL" dirty="0"/>
              <a:t> a </a:t>
            </a:r>
            <a:r>
              <a:rPr lang="nl-NL" dirty="0" err="1"/>
              <a:t>task</a:t>
            </a:r>
            <a:r>
              <a:rPr lang="nl-NL" dirty="0"/>
              <a:t>, move </a:t>
            </a:r>
            <a:r>
              <a:rPr lang="nl-NL" b="1" dirty="0"/>
              <a:t>right</a:t>
            </a:r>
            <a:r>
              <a:rPr lang="nl-NL" dirty="0"/>
              <a:t> &amp; start </a:t>
            </a:r>
            <a:r>
              <a:rPr lang="nl-NL" dirty="0" err="1"/>
              <a:t>task</a:t>
            </a:r>
            <a:endParaRPr lang="nl-NL" dirty="0"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32359FC3-972F-72EF-5D26-258C6715C7C9}"/>
              </a:ext>
            </a:extLst>
          </p:cNvPr>
          <p:cNvSpPr/>
          <p:nvPr/>
        </p:nvSpPr>
        <p:spPr>
          <a:xfrm>
            <a:off x="3266154" y="4572044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Date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A22CA19A-DB6F-DBA1-EBB9-3918C103FA2C}"/>
              </a:ext>
            </a:extLst>
          </p:cNvPr>
          <p:cNvSpPr/>
          <p:nvPr/>
        </p:nvSpPr>
        <p:spPr>
          <a:xfrm>
            <a:off x="3979344" y="5775974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Mango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B23B0B40-144C-0983-16F0-2996E7B9EB89}"/>
              </a:ext>
            </a:extLst>
          </p:cNvPr>
          <p:cNvSpPr/>
          <p:nvPr/>
        </p:nvSpPr>
        <p:spPr>
          <a:xfrm>
            <a:off x="5405722" y="5775974"/>
            <a:ext cx="861587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Pear</a:t>
            </a:r>
            <a:endParaRPr lang="nl-NL" sz="1400" dirty="0">
              <a:latin typeface="Aptos" panose="020B00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49D8D9DD-78FA-4542-1AAA-87CAA52371CD}"/>
              </a:ext>
            </a:extLst>
          </p:cNvPr>
          <p:cNvSpPr/>
          <p:nvPr/>
        </p:nvSpPr>
        <p:spPr>
          <a:xfrm>
            <a:off x="1126586" y="5775974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Apple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9C3EBEDE-0392-2CF7-E2D4-28D3C102DBDF}"/>
              </a:ext>
            </a:extLst>
          </p:cNvPr>
          <p:cNvSpPr/>
          <p:nvPr/>
        </p:nvSpPr>
        <p:spPr>
          <a:xfrm>
            <a:off x="2552965" y="5775974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Cherry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347CD354-7876-6EA1-AB46-A391B1BA10B1}"/>
              </a:ext>
            </a:extLst>
          </p:cNvPr>
          <p:cNvSpPr/>
          <p:nvPr/>
        </p:nvSpPr>
        <p:spPr>
          <a:xfrm>
            <a:off x="4692532" y="5115252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Orange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86F6AF2B-2CEE-2F28-EB50-709F0471FC09}"/>
              </a:ext>
            </a:extLst>
          </p:cNvPr>
          <p:cNvSpPr/>
          <p:nvPr/>
        </p:nvSpPr>
        <p:spPr>
          <a:xfrm>
            <a:off x="1841488" y="5115252"/>
            <a:ext cx="861588" cy="398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latin typeface="Aptos" panose="020B0004020202020204" pitchFamily="34" charset="0"/>
              </a:rPr>
              <a:t>Banana</a:t>
            </a:r>
            <a:endParaRPr lang="nl-NL" sz="1400" dirty="0">
              <a:latin typeface="Aptos" panose="020B0004020202020204" pitchFamily="34" charset="0"/>
            </a:endParaRPr>
          </a:p>
        </p:txBody>
      </p:sp>
      <p:grpSp>
        <p:nvGrpSpPr>
          <p:cNvPr id="15" name="Group 21">
            <a:extLst>
              <a:ext uri="{FF2B5EF4-FFF2-40B4-BE49-F238E27FC236}">
                <a16:creationId xmlns:a16="http://schemas.microsoft.com/office/drawing/2014/main" id="{1A2EDAAC-6DB4-B934-A249-74BFF11CD0AA}"/>
              </a:ext>
            </a:extLst>
          </p:cNvPr>
          <p:cNvGrpSpPr/>
          <p:nvPr/>
        </p:nvGrpSpPr>
        <p:grpSpPr>
          <a:xfrm>
            <a:off x="1557380" y="5314429"/>
            <a:ext cx="284108" cy="1257454"/>
            <a:chOff x="7251872" y="4171767"/>
            <a:chExt cx="284108" cy="1257454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9D7FE92-8DB5-F8C6-9A7A-E60D85990F63}"/>
                </a:ext>
              </a:extLst>
            </p:cNvPr>
            <p:cNvCxnSpPr>
              <a:cxnSpLocks/>
              <a:stCxn id="12" idx="1"/>
              <a:endCxn id="9" idx="0"/>
            </p:cNvCxnSpPr>
            <p:nvPr/>
          </p:nvCxnSpPr>
          <p:spPr>
            <a:xfrm flipH="1">
              <a:off x="7251872" y="4171767"/>
              <a:ext cx="284108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3847B96-727E-F79F-4DFF-28184E95116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251872" y="4967676"/>
              <a:ext cx="284108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6" name="Group 25">
            <a:extLst>
              <a:ext uri="{FF2B5EF4-FFF2-40B4-BE49-F238E27FC236}">
                <a16:creationId xmlns:a16="http://schemas.microsoft.com/office/drawing/2014/main" id="{9BE248A9-EBA9-1327-DC35-38DE488886B5}"/>
              </a:ext>
            </a:extLst>
          </p:cNvPr>
          <p:cNvGrpSpPr/>
          <p:nvPr/>
        </p:nvGrpSpPr>
        <p:grpSpPr>
          <a:xfrm>
            <a:off x="2703076" y="5314429"/>
            <a:ext cx="280683" cy="1257454"/>
            <a:chOff x="8397568" y="4171767"/>
            <a:chExt cx="280683" cy="125745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3E2C79A-D413-CB94-337E-4CE03D77D81A}"/>
                </a:ext>
              </a:extLst>
            </p:cNvPr>
            <p:cNvCxnSpPr>
              <a:cxnSpLocks/>
              <a:stCxn id="12" idx="3"/>
              <a:endCxn id="10" idx="0"/>
            </p:cNvCxnSpPr>
            <p:nvPr/>
          </p:nvCxnSpPr>
          <p:spPr>
            <a:xfrm>
              <a:off x="8397568" y="4171767"/>
              <a:ext cx="280683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263D224-43C1-A0B6-65EC-F846964AE6F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397568" y="4967676"/>
              <a:ext cx="280683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7" name="Group 30">
            <a:extLst>
              <a:ext uri="{FF2B5EF4-FFF2-40B4-BE49-F238E27FC236}">
                <a16:creationId xmlns:a16="http://schemas.microsoft.com/office/drawing/2014/main" id="{2DE2E2A9-43D4-66CE-3250-A6997685734E}"/>
              </a:ext>
            </a:extLst>
          </p:cNvPr>
          <p:cNvGrpSpPr/>
          <p:nvPr/>
        </p:nvGrpSpPr>
        <p:grpSpPr>
          <a:xfrm>
            <a:off x="2272282" y="4771221"/>
            <a:ext cx="993872" cy="1139940"/>
            <a:chOff x="7966774" y="3628559"/>
            <a:chExt cx="993872" cy="113994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468EC7B-B08F-E56A-014D-0908093C8F98}"/>
                </a:ext>
              </a:extLst>
            </p:cNvPr>
            <p:cNvCxnSpPr>
              <a:cxnSpLocks/>
              <a:stCxn id="5" idx="1"/>
              <a:endCxn id="12" idx="0"/>
            </p:cNvCxnSpPr>
            <p:nvPr/>
          </p:nvCxnSpPr>
          <p:spPr>
            <a:xfrm flipH="1">
              <a:off x="7966774" y="3628559"/>
              <a:ext cx="993872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FD1D749-F503-609A-FEDD-6F411641ADB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966774" y="4424468"/>
              <a:ext cx="993872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8" name="Group 33">
            <a:extLst>
              <a:ext uri="{FF2B5EF4-FFF2-40B4-BE49-F238E27FC236}">
                <a16:creationId xmlns:a16="http://schemas.microsoft.com/office/drawing/2014/main" id="{E6D13BA8-E83A-D679-9942-E0CEE975934A}"/>
              </a:ext>
            </a:extLst>
          </p:cNvPr>
          <p:cNvGrpSpPr/>
          <p:nvPr/>
        </p:nvGrpSpPr>
        <p:grpSpPr>
          <a:xfrm>
            <a:off x="4127742" y="4771221"/>
            <a:ext cx="995584" cy="1139940"/>
            <a:chOff x="9822234" y="3628559"/>
            <a:chExt cx="995584" cy="113994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5399B5A-4294-D5D4-530A-86F32D2B8C19}"/>
                </a:ext>
              </a:extLst>
            </p:cNvPr>
            <p:cNvCxnSpPr>
              <a:cxnSpLocks/>
              <a:stCxn id="5" idx="3"/>
              <a:endCxn id="11" idx="0"/>
            </p:cNvCxnSpPr>
            <p:nvPr/>
          </p:nvCxnSpPr>
          <p:spPr>
            <a:xfrm>
              <a:off x="9822234" y="3628559"/>
              <a:ext cx="995584" cy="34403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203E0F4-3165-7F1C-39A3-D78B8A67C4A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822234" y="4424468"/>
              <a:ext cx="995584" cy="344031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9" name="Group 36">
            <a:extLst>
              <a:ext uri="{FF2B5EF4-FFF2-40B4-BE49-F238E27FC236}">
                <a16:creationId xmlns:a16="http://schemas.microsoft.com/office/drawing/2014/main" id="{160EDF9C-45BA-81B9-7F1B-8212B0B3E323}"/>
              </a:ext>
            </a:extLst>
          </p:cNvPr>
          <p:cNvGrpSpPr>
            <a:grpSpLocks/>
          </p:cNvGrpSpPr>
          <p:nvPr/>
        </p:nvGrpSpPr>
        <p:grpSpPr>
          <a:xfrm>
            <a:off x="4410138" y="5314429"/>
            <a:ext cx="282394" cy="1257454"/>
            <a:chOff x="10104630" y="4171767"/>
            <a:chExt cx="282394" cy="125745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607E1B8-7D2B-ACA9-92E6-B1F20B8BAB1A}"/>
                </a:ext>
              </a:extLst>
            </p:cNvPr>
            <p:cNvCxnSpPr>
              <a:cxnSpLocks/>
              <a:stCxn id="11" idx="1"/>
              <a:endCxn id="6" idx="0"/>
            </p:cNvCxnSpPr>
            <p:nvPr/>
          </p:nvCxnSpPr>
          <p:spPr>
            <a:xfrm flipH="1">
              <a:off x="10104630" y="4171767"/>
              <a:ext cx="282394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DAA381E-C315-ACAB-C7A5-C4FFBDB0FDC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0104630" y="4967676"/>
              <a:ext cx="282394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0" name="Group 39">
            <a:extLst>
              <a:ext uri="{FF2B5EF4-FFF2-40B4-BE49-F238E27FC236}">
                <a16:creationId xmlns:a16="http://schemas.microsoft.com/office/drawing/2014/main" id="{29531FD5-0FF7-EC27-B0A1-F62897488E08}"/>
              </a:ext>
            </a:extLst>
          </p:cNvPr>
          <p:cNvGrpSpPr>
            <a:grpSpLocks/>
          </p:cNvGrpSpPr>
          <p:nvPr/>
        </p:nvGrpSpPr>
        <p:grpSpPr>
          <a:xfrm>
            <a:off x="5554120" y="5314429"/>
            <a:ext cx="282396" cy="1257454"/>
            <a:chOff x="11248612" y="4171767"/>
            <a:chExt cx="282396" cy="1257454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C4F7943-174A-B7B6-78E2-915E841BC0DE}"/>
                </a:ext>
              </a:extLst>
            </p:cNvPr>
            <p:cNvCxnSpPr>
              <a:cxnSpLocks/>
              <a:stCxn id="11" idx="3"/>
              <a:endCxn id="7" idx="0"/>
            </p:cNvCxnSpPr>
            <p:nvPr/>
          </p:nvCxnSpPr>
          <p:spPr>
            <a:xfrm>
              <a:off x="11248612" y="4171767"/>
              <a:ext cx="282396" cy="46154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87AB611-FA14-FBB4-E875-F20C711718B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248612" y="4967676"/>
              <a:ext cx="282396" cy="461545"/>
            </a:xfrm>
            <a:prstGeom prst="straightConnector1">
              <a:avLst/>
            </a:prstGeom>
            <a:ln w="28575" cap="flat" cmpd="sng" algn="ctr">
              <a:solidFill>
                <a:schemeClr val="dk1">
                  <a:alpha val="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5" name="Freeform 5">
            <a:extLst>
              <a:ext uri="{FF2B5EF4-FFF2-40B4-BE49-F238E27FC236}">
                <a16:creationId xmlns:a16="http://schemas.microsoft.com/office/drawing/2014/main" id="{8CFD2661-5AD7-43E7-6114-37EC072EBF69}"/>
              </a:ext>
            </a:extLst>
          </p:cNvPr>
          <p:cNvSpPr/>
          <p:nvPr/>
        </p:nvSpPr>
        <p:spPr>
          <a:xfrm>
            <a:off x="7712242" y="1663488"/>
            <a:ext cx="3633537" cy="4665123"/>
          </a:xfrm>
          <a:custGeom>
            <a:avLst/>
            <a:gdLst>
              <a:gd name="connsiteX0" fmla="*/ 0 w 3633537"/>
              <a:gd name="connsiteY0" fmla="*/ 0 h 4665123"/>
              <a:gd name="connsiteX1" fmla="*/ 3633537 w 3633537"/>
              <a:gd name="connsiteY1" fmla="*/ 0 h 4665123"/>
              <a:gd name="connsiteX2" fmla="*/ 3633537 w 3633537"/>
              <a:gd name="connsiteY2" fmla="*/ 4059521 h 4665123"/>
              <a:gd name="connsiteX3" fmla="*/ 3027935 w 3633537"/>
              <a:gd name="connsiteY3" fmla="*/ 4665123 h 4665123"/>
              <a:gd name="connsiteX4" fmla="*/ 605602 w 3633537"/>
              <a:gd name="connsiteY4" fmla="*/ 4665123 h 4665123"/>
              <a:gd name="connsiteX5" fmla="*/ 0 w 3633537"/>
              <a:gd name="connsiteY5" fmla="*/ 4059521 h 466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3537" h="4665123">
                <a:moveTo>
                  <a:pt x="0" y="0"/>
                </a:moveTo>
                <a:lnTo>
                  <a:pt x="3633537" y="0"/>
                </a:lnTo>
                <a:lnTo>
                  <a:pt x="3633537" y="4059521"/>
                </a:lnTo>
                <a:cubicBezTo>
                  <a:pt x="3633537" y="4393986"/>
                  <a:pt x="3362400" y="4665123"/>
                  <a:pt x="3027935" y="4665123"/>
                </a:cubicBezTo>
                <a:lnTo>
                  <a:pt x="605602" y="4665123"/>
                </a:lnTo>
                <a:cubicBezTo>
                  <a:pt x="271137" y="4665123"/>
                  <a:pt x="0" y="4393986"/>
                  <a:pt x="0" y="4059521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nl-NL" dirty="0"/>
              <a:t>t</a:t>
            </a:r>
          </a:p>
        </p:txBody>
      </p:sp>
      <p:sp>
        <p:nvSpPr>
          <p:cNvPr id="36" name="TextBox 81">
            <a:extLst>
              <a:ext uri="{FF2B5EF4-FFF2-40B4-BE49-F238E27FC236}">
                <a16:creationId xmlns:a16="http://schemas.microsoft.com/office/drawing/2014/main" id="{F7D70CBD-059B-CB67-B90C-3AF3CF36B49B}"/>
              </a:ext>
            </a:extLst>
          </p:cNvPr>
          <p:cNvSpPr txBox="1"/>
          <p:nvPr/>
        </p:nvSpPr>
        <p:spPr>
          <a:xfrm>
            <a:off x="8464216" y="1735575"/>
            <a:ext cx="2129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Stack of </a:t>
            </a:r>
            <a:r>
              <a:rPr lang="nl-NL" sz="2000" dirty="0" err="1">
                <a:latin typeface="Aptos" panose="020B0004020202020204" pitchFamily="34" charset="0"/>
              </a:rPr>
              <a:t>tasks</a:t>
            </a:r>
            <a:endParaRPr lang="nl-NL" sz="2000" dirty="0">
              <a:latin typeface="Aptos" panose="020B0004020202020204" pitchFamily="34" charset="0"/>
            </a:endParaRPr>
          </a:p>
        </p:txBody>
      </p:sp>
      <p:sp>
        <p:nvSpPr>
          <p:cNvPr id="37" name="Mango">
            <a:extLst>
              <a:ext uri="{FF2B5EF4-FFF2-40B4-BE49-F238E27FC236}">
                <a16:creationId xmlns:a16="http://schemas.microsoft.com/office/drawing/2014/main" id="{ECA00032-2B36-4306-8529-5664114303AA}"/>
              </a:ext>
            </a:extLst>
          </p:cNvPr>
          <p:cNvSpPr/>
          <p:nvPr/>
        </p:nvSpPr>
        <p:spPr>
          <a:xfrm>
            <a:off x="7976937" y="4941609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Mango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8" name="Orange">
            <a:extLst>
              <a:ext uri="{FF2B5EF4-FFF2-40B4-BE49-F238E27FC236}">
                <a16:creationId xmlns:a16="http://schemas.microsoft.com/office/drawing/2014/main" id="{5730F9ED-35D7-711D-3D66-1772A2A76456}"/>
              </a:ext>
            </a:extLst>
          </p:cNvPr>
          <p:cNvSpPr/>
          <p:nvPr/>
        </p:nvSpPr>
        <p:spPr>
          <a:xfrm>
            <a:off x="7976937" y="5570620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Orange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9" name="Cherry">
            <a:extLst>
              <a:ext uri="{FF2B5EF4-FFF2-40B4-BE49-F238E27FC236}">
                <a16:creationId xmlns:a16="http://schemas.microsoft.com/office/drawing/2014/main" id="{00063FE4-0FD8-12E4-6335-3CB7202D82A5}"/>
              </a:ext>
            </a:extLst>
          </p:cNvPr>
          <p:cNvSpPr/>
          <p:nvPr/>
        </p:nvSpPr>
        <p:spPr>
          <a:xfrm>
            <a:off x="7976937" y="4941609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Cherry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0" name="Apple">
            <a:extLst>
              <a:ext uri="{FF2B5EF4-FFF2-40B4-BE49-F238E27FC236}">
                <a16:creationId xmlns:a16="http://schemas.microsoft.com/office/drawing/2014/main" id="{1EAD2119-F622-71DB-3C96-AA2715371C7A}"/>
              </a:ext>
            </a:extLst>
          </p:cNvPr>
          <p:cNvSpPr/>
          <p:nvPr/>
        </p:nvSpPr>
        <p:spPr>
          <a:xfrm>
            <a:off x="7976937" y="4312598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Apple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1" name="Banana">
            <a:extLst>
              <a:ext uri="{FF2B5EF4-FFF2-40B4-BE49-F238E27FC236}">
                <a16:creationId xmlns:a16="http://schemas.microsoft.com/office/drawing/2014/main" id="{66679467-E1B8-5F5C-9677-C21693AF3ECC}"/>
              </a:ext>
            </a:extLst>
          </p:cNvPr>
          <p:cNvSpPr/>
          <p:nvPr/>
        </p:nvSpPr>
        <p:spPr>
          <a:xfrm>
            <a:off x="7976937" y="4941609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</a:t>
            </a:r>
            <a:r>
              <a:rPr lang="nl-NL" sz="2000" dirty="0" err="1">
                <a:latin typeface="Aptos" panose="020B0004020202020204" pitchFamily="34" charset="0"/>
              </a:rPr>
              <a:t>Banana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2" name="Date">
            <a:extLst>
              <a:ext uri="{FF2B5EF4-FFF2-40B4-BE49-F238E27FC236}">
                <a16:creationId xmlns:a16="http://schemas.microsoft.com/office/drawing/2014/main" id="{B25C7C64-5FAE-B1E2-5F2D-FD7DCE59599E}"/>
              </a:ext>
            </a:extLst>
          </p:cNvPr>
          <p:cNvSpPr/>
          <p:nvPr/>
        </p:nvSpPr>
        <p:spPr>
          <a:xfrm>
            <a:off x="7976937" y="5570620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Date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4" name="Pear">
            <a:extLst>
              <a:ext uri="{FF2B5EF4-FFF2-40B4-BE49-F238E27FC236}">
                <a16:creationId xmlns:a16="http://schemas.microsoft.com/office/drawing/2014/main" id="{291EA397-C860-3703-0977-6DB4112759B7}"/>
              </a:ext>
            </a:extLst>
          </p:cNvPr>
          <p:cNvSpPr/>
          <p:nvPr/>
        </p:nvSpPr>
        <p:spPr>
          <a:xfrm>
            <a:off x="7976937" y="5570620"/>
            <a:ext cx="3088477" cy="62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Print </a:t>
            </a:r>
            <a:r>
              <a:rPr lang="nl-NL" sz="2000" dirty="0" err="1">
                <a:latin typeface="Aptos" panose="020B0004020202020204" pitchFamily="34" charset="0"/>
              </a:rPr>
              <a:t>Pear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3867838-3355-AE72-C5D2-A6482FFEC8A8}"/>
              </a:ext>
            </a:extLst>
          </p:cNvPr>
          <p:cNvSpPr/>
          <p:nvPr/>
        </p:nvSpPr>
        <p:spPr>
          <a:xfrm>
            <a:off x="3200012" y="4480934"/>
            <a:ext cx="993872" cy="58057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689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-0.11693 0.0794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59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93 0.0794 L -0.17553 0.175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0" y="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53 0.1757 L -0.11693 0.0794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93 0.0794 L -0.05847 0.1757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47 0.1757 L 4.79167E-6 -1.85185E-6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11692 0.0794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24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92 0.0794 L 0.05846 0.1757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9" y="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46 0.1757 L 0.11693 0.0794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0" y="-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92 0.0794 L 0.17552 0.17569 " pathEditMode="relative" rAng="0" ptsTypes="AA">
                                      <p:cBhvr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95" y="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0" presetClass="exit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2" grpId="2" animBg="1"/>
      <p:bldP spid="44" grpId="0" animBg="1"/>
      <p:bldP spid="44" grpId="1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  <p:bldP spid="45" grpId="6" animBg="1"/>
      <p:bldP spid="45" grpId="7" animBg="1"/>
      <p:bldP spid="45" grpId="8" animBg="1"/>
      <p:bldP spid="45" grpId="9" animBg="1"/>
      <p:bldP spid="45" grpId="1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54D2-835D-E70B-A4BF-1866A398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F8B1-E1ED-6D8D-36BD-71B1BC90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</a:t>
            </a:r>
            <a:r>
              <a:rPr lang="nl-NL" b="0" dirty="0" err="1"/>
              <a:t>Traversal</a:t>
            </a:r>
            <a:r>
              <a:rPr lang="nl-NL" b="0" dirty="0"/>
              <a:t> – </a:t>
            </a:r>
            <a:r>
              <a:rPr lang="nl-NL" b="0" dirty="0" err="1"/>
              <a:t>advanced</a:t>
            </a:r>
            <a:r>
              <a:rPr lang="nl-NL" b="0" dirty="0"/>
              <a:t> “pointers”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6EB4-3792-0D30-4FA0-47CAB2457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637020" cy="4026820"/>
          </a:xfrm>
        </p:spPr>
        <p:txBody>
          <a:bodyPr>
            <a:normAutofit/>
          </a:bodyPr>
          <a:lstStyle/>
          <a:p>
            <a:r>
              <a:rPr lang="nl-NL" dirty="0" err="1"/>
              <a:t>Wouldn’t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nice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dirty="0" err="1"/>
              <a:t>could</a:t>
            </a:r>
            <a:r>
              <a:rPr lang="nl-NL" dirty="0"/>
              <a:t> traverse a tree </a:t>
            </a:r>
            <a:r>
              <a:rPr lang="nl-NL" dirty="0" err="1"/>
              <a:t>easily</a:t>
            </a:r>
            <a:r>
              <a:rPr lang="nl-NL" dirty="0"/>
              <a:t>?</a:t>
            </a:r>
          </a:p>
          <a:p>
            <a:pPr lvl="1"/>
            <a:r>
              <a:rPr lang="nl-NL" dirty="0" err="1"/>
              <a:t>Similar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like we traverse a </a:t>
            </a:r>
            <a:r>
              <a:rPr lang="nl-NL" dirty="0" err="1"/>
              <a:t>linked</a:t>
            </a:r>
            <a:r>
              <a:rPr lang="nl-NL" dirty="0"/>
              <a:t> list or vector?</a:t>
            </a:r>
          </a:p>
          <a:p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achieve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making </a:t>
            </a:r>
            <a:r>
              <a:rPr lang="nl-NL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node_ptr</a:t>
            </a:r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nl-NL" dirty="0"/>
              <a:t>Have a </a:t>
            </a:r>
            <a:r>
              <a:rPr lang="nl-NL" dirty="0" err="1"/>
              <a:t>constructor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takes a </a:t>
            </a:r>
            <a:r>
              <a:rPr lang="nl-NL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nl-NL" dirty="0"/>
              <a:t> 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</a:p>
          <a:p>
            <a:pPr lvl="1"/>
            <a:r>
              <a:rPr lang="nl-NL" dirty="0"/>
              <a:t>Have “memory” in </a:t>
            </a:r>
            <a:r>
              <a:rPr lang="nl-NL" dirty="0" err="1"/>
              <a:t>the</a:t>
            </a:r>
            <a:r>
              <a:rPr lang="nl-NL" dirty="0"/>
              <a:t> form of a stack</a:t>
            </a:r>
          </a:p>
          <a:p>
            <a:pPr lvl="1"/>
            <a:r>
              <a:rPr lang="nl-NL" dirty="0" err="1"/>
              <a:t>Implement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arrow</a:t>
            </a:r>
            <a:r>
              <a:rPr lang="nl-NL" dirty="0"/>
              <a:t> (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NL" dirty="0"/>
              <a:t>)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nl-NL" dirty="0"/>
              <a:t> operator</a:t>
            </a:r>
          </a:p>
          <a:p>
            <a:pPr lvl="1"/>
            <a:r>
              <a:rPr lang="nl-NL" dirty="0" err="1"/>
              <a:t>Implement</a:t>
            </a:r>
            <a:r>
              <a:rPr lang="nl-NL" dirty="0"/>
              <a:t>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move_next</a:t>
            </a:r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31451-C830-A1A5-4FFA-D8A56469B388}"/>
              </a:ext>
            </a:extLst>
          </p:cNvPr>
          <p:cNvSpPr txBox="1"/>
          <p:nvPr/>
        </p:nvSpPr>
        <p:spPr>
          <a:xfrm>
            <a:off x="7439025" y="2633472"/>
            <a:ext cx="461697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node;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current.move_next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D85C8-1087-6B41-A741-353500E0D81C}"/>
              </a:ext>
            </a:extLst>
          </p:cNvPr>
          <p:cNvSpPr txBox="1"/>
          <p:nvPr/>
        </p:nvSpPr>
        <p:spPr>
          <a:xfrm>
            <a:off x="7439025" y="4752975"/>
            <a:ext cx="461697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-&gt;()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bool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move_next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tar: 32 Points 5">
            <a:extLst>
              <a:ext uri="{FF2B5EF4-FFF2-40B4-BE49-F238E27FC236}">
                <a16:creationId xmlns:a16="http://schemas.microsoft.com/office/drawing/2014/main" id="{913D4851-C275-ECB0-278E-8D6FC927DDB1}"/>
              </a:ext>
            </a:extLst>
          </p:cNvPr>
          <p:cNvSpPr/>
          <p:nvPr/>
        </p:nvSpPr>
        <p:spPr>
          <a:xfrm>
            <a:off x="9048101" y="1413206"/>
            <a:ext cx="3007894" cy="1234050"/>
          </a:xfrm>
          <a:prstGeom prst="star32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schemeClr val="tx1"/>
                </a:solidFill>
                <a:latin typeface="Aptos" panose="020B0004020202020204" pitchFamily="34" charset="0"/>
              </a:rPr>
              <a:t>Assignment</a:t>
            </a:r>
            <a:r>
              <a:rPr lang="nl-NL" b="1" dirty="0">
                <a:solidFill>
                  <a:schemeClr val="tx1"/>
                </a:solidFill>
                <a:latin typeface="Aptos" panose="020B0004020202020204" pitchFamily="34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407645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6054-A0EB-11B5-E372-660B93E2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E041-2B05-5500-B524-B0013B44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BST – Set </a:t>
            </a:r>
            <a:r>
              <a:rPr lang="nl-NL" b="0" dirty="0" err="1"/>
              <a:t>equality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ACF2-CB28-80BA-0F44-81EE81D14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037070" cy="1097280"/>
          </a:xfrm>
        </p:spPr>
        <p:txBody>
          <a:bodyPr>
            <a:normAutofit/>
          </a:bodyPr>
          <a:lstStyle/>
          <a:p>
            <a:r>
              <a:rPr lang="nl-NL" dirty="0" err="1"/>
              <a:t>Verifying</a:t>
            </a:r>
            <a:r>
              <a:rPr lang="nl-NL" dirty="0"/>
              <a:t> </a:t>
            </a:r>
            <a:r>
              <a:rPr lang="nl-NL" dirty="0" err="1"/>
              <a:t>whether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BSTs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set of </a:t>
            </a:r>
            <a:r>
              <a:rPr lang="nl-NL" dirty="0" err="1"/>
              <a:t>elements</a:t>
            </a:r>
            <a:r>
              <a:rPr lang="nl-NL" dirty="0"/>
              <a:t> is </a:t>
            </a:r>
            <a:r>
              <a:rPr lang="nl-NL" dirty="0" err="1"/>
              <a:t>now</a:t>
            </a:r>
            <a:r>
              <a:rPr lang="nl-NL" dirty="0"/>
              <a:t> easy: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76B83-262D-D7D1-EE47-A51E924A69EA}"/>
              </a:ext>
            </a:extLst>
          </p:cNvPr>
          <p:cNvSpPr txBox="1"/>
          <p:nvPr/>
        </p:nvSpPr>
        <p:spPr>
          <a:xfrm>
            <a:off x="640079" y="3543300"/>
            <a:ext cx="6136616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equal_sets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pa{a}, pb{b};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(pa &amp;&amp; pb)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(pa-&gt;data != pb-&gt;data)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pa.move_next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pb.move_next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(pa || pb)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B6E1195-DFF5-1E7A-DF2E-CCDE4A8BD11F}"/>
              </a:ext>
            </a:extLst>
          </p:cNvPr>
          <p:cNvGrpSpPr/>
          <p:nvPr/>
        </p:nvGrpSpPr>
        <p:grpSpPr>
          <a:xfrm>
            <a:off x="8177212" y="4100407"/>
            <a:ext cx="3257126" cy="1756619"/>
            <a:chOff x="8177212" y="4100407"/>
            <a:chExt cx="3257126" cy="1756619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300F1F7-EEC6-199E-D1E7-4E3ADDB2D770}"/>
                </a:ext>
              </a:extLst>
            </p:cNvPr>
            <p:cNvSpPr/>
            <p:nvPr/>
          </p:nvSpPr>
          <p:spPr>
            <a:xfrm flipH="1">
              <a:off x="9483117" y="4251959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5FF9CF1-B64F-CB48-83A4-FAAB0C5A8236}"/>
                </a:ext>
              </a:extLst>
            </p:cNvPr>
            <p:cNvSpPr/>
            <p:nvPr/>
          </p:nvSpPr>
          <p:spPr>
            <a:xfrm flipH="1">
              <a:off x="10405852" y="4931092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51DD047-79A2-0422-D4E1-1D25EBC87F2C}"/>
                </a:ext>
              </a:extLst>
            </p:cNvPr>
            <p:cNvSpPr/>
            <p:nvPr/>
          </p:nvSpPr>
          <p:spPr>
            <a:xfrm flipH="1">
              <a:off x="8560381" y="4931092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D086307-42E1-5AE6-3FCD-C4A95BC485E1}"/>
                </a:ext>
              </a:extLst>
            </p:cNvPr>
            <p:cNvSpPr/>
            <p:nvPr/>
          </p:nvSpPr>
          <p:spPr>
            <a:xfrm flipH="1">
              <a:off x="10955919" y="5610224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6B032B0-FC85-3E3A-3E15-7CEBC6343D0F}"/>
                </a:ext>
              </a:extLst>
            </p:cNvPr>
            <p:cNvSpPr/>
            <p:nvPr/>
          </p:nvSpPr>
          <p:spPr>
            <a:xfrm flipH="1">
              <a:off x="9855781" y="5610224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3FF75C7-4B7E-F4DF-8B83-90FB3560CF0A}"/>
                </a:ext>
              </a:extLst>
            </p:cNvPr>
            <p:cNvCxnSpPr>
              <a:stCxn id="71" idx="3"/>
              <a:endCxn id="72" idx="7"/>
            </p:cNvCxnSpPr>
            <p:nvPr/>
          </p:nvCxnSpPr>
          <p:spPr>
            <a:xfrm>
              <a:off x="9564418" y="4333260"/>
              <a:ext cx="855383" cy="61178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6DF4057-7D89-0277-CDDC-8096B1D8896C}"/>
                </a:ext>
              </a:extLst>
            </p:cNvPr>
            <p:cNvCxnSpPr>
              <a:cxnSpLocks/>
              <a:stCxn id="73" idx="0"/>
              <a:endCxn id="71" idx="5"/>
            </p:cNvCxnSpPr>
            <p:nvPr/>
          </p:nvCxnSpPr>
          <p:spPr>
            <a:xfrm flipV="1">
              <a:off x="8608006" y="4333260"/>
              <a:ext cx="889060" cy="597832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128DBF1-5A6A-A985-45C8-AB961FD79207}"/>
                </a:ext>
              </a:extLst>
            </p:cNvPr>
            <p:cNvCxnSpPr>
              <a:cxnSpLocks/>
              <a:stCxn id="75" idx="1"/>
              <a:endCxn id="72" idx="5"/>
            </p:cNvCxnSpPr>
            <p:nvPr/>
          </p:nvCxnSpPr>
          <p:spPr>
            <a:xfrm flipV="1">
              <a:off x="9937082" y="5012393"/>
              <a:ext cx="482719" cy="61178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B2693D9-CF76-2D34-8E02-26257C65459E}"/>
                </a:ext>
              </a:extLst>
            </p:cNvPr>
            <p:cNvCxnSpPr>
              <a:cxnSpLocks/>
              <a:stCxn id="72" idx="3"/>
              <a:endCxn id="74" idx="7"/>
            </p:cNvCxnSpPr>
            <p:nvPr/>
          </p:nvCxnSpPr>
          <p:spPr>
            <a:xfrm>
              <a:off x="10487153" y="5012393"/>
              <a:ext cx="482715" cy="61178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Rounded Rectangle 3">
              <a:extLst>
                <a:ext uri="{FF2B5EF4-FFF2-40B4-BE49-F238E27FC236}">
                  <a16:creationId xmlns:a16="http://schemas.microsoft.com/office/drawing/2014/main" id="{F91DB870-E849-51DA-363E-F1C7A8942427}"/>
                </a:ext>
              </a:extLst>
            </p:cNvPr>
            <p:cNvSpPr/>
            <p:nvPr/>
          </p:nvSpPr>
          <p:spPr>
            <a:xfrm>
              <a:off x="8177212" y="4779540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Apple</a:t>
              </a:r>
            </a:p>
          </p:txBody>
        </p:sp>
        <p:sp>
          <p:nvSpPr>
            <p:cNvPr id="86" name="Rounded Rectangle 3">
              <a:extLst>
                <a:ext uri="{FF2B5EF4-FFF2-40B4-BE49-F238E27FC236}">
                  <a16:creationId xmlns:a16="http://schemas.microsoft.com/office/drawing/2014/main" id="{C92FBFD9-9797-EB3A-1BE2-FA201A2F8D66}"/>
                </a:ext>
              </a:extLst>
            </p:cNvPr>
            <p:cNvSpPr/>
            <p:nvPr/>
          </p:nvSpPr>
          <p:spPr>
            <a:xfrm>
              <a:off x="9099948" y="4100407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Banana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sp>
          <p:nvSpPr>
            <p:cNvPr id="87" name="Rounded Rectangle 3">
              <a:extLst>
                <a:ext uri="{FF2B5EF4-FFF2-40B4-BE49-F238E27FC236}">
                  <a16:creationId xmlns:a16="http://schemas.microsoft.com/office/drawing/2014/main" id="{6D8DAC08-CA4A-B6A8-CFB6-67276BCEEA2A}"/>
                </a:ext>
              </a:extLst>
            </p:cNvPr>
            <p:cNvSpPr/>
            <p:nvPr/>
          </p:nvSpPr>
          <p:spPr>
            <a:xfrm>
              <a:off x="9472612" y="545867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Cherry</a:t>
              </a:r>
            </a:p>
          </p:txBody>
        </p:sp>
        <p:sp>
          <p:nvSpPr>
            <p:cNvPr id="88" name="Rounded Rectangle 3">
              <a:extLst>
                <a:ext uri="{FF2B5EF4-FFF2-40B4-BE49-F238E27FC236}">
                  <a16:creationId xmlns:a16="http://schemas.microsoft.com/office/drawing/2014/main" id="{C241842C-4B5C-4025-FE51-F5C67D8F0F76}"/>
                </a:ext>
              </a:extLst>
            </p:cNvPr>
            <p:cNvSpPr/>
            <p:nvPr/>
          </p:nvSpPr>
          <p:spPr>
            <a:xfrm>
              <a:off x="10022683" y="4779540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Date</a:t>
              </a:r>
            </a:p>
          </p:txBody>
        </p:sp>
        <p:sp>
          <p:nvSpPr>
            <p:cNvPr id="89" name="Rounded Rectangle 3">
              <a:extLst>
                <a:ext uri="{FF2B5EF4-FFF2-40B4-BE49-F238E27FC236}">
                  <a16:creationId xmlns:a16="http://schemas.microsoft.com/office/drawing/2014/main" id="{0851ED56-F621-CD8A-7E8A-7F2187EB7DF6}"/>
                </a:ext>
              </a:extLst>
            </p:cNvPr>
            <p:cNvSpPr/>
            <p:nvPr/>
          </p:nvSpPr>
          <p:spPr>
            <a:xfrm>
              <a:off x="10572750" y="5458672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Fig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78421FC-B929-554B-ACAD-1AA71497AE47}"/>
              </a:ext>
            </a:extLst>
          </p:cNvPr>
          <p:cNvGrpSpPr/>
          <p:nvPr/>
        </p:nvGrpSpPr>
        <p:grpSpPr>
          <a:xfrm>
            <a:off x="8177212" y="1581998"/>
            <a:ext cx="3257126" cy="1756619"/>
            <a:chOff x="8177212" y="1581998"/>
            <a:chExt cx="3257126" cy="175661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78CD750-33CB-951D-279B-063A08EF1BC3}"/>
                </a:ext>
              </a:extLst>
            </p:cNvPr>
            <p:cNvSpPr/>
            <p:nvPr/>
          </p:nvSpPr>
          <p:spPr>
            <a:xfrm>
              <a:off x="10033183" y="1733550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C8B456A-D7FE-B3B7-4CA9-BC681475F8C4}"/>
                </a:ext>
              </a:extLst>
            </p:cNvPr>
            <p:cNvSpPr/>
            <p:nvPr/>
          </p:nvSpPr>
          <p:spPr>
            <a:xfrm>
              <a:off x="9110448" y="2412683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9EF0D91-BF7D-66BC-86A9-6F7B45E4352F}"/>
                </a:ext>
              </a:extLst>
            </p:cNvPr>
            <p:cNvSpPr/>
            <p:nvPr/>
          </p:nvSpPr>
          <p:spPr>
            <a:xfrm>
              <a:off x="9660519" y="3091815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2A5321F-DEBA-6262-826C-28BE5506F5D6}"/>
                </a:ext>
              </a:extLst>
            </p:cNvPr>
            <p:cNvCxnSpPr>
              <a:stCxn id="23" idx="3"/>
              <a:endCxn id="24" idx="7"/>
            </p:cNvCxnSpPr>
            <p:nvPr/>
          </p:nvCxnSpPr>
          <p:spPr>
            <a:xfrm flipH="1">
              <a:off x="9191749" y="1814851"/>
              <a:ext cx="855383" cy="61178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9D8620B-CD7E-4357-29F2-01765AC49B46}"/>
                </a:ext>
              </a:extLst>
            </p:cNvPr>
            <p:cNvCxnSpPr>
              <a:cxnSpLocks/>
              <a:stCxn id="25" idx="0"/>
              <a:endCxn id="23" idx="5"/>
            </p:cNvCxnSpPr>
            <p:nvPr/>
          </p:nvCxnSpPr>
          <p:spPr>
            <a:xfrm flipH="1" flipV="1">
              <a:off x="10114484" y="1814851"/>
              <a:ext cx="889060" cy="597832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F673371-07C0-6E78-D369-C579496DECBF}"/>
                </a:ext>
              </a:extLst>
            </p:cNvPr>
            <p:cNvCxnSpPr>
              <a:cxnSpLocks/>
              <a:stCxn id="27" idx="1"/>
              <a:endCxn id="24" idx="5"/>
            </p:cNvCxnSpPr>
            <p:nvPr/>
          </p:nvCxnSpPr>
          <p:spPr>
            <a:xfrm flipH="1" flipV="1">
              <a:off x="9191749" y="2493984"/>
              <a:ext cx="482719" cy="61178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1797E05-B476-AA11-C2BE-EB86449EDE29}"/>
                </a:ext>
              </a:extLst>
            </p:cNvPr>
            <p:cNvCxnSpPr>
              <a:cxnSpLocks/>
              <a:stCxn id="24" idx="3"/>
              <a:endCxn id="26" idx="7"/>
            </p:cNvCxnSpPr>
            <p:nvPr/>
          </p:nvCxnSpPr>
          <p:spPr>
            <a:xfrm flipH="1">
              <a:off x="8641682" y="2493984"/>
              <a:ext cx="482715" cy="61178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Rounded Rectangle 3">
              <a:extLst>
                <a:ext uri="{FF2B5EF4-FFF2-40B4-BE49-F238E27FC236}">
                  <a16:creationId xmlns:a16="http://schemas.microsoft.com/office/drawing/2014/main" id="{303F7220-9539-37EB-E52B-95B07D98D5B1}"/>
                </a:ext>
              </a:extLst>
            </p:cNvPr>
            <p:cNvSpPr/>
            <p:nvPr/>
          </p:nvSpPr>
          <p:spPr>
            <a:xfrm>
              <a:off x="8727279" y="2261131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Banana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  <p:sp>
          <p:nvSpPr>
            <p:cNvPr id="82" name="Rounded Rectangle 3">
              <a:extLst>
                <a:ext uri="{FF2B5EF4-FFF2-40B4-BE49-F238E27FC236}">
                  <a16:creationId xmlns:a16="http://schemas.microsoft.com/office/drawing/2014/main" id="{89CE8D48-57D1-F72F-05ED-5EB20F815A0B}"/>
                </a:ext>
              </a:extLst>
            </p:cNvPr>
            <p:cNvSpPr/>
            <p:nvPr/>
          </p:nvSpPr>
          <p:spPr>
            <a:xfrm>
              <a:off x="9277350" y="2940263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Cherry</a:t>
              </a:r>
            </a:p>
          </p:txBody>
        </p:sp>
        <p:sp>
          <p:nvSpPr>
            <p:cNvPr id="83" name="Rounded Rectangle 3">
              <a:extLst>
                <a:ext uri="{FF2B5EF4-FFF2-40B4-BE49-F238E27FC236}">
                  <a16:creationId xmlns:a16="http://schemas.microsoft.com/office/drawing/2014/main" id="{FE94D350-7ECE-486D-231C-3B78ACFC8C6C}"/>
                </a:ext>
              </a:extLst>
            </p:cNvPr>
            <p:cNvSpPr/>
            <p:nvPr/>
          </p:nvSpPr>
          <p:spPr>
            <a:xfrm>
              <a:off x="9650015" y="1581998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Date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CD6668-71B0-E669-40C3-0EC2585F85CB}"/>
                </a:ext>
              </a:extLst>
            </p:cNvPr>
            <p:cNvSpPr/>
            <p:nvPr/>
          </p:nvSpPr>
          <p:spPr>
            <a:xfrm>
              <a:off x="8560381" y="3091815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ounded Rectangle 3">
              <a:extLst>
                <a:ext uri="{FF2B5EF4-FFF2-40B4-BE49-F238E27FC236}">
                  <a16:creationId xmlns:a16="http://schemas.microsoft.com/office/drawing/2014/main" id="{D9873283-66D0-8972-9314-4C61E0AADDAF}"/>
                </a:ext>
              </a:extLst>
            </p:cNvPr>
            <p:cNvSpPr/>
            <p:nvPr/>
          </p:nvSpPr>
          <p:spPr>
            <a:xfrm>
              <a:off x="8177212" y="2940263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Apple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EE70E87-AD14-ED0A-5AC0-814F09451196}"/>
                </a:ext>
              </a:extLst>
            </p:cNvPr>
            <p:cNvSpPr/>
            <p:nvPr/>
          </p:nvSpPr>
          <p:spPr>
            <a:xfrm>
              <a:off x="10955919" y="2412683"/>
              <a:ext cx="95250" cy="9525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ounded Rectangle 3">
              <a:extLst>
                <a:ext uri="{FF2B5EF4-FFF2-40B4-BE49-F238E27FC236}">
                  <a16:creationId xmlns:a16="http://schemas.microsoft.com/office/drawing/2014/main" id="{4C1197E5-9B92-4202-1EE6-EB8F3A2C7C06}"/>
                </a:ext>
              </a:extLst>
            </p:cNvPr>
            <p:cNvSpPr/>
            <p:nvPr/>
          </p:nvSpPr>
          <p:spPr>
            <a:xfrm>
              <a:off x="10572750" y="2261131"/>
              <a:ext cx="861588" cy="3983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 err="1">
                  <a:latin typeface="Aptos" panose="020B0004020202020204" pitchFamily="34" charset="0"/>
                </a:rPr>
                <a:t>Fig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</p:grpSp>
      <p:sp>
        <p:nvSpPr>
          <p:cNvPr id="174" name="Callout: Left Arrow 173">
            <a:extLst>
              <a:ext uri="{FF2B5EF4-FFF2-40B4-BE49-F238E27FC236}">
                <a16:creationId xmlns:a16="http://schemas.microsoft.com/office/drawing/2014/main" id="{45BF84AC-BE29-5305-9A86-A6877EDE899C}"/>
              </a:ext>
            </a:extLst>
          </p:cNvPr>
          <p:cNvSpPr/>
          <p:nvPr/>
        </p:nvSpPr>
        <p:spPr>
          <a:xfrm>
            <a:off x="4769708" y="5177894"/>
            <a:ext cx="3254551" cy="975771"/>
          </a:xfrm>
          <a:prstGeom prst="leftArrowCallou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Aptos" panose="020B0004020202020204" pitchFamily="34" charset="0"/>
              </a:rPr>
              <a:t>Both pointers </a:t>
            </a:r>
            <a:r>
              <a:rPr lang="nl-NL" dirty="0" err="1">
                <a:solidFill>
                  <a:schemeClr val="tx1"/>
                </a:solidFill>
                <a:latin typeface="Aptos" panose="020B0004020202020204" pitchFamily="34" charset="0"/>
              </a:rPr>
              <a:t>should</a:t>
            </a:r>
            <a:r>
              <a:rPr lang="nl-NL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dirty="0" err="1">
                <a:solidFill>
                  <a:schemeClr val="tx1"/>
                </a:solidFill>
                <a:latin typeface="Aptos" panose="020B0004020202020204" pitchFamily="34" charset="0"/>
              </a:rPr>
              <a:t>be</a:t>
            </a:r>
            <a:r>
              <a:rPr lang="nl-NL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nullptr</a:t>
            </a:r>
            <a:endParaRPr lang="nl-NL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81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577B9-B8FE-334E-A62B-82E1F46A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29A7-B157-F5EC-8266-B74A4D99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Summary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6D3217-FCE1-C17D-6E87-1E1559F65A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3977393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A (</a:t>
                </a:r>
                <a:r>
                  <a:rPr lang="nl-NL" dirty="0" err="1"/>
                  <a:t>Binary</a:t>
                </a:r>
                <a:r>
                  <a:rPr lang="nl-NL" dirty="0"/>
                  <a:t>) Tree is a </a:t>
                </a:r>
                <a:r>
                  <a:rPr lang="nl-NL" dirty="0" err="1"/>
                  <a:t>hierarchical</a:t>
                </a:r>
                <a:r>
                  <a:rPr lang="nl-NL" dirty="0"/>
                  <a:t> data </a:t>
                </a:r>
                <a:r>
                  <a:rPr lang="nl-NL" dirty="0" err="1"/>
                  <a:t>structure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consists</a:t>
                </a:r>
                <a:r>
                  <a:rPr lang="nl-NL" dirty="0"/>
                  <a:t> of </a:t>
                </a:r>
                <a:r>
                  <a:rPr lang="nl-NL" dirty="0" err="1"/>
                  <a:t>nodes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</a:t>
                </a:r>
                <a:r>
                  <a:rPr lang="nl-NL" dirty="0" err="1"/>
                  <a:t>together</a:t>
                </a:r>
                <a:endParaRPr lang="nl-NL" dirty="0"/>
              </a:p>
              <a:p>
                <a:pPr lvl="1"/>
                <a:r>
                  <a:rPr lang="nl-NL" dirty="0" err="1"/>
                  <a:t>Each</a:t>
                </a:r>
                <a:r>
                  <a:rPr lang="nl-NL" dirty="0"/>
                  <a:t> node (</a:t>
                </a:r>
                <a:r>
                  <a:rPr lang="nl-NL" dirty="0" err="1"/>
                  <a:t>except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root) has </a:t>
                </a:r>
                <a:r>
                  <a:rPr lang="nl-NL" dirty="0" err="1"/>
                  <a:t>one</a:t>
                </a:r>
                <a:r>
                  <a:rPr lang="nl-NL" dirty="0"/>
                  <a:t> </a:t>
                </a:r>
                <a:r>
                  <a:rPr lang="nl-NL" dirty="0" err="1"/>
                  <a:t>parent</a:t>
                </a:r>
                <a:endParaRPr lang="nl-NL" dirty="0"/>
              </a:p>
              <a:p>
                <a:pPr lvl="1"/>
                <a:r>
                  <a:rPr lang="nl-NL" dirty="0"/>
                  <a:t>In a </a:t>
                </a:r>
                <a:r>
                  <a:rPr lang="nl-NL" dirty="0" err="1"/>
                  <a:t>binary</a:t>
                </a:r>
                <a:r>
                  <a:rPr lang="nl-NL" dirty="0"/>
                  <a:t> tree, </a:t>
                </a:r>
                <a:r>
                  <a:rPr lang="nl-NL" dirty="0" err="1"/>
                  <a:t>each</a:t>
                </a:r>
                <a:r>
                  <a:rPr lang="nl-NL" dirty="0"/>
                  <a:t> node has (up </a:t>
                </a:r>
                <a:r>
                  <a:rPr lang="nl-NL" dirty="0" err="1"/>
                  <a:t>to</a:t>
                </a:r>
                <a:r>
                  <a:rPr lang="nl-NL" dirty="0"/>
                  <a:t>) </a:t>
                </a:r>
                <a:r>
                  <a:rPr lang="nl-NL" dirty="0" err="1"/>
                  <a:t>two</a:t>
                </a:r>
                <a:r>
                  <a:rPr lang="nl-NL" dirty="0"/>
                  <a:t> </a:t>
                </a:r>
                <a:r>
                  <a:rPr lang="nl-NL" dirty="0" err="1"/>
                  <a:t>children</a:t>
                </a:r>
                <a:endParaRPr lang="nl-NL" dirty="0"/>
              </a:p>
              <a:p>
                <a:r>
                  <a:rPr lang="nl-NL" dirty="0"/>
                  <a:t>In a </a:t>
                </a:r>
                <a:r>
                  <a:rPr lang="nl-NL" dirty="0" err="1"/>
                  <a:t>Binary</a:t>
                </a:r>
                <a:r>
                  <a:rPr lang="nl-NL" dirty="0"/>
                  <a:t> Search Tree (BST),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in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subtree</a:t>
                </a:r>
                <a:r>
                  <a:rPr lang="nl-NL" dirty="0"/>
                  <a:t> of a node are smaller,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in </a:t>
                </a:r>
                <a:r>
                  <a:rPr lang="nl-NL" dirty="0" err="1"/>
                  <a:t>the</a:t>
                </a:r>
                <a:r>
                  <a:rPr lang="nl-NL" dirty="0"/>
                  <a:t> right are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greater</a:t>
                </a:r>
                <a:endParaRPr lang="nl-NL" dirty="0"/>
              </a:p>
              <a:p>
                <a:r>
                  <a:rPr lang="nl-NL" dirty="0"/>
                  <a:t>A BST is perfect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implementing</a:t>
                </a:r>
                <a:r>
                  <a:rPr lang="nl-NL" dirty="0"/>
                  <a:t> a set: </a:t>
                </a:r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kept</a:t>
                </a:r>
                <a:r>
                  <a:rPr lang="nl-NL" dirty="0"/>
                  <a:t> </a:t>
                </a:r>
                <a:r>
                  <a:rPr lang="nl-NL" b="1" dirty="0" err="1"/>
                  <a:t>balanced</a:t>
                </a:r>
                <a:r>
                  <a:rPr lang="nl-NL" dirty="0"/>
                  <a:t>, </a:t>
                </a:r>
                <a:r>
                  <a:rPr lang="nl-NL" dirty="0" err="1"/>
                  <a:t>the</a:t>
                </a:r>
                <a:r>
                  <a:rPr lang="nl-NL" dirty="0"/>
                  <a:t> time </a:t>
                </a:r>
                <a:r>
                  <a:rPr lang="nl-NL" dirty="0" err="1"/>
                  <a:t>complexities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b="1" dirty="0" err="1"/>
                  <a:t>insertion</a:t>
                </a:r>
                <a:r>
                  <a:rPr lang="nl-NL" dirty="0"/>
                  <a:t>, </a:t>
                </a:r>
                <a:r>
                  <a:rPr lang="nl-NL" b="1" dirty="0" err="1"/>
                  <a:t>removal</a:t>
                </a:r>
                <a:r>
                  <a:rPr lang="nl-NL" dirty="0"/>
                  <a:t>,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b="1" dirty="0" err="1"/>
                  <a:t>membership</a:t>
                </a:r>
                <a:r>
                  <a:rPr lang="nl-NL" b="1" dirty="0"/>
                  <a:t> </a:t>
                </a:r>
                <a:r>
                  <a:rPr lang="nl-NL" b="1" dirty="0" err="1"/>
                  <a:t>testing</a:t>
                </a:r>
                <a:r>
                  <a:rPr lang="nl-NL" dirty="0"/>
                  <a:t> are all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  <a:p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iterate</a:t>
                </a:r>
                <a:r>
                  <a:rPr lang="nl-NL" dirty="0"/>
                  <a:t> over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of a BST, a </a:t>
                </a:r>
                <a:r>
                  <a:rPr lang="nl-NL" b="1" dirty="0"/>
                  <a:t>stack</a:t>
                </a:r>
                <a:r>
                  <a:rPr lang="nl-NL" dirty="0"/>
                  <a:t> is </a:t>
                </a:r>
                <a:r>
                  <a:rPr lang="nl-NL" dirty="0" err="1"/>
                  <a:t>needed</a:t>
                </a:r>
                <a:endParaRPr lang="nl-NL" dirty="0"/>
              </a:p>
              <a:p>
                <a:r>
                  <a:rPr lang="nl-NL" dirty="0"/>
                  <a:t>In </a:t>
                </a:r>
                <a:r>
                  <a:rPr lang="nl-NL" dirty="0" err="1"/>
                  <a:t>the</a:t>
                </a:r>
                <a:r>
                  <a:rPr lang="nl-NL" dirty="0"/>
                  <a:t> C++ STL,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::set</a:t>
                </a:r>
                <a:r>
                  <a:rPr lang="nl-NL" dirty="0"/>
                  <a:t> </a:t>
                </a:r>
                <a:r>
                  <a:rPr lang="nl-NL" dirty="0" err="1"/>
                  <a:t>implements</a:t>
                </a:r>
                <a:r>
                  <a:rPr lang="nl-NL" dirty="0"/>
                  <a:t> a set </a:t>
                </a:r>
                <a:r>
                  <a:rPr lang="nl-NL" dirty="0" err="1"/>
                  <a:t>using</a:t>
                </a:r>
                <a:r>
                  <a:rPr lang="nl-NL" dirty="0"/>
                  <a:t> a </a:t>
                </a:r>
                <a:r>
                  <a:rPr lang="nl-NL" dirty="0" err="1"/>
                  <a:t>binary</a:t>
                </a:r>
                <a:r>
                  <a:rPr lang="nl-NL" dirty="0"/>
                  <a:t> search tree (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#include &lt;set&gt;</a:t>
                </a:r>
                <a:r>
                  <a:rPr lang="nl-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6D3217-FCE1-C17D-6E87-1E1559F65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3977393"/>
              </a:xfrm>
              <a:blipFill>
                <a:blip r:embed="rId2"/>
                <a:stretch>
                  <a:fillRect l="-336" t="-153" b="-122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10028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ACC008-641B-4A31-9901-F8A4FB71BE3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2583</Words>
  <Application>Microsoft Office PowerPoint</Application>
  <PresentationFormat>Widescreen</PresentationFormat>
  <Paragraphs>647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</vt:lpstr>
      <vt:lpstr>Cambria Math</vt:lpstr>
      <vt:lpstr>Cascadia Code</vt:lpstr>
      <vt:lpstr>Consolas</vt:lpstr>
      <vt:lpstr>Grandview Display</vt:lpstr>
      <vt:lpstr>DashVTI</vt:lpstr>
      <vt:lpstr>Algorithms &amp; Data Structures</vt:lpstr>
      <vt:lpstr>Last three weeks we discussed…</vt:lpstr>
      <vt:lpstr>Hiearchical data structures</vt:lpstr>
      <vt:lpstr>Revisiting linked lists</vt:lpstr>
      <vt:lpstr>Revisiting linked lists</vt:lpstr>
      <vt:lpstr>Revisiting linked lists</vt:lpstr>
      <vt:lpstr>Revisiting linked lists</vt:lpstr>
      <vt:lpstr>Trees</vt:lpstr>
      <vt:lpstr>Binary Trees</vt:lpstr>
      <vt:lpstr>Binary Search Trees</vt:lpstr>
      <vt:lpstr>Binary Search Trees</vt:lpstr>
      <vt:lpstr>Binary Search Trees &amp; Sets</vt:lpstr>
      <vt:lpstr>BST – Membership test</vt:lpstr>
      <vt:lpstr>Interlude: BSTs &amp; Recursion</vt:lpstr>
      <vt:lpstr>BST – Insertion</vt:lpstr>
      <vt:lpstr>BST – Removal (easy case)</vt:lpstr>
      <vt:lpstr>BST – Removal (easy case)</vt:lpstr>
      <vt:lpstr>BST – Removal (easy case)</vt:lpstr>
      <vt:lpstr>BST – Removal (tricky case)</vt:lpstr>
      <vt:lpstr>BST – Removal (tricky case)</vt:lpstr>
      <vt:lpstr>Binary trees as sets: Time Complexities</vt:lpstr>
      <vt:lpstr>BST Time complexity – Best case</vt:lpstr>
      <vt:lpstr>BST Time complexity – Worst case</vt:lpstr>
      <vt:lpstr>Self-balancing Binary Search Trees</vt:lpstr>
      <vt:lpstr>Self-balancing Binary Search Trees</vt:lpstr>
      <vt:lpstr>Self-balancing Binary Search Trees</vt:lpstr>
      <vt:lpstr>Self-balancing Binary Search Trees</vt:lpstr>
      <vt:lpstr>Self-balancing Binary Search Trees</vt:lpstr>
      <vt:lpstr>Binary Tree Traversal</vt:lpstr>
      <vt:lpstr>Binary Search Trees – Traversal</vt:lpstr>
      <vt:lpstr>Binary Search Trees – Traversal</vt:lpstr>
      <vt:lpstr>BST – Set equality</vt:lpstr>
      <vt:lpstr>Binary Search Trees – Traversal</vt:lpstr>
      <vt:lpstr>Stacks &amp; recursion</vt:lpstr>
      <vt:lpstr>BSTs – Stack-based traversal</vt:lpstr>
      <vt:lpstr>BST Traversal – advanced “pointers”</vt:lpstr>
      <vt:lpstr>BST – Set equality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de Groote</dc:creator>
  <cp:lastModifiedBy>Robert de Groote</cp:lastModifiedBy>
  <cp:revision>1</cp:revision>
  <dcterms:created xsi:type="dcterms:W3CDTF">2025-07-16T13:01:43Z</dcterms:created>
  <dcterms:modified xsi:type="dcterms:W3CDTF">2025-09-21T12:50:15Z</dcterms:modified>
</cp:coreProperties>
</file>