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tmp" ContentType="image/png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3" r:id="rId1"/>
  </p:sldMasterIdLst>
  <p:sldIdLst>
    <p:sldId id="256" r:id="rId2"/>
    <p:sldId id="257" r:id="rId3"/>
    <p:sldId id="360" r:id="rId4"/>
    <p:sldId id="513" r:id="rId5"/>
    <p:sldId id="275" r:id="rId6"/>
    <p:sldId id="362" r:id="rId7"/>
    <p:sldId id="560" r:id="rId8"/>
    <p:sldId id="555" r:id="rId9"/>
    <p:sldId id="556" r:id="rId10"/>
    <p:sldId id="558" r:id="rId11"/>
    <p:sldId id="557" r:id="rId12"/>
    <p:sldId id="545" r:id="rId13"/>
    <p:sldId id="546" r:id="rId14"/>
    <p:sldId id="547" r:id="rId15"/>
    <p:sldId id="548" r:id="rId16"/>
    <p:sldId id="549" r:id="rId17"/>
    <p:sldId id="550" r:id="rId18"/>
    <p:sldId id="551" r:id="rId19"/>
    <p:sldId id="552" r:id="rId20"/>
    <p:sldId id="567" r:id="rId21"/>
    <p:sldId id="568" r:id="rId22"/>
    <p:sldId id="518" r:id="rId23"/>
    <p:sldId id="566" r:id="rId24"/>
    <p:sldId id="554" r:id="rId25"/>
    <p:sldId id="511" r:id="rId26"/>
    <p:sldId id="519" r:id="rId27"/>
    <p:sldId id="523" r:id="rId28"/>
    <p:sldId id="524" r:id="rId29"/>
    <p:sldId id="525" r:id="rId30"/>
    <p:sldId id="526" r:id="rId31"/>
    <p:sldId id="527" r:id="rId32"/>
    <p:sldId id="528" r:id="rId33"/>
    <p:sldId id="529" r:id="rId34"/>
    <p:sldId id="530" r:id="rId35"/>
    <p:sldId id="532" r:id="rId36"/>
    <p:sldId id="531" r:id="rId37"/>
    <p:sldId id="521" r:id="rId38"/>
    <p:sldId id="533" r:id="rId39"/>
    <p:sldId id="534" r:id="rId40"/>
    <p:sldId id="535" r:id="rId41"/>
    <p:sldId id="536" r:id="rId42"/>
    <p:sldId id="570" r:id="rId43"/>
    <p:sldId id="569" r:id="rId44"/>
    <p:sldId id="542" r:id="rId45"/>
    <p:sldId id="520" r:id="rId46"/>
    <p:sldId id="512" r:id="rId47"/>
    <p:sldId id="565" r:id="rId48"/>
    <p:sldId id="543" r:id="rId49"/>
    <p:sldId id="350" r:id="rId5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DE32D2CF-B025-4A52-ADE8-CD72882890FF}">
          <p14:sldIdLst>
            <p14:sldId id="256"/>
            <p14:sldId id="257"/>
            <p14:sldId id="360"/>
            <p14:sldId id="513"/>
            <p14:sldId id="275"/>
            <p14:sldId id="362"/>
            <p14:sldId id="560"/>
            <p14:sldId id="555"/>
            <p14:sldId id="556"/>
            <p14:sldId id="558"/>
            <p14:sldId id="557"/>
            <p14:sldId id="545"/>
            <p14:sldId id="546"/>
            <p14:sldId id="547"/>
            <p14:sldId id="548"/>
            <p14:sldId id="549"/>
            <p14:sldId id="550"/>
            <p14:sldId id="551"/>
            <p14:sldId id="552"/>
            <p14:sldId id="567"/>
            <p14:sldId id="568"/>
            <p14:sldId id="518"/>
            <p14:sldId id="566"/>
            <p14:sldId id="554"/>
            <p14:sldId id="511"/>
            <p14:sldId id="519"/>
          </p14:sldIdLst>
        </p14:section>
        <p14:section name="Prim's algorithm" id="{62837E73-7496-400D-AA91-9DA3EF4ACC0B}">
          <p14:sldIdLst>
            <p14:sldId id="523"/>
            <p14:sldId id="524"/>
            <p14:sldId id="525"/>
            <p14:sldId id="526"/>
            <p14:sldId id="527"/>
            <p14:sldId id="528"/>
            <p14:sldId id="529"/>
            <p14:sldId id="530"/>
            <p14:sldId id="532"/>
            <p14:sldId id="531"/>
            <p14:sldId id="521"/>
          </p14:sldIdLst>
        </p14:section>
        <p14:section name="Kruskal's algorithm" id="{8A2960B0-3353-42F5-A919-ACCF348E7D08}">
          <p14:sldIdLst>
            <p14:sldId id="533"/>
            <p14:sldId id="534"/>
            <p14:sldId id="535"/>
            <p14:sldId id="536"/>
            <p14:sldId id="570"/>
            <p14:sldId id="569"/>
            <p14:sldId id="542"/>
            <p14:sldId id="520"/>
          </p14:sldIdLst>
        </p14:section>
        <p14:section name="Disjoint-Set" id="{B44F1E1E-9CDE-48AC-BC9F-102361E69C3C}">
          <p14:sldIdLst>
            <p14:sldId id="512"/>
            <p14:sldId id="565"/>
            <p14:sldId id="543"/>
          </p14:sldIdLst>
        </p14:section>
        <p14:section name="Wrap-up" id="{4DA5FBD5-9E1F-4484-8B0B-001A8649D0F2}">
          <p14:sldIdLst>
            <p14:sldId id="350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973EB"/>
    <a:srgbClr val="F2F2F2"/>
    <a:srgbClr val="0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0F04FD4-9900-4063-95EE-CD816832BC31}" v="12043" dt="2025-10-13T17:45:44.958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0" d="100"/>
          <a:sy n="80" d="100"/>
        </p:scale>
        <p:origin x="120" y="666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microsoft.com/office/2016/11/relationships/changesInfo" Target="changesInfos/changesInfo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microsoft.com/office/2015/10/relationships/revisionInfo" Target="revisionInfo.xml"/><Relationship Id="rId8" Type="http://schemas.openxmlformats.org/officeDocument/2006/relationships/slide" Target="slides/slide7.xml"/><Relationship Id="rId51" Type="http://schemas.openxmlformats.org/officeDocument/2006/relationships/presProps" Target="pres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obert de Groote" userId="2ce5265b-80a0-4fb8-a62a-8035e9b0c45a" providerId="ADAL" clId="{77748BC8-6171-4919-A5F7-EF7C30C5EE0A}"/>
    <pc:docChg chg="undo custSel addSld delSld modSld sldOrd">
      <pc:chgData name="Robert de Groote" userId="2ce5265b-80a0-4fb8-a62a-8035e9b0c45a" providerId="ADAL" clId="{77748BC8-6171-4919-A5F7-EF7C30C5EE0A}" dt="2025-07-17T13:19:48.170" v="4029" actId="20577"/>
      <pc:docMkLst>
        <pc:docMk/>
      </pc:docMkLst>
      <pc:sldChg chg="modSp mod">
        <pc:chgData name="Robert de Groote" userId="2ce5265b-80a0-4fb8-a62a-8035e9b0c45a" providerId="ADAL" clId="{77748BC8-6171-4919-A5F7-EF7C30C5EE0A}" dt="2025-07-16T17:20:45.052" v="27" actId="20577"/>
        <pc:sldMkLst>
          <pc:docMk/>
          <pc:sldMk cId="4099711276" sldId="256"/>
        </pc:sldMkLst>
      </pc:sldChg>
      <pc:sldChg chg="modSp mod">
        <pc:chgData name="Robert de Groote" userId="2ce5265b-80a0-4fb8-a62a-8035e9b0c45a" providerId="ADAL" clId="{77748BC8-6171-4919-A5F7-EF7C30C5EE0A}" dt="2025-07-16T17:21:58.340" v="144" actId="20577"/>
        <pc:sldMkLst>
          <pc:docMk/>
          <pc:sldMk cId="3346646082" sldId="257"/>
        </pc:sldMkLst>
      </pc:sldChg>
      <pc:sldChg chg="modSp mod">
        <pc:chgData name="Robert de Groote" userId="2ce5265b-80a0-4fb8-a62a-8035e9b0c45a" providerId="ADAL" clId="{77748BC8-6171-4919-A5F7-EF7C30C5EE0A}" dt="2025-07-17T10:38:49.095" v="914" actId="6549"/>
        <pc:sldMkLst>
          <pc:docMk/>
          <pc:sldMk cId="2437096053" sldId="260"/>
        </pc:sldMkLst>
      </pc:sldChg>
      <pc:sldChg chg="modSp mod">
        <pc:chgData name="Robert de Groote" userId="2ce5265b-80a0-4fb8-a62a-8035e9b0c45a" providerId="ADAL" clId="{77748BC8-6171-4919-A5F7-EF7C30C5EE0A}" dt="2025-07-17T11:22:01.326" v="1533" actId="20577"/>
        <pc:sldMkLst>
          <pc:docMk/>
          <pc:sldMk cId="2593846471" sldId="261"/>
        </pc:sldMkLst>
      </pc:sldChg>
      <pc:sldChg chg="add del">
        <pc:chgData name="Robert de Groote" userId="2ce5265b-80a0-4fb8-a62a-8035e9b0c45a" providerId="ADAL" clId="{77748BC8-6171-4919-A5F7-EF7C30C5EE0A}" dt="2025-07-17T10:41:49.365" v="1083" actId="47"/>
        <pc:sldMkLst>
          <pc:docMk/>
          <pc:sldMk cId="4016192962" sldId="264"/>
        </pc:sldMkLst>
      </pc:sldChg>
      <pc:sldChg chg="modSp mod">
        <pc:chgData name="Robert de Groote" userId="2ce5265b-80a0-4fb8-a62a-8035e9b0c45a" providerId="ADAL" clId="{77748BC8-6171-4919-A5F7-EF7C30C5EE0A}" dt="2025-07-17T10:55:48.933" v="1345" actId="20577"/>
        <pc:sldMkLst>
          <pc:docMk/>
          <pc:sldMk cId="3021126975" sldId="265"/>
        </pc:sldMkLst>
      </pc:sldChg>
      <pc:sldChg chg="modSp mod">
        <pc:chgData name="Robert de Groote" userId="2ce5265b-80a0-4fb8-a62a-8035e9b0c45a" providerId="ADAL" clId="{77748BC8-6171-4919-A5F7-EF7C30C5EE0A}" dt="2025-07-17T10:40:28.696" v="960" actId="6549"/>
        <pc:sldMkLst>
          <pc:docMk/>
          <pc:sldMk cId="2050195976" sldId="266"/>
        </pc:sldMkLst>
      </pc:sldChg>
      <pc:sldChg chg="modSp add del mod">
        <pc:chgData name="Robert de Groote" userId="2ce5265b-80a0-4fb8-a62a-8035e9b0c45a" providerId="ADAL" clId="{77748BC8-6171-4919-A5F7-EF7C30C5EE0A}" dt="2025-07-17T10:41:43.383" v="1082" actId="20577"/>
        <pc:sldMkLst>
          <pc:docMk/>
          <pc:sldMk cId="3359679964" sldId="268"/>
        </pc:sldMkLst>
      </pc:sldChg>
      <pc:sldChg chg="modSp mod">
        <pc:chgData name="Robert de Groote" userId="2ce5265b-80a0-4fb8-a62a-8035e9b0c45a" providerId="ADAL" clId="{77748BC8-6171-4919-A5F7-EF7C30C5EE0A}" dt="2025-07-17T10:40:49.157" v="990" actId="20577"/>
        <pc:sldMkLst>
          <pc:docMk/>
          <pc:sldMk cId="3909891326" sldId="272"/>
        </pc:sldMkLst>
      </pc:sldChg>
      <pc:sldChg chg="modSp add mod">
        <pc:chgData name="Robert de Groote" userId="2ce5265b-80a0-4fb8-a62a-8035e9b0c45a" providerId="ADAL" clId="{77748BC8-6171-4919-A5F7-EF7C30C5EE0A}" dt="2025-07-16T17:38:56.393" v="912" actId="20577"/>
        <pc:sldMkLst>
          <pc:docMk/>
          <pc:sldMk cId="4230653011" sldId="273"/>
        </pc:sldMkLst>
      </pc:sldChg>
      <pc:sldChg chg="add">
        <pc:chgData name="Robert de Groote" userId="2ce5265b-80a0-4fb8-a62a-8035e9b0c45a" providerId="ADAL" clId="{77748BC8-6171-4919-A5F7-EF7C30C5EE0A}" dt="2025-07-17T10:39:49.044" v="915" actId="2890"/>
        <pc:sldMkLst>
          <pc:docMk/>
          <pc:sldMk cId="3657166026" sldId="274"/>
        </pc:sldMkLst>
      </pc:sldChg>
      <pc:sldChg chg="modSp add mod ord">
        <pc:chgData name="Robert de Groote" userId="2ce5265b-80a0-4fb8-a62a-8035e9b0c45a" providerId="ADAL" clId="{77748BC8-6171-4919-A5F7-EF7C30C5EE0A}" dt="2025-07-17T12:11:55.681" v="2627" actId="20577"/>
        <pc:sldMkLst>
          <pc:docMk/>
          <pc:sldMk cId="1598828328" sldId="275"/>
        </pc:sldMkLst>
      </pc:sldChg>
      <pc:sldChg chg="modSp add mod">
        <pc:chgData name="Robert de Groote" userId="2ce5265b-80a0-4fb8-a62a-8035e9b0c45a" providerId="ADAL" clId="{77748BC8-6171-4919-A5F7-EF7C30C5EE0A}" dt="2025-07-17T11:28:23.497" v="1971" actId="20577"/>
        <pc:sldMkLst>
          <pc:docMk/>
          <pc:sldMk cId="1258586967" sldId="276"/>
        </pc:sldMkLst>
      </pc:sldChg>
      <pc:sldChg chg="modSp add mod">
        <pc:chgData name="Robert de Groote" userId="2ce5265b-80a0-4fb8-a62a-8035e9b0c45a" providerId="ADAL" clId="{77748BC8-6171-4919-A5F7-EF7C30C5EE0A}" dt="2025-07-17T11:35:50.433" v="2232" actId="20577"/>
        <pc:sldMkLst>
          <pc:docMk/>
          <pc:sldMk cId="3755024446" sldId="277"/>
        </pc:sldMkLst>
      </pc:sldChg>
      <pc:sldChg chg="modSp add mod">
        <pc:chgData name="Robert de Groote" userId="2ce5265b-80a0-4fb8-a62a-8035e9b0c45a" providerId="ADAL" clId="{77748BC8-6171-4919-A5F7-EF7C30C5EE0A}" dt="2025-07-17T11:39:57.073" v="2428" actId="113"/>
        <pc:sldMkLst>
          <pc:docMk/>
          <pc:sldMk cId="2214709890" sldId="278"/>
        </pc:sldMkLst>
      </pc:sldChg>
      <pc:sldChg chg="modSp add mod ord">
        <pc:chgData name="Robert de Groote" userId="2ce5265b-80a0-4fb8-a62a-8035e9b0c45a" providerId="ADAL" clId="{77748BC8-6171-4919-A5F7-EF7C30C5EE0A}" dt="2025-07-17T12:34:31.889" v="3027"/>
        <pc:sldMkLst>
          <pc:docMk/>
          <pc:sldMk cId="2729225412" sldId="279"/>
        </pc:sldMkLst>
      </pc:sldChg>
      <pc:sldChg chg="addSp modSp add mod ord">
        <pc:chgData name="Robert de Groote" userId="2ce5265b-80a0-4fb8-a62a-8035e9b0c45a" providerId="ADAL" clId="{77748BC8-6171-4919-A5F7-EF7C30C5EE0A}" dt="2025-07-17T13:18:38.909" v="3943"/>
        <pc:sldMkLst>
          <pc:docMk/>
          <pc:sldMk cId="2288260186" sldId="280"/>
        </pc:sldMkLst>
      </pc:sldChg>
      <pc:sldChg chg="addSp delSp modSp add mod ord">
        <pc:chgData name="Robert de Groote" userId="2ce5265b-80a0-4fb8-a62a-8035e9b0c45a" providerId="ADAL" clId="{77748BC8-6171-4919-A5F7-EF7C30C5EE0A}" dt="2025-07-17T13:19:48.170" v="4029" actId="20577"/>
        <pc:sldMkLst>
          <pc:docMk/>
          <pc:sldMk cId="942638718" sldId="281"/>
        </pc:sldMkLst>
      </pc:sldChg>
    </pc:docChg>
  </pc:docChgLst>
  <pc:docChgLst>
    <pc:chgData name="Robert de Groote" userId="2ce5265b-80a0-4fb8-a62a-8035e9b0c45a" providerId="ADAL" clId="{2F427DC0-94DD-4221-BDA8-C26CE314FA9F}"/>
    <pc:docChg chg="undo redo custSel addSld delSld modSld sldOrd">
      <pc:chgData name="Robert de Groote" userId="2ce5265b-80a0-4fb8-a62a-8035e9b0c45a" providerId="ADAL" clId="{2F427DC0-94DD-4221-BDA8-C26CE314FA9F}" dt="2025-09-30T08:18:44.060" v="57772" actId="20577"/>
      <pc:docMkLst>
        <pc:docMk/>
      </pc:docMkLst>
      <pc:sldChg chg="modSp mod">
        <pc:chgData name="Robert de Groote" userId="2ce5265b-80a0-4fb8-a62a-8035e9b0c45a" providerId="ADAL" clId="{2F427DC0-94DD-4221-BDA8-C26CE314FA9F}" dt="2025-09-19T13:43:26.562" v="21" actId="20577"/>
        <pc:sldMkLst>
          <pc:docMk/>
          <pc:sldMk cId="4099711276" sldId="256"/>
        </pc:sldMkLst>
        <pc:spChg chg="mod">
          <ac:chgData name="Robert de Groote" userId="2ce5265b-80a0-4fb8-a62a-8035e9b0c45a" providerId="ADAL" clId="{2F427DC0-94DD-4221-BDA8-C26CE314FA9F}" dt="2025-09-19T13:43:26.562" v="21" actId="20577"/>
          <ac:spMkLst>
            <pc:docMk/>
            <pc:sldMk cId="4099711276" sldId="256"/>
            <ac:spMk id="3" creationId="{B43DF9F7-8B56-49E7-9AFB-EB5E5B6EE430}"/>
          </ac:spMkLst>
        </pc:spChg>
      </pc:sldChg>
      <pc:sldChg chg="modSp mod modAnim">
        <pc:chgData name="Robert de Groote" userId="2ce5265b-80a0-4fb8-a62a-8035e9b0c45a" providerId="ADAL" clId="{2F427DC0-94DD-4221-BDA8-C26CE314FA9F}" dt="2025-09-30T06:12:35.941" v="57726" actId="113"/>
        <pc:sldMkLst>
          <pc:docMk/>
          <pc:sldMk cId="3346646082" sldId="257"/>
        </pc:sldMkLst>
        <pc:spChg chg="mod">
          <ac:chgData name="Robert de Groote" userId="2ce5265b-80a0-4fb8-a62a-8035e9b0c45a" providerId="ADAL" clId="{2F427DC0-94DD-4221-BDA8-C26CE314FA9F}" dt="2025-09-19T13:43:34.861" v="22" actId="6549"/>
          <ac:spMkLst>
            <pc:docMk/>
            <pc:sldMk cId="3346646082" sldId="257"/>
            <ac:spMk id="2" creationId="{205885D7-ABDF-C618-9CCD-413D088386B3}"/>
          </ac:spMkLst>
        </pc:spChg>
        <pc:spChg chg="mod">
          <ac:chgData name="Robert de Groote" userId="2ce5265b-80a0-4fb8-a62a-8035e9b0c45a" providerId="ADAL" clId="{2F427DC0-94DD-4221-BDA8-C26CE314FA9F}" dt="2025-09-30T06:12:35.941" v="57726" actId="113"/>
          <ac:spMkLst>
            <pc:docMk/>
            <pc:sldMk cId="3346646082" sldId="257"/>
            <ac:spMk id="3" creationId="{81853582-0C43-5257-5530-A00EA0178D3B}"/>
          </ac:spMkLst>
        </pc:spChg>
      </pc:sldChg>
      <pc:sldChg chg="del">
        <pc:chgData name="Robert de Groote" userId="2ce5265b-80a0-4fb8-a62a-8035e9b0c45a" providerId="ADAL" clId="{2F427DC0-94DD-4221-BDA8-C26CE314FA9F}" dt="2025-09-19T13:43:14.887" v="0" actId="47"/>
        <pc:sldMkLst>
          <pc:docMk/>
          <pc:sldMk cId="2437096053" sldId="260"/>
        </pc:sldMkLst>
      </pc:sldChg>
      <pc:sldChg chg="addSp modSp mod setBg setClrOvrMap">
        <pc:chgData name="Robert de Groote" userId="2ce5265b-80a0-4fb8-a62a-8035e9b0c45a" providerId="ADAL" clId="{2F427DC0-94DD-4221-BDA8-C26CE314FA9F}" dt="2025-09-22T09:24:25.487" v="1505" actId="20577"/>
        <pc:sldMkLst>
          <pc:docMk/>
          <pc:sldMk cId="2050195976" sldId="266"/>
        </pc:sldMkLst>
      </pc:sldChg>
      <pc:sldChg chg="del ord">
        <pc:chgData name="Robert de Groote" userId="2ce5265b-80a0-4fb8-a62a-8035e9b0c45a" providerId="ADAL" clId="{2F427DC0-94DD-4221-BDA8-C26CE314FA9F}" dt="2025-09-25T12:49:33.624" v="34633" actId="47"/>
        <pc:sldMkLst>
          <pc:docMk/>
          <pc:sldMk cId="3657166026" sldId="274"/>
        </pc:sldMkLst>
      </pc:sldChg>
      <pc:sldChg chg="modSp mod modAnim">
        <pc:chgData name="Robert de Groote" userId="2ce5265b-80a0-4fb8-a62a-8035e9b0c45a" providerId="ADAL" clId="{2F427DC0-94DD-4221-BDA8-C26CE314FA9F}" dt="2025-09-29T17:43:38.860" v="57362"/>
        <pc:sldMkLst>
          <pc:docMk/>
          <pc:sldMk cId="1598828328" sldId="275"/>
        </pc:sldMkLst>
        <pc:spChg chg="mod">
          <ac:chgData name="Robert de Groote" userId="2ce5265b-80a0-4fb8-a62a-8035e9b0c45a" providerId="ADAL" clId="{2F427DC0-94DD-4221-BDA8-C26CE314FA9F}" dt="2025-09-19T13:54:17.034" v="568" actId="20577"/>
          <ac:spMkLst>
            <pc:docMk/>
            <pc:sldMk cId="1598828328" sldId="275"/>
            <ac:spMk id="3" creationId="{6DCA8270-DE95-7954-F4CE-BC121EC30AD1}"/>
          </ac:spMkLst>
        </pc:spChg>
      </pc:sldChg>
      <pc:sldChg chg="del">
        <pc:chgData name="Robert de Groote" userId="2ce5265b-80a0-4fb8-a62a-8035e9b0c45a" providerId="ADAL" clId="{2F427DC0-94DD-4221-BDA8-C26CE314FA9F}" dt="2025-09-19T13:43:14.887" v="0" actId="47"/>
        <pc:sldMkLst>
          <pc:docMk/>
          <pc:sldMk cId="2713723776" sldId="283"/>
        </pc:sldMkLst>
      </pc:sldChg>
      <pc:sldChg chg="del">
        <pc:chgData name="Robert de Groote" userId="2ce5265b-80a0-4fb8-a62a-8035e9b0c45a" providerId="ADAL" clId="{2F427DC0-94DD-4221-BDA8-C26CE314FA9F}" dt="2025-09-19T13:43:14.887" v="0" actId="47"/>
        <pc:sldMkLst>
          <pc:docMk/>
          <pc:sldMk cId="4168458889" sldId="284"/>
        </pc:sldMkLst>
      </pc:sldChg>
      <pc:sldChg chg="del">
        <pc:chgData name="Robert de Groote" userId="2ce5265b-80a0-4fb8-a62a-8035e9b0c45a" providerId="ADAL" clId="{2F427DC0-94DD-4221-BDA8-C26CE314FA9F}" dt="2025-09-19T13:43:14.887" v="0" actId="47"/>
        <pc:sldMkLst>
          <pc:docMk/>
          <pc:sldMk cId="613819666" sldId="286"/>
        </pc:sldMkLst>
      </pc:sldChg>
      <pc:sldChg chg="del">
        <pc:chgData name="Robert de Groote" userId="2ce5265b-80a0-4fb8-a62a-8035e9b0c45a" providerId="ADAL" clId="{2F427DC0-94DD-4221-BDA8-C26CE314FA9F}" dt="2025-09-19T13:43:14.887" v="0" actId="47"/>
        <pc:sldMkLst>
          <pc:docMk/>
          <pc:sldMk cId="2283501042" sldId="287"/>
        </pc:sldMkLst>
      </pc:sldChg>
      <pc:sldChg chg="del">
        <pc:chgData name="Robert de Groote" userId="2ce5265b-80a0-4fb8-a62a-8035e9b0c45a" providerId="ADAL" clId="{2F427DC0-94DD-4221-BDA8-C26CE314FA9F}" dt="2025-09-19T13:43:14.887" v="0" actId="47"/>
        <pc:sldMkLst>
          <pc:docMk/>
          <pc:sldMk cId="2799843916" sldId="288"/>
        </pc:sldMkLst>
      </pc:sldChg>
      <pc:sldChg chg="del">
        <pc:chgData name="Robert de Groote" userId="2ce5265b-80a0-4fb8-a62a-8035e9b0c45a" providerId="ADAL" clId="{2F427DC0-94DD-4221-BDA8-C26CE314FA9F}" dt="2025-09-19T13:43:14.887" v="0" actId="47"/>
        <pc:sldMkLst>
          <pc:docMk/>
          <pc:sldMk cId="1850556459" sldId="291"/>
        </pc:sldMkLst>
      </pc:sldChg>
      <pc:sldChg chg="del">
        <pc:chgData name="Robert de Groote" userId="2ce5265b-80a0-4fb8-a62a-8035e9b0c45a" providerId="ADAL" clId="{2F427DC0-94DD-4221-BDA8-C26CE314FA9F}" dt="2025-09-19T13:43:14.887" v="0" actId="47"/>
        <pc:sldMkLst>
          <pc:docMk/>
          <pc:sldMk cId="874727719" sldId="293"/>
        </pc:sldMkLst>
      </pc:sldChg>
      <pc:sldChg chg="del">
        <pc:chgData name="Robert de Groote" userId="2ce5265b-80a0-4fb8-a62a-8035e9b0c45a" providerId="ADAL" clId="{2F427DC0-94DD-4221-BDA8-C26CE314FA9F}" dt="2025-09-19T13:43:14.887" v="0" actId="47"/>
        <pc:sldMkLst>
          <pc:docMk/>
          <pc:sldMk cId="95491915" sldId="294"/>
        </pc:sldMkLst>
      </pc:sldChg>
      <pc:sldChg chg="del">
        <pc:chgData name="Robert de Groote" userId="2ce5265b-80a0-4fb8-a62a-8035e9b0c45a" providerId="ADAL" clId="{2F427DC0-94DD-4221-BDA8-C26CE314FA9F}" dt="2025-09-19T13:43:14.887" v="0" actId="47"/>
        <pc:sldMkLst>
          <pc:docMk/>
          <pc:sldMk cId="4076454938" sldId="295"/>
        </pc:sldMkLst>
      </pc:sldChg>
      <pc:sldChg chg="addSp delSp modSp del mod modTransition modAnim">
        <pc:chgData name="Robert de Groote" userId="2ce5265b-80a0-4fb8-a62a-8035e9b0c45a" providerId="ADAL" clId="{2F427DC0-94DD-4221-BDA8-C26CE314FA9F}" dt="2025-09-22T13:52:38.971" v="28211" actId="47"/>
        <pc:sldMkLst>
          <pc:docMk/>
          <pc:sldMk cId="2588820184" sldId="296"/>
        </pc:sldMkLst>
      </pc:sldChg>
      <pc:sldChg chg="addSp modSp mod ord modAnim">
        <pc:chgData name="Robert de Groote" userId="2ce5265b-80a0-4fb8-a62a-8035e9b0c45a" providerId="ADAL" clId="{2F427DC0-94DD-4221-BDA8-C26CE314FA9F}" dt="2025-09-30T06:18:55.627" v="57763" actId="20577"/>
        <pc:sldMkLst>
          <pc:docMk/>
          <pc:sldMk cId="1033322806" sldId="297"/>
        </pc:sldMkLst>
      </pc:sldChg>
      <pc:sldChg chg="del">
        <pc:chgData name="Robert de Groote" userId="2ce5265b-80a0-4fb8-a62a-8035e9b0c45a" providerId="ADAL" clId="{2F427DC0-94DD-4221-BDA8-C26CE314FA9F}" dt="2025-09-25T06:05:34.882" v="32015" actId="47"/>
        <pc:sldMkLst>
          <pc:docMk/>
          <pc:sldMk cId="248389283" sldId="298"/>
        </pc:sldMkLst>
      </pc:sldChg>
      <pc:sldChg chg="del">
        <pc:chgData name="Robert de Groote" userId="2ce5265b-80a0-4fb8-a62a-8035e9b0c45a" providerId="ADAL" clId="{2F427DC0-94DD-4221-BDA8-C26CE314FA9F}" dt="2025-09-25T06:05:36.252" v="32016" actId="47"/>
        <pc:sldMkLst>
          <pc:docMk/>
          <pc:sldMk cId="2383517423" sldId="299"/>
        </pc:sldMkLst>
      </pc:sldChg>
      <pc:sldChg chg="addSp delSp modSp mod ord modAnim">
        <pc:chgData name="Robert de Groote" userId="2ce5265b-80a0-4fb8-a62a-8035e9b0c45a" providerId="ADAL" clId="{2F427DC0-94DD-4221-BDA8-C26CE314FA9F}" dt="2025-09-30T06:18:45.811" v="57755" actId="20577"/>
        <pc:sldMkLst>
          <pc:docMk/>
          <pc:sldMk cId="881715533" sldId="300"/>
        </pc:sldMkLst>
      </pc:sldChg>
      <pc:sldChg chg="del">
        <pc:chgData name="Robert de Groote" userId="2ce5265b-80a0-4fb8-a62a-8035e9b0c45a" providerId="ADAL" clId="{2F427DC0-94DD-4221-BDA8-C26CE314FA9F}" dt="2025-09-19T13:43:14.887" v="0" actId="47"/>
        <pc:sldMkLst>
          <pc:docMk/>
          <pc:sldMk cId="1365433860" sldId="301"/>
        </pc:sldMkLst>
      </pc:sldChg>
      <pc:sldChg chg="addSp delSp modSp add mod ord setBg setClrOvrMap">
        <pc:chgData name="Robert de Groote" userId="2ce5265b-80a0-4fb8-a62a-8035e9b0c45a" providerId="ADAL" clId="{2F427DC0-94DD-4221-BDA8-C26CE314FA9F}" dt="2025-09-23T12:30:00.859" v="28669" actId="26606"/>
        <pc:sldMkLst>
          <pc:docMk/>
          <pc:sldMk cId="2632828224" sldId="304"/>
        </pc:sldMkLst>
      </pc:sldChg>
      <pc:sldChg chg="del">
        <pc:chgData name="Robert de Groote" userId="2ce5265b-80a0-4fb8-a62a-8035e9b0c45a" providerId="ADAL" clId="{2F427DC0-94DD-4221-BDA8-C26CE314FA9F}" dt="2025-09-19T13:43:14.887" v="0" actId="47"/>
        <pc:sldMkLst>
          <pc:docMk/>
          <pc:sldMk cId="3184350671" sldId="304"/>
        </pc:sldMkLst>
      </pc:sldChg>
      <pc:sldChg chg="addSp delSp modSp add mod ord setBg">
        <pc:chgData name="Robert de Groote" userId="2ce5265b-80a0-4fb8-a62a-8035e9b0c45a" providerId="ADAL" clId="{2F427DC0-94DD-4221-BDA8-C26CE314FA9F}" dt="2025-09-25T13:14:10.291" v="35577" actId="14100"/>
        <pc:sldMkLst>
          <pc:docMk/>
          <pc:sldMk cId="2493329736" sldId="305"/>
        </pc:sldMkLst>
      </pc:sldChg>
      <pc:sldChg chg="del">
        <pc:chgData name="Robert de Groote" userId="2ce5265b-80a0-4fb8-a62a-8035e9b0c45a" providerId="ADAL" clId="{2F427DC0-94DD-4221-BDA8-C26CE314FA9F}" dt="2025-09-19T13:43:14.887" v="0" actId="47"/>
        <pc:sldMkLst>
          <pc:docMk/>
          <pc:sldMk cId="3788273648" sldId="305"/>
        </pc:sldMkLst>
      </pc:sldChg>
      <pc:sldChg chg="addSp delSp modSp add mod modAnim">
        <pc:chgData name="Robert de Groote" userId="2ce5265b-80a0-4fb8-a62a-8035e9b0c45a" providerId="ADAL" clId="{2F427DC0-94DD-4221-BDA8-C26CE314FA9F}" dt="2025-09-25T14:49:31.090" v="37342" actId="1076"/>
        <pc:sldMkLst>
          <pc:docMk/>
          <pc:sldMk cId="1743284674" sldId="306"/>
        </pc:sldMkLst>
      </pc:sldChg>
      <pc:sldChg chg="del">
        <pc:chgData name="Robert de Groote" userId="2ce5265b-80a0-4fb8-a62a-8035e9b0c45a" providerId="ADAL" clId="{2F427DC0-94DD-4221-BDA8-C26CE314FA9F}" dt="2025-09-19T13:43:14.887" v="0" actId="47"/>
        <pc:sldMkLst>
          <pc:docMk/>
          <pc:sldMk cId="2415291721" sldId="306"/>
        </pc:sldMkLst>
      </pc:sldChg>
      <pc:sldChg chg="addSp modSp add del mod ord">
        <pc:chgData name="Robert de Groote" userId="2ce5265b-80a0-4fb8-a62a-8035e9b0c45a" providerId="ADAL" clId="{2F427DC0-94DD-4221-BDA8-C26CE314FA9F}" dt="2025-09-28T08:37:27.358" v="40529" actId="47"/>
        <pc:sldMkLst>
          <pc:docMk/>
          <pc:sldMk cId="1924502712" sldId="307"/>
        </pc:sldMkLst>
      </pc:sldChg>
      <pc:sldChg chg="del">
        <pc:chgData name="Robert de Groote" userId="2ce5265b-80a0-4fb8-a62a-8035e9b0c45a" providerId="ADAL" clId="{2F427DC0-94DD-4221-BDA8-C26CE314FA9F}" dt="2025-09-19T13:43:14.887" v="0" actId="47"/>
        <pc:sldMkLst>
          <pc:docMk/>
          <pc:sldMk cId="2375782824" sldId="308"/>
        </pc:sldMkLst>
      </pc:sldChg>
      <pc:sldChg chg="modSp add mod ord">
        <pc:chgData name="Robert de Groote" userId="2ce5265b-80a0-4fb8-a62a-8035e9b0c45a" providerId="ADAL" clId="{2F427DC0-94DD-4221-BDA8-C26CE314FA9F}" dt="2025-09-29T13:48:18.774" v="56262" actId="108"/>
        <pc:sldMkLst>
          <pc:docMk/>
          <pc:sldMk cId="4193128622" sldId="308"/>
        </pc:sldMkLst>
      </pc:sldChg>
      <pc:sldChg chg="addSp delSp modSp add mod modTransition delAnim modAnim">
        <pc:chgData name="Robert de Groote" userId="2ce5265b-80a0-4fb8-a62a-8035e9b0c45a" providerId="ADAL" clId="{2F427DC0-94DD-4221-BDA8-C26CE314FA9F}" dt="2025-09-22T13:52:26.465" v="28209" actId="1076"/>
        <pc:sldMkLst>
          <pc:docMk/>
          <pc:sldMk cId="488560641" sldId="309"/>
        </pc:sldMkLst>
      </pc:sldChg>
      <pc:sldChg chg="del">
        <pc:chgData name="Robert de Groote" userId="2ce5265b-80a0-4fb8-a62a-8035e9b0c45a" providerId="ADAL" clId="{2F427DC0-94DD-4221-BDA8-C26CE314FA9F}" dt="2025-09-19T13:43:14.887" v="0" actId="47"/>
        <pc:sldMkLst>
          <pc:docMk/>
          <pc:sldMk cId="2340356800" sldId="309"/>
        </pc:sldMkLst>
      </pc:sldChg>
      <pc:sldChg chg="addSp delSp modSp add del mod modTransition delAnim modAnim">
        <pc:chgData name="Robert de Groote" userId="2ce5265b-80a0-4fb8-a62a-8035e9b0c45a" providerId="ADAL" clId="{2F427DC0-94DD-4221-BDA8-C26CE314FA9F}" dt="2025-09-22T13:52:34.437" v="28210" actId="47"/>
        <pc:sldMkLst>
          <pc:docMk/>
          <pc:sldMk cId="945340407" sldId="310"/>
        </pc:sldMkLst>
      </pc:sldChg>
      <pc:sldChg chg="del">
        <pc:chgData name="Robert de Groote" userId="2ce5265b-80a0-4fb8-a62a-8035e9b0c45a" providerId="ADAL" clId="{2F427DC0-94DD-4221-BDA8-C26CE314FA9F}" dt="2025-09-19T13:43:14.887" v="0" actId="47"/>
        <pc:sldMkLst>
          <pc:docMk/>
          <pc:sldMk cId="3708548468" sldId="310"/>
        </pc:sldMkLst>
      </pc:sldChg>
      <pc:sldChg chg="addSp delSp modSp add mod modTransition">
        <pc:chgData name="Robert de Groote" userId="2ce5265b-80a0-4fb8-a62a-8035e9b0c45a" providerId="ADAL" clId="{2F427DC0-94DD-4221-BDA8-C26CE314FA9F}" dt="2025-09-24T14:43:31.960" v="29347"/>
        <pc:sldMkLst>
          <pc:docMk/>
          <pc:sldMk cId="3319223901" sldId="311"/>
        </pc:sldMkLst>
      </pc:sldChg>
      <pc:sldChg chg="del">
        <pc:chgData name="Robert de Groote" userId="2ce5265b-80a0-4fb8-a62a-8035e9b0c45a" providerId="ADAL" clId="{2F427DC0-94DD-4221-BDA8-C26CE314FA9F}" dt="2025-09-19T13:43:14.887" v="0" actId="47"/>
        <pc:sldMkLst>
          <pc:docMk/>
          <pc:sldMk cId="4224142537" sldId="311"/>
        </pc:sldMkLst>
      </pc:sldChg>
      <pc:sldChg chg="addSp modSp add mod modTransition modAnim">
        <pc:chgData name="Robert de Groote" userId="2ce5265b-80a0-4fb8-a62a-8035e9b0c45a" providerId="ADAL" clId="{2F427DC0-94DD-4221-BDA8-C26CE314FA9F}" dt="2025-09-22T13:53:38.686" v="28225"/>
        <pc:sldMkLst>
          <pc:docMk/>
          <pc:sldMk cId="1525240924" sldId="312"/>
        </pc:sldMkLst>
      </pc:sldChg>
      <pc:sldChg chg="del">
        <pc:chgData name="Robert de Groote" userId="2ce5265b-80a0-4fb8-a62a-8035e9b0c45a" providerId="ADAL" clId="{2F427DC0-94DD-4221-BDA8-C26CE314FA9F}" dt="2025-09-19T13:43:14.887" v="0" actId="47"/>
        <pc:sldMkLst>
          <pc:docMk/>
          <pc:sldMk cId="2383432657" sldId="312"/>
        </pc:sldMkLst>
      </pc:sldChg>
      <pc:sldChg chg="modSp add mod modTransition modAnim">
        <pc:chgData name="Robert de Groote" userId="2ce5265b-80a0-4fb8-a62a-8035e9b0c45a" providerId="ADAL" clId="{2F427DC0-94DD-4221-BDA8-C26CE314FA9F}" dt="2025-09-24T14:43:06.865" v="29188"/>
        <pc:sldMkLst>
          <pc:docMk/>
          <pc:sldMk cId="85868339" sldId="313"/>
        </pc:sldMkLst>
      </pc:sldChg>
      <pc:sldChg chg="del">
        <pc:chgData name="Robert de Groote" userId="2ce5265b-80a0-4fb8-a62a-8035e9b0c45a" providerId="ADAL" clId="{2F427DC0-94DD-4221-BDA8-C26CE314FA9F}" dt="2025-09-19T13:43:14.887" v="0" actId="47"/>
        <pc:sldMkLst>
          <pc:docMk/>
          <pc:sldMk cId="2332392631" sldId="313"/>
        </pc:sldMkLst>
      </pc:sldChg>
      <pc:sldChg chg="addSp delSp modSp add mod modAnim">
        <pc:chgData name="Robert de Groote" userId="2ce5265b-80a0-4fb8-a62a-8035e9b0c45a" providerId="ADAL" clId="{2F427DC0-94DD-4221-BDA8-C26CE314FA9F}" dt="2025-09-29T17:49:30.943" v="57579"/>
        <pc:sldMkLst>
          <pc:docMk/>
          <pc:sldMk cId="2967285017" sldId="314"/>
        </pc:sldMkLst>
      </pc:sldChg>
      <pc:sldChg chg="del">
        <pc:chgData name="Robert de Groote" userId="2ce5265b-80a0-4fb8-a62a-8035e9b0c45a" providerId="ADAL" clId="{2F427DC0-94DD-4221-BDA8-C26CE314FA9F}" dt="2025-09-19T13:43:14.887" v="0" actId="47"/>
        <pc:sldMkLst>
          <pc:docMk/>
          <pc:sldMk cId="3733322326" sldId="314"/>
        </pc:sldMkLst>
      </pc:sldChg>
      <pc:sldChg chg="modSp add mod modAnim">
        <pc:chgData name="Robert de Groote" userId="2ce5265b-80a0-4fb8-a62a-8035e9b0c45a" providerId="ADAL" clId="{2F427DC0-94DD-4221-BDA8-C26CE314FA9F}" dt="2025-09-29T18:02:57.643" v="57725" actId="108"/>
        <pc:sldMkLst>
          <pc:docMk/>
          <pc:sldMk cId="1196960845" sldId="315"/>
        </pc:sldMkLst>
      </pc:sldChg>
      <pc:sldChg chg="del">
        <pc:chgData name="Robert de Groote" userId="2ce5265b-80a0-4fb8-a62a-8035e9b0c45a" providerId="ADAL" clId="{2F427DC0-94DD-4221-BDA8-C26CE314FA9F}" dt="2025-09-19T13:43:14.887" v="0" actId="47"/>
        <pc:sldMkLst>
          <pc:docMk/>
          <pc:sldMk cId="3288259036" sldId="315"/>
        </pc:sldMkLst>
      </pc:sldChg>
      <pc:sldChg chg="modSp add del mod">
        <pc:chgData name="Robert de Groote" userId="2ce5265b-80a0-4fb8-a62a-8035e9b0c45a" providerId="ADAL" clId="{2F427DC0-94DD-4221-BDA8-C26CE314FA9F}" dt="2025-09-29T13:41:25.298" v="55407" actId="47"/>
        <pc:sldMkLst>
          <pc:docMk/>
          <pc:sldMk cId="179391766" sldId="316"/>
        </pc:sldMkLst>
      </pc:sldChg>
      <pc:sldChg chg="del">
        <pc:chgData name="Robert de Groote" userId="2ce5265b-80a0-4fb8-a62a-8035e9b0c45a" providerId="ADAL" clId="{2F427DC0-94DD-4221-BDA8-C26CE314FA9F}" dt="2025-09-19T13:43:14.887" v="0" actId="47"/>
        <pc:sldMkLst>
          <pc:docMk/>
          <pc:sldMk cId="1910636752" sldId="316"/>
        </pc:sldMkLst>
      </pc:sldChg>
      <pc:sldChg chg="del">
        <pc:chgData name="Robert de Groote" userId="2ce5265b-80a0-4fb8-a62a-8035e9b0c45a" providerId="ADAL" clId="{2F427DC0-94DD-4221-BDA8-C26CE314FA9F}" dt="2025-09-19T13:43:14.887" v="0" actId="47"/>
        <pc:sldMkLst>
          <pc:docMk/>
          <pc:sldMk cId="10263876" sldId="317"/>
        </pc:sldMkLst>
      </pc:sldChg>
      <pc:sldChg chg="addSp modSp add del mod modTransition modAnim">
        <pc:chgData name="Robert de Groote" userId="2ce5265b-80a0-4fb8-a62a-8035e9b0c45a" providerId="ADAL" clId="{2F427DC0-94DD-4221-BDA8-C26CE314FA9F}" dt="2025-09-24T14:43:17.202" v="29220" actId="47"/>
        <pc:sldMkLst>
          <pc:docMk/>
          <pc:sldMk cId="2048404607" sldId="317"/>
        </pc:sldMkLst>
      </pc:sldChg>
      <pc:sldChg chg="modSp add mod modAnim">
        <pc:chgData name="Robert de Groote" userId="2ce5265b-80a0-4fb8-a62a-8035e9b0c45a" providerId="ADAL" clId="{2F427DC0-94DD-4221-BDA8-C26CE314FA9F}" dt="2025-09-29T17:47:14.488" v="57456" actId="20577"/>
        <pc:sldMkLst>
          <pc:docMk/>
          <pc:sldMk cId="3080638318" sldId="317"/>
        </pc:sldMkLst>
      </pc:sldChg>
      <pc:sldChg chg="addSp modSp add del mod modTransition modAnim">
        <pc:chgData name="Robert de Groote" userId="2ce5265b-80a0-4fb8-a62a-8035e9b0c45a" providerId="ADAL" clId="{2F427DC0-94DD-4221-BDA8-C26CE314FA9F}" dt="2025-09-24T14:43:45.315" v="29646" actId="2890"/>
        <pc:sldMkLst>
          <pc:docMk/>
          <pc:sldMk cId="4277948794" sldId="317"/>
        </pc:sldMkLst>
      </pc:sldChg>
      <pc:sldChg chg="del">
        <pc:chgData name="Robert de Groote" userId="2ce5265b-80a0-4fb8-a62a-8035e9b0c45a" providerId="ADAL" clId="{2F427DC0-94DD-4221-BDA8-C26CE314FA9F}" dt="2025-09-19T13:43:14.887" v="0" actId="47"/>
        <pc:sldMkLst>
          <pc:docMk/>
          <pc:sldMk cId="45731821" sldId="318"/>
        </pc:sldMkLst>
      </pc:sldChg>
      <pc:sldChg chg="modSp add mod modAnim">
        <pc:chgData name="Robert de Groote" userId="2ce5265b-80a0-4fb8-a62a-8035e9b0c45a" providerId="ADAL" clId="{2F427DC0-94DD-4221-BDA8-C26CE314FA9F}" dt="2025-09-29T17:49:49.104" v="57581" actId="113"/>
        <pc:sldMkLst>
          <pc:docMk/>
          <pc:sldMk cId="1069495642" sldId="318"/>
        </pc:sldMkLst>
      </pc:sldChg>
      <pc:sldChg chg="addSp delSp modSp add mod addAnim delAnim modAnim">
        <pc:chgData name="Robert de Groote" userId="2ce5265b-80a0-4fb8-a62a-8035e9b0c45a" providerId="ADAL" clId="{2F427DC0-94DD-4221-BDA8-C26CE314FA9F}" dt="2025-09-30T06:15:51.711" v="57734" actId="20577"/>
        <pc:sldMkLst>
          <pc:docMk/>
          <pc:sldMk cId="3778923143" sldId="319"/>
        </pc:sldMkLst>
      </pc:sldChg>
      <pc:sldChg chg="addSp modSp add mod modAnim">
        <pc:chgData name="Robert de Groote" userId="2ce5265b-80a0-4fb8-a62a-8035e9b0c45a" providerId="ADAL" clId="{2F427DC0-94DD-4221-BDA8-C26CE314FA9F}" dt="2025-09-30T06:17:46.560" v="57735"/>
        <pc:sldMkLst>
          <pc:docMk/>
          <pc:sldMk cId="1710538570" sldId="320"/>
        </pc:sldMkLst>
      </pc:sldChg>
      <pc:sldChg chg="del">
        <pc:chgData name="Robert de Groote" userId="2ce5265b-80a0-4fb8-a62a-8035e9b0c45a" providerId="ADAL" clId="{2F427DC0-94DD-4221-BDA8-C26CE314FA9F}" dt="2025-09-19T13:43:14.887" v="0" actId="47"/>
        <pc:sldMkLst>
          <pc:docMk/>
          <pc:sldMk cId="2947786956" sldId="320"/>
        </pc:sldMkLst>
      </pc:sldChg>
      <pc:sldChg chg="add del">
        <pc:chgData name="Robert de Groote" userId="2ce5265b-80a0-4fb8-a62a-8035e9b0c45a" providerId="ADAL" clId="{2F427DC0-94DD-4221-BDA8-C26CE314FA9F}" dt="2025-09-24T17:57:29.577" v="31505" actId="47"/>
        <pc:sldMkLst>
          <pc:docMk/>
          <pc:sldMk cId="1696568358" sldId="321"/>
        </pc:sldMkLst>
      </pc:sldChg>
      <pc:sldChg chg="del">
        <pc:chgData name="Robert de Groote" userId="2ce5265b-80a0-4fb8-a62a-8035e9b0c45a" providerId="ADAL" clId="{2F427DC0-94DD-4221-BDA8-C26CE314FA9F}" dt="2025-09-19T13:43:14.887" v="0" actId="47"/>
        <pc:sldMkLst>
          <pc:docMk/>
          <pc:sldMk cId="1992519415" sldId="321"/>
        </pc:sldMkLst>
      </pc:sldChg>
      <pc:sldChg chg="modSp add mod modAnim">
        <pc:chgData name="Robert de Groote" userId="2ce5265b-80a0-4fb8-a62a-8035e9b0c45a" providerId="ADAL" clId="{2F427DC0-94DD-4221-BDA8-C26CE314FA9F}" dt="2025-09-29T18:00:45.860" v="57717"/>
        <pc:sldMkLst>
          <pc:docMk/>
          <pc:sldMk cId="2974967904" sldId="321"/>
        </pc:sldMkLst>
      </pc:sldChg>
      <pc:sldChg chg="addSp delSp modSp add mod modAnim">
        <pc:chgData name="Robert de Groote" userId="2ce5265b-80a0-4fb8-a62a-8035e9b0c45a" providerId="ADAL" clId="{2F427DC0-94DD-4221-BDA8-C26CE314FA9F}" dt="2025-09-25T14:27:42.576" v="36905"/>
        <pc:sldMkLst>
          <pc:docMk/>
          <pc:sldMk cId="2395286890" sldId="322"/>
        </pc:sldMkLst>
      </pc:sldChg>
      <pc:sldChg chg="del">
        <pc:chgData name="Robert de Groote" userId="2ce5265b-80a0-4fb8-a62a-8035e9b0c45a" providerId="ADAL" clId="{2F427DC0-94DD-4221-BDA8-C26CE314FA9F}" dt="2025-09-19T13:43:14.887" v="0" actId="47"/>
        <pc:sldMkLst>
          <pc:docMk/>
          <pc:sldMk cId="4213126683" sldId="322"/>
        </pc:sldMkLst>
      </pc:sldChg>
      <pc:sldChg chg="addSp delSp modSp add del mod delAnim modAnim">
        <pc:chgData name="Robert de Groote" userId="2ce5265b-80a0-4fb8-a62a-8035e9b0c45a" providerId="ADAL" clId="{2F427DC0-94DD-4221-BDA8-C26CE314FA9F}" dt="2025-09-29T18:01:30.647" v="57718"/>
        <pc:sldMkLst>
          <pc:docMk/>
          <pc:sldMk cId="1507036836" sldId="323"/>
        </pc:sldMkLst>
      </pc:sldChg>
      <pc:sldChg chg="del">
        <pc:chgData name="Robert de Groote" userId="2ce5265b-80a0-4fb8-a62a-8035e9b0c45a" providerId="ADAL" clId="{2F427DC0-94DD-4221-BDA8-C26CE314FA9F}" dt="2025-09-19T13:43:14.887" v="0" actId="47"/>
        <pc:sldMkLst>
          <pc:docMk/>
          <pc:sldMk cId="2231015180" sldId="323"/>
        </pc:sldMkLst>
      </pc:sldChg>
      <pc:sldChg chg="del">
        <pc:chgData name="Robert de Groote" userId="2ce5265b-80a0-4fb8-a62a-8035e9b0c45a" providerId="ADAL" clId="{2F427DC0-94DD-4221-BDA8-C26CE314FA9F}" dt="2025-09-19T13:43:14.887" v="0" actId="47"/>
        <pc:sldMkLst>
          <pc:docMk/>
          <pc:sldMk cId="916894152" sldId="324"/>
        </pc:sldMkLst>
      </pc:sldChg>
      <pc:sldChg chg="modSp add mod">
        <pc:chgData name="Robert de Groote" userId="2ce5265b-80a0-4fb8-a62a-8035e9b0c45a" providerId="ADAL" clId="{2F427DC0-94DD-4221-BDA8-C26CE314FA9F}" dt="2025-09-29T10:52:35.646" v="46881" actId="20577"/>
        <pc:sldMkLst>
          <pc:docMk/>
          <pc:sldMk cId="1395666294" sldId="324"/>
        </pc:sldMkLst>
      </pc:sldChg>
      <pc:sldChg chg="del">
        <pc:chgData name="Robert de Groote" userId="2ce5265b-80a0-4fb8-a62a-8035e9b0c45a" providerId="ADAL" clId="{2F427DC0-94DD-4221-BDA8-C26CE314FA9F}" dt="2025-09-19T13:43:14.887" v="0" actId="47"/>
        <pc:sldMkLst>
          <pc:docMk/>
          <pc:sldMk cId="220472505" sldId="325"/>
        </pc:sldMkLst>
      </pc:sldChg>
      <pc:sldChg chg="modSp add del mod">
        <pc:chgData name="Robert de Groote" userId="2ce5265b-80a0-4fb8-a62a-8035e9b0c45a" providerId="ADAL" clId="{2F427DC0-94DD-4221-BDA8-C26CE314FA9F}" dt="2025-09-25T14:57:42.145" v="37674" actId="47"/>
        <pc:sldMkLst>
          <pc:docMk/>
          <pc:sldMk cId="437645962" sldId="325"/>
        </pc:sldMkLst>
      </pc:sldChg>
      <pc:sldChg chg="addSp delSp modSp add mod modAnim">
        <pc:chgData name="Robert de Groote" userId="2ce5265b-80a0-4fb8-a62a-8035e9b0c45a" providerId="ADAL" clId="{2F427DC0-94DD-4221-BDA8-C26CE314FA9F}" dt="2025-09-25T14:32:13.554" v="36979"/>
        <pc:sldMkLst>
          <pc:docMk/>
          <pc:sldMk cId="2530266303" sldId="326"/>
        </pc:sldMkLst>
      </pc:sldChg>
      <pc:sldChg chg="del">
        <pc:chgData name="Robert de Groote" userId="2ce5265b-80a0-4fb8-a62a-8035e9b0c45a" providerId="ADAL" clId="{2F427DC0-94DD-4221-BDA8-C26CE314FA9F}" dt="2025-09-19T13:43:14.887" v="0" actId="47"/>
        <pc:sldMkLst>
          <pc:docMk/>
          <pc:sldMk cId="3008100289" sldId="326"/>
        </pc:sldMkLst>
      </pc:sldChg>
      <pc:sldChg chg="addSp delSp modSp add mod modAnim">
        <pc:chgData name="Robert de Groote" userId="2ce5265b-80a0-4fb8-a62a-8035e9b0c45a" providerId="ADAL" clId="{2F427DC0-94DD-4221-BDA8-C26CE314FA9F}" dt="2025-09-25T14:32:33.823" v="36984"/>
        <pc:sldMkLst>
          <pc:docMk/>
          <pc:sldMk cId="1201245537" sldId="327"/>
        </pc:sldMkLst>
      </pc:sldChg>
      <pc:sldChg chg="del">
        <pc:chgData name="Robert de Groote" userId="2ce5265b-80a0-4fb8-a62a-8035e9b0c45a" providerId="ADAL" clId="{2F427DC0-94DD-4221-BDA8-C26CE314FA9F}" dt="2025-09-19T13:43:14.887" v="0" actId="47"/>
        <pc:sldMkLst>
          <pc:docMk/>
          <pc:sldMk cId="3863058989" sldId="327"/>
        </pc:sldMkLst>
      </pc:sldChg>
      <pc:sldChg chg="addSp delSp modSp add mod modAnim">
        <pc:chgData name="Robert de Groote" userId="2ce5265b-80a0-4fb8-a62a-8035e9b0c45a" providerId="ADAL" clId="{2F427DC0-94DD-4221-BDA8-C26CE314FA9F}" dt="2025-09-25T14:32:54.008" v="36989"/>
        <pc:sldMkLst>
          <pc:docMk/>
          <pc:sldMk cId="1602030880" sldId="328"/>
        </pc:sldMkLst>
      </pc:sldChg>
      <pc:sldChg chg="addSp delSp modSp add mod modAnim">
        <pc:chgData name="Robert de Groote" userId="2ce5265b-80a0-4fb8-a62a-8035e9b0c45a" providerId="ADAL" clId="{2F427DC0-94DD-4221-BDA8-C26CE314FA9F}" dt="2025-09-25T14:33:10.323" v="36995"/>
        <pc:sldMkLst>
          <pc:docMk/>
          <pc:sldMk cId="605099332" sldId="329"/>
        </pc:sldMkLst>
      </pc:sldChg>
      <pc:sldChg chg="addSp delSp modSp add mod modAnim">
        <pc:chgData name="Robert de Groote" userId="2ce5265b-80a0-4fb8-a62a-8035e9b0c45a" providerId="ADAL" clId="{2F427DC0-94DD-4221-BDA8-C26CE314FA9F}" dt="2025-09-25T14:33:36.691" v="37000"/>
        <pc:sldMkLst>
          <pc:docMk/>
          <pc:sldMk cId="2385836993" sldId="330"/>
        </pc:sldMkLst>
      </pc:sldChg>
      <pc:sldChg chg="addSp delSp modSp add mod modAnim">
        <pc:chgData name="Robert de Groote" userId="2ce5265b-80a0-4fb8-a62a-8035e9b0c45a" providerId="ADAL" clId="{2F427DC0-94DD-4221-BDA8-C26CE314FA9F}" dt="2025-09-25T14:33:54.168" v="37005"/>
        <pc:sldMkLst>
          <pc:docMk/>
          <pc:sldMk cId="1881606181" sldId="331"/>
        </pc:sldMkLst>
      </pc:sldChg>
      <pc:sldChg chg="addSp delSp modSp add mod modAnim">
        <pc:chgData name="Robert de Groote" userId="2ce5265b-80a0-4fb8-a62a-8035e9b0c45a" providerId="ADAL" clId="{2F427DC0-94DD-4221-BDA8-C26CE314FA9F}" dt="2025-09-25T14:34:05.590" v="37010"/>
        <pc:sldMkLst>
          <pc:docMk/>
          <pc:sldMk cId="1772348016" sldId="332"/>
        </pc:sldMkLst>
      </pc:sldChg>
      <pc:sldChg chg="addSp delSp modSp add mod modAnim">
        <pc:chgData name="Robert de Groote" userId="2ce5265b-80a0-4fb8-a62a-8035e9b0c45a" providerId="ADAL" clId="{2F427DC0-94DD-4221-BDA8-C26CE314FA9F}" dt="2025-09-25T14:34:17.567" v="37014"/>
        <pc:sldMkLst>
          <pc:docMk/>
          <pc:sldMk cId="589289974" sldId="333"/>
        </pc:sldMkLst>
      </pc:sldChg>
      <pc:sldChg chg="delSp modSp add mod modTransition modAnim">
        <pc:chgData name="Robert de Groote" userId="2ce5265b-80a0-4fb8-a62a-8035e9b0c45a" providerId="ADAL" clId="{2F427DC0-94DD-4221-BDA8-C26CE314FA9F}" dt="2025-09-25T14:34:24.879" v="37015"/>
        <pc:sldMkLst>
          <pc:docMk/>
          <pc:sldMk cId="3800434689" sldId="334"/>
        </pc:sldMkLst>
      </pc:sldChg>
      <pc:sldChg chg="delSp modSp add mod modAnim">
        <pc:chgData name="Robert de Groote" userId="2ce5265b-80a0-4fb8-a62a-8035e9b0c45a" providerId="ADAL" clId="{2F427DC0-94DD-4221-BDA8-C26CE314FA9F}" dt="2025-09-25T14:29:16.550" v="36947" actId="113"/>
        <pc:sldMkLst>
          <pc:docMk/>
          <pc:sldMk cId="2581866764" sldId="335"/>
        </pc:sldMkLst>
      </pc:sldChg>
      <pc:sldChg chg="addSp delSp modSp add mod delAnim modAnim">
        <pc:chgData name="Robert de Groote" userId="2ce5265b-80a0-4fb8-a62a-8035e9b0c45a" providerId="ADAL" clId="{2F427DC0-94DD-4221-BDA8-C26CE314FA9F}" dt="2025-09-29T11:02:39.064" v="47060"/>
        <pc:sldMkLst>
          <pc:docMk/>
          <pc:sldMk cId="624253148" sldId="336"/>
        </pc:sldMkLst>
      </pc:sldChg>
      <pc:sldChg chg="addSp delSp modSp add del mod modTransition modAnim">
        <pc:chgData name="Robert de Groote" userId="2ce5265b-80a0-4fb8-a62a-8035e9b0c45a" providerId="ADAL" clId="{2F427DC0-94DD-4221-BDA8-C26CE314FA9F}" dt="2025-09-25T13:28:59.675" v="36328" actId="47"/>
        <pc:sldMkLst>
          <pc:docMk/>
          <pc:sldMk cId="1128248965" sldId="336"/>
        </pc:sldMkLst>
      </pc:sldChg>
      <pc:sldChg chg="addSp delSp modSp add mod delAnim">
        <pc:chgData name="Robert de Groote" userId="2ce5265b-80a0-4fb8-a62a-8035e9b0c45a" providerId="ADAL" clId="{2F427DC0-94DD-4221-BDA8-C26CE314FA9F}" dt="2025-09-29T17:43:01.398" v="57360" actId="6549"/>
        <pc:sldMkLst>
          <pc:docMk/>
          <pc:sldMk cId="925106321" sldId="337"/>
        </pc:sldMkLst>
      </pc:sldChg>
      <pc:sldChg chg="addSp delSp modSp add mod ord delAnim modAnim">
        <pc:chgData name="Robert de Groote" userId="2ce5265b-80a0-4fb8-a62a-8035e9b0c45a" providerId="ADAL" clId="{2F427DC0-94DD-4221-BDA8-C26CE314FA9F}" dt="2025-09-29T17:34:30.915" v="57304"/>
        <pc:sldMkLst>
          <pc:docMk/>
          <pc:sldMk cId="2325599261" sldId="338"/>
        </pc:sldMkLst>
      </pc:sldChg>
      <pc:sldChg chg="add del">
        <pc:chgData name="Robert de Groote" userId="2ce5265b-80a0-4fb8-a62a-8035e9b0c45a" providerId="ADAL" clId="{2F427DC0-94DD-4221-BDA8-C26CE314FA9F}" dt="2025-09-25T15:14:33.237" v="37756" actId="47"/>
        <pc:sldMkLst>
          <pc:docMk/>
          <pc:sldMk cId="1580685170" sldId="339"/>
        </pc:sldMkLst>
      </pc:sldChg>
      <pc:sldChg chg="modSp add del mod ord">
        <pc:chgData name="Robert de Groote" userId="2ce5265b-80a0-4fb8-a62a-8035e9b0c45a" providerId="ADAL" clId="{2F427DC0-94DD-4221-BDA8-C26CE314FA9F}" dt="2025-09-29T13:41:09.948" v="55405" actId="47"/>
        <pc:sldMkLst>
          <pc:docMk/>
          <pc:sldMk cId="3262564778" sldId="339"/>
        </pc:sldMkLst>
      </pc:sldChg>
      <pc:sldChg chg="addSp delSp modSp add mod modAnim">
        <pc:chgData name="Robert de Groote" userId="2ce5265b-80a0-4fb8-a62a-8035e9b0c45a" providerId="ADAL" clId="{2F427DC0-94DD-4221-BDA8-C26CE314FA9F}" dt="2025-09-29T17:31:46.469" v="57303"/>
        <pc:sldMkLst>
          <pc:docMk/>
          <pc:sldMk cId="921507329" sldId="340"/>
        </pc:sldMkLst>
      </pc:sldChg>
      <pc:sldChg chg="modSp add del mod">
        <pc:chgData name="Robert de Groote" userId="2ce5265b-80a0-4fb8-a62a-8035e9b0c45a" providerId="ADAL" clId="{2F427DC0-94DD-4221-BDA8-C26CE314FA9F}" dt="2025-09-29T08:44:08.450" v="41254" actId="47"/>
        <pc:sldMkLst>
          <pc:docMk/>
          <pc:sldMk cId="3679492345" sldId="341"/>
        </pc:sldMkLst>
      </pc:sldChg>
      <pc:sldChg chg="modSp add del mod">
        <pc:chgData name="Robert de Groote" userId="2ce5265b-80a0-4fb8-a62a-8035e9b0c45a" providerId="ADAL" clId="{2F427DC0-94DD-4221-BDA8-C26CE314FA9F}" dt="2025-09-28T08:37:34.905" v="40530" actId="47"/>
        <pc:sldMkLst>
          <pc:docMk/>
          <pc:sldMk cId="394746020" sldId="342"/>
        </pc:sldMkLst>
      </pc:sldChg>
      <pc:sldChg chg="addSp modSp add del mod ord">
        <pc:chgData name="Robert de Groote" userId="2ce5265b-80a0-4fb8-a62a-8035e9b0c45a" providerId="ADAL" clId="{2F427DC0-94DD-4221-BDA8-C26CE314FA9F}" dt="2025-09-28T08:37:40.581" v="40531" actId="47"/>
        <pc:sldMkLst>
          <pc:docMk/>
          <pc:sldMk cId="2350125741" sldId="343"/>
        </pc:sldMkLst>
      </pc:sldChg>
      <pc:sldChg chg="addSp delSp modSp add mod setBg">
        <pc:chgData name="Robert de Groote" userId="2ce5265b-80a0-4fb8-a62a-8035e9b0c45a" providerId="ADAL" clId="{2F427DC0-94DD-4221-BDA8-C26CE314FA9F}" dt="2025-09-29T17:27:22.803" v="57235" actId="113"/>
        <pc:sldMkLst>
          <pc:docMk/>
          <pc:sldMk cId="229942939" sldId="344"/>
        </pc:sldMkLst>
      </pc:sldChg>
      <pc:sldChg chg="addSp delSp modSp add mod modAnim">
        <pc:chgData name="Robert de Groote" userId="2ce5265b-80a0-4fb8-a62a-8035e9b0c45a" providerId="ADAL" clId="{2F427DC0-94DD-4221-BDA8-C26CE314FA9F}" dt="2025-09-29T17:28:41.911" v="57243" actId="20577"/>
        <pc:sldMkLst>
          <pc:docMk/>
          <pc:sldMk cId="197475479" sldId="345"/>
        </pc:sldMkLst>
      </pc:sldChg>
      <pc:sldChg chg="addSp delSp modSp add mod ord addAnim delAnim modAnim">
        <pc:chgData name="Robert de Groote" userId="2ce5265b-80a0-4fb8-a62a-8035e9b0c45a" providerId="ADAL" clId="{2F427DC0-94DD-4221-BDA8-C26CE314FA9F}" dt="2025-09-29T13:09:55.148" v="53849" actId="113"/>
        <pc:sldMkLst>
          <pc:docMk/>
          <pc:sldMk cId="171750379" sldId="346"/>
        </pc:sldMkLst>
      </pc:sldChg>
      <pc:sldChg chg="addSp modSp add mod ord setBg">
        <pc:chgData name="Robert de Groote" userId="2ce5265b-80a0-4fb8-a62a-8035e9b0c45a" providerId="ADAL" clId="{2F427DC0-94DD-4221-BDA8-C26CE314FA9F}" dt="2025-09-29T13:40:53.973" v="55404" actId="26606"/>
        <pc:sldMkLst>
          <pc:docMk/>
          <pc:sldMk cId="908745008" sldId="347"/>
        </pc:sldMkLst>
      </pc:sldChg>
      <pc:sldChg chg="addSp delSp modSp add mod delAnim modAnim">
        <pc:chgData name="Robert de Groote" userId="2ce5265b-80a0-4fb8-a62a-8035e9b0c45a" providerId="ADAL" clId="{2F427DC0-94DD-4221-BDA8-C26CE314FA9F}" dt="2025-09-29T17:46:07.262" v="57424"/>
        <pc:sldMkLst>
          <pc:docMk/>
          <pc:sldMk cId="1503212855" sldId="348"/>
        </pc:sldMkLst>
      </pc:sldChg>
      <pc:sldChg chg="modSp add del mod">
        <pc:chgData name="Robert de Groote" userId="2ce5265b-80a0-4fb8-a62a-8035e9b0c45a" providerId="ADAL" clId="{2F427DC0-94DD-4221-BDA8-C26CE314FA9F}" dt="2025-09-28T08:36:44.543" v="40528" actId="47"/>
        <pc:sldMkLst>
          <pc:docMk/>
          <pc:sldMk cId="1855298368" sldId="349"/>
        </pc:sldMkLst>
      </pc:sldChg>
      <pc:sldChg chg="addSp delSp modSp add mod modAnim">
        <pc:chgData name="Robert de Groote" userId="2ce5265b-80a0-4fb8-a62a-8035e9b0c45a" providerId="ADAL" clId="{2F427DC0-94DD-4221-BDA8-C26CE314FA9F}" dt="2025-09-29T17:25:00.323" v="57102"/>
        <pc:sldMkLst>
          <pc:docMk/>
          <pc:sldMk cId="2298626481" sldId="349"/>
        </pc:sldMkLst>
      </pc:sldChg>
      <pc:sldChg chg="modSp add mod ord">
        <pc:chgData name="Robert de Groote" userId="2ce5265b-80a0-4fb8-a62a-8035e9b0c45a" providerId="ADAL" clId="{2F427DC0-94DD-4221-BDA8-C26CE314FA9F}" dt="2025-09-29T17:29:32.236" v="57247" actId="20577"/>
        <pc:sldMkLst>
          <pc:docMk/>
          <pc:sldMk cId="2217708825" sldId="350"/>
        </pc:sldMkLst>
        <pc:spChg chg="mod">
          <ac:chgData name="Robert de Groote" userId="2ce5265b-80a0-4fb8-a62a-8035e9b0c45a" providerId="ADAL" clId="{2F427DC0-94DD-4221-BDA8-C26CE314FA9F}" dt="2025-09-29T13:42:12.768" v="55418" actId="20577"/>
          <ac:spMkLst>
            <pc:docMk/>
            <pc:sldMk cId="2217708825" sldId="350"/>
            <ac:spMk id="2" creationId="{9DC0878B-6E5E-C53B-95A5-277DFDDAEFCC}"/>
          </ac:spMkLst>
        </pc:spChg>
        <pc:spChg chg="mod">
          <ac:chgData name="Robert de Groote" userId="2ce5265b-80a0-4fb8-a62a-8035e9b0c45a" providerId="ADAL" clId="{2F427DC0-94DD-4221-BDA8-C26CE314FA9F}" dt="2025-09-29T17:29:32.236" v="57247" actId="20577"/>
          <ac:spMkLst>
            <pc:docMk/>
            <pc:sldMk cId="2217708825" sldId="350"/>
            <ac:spMk id="3" creationId="{85AA0638-4F04-41B7-017A-80FF09EEEEE1}"/>
          </ac:spMkLst>
        </pc:spChg>
      </pc:sldChg>
      <pc:sldChg chg="addSp delSp modSp add del mod">
        <pc:chgData name="Robert de Groote" userId="2ce5265b-80a0-4fb8-a62a-8035e9b0c45a" providerId="ADAL" clId="{2F427DC0-94DD-4221-BDA8-C26CE314FA9F}" dt="2025-09-29T13:35:53.973" v="55200" actId="47"/>
        <pc:sldMkLst>
          <pc:docMk/>
          <pc:sldMk cId="369086216" sldId="351"/>
        </pc:sldMkLst>
      </pc:sldChg>
      <pc:sldChg chg="addSp delSp modSp add del mod modTransition modAnim">
        <pc:chgData name="Robert de Groote" userId="2ce5265b-80a0-4fb8-a62a-8035e9b0c45a" providerId="ADAL" clId="{2F427DC0-94DD-4221-BDA8-C26CE314FA9F}" dt="2025-09-29T17:41:32.364" v="57352" actId="47"/>
        <pc:sldMkLst>
          <pc:docMk/>
          <pc:sldMk cId="1181527927" sldId="352"/>
        </pc:sldMkLst>
      </pc:sldChg>
      <pc:sldChg chg="addSp delSp modSp add del mod modTransition modAnim">
        <pc:chgData name="Robert de Groote" userId="2ce5265b-80a0-4fb8-a62a-8035e9b0c45a" providerId="ADAL" clId="{2F427DC0-94DD-4221-BDA8-C26CE314FA9F}" dt="2025-09-29T17:41:30.759" v="57351" actId="47"/>
        <pc:sldMkLst>
          <pc:docMk/>
          <pc:sldMk cId="2015659858" sldId="353"/>
        </pc:sldMkLst>
      </pc:sldChg>
      <pc:sldChg chg="addSp delSp modSp add mod modTransition modAnim">
        <pc:chgData name="Robert de Groote" userId="2ce5265b-80a0-4fb8-a62a-8035e9b0c45a" providerId="ADAL" clId="{2F427DC0-94DD-4221-BDA8-C26CE314FA9F}" dt="2025-09-30T08:18:44.060" v="57772" actId="20577"/>
        <pc:sldMkLst>
          <pc:docMk/>
          <pc:sldMk cId="122091193" sldId="354"/>
        </pc:sldMkLst>
      </pc:sldChg>
      <pc:sldChg chg="addSp modSp add del mod modTransition modAnim">
        <pc:chgData name="Robert de Groote" userId="2ce5265b-80a0-4fb8-a62a-8035e9b0c45a" providerId="ADAL" clId="{2F427DC0-94DD-4221-BDA8-C26CE314FA9F}" dt="2025-09-29T10:14:42.444" v="44175" actId="47"/>
        <pc:sldMkLst>
          <pc:docMk/>
          <pc:sldMk cId="2428364196" sldId="355"/>
        </pc:sldMkLst>
      </pc:sldChg>
      <pc:sldChg chg="addSp delSp modSp add mod delAnim modAnim">
        <pc:chgData name="Robert de Groote" userId="2ce5265b-80a0-4fb8-a62a-8035e9b0c45a" providerId="ADAL" clId="{2F427DC0-94DD-4221-BDA8-C26CE314FA9F}" dt="2025-09-29T13:12:51.955" v="53876" actId="478"/>
        <pc:sldMkLst>
          <pc:docMk/>
          <pc:sldMk cId="2309664718" sldId="356"/>
        </pc:sldMkLst>
      </pc:sldChg>
      <pc:sldChg chg="addSp modSp add del mod modTransition modAnim">
        <pc:chgData name="Robert de Groote" userId="2ce5265b-80a0-4fb8-a62a-8035e9b0c45a" providerId="ADAL" clId="{2F427DC0-94DD-4221-BDA8-C26CE314FA9F}" dt="2025-09-29T10:15:20.654" v="44212" actId="47"/>
        <pc:sldMkLst>
          <pc:docMk/>
          <pc:sldMk cId="7242332" sldId="357"/>
        </pc:sldMkLst>
      </pc:sldChg>
      <pc:sldChg chg="addSp modSp add del mod modTransition modAnim">
        <pc:chgData name="Robert de Groote" userId="2ce5265b-80a0-4fb8-a62a-8035e9b0c45a" providerId="ADAL" clId="{2F427DC0-94DD-4221-BDA8-C26CE314FA9F}" dt="2025-09-29T10:20:29.272" v="44852" actId="47"/>
        <pc:sldMkLst>
          <pc:docMk/>
          <pc:sldMk cId="3582126731" sldId="357"/>
        </pc:sldMkLst>
      </pc:sldChg>
      <pc:sldChg chg="addSp delSp modSp add mod modTransition addAnim delAnim modAnim">
        <pc:chgData name="Robert de Groote" userId="2ce5265b-80a0-4fb8-a62a-8035e9b0c45a" providerId="ADAL" clId="{2F427DC0-94DD-4221-BDA8-C26CE314FA9F}" dt="2025-09-29T17:42:56.277" v="57359" actId="6549"/>
        <pc:sldMkLst>
          <pc:docMk/>
          <pc:sldMk cId="4124433150" sldId="357"/>
        </pc:sldMkLst>
      </pc:sldChg>
      <pc:sldChg chg="addSp delSp modSp add del mod modTransition delAnim modAnim">
        <pc:chgData name="Robert de Groote" userId="2ce5265b-80a0-4fb8-a62a-8035e9b0c45a" providerId="ADAL" clId="{2F427DC0-94DD-4221-BDA8-C26CE314FA9F}" dt="2025-09-29T10:56:51.145" v="46989" actId="47"/>
        <pc:sldMkLst>
          <pc:docMk/>
          <pc:sldMk cId="125321886" sldId="358"/>
        </pc:sldMkLst>
      </pc:sldChg>
      <pc:sldChg chg="addSp modSp add mod modTransition modAnim">
        <pc:chgData name="Robert de Groote" userId="2ce5265b-80a0-4fb8-a62a-8035e9b0c45a" providerId="ADAL" clId="{2F427DC0-94DD-4221-BDA8-C26CE314FA9F}" dt="2025-09-29T10:57:56.763" v="47001"/>
        <pc:sldMkLst>
          <pc:docMk/>
          <pc:sldMk cId="2497514830" sldId="359"/>
        </pc:sldMkLst>
      </pc:sldChg>
      <pc:sldChg chg="add del">
        <pc:chgData name="Robert de Groote" userId="2ce5265b-80a0-4fb8-a62a-8035e9b0c45a" providerId="ADAL" clId="{2F427DC0-94DD-4221-BDA8-C26CE314FA9F}" dt="2025-09-29T13:41:22.518" v="55406" actId="47"/>
        <pc:sldMkLst>
          <pc:docMk/>
          <pc:sldMk cId="2963096133" sldId="360"/>
        </pc:sldMkLst>
      </pc:sldChg>
    </pc:docChg>
  </pc:docChgLst>
  <pc:docChgLst>
    <pc:chgData name="Robert de Groote" userId="2ce5265b-80a0-4fb8-a62a-8035e9b0c45a" providerId="ADAL" clId="{8EBF52AB-6BEF-4B72-AF95-EFED6E097B56}"/>
    <pc:docChg chg="custSel addSld delSld modSld sldOrd">
      <pc:chgData name="Robert de Groote" userId="2ce5265b-80a0-4fb8-a62a-8035e9b0c45a" providerId="ADAL" clId="{8EBF52AB-6BEF-4B72-AF95-EFED6E097B56}" dt="2025-07-16T17:19:26.071" v="1188" actId="20577"/>
      <pc:docMkLst>
        <pc:docMk/>
      </pc:docMkLst>
      <pc:sldChg chg="modSp mod">
        <pc:chgData name="Robert de Groote" userId="2ce5265b-80a0-4fb8-a62a-8035e9b0c45a" providerId="ADAL" clId="{8EBF52AB-6BEF-4B72-AF95-EFED6E097B56}" dt="2025-07-16T16:51:16.387" v="27" actId="20577"/>
        <pc:sldMkLst>
          <pc:docMk/>
          <pc:sldMk cId="4099711276" sldId="256"/>
        </pc:sldMkLst>
      </pc:sldChg>
      <pc:sldChg chg="modSp mod">
        <pc:chgData name="Robert de Groote" userId="2ce5265b-80a0-4fb8-a62a-8035e9b0c45a" providerId="ADAL" clId="{8EBF52AB-6BEF-4B72-AF95-EFED6E097B56}" dt="2025-07-16T16:54:29.653" v="302" actId="20577"/>
        <pc:sldMkLst>
          <pc:docMk/>
          <pc:sldMk cId="3346646082" sldId="257"/>
        </pc:sldMkLst>
      </pc:sldChg>
      <pc:sldChg chg="del">
        <pc:chgData name="Robert de Groote" userId="2ce5265b-80a0-4fb8-a62a-8035e9b0c45a" providerId="ADAL" clId="{8EBF52AB-6BEF-4B72-AF95-EFED6E097B56}" dt="2025-07-16T16:54:33.161" v="303" actId="47"/>
        <pc:sldMkLst>
          <pc:docMk/>
          <pc:sldMk cId="1376807172" sldId="258"/>
        </pc:sldMkLst>
      </pc:sldChg>
      <pc:sldChg chg="del">
        <pc:chgData name="Robert de Groote" userId="2ce5265b-80a0-4fb8-a62a-8035e9b0c45a" providerId="ADAL" clId="{8EBF52AB-6BEF-4B72-AF95-EFED6E097B56}" dt="2025-07-16T16:54:33.800" v="304" actId="47"/>
        <pc:sldMkLst>
          <pc:docMk/>
          <pc:sldMk cId="734760806" sldId="259"/>
        </pc:sldMkLst>
      </pc:sldChg>
      <pc:sldChg chg="modSp mod">
        <pc:chgData name="Robert de Groote" userId="2ce5265b-80a0-4fb8-a62a-8035e9b0c45a" providerId="ADAL" clId="{8EBF52AB-6BEF-4B72-AF95-EFED6E097B56}" dt="2025-07-16T16:59:03.772" v="360" actId="20577"/>
        <pc:sldMkLst>
          <pc:docMk/>
          <pc:sldMk cId="2437096053" sldId="260"/>
        </pc:sldMkLst>
      </pc:sldChg>
      <pc:sldChg chg="del">
        <pc:chgData name="Robert de Groote" userId="2ce5265b-80a0-4fb8-a62a-8035e9b0c45a" providerId="ADAL" clId="{8EBF52AB-6BEF-4B72-AF95-EFED6E097B56}" dt="2025-07-16T16:59:12.529" v="361" actId="47"/>
        <pc:sldMkLst>
          <pc:docMk/>
          <pc:sldMk cId="1808417701" sldId="263"/>
        </pc:sldMkLst>
      </pc:sldChg>
      <pc:sldChg chg="modSp mod">
        <pc:chgData name="Robert de Groote" userId="2ce5265b-80a0-4fb8-a62a-8035e9b0c45a" providerId="ADAL" clId="{8EBF52AB-6BEF-4B72-AF95-EFED6E097B56}" dt="2025-07-16T17:18:41.963" v="1168" actId="20577"/>
        <pc:sldMkLst>
          <pc:docMk/>
          <pc:sldMk cId="4016192962" sldId="264"/>
        </pc:sldMkLst>
      </pc:sldChg>
      <pc:sldChg chg="modSp mod">
        <pc:chgData name="Robert de Groote" userId="2ce5265b-80a0-4fb8-a62a-8035e9b0c45a" providerId="ADAL" clId="{8EBF52AB-6BEF-4B72-AF95-EFED6E097B56}" dt="2025-07-16T17:14:00.840" v="878" actId="14"/>
        <pc:sldMkLst>
          <pc:docMk/>
          <pc:sldMk cId="3021126975" sldId="265"/>
        </pc:sldMkLst>
      </pc:sldChg>
      <pc:sldChg chg="modSp mod">
        <pc:chgData name="Robert de Groote" userId="2ce5265b-80a0-4fb8-a62a-8035e9b0c45a" providerId="ADAL" clId="{8EBF52AB-6BEF-4B72-AF95-EFED6E097B56}" dt="2025-07-16T17:19:26.071" v="1188" actId="20577"/>
        <pc:sldMkLst>
          <pc:docMk/>
          <pc:sldMk cId="2050195976" sldId="266"/>
        </pc:sldMkLst>
      </pc:sldChg>
      <pc:sldChg chg="del">
        <pc:chgData name="Robert de Groote" userId="2ce5265b-80a0-4fb8-a62a-8035e9b0c45a" providerId="ADAL" clId="{8EBF52AB-6BEF-4B72-AF95-EFED6E097B56}" dt="2025-07-16T16:59:13.102" v="362" actId="47"/>
        <pc:sldMkLst>
          <pc:docMk/>
          <pc:sldMk cId="3664691429" sldId="267"/>
        </pc:sldMkLst>
      </pc:sldChg>
      <pc:sldChg chg="modSp mod">
        <pc:chgData name="Robert de Groote" userId="2ce5265b-80a0-4fb8-a62a-8035e9b0c45a" providerId="ADAL" clId="{8EBF52AB-6BEF-4B72-AF95-EFED6E097B56}" dt="2025-07-16T17:01:41.236" v="479" actId="20577"/>
        <pc:sldMkLst>
          <pc:docMk/>
          <pc:sldMk cId="3359679964" sldId="268"/>
        </pc:sldMkLst>
      </pc:sldChg>
      <pc:sldChg chg="del">
        <pc:chgData name="Robert de Groote" userId="2ce5265b-80a0-4fb8-a62a-8035e9b0c45a" providerId="ADAL" clId="{8EBF52AB-6BEF-4B72-AF95-EFED6E097B56}" dt="2025-07-16T17:00:48.323" v="415" actId="47"/>
        <pc:sldMkLst>
          <pc:docMk/>
          <pc:sldMk cId="3999101625" sldId="269"/>
        </pc:sldMkLst>
      </pc:sldChg>
      <pc:sldChg chg="del">
        <pc:chgData name="Robert de Groote" userId="2ce5265b-80a0-4fb8-a62a-8035e9b0c45a" providerId="ADAL" clId="{8EBF52AB-6BEF-4B72-AF95-EFED6E097B56}" dt="2025-07-16T17:19:16.037" v="1170" actId="47"/>
        <pc:sldMkLst>
          <pc:docMk/>
          <pc:sldMk cId="3192644691" sldId="270"/>
        </pc:sldMkLst>
      </pc:sldChg>
      <pc:sldChg chg="del">
        <pc:chgData name="Robert de Groote" userId="2ce5265b-80a0-4fb8-a62a-8035e9b0c45a" providerId="ADAL" clId="{8EBF52AB-6BEF-4B72-AF95-EFED6E097B56}" dt="2025-07-16T17:18:59.683" v="1169" actId="47"/>
        <pc:sldMkLst>
          <pc:docMk/>
          <pc:sldMk cId="1961238602" sldId="271"/>
        </pc:sldMkLst>
      </pc:sldChg>
      <pc:sldChg chg="del">
        <pc:chgData name="Robert de Groote" userId="2ce5265b-80a0-4fb8-a62a-8035e9b0c45a" providerId="ADAL" clId="{8EBF52AB-6BEF-4B72-AF95-EFED6E097B56}" dt="2025-07-16T16:59:13.842" v="363" actId="47"/>
        <pc:sldMkLst>
          <pc:docMk/>
          <pc:sldMk cId="65950320" sldId="272"/>
        </pc:sldMkLst>
      </pc:sldChg>
      <pc:sldChg chg="modSp add mod ord">
        <pc:chgData name="Robert de Groote" userId="2ce5265b-80a0-4fb8-a62a-8035e9b0c45a" providerId="ADAL" clId="{8EBF52AB-6BEF-4B72-AF95-EFED6E097B56}" dt="2025-07-16T17:01:12.824" v="464" actId="20577"/>
        <pc:sldMkLst>
          <pc:docMk/>
          <pc:sldMk cId="3909891326" sldId="272"/>
        </pc:sldMkLst>
      </pc:sldChg>
      <pc:sldChg chg="del">
        <pc:chgData name="Robert de Groote" userId="2ce5265b-80a0-4fb8-a62a-8035e9b0c45a" providerId="ADAL" clId="{8EBF52AB-6BEF-4B72-AF95-EFED6E097B56}" dt="2025-07-16T16:59:17.386" v="366" actId="47"/>
        <pc:sldMkLst>
          <pc:docMk/>
          <pc:sldMk cId="3708766367" sldId="273"/>
        </pc:sldMkLst>
      </pc:sldChg>
      <pc:sldChg chg="del">
        <pc:chgData name="Robert de Groote" userId="2ce5265b-80a0-4fb8-a62a-8035e9b0c45a" providerId="ADAL" clId="{8EBF52AB-6BEF-4B72-AF95-EFED6E097B56}" dt="2025-07-16T16:59:18.383" v="367" actId="47"/>
        <pc:sldMkLst>
          <pc:docMk/>
          <pc:sldMk cId="2576651547" sldId="274"/>
        </pc:sldMkLst>
      </pc:sldChg>
      <pc:sldChg chg="del">
        <pc:chgData name="Robert de Groote" userId="2ce5265b-80a0-4fb8-a62a-8035e9b0c45a" providerId="ADAL" clId="{8EBF52AB-6BEF-4B72-AF95-EFED6E097B56}" dt="2025-07-16T16:59:15.239" v="365" actId="47"/>
        <pc:sldMkLst>
          <pc:docMk/>
          <pc:sldMk cId="1013437190" sldId="275"/>
        </pc:sldMkLst>
      </pc:sldChg>
      <pc:sldChg chg="del">
        <pc:chgData name="Robert de Groote" userId="2ce5265b-80a0-4fb8-a62a-8035e9b0c45a" providerId="ADAL" clId="{8EBF52AB-6BEF-4B72-AF95-EFED6E097B56}" dt="2025-07-16T16:59:14.460" v="364" actId="47"/>
        <pc:sldMkLst>
          <pc:docMk/>
          <pc:sldMk cId="1351195665" sldId="276"/>
        </pc:sldMkLst>
      </pc:sldChg>
    </pc:docChg>
  </pc:docChgLst>
  <pc:docChgLst>
    <pc:chgData name="Robert de Groote" userId="2ce5265b-80a0-4fb8-a62a-8035e9b0c45a" providerId="ADAL" clId="{A80E4885-7617-4261-AD60-182D3446E97F}"/>
    <pc:docChg chg="undo custSel addSld delSld modSld sldOrd addSection delSection modSection">
      <pc:chgData name="Robert de Groote" userId="2ce5265b-80a0-4fb8-a62a-8035e9b0c45a" providerId="ADAL" clId="{A80E4885-7617-4261-AD60-182D3446E97F}" dt="2025-10-07T07:57:45.545" v="67580" actId="47"/>
      <pc:docMkLst>
        <pc:docMk/>
      </pc:docMkLst>
      <pc:sldChg chg="modSp mod">
        <pc:chgData name="Robert de Groote" userId="2ce5265b-80a0-4fb8-a62a-8035e9b0c45a" providerId="ADAL" clId="{A80E4885-7617-4261-AD60-182D3446E97F}" dt="2025-09-30T09:07:27.714" v="7" actId="20577"/>
        <pc:sldMkLst>
          <pc:docMk/>
          <pc:sldMk cId="4099711276" sldId="256"/>
        </pc:sldMkLst>
        <pc:spChg chg="mod">
          <ac:chgData name="Robert de Groote" userId="2ce5265b-80a0-4fb8-a62a-8035e9b0c45a" providerId="ADAL" clId="{A80E4885-7617-4261-AD60-182D3446E97F}" dt="2025-09-30T09:07:27.714" v="7" actId="20577"/>
          <ac:spMkLst>
            <pc:docMk/>
            <pc:sldMk cId="4099711276" sldId="256"/>
            <ac:spMk id="3" creationId="{B43DF9F7-8B56-49E7-9AFB-EB5E5B6EE430}"/>
          </ac:spMkLst>
        </pc:spChg>
      </pc:sldChg>
      <pc:sldChg chg="addSp delSp modSp mod modAnim">
        <pc:chgData name="Robert de Groote" userId="2ce5265b-80a0-4fb8-a62a-8035e9b0c45a" providerId="ADAL" clId="{A80E4885-7617-4261-AD60-182D3446E97F}" dt="2025-10-06T06:29:33.888" v="65828" actId="478"/>
        <pc:sldMkLst>
          <pc:docMk/>
          <pc:sldMk cId="3346646082" sldId="257"/>
        </pc:sldMkLst>
        <pc:spChg chg="mod">
          <ac:chgData name="Robert de Groote" userId="2ce5265b-80a0-4fb8-a62a-8035e9b0c45a" providerId="ADAL" clId="{A80E4885-7617-4261-AD60-182D3446E97F}" dt="2025-10-04T07:58:05.922" v="58199" actId="113"/>
          <ac:spMkLst>
            <pc:docMk/>
            <pc:sldMk cId="3346646082" sldId="257"/>
            <ac:spMk id="3" creationId="{81853582-0C43-5257-5530-A00EA0178D3B}"/>
          </ac:spMkLst>
        </pc:spChg>
      </pc:sldChg>
      <pc:sldChg chg="modSp del mod">
        <pc:chgData name="Robert de Groote" userId="2ce5265b-80a0-4fb8-a62a-8035e9b0c45a" providerId="ADAL" clId="{A80E4885-7617-4261-AD60-182D3446E97F}" dt="2025-09-30T09:12:02.525" v="366" actId="47"/>
        <pc:sldMkLst>
          <pc:docMk/>
          <pc:sldMk cId="2050195976" sldId="266"/>
        </pc:sldMkLst>
      </pc:sldChg>
      <pc:sldChg chg="addSp delSp modSp mod addAnim delAnim modAnim">
        <pc:chgData name="Robert de Groote" userId="2ce5265b-80a0-4fb8-a62a-8035e9b0c45a" providerId="ADAL" clId="{A80E4885-7617-4261-AD60-182D3446E97F}" dt="2025-10-06T06:34:57.464" v="65872"/>
        <pc:sldMkLst>
          <pc:docMk/>
          <pc:sldMk cId="1598828328" sldId="275"/>
        </pc:sldMkLst>
        <pc:spChg chg="mod">
          <ac:chgData name="Robert de Groote" userId="2ce5265b-80a0-4fb8-a62a-8035e9b0c45a" providerId="ADAL" clId="{A80E4885-7617-4261-AD60-182D3446E97F}" dt="2025-10-04T08:01:00.080" v="58256" actId="20577"/>
          <ac:spMkLst>
            <pc:docMk/>
            <pc:sldMk cId="1598828328" sldId="275"/>
            <ac:spMk id="2" creationId="{DDFF7A87-E58D-3848-03BB-187C4750BC30}"/>
          </ac:spMkLst>
        </pc:spChg>
        <pc:spChg chg="mod">
          <ac:chgData name="Robert de Groote" userId="2ce5265b-80a0-4fb8-a62a-8035e9b0c45a" providerId="ADAL" clId="{A80E4885-7617-4261-AD60-182D3446E97F}" dt="2025-10-04T08:23:17.584" v="60291" actId="14100"/>
          <ac:spMkLst>
            <pc:docMk/>
            <pc:sldMk cId="1598828328" sldId="275"/>
            <ac:spMk id="3" creationId="{6DCA8270-DE95-7954-F4CE-BC121EC30AD1}"/>
          </ac:spMkLst>
        </pc:spChg>
        <pc:spChg chg="add mod ord">
          <ac:chgData name="Robert de Groote" userId="2ce5265b-80a0-4fb8-a62a-8035e9b0c45a" providerId="ADAL" clId="{A80E4885-7617-4261-AD60-182D3446E97F}" dt="2025-10-04T08:12:15.025" v="59503" actId="164"/>
          <ac:spMkLst>
            <pc:docMk/>
            <pc:sldMk cId="1598828328" sldId="275"/>
            <ac:spMk id="56" creationId="{7E7F2E11-6D47-EC83-BA0F-81FD621C93DF}"/>
          </ac:spMkLst>
        </pc:spChg>
        <pc:spChg chg="add mod ord">
          <ac:chgData name="Robert de Groote" userId="2ce5265b-80a0-4fb8-a62a-8035e9b0c45a" providerId="ADAL" clId="{A80E4885-7617-4261-AD60-182D3446E97F}" dt="2025-10-04T08:12:16.932" v="59504" actId="164"/>
          <ac:spMkLst>
            <pc:docMk/>
            <pc:sldMk cId="1598828328" sldId="275"/>
            <ac:spMk id="57" creationId="{CCED7C18-89FC-8BDD-5A25-80C0A1FA0369}"/>
          </ac:spMkLst>
        </pc:spChg>
        <pc:spChg chg="add mod ord">
          <ac:chgData name="Robert de Groote" userId="2ce5265b-80a0-4fb8-a62a-8035e9b0c45a" providerId="ADAL" clId="{A80E4885-7617-4261-AD60-182D3446E97F}" dt="2025-10-04T08:12:18.656" v="59505" actId="164"/>
          <ac:spMkLst>
            <pc:docMk/>
            <pc:sldMk cId="1598828328" sldId="275"/>
            <ac:spMk id="58" creationId="{A9BFCDBD-8410-3202-DA81-BC30133BAFD5}"/>
          </ac:spMkLst>
        </pc:spChg>
        <pc:spChg chg="add mod ord">
          <ac:chgData name="Robert de Groote" userId="2ce5265b-80a0-4fb8-a62a-8035e9b0c45a" providerId="ADAL" clId="{A80E4885-7617-4261-AD60-182D3446E97F}" dt="2025-10-04T08:12:20.623" v="59506" actId="164"/>
          <ac:spMkLst>
            <pc:docMk/>
            <pc:sldMk cId="1598828328" sldId="275"/>
            <ac:spMk id="59" creationId="{568EF183-028C-3338-00DA-CFB0B6B0CE46}"/>
          </ac:spMkLst>
        </pc:spChg>
        <pc:spChg chg="add mod ord">
          <ac:chgData name="Robert de Groote" userId="2ce5265b-80a0-4fb8-a62a-8035e9b0c45a" providerId="ADAL" clId="{A80E4885-7617-4261-AD60-182D3446E97F}" dt="2025-10-04T08:12:22.318" v="59507" actId="164"/>
          <ac:spMkLst>
            <pc:docMk/>
            <pc:sldMk cId="1598828328" sldId="275"/>
            <ac:spMk id="60" creationId="{44DA05CD-D8CC-A557-D74C-B94AB51009D2}"/>
          </ac:spMkLst>
        </pc:spChg>
        <pc:spChg chg="add mod">
          <ac:chgData name="Robert de Groote" userId="2ce5265b-80a0-4fb8-a62a-8035e9b0c45a" providerId="ADAL" clId="{A80E4885-7617-4261-AD60-182D3446E97F}" dt="2025-10-04T08:19:50.317" v="60141" actId="164"/>
          <ac:spMkLst>
            <pc:docMk/>
            <pc:sldMk cId="1598828328" sldId="275"/>
            <ac:spMk id="158" creationId="{0799523F-7F92-657E-3D83-4749B1D08A35}"/>
          </ac:spMkLst>
        </pc:spChg>
        <pc:spChg chg="add mod">
          <ac:chgData name="Robert de Groote" userId="2ce5265b-80a0-4fb8-a62a-8035e9b0c45a" providerId="ADAL" clId="{A80E4885-7617-4261-AD60-182D3446E97F}" dt="2025-10-04T08:19:50.317" v="60141" actId="164"/>
          <ac:spMkLst>
            <pc:docMk/>
            <pc:sldMk cId="1598828328" sldId="275"/>
            <ac:spMk id="159" creationId="{E9E0299B-505E-8EDC-3469-866A9A19A6FB}"/>
          </ac:spMkLst>
        </pc:spChg>
        <pc:spChg chg="add mod">
          <ac:chgData name="Robert de Groote" userId="2ce5265b-80a0-4fb8-a62a-8035e9b0c45a" providerId="ADAL" clId="{A80E4885-7617-4261-AD60-182D3446E97F}" dt="2025-10-04T08:19:50.317" v="60141" actId="164"/>
          <ac:spMkLst>
            <pc:docMk/>
            <pc:sldMk cId="1598828328" sldId="275"/>
            <ac:spMk id="160" creationId="{AC791624-3700-ABC7-E91F-F80F5901357D}"/>
          </ac:spMkLst>
        </pc:spChg>
        <pc:spChg chg="add mod">
          <ac:chgData name="Robert de Groote" userId="2ce5265b-80a0-4fb8-a62a-8035e9b0c45a" providerId="ADAL" clId="{A80E4885-7617-4261-AD60-182D3446E97F}" dt="2025-10-04T08:19:50.317" v="60141" actId="164"/>
          <ac:spMkLst>
            <pc:docMk/>
            <pc:sldMk cId="1598828328" sldId="275"/>
            <ac:spMk id="161" creationId="{B754036B-373D-DB12-171D-ACFC72E1094E}"/>
          </ac:spMkLst>
        </pc:spChg>
        <pc:spChg chg="add mod">
          <ac:chgData name="Robert de Groote" userId="2ce5265b-80a0-4fb8-a62a-8035e9b0c45a" providerId="ADAL" clId="{A80E4885-7617-4261-AD60-182D3446E97F}" dt="2025-10-04T08:19:50.317" v="60141" actId="164"/>
          <ac:spMkLst>
            <pc:docMk/>
            <pc:sldMk cId="1598828328" sldId="275"/>
            <ac:spMk id="162" creationId="{76F92EEB-A47A-C133-C862-DA7A17E54EC1}"/>
          </ac:spMkLst>
        </pc:spChg>
        <pc:spChg chg="add mod">
          <ac:chgData name="Robert de Groote" userId="2ce5265b-80a0-4fb8-a62a-8035e9b0c45a" providerId="ADAL" clId="{A80E4885-7617-4261-AD60-182D3446E97F}" dt="2025-10-04T08:19:50.317" v="60141" actId="164"/>
          <ac:spMkLst>
            <pc:docMk/>
            <pc:sldMk cId="1598828328" sldId="275"/>
            <ac:spMk id="163" creationId="{0D14B3C1-5EB6-BA3F-7CA1-AF7F754946E5}"/>
          </ac:spMkLst>
        </pc:spChg>
        <pc:spChg chg="add mod">
          <ac:chgData name="Robert de Groote" userId="2ce5265b-80a0-4fb8-a62a-8035e9b0c45a" providerId="ADAL" clId="{A80E4885-7617-4261-AD60-182D3446E97F}" dt="2025-10-04T08:19:50.317" v="60141" actId="164"/>
          <ac:spMkLst>
            <pc:docMk/>
            <pc:sldMk cId="1598828328" sldId="275"/>
            <ac:spMk id="164" creationId="{044EB97E-7FA7-F387-6E5F-11107E021FDF}"/>
          </ac:spMkLst>
        </pc:spChg>
        <pc:spChg chg="add mod">
          <ac:chgData name="Robert de Groote" userId="2ce5265b-80a0-4fb8-a62a-8035e9b0c45a" providerId="ADAL" clId="{A80E4885-7617-4261-AD60-182D3446E97F}" dt="2025-10-04T08:22:10.451" v="60202" actId="113"/>
          <ac:spMkLst>
            <pc:docMk/>
            <pc:sldMk cId="1598828328" sldId="275"/>
            <ac:spMk id="185" creationId="{06E8E4C8-6D1D-0C4D-A695-6B8D36845915}"/>
          </ac:spMkLst>
        </pc:spChg>
        <pc:grpChg chg="add mod">
          <ac:chgData name="Robert de Groote" userId="2ce5265b-80a0-4fb8-a62a-8035e9b0c45a" providerId="ADAL" clId="{A80E4885-7617-4261-AD60-182D3446E97F}" dt="2025-10-04T08:15:26.368" v="60078" actId="1076"/>
          <ac:grpSpMkLst>
            <pc:docMk/>
            <pc:sldMk cId="1598828328" sldId="275"/>
            <ac:grpSpMk id="81" creationId="{8D981586-A4A4-0055-ABF4-83F5C9EAC863}"/>
          </ac:grpSpMkLst>
        </pc:grpChg>
        <pc:grpChg chg="add mod">
          <ac:chgData name="Robert de Groote" userId="2ce5265b-80a0-4fb8-a62a-8035e9b0c45a" providerId="ADAL" clId="{A80E4885-7617-4261-AD60-182D3446E97F}" dt="2025-10-04T08:15:32.034" v="60081" actId="1076"/>
          <ac:grpSpMkLst>
            <pc:docMk/>
            <pc:sldMk cId="1598828328" sldId="275"/>
            <ac:grpSpMk id="82" creationId="{CF1211FA-F675-15BC-4889-214A181C32F5}"/>
          </ac:grpSpMkLst>
        </pc:grpChg>
        <pc:grpChg chg="add mod">
          <ac:chgData name="Robert de Groote" userId="2ce5265b-80a0-4fb8-a62a-8035e9b0c45a" providerId="ADAL" clId="{A80E4885-7617-4261-AD60-182D3446E97F}" dt="2025-10-04T08:15:41.331" v="60083" actId="1076"/>
          <ac:grpSpMkLst>
            <pc:docMk/>
            <pc:sldMk cId="1598828328" sldId="275"/>
            <ac:grpSpMk id="83" creationId="{1EEB3123-F199-61F0-7C01-AB5E4689BB9D}"/>
          </ac:grpSpMkLst>
        </pc:grpChg>
        <pc:grpChg chg="add mod">
          <ac:chgData name="Robert de Groote" userId="2ce5265b-80a0-4fb8-a62a-8035e9b0c45a" providerId="ADAL" clId="{A80E4885-7617-4261-AD60-182D3446E97F}" dt="2025-10-04T08:19:50.317" v="60141" actId="164"/>
          <ac:grpSpMkLst>
            <pc:docMk/>
            <pc:sldMk cId="1598828328" sldId="275"/>
            <ac:grpSpMk id="84" creationId="{D91C3B84-7E16-D1D3-C019-57CA0274D588}"/>
          </ac:grpSpMkLst>
        </pc:grpChg>
        <pc:grpChg chg="add mod">
          <ac:chgData name="Robert de Groote" userId="2ce5265b-80a0-4fb8-a62a-8035e9b0c45a" providerId="ADAL" clId="{A80E4885-7617-4261-AD60-182D3446E97F}" dt="2025-10-04T08:19:50.317" v="60141" actId="164"/>
          <ac:grpSpMkLst>
            <pc:docMk/>
            <pc:sldMk cId="1598828328" sldId="275"/>
            <ac:grpSpMk id="85" creationId="{03603B25-18C5-5D29-A9D7-905045D4A256}"/>
          </ac:grpSpMkLst>
        </pc:grpChg>
        <pc:grpChg chg="add mod">
          <ac:chgData name="Robert de Groote" userId="2ce5265b-80a0-4fb8-a62a-8035e9b0c45a" providerId="ADAL" clId="{A80E4885-7617-4261-AD60-182D3446E97F}" dt="2025-10-04T08:19:58.117" v="60142" actId="1076"/>
          <ac:grpSpMkLst>
            <pc:docMk/>
            <pc:sldMk cId="1598828328" sldId="275"/>
            <ac:grpSpMk id="165" creationId="{BBFAA019-A967-CA70-5CBB-AFB619AD1DD9}"/>
          </ac:grpSpMkLst>
        </pc:grpChg>
        <pc:picChg chg="add mod ord">
          <ac:chgData name="Robert de Groote" userId="2ce5265b-80a0-4fb8-a62a-8035e9b0c45a" providerId="ADAL" clId="{A80E4885-7617-4261-AD60-182D3446E97F}" dt="2025-10-04T08:12:20.623" v="59506" actId="164"/>
          <ac:picMkLst>
            <pc:docMk/>
            <pc:sldMk cId="1598828328" sldId="275"/>
            <ac:picMk id="16" creationId="{6AB6D0FF-6C89-FC57-D72C-B94C703FB072}"/>
          </ac:picMkLst>
        </pc:picChg>
        <pc:picChg chg="add mod ord">
          <ac:chgData name="Robert de Groote" userId="2ce5265b-80a0-4fb8-a62a-8035e9b0c45a" providerId="ADAL" clId="{A80E4885-7617-4261-AD60-182D3446E97F}" dt="2025-10-04T08:12:16.932" v="59504" actId="164"/>
          <ac:picMkLst>
            <pc:docMk/>
            <pc:sldMk cId="1598828328" sldId="275"/>
            <ac:picMk id="52" creationId="{AA530C31-4BF6-5CE6-CF74-B2C551961158}"/>
          </ac:picMkLst>
        </pc:picChg>
        <pc:picChg chg="add mod ord">
          <ac:chgData name="Robert de Groote" userId="2ce5265b-80a0-4fb8-a62a-8035e9b0c45a" providerId="ADAL" clId="{A80E4885-7617-4261-AD60-182D3446E97F}" dt="2025-10-04T08:12:18.656" v="59505" actId="164"/>
          <ac:picMkLst>
            <pc:docMk/>
            <pc:sldMk cId="1598828328" sldId="275"/>
            <ac:picMk id="53" creationId="{BEFB320A-11BB-B16C-8397-A570122DE4C3}"/>
          </ac:picMkLst>
        </pc:picChg>
        <pc:picChg chg="add mod ord">
          <ac:chgData name="Robert de Groote" userId="2ce5265b-80a0-4fb8-a62a-8035e9b0c45a" providerId="ADAL" clId="{A80E4885-7617-4261-AD60-182D3446E97F}" dt="2025-10-04T08:12:15.025" v="59503" actId="164"/>
          <ac:picMkLst>
            <pc:docMk/>
            <pc:sldMk cId="1598828328" sldId="275"/>
            <ac:picMk id="54" creationId="{88FFB1FA-BC75-853B-C5B8-B6B75D2FC0AA}"/>
          </ac:picMkLst>
        </pc:picChg>
        <pc:picChg chg="add mod ord">
          <ac:chgData name="Robert de Groote" userId="2ce5265b-80a0-4fb8-a62a-8035e9b0c45a" providerId="ADAL" clId="{A80E4885-7617-4261-AD60-182D3446E97F}" dt="2025-10-04T08:12:22.318" v="59507" actId="164"/>
          <ac:picMkLst>
            <pc:docMk/>
            <pc:sldMk cId="1598828328" sldId="275"/>
            <ac:picMk id="55" creationId="{0B36BB26-2691-1C9C-19C5-C0B439CD824B}"/>
          </ac:picMkLst>
        </pc:picChg>
        <pc:cxnChg chg="add mod">
          <ac:chgData name="Robert de Groote" userId="2ce5265b-80a0-4fb8-a62a-8035e9b0c45a" providerId="ADAL" clId="{A80E4885-7617-4261-AD60-182D3446E97F}" dt="2025-10-04T08:15:58.549" v="60086" actId="1582"/>
          <ac:cxnSpMkLst>
            <pc:docMk/>
            <pc:sldMk cId="1598828328" sldId="275"/>
            <ac:cxnSpMk id="137" creationId="{1C128283-BA24-1FA0-7FE0-53FAB38F2CEA}"/>
          </ac:cxnSpMkLst>
        </pc:cxnChg>
        <pc:cxnChg chg="add mod">
          <ac:chgData name="Robert de Groote" userId="2ce5265b-80a0-4fb8-a62a-8035e9b0c45a" providerId="ADAL" clId="{A80E4885-7617-4261-AD60-182D3446E97F}" dt="2025-10-04T08:16:04.534" v="60089" actId="14100"/>
          <ac:cxnSpMkLst>
            <pc:docMk/>
            <pc:sldMk cId="1598828328" sldId="275"/>
            <ac:cxnSpMk id="138" creationId="{20FE4D84-C650-922E-EB57-0CAEF7F93592}"/>
          </ac:cxnSpMkLst>
        </pc:cxnChg>
        <pc:cxnChg chg="add mod">
          <ac:chgData name="Robert de Groote" userId="2ce5265b-80a0-4fb8-a62a-8035e9b0c45a" providerId="ADAL" clId="{A80E4885-7617-4261-AD60-182D3446E97F}" dt="2025-10-04T08:16:11.122" v="60092" actId="14100"/>
          <ac:cxnSpMkLst>
            <pc:docMk/>
            <pc:sldMk cId="1598828328" sldId="275"/>
            <ac:cxnSpMk id="141" creationId="{0CF406EE-8C72-749F-80BF-65856EDECE1E}"/>
          </ac:cxnSpMkLst>
        </pc:cxnChg>
        <pc:cxnChg chg="add mod">
          <ac:chgData name="Robert de Groote" userId="2ce5265b-80a0-4fb8-a62a-8035e9b0c45a" providerId="ADAL" clId="{A80E4885-7617-4261-AD60-182D3446E97F}" dt="2025-10-04T08:16:20.549" v="60096" actId="14100"/>
          <ac:cxnSpMkLst>
            <pc:docMk/>
            <pc:sldMk cId="1598828328" sldId="275"/>
            <ac:cxnSpMk id="144" creationId="{DFC120C1-FCB5-6A96-8BD6-A232DC3B40A8}"/>
          </ac:cxnSpMkLst>
        </pc:cxnChg>
        <pc:cxnChg chg="add mod">
          <ac:chgData name="Robert de Groote" userId="2ce5265b-80a0-4fb8-a62a-8035e9b0c45a" providerId="ADAL" clId="{A80E4885-7617-4261-AD60-182D3446E97F}" dt="2025-10-04T08:16:26.699" v="60100" actId="14100"/>
          <ac:cxnSpMkLst>
            <pc:docMk/>
            <pc:sldMk cId="1598828328" sldId="275"/>
            <ac:cxnSpMk id="148" creationId="{9FB4DDD1-B722-580F-91AE-AA512D785078}"/>
          </ac:cxnSpMkLst>
        </pc:cxnChg>
        <pc:cxnChg chg="add mod">
          <ac:chgData name="Robert de Groote" userId="2ce5265b-80a0-4fb8-a62a-8035e9b0c45a" providerId="ADAL" clId="{A80E4885-7617-4261-AD60-182D3446E97F}" dt="2025-10-04T08:16:30.939" v="60103" actId="14100"/>
          <ac:cxnSpMkLst>
            <pc:docMk/>
            <pc:sldMk cId="1598828328" sldId="275"/>
            <ac:cxnSpMk id="152" creationId="{46523764-70F2-57B0-51E0-6AF920FD65AB}"/>
          </ac:cxnSpMkLst>
        </pc:cxnChg>
        <pc:cxnChg chg="add mod">
          <ac:chgData name="Robert de Groote" userId="2ce5265b-80a0-4fb8-a62a-8035e9b0c45a" providerId="ADAL" clId="{A80E4885-7617-4261-AD60-182D3446E97F}" dt="2025-10-04T08:16:38.521" v="60106" actId="14100"/>
          <ac:cxnSpMkLst>
            <pc:docMk/>
            <pc:sldMk cId="1598828328" sldId="275"/>
            <ac:cxnSpMk id="155" creationId="{996DDF87-082A-873C-AA30-FB17C453712B}"/>
          </ac:cxnSpMkLst>
        </pc:cxnChg>
      </pc:sldChg>
      <pc:sldChg chg="del">
        <pc:chgData name="Robert de Groote" userId="2ce5265b-80a0-4fb8-a62a-8035e9b0c45a" providerId="ADAL" clId="{A80E4885-7617-4261-AD60-182D3446E97F}" dt="2025-09-30T14:15:43.782" v="4387" actId="47"/>
        <pc:sldMkLst>
          <pc:docMk/>
          <pc:sldMk cId="1033322806" sldId="297"/>
        </pc:sldMkLst>
      </pc:sldChg>
      <pc:sldChg chg="del">
        <pc:chgData name="Robert de Groote" userId="2ce5265b-80a0-4fb8-a62a-8035e9b0c45a" providerId="ADAL" clId="{A80E4885-7617-4261-AD60-182D3446E97F}" dt="2025-09-30T14:15:43.158" v="4386" actId="47"/>
        <pc:sldMkLst>
          <pc:docMk/>
          <pc:sldMk cId="881715533" sldId="300"/>
        </pc:sldMkLst>
      </pc:sldChg>
      <pc:sldChg chg="del">
        <pc:chgData name="Robert de Groote" userId="2ce5265b-80a0-4fb8-a62a-8035e9b0c45a" providerId="ADAL" clId="{A80E4885-7617-4261-AD60-182D3446E97F}" dt="2025-09-30T09:14:57.088" v="588" actId="47"/>
        <pc:sldMkLst>
          <pc:docMk/>
          <pc:sldMk cId="117013265" sldId="303"/>
        </pc:sldMkLst>
      </pc:sldChg>
      <pc:sldChg chg="del">
        <pc:chgData name="Robert de Groote" userId="2ce5265b-80a0-4fb8-a62a-8035e9b0c45a" providerId="ADAL" clId="{A80E4885-7617-4261-AD60-182D3446E97F}" dt="2025-09-30T09:15:13.120" v="599" actId="47"/>
        <pc:sldMkLst>
          <pc:docMk/>
          <pc:sldMk cId="2632828224" sldId="304"/>
        </pc:sldMkLst>
      </pc:sldChg>
      <pc:sldChg chg="del">
        <pc:chgData name="Robert de Groote" userId="2ce5265b-80a0-4fb8-a62a-8035e9b0c45a" providerId="ADAL" clId="{A80E4885-7617-4261-AD60-182D3446E97F}" dt="2025-09-30T09:15:10.871" v="597" actId="47"/>
        <pc:sldMkLst>
          <pc:docMk/>
          <pc:sldMk cId="2493329736" sldId="305"/>
        </pc:sldMkLst>
      </pc:sldChg>
      <pc:sldChg chg="del">
        <pc:chgData name="Robert de Groote" userId="2ce5265b-80a0-4fb8-a62a-8035e9b0c45a" providerId="ADAL" clId="{A80E4885-7617-4261-AD60-182D3446E97F}" dt="2025-09-30T09:15:08.014" v="593" actId="47"/>
        <pc:sldMkLst>
          <pc:docMk/>
          <pc:sldMk cId="1743284674" sldId="306"/>
        </pc:sldMkLst>
      </pc:sldChg>
      <pc:sldChg chg="add del">
        <pc:chgData name="Robert de Groote" userId="2ce5265b-80a0-4fb8-a62a-8035e9b0c45a" providerId="ADAL" clId="{A80E4885-7617-4261-AD60-182D3446E97F}" dt="2025-10-02T07:04:23.530" v="24406" actId="47"/>
        <pc:sldMkLst>
          <pc:docMk/>
          <pc:sldMk cId="4193128622" sldId="308"/>
        </pc:sldMkLst>
      </pc:sldChg>
      <pc:sldChg chg="del">
        <pc:chgData name="Robert de Groote" userId="2ce5265b-80a0-4fb8-a62a-8035e9b0c45a" providerId="ADAL" clId="{A80E4885-7617-4261-AD60-182D3446E97F}" dt="2025-09-30T09:15:25.705" v="602" actId="47"/>
        <pc:sldMkLst>
          <pc:docMk/>
          <pc:sldMk cId="488560641" sldId="309"/>
        </pc:sldMkLst>
      </pc:sldChg>
      <pc:sldChg chg="del">
        <pc:chgData name="Robert de Groote" userId="2ce5265b-80a0-4fb8-a62a-8035e9b0c45a" providerId="ADAL" clId="{A80E4885-7617-4261-AD60-182D3446E97F}" dt="2025-09-30T14:15:37.563" v="4378" actId="47"/>
        <pc:sldMkLst>
          <pc:docMk/>
          <pc:sldMk cId="3319223901" sldId="311"/>
        </pc:sldMkLst>
      </pc:sldChg>
      <pc:sldChg chg="del">
        <pc:chgData name="Robert de Groote" userId="2ce5265b-80a0-4fb8-a62a-8035e9b0c45a" providerId="ADAL" clId="{A80E4885-7617-4261-AD60-182D3446E97F}" dt="2025-09-30T09:15:22.132" v="601" actId="47"/>
        <pc:sldMkLst>
          <pc:docMk/>
          <pc:sldMk cId="1525240924" sldId="312"/>
        </pc:sldMkLst>
      </pc:sldChg>
      <pc:sldChg chg="del">
        <pc:chgData name="Robert de Groote" userId="2ce5265b-80a0-4fb8-a62a-8035e9b0c45a" providerId="ADAL" clId="{A80E4885-7617-4261-AD60-182D3446E97F}" dt="2025-09-30T14:15:38.220" v="4379" actId="47"/>
        <pc:sldMkLst>
          <pc:docMk/>
          <pc:sldMk cId="85868339" sldId="313"/>
        </pc:sldMkLst>
      </pc:sldChg>
      <pc:sldChg chg="del">
        <pc:chgData name="Robert de Groote" userId="2ce5265b-80a0-4fb8-a62a-8035e9b0c45a" providerId="ADAL" clId="{A80E4885-7617-4261-AD60-182D3446E97F}" dt="2025-09-30T14:15:38.979" v="4380" actId="47"/>
        <pc:sldMkLst>
          <pc:docMk/>
          <pc:sldMk cId="2967285017" sldId="314"/>
        </pc:sldMkLst>
      </pc:sldChg>
      <pc:sldChg chg="add del">
        <pc:chgData name="Robert de Groote" userId="2ce5265b-80a0-4fb8-a62a-8035e9b0c45a" providerId="ADAL" clId="{A80E4885-7617-4261-AD60-182D3446E97F}" dt="2025-10-02T07:04:22.733" v="24405" actId="47"/>
        <pc:sldMkLst>
          <pc:docMk/>
          <pc:sldMk cId="1196960845" sldId="315"/>
        </pc:sldMkLst>
      </pc:sldChg>
      <pc:sldChg chg="del">
        <pc:chgData name="Robert de Groote" userId="2ce5265b-80a0-4fb8-a62a-8035e9b0c45a" providerId="ADAL" clId="{A80E4885-7617-4261-AD60-182D3446E97F}" dt="2025-09-30T14:15:40.254" v="4382" actId="47"/>
        <pc:sldMkLst>
          <pc:docMk/>
          <pc:sldMk cId="3080638318" sldId="317"/>
        </pc:sldMkLst>
      </pc:sldChg>
      <pc:sldChg chg="del">
        <pc:chgData name="Robert de Groote" userId="2ce5265b-80a0-4fb8-a62a-8035e9b0c45a" providerId="ADAL" clId="{A80E4885-7617-4261-AD60-182D3446E97F}" dt="2025-09-30T14:15:40.752" v="4383" actId="47"/>
        <pc:sldMkLst>
          <pc:docMk/>
          <pc:sldMk cId="1069495642" sldId="318"/>
        </pc:sldMkLst>
      </pc:sldChg>
      <pc:sldChg chg="del">
        <pc:chgData name="Robert de Groote" userId="2ce5265b-80a0-4fb8-a62a-8035e9b0c45a" providerId="ADAL" clId="{A80E4885-7617-4261-AD60-182D3446E97F}" dt="2025-09-30T14:15:41.347" v="4384" actId="47"/>
        <pc:sldMkLst>
          <pc:docMk/>
          <pc:sldMk cId="3778923143" sldId="319"/>
        </pc:sldMkLst>
      </pc:sldChg>
      <pc:sldChg chg="del">
        <pc:chgData name="Robert de Groote" userId="2ce5265b-80a0-4fb8-a62a-8035e9b0c45a" providerId="ADAL" clId="{A80E4885-7617-4261-AD60-182D3446E97F}" dt="2025-09-30T14:15:41.877" v="4385" actId="47"/>
        <pc:sldMkLst>
          <pc:docMk/>
          <pc:sldMk cId="1710538570" sldId="320"/>
        </pc:sldMkLst>
      </pc:sldChg>
      <pc:sldChg chg="del">
        <pc:chgData name="Robert de Groote" userId="2ce5265b-80a0-4fb8-a62a-8035e9b0c45a" providerId="ADAL" clId="{A80E4885-7617-4261-AD60-182D3446E97F}" dt="2025-09-30T14:15:44.393" v="4388" actId="47"/>
        <pc:sldMkLst>
          <pc:docMk/>
          <pc:sldMk cId="2974967904" sldId="321"/>
        </pc:sldMkLst>
      </pc:sldChg>
      <pc:sldChg chg="del">
        <pc:chgData name="Robert de Groote" userId="2ce5265b-80a0-4fb8-a62a-8035e9b0c45a" providerId="ADAL" clId="{A80E4885-7617-4261-AD60-182D3446E97F}" dt="2025-09-30T14:15:44.969" v="4389" actId="47"/>
        <pc:sldMkLst>
          <pc:docMk/>
          <pc:sldMk cId="2395286890" sldId="322"/>
        </pc:sldMkLst>
      </pc:sldChg>
      <pc:sldChg chg="del">
        <pc:chgData name="Robert de Groote" userId="2ce5265b-80a0-4fb8-a62a-8035e9b0c45a" providerId="ADAL" clId="{A80E4885-7617-4261-AD60-182D3446E97F}" dt="2025-09-30T14:15:45.671" v="4390" actId="47"/>
        <pc:sldMkLst>
          <pc:docMk/>
          <pc:sldMk cId="1507036836" sldId="323"/>
        </pc:sldMkLst>
      </pc:sldChg>
      <pc:sldChg chg="del">
        <pc:chgData name="Robert de Groote" userId="2ce5265b-80a0-4fb8-a62a-8035e9b0c45a" providerId="ADAL" clId="{A80E4885-7617-4261-AD60-182D3446E97F}" dt="2025-09-30T09:15:11.463" v="598" actId="47"/>
        <pc:sldMkLst>
          <pc:docMk/>
          <pc:sldMk cId="1395666294" sldId="324"/>
        </pc:sldMkLst>
      </pc:sldChg>
      <pc:sldChg chg="del">
        <pc:chgData name="Robert de Groote" userId="2ce5265b-80a0-4fb8-a62a-8035e9b0c45a" providerId="ADAL" clId="{A80E4885-7617-4261-AD60-182D3446E97F}" dt="2025-09-30T14:15:46.141" v="4391" actId="47"/>
        <pc:sldMkLst>
          <pc:docMk/>
          <pc:sldMk cId="2530266303" sldId="326"/>
        </pc:sldMkLst>
      </pc:sldChg>
      <pc:sldChg chg="del">
        <pc:chgData name="Robert de Groote" userId="2ce5265b-80a0-4fb8-a62a-8035e9b0c45a" providerId="ADAL" clId="{A80E4885-7617-4261-AD60-182D3446E97F}" dt="2025-09-30T14:15:46.688" v="4392" actId="47"/>
        <pc:sldMkLst>
          <pc:docMk/>
          <pc:sldMk cId="1201245537" sldId="327"/>
        </pc:sldMkLst>
      </pc:sldChg>
      <pc:sldChg chg="del">
        <pc:chgData name="Robert de Groote" userId="2ce5265b-80a0-4fb8-a62a-8035e9b0c45a" providerId="ADAL" clId="{A80E4885-7617-4261-AD60-182D3446E97F}" dt="2025-09-30T14:15:47.284" v="4393" actId="47"/>
        <pc:sldMkLst>
          <pc:docMk/>
          <pc:sldMk cId="1602030880" sldId="328"/>
        </pc:sldMkLst>
      </pc:sldChg>
      <pc:sldChg chg="del">
        <pc:chgData name="Robert de Groote" userId="2ce5265b-80a0-4fb8-a62a-8035e9b0c45a" providerId="ADAL" clId="{A80E4885-7617-4261-AD60-182D3446E97F}" dt="2025-09-30T14:15:47.782" v="4394" actId="47"/>
        <pc:sldMkLst>
          <pc:docMk/>
          <pc:sldMk cId="605099332" sldId="329"/>
        </pc:sldMkLst>
      </pc:sldChg>
      <pc:sldChg chg="del">
        <pc:chgData name="Robert de Groote" userId="2ce5265b-80a0-4fb8-a62a-8035e9b0c45a" providerId="ADAL" clId="{A80E4885-7617-4261-AD60-182D3446E97F}" dt="2025-09-30T14:15:48.267" v="4395" actId="47"/>
        <pc:sldMkLst>
          <pc:docMk/>
          <pc:sldMk cId="2385836993" sldId="330"/>
        </pc:sldMkLst>
      </pc:sldChg>
      <pc:sldChg chg="del">
        <pc:chgData name="Robert de Groote" userId="2ce5265b-80a0-4fb8-a62a-8035e9b0c45a" providerId="ADAL" clId="{A80E4885-7617-4261-AD60-182D3446E97F}" dt="2025-09-30T14:15:48.720" v="4396" actId="47"/>
        <pc:sldMkLst>
          <pc:docMk/>
          <pc:sldMk cId="1881606181" sldId="331"/>
        </pc:sldMkLst>
      </pc:sldChg>
      <pc:sldChg chg="del">
        <pc:chgData name="Robert de Groote" userId="2ce5265b-80a0-4fb8-a62a-8035e9b0c45a" providerId="ADAL" clId="{A80E4885-7617-4261-AD60-182D3446E97F}" dt="2025-09-30T14:15:49.173" v="4397" actId="47"/>
        <pc:sldMkLst>
          <pc:docMk/>
          <pc:sldMk cId="1772348016" sldId="332"/>
        </pc:sldMkLst>
      </pc:sldChg>
      <pc:sldChg chg="del">
        <pc:chgData name="Robert de Groote" userId="2ce5265b-80a0-4fb8-a62a-8035e9b0c45a" providerId="ADAL" clId="{A80E4885-7617-4261-AD60-182D3446E97F}" dt="2025-09-30T14:15:49.597" v="4398" actId="47"/>
        <pc:sldMkLst>
          <pc:docMk/>
          <pc:sldMk cId="589289974" sldId="333"/>
        </pc:sldMkLst>
      </pc:sldChg>
      <pc:sldChg chg="del">
        <pc:chgData name="Robert de Groote" userId="2ce5265b-80a0-4fb8-a62a-8035e9b0c45a" providerId="ADAL" clId="{A80E4885-7617-4261-AD60-182D3446E97F}" dt="2025-09-30T14:15:50.032" v="4399" actId="47"/>
        <pc:sldMkLst>
          <pc:docMk/>
          <pc:sldMk cId="3800434689" sldId="334"/>
        </pc:sldMkLst>
      </pc:sldChg>
      <pc:sldChg chg="del">
        <pc:chgData name="Robert de Groote" userId="2ce5265b-80a0-4fb8-a62a-8035e9b0c45a" providerId="ADAL" clId="{A80E4885-7617-4261-AD60-182D3446E97F}" dt="2025-09-30T14:15:50.485" v="4400" actId="47"/>
        <pc:sldMkLst>
          <pc:docMk/>
          <pc:sldMk cId="2581866764" sldId="335"/>
        </pc:sldMkLst>
      </pc:sldChg>
      <pc:sldChg chg="del">
        <pc:chgData name="Robert de Groote" userId="2ce5265b-80a0-4fb8-a62a-8035e9b0c45a" providerId="ADAL" clId="{A80E4885-7617-4261-AD60-182D3446E97F}" dt="2025-09-30T09:15:08.254" v="595" actId="47"/>
        <pc:sldMkLst>
          <pc:docMk/>
          <pc:sldMk cId="624253148" sldId="336"/>
        </pc:sldMkLst>
      </pc:sldChg>
      <pc:sldChg chg="del">
        <pc:chgData name="Robert de Groote" userId="2ce5265b-80a0-4fb8-a62a-8035e9b0c45a" providerId="ADAL" clId="{A80E4885-7617-4261-AD60-182D3446E97F}" dt="2025-09-30T14:15:58.047" v="4403" actId="47"/>
        <pc:sldMkLst>
          <pc:docMk/>
          <pc:sldMk cId="925106321" sldId="337"/>
        </pc:sldMkLst>
      </pc:sldChg>
      <pc:sldChg chg="del">
        <pc:chgData name="Robert de Groote" userId="2ce5265b-80a0-4fb8-a62a-8035e9b0c45a" providerId="ADAL" clId="{A80E4885-7617-4261-AD60-182D3446E97F}" dt="2025-09-30T09:15:08.332" v="596" actId="47"/>
        <pc:sldMkLst>
          <pc:docMk/>
          <pc:sldMk cId="2325599261" sldId="338"/>
        </pc:sldMkLst>
      </pc:sldChg>
      <pc:sldChg chg="del">
        <pc:chgData name="Robert de Groote" userId="2ce5265b-80a0-4fb8-a62a-8035e9b0c45a" providerId="ADAL" clId="{A80E4885-7617-4261-AD60-182D3446E97F}" dt="2025-09-30T09:15:04.224" v="591" actId="47"/>
        <pc:sldMkLst>
          <pc:docMk/>
          <pc:sldMk cId="921507329" sldId="340"/>
        </pc:sldMkLst>
      </pc:sldChg>
      <pc:sldChg chg="del">
        <pc:chgData name="Robert de Groote" userId="2ce5265b-80a0-4fb8-a62a-8035e9b0c45a" providerId="ADAL" clId="{A80E4885-7617-4261-AD60-182D3446E97F}" dt="2025-09-30T14:15:59.456" v="4406" actId="47"/>
        <pc:sldMkLst>
          <pc:docMk/>
          <pc:sldMk cId="229942939" sldId="344"/>
        </pc:sldMkLst>
      </pc:sldChg>
      <pc:sldChg chg="del">
        <pc:chgData name="Robert de Groote" userId="2ce5265b-80a0-4fb8-a62a-8035e9b0c45a" providerId="ADAL" clId="{A80E4885-7617-4261-AD60-182D3446E97F}" dt="2025-09-30T09:14:59.576" v="589" actId="47"/>
        <pc:sldMkLst>
          <pc:docMk/>
          <pc:sldMk cId="197475479" sldId="345"/>
        </pc:sldMkLst>
      </pc:sldChg>
      <pc:sldChg chg="del">
        <pc:chgData name="Robert de Groote" userId="2ce5265b-80a0-4fb8-a62a-8035e9b0c45a" providerId="ADAL" clId="{A80E4885-7617-4261-AD60-182D3446E97F}" dt="2025-09-30T09:15:05.808" v="592" actId="47"/>
        <pc:sldMkLst>
          <pc:docMk/>
          <pc:sldMk cId="171750379" sldId="346"/>
        </pc:sldMkLst>
      </pc:sldChg>
      <pc:sldChg chg="del">
        <pc:chgData name="Robert de Groote" userId="2ce5265b-80a0-4fb8-a62a-8035e9b0c45a" providerId="ADAL" clId="{A80E4885-7617-4261-AD60-182D3446E97F}" dt="2025-09-30T14:16:00.322" v="4407" actId="47"/>
        <pc:sldMkLst>
          <pc:docMk/>
          <pc:sldMk cId="908745008" sldId="347"/>
        </pc:sldMkLst>
      </pc:sldChg>
      <pc:sldChg chg="del">
        <pc:chgData name="Robert de Groote" userId="2ce5265b-80a0-4fb8-a62a-8035e9b0c45a" providerId="ADAL" clId="{A80E4885-7617-4261-AD60-182D3446E97F}" dt="2025-09-30T14:15:39.665" v="4381" actId="47"/>
        <pc:sldMkLst>
          <pc:docMk/>
          <pc:sldMk cId="1503212855" sldId="348"/>
        </pc:sldMkLst>
      </pc:sldChg>
      <pc:sldChg chg="del">
        <pc:chgData name="Robert de Groote" userId="2ce5265b-80a0-4fb8-a62a-8035e9b0c45a" providerId="ADAL" clId="{A80E4885-7617-4261-AD60-182D3446E97F}" dt="2025-09-30T09:15:01.320" v="590" actId="47"/>
        <pc:sldMkLst>
          <pc:docMk/>
          <pc:sldMk cId="2298626481" sldId="349"/>
        </pc:sldMkLst>
      </pc:sldChg>
      <pc:sldChg chg="modSp mod">
        <pc:chgData name="Robert de Groote" userId="2ce5265b-80a0-4fb8-a62a-8035e9b0c45a" providerId="ADAL" clId="{A80E4885-7617-4261-AD60-182D3446E97F}" dt="2025-10-06T07:55:53.050" v="67501" actId="20577"/>
        <pc:sldMkLst>
          <pc:docMk/>
          <pc:sldMk cId="2217708825" sldId="350"/>
        </pc:sldMkLst>
        <pc:spChg chg="mod">
          <ac:chgData name="Robert de Groote" userId="2ce5265b-80a0-4fb8-a62a-8035e9b0c45a" providerId="ADAL" clId="{A80E4885-7617-4261-AD60-182D3446E97F}" dt="2025-10-06T07:54:56.239" v="67426" actId="20577"/>
          <ac:spMkLst>
            <pc:docMk/>
            <pc:sldMk cId="2217708825" sldId="350"/>
            <ac:spMk id="2" creationId="{9DC0878B-6E5E-C53B-95A5-277DFDDAEFCC}"/>
          </ac:spMkLst>
        </pc:spChg>
        <pc:spChg chg="mod">
          <ac:chgData name="Robert de Groote" userId="2ce5265b-80a0-4fb8-a62a-8035e9b0c45a" providerId="ADAL" clId="{A80E4885-7617-4261-AD60-182D3446E97F}" dt="2025-10-06T07:55:53.050" v="67501" actId="20577"/>
          <ac:spMkLst>
            <pc:docMk/>
            <pc:sldMk cId="2217708825" sldId="350"/>
            <ac:spMk id="3" creationId="{85AA0638-4F04-41B7-017A-80FF09EEEEE1}"/>
          </ac:spMkLst>
        </pc:spChg>
      </pc:sldChg>
      <pc:sldChg chg="del">
        <pc:chgData name="Robert de Groote" userId="2ce5265b-80a0-4fb8-a62a-8035e9b0c45a" providerId="ADAL" clId="{A80E4885-7617-4261-AD60-182D3446E97F}" dt="2025-09-30T14:15:58.594" v="4404" actId="47"/>
        <pc:sldMkLst>
          <pc:docMk/>
          <pc:sldMk cId="122091193" sldId="354"/>
        </pc:sldMkLst>
      </pc:sldChg>
      <pc:sldChg chg="del">
        <pc:chgData name="Robert de Groote" userId="2ce5265b-80a0-4fb8-a62a-8035e9b0c45a" providerId="ADAL" clId="{A80E4885-7617-4261-AD60-182D3446E97F}" dt="2025-09-30T14:15:59.032" v="4405" actId="47"/>
        <pc:sldMkLst>
          <pc:docMk/>
          <pc:sldMk cId="2309664718" sldId="356"/>
        </pc:sldMkLst>
      </pc:sldChg>
      <pc:sldChg chg="del">
        <pc:chgData name="Robert de Groote" userId="2ce5265b-80a0-4fb8-a62a-8035e9b0c45a" providerId="ADAL" clId="{A80E4885-7617-4261-AD60-182D3446E97F}" dt="2025-09-30T09:15:16.926" v="600" actId="47"/>
        <pc:sldMkLst>
          <pc:docMk/>
          <pc:sldMk cId="4124433150" sldId="357"/>
        </pc:sldMkLst>
      </pc:sldChg>
      <pc:sldChg chg="del">
        <pc:chgData name="Robert de Groote" userId="2ce5265b-80a0-4fb8-a62a-8035e9b0c45a" providerId="ADAL" clId="{A80E4885-7617-4261-AD60-182D3446E97F}" dt="2025-09-30T09:15:08.141" v="594" actId="47"/>
        <pc:sldMkLst>
          <pc:docMk/>
          <pc:sldMk cId="2497514830" sldId="359"/>
        </pc:sldMkLst>
      </pc:sldChg>
      <pc:sldChg chg="addSp modSp new mod setBg setClrOvrMap">
        <pc:chgData name="Robert de Groote" userId="2ce5265b-80a0-4fb8-a62a-8035e9b0c45a" providerId="ADAL" clId="{A80E4885-7617-4261-AD60-182D3446E97F}" dt="2025-10-04T07:58:36.673" v="58222" actId="27636"/>
        <pc:sldMkLst>
          <pc:docMk/>
          <pc:sldMk cId="3217784013" sldId="360"/>
        </pc:sldMkLst>
        <pc:spChg chg="mod">
          <ac:chgData name="Robert de Groote" userId="2ce5265b-80a0-4fb8-a62a-8035e9b0c45a" providerId="ADAL" clId="{A80E4885-7617-4261-AD60-182D3446E97F}" dt="2025-09-30T09:11:55.350" v="365" actId="26606"/>
          <ac:spMkLst>
            <pc:docMk/>
            <pc:sldMk cId="3217784013" sldId="360"/>
            <ac:spMk id="2" creationId="{F9FF972C-5C2B-451E-F465-6B4A19358705}"/>
          </ac:spMkLst>
        </pc:spChg>
        <pc:spChg chg="mod">
          <ac:chgData name="Robert de Groote" userId="2ce5265b-80a0-4fb8-a62a-8035e9b0c45a" providerId="ADAL" clId="{A80E4885-7617-4261-AD60-182D3446E97F}" dt="2025-10-04T07:58:36.673" v="58222" actId="27636"/>
          <ac:spMkLst>
            <pc:docMk/>
            <pc:sldMk cId="3217784013" sldId="360"/>
            <ac:spMk id="3" creationId="{B3CEE79C-77C4-CFD6-DB93-4920799A7027}"/>
          </ac:spMkLst>
        </pc:spChg>
        <pc:spChg chg="add">
          <ac:chgData name="Robert de Groote" userId="2ce5265b-80a0-4fb8-a62a-8035e9b0c45a" providerId="ADAL" clId="{A80E4885-7617-4261-AD60-182D3446E97F}" dt="2025-09-30T09:11:55.350" v="365" actId="26606"/>
          <ac:spMkLst>
            <pc:docMk/>
            <pc:sldMk cId="3217784013" sldId="360"/>
            <ac:spMk id="11" creationId="{19F9BF86-FE94-4517-B97D-026C7515E589}"/>
          </ac:spMkLst>
        </pc:spChg>
        <pc:spChg chg="add">
          <ac:chgData name="Robert de Groote" userId="2ce5265b-80a0-4fb8-a62a-8035e9b0c45a" providerId="ADAL" clId="{A80E4885-7617-4261-AD60-182D3446E97F}" dt="2025-09-30T09:11:55.350" v="365" actId="26606"/>
          <ac:spMkLst>
            <pc:docMk/>
            <pc:sldMk cId="3217784013" sldId="360"/>
            <ac:spMk id="13" creationId="{9E9D00D9-C4F5-471E-BE2C-126CB112A6BD}"/>
          </ac:spMkLst>
        </pc:spChg>
        <pc:picChg chg="add">
          <ac:chgData name="Robert de Groote" userId="2ce5265b-80a0-4fb8-a62a-8035e9b0c45a" providerId="ADAL" clId="{A80E4885-7617-4261-AD60-182D3446E97F}" dt="2025-09-30T09:11:55.350" v="365" actId="26606"/>
          <ac:picMkLst>
            <pc:docMk/>
            <pc:sldMk cId="3217784013" sldId="360"/>
            <ac:picMk id="5" creationId="{6BCF905B-B888-7CB9-B60B-19CDD28C7CD9}"/>
          </ac:picMkLst>
        </pc:picChg>
        <pc:cxnChg chg="add">
          <ac:chgData name="Robert de Groote" userId="2ce5265b-80a0-4fb8-a62a-8035e9b0c45a" providerId="ADAL" clId="{A80E4885-7617-4261-AD60-182D3446E97F}" dt="2025-09-30T09:11:55.350" v="365" actId="26606"/>
          <ac:cxnSpMkLst>
            <pc:docMk/>
            <pc:sldMk cId="3217784013" sldId="360"/>
            <ac:cxnSpMk id="9" creationId="{118E06E4-607B-144B-382B-AD3D06B1EE8C}"/>
          </ac:cxnSpMkLst>
        </pc:cxnChg>
        <pc:cxnChg chg="add">
          <ac:chgData name="Robert de Groote" userId="2ce5265b-80a0-4fb8-a62a-8035e9b0c45a" providerId="ADAL" clId="{A80E4885-7617-4261-AD60-182D3446E97F}" dt="2025-09-30T09:11:55.350" v="365" actId="26606"/>
          <ac:cxnSpMkLst>
            <pc:docMk/>
            <pc:sldMk cId="3217784013" sldId="360"/>
            <ac:cxnSpMk id="15" creationId="{97CC2FE6-3AD0-4131-B4BC-1F4D65E25E13}"/>
          </ac:cxnSpMkLst>
        </pc:cxnChg>
      </pc:sldChg>
      <pc:sldChg chg="addSp delSp modSp add mod modAnim">
        <pc:chgData name="Robert de Groote" userId="2ce5265b-80a0-4fb8-a62a-8035e9b0c45a" providerId="ADAL" clId="{A80E4885-7617-4261-AD60-182D3446E97F}" dt="2025-10-07T06:16:12.301" v="67577"/>
        <pc:sldMkLst>
          <pc:docMk/>
          <pc:sldMk cId="58138784" sldId="361"/>
        </pc:sldMkLst>
      </pc:sldChg>
      <pc:sldChg chg="addSp delSp modSp add mod modAnim">
        <pc:chgData name="Robert de Groote" userId="2ce5265b-80a0-4fb8-a62a-8035e9b0c45a" providerId="ADAL" clId="{A80E4885-7617-4261-AD60-182D3446E97F}" dt="2025-10-06T06:53:50.998" v="66070" actId="27636"/>
        <pc:sldMkLst>
          <pc:docMk/>
          <pc:sldMk cId="1776324971" sldId="362"/>
        </pc:sldMkLst>
        <pc:spChg chg="mod">
          <ac:chgData name="Robert de Groote" userId="2ce5265b-80a0-4fb8-a62a-8035e9b0c45a" providerId="ADAL" clId="{A80E4885-7617-4261-AD60-182D3446E97F}" dt="2025-10-04T09:53:23.312" v="64450" actId="20577"/>
          <ac:spMkLst>
            <pc:docMk/>
            <pc:sldMk cId="1776324971" sldId="362"/>
            <ac:spMk id="2" creationId="{A9CA3233-DEA1-A406-1301-7747EA137011}"/>
          </ac:spMkLst>
        </pc:spChg>
        <pc:spChg chg="mod">
          <ac:chgData name="Robert de Groote" userId="2ce5265b-80a0-4fb8-a62a-8035e9b0c45a" providerId="ADAL" clId="{A80E4885-7617-4261-AD60-182D3446E97F}" dt="2025-10-06T06:53:50.998" v="66070" actId="27636"/>
          <ac:spMkLst>
            <pc:docMk/>
            <pc:sldMk cId="1776324971" sldId="362"/>
            <ac:spMk id="3" creationId="{93B2393B-4C42-8E5B-AB3F-357F5FA07E60}"/>
          </ac:spMkLst>
        </pc:spChg>
      </pc:sldChg>
      <pc:sldChg chg="addSp delSp modSp add mod modAnim">
        <pc:chgData name="Robert de Groote" userId="2ce5265b-80a0-4fb8-a62a-8035e9b0c45a" providerId="ADAL" clId="{A80E4885-7617-4261-AD60-182D3446E97F}" dt="2025-10-06T06:46:51.837" v="65966" actId="20577"/>
        <pc:sldMkLst>
          <pc:docMk/>
          <pc:sldMk cId="1640157868" sldId="363"/>
        </pc:sldMkLst>
      </pc:sldChg>
      <pc:sldChg chg="modSp add del mod">
        <pc:chgData name="Robert de Groote" userId="2ce5265b-80a0-4fb8-a62a-8035e9b0c45a" providerId="ADAL" clId="{A80E4885-7617-4261-AD60-182D3446E97F}" dt="2025-10-04T08:01:48.792" v="58358" actId="47"/>
        <pc:sldMkLst>
          <pc:docMk/>
          <pc:sldMk cId="1786051466" sldId="364"/>
        </pc:sldMkLst>
      </pc:sldChg>
      <pc:sldChg chg="addSp delSp modSp add mod modAnim">
        <pc:chgData name="Robert de Groote" userId="2ce5265b-80a0-4fb8-a62a-8035e9b0c45a" providerId="ADAL" clId="{A80E4885-7617-4261-AD60-182D3446E97F}" dt="2025-10-06T07:36:38.932" v="66737" actId="6549"/>
        <pc:sldMkLst>
          <pc:docMk/>
          <pc:sldMk cId="3300484350" sldId="365"/>
        </pc:sldMkLst>
      </pc:sldChg>
      <pc:sldChg chg="addSp delSp modSp add mod ord setBg">
        <pc:chgData name="Robert de Groote" userId="2ce5265b-80a0-4fb8-a62a-8035e9b0c45a" providerId="ADAL" clId="{A80E4885-7617-4261-AD60-182D3446E97F}" dt="2025-10-02T12:26:05.970" v="47304" actId="165"/>
        <pc:sldMkLst>
          <pc:docMk/>
          <pc:sldMk cId="2845271016" sldId="366"/>
        </pc:sldMkLst>
      </pc:sldChg>
      <pc:sldChg chg="addSp delSp modSp add mod ord addAnim delAnim modAnim">
        <pc:chgData name="Robert de Groote" userId="2ce5265b-80a0-4fb8-a62a-8035e9b0c45a" providerId="ADAL" clId="{A80E4885-7617-4261-AD60-182D3446E97F}" dt="2025-10-06T07:32:59.920" v="66725" actId="113"/>
        <pc:sldMkLst>
          <pc:docMk/>
          <pc:sldMk cId="439297240" sldId="367"/>
        </pc:sldMkLst>
      </pc:sldChg>
      <pc:sldChg chg="delSp modSp add del mod modTransition modAnim">
        <pc:chgData name="Robert de Groote" userId="2ce5265b-80a0-4fb8-a62a-8035e9b0c45a" providerId="ADAL" clId="{A80E4885-7617-4261-AD60-182D3446E97F}" dt="2025-10-02T11:24:46.231" v="43700" actId="47"/>
        <pc:sldMkLst>
          <pc:docMk/>
          <pc:sldMk cId="4210896862" sldId="368"/>
        </pc:sldMkLst>
      </pc:sldChg>
      <pc:sldChg chg="addSp delSp modSp add del mod modTransition addAnim delAnim modAnim">
        <pc:chgData name="Robert de Groote" userId="2ce5265b-80a0-4fb8-a62a-8035e9b0c45a" providerId="ADAL" clId="{A80E4885-7617-4261-AD60-182D3446E97F}" dt="2025-10-02T11:24:44.949" v="43699" actId="47"/>
        <pc:sldMkLst>
          <pc:docMk/>
          <pc:sldMk cId="1578598355" sldId="369"/>
        </pc:sldMkLst>
      </pc:sldChg>
      <pc:sldChg chg="addSp modSp add del mod modTransition">
        <pc:chgData name="Robert de Groote" userId="2ce5265b-80a0-4fb8-a62a-8035e9b0c45a" providerId="ADAL" clId="{A80E4885-7617-4261-AD60-182D3446E97F}" dt="2025-10-06T08:41:27.172" v="67569" actId="47"/>
        <pc:sldMkLst>
          <pc:docMk/>
          <pc:sldMk cId="533265391" sldId="370"/>
        </pc:sldMkLst>
      </pc:sldChg>
      <pc:sldChg chg="addSp delSp modSp add mod delAnim modAnim">
        <pc:chgData name="Robert de Groote" userId="2ce5265b-80a0-4fb8-a62a-8035e9b0c45a" providerId="ADAL" clId="{A80E4885-7617-4261-AD60-182D3446E97F}" dt="2025-10-06T08:09:55.884" v="67568"/>
        <pc:sldMkLst>
          <pc:docMk/>
          <pc:sldMk cId="140736398" sldId="371"/>
        </pc:sldMkLst>
      </pc:sldChg>
      <pc:sldChg chg="addSp delSp modSp add mod delAnim modAnim">
        <pc:chgData name="Robert de Groote" userId="2ce5265b-80a0-4fb8-a62a-8035e9b0c45a" providerId="ADAL" clId="{A80E4885-7617-4261-AD60-182D3446E97F}" dt="2025-10-06T07:31:13.142" v="66723"/>
        <pc:sldMkLst>
          <pc:docMk/>
          <pc:sldMk cId="1509747959" sldId="372"/>
        </pc:sldMkLst>
      </pc:sldChg>
      <pc:sldChg chg="addSp delSp modSp add mod modAnim">
        <pc:chgData name="Robert de Groote" userId="2ce5265b-80a0-4fb8-a62a-8035e9b0c45a" providerId="ADAL" clId="{A80E4885-7617-4261-AD60-182D3446E97F}" dt="2025-10-02T15:26:44.959" v="56474"/>
        <pc:sldMkLst>
          <pc:docMk/>
          <pc:sldMk cId="1594274757" sldId="373"/>
        </pc:sldMkLst>
      </pc:sldChg>
      <pc:sldChg chg="addSp delSp modSp add del mod modAnim">
        <pc:chgData name="Robert de Groote" userId="2ce5265b-80a0-4fb8-a62a-8035e9b0c45a" providerId="ADAL" clId="{A80E4885-7617-4261-AD60-182D3446E97F}" dt="2025-10-02T12:03:45.521" v="45404" actId="47"/>
        <pc:sldMkLst>
          <pc:docMk/>
          <pc:sldMk cId="947725191" sldId="374"/>
        </pc:sldMkLst>
      </pc:sldChg>
      <pc:sldChg chg="delSp add del mod modAnim">
        <pc:chgData name="Robert de Groote" userId="2ce5265b-80a0-4fb8-a62a-8035e9b0c45a" providerId="ADAL" clId="{A80E4885-7617-4261-AD60-182D3446E97F}" dt="2025-10-02T12:03:46.159" v="45405" actId="47"/>
        <pc:sldMkLst>
          <pc:docMk/>
          <pc:sldMk cId="1689465147" sldId="375"/>
        </pc:sldMkLst>
      </pc:sldChg>
      <pc:sldChg chg="addSp delSp modSp add del mod modTransition">
        <pc:chgData name="Robert de Groote" userId="2ce5265b-80a0-4fb8-a62a-8035e9b0c45a" providerId="ADAL" clId="{A80E4885-7617-4261-AD60-182D3446E97F}" dt="2025-10-02T12:03:46.817" v="45406" actId="47"/>
        <pc:sldMkLst>
          <pc:docMk/>
          <pc:sldMk cId="3815349466" sldId="376"/>
        </pc:sldMkLst>
      </pc:sldChg>
      <pc:sldChg chg="addSp delSp modSp add del mod modTransition">
        <pc:chgData name="Robert de Groote" userId="2ce5265b-80a0-4fb8-a62a-8035e9b0c45a" providerId="ADAL" clId="{A80E4885-7617-4261-AD60-182D3446E97F}" dt="2025-10-02T12:03:47.998" v="45408" actId="47"/>
        <pc:sldMkLst>
          <pc:docMk/>
          <pc:sldMk cId="3865284332" sldId="377"/>
        </pc:sldMkLst>
      </pc:sldChg>
      <pc:sldChg chg="addSp delSp modSp add del mod modTransition">
        <pc:chgData name="Robert de Groote" userId="2ce5265b-80a0-4fb8-a62a-8035e9b0c45a" providerId="ADAL" clId="{A80E4885-7617-4261-AD60-182D3446E97F}" dt="2025-10-01T14:10:55.101" v="9230" actId="47"/>
        <pc:sldMkLst>
          <pc:docMk/>
          <pc:sldMk cId="2959584396" sldId="378"/>
        </pc:sldMkLst>
      </pc:sldChg>
      <pc:sldChg chg="addSp delSp modSp add del mod modTransition modAnim">
        <pc:chgData name="Robert de Groote" userId="2ce5265b-80a0-4fb8-a62a-8035e9b0c45a" providerId="ADAL" clId="{A80E4885-7617-4261-AD60-182D3446E97F}" dt="2025-10-02T06:45:01.619" v="23122" actId="47"/>
        <pc:sldMkLst>
          <pc:docMk/>
          <pc:sldMk cId="3552068014" sldId="379"/>
        </pc:sldMkLst>
      </pc:sldChg>
      <pc:sldChg chg="addSp delSp modSp add del mod modTransition modAnim">
        <pc:chgData name="Robert de Groote" userId="2ce5265b-80a0-4fb8-a62a-8035e9b0c45a" providerId="ADAL" clId="{A80E4885-7617-4261-AD60-182D3446E97F}" dt="2025-10-01T14:09:55.283" v="9163" actId="47"/>
        <pc:sldMkLst>
          <pc:docMk/>
          <pc:sldMk cId="1781846835" sldId="380"/>
        </pc:sldMkLst>
      </pc:sldChg>
      <pc:sldChg chg="addSp delSp modSp add del mod modTransition modAnim">
        <pc:chgData name="Robert de Groote" userId="2ce5265b-80a0-4fb8-a62a-8035e9b0c45a" providerId="ADAL" clId="{A80E4885-7617-4261-AD60-182D3446E97F}" dt="2025-10-01T14:10:51.985" v="9229" actId="47"/>
        <pc:sldMkLst>
          <pc:docMk/>
          <pc:sldMk cId="2201172997" sldId="381"/>
        </pc:sldMkLst>
      </pc:sldChg>
      <pc:sldChg chg="addSp delSp modSp add del mod modTransition">
        <pc:chgData name="Robert de Groote" userId="2ce5265b-80a0-4fb8-a62a-8035e9b0c45a" providerId="ADAL" clId="{A80E4885-7617-4261-AD60-182D3446E97F}" dt="2025-10-01T14:10:56.059" v="9232" actId="47"/>
        <pc:sldMkLst>
          <pc:docMk/>
          <pc:sldMk cId="3662894952" sldId="382"/>
        </pc:sldMkLst>
      </pc:sldChg>
      <pc:sldChg chg="addSp delSp modSp add del mod modTransition modAnim">
        <pc:chgData name="Robert de Groote" userId="2ce5265b-80a0-4fb8-a62a-8035e9b0c45a" providerId="ADAL" clId="{A80E4885-7617-4261-AD60-182D3446E97F}" dt="2025-10-01T14:10:55.674" v="9231" actId="47"/>
        <pc:sldMkLst>
          <pc:docMk/>
          <pc:sldMk cId="334004405" sldId="383"/>
        </pc:sldMkLst>
      </pc:sldChg>
      <pc:sldChg chg="addSp delSp modSp add del mod">
        <pc:chgData name="Robert de Groote" userId="2ce5265b-80a0-4fb8-a62a-8035e9b0c45a" providerId="ADAL" clId="{A80E4885-7617-4261-AD60-182D3446E97F}" dt="2025-10-01T14:10:57.235" v="9233" actId="47"/>
        <pc:sldMkLst>
          <pc:docMk/>
          <pc:sldMk cId="1058047400" sldId="384"/>
        </pc:sldMkLst>
      </pc:sldChg>
      <pc:sldChg chg="addSp delSp modSp add del mod">
        <pc:chgData name="Robert de Groote" userId="2ce5265b-80a0-4fb8-a62a-8035e9b0c45a" providerId="ADAL" clId="{A80E4885-7617-4261-AD60-182D3446E97F}" dt="2025-10-01T14:10:57.903" v="9234" actId="47"/>
        <pc:sldMkLst>
          <pc:docMk/>
          <pc:sldMk cId="3512280033" sldId="385"/>
        </pc:sldMkLst>
      </pc:sldChg>
      <pc:sldChg chg="addSp delSp modSp add del mod">
        <pc:chgData name="Robert de Groote" userId="2ce5265b-80a0-4fb8-a62a-8035e9b0c45a" providerId="ADAL" clId="{A80E4885-7617-4261-AD60-182D3446E97F}" dt="2025-10-01T14:10:59.376" v="9235" actId="47"/>
        <pc:sldMkLst>
          <pc:docMk/>
          <pc:sldMk cId="4113526739" sldId="386"/>
        </pc:sldMkLst>
      </pc:sldChg>
      <pc:sldChg chg="addSp delSp modSp add del mod">
        <pc:chgData name="Robert de Groote" userId="2ce5265b-80a0-4fb8-a62a-8035e9b0c45a" providerId="ADAL" clId="{A80E4885-7617-4261-AD60-182D3446E97F}" dt="2025-10-01T14:11:00.707" v="9236" actId="47"/>
        <pc:sldMkLst>
          <pc:docMk/>
          <pc:sldMk cId="1756179961" sldId="387"/>
        </pc:sldMkLst>
      </pc:sldChg>
      <pc:sldChg chg="delSp modSp add del mod modTransition">
        <pc:chgData name="Robert de Groote" userId="2ce5265b-80a0-4fb8-a62a-8035e9b0c45a" providerId="ADAL" clId="{A80E4885-7617-4261-AD60-182D3446E97F}" dt="2025-10-02T12:04:25.686" v="45444" actId="47"/>
        <pc:sldMkLst>
          <pc:docMk/>
          <pc:sldMk cId="858887156" sldId="388"/>
        </pc:sldMkLst>
      </pc:sldChg>
      <pc:sldChg chg="modSp add del mod modTransition">
        <pc:chgData name="Robert de Groote" userId="2ce5265b-80a0-4fb8-a62a-8035e9b0c45a" providerId="ADAL" clId="{A80E4885-7617-4261-AD60-182D3446E97F}" dt="2025-10-02T12:04:26.209" v="45445" actId="47"/>
        <pc:sldMkLst>
          <pc:docMk/>
          <pc:sldMk cId="1157942849" sldId="389"/>
        </pc:sldMkLst>
      </pc:sldChg>
      <pc:sldChg chg="modSp add del mod">
        <pc:chgData name="Robert de Groote" userId="2ce5265b-80a0-4fb8-a62a-8035e9b0c45a" providerId="ADAL" clId="{A80E4885-7617-4261-AD60-182D3446E97F}" dt="2025-10-02T12:04:26.709" v="45446" actId="47"/>
        <pc:sldMkLst>
          <pc:docMk/>
          <pc:sldMk cId="3884463044" sldId="390"/>
        </pc:sldMkLst>
      </pc:sldChg>
      <pc:sldChg chg="modSp add del mod">
        <pc:chgData name="Robert de Groote" userId="2ce5265b-80a0-4fb8-a62a-8035e9b0c45a" providerId="ADAL" clId="{A80E4885-7617-4261-AD60-182D3446E97F}" dt="2025-10-02T12:04:27.765" v="45447" actId="47"/>
        <pc:sldMkLst>
          <pc:docMk/>
          <pc:sldMk cId="2719435108" sldId="391"/>
        </pc:sldMkLst>
      </pc:sldChg>
      <pc:sldChg chg="modSp add del mod">
        <pc:chgData name="Robert de Groote" userId="2ce5265b-80a0-4fb8-a62a-8035e9b0c45a" providerId="ADAL" clId="{A80E4885-7617-4261-AD60-182D3446E97F}" dt="2025-10-02T12:04:30.330" v="45448" actId="47"/>
        <pc:sldMkLst>
          <pc:docMk/>
          <pc:sldMk cId="2473038310" sldId="392"/>
        </pc:sldMkLst>
      </pc:sldChg>
      <pc:sldChg chg="addSp delSp modSp add del mod modTransition">
        <pc:chgData name="Robert de Groote" userId="2ce5265b-80a0-4fb8-a62a-8035e9b0c45a" providerId="ADAL" clId="{A80E4885-7617-4261-AD60-182D3446E97F}" dt="2025-10-02T12:03:49.058" v="45410" actId="47"/>
        <pc:sldMkLst>
          <pc:docMk/>
          <pc:sldMk cId="392383017" sldId="393"/>
        </pc:sldMkLst>
      </pc:sldChg>
      <pc:sldChg chg="delSp add del mod modTransition">
        <pc:chgData name="Robert de Groote" userId="2ce5265b-80a0-4fb8-a62a-8035e9b0c45a" providerId="ADAL" clId="{A80E4885-7617-4261-AD60-182D3446E97F}" dt="2025-10-02T12:03:50.115" v="45412" actId="47"/>
        <pc:sldMkLst>
          <pc:docMk/>
          <pc:sldMk cId="1899641765" sldId="394"/>
        </pc:sldMkLst>
      </pc:sldChg>
      <pc:sldChg chg="addSp delSp modSp add del mod modTransition">
        <pc:chgData name="Robert de Groote" userId="2ce5265b-80a0-4fb8-a62a-8035e9b0c45a" providerId="ADAL" clId="{A80E4885-7617-4261-AD60-182D3446E97F}" dt="2025-10-02T12:03:51.083" v="45414" actId="47"/>
        <pc:sldMkLst>
          <pc:docMk/>
          <pc:sldMk cId="2310992344" sldId="395"/>
        </pc:sldMkLst>
      </pc:sldChg>
      <pc:sldChg chg="addSp delSp modSp add del mod modTransition">
        <pc:chgData name="Robert de Groote" userId="2ce5265b-80a0-4fb8-a62a-8035e9b0c45a" providerId="ADAL" clId="{A80E4885-7617-4261-AD60-182D3446E97F}" dt="2025-10-02T12:03:52.176" v="45416" actId="47"/>
        <pc:sldMkLst>
          <pc:docMk/>
          <pc:sldMk cId="47022449" sldId="396"/>
        </pc:sldMkLst>
      </pc:sldChg>
      <pc:sldChg chg="delSp modSp add del mod modTransition">
        <pc:chgData name="Robert de Groote" userId="2ce5265b-80a0-4fb8-a62a-8035e9b0c45a" providerId="ADAL" clId="{A80E4885-7617-4261-AD60-182D3446E97F}" dt="2025-10-02T12:03:53.203" v="45418" actId="47"/>
        <pc:sldMkLst>
          <pc:docMk/>
          <pc:sldMk cId="919891299" sldId="397"/>
        </pc:sldMkLst>
      </pc:sldChg>
      <pc:sldChg chg="addSp delSp modSp add del mod modTransition">
        <pc:chgData name="Robert de Groote" userId="2ce5265b-80a0-4fb8-a62a-8035e9b0c45a" providerId="ADAL" clId="{A80E4885-7617-4261-AD60-182D3446E97F}" dt="2025-10-02T12:03:54.182" v="45420" actId="47"/>
        <pc:sldMkLst>
          <pc:docMk/>
          <pc:sldMk cId="47618648" sldId="398"/>
        </pc:sldMkLst>
      </pc:sldChg>
      <pc:sldChg chg="addSp delSp modSp add del mod modTransition">
        <pc:chgData name="Robert de Groote" userId="2ce5265b-80a0-4fb8-a62a-8035e9b0c45a" providerId="ADAL" clId="{A80E4885-7617-4261-AD60-182D3446E97F}" dt="2025-10-02T12:03:55.193" v="45422" actId="47"/>
        <pc:sldMkLst>
          <pc:docMk/>
          <pc:sldMk cId="3109615481" sldId="399"/>
        </pc:sldMkLst>
      </pc:sldChg>
      <pc:sldChg chg="delSp add del mod">
        <pc:chgData name="Robert de Groote" userId="2ce5265b-80a0-4fb8-a62a-8035e9b0c45a" providerId="ADAL" clId="{A80E4885-7617-4261-AD60-182D3446E97F}" dt="2025-10-01T14:21:19.511" v="12897" actId="47"/>
        <pc:sldMkLst>
          <pc:docMk/>
          <pc:sldMk cId="2743902060" sldId="400"/>
        </pc:sldMkLst>
      </pc:sldChg>
      <pc:sldChg chg="addSp delSp modSp add del mod modTransition">
        <pc:chgData name="Robert de Groote" userId="2ce5265b-80a0-4fb8-a62a-8035e9b0c45a" providerId="ADAL" clId="{A80E4885-7617-4261-AD60-182D3446E97F}" dt="2025-10-02T12:03:56.203" v="45424" actId="47"/>
        <pc:sldMkLst>
          <pc:docMk/>
          <pc:sldMk cId="3171680003" sldId="401"/>
        </pc:sldMkLst>
      </pc:sldChg>
      <pc:sldChg chg="addSp delSp modSp add del mod modTransition">
        <pc:chgData name="Robert de Groote" userId="2ce5265b-80a0-4fb8-a62a-8035e9b0c45a" providerId="ADAL" clId="{A80E4885-7617-4261-AD60-182D3446E97F}" dt="2025-10-02T12:03:57.831" v="45426" actId="47"/>
        <pc:sldMkLst>
          <pc:docMk/>
          <pc:sldMk cId="1366194615" sldId="402"/>
        </pc:sldMkLst>
      </pc:sldChg>
      <pc:sldChg chg="delSp add del mod">
        <pc:chgData name="Robert de Groote" userId="2ce5265b-80a0-4fb8-a62a-8035e9b0c45a" providerId="ADAL" clId="{A80E4885-7617-4261-AD60-182D3446E97F}" dt="2025-10-01T14:21:10.024" v="12896" actId="47"/>
        <pc:sldMkLst>
          <pc:docMk/>
          <pc:sldMk cId="39426439" sldId="403"/>
        </pc:sldMkLst>
      </pc:sldChg>
      <pc:sldChg chg="addSp delSp modSp add del mod modTransition">
        <pc:chgData name="Robert de Groote" userId="2ce5265b-80a0-4fb8-a62a-8035e9b0c45a" providerId="ADAL" clId="{A80E4885-7617-4261-AD60-182D3446E97F}" dt="2025-10-02T12:04:02.004" v="45428" actId="47"/>
        <pc:sldMkLst>
          <pc:docMk/>
          <pc:sldMk cId="3002388992" sldId="404"/>
        </pc:sldMkLst>
      </pc:sldChg>
      <pc:sldChg chg="addSp delSp modSp add del mod modTransition">
        <pc:chgData name="Robert de Groote" userId="2ce5265b-80a0-4fb8-a62a-8035e9b0c45a" providerId="ADAL" clId="{A80E4885-7617-4261-AD60-182D3446E97F}" dt="2025-10-02T12:04:03.165" v="45430" actId="47"/>
        <pc:sldMkLst>
          <pc:docMk/>
          <pc:sldMk cId="3017545864" sldId="405"/>
        </pc:sldMkLst>
      </pc:sldChg>
      <pc:sldChg chg="delSp add del mod">
        <pc:chgData name="Robert de Groote" userId="2ce5265b-80a0-4fb8-a62a-8035e9b0c45a" providerId="ADAL" clId="{A80E4885-7617-4261-AD60-182D3446E97F}" dt="2025-10-01T14:24:03.084" v="12898" actId="47"/>
        <pc:sldMkLst>
          <pc:docMk/>
          <pc:sldMk cId="1723248055" sldId="406"/>
        </pc:sldMkLst>
      </pc:sldChg>
      <pc:sldChg chg="addSp delSp modSp add del mod modTransition">
        <pc:chgData name="Robert de Groote" userId="2ce5265b-80a0-4fb8-a62a-8035e9b0c45a" providerId="ADAL" clId="{A80E4885-7617-4261-AD60-182D3446E97F}" dt="2025-10-02T12:04:04.302" v="45432" actId="47"/>
        <pc:sldMkLst>
          <pc:docMk/>
          <pc:sldMk cId="3534761021" sldId="407"/>
        </pc:sldMkLst>
      </pc:sldChg>
      <pc:sldChg chg="delSp add del mod">
        <pc:chgData name="Robert de Groote" userId="2ce5265b-80a0-4fb8-a62a-8035e9b0c45a" providerId="ADAL" clId="{A80E4885-7617-4261-AD60-182D3446E97F}" dt="2025-10-01T14:24:06.416" v="12899" actId="47"/>
        <pc:sldMkLst>
          <pc:docMk/>
          <pc:sldMk cId="4051374639" sldId="408"/>
        </pc:sldMkLst>
      </pc:sldChg>
      <pc:sldChg chg="addSp delSp modSp add del mod modTransition">
        <pc:chgData name="Robert de Groote" userId="2ce5265b-80a0-4fb8-a62a-8035e9b0c45a" providerId="ADAL" clId="{A80E4885-7617-4261-AD60-182D3446E97F}" dt="2025-10-02T12:04:05.729" v="45434" actId="47"/>
        <pc:sldMkLst>
          <pc:docMk/>
          <pc:sldMk cId="2408264442" sldId="409"/>
        </pc:sldMkLst>
      </pc:sldChg>
      <pc:sldChg chg="addSp delSp modSp add del mod modTransition">
        <pc:chgData name="Robert de Groote" userId="2ce5265b-80a0-4fb8-a62a-8035e9b0c45a" providerId="ADAL" clId="{A80E4885-7617-4261-AD60-182D3446E97F}" dt="2025-10-02T12:04:07.170" v="45436" actId="47"/>
        <pc:sldMkLst>
          <pc:docMk/>
          <pc:sldMk cId="1077705568" sldId="410"/>
        </pc:sldMkLst>
      </pc:sldChg>
      <pc:sldChg chg="addSp delSp modSp add del mod modTransition">
        <pc:chgData name="Robert de Groote" userId="2ce5265b-80a0-4fb8-a62a-8035e9b0c45a" providerId="ADAL" clId="{A80E4885-7617-4261-AD60-182D3446E97F}" dt="2025-10-02T12:04:08.640" v="45438" actId="47"/>
        <pc:sldMkLst>
          <pc:docMk/>
          <pc:sldMk cId="3707549288" sldId="411"/>
        </pc:sldMkLst>
      </pc:sldChg>
      <pc:sldChg chg="addSp delSp modSp add del mod modTransition">
        <pc:chgData name="Robert de Groote" userId="2ce5265b-80a0-4fb8-a62a-8035e9b0c45a" providerId="ADAL" clId="{A80E4885-7617-4261-AD60-182D3446E97F}" dt="2025-10-02T12:04:12.326" v="45440" actId="47"/>
        <pc:sldMkLst>
          <pc:docMk/>
          <pc:sldMk cId="1715806214" sldId="412"/>
        </pc:sldMkLst>
      </pc:sldChg>
      <pc:sldChg chg="addSp delSp modSp add del mod modTransition">
        <pc:chgData name="Robert de Groote" userId="2ce5265b-80a0-4fb8-a62a-8035e9b0c45a" providerId="ADAL" clId="{A80E4885-7617-4261-AD60-182D3446E97F}" dt="2025-10-02T12:04:13.621" v="45442" actId="47"/>
        <pc:sldMkLst>
          <pc:docMk/>
          <pc:sldMk cId="1233204330" sldId="413"/>
        </pc:sldMkLst>
      </pc:sldChg>
      <pc:sldChg chg="addSp delSp modSp add del mod modTransition modAnim">
        <pc:chgData name="Robert de Groote" userId="2ce5265b-80a0-4fb8-a62a-8035e9b0c45a" providerId="ADAL" clId="{A80E4885-7617-4261-AD60-182D3446E97F}" dt="2025-10-02T12:03:47.446" v="45407" actId="47"/>
        <pc:sldMkLst>
          <pc:docMk/>
          <pc:sldMk cId="2879541603" sldId="414"/>
        </pc:sldMkLst>
      </pc:sldChg>
      <pc:sldChg chg="addSp delSp modSp add del mod modTransition modAnim">
        <pc:chgData name="Robert de Groote" userId="2ce5265b-80a0-4fb8-a62a-8035e9b0c45a" providerId="ADAL" clId="{A80E4885-7617-4261-AD60-182D3446E97F}" dt="2025-10-02T12:03:48.557" v="45409" actId="47"/>
        <pc:sldMkLst>
          <pc:docMk/>
          <pc:sldMk cId="1661541399" sldId="415"/>
        </pc:sldMkLst>
      </pc:sldChg>
      <pc:sldChg chg="addSp delSp modSp add del mod modTransition modAnim">
        <pc:chgData name="Robert de Groote" userId="2ce5265b-80a0-4fb8-a62a-8035e9b0c45a" providerId="ADAL" clId="{A80E4885-7617-4261-AD60-182D3446E97F}" dt="2025-10-02T12:03:49.619" v="45411" actId="47"/>
        <pc:sldMkLst>
          <pc:docMk/>
          <pc:sldMk cId="801457581" sldId="416"/>
        </pc:sldMkLst>
      </pc:sldChg>
      <pc:sldChg chg="addSp delSp modSp add del mod modTransition modAnim">
        <pc:chgData name="Robert de Groote" userId="2ce5265b-80a0-4fb8-a62a-8035e9b0c45a" providerId="ADAL" clId="{A80E4885-7617-4261-AD60-182D3446E97F}" dt="2025-10-02T12:03:50.608" v="45413" actId="47"/>
        <pc:sldMkLst>
          <pc:docMk/>
          <pc:sldMk cId="3482328762" sldId="417"/>
        </pc:sldMkLst>
      </pc:sldChg>
      <pc:sldChg chg="addSp delSp modSp add del mod modTransition modAnim">
        <pc:chgData name="Robert de Groote" userId="2ce5265b-80a0-4fb8-a62a-8035e9b0c45a" providerId="ADAL" clId="{A80E4885-7617-4261-AD60-182D3446E97F}" dt="2025-10-02T12:03:51.644" v="45415" actId="47"/>
        <pc:sldMkLst>
          <pc:docMk/>
          <pc:sldMk cId="1196023889" sldId="418"/>
        </pc:sldMkLst>
      </pc:sldChg>
      <pc:sldChg chg="addSp delSp modSp add del mod modTransition modAnim">
        <pc:chgData name="Robert de Groote" userId="2ce5265b-80a0-4fb8-a62a-8035e9b0c45a" providerId="ADAL" clId="{A80E4885-7617-4261-AD60-182D3446E97F}" dt="2025-10-02T12:03:52.694" v="45417" actId="47"/>
        <pc:sldMkLst>
          <pc:docMk/>
          <pc:sldMk cId="3485982312" sldId="419"/>
        </pc:sldMkLst>
      </pc:sldChg>
      <pc:sldChg chg="addSp delSp modSp add del mod modTransition modAnim">
        <pc:chgData name="Robert de Groote" userId="2ce5265b-80a0-4fb8-a62a-8035e9b0c45a" providerId="ADAL" clId="{A80E4885-7617-4261-AD60-182D3446E97F}" dt="2025-10-02T12:03:53.691" v="45419" actId="47"/>
        <pc:sldMkLst>
          <pc:docMk/>
          <pc:sldMk cId="1823206833" sldId="420"/>
        </pc:sldMkLst>
      </pc:sldChg>
      <pc:sldChg chg="addSp delSp modSp add del mod modTransition modAnim">
        <pc:chgData name="Robert de Groote" userId="2ce5265b-80a0-4fb8-a62a-8035e9b0c45a" providerId="ADAL" clId="{A80E4885-7617-4261-AD60-182D3446E97F}" dt="2025-10-02T12:03:54.691" v="45421" actId="47"/>
        <pc:sldMkLst>
          <pc:docMk/>
          <pc:sldMk cId="2333284184" sldId="421"/>
        </pc:sldMkLst>
      </pc:sldChg>
      <pc:sldChg chg="addSp delSp modSp add del mod modTransition modAnim">
        <pc:chgData name="Robert de Groote" userId="2ce5265b-80a0-4fb8-a62a-8035e9b0c45a" providerId="ADAL" clId="{A80E4885-7617-4261-AD60-182D3446E97F}" dt="2025-10-02T12:03:55.693" v="45423" actId="47"/>
        <pc:sldMkLst>
          <pc:docMk/>
          <pc:sldMk cId="1074200121" sldId="422"/>
        </pc:sldMkLst>
      </pc:sldChg>
      <pc:sldChg chg="addSp delSp modSp add del mod modTransition modAnim">
        <pc:chgData name="Robert de Groote" userId="2ce5265b-80a0-4fb8-a62a-8035e9b0c45a" providerId="ADAL" clId="{A80E4885-7617-4261-AD60-182D3446E97F}" dt="2025-10-02T12:03:57.327" v="45425" actId="47"/>
        <pc:sldMkLst>
          <pc:docMk/>
          <pc:sldMk cId="1469294471" sldId="423"/>
        </pc:sldMkLst>
      </pc:sldChg>
      <pc:sldChg chg="addSp delSp modSp add del mod modTransition modAnim">
        <pc:chgData name="Robert de Groote" userId="2ce5265b-80a0-4fb8-a62a-8035e9b0c45a" providerId="ADAL" clId="{A80E4885-7617-4261-AD60-182D3446E97F}" dt="2025-10-02T12:03:58.486" v="45427" actId="47"/>
        <pc:sldMkLst>
          <pc:docMk/>
          <pc:sldMk cId="1577153534" sldId="424"/>
        </pc:sldMkLst>
      </pc:sldChg>
      <pc:sldChg chg="addSp delSp modSp add del mod modTransition modAnim">
        <pc:chgData name="Robert de Groote" userId="2ce5265b-80a0-4fb8-a62a-8035e9b0c45a" providerId="ADAL" clId="{A80E4885-7617-4261-AD60-182D3446E97F}" dt="2025-10-02T12:04:02.653" v="45429" actId="47"/>
        <pc:sldMkLst>
          <pc:docMk/>
          <pc:sldMk cId="1021801942" sldId="425"/>
        </pc:sldMkLst>
      </pc:sldChg>
      <pc:sldChg chg="addSp delSp modSp add del mod modTransition modAnim">
        <pc:chgData name="Robert de Groote" userId="2ce5265b-80a0-4fb8-a62a-8035e9b0c45a" providerId="ADAL" clId="{A80E4885-7617-4261-AD60-182D3446E97F}" dt="2025-10-02T12:04:03.740" v="45431" actId="47"/>
        <pc:sldMkLst>
          <pc:docMk/>
          <pc:sldMk cId="3494586592" sldId="426"/>
        </pc:sldMkLst>
      </pc:sldChg>
      <pc:sldChg chg="addSp delSp modSp add del mod modTransition modAnim">
        <pc:chgData name="Robert de Groote" userId="2ce5265b-80a0-4fb8-a62a-8035e9b0c45a" providerId="ADAL" clId="{A80E4885-7617-4261-AD60-182D3446E97F}" dt="2025-10-02T12:04:04.969" v="45433" actId="47"/>
        <pc:sldMkLst>
          <pc:docMk/>
          <pc:sldMk cId="3872787609" sldId="427"/>
        </pc:sldMkLst>
      </pc:sldChg>
      <pc:sldChg chg="addSp delSp modSp add del mod modTransition modAnim">
        <pc:chgData name="Robert de Groote" userId="2ce5265b-80a0-4fb8-a62a-8035e9b0c45a" providerId="ADAL" clId="{A80E4885-7617-4261-AD60-182D3446E97F}" dt="2025-10-02T12:04:06.350" v="45435" actId="47"/>
        <pc:sldMkLst>
          <pc:docMk/>
          <pc:sldMk cId="510445143" sldId="428"/>
        </pc:sldMkLst>
      </pc:sldChg>
      <pc:sldChg chg="addSp delSp modSp add del mod modTransition modAnim">
        <pc:chgData name="Robert de Groote" userId="2ce5265b-80a0-4fb8-a62a-8035e9b0c45a" providerId="ADAL" clId="{A80E4885-7617-4261-AD60-182D3446E97F}" dt="2025-10-02T12:04:07.621" v="45437" actId="47"/>
        <pc:sldMkLst>
          <pc:docMk/>
          <pc:sldMk cId="3039933545" sldId="429"/>
        </pc:sldMkLst>
      </pc:sldChg>
      <pc:sldChg chg="addSp delSp modSp add del mod modTransition modAnim">
        <pc:chgData name="Robert de Groote" userId="2ce5265b-80a0-4fb8-a62a-8035e9b0c45a" providerId="ADAL" clId="{A80E4885-7617-4261-AD60-182D3446E97F}" dt="2025-10-02T12:04:09.627" v="45439" actId="47"/>
        <pc:sldMkLst>
          <pc:docMk/>
          <pc:sldMk cId="1289583892" sldId="430"/>
        </pc:sldMkLst>
      </pc:sldChg>
      <pc:sldChg chg="addSp delSp modSp add del mod modTransition modAnim">
        <pc:chgData name="Robert de Groote" userId="2ce5265b-80a0-4fb8-a62a-8035e9b0c45a" providerId="ADAL" clId="{A80E4885-7617-4261-AD60-182D3446E97F}" dt="2025-10-02T12:04:13.012" v="45441" actId="47"/>
        <pc:sldMkLst>
          <pc:docMk/>
          <pc:sldMk cId="943899392" sldId="431"/>
        </pc:sldMkLst>
      </pc:sldChg>
      <pc:sldChg chg="addSp delSp modSp add del mod modTransition delAnim modAnim">
        <pc:chgData name="Robert de Groote" userId="2ce5265b-80a0-4fb8-a62a-8035e9b0c45a" providerId="ADAL" clId="{A80E4885-7617-4261-AD60-182D3446E97F}" dt="2025-10-02T12:04:14.754" v="45443" actId="47"/>
        <pc:sldMkLst>
          <pc:docMk/>
          <pc:sldMk cId="388992429" sldId="432"/>
        </pc:sldMkLst>
      </pc:sldChg>
      <pc:sldChg chg="addSp delSp modSp add del mod modTransition">
        <pc:chgData name="Robert de Groote" userId="2ce5265b-80a0-4fb8-a62a-8035e9b0c45a" providerId="ADAL" clId="{A80E4885-7617-4261-AD60-182D3446E97F}" dt="2025-10-02T15:04:39.522" v="56084" actId="47"/>
        <pc:sldMkLst>
          <pc:docMk/>
          <pc:sldMk cId="2924525485" sldId="433"/>
        </pc:sldMkLst>
      </pc:sldChg>
      <pc:sldChg chg="addSp delSp modSp add del mod modTransition modAnim">
        <pc:chgData name="Robert de Groote" userId="2ce5265b-80a0-4fb8-a62a-8035e9b0c45a" providerId="ADAL" clId="{A80E4885-7617-4261-AD60-182D3446E97F}" dt="2025-10-01T14:25:20.337" v="16013" actId="47"/>
        <pc:sldMkLst>
          <pc:docMk/>
          <pc:sldMk cId="3441633310" sldId="433"/>
        </pc:sldMkLst>
      </pc:sldChg>
      <pc:sldChg chg="addSp delSp modSp add del mod modTransition modAnim">
        <pc:chgData name="Robert de Groote" userId="2ce5265b-80a0-4fb8-a62a-8035e9b0c45a" providerId="ADAL" clId="{A80E4885-7617-4261-AD60-182D3446E97F}" dt="2025-10-01T17:17:18.829" v="17609" actId="47"/>
        <pc:sldMkLst>
          <pc:docMk/>
          <pc:sldMk cId="3959801168" sldId="434"/>
        </pc:sldMkLst>
      </pc:sldChg>
      <pc:sldChg chg="addSp delSp modSp add del mod modTransition modAnim">
        <pc:chgData name="Robert de Groote" userId="2ce5265b-80a0-4fb8-a62a-8035e9b0c45a" providerId="ADAL" clId="{A80E4885-7617-4261-AD60-182D3446E97F}" dt="2025-10-02T15:04:40.496" v="56086" actId="47"/>
        <pc:sldMkLst>
          <pc:docMk/>
          <pc:sldMk cId="2810634702" sldId="435"/>
        </pc:sldMkLst>
      </pc:sldChg>
      <pc:sldChg chg="addSp delSp modSp add del mod modTransition">
        <pc:chgData name="Robert de Groote" userId="2ce5265b-80a0-4fb8-a62a-8035e9b0c45a" providerId="ADAL" clId="{A80E4885-7617-4261-AD60-182D3446E97F}" dt="2025-10-02T15:04:42.590" v="56088" actId="47"/>
        <pc:sldMkLst>
          <pc:docMk/>
          <pc:sldMk cId="1821323383" sldId="436"/>
        </pc:sldMkLst>
      </pc:sldChg>
      <pc:sldChg chg="addSp delSp modSp add del mod modTransition modAnim">
        <pc:chgData name="Robert de Groote" userId="2ce5265b-80a0-4fb8-a62a-8035e9b0c45a" providerId="ADAL" clId="{A80E4885-7617-4261-AD60-182D3446E97F}" dt="2025-10-02T15:04:43.643" v="56090" actId="47"/>
        <pc:sldMkLst>
          <pc:docMk/>
          <pc:sldMk cId="3990351548" sldId="437"/>
        </pc:sldMkLst>
      </pc:sldChg>
      <pc:sldChg chg="addSp delSp modSp add del mod modTransition modAnim">
        <pc:chgData name="Robert de Groote" userId="2ce5265b-80a0-4fb8-a62a-8035e9b0c45a" providerId="ADAL" clId="{A80E4885-7617-4261-AD60-182D3446E97F}" dt="2025-10-02T15:04:44.710" v="56092" actId="47"/>
        <pc:sldMkLst>
          <pc:docMk/>
          <pc:sldMk cId="1198062294" sldId="438"/>
        </pc:sldMkLst>
      </pc:sldChg>
      <pc:sldChg chg="addSp delSp modSp add del mod">
        <pc:chgData name="Robert de Groote" userId="2ce5265b-80a0-4fb8-a62a-8035e9b0c45a" providerId="ADAL" clId="{A80E4885-7617-4261-AD60-182D3446E97F}" dt="2025-10-01T17:16:33.049" v="17608" actId="47"/>
        <pc:sldMkLst>
          <pc:docMk/>
          <pc:sldMk cId="3381089514" sldId="438"/>
        </pc:sldMkLst>
      </pc:sldChg>
      <pc:sldChg chg="addSp delSp modSp add del mod modTransition modAnim">
        <pc:chgData name="Robert de Groote" userId="2ce5265b-80a0-4fb8-a62a-8035e9b0c45a" providerId="ADAL" clId="{A80E4885-7617-4261-AD60-182D3446E97F}" dt="2025-10-02T15:04:45.689" v="56094" actId="47"/>
        <pc:sldMkLst>
          <pc:docMk/>
          <pc:sldMk cId="2902781242" sldId="439"/>
        </pc:sldMkLst>
      </pc:sldChg>
      <pc:sldChg chg="add del">
        <pc:chgData name="Robert de Groote" userId="2ce5265b-80a0-4fb8-a62a-8035e9b0c45a" providerId="ADAL" clId="{A80E4885-7617-4261-AD60-182D3446E97F}" dt="2025-10-01T17:16:30.144" v="17607" actId="47"/>
        <pc:sldMkLst>
          <pc:docMk/>
          <pc:sldMk cId="4049801727" sldId="439"/>
        </pc:sldMkLst>
      </pc:sldChg>
      <pc:sldChg chg="addSp delSp modSp add del mod modTransition">
        <pc:chgData name="Robert de Groote" userId="2ce5265b-80a0-4fb8-a62a-8035e9b0c45a" providerId="ADAL" clId="{A80E4885-7617-4261-AD60-182D3446E97F}" dt="2025-10-02T15:04:47.354" v="56096" actId="47"/>
        <pc:sldMkLst>
          <pc:docMk/>
          <pc:sldMk cId="3800176" sldId="440"/>
        </pc:sldMkLst>
      </pc:sldChg>
      <pc:sldChg chg="addSp delSp modSp add del mod">
        <pc:chgData name="Robert de Groote" userId="2ce5265b-80a0-4fb8-a62a-8035e9b0c45a" providerId="ADAL" clId="{A80E4885-7617-4261-AD60-182D3446E97F}" dt="2025-10-01T17:21:28.477" v="18877" actId="47"/>
        <pc:sldMkLst>
          <pc:docMk/>
          <pc:sldMk cId="3887928723" sldId="440"/>
        </pc:sldMkLst>
      </pc:sldChg>
      <pc:sldChg chg="delSp add del mod">
        <pc:chgData name="Robert de Groote" userId="2ce5265b-80a0-4fb8-a62a-8035e9b0c45a" providerId="ADAL" clId="{A80E4885-7617-4261-AD60-182D3446E97F}" dt="2025-10-01T17:21:30.012" v="18878" actId="47"/>
        <pc:sldMkLst>
          <pc:docMk/>
          <pc:sldMk cId="2091917075" sldId="441"/>
        </pc:sldMkLst>
      </pc:sldChg>
      <pc:sldChg chg="addSp delSp modSp add del mod modTransition modAnim">
        <pc:chgData name="Robert de Groote" userId="2ce5265b-80a0-4fb8-a62a-8035e9b0c45a" providerId="ADAL" clId="{A80E4885-7617-4261-AD60-182D3446E97F}" dt="2025-10-02T15:04:48.556" v="56098" actId="47"/>
        <pc:sldMkLst>
          <pc:docMk/>
          <pc:sldMk cId="2568352024" sldId="441"/>
        </pc:sldMkLst>
      </pc:sldChg>
      <pc:sldChg chg="addSp delSp modSp add del mod modTransition">
        <pc:chgData name="Robert de Groote" userId="2ce5265b-80a0-4fb8-a62a-8035e9b0c45a" providerId="ADAL" clId="{A80E4885-7617-4261-AD60-182D3446E97F}" dt="2025-10-02T15:04:49.779" v="56100" actId="47"/>
        <pc:sldMkLst>
          <pc:docMk/>
          <pc:sldMk cId="2809431813" sldId="442"/>
        </pc:sldMkLst>
      </pc:sldChg>
      <pc:sldChg chg="addSp delSp modSp add del mod modTransition modAnim">
        <pc:chgData name="Robert de Groote" userId="2ce5265b-80a0-4fb8-a62a-8035e9b0c45a" providerId="ADAL" clId="{A80E4885-7617-4261-AD60-182D3446E97F}" dt="2025-10-02T15:04:51.014" v="56102" actId="47"/>
        <pc:sldMkLst>
          <pc:docMk/>
          <pc:sldMk cId="1740605395" sldId="443"/>
        </pc:sldMkLst>
      </pc:sldChg>
      <pc:sldChg chg="addSp delSp modSp add del mod modTransition">
        <pc:chgData name="Robert de Groote" userId="2ce5265b-80a0-4fb8-a62a-8035e9b0c45a" providerId="ADAL" clId="{A80E4885-7617-4261-AD60-182D3446E97F}" dt="2025-10-02T15:04:52.242" v="56104" actId="47"/>
        <pc:sldMkLst>
          <pc:docMk/>
          <pc:sldMk cId="2033636364" sldId="444"/>
        </pc:sldMkLst>
      </pc:sldChg>
      <pc:sldChg chg="addSp delSp modSp add del mod modTransition modAnim">
        <pc:chgData name="Robert de Groote" userId="2ce5265b-80a0-4fb8-a62a-8035e9b0c45a" providerId="ADAL" clId="{A80E4885-7617-4261-AD60-182D3446E97F}" dt="2025-10-02T15:04:53.361" v="56106" actId="47"/>
        <pc:sldMkLst>
          <pc:docMk/>
          <pc:sldMk cId="2330332331" sldId="445"/>
        </pc:sldMkLst>
      </pc:sldChg>
      <pc:sldChg chg="addSp delSp modSp add del mod modTransition">
        <pc:chgData name="Robert de Groote" userId="2ce5265b-80a0-4fb8-a62a-8035e9b0c45a" providerId="ADAL" clId="{A80E4885-7617-4261-AD60-182D3446E97F}" dt="2025-10-02T15:04:55.525" v="56108" actId="47"/>
        <pc:sldMkLst>
          <pc:docMk/>
          <pc:sldMk cId="3345838907" sldId="446"/>
        </pc:sldMkLst>
      </pc:sldChg>
      <pc:sldChg chg="addSp delSp modSp add del mod modTransition modAnim">
        <pc:chgData name="Robert de Groote" userId="2ce5265b-80a0-4fb8-a62a-8035e9b0c45a" providerId="ADAL" clId="{A80E4885-7617-4261-AD60-182D3446E97F}" dt="2025-10-02T15:04:38.841" v="56083" actId="47"/>
        <pc:sldMkLst>
          <pc:docMk/>
          <pc:sldMk cId="271876931" sldId="447"/>
        </pc:sldMkLst>
      </pc:sldChg>
      <pc:sldChg chg="addSp delSp modSp add del mod modTransition modAnim">
        <pc:chgData name="Robert de Groote" userId="2ce5265b-80a0-4fb8-a62a-8035e9b0c45a" providerId="ADAL" clId="{A80E4885-7617-4261-AD60-182D3446E97F}" dt="2025-10-02T15:04:40.057" v="56085" actId="47"/>
        <pc:sldMkLst>
          <pc:docMk/>
          <pc:sldMk cId="3420596772" sldId="448"/>
        </pc:sldMkLst>
      </pc:sldChg>
      <pc:sldChg chg="addSp delSp modSp add del mod modTransition modAnim">
        <pc:chgData name="Robert de Groote" userId="2ce5265b-80a0-4fb8-a62a-8035e9b0c45a" providerId="ADAL" clId="{A80E4885-7617-4261-AD60-182D3446E97F}" dt="2025-10-02T15:04:41.230" v="56087" actId="47"/>
        <pc:sldMkLst>
          <pc:docMk/>
          <pc:sldMk cId="3146889343" sldId="449"/>
        </pc:sldMkLst>
      </pc:sldChg>
      <pc:sldChg chg="addSp delSp modSp add del mod modTransition modAnim">
        <pc:chgData name="Robert de Groote" userId="2ce5265b-80a0-4fb8-a62a-8035e9b0c45a" providerId="ADAL" clId="{A80E4885-7617-4261-AD60-182D3446E97F}" dt="2025-10-02T15:04:43.185" v="56089" actId="47"/>
        <pc:sldMkLst>
          <pc:docMk/>
          <pc:sldMk cId="3940807488" sldId="450"/>
        </pc:sldMkLst>
      </pc:sldChg>
      <pc:sldChg chg="addSp delSp modSp add del mod modTransition modAnim">
        <pc:chgData name="Robert de Groote" userId="2ce5265b-80a0-4fb8-a62a-8035e9b0c45a" providerId="ADAL" clId="{A80E4885-7617-4261-AD60-182D3446E97F}" dt="2025-10-02T15:04:44.134" v="56091" actId="47"/>
        <pc:sldMkLst>
          <pc:docMk/>
          <pc:sldMk cId="203244963" sldId="451"/>
        </pc:sldMkLst>
      </pc:sldChg>
      <pc:sldChg chg="addSp delSp modSp add del mod modTransition modAnim">
        <pc:chgData name="Robert de Groote" userId="2ce5265b-80a0-4fb8-a62a-8035e9b0c45a" providerId="ADAL" clId="{A80E4885-7617-4261-AD60-182D3446E97F}" dt="2025-10-02T15:04:45.194" v="56093" actId="47"/>
        <pc:sldMkLst>
          <pc:docMk/>
          <pc:sldMk cId="2968483438" sldId="452"/>
        </pc:sldMkLst>
      </pc:sldChg>
      <pc:sldChg chg="addSp delSp modSp add del mod modTransition modAnim">
        <pc:chgData name="Robert de Groote" userId="2ce5265b-80a0-4fb8-a62a-8035e9b0c45a" providerId="ADAL" clId="{A80E4885-7617-4261-AD60-182D3446E97F}" dt="2025-10-02T15:04:46.308" v="56095" actId="47"/>
        <pc:sldMkLst>
          <pc:docMk/>
          <pc:sldMk cId="2720566819" sldId="453"/>
        </pc:sldMkLst>
      </pc:sldChg>
      <pc:sldChg chg="addSp delSp modSp add del mod modTransition modAnim">
        <pc:chgData name="Robert de Groote" userId="2ce5265b-80a0-4fb8-a62a-8035e9b0c45a" providerId="ADAL" clId="{A80E4885-7617-4261-AD60-182D3446E97F}" dt="2025-10-02T15:04:47.959" v="56097" actId="47"/>
        <pc:sldMkLst>
          <pc:docMk/>
          <pc:sldMk cId="417345438" sldId="454"/>
        </pc:sldMkLst>
      </pc:sldChg>
      <pc:sldChg chg="addSp delSp modSp add del mod modTransition modAnim">
        <pc:chgData name="Robert de Groote" userId="2ce5265b-80a0-4fb8-a62a-8035e9b0c45a" providerId="ADAL" clId="{A80E4885-7617-4261-AD60-182D3446E97F}" dt="2025-10-02T15:04:49.175" v="56099" actId="47"/>
        <pc:sldMkLst>
          <pc:docMk/>
          <pc:sldMk cId="3509445186" sldId="455"/>
        </pc:sldMkLst>
      </pc:sldChg>
      <pc:sldChg chg="addSp delSp modSp add del mod modTransition modAnim">
        <pc:chgData name="Robert de Groote" userId="2ce5265b-80a0-4fb8-a62a-8035e9b0c45a" providerId="ADAL" clId="{A80E4885-7617-4261-AD60-182D3446E97F}" dt="2025-10-02T15:04:50.373" v="56101" actId="47"/>
        <pc:sldMkLst>
          <pc:docMk/>
          <pc:sldMk cId="1542827173" sldId="456"/>
        </pc:sldMkLst>
      </pc:sldChg>
      <pc:sldChg chg="addSp delSp modSp add del mod modTransition modAnim">
        <pc:chgData name="Robert de Groote" userId="2ce5265b-80a0-4fb8-a62a-8035e9b0c45a" providerId="ADAL" clId="{A80E4885-7617-4261-AD60-182D3446E97F}" dt="2025-10-02T15:04:51.707" v="56103" actId="47"/>
        <pc:sldMkLst>
          <pc:docMk/>
          <pc:sldMk cId="2582196716" sldId="457"/>
        </pc:sldMkLst>
      </pc:sldChg>
      <pc:sldChg chg="addSp delSp modSp add del mod modTransition modAnim">
        <pc:chgData name="Robert de Groote" userId="2ce5265b-80a0-4fb8-a62a-8035e9b0c45a" providerId="ADAL" clId="{A80E4885-7617-4261-AD60-182D3446E97F}" dt="2025-10-02T15:04:52.768" v="56105" actId="47"/>
        <pc:sldMkLst>
          <pc:docMk/>
          <pc:sldMk cId="1769200701" sldId="458"/>
        </pc:sldMkLst>
      </pc:sldChg>
      <pc:sldChg chg="addSp delSp modSp add del mod modTransition delAnim modAnim">
        <pc:chgData name="Robert de Groote" userId="2ce5265b-80a0-4fb8-a62a-8035e9b0c45a" providerId="ADAL" clId="{A80E4885-7617-4261-AD60-182D3446E97F}" dt="2025-10-02T15:04:53.938" v="56107" actId="47"/>
        <pc:sldMkLst>
          <pc:docMk/>
          <pc:sldMk cId="689399911" sldId="459"/>
        </pc:sldMkLst>
      </pc:sldChg>
      <pc:sldChg chg="addSp modSp add del mod setBg">
        <pc:chgData name="Robert de Groote" userId="2ce5265b-80a0-4fb8-a62a-8035e9b0c45a" providerId="ADAL" clId="{A80E4885-7617-4261-AD60-182D3446E97F}" dt="2025-10-02T07:08:58.494" v="24411" actId="47"/>
        <pc:sldMkLst>
          <pc:docMk/>
          <pc:sldMk cId="1993069747" sldId="460"/>
        </pc:sldMkLst>
      </pc:sldChg>
      <pc:sldChg chg="addSp delSp modSp add del mod">
        <pc:chgData name="Robert de Groote" userId="2ce5265b-80a0-4fb8-a62a-8035e9b0c45a" providerId="ADAL" clId="{A80E4885-7617-4261-AD60-182D3446E97F}" dt="2025-10-01T17:30:54.048" v="22594" actId="2696"/>
        <pc:sldMkLst>
          <pc:docMk/>
          <pc:sldMk cId="2185055194" sldId="460"/>
        </pc:sldMkLst>
      </pc:sldChg>
      <pc:sldChg chg="addSp delSp modSp add mod ord modAnim">
        <pc:chgData name="Robert de Groote" userId="2ce5265b-80a0-4fb8-a62a-8035e9b0c45a" providerId="ADAL" clId="{A80E4885-7617-4261-AD60-182D3446E97F}" dt="2025-10-06T07:43:22.655" v="66826"/>
        <pc:sldMkLst>
          <pc:docMk/>
          <pc:sldMk cId="3735806064" sldId="461"/>
        </pc:sldMkLst>
      </pc:sldChg>
      <pc:sldChg chg="add del">
        <pc:chgData name="Robert de Groote" userId="2ce5265b-80a0-4fb8-a62a-8035e9b0c45a" providerId="ADAL" clId="{A80E4885-7617-4261-AD60-182D3446E97F}" dt="2025-10-02T07:39:41.455" v="31626" actId="47"/>
        <pc:sldMkLst>
          <pc:docMk/>
          <pc:sldMk cId="2571514020" sldId="462"/>
        </pc:sldMkLst>
      </pc:sldChg>
      <pc:sldChg chg="addSp delSp modSp add mod delAnim modAnim">
        <pc:chgData name="Robert de Groote" userId="2ce5265b-80a0-4fb8-a62a-8035e9b0c45a" providerId="ADAL" clId="{A80E4885-7617-4261-AD60-182D3446E97F}" dt="2025-10-06T07:01:07.357" v="66101"/>
        <pc:sldMkLst>
          <pc:docMk/>
          <pc:sldMk cId="2498272695" sldId="463"/>
        </pc:sldMkLst>
      </pc:sldChg>
      <pc:sldChg chg="addSp delSp modSp add del mod">
        <pc:chgData name="Robert de Groote" userId="2ce5265b-80a0-4fb8-a62a-8035e9b0c45a" providerId="ADAL" clId="{A80E4885-7617-4261-AD60-182D3446E97F}" dt="2025-10-02T07:20:53.354" v="26890" actId="47"/>
        <pc:sldMkLst>
          <pc:docMk/>
          <pc:sldMk cId="2795419021" sldId="463"/>
        </pc:sldMkLst>
      </pc:sldChg>
      <pc:sldChg chg="add del">
        <pc:chgData name="Robert de Groote" userId="2ce5265b-80a0-4fb8-a62a-8035e9b0c45a" providerId="ADAL" clId="{A80E4885-7617-4261-AD60-182D3446E97F}" dt="2025-10-02T07:55:02.857" v="33560" actId="47"/>
        <pc:sldMkLst>
          <pc:docMk/>
          <pc:sldMk cId="7543583" sldId="464"/>
        </pc:sldMkLst>
      </pc:sldChg>
      <pc:sldChg chg="addSp delSp modSp add mod addAnim delAnim modAnim">
        <pc:chgData name="Robert de Groote" userId="2ce5265b-80a0-4fb8-a62a-8035e9b0c45a" providerId="ADAL" clId="{A80E4885-7617-4261-AD60-182D3446E97F}" dt="2025-10-02T08:18:32.202" v="34105" actId="6549"/>
        <pc:sldMkLst>
          <pc:docMk/>
          <pc:sldMk cId="3145782038" sldId="464"/>
        </pc:sldMkLst>
      </pc:sldChg>
      <pc:sldChg chg="addSp delSp modSp add del mod">
        <pc:chgData name="Robert de Groote" userId="2ce5265b-80a0-4fb8-a62a-8035e9b0c45a" providerId="ADAL" clId="{A80E4885-7617-4261-AD60-182D3446E97F}" dt="2025-10-02T07:20:44.901" v="26889" actId="2890"/>
        <pc:sldMkLst>
          <pc:docMk/>
          <pc:sldMk cId="4064231558" sldId="464"/>
        </pc:sldMkLst>
      </pc:sldChg>
      <pc:sldChg chg="add del">
        <pc:chgData name="Robert de Groote" userId="2ce5265b-80a0-4fb8-a62a-8035e9b0c45a" providerId="ADAL" clId="{A80E4885-7617-4261-AD60-182D3446E97F}" dt="2025-10-02T07:20:36.227" v="26832" actId="2890"/>
        <pc:sldMkLst>
          <pc:docMk/>
          <pc:sldMk cId="1207171535" sldId="465"/>
        </pc:sldMkLst>
      </pc:sldChg>
      <pc:sldChg chg="addSp delSp modSp add del mod delAnim modAnim">
        <pc:chgData name="Robert de Groote" userId="2ce5265b-80a0-4fb8-a62a-8035e9b0c45a" providerId="ADAL" clId="{A80E4885-7617-4261-AD60-182D3446E97F}" dt="2025-10-02T15:04:38.083" v="56082" actId="47"/>
        <pc:sldMkLst>
          <pc:docMk/>
          <pc:sldMk cId="2140548838" sldId="465"/>
        </pc:sldMkLst>
      </pc:sldChg>
      <pc:sldChg chg="add del">
        <pc:chgData name="Robert de Groote" userId="2ce5265b-80a0-4fb8-a62a-8035e9b0c45a" providerId="ADAL" clId="{A80E4885-7617-4261-AD60-182D3446E97F}" dt="2025-10-02T12:03:44.902" v="45403" actId="47"/>
        <pc:sldMkLst>
          <pc:docMk/>
          <pc:sldMk cId="1545531443" sldId="466"/>
        </pc:sldMkLst>
      </pc:sldChg>
      <pc:sldChg chg="addSp delSp modSp add mod modAnim">
        <pc:chgData name="Robert de Groote" userId="2ce5265b-80a0-4fb8-a62a-8035e9b0c45a" providerId="ADAL" clId="{A80E4885-7617-4261-AD60-182D3446E97F}" dt="2025-10-02T12:07:37.917" v="45491"/>
        <pc:sldMkLst>
          <pc:docMk/>
          <pc:sldMk cId="484350752" sldId="467"/>
        </pc:sldMkLst>
      </pc:sldChg>
      <pc:sldChg chg="addSp delSp modSp add mod delAnim modAnim">
        <pc:chgData name="Robert de Groote" userId="2ce5265b-80a0-4fb8-a62a-8035e9b0c45a" providerId="ADAL" clId="{A80E4885-7617-4261-AD60-182D3446E97F}" dt="2025-10-02T12:07:49.555" v="45493"/>
        <pc:sldMkLst>
          <pc:docMk/>
          <pc:sldMk cId="191869445" sldId="468"/>
        </pc:sldMkLst>
      </pc:sldChg>
      <pc:sldChg chg="add del modAnim">
        <pc:chgData name="Robert de Groote" userId="2ce5265b-80a0-4fb8-a62a-8035e9b0c45a" providerId="ADAL" clId="{A80E4885-7617-4261-AD60-182D3446E97F}" dt="2025-10-02T09:03:07.759" v="38684" actId="47"/>
        <pc:sldMkLst>
          <pc:docMk/>
          <pc:sldMk cId="933162871" sldId="468"/>
        </pc:sldMkLst>
      </pc:sldChg>
      <pc:sldChg chg="add del modAnim">
        <pc:chgData name="Robert de Groote" userId="2ce5265b-80a0-4fb8-a62a-8035e9b0c45a" providerId="ADAL" clId="{A80E4885-7617-4261-AD60-182D3446E97F}" dt="2025-10-02T09:06:04.612" v="38710" actId="47"/>
        <pc:sldMkLst>
          <pc:docMk/>
          <pc:sldMk cId="2507203339" sldId="468"/>
        </pc:sldMkLst>
      </pc:sldChg>
      <pc:sldChg chg="add del modAnim">
        <pc:chgData name="Robert de Groote" userId="2ce5265b-80a0-4fb8-a62a-8035e9b0c45a" providerId="ADAL" clId="{A80E4885-7617-4261-AD60-182D3446E97F}" dt="2025-10-02T09:03:59.269" v="38695" actId="47"/>
        <pc:sldMkLst>
          <pc:docMk/>
          <pc:sldMk cId="3090518208" sldId="468"/>
        </pc:sldMkLst>
      </pc:sldChg>
      <pc:sldChg chg="add del">
        <pc:chgData name="Robert de Groote" userId="2ce5265b-80a0-4fb8-a62a-8035e9b0c45a" providerId="ADAL" clId="{A80E4885-7617-4261-AD60-182D3446E97F}" dt="2025-10-02T09:12:11.477" v="38773" actId="47"/>
        <pc:sldMkLst>
          <pc:docMk/>
          <pc:sldMk cId="3979330759" sldId="468"/>
        </pc:sldMkLst>
      </pc:sldChg>
      <pc:sldChg chg="addSp delSp modSp add mod delAnim modAnim">
        <pc:chgData name="Robert de Groote" userId="2ce5265b-80a0-4fb8-a62a-8035e9b0c45a" providerId="ADAL" clId="{A80E4885-7617-4261-AD60-182D3446E97F}" dt="2025-10-02T12:07:53.940" v="45494"/>
        <pc:sldMkLst>
          <pc:docMk/>
          <pc:sldMk cId="3176271683" sldId="469"/>
        </pc:sldMkLst>
      </pc:sldChg>
      <pc:sldChg chg="modSp add del mod">
        <pc:chgData name="Robert de Groote" userId="2ce5265b-80a0-4fb8-a62a-8035e9b0c45a" providerId="ADAL" clId="{A80E4885-7617-4261-AD60-182D3446E97F}" dt="2025-10-02T14:01:32.368" v="49650" actId="47"/>
        <pc:sldMkLst>
          <pc:docMk/>
          <pc:sldMk cId="646784790" sldId="470"/>
        </pc:sldMkLst>
      </pc:sldChg>
      <pc:sldChg chg="modSp add del mod">
        <pc:chgData name="Robert de Groote" userId="2ce5265b-80a0-4fb8-a62a-8035e9b0c45a" providerId="ADAL" clId="{A80E4885-7617-4261-AD60-182D3446E97F}" dt="2025-10-02T09:35:12.149" v="39963" actId="47"/>
        <pc:sldMkLst>
          <pc:docMk/>
          <pc:sldMk cId="3004140005" sldId="470"/>
        </pc:sldMkLst>
      </pc:sldChg>
      <pc:sldChg chg="addSp delSp modSp add del mod modAnim">
        <pc:chgData name="Robert de Groote" userId="2ce5265b-80a0-4fb8-a62a-8035e9b0c45a" providerId="ADAL" clId="{A80E4885-7617-4261-AD60-182D3446E97F}" dt="2025-10-02T13:47:46.814" v="49287" actId="47"/>
        <pc:sldMkLst>
          <pc:docMk/>
          <pc:sldMk cId="928098422" sldId="471"/>
        </pc:sldMkLst>
      </pc:sldChg>
      <pc:sldChg chg="addSp modSp add mod modAnim">
        <pc:chgData name="Robert de Groote" userId="2ce5265b-80a0-4fb8-a62a-8035e9b0c45a" providerId="ADAL" clId="{A80E4885-7617-4261-AD60-182D3446E97F}" dt="2025-10-02T10:59:54.928" v="40981"/>
        <pc:sldMkLst>
          <pc:docMk/>
          <pc:sldMk cId="338391106" sldId="472"/>
        </pc:sldMkLst>
      </pc:sldChg>
      <pc:sldChg chg="addSp delSp modSp add mod modAnim">
        <pc:chgData name="Robert de Groote" userId="2ce5265b-80a0-4fb8-a62a-8035e9b0c45a" providerId="ADAL" clId="{A80E4885-7617-4261-AD60-182D3446E97F}" dt="2025-10-02T17:28:47.181" v="57384" actId="108"/>
        <pc:sldMkLst>
          <pc:docMk/>
          <pc:sldMk cId="1623293382" sldId="473"/>
        </pc:sldMkLst>
      </pc:sldChg>
      <pc:sldChg chg="addSp delSp modSp add mod delAnim modAnim">
        <pc:chgData name="Robert de Groote" userId="2ce5265b-80a0-4fb8-a62a-8035e9b0c45a" providerId="ADAL" clId="{A80E4885-7617-4261-AD60-182D3446E97F}" dt="2025-10-06T07:44:43.488" v="66842" actId="20577"/>
        <pc:sldMkLst>
          <pc:docMk/>
          <pc:sldMk cId="2555969768" sldId="474"/>
        </pc:sldMkLst>
      </pc:sldChg>
      <pc:sldChg chg="addSp delSp modSp add mod addAnim delAnim modAnim">
        <pc:chgData name="Robert de Groote" userId="2ce5265b-80a0-4fb8-a62a-8035e9b0c45a" providerId="ADAL" clId="{A80E4885-7617-4261-AD60-182D3446E97F}" dt="2025-10-04T17:07:31.695" v="65825" actId="20577"/>
        <pc:sldMkLst>
          <pc:docMk/>
          <pc:sldMk cId="797766501" sldId="475"/>
        </pc:sldMkLst>
      </pc:sldChg>
      <pc:sldChg chg="modSp add mod modAnim">
        <pc:chgData name="Robert de Groote" userId="2ce5265b-80a0-4fb8-a62a-8035e9b0c45a" providerId="ADAL" clId="{A80E4885-7617-4261-AD60-182D3446E97F}" dt="2025-10-06T07:50:27.761" v="66948"/>
        <pc:sldMkLst>
          <pc:docMk/>
          <pc:sldMk cId="3490490884" sldId="476"/>
        </pc:sldMkLst>
      </pc:sldChg>
      <pc:sldChg chg="delSp modSp add del mod">
        <pc:chgData name="Robert de Groote" userId="2ce5265b-80a0-4fb8-a62a-8035e9b0c45a" providerId="ADAL" clId="{A80E4885-7617-4261-AD60-182D3446E97F}" dt="2025-10-02T14:25:30.440" v="54942" actId="47"/>
        <pc:sldMkLst>
          <pc:docMk/>
          <pc:sldMk cId="3577799136" sldId="477"/>
        </pc:sldMkLst>
      </pc:sldChg>
      <pc:sldChg chg="addSp delSp modSp add mod delAnim modAnim">
        <pc:chgData name="Robert de Groote" userId="2ce5265b-80a0-4fb8-a62a-8035e9b0c45a" providerId="ADAL" clId="{A80E4885-7617-4261-AD60-182D3446E97F}" dt="2025-10-02T12:07:58.192" v="45495"/>
        <pc:sldMkLst>
          <pc:docMk/>
          <pc:sldMk cId="1676613042" sldId="478"/>
        </pc:sldMkLst>
      </pc:sldChg>
      <pc:sldChg chg="addSp delSp modSp add mod delAnim modAnim">
        <pc:chgData name="Robert de Groote" userId="2ce5265b-80a0-4fb8-a62a-8035e9b0c45a" providerId="ADAL" clId="{A80E4885-7617-4261-AD60-182D3446E97F}" dt="2025-10-02T12:08:02.157" v="45496"/>
        <pc:sldMkLst>
          <pc:docMk/>
          <pc:sldMk cId="3191291971" sldId="479"/>
        </pc:sldMkLst>
      </pc:sldChg>
      <pc:sldChg chg="addSp delSp modSp add mod delAnim modAnim">
        <pc:chgData name="Robert de Groote" userId="2ce5265b-80a0-4fb8-a62a-8035e9b0c45a" providerId="ADAL" clId="{A80E4885-7617-4261-AD60-182D3446E97F}" dt="2025-10-02T12:08:06.194" v="45497"/>
        <pc:sldMkLst>
          <pc:docMk/>
          <pc:sldMk cId="3846291906" sldId="480"/>
        </pc:sldMkLst>
      </pc:sldChg>
      <pc:sldChg chg="addSp delSp modSp add mod delAnim modAnim">
        <pc:chgData name="Robert de Groote" userId="2ce5265b-80a0-4fb8-a62a-8035e9b0c45a" providerId="ADAL" clId="{A80E4885-7617-4261-AD60-182D3446E97F}" dt="2025-10-02T12:08:10.457" v="45498"/>
        <pc:sldMkLst>
          <pc:docMk/>
          <pc:sldMk cId="3700234355" sldId="481"/>
        </pc:sldMkLst>
      </pc:sldChg>
      <pc:sldChg chg="addSp delSp modSp add mod delAnim modAnim">
        <pc:chgData name="Robert de Groote" userId="2ce5265b-80a0-4fb8-a62a-8035e9b0c45a" providerId="ADAL" clId="{A80E4885-7617-4261-AD60-182D3446E97F}" dt="2025-10-02T12:08:16.078" v="45499"/>
        <pc:sldMkLst>
          <pc:docMk/>
          <pc:sldMk cId="2673710704" sldId="482"/>
        </pc:sldMkLst>
      </pc:sldChg>
      <pc:sldChg chg="addSp delSp modSp add mod delAnim modAnim">
        <pc:chgData name="Robert de Groote" userId="2ce5265b-80a0-4fb8-a62a-8035e9b0c45a" providerId="ADAL" clId="{A80E4885-7617-4261-AD60-182D3446E97F}" dt="2025-10-02T12:08:21.698" v="45501"/>
        <pc:sldMkLst>
          <pc:docMk/>
          <pc:sldMk cId="3999291087" sldId="483"/>
        </pc:sldMkLst>
      </pc:sldChg>
      <pc:sldChg chg="addSp delSp modSp add mod delAnim modAnim">
        <pc:chgData name="Robert de Groote" userId="2ce5265b-80a0-4fb8-a62a-8035e9b0c45a" providerId="ADAL" clId="{A80E4885-7617-4261-AD60-182D3446E97F}" dt="2025-10-02T15:18:32.163" v="56383"/>
        <pc:sldMkLst>
          <pc:docMk/>
          <pc:sldMk cId="2946768823" sldId="484"/>
        </pc:sldMkLst>
      </pc:sldChg>
      <pc:sldChg chg="addSp delSp modSp add mod delAnim modAnim">
        <pc:chgData name="Robert de Groote" userId="2ce5265b-80a0-4fb8-a62a-8035e9b0c45a" providerId="ADAL" clId="{A80E4885-7617-4261-AD60-182D3446E97F}" dt="2025-10-06T07:38:29.986" v="66740"/>
        <pc:sldMkLst>
          <pc:docMk/>
          <pc:sldMk cId="36371801" sldId="485"/>
        </pc:sldMkLst>
      </pc:sldChg>
      <pc:sldChg chg="addSp delSp modSp add mod modTransition">
        <pc:chgData name="Robert de Groote" userId="2ce5265b-80a0-4fb8-a62a-8035e9b0c45a" providerId="ADAL" clId="{A80E4885-7617-4261-AD60-182D3446E97F}" dt="2025-10-02T12:27:18.432" v="47512"/>
        <pc:sldMkLst>
          <pc:docMk/>
          <pc:sldMk cId="2035247848" sldId="486"/>
        </pc:sldMkLst>
      </pc:sldChg>
      <pc:sldChg chg="addSp modSp add mod modTransition modAnim">
        <pc:chgData name="Robert de Groote" userId="2ce5265b-80a0-4fb8-a62a-8035e9b0c45a" providerId="ADAL" clId="{A80E4885-7617-4261-AD60-182D3446E97F}" dt="2025-10-02T12:28:15.522" v="47574"/>
        <pc:sldMkLst>
          <pc:docMk/>
          <pc:sldMk cId="3891022420" sldId="487"/>
        </pc:sldMkLst>
      </pc:sldChg>
      <pc:sldChg chg="addSp delSp modSp add mod modTransition delAnim modAnim">
        <pc:chgData name="Robert de Groote" userId="2ce5265b-80a0-4fb8-a62a-8035e9b0c45a" providerId="ADAL" clId="{A80E4885-7617-4261-AD60-182D3446E97F}" dt="2025-10-02T13:08:28.887" v="48282" actId="20577"/>
        <pc:sldMkLst>
          <pc:docMk/>
          <pc:sldMk cId="3897517976" sldId="488"/>
        </pc:sldMkLst>
      </pc:sldChg>
      <pc:sldChg chg="addSp delSp modSp add mod modTransition delAnim modAnim">
        <pc:chgData name="Robert de Groote" userId="2ce5265b-80a0-4fb8-a62a-8035e9b0c45a" providerId="ADAL" clId="{A80E4885-7617-4261-AD60-182D3446E97F}" dt="2025-10-02T12:36:59.800" v="47986"/>
        <pc:sldMkLst>
          <pc:docMk/>
          <pc:sldMk cId="1109558419" sldId="489"/>
        </pc:sldMkLst>
      </pc:sldChg>
      <pc:sldChg chg="addSp modSp add del mod modTransition modAnim">
        <pc:chgData name="Robert de Groote" userId="2ce5265b-80a0-4fb8-a62a-8035e9b0c45a" providerId="ADAL" clId="{A80E4885-7617-4261-AD60-182D3446E97F}" dt="2025-10-02T12:34:36.439" v="47952" actId="47"/>
        <pc:sldMkLst>
          <pc:docMk/>
          <pc:sldMk cId="1368538201" sldId="489"/>
        </pc:sldMkLst>
      </pc:sldChg>
      <pc:sldChg chg="add del ord">
        <pc:chgData name="Robert de Groote" userId="2ce5265b-80a0-4fb8-a62a-8035e9b0c45a" providerId="ADAL" clId="{A80E4885-7617-4261-AD60-182D3446E97F}" dt="2025-10-02T14:23:59.413" v="54939" actId="47"/>
        <pc:sldMkLst>
          <pc:docMk/>
          <pc:sldMk cId="203083536" sldId="490"/>
        </pc:sldMkLst>
      </pc:sldChg>
      <pc:sldChg chg="addSp delSp modSp add mod modAnim">
        <pc:chgData name="Robert de Groote" userId="2ce5265b-80a0-4fb8-a62a-8035e9b0c45a" providerId="ADAL" clId="{A80E4885-7617-4261-AD60-182D3446E97F}" dt="2025-10-02T15:28:03.370" v="56482"/>
        <pc:sldMkLst>
          <pc:docMk/>
          <pc:sldMk cId="3334462605" sldId="491"/>
        </pc:sldMkLst>
      </pc:sldChg>
      <pc:sldChg chg="addSp delSp modSp add mod modAnim">
        <pc:chgData name="Robert de Groote" userId="2ce5265b-80a0-4fb8-a62a-8035e9b0c45a" providerId="ADAL" clId="{A80E4885-7617-4261-AD60-182D3446E97F}" dt="2025-10-02T17:31:19.535" v="57445"/>
        <pc:sldMkLst>
          <pc:docMk/>
          <pc:sldMk cId="1221816728" sldId="492"/>
        </pc:sldMkLst>
      </pc:sldChg>
      <pc:sldChg chg="addSp delSp modSp add mod modAnim">
        <pc:chgData name="Robert de Groote" userId="2ce5265b-80a0-4fb8-a62a-8035e9b0c45a" providerId="ADAL" clId="{A80E4885-7617-4261-AD60-182D3446E97F}" dt="2025-10-02T17:32:35.278" v="57490"/>
        <pc:sldMkLst>
          <pc:docMk/>
          <pc:sldMk cId="3547698706" sldId="493"/>
        </pc:sldMkLst>
      </pc:sldChg>
      <pc:sldChg chg="addSp modSp add mod modAnim">
        <pc:chgData name="Robert de Groote" userId="2ce5265b-80a0-4fb8-a62a-8035e9b0c45a" providerId="ADAL" clId="{A80E4885-7617-4261-AD60-182D3446E97F}" dt="2025-10-02T17:32:57.771" v="57491"/>
        <pc:sldMkLst>
          <pc:docMk/>
          <pc:sldMk cId="3459538472" sldId="494"/>
        </pc:sldMkLst>
      </pc:sldChg>
      <pc:sldChg chg="addSp delSp modSp add mod modAnim">
        <pc:chgData name="Robert de Groote" userId="2ce5265b-80a0-4fb8-a62a-8035e9b0c45a" providerId="ADAL" clId="{A80E4885-7617-4261-AD60-182D3446E97F}" dt="2025-10-02T17:32:59.936" v="57492"/>
        <pc:sldMkLst>
          <pc:docMk/>
          <pc:sldMk cId="3365416913" sldId="495"/>
        </pc:sldMkLst>
      </pc:sldChg>
      <pc:sldChg chg="addSp delSp modSp add mod delAnim modAnim">
        <pc:chgData name="Robert de Groote" userId="2ce5265b-80a0-4fb8-a62a-8035e9b0c45a" providerId="ADAL" clId="{A80E4885-7617-4261-AD60-182D3446E97F}" dt="2025-10-02T15:11:40.603" v="56201"/>
        <pc:sldMkLst>
          <pc:docMk/>
          <pc:sldMk cId="1062304565" sldId="496"/>
        </pc:sldMkLst>
      </pc:sldChg>
      <pc:sldChg chg="add del">
        <pc:chgData name="Robert de Groote" userId="2ce5265b-80a0-4fb8-a62a-8035e9b0c45a" providerId="ADAL" clId="{A80E4885-7617-4261-AD60-182D3446E97F}" dt="2025-10-02T15:04:37.452" v="56081" actId="47"/>
        <pc:sldMkLst>
          <pc:docMk/>
          <pc:sldMk cId="3272431170" sldId="497"/>
        </pc:sldMkLst>
      </pc:sldChg>
      <pc:sldChg chg="addSp delSp modSp add mod delAnim modAnim">
        <pc:chgData name="Robert de Groote" userId="2ce5265b-80a0-4fb8-a62a-8035e9b0c45a" providerId="ADAL" clId="{A80E4885-7617-4261-AD60-182D3446E97F}" dt="2025-10-02T15:11:19.769" v="56192"/>
        <pc:sldMkLst>
          <pc:docMk/>
          <pc:sldMk cId="4144168035" sldId="498"/>
        </pc:sldMkLst>
      </pc:sldChg>
      <pc:sldChg chg="addSp delSp modSp add mod modAnim">
        <pc:chgData name="Robert de Groote" userId="2ce5265b-80a0-4fb8-a62a-8035e9b0c45a" providerId="ADAL" clId="{A80E4885-7617-4261-AD60-182D3446E97F}" dt="2025-10-02T15:11:03.548" v="56189"/>
        <pc:sldMkLst>
          <pc:docMk/>
          <pc:sldMk cId="3325958185" sldId="499"/>
        </pc:sldMkLst>
      </pc:sldChg>
      <pc:sldChg chg="addSp delSp modSp add mod modAnim">
        <pc:chgData name="Robert de Groote" userId="2ce5265b-80a0-4fb8-a62a-8035e9b0c45a" providerId="ADAL" clId="{A80E4885-7617-4261-AD60-182D3446E97F}" dt="2025-10-02T15:12:15.955" v="56219"/>
        <pc:sldMkLst>
          <pc:docMk/>
          <pc:sldMk cId="4153473619" sldId="500"/>
        </pc:sldMkLst>
      </pc:sldChg>
      <pc:sldChg chg="addSp delSp modSp add mod delAnim modAnim">
        <pc:chgData name="Robert de Groote" userId="2ce5265b-80a0-4fb8-a62a-8035e9b0c45a" providerId="ADAL" clId="{A80E4885-7617-4261-AD60-182D3446E97F}" dt="2025-10-02T15:12:17.551" v="56222"/>
        <pc:sldMkLst>
          <pc:docMk/>
          <pc:sldMk cId="1780847539" sldId="501"/>
        </pc:sldMkLst>
      </pc:sldChg>
      <pc:sldChg chg="addSp delSp modSp add mod delAnim modAnim">
        <pc:chgData name="Robert de Groote" userId="2ce5265b-80a0-4fb8-a62a-8035e9b0c45a" providerId="ADAL" clId="{A80E4885-7617-4261-AD60-182D3446E97F}" dt="2025-10-02T15:12:19.242" v="56225"/>
        <pc:sldMkLst>
          <pc:docMk/>
          <pc:sldMk cId="4094080864" sldId="502"/>
        </pc:sldMkLst>
      </pc:sldChg>
      <pc:sldChg chg="addSp delSp modSp add mod delAnim modAnim">
        <pc:chgData name="Robert de Groote" userId="2ce5265b-80a0-4fb8-a62a-8035e9b0c45a" providerId="ADAL" clId="{A80E4885-7617-4261-AD60-182D3446E97F}" dt="2025-10-02T15:12:20.204" v="56228"/>
        <pc:sldMkLst>
          <pc:docMk/>
          <pc:sldMk cId="743721620" sldId="503"/>
        </pc:sldMkLst>
      </pc:sldChg>
      <pc:sldChg chg="addSp delSp modSp add mod delAnim modAnim">
        <pc:chgData name="Robert de Groote" userId="2ce5265b-80a0-4fb8-a62a-8035e9b0c45a" providerId="ADAL" clId="{A80E4885-7617-4261-AD60-182D3446E97F}" dt="2025-10-02T15:16:28.019" v="56372"/>
        <pc:sldMkLst>
          <pc:docMk/>
          <pc:sldMk cId="2922899732" sldId="504"/>
        </pc:sldMkLst>
      </pc:sldChg>
      <pc:sldChg chg="addSp delSp modSp add mod delAnim modAnim">
        <pc:chgData name="Robert de Groote" userId="2ce5265b-80a0-4fb8-a62a-8035e9b0c45a" providerId="ADAL" clId="{A80E4885-7617-4261-AD60-182D3446E97F}" dt="2025-10-06T07:35:25.529" v="66727"/>
        <pc:sldMkLst>
          <pc:docMk/>
          <pc:sldMk cId="1580636197" sldId="505"/>
        </pc:sldMkLst>
      </pc:sldChg>
      <pc:sldChg chg="addSp delSp modSp add mod modAnim">
        <pc:chgData name="Robert de Groote" userId="2ce5265b-80a0-4fb8-a62a-8035e9b0c45a" providerId="ADAL" clId="{A80E4885-7617-4261-AD60-182D3446E97F}" dt="2025-10-06T07:38:14.108" v="66738"/>
        <pc:sldMkLst>
          <pc:docMk/>
          <pc:sldMk cId="2538113380" sldId="506"/>
        </pc:sldMkLst>
      </pc:sldChg>
      <pc:sldChg chg="addSp delSp modSp add mod modAnim">
        <pc:chgData name="Robert de Groote" userId="2ce5265b-80a0-4fb8-a62a-8035e9b0c45a" providerId="ADAL" clId="{A80E4885-7617-4261-AD60-182D3446E97F}" dt="2025-10-06T06:44:52.979" v="65951"/>
        <pc:sldMkLst>
          <pc:docMk/>
          <pc:sldMk cId="1107382519" sldId="507"/>
        </pc:sldMkLst>
      </pc:sldChg>
      <pc:sldChg chg="addSp delSp modSp add mod modAnim">
        <pc:chgData name="Robert de Groote" userId="2ce5265b-80a0-4fb8-a62a-8035e9b0c45a" providerId="ADAL" clId="{A80E4885-7617-4261-AD60-182D3446E97F}" dt="2025-10-06T06:53:05.229" v="66060" actId="1076"/>
        <pc:sldMkLst>
          <pc:docMk/>
          <pc:sldMk cId="706863497" sldId="508"/>
        </pc:sldMkLst>
      </pc:sldChg>
      <pc:sldChg chg="addSp delSp modSp add mod delAnim modAnim">
        <pc:chgData name="Robert de Groote" userId="2ce5265b-80a0-4fb8-a62a-8035e9b0c45a" providerId="ADAL" clId="{A80E4885-7617-4261-AD60-182D3446E97F}" dt="2025-10-06T08:08:53.855" v="67523" actId="6549"/>
        <pc:sldMkLst>
          <pc:docMk/>
          <pc:sldMk cId="2259316608" sldId="509"/>
        </pc:sldMkLst>
      </pc:sldChg>
      <pc:sldChg chg="addSp delSp modSp add mod modTransition delAnim modAnim">
        <pc:chgData name="Robert de Groote" userId="2ce5265b-80a0-4fb8-a62a-8035e9b0c45a" providerId="ADAL" clId="{A80E4885-7617-4261-AD60-182D3446E97F}" dt="2025-10-06T07:41:18.942" v="66809"/>
        <pc:sldMkLst>
          <pc:docMk/>
          <pc:sldMk cId="3793040073" sldId="510"/>
        </pc:sldMkLst>
      </pc:sldChg>
      <pc:sldChg chg="modSp add mod">
        <pc:chgData name="Robert de Groote" userId="2ce5265b-80a0-4fb8-a62a-8035e9b0c45a" providerId="ADAL" clId="{A80E4885-7617-4261-AD60-182D3446E97F}" dt="2025-10-06T07:54:45.091" v="67390" actId="20577"/>
        <pc:sldMkLst>
          <pc:docMk/>
          <pc:sldMk cId="2486690223" sldId="511"/>
        </pc:sldMkLst>
      </pc:sldChg>
      <pc:sldChg chg="addSp delSp modSp new del mod ord modClrScheme chgLayout">
        <pc:chgData name="Robert de Groote" userId="2ce5265b-80a0-4fb8-a62a-8035e9b0c45a" providerId="ADAL" clId="{A80E4885-7617-4261-AD60-182D3446E97F}" dt="2025-10-07T07:57:45.545" v="67580" actId="47"/>
        <pc:sldMkLst>
          <pc:docMk/>
          <pc:sldMk cId="3009215867" sldId="512"/>
        </pc:sldMkLst>
      </pc:sldChg>
    </pc:docChg>
  </pc:docChgLst>
  <pc:docChgLst>
    <pc:chgData name="Robert de Groote" userId="2ce5265b-80a0-4fb8-a62a-8035e9b0c45a" providerId="ADAL" clId="{34A32566-AAE7-4C94-968D-A2374AC9D33F}"/>
    <pc:docChg chg="custSel addSld modSld">
      <pc:chgData name="Robert de Groote" userId="2ce5265b-80a0-4fb8-a62a-8035e9b0c45a" providerId="ADAL" clId="{34A32566-AAE7-4C94-968D-A2374AC9D33F}" dt="2025-07-16T15:11:29.046" v="3083" actId="20577"/>
      <pc:docMkLst>
        <pc:docMk/>
      </pc:docMkLst>
      <pc:sldChg chg="modSp mod">
        <pc:chgData name="Robert de Groote" userId="2ce5265b-80a0-4fb8-a62a-8035e9b0c45a" providerId="ADAL" clId="{34A32566-AAE7-4C94-968D-A2374AC9D33F}" dt="2025-07-16T14:26:14.979" v="1783"/>
        <pc:sldMkLst>
          <pc:docMk/>
          <pc:sldMk cId="4016192962" sldId="264"/>
        </pc:sldMkLst>
      </pc:sldChg>
      <pc:sldChg chg="modSp mod">
        <pc:chgData name="Robert de Groote" userId="2ce5265b-80a0-4fb8-a62a-8035e9b0c45a" providerId="ADAL" clId="{34A32566-AAE7-4C94-968D-A2374AC9D33F}" dt="2025-07-16T14:37:59.325" v="2199" actId="20577"/>
        <pc:sldMkLst>
          <pc:docMk/>
          <pc:sldMk cId="3021126975" sldId="265"/>
        </pc:sldMkLst>
      </pc:sldChg>
      <pc:sldChg chg="modSp add mod">
        <pc:chgData name="Robert de Groote" userId="2ce5265b-80a0-4fb8-a62a-8035e9b0c45a" providerId="ADAL" clId="{34A32566-AAE7-4C94-968D-A2374AC9D33F}" dt="2025-07-16T14:43:43.852" v="2597" actId="20577"/>
        <pc:sldMkLst>
          <pc:docMk/>
          <pc:sldMk cId="65950320" sldId="272"/>
        </pc:sldMkLst>
      </pc:sldChg>
      <pc:sldChg chg="modSp add mod">
        <pc:chgData name="Robert de Groote" userId="2ce5265b-80a0-4fb8-a62a-8035e9b0c45a" providerId="ADAL" clId="{34A32566-AAE7-4C94-968D-A2374AC9D33F}" dt="2025-07-16T14:15:49.970" v="1018" actId="20577"/>
        <pc:sldMkLst>
          <pc:docMk/>
          <pc:sldMk cId="3708766367" sldId="273"/>
        </pc:sldMkLst>
      </pc:sldChg>
      <pc:sldChg chg="modSp add mod">
        <pc:chgData name="Robert de Groote" userId="2ce5265b-80a0-4fb8-a62a-8035e9b0c45a" providerId="ADAL" clId="{34A32566-AAE7-4C94-968D-A2374AC9D33F}" dt="2025-07-16T14:18:22.862" v="1410" actId="6549"/>
        <pc:sldMkLst>
          <pc:docMk/>
          <pc:sldMk cId="2576651547" sldId="274"/>
        </pc:sldMkLst>
      </pc:sldChg>
      <pc:sldChg chg="add">
        <pc:chgData name="Robert de Groote" userId="2ce5265b-80a0-4fb8-a62a-8035e9b0c45a" providerId="ADAL" clId="{34A32566-AAE7-4C94-968D-A2374AC9D33F}" dt="2025-07-16T14:38:24.296" v="2200" actId="2890"/>
        <pc:sldMkLst>
          <pc:docMk/>
          <pc:sldMk cId="1013437190" sldId="275"/>
        </pc:sldMkLst>
      </pc:sldChg>
      <pc:sldChg chg="modSp add mod">
        <pc:chgData name="Robert de Groote" userId="2ce5265b-80a0-4fb8-a62a-8035e9b0c45a" providerId="ADAL" clId="{34A32566-AAE7-4C94-968D-A2374AC9D33F}" dt="2025-07-16T15:11:29.046" v="3083" actId="20577"/>
        <pc:sldMkLst>
          <pc:docMk/>
          <pc:sldMk cId="1351195665" sldId="276"/>
        </pc:sldMkLst>
      </pc:sldChg>
    </pc:docChg>
  </pc:docChgLst>
  <pc:docChgLst>
    <pc:chgData name="Robert de Groote" userId="2ce5265b-80a0-4fb8-a62a-8035e9b0c45a" providerId="ADAL" clId="{20F04FD4-9900-4063-95EE-CD816832BC31}"/>
    <pc:docChg chg="undo custSel addSld delSld modSld sldOrd addSection delSection modSection">
      <pc:chgData name="Robert de Groote" userId="2ce5265b-80a0-4fb8-a62a-8035e9b0c45a" providerId="ADAL" clId="{20F04FD4-9900-4063-95EE-CD816832BC31}" dt="2025-10-13T17:45:44.958" v="32234" actId="108"/>
      <pc:docMkLst>
        <pc:docMk/>
      </pc:docMkLst>
      <pc:sldChg chg="modSp mod">
        <pc:chgData name="Robert de Groote" userId="2ce5265b-80a0-4fb8-a62a-8035e9b0c45a" providerId="ADAL" clId="{20F04FD4-9900-4063-95EE-CD816832BC31}" dt="2025-10-07T14:30:48.797" v="17" actId="20577"/>
        <pc:sldMkLst>
          <pc:docMk/>
          <pc:sldMk cId="4099711276" sldId="256"/>
        </pc:sldMkLst>
        <pc:spChg chg="mod">
          <ac:chgData name="Robert de Groote" userId="2ce5265b-80a0-4fb8-a62a-8035e9b0c45a" providerId="ADAL" clId="{20F04FD4-9900-4063-95EE-CD816832BC31}" dt="2025-10-07T14:30:48.797" v="17" actId="20577"/>
          <ac:spMkLst>
            <pc:docMk/>
            <pc:sldMk cId="4099711276" sldId="256"/>
            <ac:spMk id="3" creationId="{B43DF9F7-8B56-49E7-9AFB-EB5E5B6EE430}"/>
          </ac:spMkLst>
        </pc:spChg>
      </pc:sldChg>
      <pc:sldChg chg="addSp modSp mod modAnim">
        <pc:chgData name="Robert de Groote" userId="2ce5265b-80a0-4fb8-a62a-8035e9b0c45a" providerId="ADAL" clId="{20F04FD4-9900-4063-95EE-CD816832BC31}" dt="2025-10-13T09:05:58.091" v="24482"/>
        <pc:sldMkLst>
          <pc:docMk/>
          <pc:sldMk cId="3346646082" sldId="257"/>
        </pc:sldMkLst>
        <pc:spChg chg="mod">
          <ac:chgData name="Robert de Groote" userId="2ce5265b-80a0-4fb8-a62a-8035e9b0c45a" providerId="ADAL" clId="{20F04FD4-9900-4063-95EE-CD816832BC31}" dt="2025-10-13T09:05:51.150" v="24481" actId="6549"/>
          <ac:spMkLst>
            <pc:docMk/>
            <pc:sldMk cId="3346646082" sldId="257"/>
            <ac:spMk id="2" creationId="{205885D7-ABDF-C618-9CCD-413D088386B3}"/>
          </ac:spMkLst>
        </pc:spChg>
        <pc:spChg chg="mod">
          <ac:chgData name="Robert de Groote" userId="2ce5265b-80a0-4fb8-a62a-8035e9b0c45a" providerId="ADAL" clId="{20F04FD4-9900-4063-95EE-CD816832BC31}" dt="2025-10-07T14:32:38.521" v="252" actId="20577"/>
          <ac:spMkLst>
            <pc:docMk/>
            <pc:sldMk cId="3346646082" sldId="257"/>
            <ac:spMk id="3" creationId="{81853582-0C43-5257-5530-A00EA0178D3B}"/>
          </ac:spMkLst>
        </pc:spChg>
        <pc:spChg chg="mod">
          <ac:chgData name="Robert de Groote" userId="2ce5265b-80a0-4fb8-a62a-8035e9b0c45a" providerId="ADAL" clId="{20F04FD4-9900-4063-95EE-CD816832BC31}" dt="2025-10-10T09:51:49.950" v="548"/>
          <ac:spMkLst>
            <pc:docMk/>
            <pc:sldMk cId="3346646082" sldId="257"/>
            <ac:spMk id="5" creationId="{7AC763D7-96D3-43FE-226A-B8033393181C}"/>
          </ac:spMkLst>
        </pc:spChg>
        <pc:spChg chg="mod">
          <ac:chgData name="Robert de Groote" userId="2ce5265b-80a0-4fb8-a62a-8035e9b0c45a" providerId="ADAL" clId="{20F04FD4-9900-4063-95EE-CD816832BC31}" dt="2025-10-10T09:51:49.950" v="548"/>
          <ac:spMkLst>
            <pc:docMk/>
            <pc:sldMk cId="3346646082" sldId="257"/>
            <ac:spMk id="6" creationId="{A484C106-1166-B5A2-180B-D52E57F5667A}"/>
          </ac:spMkLst>
        </pc:spChg>
        <pc:spChg chg="mod">
          <ac:chgData name="Robert de Groote" userId="2ce5265b-80a0-4fb8-a62a-8035e9b0c45a" providerId="ADAL" clId="{20F04FD4-9900-4063-95EE-CD816832BC31}" dt="2025-10-10T09:51:49.950" v="548"/>
          <ac:spMkLst>
            <pc:docMk/>
            <pc:sldMk cId="3346646082" sldId="257"/>
            <ac:spMk id="7" creationId="{E93BA488-42F8-787D-92C2-95FD6D20AB4D}"/>
          </ac:spMkLst>
        </pc:spChg>
        <pc:spChg chg="mod">
          <ac:chgData name="Robert de Groote" userId="2ce5265b-80a0-4fb8-a62a-8035e9b0c45a" providerId="ADAL" clId="{20F04FD4-9900-4063-95EE-CD816832BC31}" dt="2025-10-10T09:51:49.950" v="548"/>
          <ac:spMkLst>
            <pc:docMk/>
            <pc:sldMk cId="3346646082" sldId="257"/>
            <ac:spMk id="8" creationId="{F81258F9-D169-90DD-26EB-B2D03B1A073C}"/>
          </ac:spMkLst>
        </pc:spChg>
        <pc:spChg chg="mod">
          <ac:chgData name="Robert de Groote" userId="2ce5265b-80a0-4fb8-a62a-8035e9b0c45a" providerId="ADAL" clId="{20F04FD4-9900-4063-95EE-CD816832BC31}" dt="2025-10-10T09:51:49.950" v="548"/>
          <ac:spMkLst>
            <pc:docMk/>
            <pc:sldMk cId="3346646082" sldId="257"/>
            <ac:spMk id="9" creationId="{8EDD9FF7-1D59-6532-150F-9FCD2394752C}"/>
          </ac:spMkLst>
        </pc:spChg>
        <pc:spChg chg="mod">
          <ac:chgData name="Robert de Groote" userId="2ce5265b-80a0-4fb8-a62a-8035e9b0c45a" providerId="ADAL" clId="{20F04FD4-9900-4063-95EE-CD816832BC31}" dt="2025-10-10T09:51:49.950" v="548"/>
          <ac:spMkLst>
            <pc:docMk/>
            <pc:sldMk cId="3346646082" sldId="257"/>
            <ac:spMk id="14" creationId="{D954A861-1BB3-FAC1-0E8D-29DA57D006B4}"/>
          </ac:spMkLst>
        </pc:spChg>
        <pc:spChg chg="mod">
          <ac:chgData name="Robert de Groote" userId="2ce5265b-80a0-4fb8-a62a-8035e9b0c45a" providerId="ADAL" clId="{20F04FD4-9900-4063-95EE-CD816832BC31}" dt="2025-10-10T09:51:49.950" v="548"/>
          <ac:spMkLst>
            <pc:docMk/>
            <pc:sldMk cId="3346646082" sldId="257"/>
            <ac:spMk id="20" creationId="{63B8446A-6703-3120-D8ED-26A247DACA92}"/>
          </ac:spMkLst>
        </pc:spChg>
        <pc:grpChg chg="add mod">
          <ac:chgData name="Robert de Groote" userId="2ce5265b-80a0-4fb8-a62a-8035e9b0c45a" providerId="ADAL" clId="{20F04FD4-9900-4063-95EE-CD816832BC31}" dt="2025-10-10T09:51:54.395" v="551" actId="1076"/>
          <ac:grpSpMkLst>
            <pc:docMk/>
            <pc:sldMk cId="3346646082" sldId="257"/>
            <ac:grpSpMk id="4" creationId="{1642AD48-0ED9-99C3-D676-53C50CDFE601}"/>
          </ac:grpSpMkLst>
        </pc:grpChg>
        <pc:cxnChg chg="mod">
          <ac:chgData name="Robert de Groote" userId="2ce5265b-80a0-4fb8-a62a-8035e9b0c45a" providerId="ADAL" clId="{20F04FD4-9900-4063-95EE-CD816832BC31}" dt="2025-10-10T09:51:49.950" v="548"/>
          <ac:cxnSpMkLst>
            <pc:docMk/>
            <pc:sldMk cId="3346646082" sldId="257"/>
            <ac:cxnSpMk id="12" creationId="{E0F686CA-1425-5D74-A0E6-2ADF8C96DB8C}"/>
          </ac:cxnSpMkLst>
        </pc:cxnChg>
        <pc:cxnChg chg="mod">
          <ac:chgData name="Robert de Groote" userId="2ce5265b-80a0-4fb8-a62a-8035e9b0c45a" providerId="ADAL" clId="{20F04FD4-9900-4063-95EE-CD816832BC31}" dt="2025-10-10T09:51:49.950" v="548"/>
          <ac:cxnSpMkLst>
            <pc:docMk/>
            <pc:sldMk cId="3346646082" sldId="257"/>
            <ac:cxnSpMk id="16" creationId="{424D8BEB-FAF4-9D14-F024-D9403ECE6087}"/>
          </ac:cxnSpMkLst>
        </pc:cxnChg>
      </pc:sldChg>
      <pc:sldChg chg="delSp modSp mod delAnim modAnim">
        <pc:chgData name="Robert de Groote" userId="2ce5265b-80a0-4fb8-a62a-8035e9b0c45a" providerId="ADAL" clId="{20F04FD4-9900-4063-95EE-CD816832BC31}" dt="2025-10-13T13:56:31.018" v="30465"/>
        <pc:sldMkLst>
          <pc:docMk/>
          <pc:sldMk cId="1598828328" sldId="275"/>
        </pc:sldMkLst>
        <pc:spChg chg="mod">
          <ac:chgData name="Robert de Groote" userId="2ce5265b-80a0-4fb8-a62a-8035e9b0c45a" providerId="ADAL" clId="{20F04FD4-9900-4063-95EE-CD816832BC31}" dt="2025-10-10T09:52:17.871" v="564" actId="20577"/>
          <ac:spMkLst>
            <pc:docMk/>
            <pc:sldMk cId="1598828328" sldId="275"/>
            <ac:spMk id="2" creationId="{DDFF7A87-E58D-3848-03BB-187C4750BC30}"/>
          </ac:spMkLst>
        </pc:spChg>
        <pc:spChg chg="mod">
          <ac:chgData name="Robert de Groote" userId="2ce5265b-80a0-4fb8-a62a-8035e9b0c45a" providerId="ADAL" clId="{20F04FD4-9900-4063-95EE-CD816832BC31}" dt="2025-10-13T09:12:04.040" v="24741" actId="27636"/>
          <ac:spMkLst>
            <pc:docMk/>
            <pc:sldMk cId="1598828328" sldId="275"/>
            <ac:spMk id="3" creationId="{6DCA8270-DE95-7954-F4CE-BC121EC30AD1}"/>
          </ac:spMkLst>
        </pc:spChg>
        <pc:spChg chg="mod">
          <ac:chgData name="Robert de Groote" userId="2ce5265b-80a0-4fb8-a62a-8035e9b0c45a" providerId="ADAL" clId="{20F04FD4-9900-4063-95EE-CD816832BC31}" dt="2025-10-10T14:54:56.562" v="1559" actId="1076"/>
          <ac:spMkLst>
            <pc:docMk/>
            <pc:sldMk cId="1598828328" sldId="275"/>
            <ac:spMk id="185" creationId="{06E8E4C8-6D1D-0C4D-A695-6B8D36845915}"/>
          </ac:spMkLst>
        </pc:spChg>
        <pc:grpChg chg="mod">
          <ac:chgData name="Robert de Groote" userId="2ce5265b-80a0-4fb8-a62a-8035e9b0c45a" providerId="ADAL" clId="{20F04FD4-9900-4063-95EE-CD816832BC31}" dt="2025-10-10T14:54:53.558" v="1558" actId="1076"/>
          <ac:grpSpMkLst>
            <pc:docMk/>
            <pc:sldMk cId="1598828328" sldId="275"/>
            <ac:grpSpMk id="165" creationId="{BBFAA019-A967-CA70-5CBB-AFB619AD1DD9}"/>
          </ac:grpSpMkLst>
        </pc:grpChg>
      </pc:sldChg>
      <pc:sldChg chg="addSp modSp mod modAnim">
        <pc:chgData name="Robert de Groote" userId="2ce5265b-80a0-4fb8-a62a-8035e9b0c45a" providerId="ADAL" clId="{20F04FD4-9900-4063-95EE-CD816832BC31}" dt="2025-10-13T17:45:44.958" v="32234" actId="108"/>
        <pc:sldMkLst>
          <pc:docMk/>
          <pc:sldMk cId="2217708825" sldId="350"/>
        </pc:sldMkLst>
        <pc:spChg chg="mod">
          <ac:chgData name="Robert de Groote" userId="2ce5265b-80a0-4fb8-a62a-8035e9b0c45a" providerId="ADAL" clId="{20F04FD4-9900-4063-95EE-CD816832BC31}" dt="2025-10-07T14:34:34.117" v="360" actId="20577"/>
          <ac:spMkLst>
            <pc:docMk/>
            <pc:sldMk cId="2217708825" sldId="350"/>
            <ac:spMk id="2" creationId="{9DC0878B-6E5E-C53B-95A5-277DFDDAEFCC}"/>
          </ac:spMkLst>
        </pc:spChg>
        <pc:spChg chg="mod">
          <ac:chgData name="Robert de Groote" userId="2ce5265b-80a0-4fb8-a62a-8035e9b0c45a" providerId="ADAL" clId="{20F04FD4-9900-4063-95EE-CD816832BC31}" dt="2025-10-13T17:45:44.958" v="32234" actId="108"/>
          <ac:spMkLst>
            <pc:docMk/>
            <pc:sldMk cId="2217708825" sldId="350"/>
            <ac:spMk id="3" creationId="{85AA0638-4F04-41B7-017A-80FF09EEEEE1}"/>
          </ac:spMkLst>
        </pc:spChg>
        <pc:spChg chg="add mod">
          <ac:chgData name="Robert de Groote" userId="2ce5265b-80a0-4fb8-a62a-8035e9b0c45a" providerId="ADAL" clId="{20F04FD4-9900-4063-95EE-CD816832BC31}" dt="2025-10-13T17:45:00.264" v="32169" actId="1076"/>
          <ac:spMkLst>
            <pc:docMk/>
            <pc:sldMk cId="2217708825" sldId="350"/>
            <ac:spMk id="4" creationId="{A9CFF130-3010-80BD-01C8-3DF666EA74EC}"/>
          </ac:spMkLst>
        </pc:spChg>
      </pc:sldChg>
      <pc:sldChg chg="modSp mod">
        <pc:chgData name="Robert de Groote" userId="2ce5265b-80a0-4fb8-a62a-8035e9b0c45a" providerId="ADAL" clId="{20F04FD4-9900-4063-95EE-CD816832BC31}" dt="2025-10-07T14:33:07.178" v="301" actId="20577"/>
        <pc:sldMkLst>
          <pc:docMk/>
          <pc:sldMk cId="3217784013" sldId="360"/>
        </pc:sldMkLst>
        <pc:spChg chg="mod">
          <ac:chgData name="Robert de Groote" userId="2ce5265b-80a0-4fb8-a62a-8035e9b0c45a" providerId="ADAL" clId="{20F04FD4-9900-4063-95EE-CD816832BC31}" dt="2025-10-07T14:32:51.599" v="265" actId="14100"/>
          <ac:spMkLst>
            <pc:docMk/>
            <pc:sldMk cId="3217784013" sldId="360"/>
            <ac:spMk id="2" creationId="{F9FF972C-5C2B-451E-F465-6B4A19358705}"/>
          </ac:spMkLst>
        </pc:spChg>
        <pc:spChg chg="mod">
          <ac:chgData name="Robert de Groote" userId="2ce5265b-80a0-4fb8-a62a-8035e9b0c45a" providerId="ADAL" clId="{20F04FD4-9900-4063-95EE-CD816832BC31}" dt="2025-10-07T14:33:07.178" v="301" actId="20577"/>
          <ac:spMkLst>
            <pc:docMk/>
            <pc:sldMk cId="3217784013" sldId="360"/>
            <ac:spMk id="3" creationId="{B3CEE79C-77C4-CFD6-DB93-4920799A7027}"/>
          </ac:spMkLst>
        </pc:spChg>
      </pc:sldChg>
      <pc:sldChg chg="del">
        <pc:chgData name="Robert de Groote" userId="2ce5265b-80a0-4fb8-a62a-8035e9b0c45a" providerId="ADAL" clId="{20F04FD4-9900-4063-95EE-CD816832BC31}" dt="2025-10-07T14:33:28.795" v="302" actId="47"/>
        <pc:sldMkLst>
          <pc:docMk/>
          <pc:sldMk cId="58138784" sldId="361"/>
        </pc:sldMkLst>
      </pc:sldChg>
      <pc:sldChg chg="addSp delSp modSp mod delAnim modAnim modShow">
        <pc:chgData name="Robert de Groote" userId="2ce5265b-80a0-4fb8-a62a-8035e9b0c45a" providerId="ADAL" clId="{20F04FD4-9900-4063-95EE-CD816832BC31}" dt="2025-10-13T09:15:46.445" v="24762" actId="729"/>
        <pc:sldMkLst>
          <pc:docMk/>
          <pc:sldMk cId="1776324971" sldId="362"/>
        </pc:sldMkLst>
        <pc:spChg chg="mod">
          <ac:chgData name="Robert de Groote" userId="2ce5265b-80a0-4fb8-a62a-8035e9b0c45a" providerId="ADAL" clId="{20F04FD4-9900-4063-95EE-CD816832BC31}" dt="2025-10-10T09:53:35.137" v="614" actId="20577"/>
          <ac:spMkLst>
            <pc:docMk/>
            <pc:sldMk cId="1776324971" sldId="362"/>
            <ac:spMk id="2" creationId="{A9CA3233-DEA1-A406-1301-7747EA137011}"/>
          </ac:spMkLst>
        </pc:spChg>
        <pc:spChg chg="mod">
          <ac:chgData name="Robert de Groote" userId="2ce5265b-80a0-4fb8-a62a-8035e9b0c45a" providerId="ADAL" clId="{20F04FD4-9900-4063-95EE-CD816832BC31}" dt="2025-10-13T09:15:09.437" v="24755" actId="113"/>
          <ac:spMkLst>
            <pc:docMk/>
            <pc:sldMk cId="1776324971" sldId="362"/>
            <ac:spMk id="3" creationId="{93B2393B-4C42-8E5B-AB3F-357F5FA07E60}"/>
          </ac:spMkLst>
        </pc:spChg>
        <pc:spChg chg="add mod">
          <ac:chgData name="Robert de Groote" userId="2ce5265b-80a0-4fb8-a62a-8035e9b0c45a" providerId="ADAL" clId="{20F04FD4-9900-4063-95EE-CD816832BC31}" dt="2025-10-11T14:15:11.979" v="21264" actId="555"/>
          <ac:spMkLst>
            <pc:docMk/>
            <pc:sldMk cId="1776324971" sldId="362"/>
            <ac:spMk id="21" creationId="{7BDAA090-5805-E615-B9BB-87D405B27761}"/>
          </ac:spMkLst>
        </pc:spChg>
        <pc:spChg chg="add mod">
          <ac:chgData name="Robert de Groote" userId="2ce5265b-80a0-4fb8-a62a-8035e9b0c45a" providerId="ADAL" clId="{20F04FD4-9900-4063-95EE-CD816832BC31}" dt="2025-10-11T14:15:11.979" v="21264" actId="555"/>
          <ac:spMkLst>
            <pc:docMk/>
            <pc:sldMk cId="1776324971" sldId="362"/>
            <ac:spMk id="22" creationId="{9AF20DFE-18BC-209D-75F6-903DED6E1F9C}"/>
          </ac:spMkLst>
        </pc:spChg>
        <pc:spChg chg="add mod">
          <ac:chgData name="Robert de Groote" userId="2ce5265b-80a0-4fb8-a62a-8035e9b0c45a" providerId="ADAL" clId="{20F04FD4-9900-4063-95EE-CD816832BC31}" dt="2025-10-11T14:15:21.683" v="21266" actId="553"/>
          <ac:spMkLst>
            <pc:docMk/>
            <pc:sldMk cId="1776324971" sldId="362"/>
            <ac:spMk id="23" creationId="{BAFDC12B-5E0E-D9AC-812B-438BB8895074}"/>
          </ac:spMkLst>
        </pc:spChg>
        <pc:spChg chg="add mod">
          <ac:chgData name="Robert de Groote" userId="2ce5265b-80a0-4fb8-a62a-8035e9b0c45a" providerId="ADAL" clId="{20F04FD4-9900-4063-95EE-CD816832BC31}" dt="2025-10-11T14:17:09.538" v="21288" actId="20577"/>
          <ac:spMkLst>
            <pc:docMk/>
            <pc:sldMk cId="1776324971" sldId="362"/>
            <ac:spMk id="26" creationId="{5A5231B1-41CE-2527-A959-E58E81D752FE}"/>
          </ac:spMkLst>
        </pc:spChg>
        <pc:spChg chg="add mod">
          <ac:chgData name="Robert de Groote" userId="2ce5265b-80a0-4fb8-a62a-8035e9b0c45a" providerId="ADAL" clId="{20F04FD4-9900-4063-95EE-CD816832BC31}" dt="2025-10-11T14:15:39.205" v="21273" actId="1076"/>
          <ac:spMkLst>
            <pc:docMk/>
            <pc:sldMk cId="1776324971" sldId="362"/>
            <ac:spMk id="27" creationId="{BEF40DB8-AC29-1EEB-FC05-1987665B2A27}"/>
          </ac:spMkLst>
        </pc:spChg>
        <pc:spChg chg="add mod">
          <ac:chgData name="Robert de Groote" userId="2ce5265b-80a0-4fb8-a62a-8035e9b0c45a" providerId="ADAL" clId="{20F04FD4-9900-4063-95EE-CD816832BC31}" dt="2025-10-11T14:16:21.149" v="21286" actId="20577"/>
          <ac:spMkLst>
            <pc:docMk/>
            <pc:sldMk cId="1776324971" sldId="362"/>
            <ac:spMk id="28" creationId="{8D01254C-C201-7A39-107E-5C21F53BDC8F}"/>
          </ac:spMkLst>
        </pc:spChg>
        <pc:spChg chg="add mod">
          <ac:chgData name="Robert de Groote" userId="2ce5265b-80a0-4fb8-a62a-8035e9b0c45a" providerId="ADAL" clId="{20F04FD4-9900-4063-95EE-CD816832BC31}" dt="2025-10-11T14:15:21.683" v="21266" actId="553"/>
          <ac:spMkLst>
            <pc:docMk/>
            <pc:sldMk cId="1776324971" sldId="362"/>
            <ac:spMk id="31" creationId="{6340D2F6-862E-270F-0F06-7C73A514C15D}"/>
          </ac:spMkLst>
        </pc:spChg>
        <pc:spChg chg="add mod">
          <ac:chgData name="Robert de Groote" userId="2ce5265b-80a0-4fb8-a62a-8035e9b0c45a" providerId="ADAL" clId="{20F04FD4-9900-4063-95EE-CD816832BC31}" dt="2025-10-11T14:15:21.683" v="21266" actId="553"/>
          <ac:spMkLst>
            <pc:docMk/>
            <pc:sldMk cId="1776324971" sldId="362"/>
            <ac:spMk id="32" creationId="{5E64E350-1205-52BD-27EE-BCD36D425636}"/>
          </ac:spMkLst>
        </pc:spChg>
        <pc:spChg chg="add mod">
          <ac:chgData name="Robert de Groote" userId="2ce5265b-80a0-4fb8-a62a-8035e9b0c45a" providerId="ADAL" clId="{20F04FD4-9900-4063-95EE-CD816832BC31}" dt="2025-10-11T14:16:34.825" v="21287" actId="20577"/>
          <ac:spMkLst>
            <pc:docMk/>
            <pc:sldMk cId="1776324971" sldId="362"/>
            <ac:spMk id="80" creationId="{D6046663-51F0-2325-D8EB-6F96047DFEF7}"/>
          </ac:spMkLst>
        </pc:spChg>
        <pc:spChg chg="add mod">
          <ac:chgData name="Robert de Groote" userId="2ce5265b-80a0-4fb8-a62a-8035e9b0c45a" providerId="ADAL" clId="{20F04FD4-9900-4063-95EE-CD816832BC31}" dt="2025-10-11T14:15:43.943" v="21274" actId="1076"/>
          <ac:spMkLst>
            <pc:docMk/>
            <pc:sldMk cId="1776324971" sldId="362"/>
            <ac:spMk id="81" creationId="{A6365A05-633C-91B8-4FA3-658F1431B46B}"/>
          </ac:spMkLst>
        </pc:spChg>
        <pc:spChg chg="add mod">
          <ac:chgData name="Robert de Groote" userId="2ce5265b-80a0-4fb8-a62a-8035e9b0c45a" providerId="ADAL" clId="{20F04FD4-9900-4063-95EE-CD816832BC31}" dt="2025-10-11T14:16:08.101" v="21284" actId="20577"/>
          <ac:spMkLst>
            <pc:docMk/>
            <pc:sldMk cId="1776324971" sldId="362"/>
            <ac:spMk id="82" creationId="{E701F72D-B53E-DDF2-0CAF-30542D38895A}"/>
          </ac:spMkLst>
        </pc:spChg>
        <pc:spChg chg="add mod">
          <ac:chgData name="Robert de Groote" userId="2ce5265b-80a0-4fb8-a62a-8035e9b0c45a" providerId="ADAL" clId="{20F04FD4-9900-4063-95EE-CD816832BC31}" dt="2025-10-11T14:16:12.138" v="21285" actId="20577"/>
          <ac:spMkLst>
            <pc:docMk/>
            <pc:sldMk cId="1776324971" sldId="362"/>
            <ac:spMk id="83" creationId="{1D934EF0-9971-2245-88D8-57DB61F1B839}"/>
          </ac:spMkLst>
        </pc:spChg>
        <pc:spChg chg="add mod">
          <ac:chgData name="Robert de Groote" userId="2ce5265b-80a0-4fb8-a62a-8035e9b0c45a" providerId="ADAL" clId="{20F04FD4-9900-4063-95EE-CD816832BC31}" dt="2025-10-11T14:16:01.658" v="21283" actId="20577"/>
          <ac:spMkLst>
            <pc:docMk/>
            <pc:sldMk cId="1776324971" sldId="362"/>
            <ac:spMk id="84" creationId="{CC59588B-1C72-1253-7575-5406B738437E}"/>
          </ac:spMkLst>
        </pc:spChg>
        <pc:cxnChg chg="add mod">
          <ac:chgData name="Robert de Groote" userId="2ce5265b-80a0-4fb8-a62a-8035e9b0c45a" providerId="ADAL" clId="{20F04FD4-9900-4063-95EE-CD816832BC31}" dt="2025-10-11T14:15:21.683" v="21266" actId="553"/>
          <ac:cxnSpMkLst>
            <pc:docMk/>
            <pc:sldMk cId="1776324971" sldId="362"/>
            <ac:cxnSpMk id="24" creationId="{C269A14F-E777-512E-98F7-797B14820388}"/>
          </ac:cxnSpMkLst>
        </pc:cxnChg>
        <pc:cxnChg chg="add mod">
          <ac:chgData name="Robert de Groote" userId="2ce5265b-80a0-4fb8-a62a-8035e9b0c45a" providerId="ADAL" clId="{20F04FD4-9900-4063-95EE-CD816832BC31}" dt="2025-10-11T14:15:21.683" v="21266" actId="553"/>
          <ac:cxnSpMkLst>
            <pc:docMk/>
            <pc:sldMk cId="1776324971" sldId="362"/>
            <ac:cxnSpMk id="25" creationId="{7DDCFD21-102C-8535-7109-B9E09ECE6EAC}"/>
          </ac:cxnSpMkLst>
        </pc:cxnChg>
        <pc:cxnChg chg="add mod">
          <ac:chgData name="Robert de Groote" userId="2ce5265b-80a0-4fb8-a62a-8035e9b0c45a" providerId="ADAL" clId="{20F04FD4-9900-4063-95EE-CD816832BC31}" dt="2025-10-11T14:15:06.064" v="21263" actId="1076"/>
          <ac:cxnSpMkLst>
            <pc:docMk/>
            <pc:sldMk cId="1776324971" sldId="362"/>
            <ac:cxnSpMk id="39" creationId="{8B30B483-3D51-6925-CAF9-20A5D30A8367}"/>
          </ac:cxnSpMkLst>
        </pc:cxnChg>
        <pc:cxnChg chg="add mod">
          <ac:chgData name="Robert de Groote" userId="2ce5265b-80a0-4fb8-a62a-8035e9b0c45a" providerId="ADAL" clId="{20F04FD4-9900-4063-95EE-CD816832BC31}" dt="2025-10-11T14:15:21.683" v="21266" actId="553"/>
          <ac:cxnSpMkLst>
            <pc:docMk/>
            <pc:sldMk cId="1776324971" sldId="362"/>
            <ac:cxnSpMk id="42" creationId="{C36C8DC6-CF10-88A7-C306-8B3BE79324D6}"/>
          </ac:cxnSpMkLst>
        </pc:cxnChg>
        <pc:cxnChg chg="add mod">
          <ac:chgData name="Robert de Groote" userId="2ce5265b-80a0-4fb8-a62a-8035e9b0c45a" providerId="ADAL" clId="{20F04FD4-9900-4063-95EE-CD816832BC31}" dt="2025-10-11T14:15:21.683" v="21266" actId="553"/>
          <ac:cxnSpMkLst>
            <pc:docMk/>
            <pc:sldMk cId="1776324971" sldId="362"/>
            <ac:cxnSpMk id="46" creationId="{A0B78DEC-AA6F-5B46-205E-E439B62E701B}"/>
          </ac:cxnSpMkLst>
        </pc:cxnChg>
        <pc:cxnChg chg="add mod">
          <ac:chgData name="Robert de Groote" userId="2ce5265b-80a0-4fb8-a62a-8035e9b0c45a" providerId="ADAL" clId="{20F04FD4-9900-4063-95EE-CD816832BC31}" dt="2025-10-11T14:15:21.683" v="21266" actId="553"/>
          <ac:cxnSpMkLst>
            <pc:docMk/>
            <pc:sldMk cId="1776324971" sldId="362"/>
            <ac:cxnSpMk id="50" creationId="{4D3DF38D-95B8-8C85-4B8B-43A0BD30CD04}"/>
          </ac:cxnSpMkLst>
        </pc:cxnChg>
        <pc:cxnChg chg="add mod">
          <ac:chgData name="Robert de Groote" userId="2ce5265b-80a0-4fb8-a62a-8035e9b0c45a" providerId="ADAL" clId="{20F04FD4-9900-4063-95EE-CD816832BC31}" dt="2025-10-11T14:15:21.683" v="21266" actId="553"/>
          <ac:cxnSpMkLst>
            <pc:docMk/>
            <pc:sldMk cId="1776324971" sldId="362"/>
            <ac:cxnSpMk id="53" creationId="{0D7E162F-BC6D-BFEB-A538-73E9E7FFB09C}"/>
          </ac:cxnSpMkLst>
        </pc:cxnChg>
        <pc:cxnChg chg="add mod">
          <ac:chgData name="Robert de Groote" userId="2ce5265b-80a0-4fb8-a62a-8035e9b0c45a" providerId="ADAL" clId="{20F04FD4-9900-4063-95EE-CD816832BC31}" dt="2025-10-11T14:15:21.683" v="21266" actId="553"/>
          <ac:cxnSpMkLst>
            <pc:docMk/>
            <pc:sldMk cId="1776324971" sldId="362"/>
            <ac:cxnSpMk id="56" creationId="{1CFEAA7A-A9A9-227A-F926-4BAA416A18EE}"/>
          </ac:cxnSpMkLst>
        </pc:cxnChg>
      </pc:sldChg>
      <pc:sldChg chg="del">
        <pc:chgData name="Robert de Groote" userId="2ce5265b-80a0-4fb8-a62a-8035e9b0c45a" providerId="ADAL" clId="{20F04FD4-9900-4063-95EE-CD816832BC31}" dt="2025-10-07T14:33:34.780" v="304" actId="47"/>
        <pc:sldMkLst>
          <pc:docMk/>
          <pc:sldMk cId="1640157868" sldId="363"/>
        </pc:sldMkLst>
      </pc:sldChg>
      <pc:sldChg chg="del">
        <pc:chgData name="Robert de Groote" userId="2ce5265b-80a0-4fb8-a62a-8035e9b0c45a" providerId="ADAL" clId="{20F04FD4-9900-4063-95EE-CD816832BC31}" dt="2025-10-07T14:34:00.035" v="320" actId="47"/>
        <pc:sldMkLst>
          <pc:docMk/>
          <pc:sldMk cId="3300484350" sldId="365"/>
        </pc:sldMkLst>
      </pc:sldChg>
      <pc:sldChg chg="del">
        <pc:chgData name="Robert de Groote" userId="2ce5265b-80a0-4fb8-a62a-8035e9b0c45a" providerId="ADAL" clId="{20F04FD4-9900-4063-95EE-CD816832BC31}" dt="2025-10-07T14:34:12.035" v="332" actId="47"/>
        <pc:sldMkLst>
          <pc:docMk/>
          <pc:sldMk cId="2845271016" sldId="366"/>
        </pc:sldMkLst>
      </pc:sldChg>
      <pc:sldChg chg="del">
        <pc:chgData name="Robert de Groote" userId="2ce5265b-80a0-4fb8-a62a-8035e9b0c45a" providerId="ADAL" clId="{20F04FD4-9900-4063-95EE-CD816832BC31}" dt="2025-10-07T14:33:48.874" v="310" actId="47"/>
        <pc:sldMkLst>
          <pc:docMk/>
          <pc:sldMk cId="439297240" sldId="367"/>
        </pc:sldMkLst>
      </pc:sldChg>
      <pc:sldChg chg="del">
        <pc:chgData name="Robert de Groote" userId="2ce5265b-80a0-4fb8-a62a-8035e9b0c45a" providerId="ADAL" clId="{20F04FD4-9900-4063-95EE-CD816832BC31}" dt="2025-10-07T14:33:48.199" v="308" actId="47"/>
        <pc:sldMkLst>
          <pc:docMk/>
          <pc:sldMk cId="140736398" sldId="371"/>
        </pc:sldMkLst>
      </pc:sldChg>
      <pc:sldChg chg="del">
        <pc:chgData name="Robert de Groote" userId="2ce5265b-80a0-4fb8-a62a-8035e9b0c45a" providerId="ADAL" clId="{20F04FD4-9900-4063-95EE-CD816832BC31}" dt="2025-10-07T14:33:44.959" v="306" actId="47"/>
        <pc:sldMkLst>
          <pc:docMk/>
          <pc:sldMk cId="1509747959" sldId="372"/>
        </pc:sldMkLst>
      </pc:sldChg>
      <pc:sldChg chg="del">
        <pc:chgData name="Robert de Groote" userId="2ce5265b-80a0-4fb8-a62a-8035e9b0c45a" providerId="ADAL" clId="{20F04FD4-9900-4063-95EE-CD816832BC31}" dt="2025-10-07T14:34:15.259" v="337" actId="47"/>
        <pc:sldMkLst>
          <pc:docMk/>
          <pc:sldMk cId="1594274757" sldId="373"/>
        </pc:sldMkLst>
      </pc:sldChg>
      <pc:sldChg chg="del">
        <pc:chgData name="Robert de Groote" userId="2ce5265b-80a0-4fb8-a62a-8035e9b0c45a" providerId="ADAL" clId="{20F04FD4-9900-4063-95EE-CD816832BC31}" dt="2025-10-07T14:34:17.823" v="340" actId="47"/>
        <pc:sldMkLst>
          <pc:docMk/>
          <pc:sldMk cId="3735806064" sldId="461"/>
        </pc:sldMkLst>
      </pc:sldChg>
      <pc:sldChg chg="del">
        <pc:chgData name="Robert de Groote" userId="2ce5265b-80a0-4fb8-a62a-8035e9b0c45a" providerId="ADAL" clId="{20F04FD4-9900-4063-95EE-CD816832BC31}" dt="2025-10-07T14:33:45.557" v="307" actId="47"/>
        <pc:sldMkLst>
          <pc:docMk/>
          <pc:sldMk cId="2498272695" sldId="463"/>
        </pc:sldMkLst>
      </pc:sldChg>
      <pc:sldChg chg="del">
        <pc:chgData name="Robert de Groote" userId="2ce5265b-80a0-4fb8-a62a-8035e9b0c45a" providerId="ADAL" clId="{20F04FD4-9900-4063-95EE-CD816832BC31}" dt="2025-10-07T14:33:48.513" v="309" actId="47"/>
        <pc:sldMkLst>
          <pc:docMk/>
          <pc:sldMk cId="3145782038" sldId="464"/>
        </pc:sldMkLst>
      </pc:sldChg>
      <pc:sldChg chg="del">
        <pc:chgData name="Robert de Groote" userId="2ce5265b-80a0-4fb8-a62a-8035e9b0c45a" providerId="ADAL" clId="{20F04FD4-9900-4063-95EE-CD816832BC31}" dt="2025-10-07T14:34:01.528" v="321" actId="47"/>
        <pc:sldMkLst>
          <pc:docMk/>
          <pc:sldMk cId="484350752" sldId="467"/>
        </pc:sldMkLst>
      </pc:sldChg>
      <pc:sldChg chg="del">
        <pc:chgData name="Robert de Groote" userId="2ce5265b-80a0-4fb8-a62a-8035e9b0c45a" providerId="ADAL" clId="{20F04FD4-9900-4063-95EE-CD816832BC31}" dt="2025-10-07T14:34:01.665" v="322" actId="47"/>
        <pc:sldMkLst>
          <pc:docMk/>
          <pc:sldMk cId="191869445" sldId="468"/>
        </pc:sldMkLst>
      </pc:sldChg>
      <pc:sldChg chg="del">
        <pc:chgData name="Robert de Groote" userId="2ce5265b-80a0-4fb8-a62a-8035e9b0c45a" providerId="ADAL" clId="{20F04FD4-9900-4063-95EE-CD816832BC31}" dt="2025-10-07T14:34:02.869" v="323" actId="47"/>
        <pc:sldMkLst>
          <pc:docMk/>
          <pc:sldMk cId="3176271683" sldId="469"/>
        </pc:sldMkLst>
      </pc:sldChg>
      <pc:sldChg chg="del">
        <pc:chgData name="Robert de Groote" userId="2ce5265b-80a0-4fb8-a62a-8035e9b0c45a" providerId="ADAL" clId="{20F04FD4-9900-4063-95EE-CD816832BC31}" dt="2025-10-11T09:16:56.589" v="8512" actId="47"/>
        <pc:sldMkLst>
          <pc:docMk/>
          <pc:sldMk cId="338391106" sldId="472"/>
        </pc:sldMkLst>
      </pc:sldChg>
      <pc:sldChg chg="del">
        <pc:chgData name="Robert de Groote" userId="2ce5265b-80a0-4fb8-a62a-8035e9b0c45a" providerId="ADAL" clId="{20F04FD4-9900-4063-95EE-CD816832BC31}" dt="2025-10-07T14:34:23.478" v="343" actId="47"/>
        <pc:sldMkLst>
          <pc:docMk/>
          <pc:sldMk cId="1623293382" sldId="473"/>
        </pc:sldMkLst>
      </pc:sldChg>
      <pc:sldChg chg="del">
        <pc:chgData name="Robert de Groote" userId="2ce5265b-80a0-4fb8-a62a-8035e9b0c45a" providerId="ADAL" clId="{20F04FD4-9900-4063-95EE-CD816832BC31}" dt="2025-10-07T14:34:21.201" v="341" actId="47"/>
        <pc:sldMkLst>
          <pc:docMk/>
          <pc:sldMk cId="2555969768" sldId="474"/>
        </pc:sldMkLst>
      </pc:sldChg>
      <pc:sldChg chg="del">
        <pc:chgData name="Robert de Groote" userId="2ce5265b-80a0-4fb8-a62a-8035e9b0c45a" providerId="ADAL" clId="{20F04FD4-9900-4063-95EE-CD816832BC31}" dt="2025-10-07T14:34:21.499" v="342" actId="47"/>
        <pc:sldMkLst>
          <pc:docMk/>
          <pc:sldMk cId="797766501" sldId="475"/>
        </pc:sldMkLst>
      </pc:sldChg>
      <pc:sldChg chg="del">
        <pc:chgData name="Robert de Groote" userId="2ce5265b-80a0-4fb8-a62a-8035e9b0c45a" providerId="ADAL" clId="{20F04FD4-9900-4063-95EE-CD816832BC31}" dt="2025-10-11T09:16:55.089" v="8511" actId="47"/>
        <pc:sldMkLst>
          <pc:docMk/>
          <pc:sldMk cId="3490490884" sldId="476"/>
        </pc:sldMkLst>
      </pc:sldChg>
      <pc:sldChg chg="del">
        <pc:chgData name="Robert de Groote" userId="2ce5265b-80a0-4fb8-a62a-8035e9b0c45a" providerId="ADAL" clId="{20F04FD4-9900-4063-95EE-CD816832BC31}" dt="2025-10-07T14:34:02.959" v="324" actId="47"/>
        <pc:sldMkLst>
          <pc:docMk/>
          <pc:sldMk cId="1676613042" sldId="478"/>
        </pc:sldMkLst>
      </pc:sldChg>
      <pc:sldChg chg="del">
        <pc:chgData name="Robert de Groote" userId="2ce5265b-80a0-4fb8-a62a-8035e9b0c45a" providerId="ADAL" clId="{20F04FD4-9900-4063-95EE-CD816832BC31}" dt="2025-10-11T09:17:03.849" v="8513" actId="47"/>
        <pc:sldMkLst>
          <pc:docMk/>
          <pc:sldMk cId="3191291971" sldId="479"/>
        </pc:sldMkLst>
      </pc:sldChg>
      <pc:sldChg chg="del">
        <pc:chgData name="Robert de Groote" userId="2ce5265b-80a0-4fb8-a62a-8035e9b0c45a" providerId="ADAL" clId="{20F04FD4-9900-4063-95EE-CD816832BC31}" dt="2025-10-07T14:34:07.121" v="325" actId="47"/>
        <pc:sldMkLst>
          <pc:docMk/>
          <pc:sldMk cId="3846291906" sldId="480"/>
        </pc:sldMkLst>
      </pc:sldChg>
      <pc:sldChg chg="del">
        <pc:chgData name="Robert de Groote" userId="2ce5265b-80a0-4fb8-a62a-8035e9b0c45a" providerId="ADAL" clId="{20F04FD4-9900-4063-95EE-CD816832BC31}" dt="2025-10-07T14:34:07.283" v="326" actId="47"/>
        <pc:sldMkLst>
          <pc:docMk/>
          <pc:sldMk cId="3700234355" sldId="481"/>
        </pc:sldMkLst>
      </pc:sldChg>
      <pc:sldChg chg="del">
        <pc:chgData name="Robert de Groote" userId="2ce5265b-80a0-4fb8-a62a-8035e9b0c45a" providerId="ADAL" clId="{20F04FD4-9900-4063-95EE-CD816832BC31}" dt="2025-10-07T14:34:07.440" v="327" actId="47"/>
        <pc:sldMkLst>
          <pc:docMk/>
          <pc:sldMk cId="2673710704" sldId="482"/>
        </pc:sldMkLst>
      </pc:sldChg>
      <pc:sldChg chg="del">
        <pc:chgData name="Robert de Groote" userId="2ce5265b-80a0-4fb8-a62a-8035e9b0c45a" providerId="ADAL" clId="{20F04FD4-9900-4063-95EE-CD816832BC31}" dt="2025-10-07T14:34:07.582" v="328" actId="47"/>
        <pc:sldMkLst>
          <pc:docMk/>
          <pc:sldMk cId="3999291087" sldId="483"/>
        </pc:sldMkLst>
      </pc:sldChg>
      <pc:sldChg chg="del">
        <pc:chgData name="Robert de Groote" userId="2ce5265b-80a0-4fb8-a62a-8035e9b0c45a" providerId="ADAL" clId="{20F04FD4-9900-4063-95EE-CD816832BC31}" dt="2025-10-07T14:34:08.674" v="329" actId="47"/>
        <pc:sldMkLst>
          <pc:docMk/>
          <pc:sldMk cId="2946768823" sldId="484"/>
        </pc:sldMkLst>
      </pc:sldChg>
      <pc:sldChg chg="del">
        <pc:chgData name="Robert de Groote" userId="2ce5265b-80a0-4fb8-a62a-8035e9b0c45a" providerId="ADAL" clId="{20F04FD4-9900-4063-95EE-CD816832BC31}" dt="2025-10-07T14:34:11.439" v="331" actId="47"/>
        <pc:sldMkLst>
          <pc:docMk/>
          <pc:sldMk cId="36371801" sldId="485"/>
        </pc:sldMkLst>
      </pc:sldChg>
      <pc:sldChg chg="del">
        <pc:chgData name="Robert de Groote" userId="2ce5265b-80a0-4fb8-a62a-8035e9b0c45a" providerId="ADAL" clId="{20F04FD4-9900-4063-95EE-CD816832BC31}" dt="2025-10-07T14:34:12.774" v="334" actId="47"/>
        <pc:sldMkLst>
          <pc:docMk/>
          <pc:sldMk cId="2035247848" sldId="486"/>
        </pc:sldMkLst>
      </pc:sldChg>
      <pc:sldChg chg="del">
        <pc:chgData name="Robert de Groote" userId="2ce5265b-80a0-4fb8-a62a-8035e9b0c45a" providerId="ADAL" clId="{20F04FD4-9900-4063-95EE-CD816832BC31}" dt="2025-10-07T14:34:12.365" v="333" actId="47"/>
        <pc:sldMkLst>
          <pc:docMk/>
          <pc:sldMk cId="3891022420" sldId="487"/>
        </pc:sldMkLst>
      </pc:sldChg>
      <pc:sldChg chg="del">
        <pc:chgData name="Robert de Groote" userId="2ce5265b-80a0-4fb8-a62a-8035e9b0c45a" providerId="ADAL" clId="{20F04FD4-9900-4063-95EE-CD816832BC31}" dt="2025-10-07T14:34:14.458" v="336" actId="47"/>
        <pc:sldMkLst>
          <pc:docMk/>
          <pc:sldMk cId="3897517976" sldId="488"/>
        </pc:sldMkLst>
      </pc:sldChg>
      <pc:sldChg chg="del">
        <pc:chgData name="Robert de Groote" userId="2ce5265b-80a0-4fb8-a62a-8035e9b0c45a" providerId="ADAL" clId="{20F04FD4-9900-4063-95EE-CD816832BC31}" dt="2025-10-07T14:34:13.309" v="335" actId="47"/>
        <pc:sldMkLst>
          <pc:docMk/>
          <pc:sldMk cId="1109558419" sldId="489"/>
        </pc:sldMkLst>
      </pc:sldChg>
      <pc:sldChg chg="del">
        <pc:chgData name="Robert de Groote" userId="2ce5265b-80a0-4fb8-a62a-8035e9b0c45a" providerId="ADAL" clId="{20F04FD4-9900-4063-95EE-CD816832BC31}" dt="2025-10-07T14:34:15.841" v="338" actId="47"/>
        <pc:sldMkLst>
          <pc:docMk/>
          <pc:sldMk cId="3334462605" sldId="491"/>
        </pc:sldMkLst>
      </pc:sldChg>
      <pc:sldChg chg="del">
        <pc:chgData name="Robert de Groote" userId="2ce5265b-80a0-4fb8-a62a-8035e9b0c45a" providerId="ADAL" clId="{20F04FD4-9900-4063-95EE-CD816832BC31}" dt="2025-10-07T14:34:23.745" v="344" actId="47"/>
        <pc:sldMkLst>
          <pc:docMk/>
          <pc:sldMk cId="1221816728" sldId="492"/>
        </pc:sldMkLst>
      </pc:sldChg>
      <pc:sldChg chg="del">
        <pc:chgData name="Robert de Groote" userId="2ce5265b-80a0-4fb8-a62a-8035e9b0c45a" providerId="ADAL" clId="{20F04FD4-9900-4063-95EE-CD816832BC31}" dt="2025-10-07T14:34:24.389" v="345" actId="47"/>
        <pc:sldMkLst>
          <pc:docMk/>
          <pc:sldMk cId="3547698706" sldId="493"/>
        </pc:sldMkLst>
      </pc:sldChg>
      <pc:sldChg chg="del">
        <pc:chgData name="Robert de Groote" userId="2ce5265b-80a0-4fb8-a62a-8035e9b0c45a" providerId="ADAL" clId="{20F04FD4-9900-4063-95EE-CD816832BC31}" dt="2025-10-07T14:34:24.593" v="346" actId="47"/>
        <pc:sldMkLst>
          <pc:docMk/>
          <pc:sldMk cId="3459538472" sldId="494"/>
        </pc:sldMkLst>
      </pc:sldChg>
      <pc:sldChg chg="del">
        <pc:chgData name="Robert de Groote" userId="2ce5265b-80a0-4fb8-a62a-8035e9b0c45a" providerId="ADAL" clId="{20F04FD4-9900-4063-95EE-CD816832BC31}" dt="2025-10-07T14:34:25.441" v="347" actId="47"/>
        <pc:sldMkLst>
          <pc:docMk/>
          <pc:sldMk cId="3365416913" sldId="495"/>
        </pc:sldMkLst>
      </pc:sldChg>
      <pc:sldChg chg="del">
        <pc:chgData name="Robert de Groote" userId="2ce5265b-80a0-4fb8-a62a-8035e9b0c45a" providerId="ADAL" clId="{20F04FD4-9900-4063-95EE-CD816832BC31}" dt="2025-10-07T14:33:49.171" v="311" actId="47"/>
        <pc:sldMkLst>
          <pc:docMk/>
          <pc:sldMk cId="1062304565" sldId="496"/>
        </pc:sldMkLst>
      </pc:sldChg>
      <pc:sldChg chg="del">
        <pc:chgData name="Robert de Groote" userId="2ce5265b-80a0-4fb8-a62a-8035e9b0c45a" providerId="ADAL" clId="{20F04FD4-9900-4063-95EE-CD816832BC31}" dt="2025-10-07T14:33:49.454" v="312" actId="47"/>
        <pc:sldMkLst>
          <pc:docMk/>
          <pc:sldMk cId="4144168035" sldId="498"/>
        </pc:sldMkLst>
      </pc:sldChg>
      <pc:sldChg chg="del">
        <pc:chgData name="Robert de Groote" userId="2ce5265b-80a0-4fb8-a62a-8035e9b0c45a" providerId="ADAL" clId="{20F04FD4-9900-4063-95EE-CD816832BC31}" dt="2025-10-07T14:33:49.674" v="313" actId="47"/>
        <pc:sldMkLst>
          <pc:docMk/>
          <pc:sldMk cId="3325958185" sldId="499"/>
        </pc:sldMkLst>
      </pc:sldChg>
      <pc:sldChg chg="del">
        <pc:chgData name="Robert de Groote" userId="2ce5265b-80a0-4fb8-a62a-8035e9b0c45a" providerId="ADAL" clId="{20F04FD4-9900-4063-95EE-CD816832BC31}" dt="2025-10-07T14:33:49.894" v="314" actId="47"/>
        <pc:sldMkLst>
          <pc:docMk/>
          <pc:sldMk cId="4153473619" sldId="500"/>
        </pc:sldMkLst>
      </pc:sldChg>
      <pc:sldChg chg="del">
        <pc:chgData name="Robert de Groote" userId="2ce5265b-80a0-4fb8-a62a-8035e9b0c45a" providerId="ADAL" clId="{20F04FD4-9900-4063-95EE-CD816832BC31}" dt="2025-10-07T14:33:50.508" v="315" actId="47"/>
        <pc:sldMkLst>
          <pc:docMk/>
          <pc:sldMk cId="1780847539" sldId="501"/>
        </pc:sldMkLst>
      </pc:sldChg>
      <pc:sldChg chg="del">
        <pc:chgData name="Robert de Groote" userId="2ce5265b-80a0-4fb8-a62a-8035e9b0c45a" providerId="ADAL" clId="{20F04FD4-9900-4063-95EE-CD816832BC31}" dt="2025-10-07T14:33:50.744" v="316" actId="47"/>
        <pc:sldMkLst>
          <pc:docMk/>
          <pc:sldMk cId="4094080864" sldId="502"/>
        </pc:sldMkLst>
      </pc:sldChg>
      <pc:sldChg chg="del">
        <pc:chgData name="Robert de Groote" userId="2ce5265b-80a0-4fb8-a62a-8035e9b0c45a" providerId="ADAL" clId="{20F04FD4-9900-4063-95EE-CD816832BC31}" dt="2025-10-07T14:33:50.948" v="317" actId="47"/>
        <pc:sldMkLst>
          <pc:docMk/>
          <pc:sldMk cId="743721620" sldId="503"/>
        </pc:sldMkLst>
      </pc:sldChg>
      <pc:sldChg chg="del">
        <pc:chgData name="Robert de Groote" userId="2ce5265b-80a0-4fb8-a62a-8035e9b0c45a" providerId="ADAL" clId="{20F04FD4-9900-4063-95EE-CD816832BC31}" dt="2025-10-07T14:33:51.891" v="318" actId="47"/>
        <pc:sldMkLst>
          <pc:docMk/>
          <pc:sldMk cId="2922899732" sldId="504"/>
        </pc:sldMkLst>
      </pc:sldChg>
      <pc:sldChg chg="del">
        <pc:chgData name="Robert de Groote" userId="2ce5265b-80a0-4fb8-a62a-8035e9b0c45a" providerId="ADAL" clId="{20F04FD4-9900-4063-95EE-CD816832BC31}" dt="2025-10-07T14:33:56.386" v="319" actId="47"/>
        <pc:sldMkLst>
          <pc:docMk/>
          <pc:sldMk cId="1580636197" sldId="505"/>
        </pc:sldMkLst>
      </pc:sldChg>
      <pc:sldChg chg="del">
        <pc:chgData name="Robert de Groote" userId="2ce5265b-80a0-4fb8-a62a-8035e9b0c45a" providerId="ADAL" clId="{20F04FD4-9900-4063-95EE-CD816832BC31}" dt="2025-10-07T14:34:09.868" v="330" actId="47"/>
        <pc:sldMkLst>
          <pc:docMk/>
          <pc:sldMk cId="2538113380" sldId="506"/>
        </pc:sldMkLst>
      </pc:sldChg>
      <pc:sldChg chg="del">
        <pc:chgData name="Robert de Groote" userId="2ce5265b-80a0-4fb8-a62a-8035e9b0c45a" providerId="ADAL" clId="{20F04FD4-9900-4063-95EE-CD816832BC31}" dt="2025-10-07T14:33:33.055" v="303" actId="47"/>
        <pc:sldMkLst>
          <pc:docMk/>
          <pc:sldMk cId="1107382519" sldId="507"/>
        </pc:sldMkLst>
      </pc:sldChg>
      <pc:sldChg chg="del">
        <pc:chgData name="Robert de Groote" userId="2ce5265b-80a0-4fb8-a62a-8035e9b0c45a" providerId="ADAL" clId="{20F04FD4-9900-4063-95EE-CD816832BC31}" dt="2025-10-07T14:33:37.991" v="305" actId="47"/>
        <pc:sldMkLst>
          <pc:docMk/>
          <pc:sldMk cId="706863497" sldId="508"/>
        </pc:sldMkLst>
      </pc:sldChg>
      <pc:sldChg chg="del">
        <pc:chgData name="Robert de Groote" userId="2ce5265b-80a0-4fb8-a62a-8035e9b0c45a" providerId="ADAL" clId="{20F04FD4-9900-4063-95EE-CD816832BC31}" dt="2025-10-11T09:16:43.546" v="8507" actId="47"/>
        <pc:sldMkLst>
          <pc:docMk/>
          <pc:sldMk cId="2259316608" sldId="509"/>
        </pc:sldMkLst>
      </pc:sldChg>
      <pc:sldChg chg="add del">
        <pc:chgData name="Robert de Groote" userId="2ce5265b-80a0-4fb8-a62a-8035e9b0c45a" providerId="ADAL" clId="{20F04FD4-9900-4063-95EE-CD816832BC31}" dt="2025-10-11T16:51:04.903" v="24242" actId="47"/>
        <pc:sldMkLst>
          <pc:docMk/>
          <pc:sldMk cId="185424847" sldId="510"/>
        </pc:sldMkLst>
      </pc:sldChg>
      <pc:sldChg chg="del">
        <pc:chgData name="Robert de Groote" userId="2ce5265b-80a0-4fb8-a62a-8035e9b0c45a" providerId="ADAL" clId="{20F04FD4-9900-4063-95EE-CD816832BC31}" dt="2025-10-07T14:34:16.864" v="339" actId="47"/>
        <pc:sldMkLst>
          <pc:docMk/>
          <pc:sldMk cId="3793040073" sldId="510"/>
        </pc:sldMkLst>
      </pc:sldChg>
      <pc:sldChg chg="addSp delSp modSp add del mod setBg modAnim">
        <pc:chgData name="Robert de Groote" userId="2ce5265b-80a0-4fb8-a62a-8035e9b0c45a" providerId="ADAL" clId="{20F04FD4-9900-4063-95EE-CD816832BC31}" dt="2025-10-13T14:21:34.921" v="30837" actId="108"/>
        <pc:sldMkLst>
          <pc:docMk/>
          <pc:sldMk cId="1263200121" sldId="511"/>
        </pc:sldMkLst>
        <pc:spChg chg="mod">
          <ac:chgData name="Robert de Groote" userId="2ce5265b-80a0-4fb8-a62a-8035e9b0c45a" providerId="ADAL" clId="{20F04FD4-9900-4063-95EE-CD816832BC31}" dt="2025-10-11T12:20:10.619" v="18055" actId="26606"/>
          <ac:spMkLst>
            <pc:docMk/>
            <pc:sldMk cId="1263200121" sldId="511"/>
            <ac:spMk id="2" creationId="{A6E345BD-9220-E821-5B40-5A6B8176B4E5}"/>
          </ac:spMkLst>
        </pc:spChg>
        <pc:spChg chg="mod">
          <ac:chgData name="Robert de Groote" userId="2ce5265b-80a0-4fb8-a62a-8035e9b0c45a" providerId="ADAL" clId="{20F04FD4-9900-4063-95EE-CD816832BC31}" dt="2025-10-13T14:21:34.921" v="30837" actId="108"/>
          <ac:spMkLst>
            <pc:docMk/>
            <pc:sldMk cId="1263200121" sldId="511"/>
            <ac:spMk id="3" creationId="{AE99603E-4A29-BC1A-50F9-417303DB18EA}"/>
          </ac:spMkLst>
        </pc:spChg>
        <pc:spChg chg="add mod">
          <ac:chgData name="Robert de Groote" userId="2ce5265b-80a0-4fb8-a62a-8035e9b0c45a" providerId="ADAL" clId="{20F04FD4-9900-4063-95EE-CD816832BC31}" dt="2025-10-11T15:20:35.201" v="24023" actId="1076"/>
          <ac:spMkLst>
            <pc:docMk/>
            <pc:sldMk cId="1263200121" sldId="511"/>
            <ac:spMk id="4" creationId="{06F3FFA2-970D-45D0-F3AB-3E76EC3794BC}"/>
          </ac:spMkLst>
        </pc:spChg>
        <pc:spChg chg="add mod">
          <ac:chgData name="Robert de Groote" userId="2ce5265b-80a0-4fb8-a62a-8035e9b0c45a" providerId="ADAL" clId="{20F04FD4-9900-4063-95EE-CD816832BC31}" dt="2025-10-11T15:20:35.201" v="24023" actId="1076"/>
          <ac:spMkLst>
            <pc:docMk/>
            <pc:sldMk cId="1263200121" sldId="511"/>
            <ac:spMk id="10" creationId="{ADA6BB44-1530-A09D-1828-877700660A85}"/>
          </ac:spMkLst>
        </pc:spChg>
        <pc:spChg chg="add mod">
          <ac:chgData name="Robert de Groote" userId="2ce5265b-80a0-4fb8-a62a-8035e9b0c45a" providerId="ADAL" clId="{20F04FD4-9900-4063-95EE-CD816832BC31}" dt="2025-10-11T15:20:35.201" v="24023" actId="1076"/>
          <ac:spMkLst>
            <pc:docMk/>
            <pc:sldMk cId="1263200121" sldId="511"/>
            <ac:spMk id="12" creationId="{E8162DE7-BD7E-A1EA-698B-79E4F56CE5AD}"/>
          </ac:spMkLst>
        </pc:spChg>
        <pc:spChg chg="add mod">
          <ac:chgData name="Robert de Groote" userId="2ce5265b-80a0-4fb8-a62a-8035e9b0c45a" providerId="ADAL" clId="{20F04FD4-9900-4063-95EE-CD816832BC31}" dt="2025-10-11T15:20:35.201" v="24023" actId="1076"/>
          <ac:spMkLst>
            <pc:docMk/>
            <pc:sldMk cId="1263200121" sldId="511"/>
            <ac:spMk id="13" creationId="{7F7D2162-8B9F-5705-63C2-5CD0C62DBED9}"/>
          </ac:spMkLst>
        </pc:spChg>
        <pc:spChg chg="mod">
          <ac:chgData name="Robert de Groote" userId="2ce5265b-80a0-4fb8-a62a-8035e9b0c45a" providerId="ADAL" clId="{20F04FD4-9900-4063-95EE-CD816832BC31}" dt="2025-10-11T15:20:30.801" v="24000"/>
          <ac:spMkLst>
            <pc:docMk/>
            <pc:sldMk cId="1263200121" sldId="511"/>
            <ac:spMk id="14" creationId="{36F1D3DC-6B4D-DC32-B269-7FA4317F6C6C}"/>
          </ac:spMkLst>
        </pc:spChg>
        <pc:spChg chg="add mod">
          <ac:chgData name="Robert de Groote" userId="2ce5265b-80a0-4fb8-a62a-8035e9b0c45a" providerId="ADAL" clId="{20F04FD4-9900-4063-95EE-CD816832BC31}" dt="2025-10-11T15:20:35.201" v="24023" actId="1076"/>
          <ac:spMkLst>
            <pc:docMk/>
            <pc:sldMk cId="1263200121" sldId="511"/>
            <ac:spMk id="15" creationId="{0CF8BFEC-9B3C-7334-88BD-3642D25BFCF9}"/>
          </ac:spMkLst>
        </pc:spChg>
        <pc:spChg chg="mod">
          <ac:chgData name="Robert de Groote" userId="2ce5265b-80a0-4fb8-a62a-8035e9b0c45a" providerId="ADAL" clId="{20F04FD4-9900-4063-95EE-CD816832BC31}" dt="2025-10-11T15:20:30.801" v="24002"/>
          <ac:spMkLst>
            <pc:docMk/>
            <pc:sldMk cId="1263200121" sldId="511"/>
            <ac:spMk id="16" creationId="{0540D061-E8BB-7E18-43D6-1BE90F95146B}"/>
          </ac:spMkLst>
        </pc:spChg>
        <pc:spChg chg="add mod">
          <ac:chgData name="Robert de Groote" userId="2ce5265b-80a0-4fb8-a62a-8035e9b0c45a" providerId="ADAL" clId="{20F04FD4-9900-4063-95EE-CD816832BC31}" dt="2025-10-11T15:20:35.201" v="24023" actId="1076"/>
          <ac:spMkLst>
            <pc:docMk/>
            <pc:sldMk cId="1263200121" sldId="511"/>
            <ac:spMk id="27" creationId="{2275020A-75A8-A321-4DC2-52006573F17D}"/>
          </ac:spMkLst>
        </pc:spChg>
        <pc:spChg chg="add mod">
          <ac:chgData name="Robert de Groote" userId="2ce5265b-80a0-4fb8-a62a-8035e9b0c45a" providerId="ADAL" clId="{20F04FD4-9900-4063-95EE-CD816832BC31}" dt="2025-10-11T15:20:35.201" v="24023" actId="1076"/>
          <ac:spMkLst>
            <pc:docMk/>
            <pc:sldMk cId="1263200121" sldId="511"/>
            <ac:spMk id="28" creationId="{8BFBE463-67F0-0481-1F81-2A4B14ABBDAC}"/>
          </ac:spMkLst>
        </pc:spChg>
        <pc:spChg chg="add mod">
          <ac:chgData name="Robert de Groote" userId="2ce5265b-80a0-4fb8-a62a-8035e9b0c45a" providerId="ADAL" clId="{20F04FD4-9900-4063-95EE-CD816832BC31}" dt="2025-10-11T15:20:35.201" v="24023" actId="1076"/>
          <ac:spMkLst>
            <pc:docMk/>
            <pc:sldMk cId="1263200121" sldId="511"/>
            <ac:spMk id="29" creationId="{34EAF4F9-74B5-8BCF-3542-6D8828E1FD32}"/>
          </ac:spMkLst>
        </pc:spChg>
        <pc:spChg chg="add mod">
          <ac:chgData name="Robert de Groote" userId="2ce5265b-80a0-4fb8-a62a-8035e9b0c45a" providerId="ADAL" clId="{20F04FD4-9900-4063-95EE-CD816832BC31}" dt="2025-10-11T15:20:35.201" v="24023" actId="1076"/>
          <ac:spMkLst>
            <pc:docMk/>
            <pc:sldMk cId="1263200121" sldId="511"/>
            <ac:spMk id="30" creationId="{5E64DE3A-1C07-A064-9983-4E1077746EAC}"/>
          </ac:spMkLst>
        </pc:spChg>
        <pc:spChg chg="mod">
          <ac:chgData name="Robert de Groote" userId="2ce5265b-80a0-4fb8-a62a-8035e9b0c45a" providerId="ADAL" clId="{20F04FD4-9900-4063-95EE-CD816832BC31}" dt="2025-10-11T15:20:30.801" v="24017"/>
          <ac:spMkLst>
            <pc:docMk/>
            <pc:sldMk cId="1263200121" sldId="511"/>
            <ac:spMk id="31" creationId="{263AA5A3-675C-28C6-2BA8-E737F9D8F79D}"/>
          </ac:spMkLst>
        </pc:spChg>
        <pc:spChg chg="mod">
          <ac:chgData name="Robert de Groote" userId="2ce5265b-80a0-4fb8-a62a-8035e9b0c45a" providerId="ADAL" clId="{20F04FD4-9900-4063-95EE-CD816832BC31}" dt="2025-10-11T15:20:30.801" v="24018"/>
          <ac:spMkLst>
            <pc:docMk/>
            <pc:sldMk cId="1263200121" sldId="511"/>
            <ac:spMk id="32" creationId="{02D0D342-2D5A-297A-5026-986ED4E5482C}"/>
          </ac:spMkLst>
        </pc:spChg>
        <pc:spChg chg="add mod">
          <ac:chgData name="Robert de Groote" userId="2ce5265b-80a0-4fb8-a62a-8035e9b0c45a" providerId="ADAL" clId="{20F04FD4-9900-4063-95EE-CD816832BC31}" dt="2025-10-11T15:20:35.201" v="24023" actId="1076"/>
          <ac:spMkLst>
            <pc:docMk/>
            <pc:sldMk cId="1263200121" sldId="511"/>
            <ac:spMk id="33" creationId="{717F9C5E-3FE2-2753-954C-B1F688E5409F}"/>
          </ac:spMkLst>
        </pc:spChg>
        <pc:spChg chg="mod">
          <ac:chgData name="Robert de Groote" userId="2ce5265b-80a0-4fb8-a62a-8035e9b0c45a" providerId="ADAL" clId="{20F04FD4-9900-4063-95EE-CD816832BC31}" dt="2025-10-11T15:20:30.801" v="24020"/>
          <ac:spMkLst>
            <pc:docMk/>
            <pc:sldMk cId="1263200121" sldId="511"/>
            <ac:spMk id="34" creationId="{79AB6C40-A6A2-B98F-3B42-7478FA083CC5}"/>
          </ac:spMkLst>
        </pc:spChg>
        <pc:spChg chg="mod">
          <ac:chgData name="Robert de Groote" userId="2ce5265b-80a0-4fb8-a62a-8035e9b0c45a" providerId="ADAL" clId="{20F04FD4-9900-4063-95EE-CD816832BC31}" dt="2025-10-11T15:20:30.801" v="24021"/>
          <ac:spMkLst>
            <pc:docMk/>
            <pc:sldMk cId="1263200121" sldId="511"/>
            <ac:spMk id="35" creationId="{F7AE837B-0D1C-4237-E62F-34E19D03950A}"/>
          </ac:spMkLst>
        </pc:spChg>
        <pc:spChg chg="mod">
          <ac:chgData name="Robert de Groote" userId="2ce5265b-80a0-4fb8-a62a-8035e9b0c45a" providerId="ADAL" clId="{20F04FD4-9900-4063-95EE-CD816832BC31}" dt="2025-10-11T15:20:30.801" v="24022"/>
          <ac:spMkLst>
            <pc:docMk/>
            <pc:sldMk cId="1263200121" sldId="511"/>
            <ac:spMk id="36" creationId="{C11C7D38-2EAD-FC76-7388-E36043ABD945}"/>
          </ac:spMkLst>
        </pc:spChg>
        <pc:spChg chg="add mod">
          <ac:chgData name="Robert de Groote" userId="2ce5265b-80a0-4fb8-a62a-8035e9b0c45a" providerId="ADAL" clId="{20F04FD4-9900-4063-95EE-CD816832BC31}" dt="2025-10-11T16:47:03.357" v="24140" actId="113"/>
          <ac:spMkLst>
            <pc:docMk/>
            <pc:sldMk cId="1263200121" sldId="511"/>
            <ac:spMk id="37" creationId="{9B50128F-1C47-E511-C812-88761FEC6051}"/>
          </ac:spMkLst>
        </pc:spChg>
        <pc:cxnChg chg="mod">
          <ac:chgData name="Robert de Groote" userId="2ce5265b-80a0-4fb8-a62a-8035e9b0c45a" providerId="ADAL" clId="{20F04FD4-9900-4063-95EE-CD816832BC31}" dt="2025-10-11T15:20:30.801" v="24003"/>
          <ac:cxnSpMkLst>
            <pc:docMk/>
            <pc:sldMk cId="1263200121" sldId="511"/>
            <ac:cxnSpMk id="17" creationId="{487B4507-F37D-5E5E-C6CC-B08BC2C7947B}"/>
          </ac:cxnSpMkLst>
        </pc:cxnChg>
        <pc:cxnChg chg="mod">
          <ac:chgData name="Robert de Groote" userId="2ce5265b-80a0-4fb8-a62a-8035e9b0c45a" providerId="ADAL" clId="{20F04FD4-9900-4063-95EE-CD816832BC31}" dt="2025-10-11T15:20:30.801" v="24004"/>
          <ac:cxnSpMkLst>
            <pc:docMk/>
            <pc:sldMk cId="1263200121" sldId="511"/>
            <ac:cxnSpMk id="18" creationId="{41C520BB-AD73-6125-98DC-A67AAEB2E592}"/>
          </ac:cxnSpMkLst>
        </pc:cxnChg>
        <pc:cxnChg chg="mod">
          <ac:chgData name="Robert de Groote" userId="2ce5265b-80a0-4fb8-a62a-8035e9b0c45a" providerId="ADAL" clId="{20F04FD4-9900-4063-95EE-CD816832BC31}" dt="2025-10-11T15:20:30.801" v="24005"/>
          <ac:cxnSpMkLst>
            <pc:docMk/>
            <pc:sldMk cId="1263200121" sldId="511"/>
            <ac:cxnSpMk id="19" creationId="{FD5DFDCE-CB92-D34B-3735-660389E35919}"/>
          </ac:cxnSpMkLst>
        </pc:cxnChg>
        <pc:cxnChg chg="mod">
          <ac:chgData name="Robert de Groote" userId="2ce5265b-80a0-4fb8-a62a-8035e9b0c45a" providerId="ADAL" clId="{20F04FD4-9900-4063-95EE-CD816832BC31}" dt="2025-10-11T15:20:30.801" v="24006"/>
          <ac:cxnSpMkLst>
            <pc:docMk/>
            <pc:sldMk cId="1263200121" sldId="511"/>
            <ac:cxnSpMk id="20" creationId="{F66318A9-0C14-A344-CDAB-39B3B45E9EBE}"/>
          </ac:cxnSpMkLst>
        </pc:cxnChg>
        <pc:cxnChg chg="mod">
          <ac:chgData name="Robert de Groote" userId="2ce5265b-80a0-4fb8-a62a-8035e9b0c45a" providerId="ADAL" clId="{20F04FD4-9900-4063-95EE-CD816832BC31}" dt="2025-10-11T15:20:30.801" v="24007"/>
          <ac:cxnSpMkLst>
            <pc:docMk/>
            <pc:sldMk cId="1263200121" sldId="511"/>
            <ac:cxnSpMk id="21" creationId="{0EE3C43D-6295-4CAE-ED0A-33AC8781A99D}"/>
          </ac:cxnSpMkLst>
        </pc:cxnChg>
        <pc:cxnChg chg="mod">
          <ac:chgData name="Robert de Groote" userId="2ce5265b-80a0-4fb8-a62a-8035e9b0c45a" providerId="ADAL" clId="{20F04FD4-9900-4063-95EE-CD816832BC31}" dt="2025-10-11T15:20:30.801" v="24008"/>
          <ac:cxnSpMkLst>
            <pc:docMk/>
            <pc:sldMk cId="1263200121" sldId="511"/>
            <ac:cxnSpMk id="22" creationId="{4DEA3C1B-8E15-2444-39C3-41348FC7CE2F}"/>
          </ac:cxnSpMkLst>
        </pc:cxnChg>
        <pc:cxnChg chg="mod">
          <ac:chgData name="Robert de Groote" userId="2ce5265b-80a0-4fb8-a62a-8035e9b0c45a" providerId="ADAL" clId="{20F04FD4-9900-4063-95EE-CD816832BC31}" dt="2025-10-11T15:20:30.801" v="24009"/>
          <ac:cxnSpMkLst>
            <pc:docMk/>
            <pc:sldMk cId="1263200121" sldId="511"/>
            <ac:cxnSpMk id="23" creationId="{B2666808-C8F5-4754-7B0E-4F145D9298C6}"/>
          </ac:cxnSpMkLst>
        </pc:cxnChg>
        <pc:cxnChg chg="mod">
          <ac:chgData name="Robert de Groote" userId="2ce5265b-80a0-4fb8-a62a-8035e9b0c45a" providerId="ADAL" clId="{20F04FD4-9900-4063-95EE-CD816832BC31}" dt="2025-10-11T15:20:30.801" v="24010"/>
          <ac:cxnSpMkLst>
            <pc:docMk/>
            <pc:sldMk cId="1263200121" sldId="511"/>
            <ac:cxnSpMk id="24" creationId="{9723D23C-EEFE-4366-DD8D-A0EFA5480B22}"/>
          </ac:cxnSpMkLst>
        </pc:cxnChg>
        <pc:cxnChg chg="mod">
          <ac:chgData name="Robert de Groote" userId="2ce5265b-80a0-4fb8-a62a-8035e9b0c45a" providerId="ADAL" clId="{20F04FD4-9900-4063-95EE-CD816832BC31}" dt="2025-10-11T15:20:30.801" v="24011"/>
          <ac:cxnSpMkLst>
            <pc:docMk/>
            <pc:sldMk cId="1263200121" sldId="511"/>
            <ac:cxnSpMk id="25" creationId="{AB15F0E2-7386-9BB2-AEF3-DC870D56653C}"/>
          </ac:cxnSpMkLst>
        </pc:cxnChg>
        <pc:cxnChg chg="mod">
          <ac:chgData name="Robert de Groote" userId="2ce5265b-80a0-4fb8-a62a-8035e9b0c45a" providerId="ADAL" clId="{20F04FD4-9900-4063-95EE-CD816832BC31}" dt="2025-10-11T15:20:30.801" v="24012"/>
          <ac:cxnSpMkLst>
            <pc:docMk/>
            <pc:sldMk cId="1263200121" sldId="511"/>
            <ac:cxnSpMk id="26" creationId="{81A63EA5-37DE-9331-7FE8-6B2CF94585D2}"/>
          </ac:cxnSpMkLst>
        </pc:cxnChg>
      </pc:sldChg>
      <pc:sldChg chg="del">
        <pc:chgData name="Robert de Groote" userId="2ce5265b-80a0-4fb8-a62a-8035e9b0c45a" providerId="ADAL" clId="{20F04FD4-9900-4063-95EE-CD816832BC31}" dt="2025-10-07T14:34:28.109" v="348" actId="47"/>
        <pc:sldMkLst>
          <pc:docMk/>
          <pc:sldMk cId="2486690223" sldId="511"/>
        </pc:sldMkLst>
      </pc:sldChg>
      <pc:sldChg chg="addSp delSp modSp add mod delAnim modAnim">
        <pc:chgData name="Robert de Groote" userId="2ce5265b-80a0-4fb8-a62a-8035e9b0c45a" providerId="ADAL" clId="{20F04FD4-9900-4063-95EE-CD816832BC31}" dt="2025-10-13T11:10:39.452" v="27290" actId="20577"/>
        <pc:sldMkLst>
          <pc:docMk/>
          <pc:sldMk cId="2112856587" sldId="512"/>
        </pc:sldMkLst>
        <pc:spChg chg="mod">
          <ac:chgData name="Robert de Groote" userId="2ce5265b-80a0-4fb8-a62a-8035e9b0c45a" providerId="ADAL" clId="{20F04FD4-9900-4063-95EE-CD816832BC31}" dt="2025-10-13T10:52:32.022" v="26929" actId="20577"/>
          <ac:spMkLst>
            <pc:docMk/>
            <pc:sldMk cId="2112856587" sldId="512"/>
            <ac:spMk id="2" creationId="{810C3433-FF70-2D83-2B84-C85CC01FBFE1}"/>
          </ac:spMkLst>
        </pc:spChg>
        <pc:spChg chg="mod">
          <ac:chgData name="Robert de Groote" userId="2ce5265b-80a0-4fb8-a62a-8035e9b0c45a" providerId="ADAL" clId="{20F04FD4-9900-4063-95EE-CD816832BC31}" dt="2025-10-13T11:10:39.452" v="27290" actId="20577"/>
          <ac:spMkLst>
            <pc:docMk/>
            <pc:sldMk cId="2112856587" sldId="512"/>
            <ac:spMk id="3" creationId="{006E8AC9-FA64-EA4E-0489-79EB0FD47C96}"/>
          </ac:spMkLst>
        </pc:spChg>
        <pc:spChg chg="add mod">
          <ac:chgData name="Robert de Groote" userId="2ce5265b-80a0-4fb8-a62a-8035e9b0c45a" providerId="ADAL" clId="{20F04FD4-9900-4063-95EE-CD816832BC31}" dt="2025-10-13T10:43:56.071" v="26789"/>
          <ac:spMkLst>
            <pc:docMk/>
            <pc:sldMk cId="2112856587" sldId="512"/>
            <ac:spMk id="4" creationId="{BC96561E-EB0F-587F-CB1F-22914A96703E}"/>
          </ac:spMkLst>
        </pc:spChg>
        <pc:spChg chg="add del mod">
          <ac:chgData name="Robert de Groote" userId="2ce5265b-80a0-4fb8-a62a-8035e9b0c45a" providerId="ADAL" clId="{20F04FD4-9900-4063-95EE-CD816832BC31}" dt="2025-10-13T10:36:13.033" v="26509" actId="478"/>
          <ac:spMkLst>
            <pc:docMk/>
            <pc:sldMk cId="2112856587" sldId="512"/>
            <ac:spMk id="5" creationId="{0F3AC0C9-8F77-96AB-3067-E0D8BCA234AF}"/>
          </ac:spMkLst>
        </pc:spChg>
        <pc:spChg chg="add mod">
          <ac:chgData name="Robert de Groote" userId="2ce5265b-80a0-4fb8-a62a-8035e9b0c45a" providerId="ADAL" clId="{20F04FD4-9900-4063-95EE-CD816832BC31}" dt="2025-10-13T10:43:53.083" v="26743"/>
          <ac:spMkLst>
            <pc:docMk/>
            <pc:sldMk cId="2112856587" sldId="512"/>
            <ac:spMk id="6" creationId="{9851DC87-2FD0-2E3B-64F8-0D8F9A701716}"/>
          </ac:spMkLst>
        </pc:spChg>
        <pc:spChg chg="add mod">
          <ac:chgData name="Robert de Groote" userId="2ce5265b-80a0-4fb8-a62a-8035e9b0c45a" providerId="ADAL" clId="{20F04FD4-9900-4063-95EE-CD816832BC31}" dt="2025-10-13T10:43:43.759" v="26635"/>
          <ac:spMkLst>
            <pc:docMk/>
            <pc:sldMk cId="2112856587" sldId="512"/>
            <ac:spMk id="7" creationId="{D9CAC1C2-8EAF-65B0-4665-93530E7E8589}"/>
          </ac:spMkLst>
        </pc:spChg>
        <pc:spChg chg="add mod">
          <ac:chgData name="Robert de Groote" userId="2ce5265b-80a0-4fb8-a62a-8035e9b0c45a" providerId="ADAL" clId="{20F04FD4-9900-4063-95EE-CD816832BC31}" dt="2025-10-13T10:43:49.300" v="26689"/>
          <ac:spMkLst>
            <pc:docMk/>
            <pc:sldMk cId="2112856587" sldId="512"/>
            <ac:spMk id="8" creationId="{A012E377-7DC3-6DD8-64A3-B6BE3082F5B3}"/>
          </ac:spMkLst>
        </pc:spChg>
        <pc:spChg chg="add del mod">
          <ac:chgData name="Robert de Groote" userId="2ce5265b-80a0-4fb8-a62a-8035e9b0c45a" providerId="ADAL" clId="{20F04FD4-9900-4063-95EE-CD816832BC31}" dt="2025-10-13T10:35:32.394" v="26494" actId="478"/>
          <ac:spMkLst>
            <pc:docMk/>
            <pc:sldMk cId="2112856587" sldId="512"/>
            <ac:spMk id="11" creationId="{E463F7EA-0294-B0EE-AB07-982F50E701D8}"/>
          </ac:spMkLst>
        </pc:spChg>
        <pc:spChg chg="add mod">
          <ac:chgData name="Robert de Groote" userId="2ce5265b-80a0-4fb8-a62a-8035e9b0c45a" providerId="ADAL" clId="{20F04FD4-9900-4063-95EE-CD816832BC31}" dt="2025-10-13T10:41:01.429" v="26544" actId="1076"/>
          <ac:spMkLst>
            <pc:docMk/>
            <pc:sldMk cId="2112856587" sldId="512"/>
            <ac:spMk id="46" creationId="{2972B64A-416F-CF0F-EE35-98708F208FD1}"/>
          </ac:spMkLst>
        </pc:spChg>
        <pc:spChg chg="add del mod">
          <ac:chgData name="Robert de Groote" userId="2ce5265b-80a0-4fb8-a62a-8035e9b0c45a" providerId="ADAL" clId="{20F04FD4-9900-4063-95EE-CD816832BC31}" dt="2025-10-13T10:40:37.671" v="26543" actId="478"/>
          <ac:spMkLst>
            <pc:docMk/>
            <pc:sldMk cId="2112856587" sldId="512"/>
            <ac:spMk id="47" creationId="{133072EE-BCA1-BADA-0D6F-7D303F1D37EF}"/>
          </ac:spMkLst>
        </pc:spChg>
        <pc:spChg chg="add mod">
          <ac:chgData name="Robert de Groote" userId="2ce5265b-80a0-4fb8-a62a-8035e9b0c45a" providerId="ADAL" clId="{20F04FD4-9900-4063-95EE-CD816832BC31}" dt="2025-10-13T10:44:16.244" v="26798" actId="6549"/>
          <ac:spMkLst>
            <pc:docMk/>
            <pc:sldMk cId="2112856587" sldId="512"/>
            <ac:spMk id="48" creationId="{FF2B73BD-F323-DFF4-9DBF-451650A5AC97}"/>
          </ac:spMkLst>
        </pc:spChg>
        <pc:spChg chg="add mod">
          <ac:chgData name="Robert de Groote" userId="2ce5265b-80a0-4fb8-a62a-8035e9b0c45a" providerId="ADAL" clId="{20F04FD4-9900-4063-95EE-CD816832BC31}" dt="2025-10-13T10:44:18.575" v="26800" actId="6549"/>
          <ac:spMkLst>
            <pc:docMk/>
            <pc:sldMk cId="2112856587" sldId="512"/>
            <ac:spMk id="49" creationId="{B5C274AD-6606-9F67-4809-3AF1BF15A652}"/>
          </ac:spMkLst>
        </pc:spChg>
        <pc:spChg chg="add mod">
          <ac:chgData name="Robert de Groote" userId="2ce5265b-80a0-4fb8-a62a-8035e9b0c45a" providerId="ADAL" clId="{20F04FD4-9900-4063-95EE-CD816832BC31}" dt="2025-10-13T10:44:21.466" v="26802" actId="6549"/>
          <ac:spMkLst>
            <pc:docMk/>
            <pc:sldMk cId="2112856587" sldId="512"/>
            <ac:spMk id="51" creationId="{8427BB1B-B5D9-BDA5-FB38-2EF37BC3A35A}"/>
          </ac:spMkLst>
        </pc:spChg>
        <pc:spChg chg="add del mod">
          <ac:chgData name="Robert de Groote" userId="2ce5265b-80a0-4fb8-a62a-8035e9b0c45a" providerId="ADAL" clId="{20F04FD4-9900-4063-95EE-CD816832BC31}" dt="2025-10-13T10:43:43.759" v="26645"/>
          <ac:spMkLst>
            <pc:docMk/>
            <pc:sldMk cId="2112856587" sldId="512"/>
            <ac:spMk id="52" creationId="{5F42A392-B9B4-4037-F41B-9C7004A63A5E}"/>
          </ac:spMkLst>
        </pc:spChg>
        <pc:spChg chg="add del mod">
          <ac:chgData name="Robert de Groote" userId="2ce5265b-80a0-4fb8-a62a-8035e9b0c45a" providerId="ADAL" clId="{20F04FD4-9900-4063-95EE-CD816832BC31}" dt="2025-10-13T10:43:43.759" v="26645"/>
          <ac:spMkLst>
            <pc:docMk/>
            <pc:sldMk cId="2112856587" sldId="512"/>
            <ac:spMk id="54" creationId="{222F9B8A-4339-A8D1-EE29-567078048A6B}"/>
          </ac:spMkLst>
        </pc:spChg>
        <pc:spChg chg="add del mod">
          <ac:chgData name="Robert de Groote" userId="2ce5265b-80a0-4fb8-a62a-8035e9b0c45a" providerId="ADAL" clId="{20F04FD4-9900-4063-95EE-CD816832BC31}" dt="2025-10-13T10:43:43.759" v="26645"/>
          <ac:spMkLst>
            <pc:docMk/>
            <pc:sldMk cId="2112856587" sldId="512"/>
            <ac:spMk id="55" creationId="{ACFFA7CE-1178-8075-6974-DFD3D092E01E}"/>
          </ac:spMkLst>
        </pc:spChg>
        <pc:spChg chg="add del mod">
          <ac:chgData name="Robert de Groote" userId="2ce5265b-80a0-4fb8-a62a-8035e9b0c45a" providerId="ADAL" clId="{20F04FD4-9900-4063-95EE-CD816832BC31}" dt="2025-10-13T10:35:31.437" v="26493" actId="478"/>
          <ac:spMkLst>
            <pc:docMk/>
            <pc:sldMk cId="2112856587" sldId="512"/>
            <ac:spMk id="56" creationId="{E51BE023-3FA9-8756-027A-9F723DF01ED8}"/>
          </ac:spMkLst>
        </pc:spChg>
        <pc:spChg chg="add del mod">
          <ac:chgData name="Robert de Groote" userId="2ce5265b-80a0-4fb8-a62a-8035e9b0c45a" providerId="ADAL" clId="{20F04FD4-9900-4063-95EE-CD816832BC31}" dt="2025-10-13T10:35:38.925" v="26499" actId="478"/>
          <ac:spMkLst>
            <pc:docMk/>
            <pc:sldMk cId="2112856587" sldId="512"/>
            <ac:spMk id="57" creationId="{B45F0B92-D97A-7158-D81B-641366D4BE08}"/>
          </ac:spMkLst>
        </pc:spChg>
        <pc:spChg chg="add del mod">
          <ac:chgData name="Robert de Groote" userId="2ce5265b-80a0-4fb8-a62a-8035e9b0c45a" providerId="ADAL" clId="{20F04FD4-9900-4063-95EE-CD816832BC31}" dt="2025-10-13T10:35:33.471" v="26495" actId="478"/>
          <ac:spMkLst>
            <pc:docMk/>
            <pc:sldMk cId="2112856587" sldId="512"/>
            <ac:spMk id="58" creationId="{BB47D1E9-46DD-D106-72A1-CB583881F653}"/>
          </ac:spMkLst>
        </pc:spChg>
        <pc:spChg chg="add del mod">
          <ac:chgData name="Robert de Groote" userId="2ce5265b-80a0-4fb8-a62a-8035e9b0c45a" providerId="ADAL" clId="{20F04FD4-9900-4063-95EE-CD816832BC31}" dt="2025-10-13T10:35:35.130" v="26496" actId="478"/>
          <ac:spMkLst>
            <pc:docMk/>
            <pc:sldMk cId="2112856587" sldId="512"/>
            <ac:spMk id="59" creationId="{12FB8B8F-76B7-EDC1-0A9D-EDD92D56636C}"/>
          </ac:spMkLst>
        </pc:spChg>
        <pc:spChg chg="add del mod">
          <ac:chgData name="Robert de Groote" userId="2ce5265b-80a0-4fb8-a62a-8035e9b0c45a" providerId="ADAL" clId="{20F04FD4-9900-4063-95EE-CD816832BC31}" dt="2025-10-13T10:35:40.843" v="26500" actId="478"/>
          <ac:spMkLst>
            <pc:docMk/>
            <pc:sldMk cId="2112856587" sldId="512"/>
            <ac:spMk id="60" creationId="{85512F1A-FFF8-B010-04A0-48B3E73C796F}"/>
          </ac:spMkLst>
        </pc:spChg>
        <pc:spChg chg="add del mod">
          <ac:chgData name="Robert de Groote" userId="2ce5265b-80a0-4fb8-a62a-8035e9b0c45a" providerId="ADAL" clId="{20F04FD4-9900-4063-95EE-CD816832BC31}" dt="2025-10-13T10:35:36.271" v="26497" actId="478"/>
          <ac:spMkLst>
            <pc:docMk/>
            <pc:sldMk cId="2112856587" sldId="512"/>
            <ac:spMk id="61" creationId="{BCFEB455-3295-0D11-E883-2640595E9FC4}"/>
          </ac:spMkLst>
        </pc:spChg>
        <pc:spChg chg="add mod">
          <ac:chgData name="Robert de Groote" userId="2ce5265b-80a0-4fb8-a62a-8035e9b0c45a" providerId="ADAL" clId="{20F04FD4-9900-4063-95EE-CD816832BC31}" dt="2025-10-13T10:59:44.764" v="27051"/>
          <ac:spMkLst>
            <pc:docMk/>
            <pc:sldMk cId="2112856587" sldId="512"/>
            <ac:spMk id="62" creationId="{E2C48A96-CEA8-F888-D1F0-46B5E755AF88}"/>
          </ac:spMkLst>
        </pc:spChg>
        <pc:spChg chg="add mod">
          <ac:chgData name="Robert de Groote" userId="2ce5265b-80a0-4fb8-a62a-8035e9b0c45a" providerId="ADAL" clId="{20F04FD4-9900-4063-95EE-CD816832BC31}" dt="2025-10-13T10:59:44.764" v="27047"/>
          <ac:spMkLst>
            <pc:docMk/>
            <pc:sldMk cId="2112856587" sldId="512"/>
            <ac:spMk id="63" creationId="{AD403E94-44D5-63C3-9CFB-0F02E87CE729}"/>
          </ac:spMkLst>
        </pc:spChg>
        <pc:spChg chg="add del mod">
          <ac:chgData name="Robert de Groote" userId="2ce5265b-80a0-4fb8-a62a-8035e9b0c45a" providerId="ADAL" clId="{20F04FD4-9900-4063-95EE-CD816832BC31}" dt="2025-10-13T10:36:02.600" v="26506" actId="478"/>
          <ac:spMkLst>
            <pc:docMk/>
            <pc:sldMk cId="2112856587" sldId="512"/>
            <ac:spMk id="64" creationId="{35AE7E0F-F011-F7CA-8232-13257012F248}"/>
          </ac:spMkLst>
        </pc:spChg>
        <pc:spChg chg="add mod">
          <ac:chgData name="Robert de Groote" userId="2ce5265b-80a0-4fb8-a62a-8035e9b0c45a" providerId="ADAL" clId="{20F04FD4-9900-4063-95EE-CD816832BC31}" dt="2025-10-13T10:43:56.071" v="26793"/>
          <ac:spMkLst>
            <pc:docMk/>
            <pc:sldMk cId="2112856587" sldId="512"/>
            <ac:spMk id="65" creationId="{7870713C-3457-5402-4143-10539182E044}"/>
          </ac:spMkLst>
        </pc:spChg>
        <pc:spChg chg="add mod">
          <ac:chgData name="Robert de Groote" userId="2ce5265b-80a0-4fb8-a62a-8035e9b0c45a" providerId="ADAL" clId="{20F04FD4-9900-4063-95EE-CD816832BC31}" dt="2025-10-13T10:43:53.083" v="26747"/>
          <ac:spMkLst>
            <pc:docMk/>
            <pc:sldMk cId="2112856587" sldId="512"/>
            <ac:spMk id="66" creationId="{0A44E56D-7679-C7AC-45D9-F7C41712445F}"/>
          </ac:spMkLst>
        </pc:spChg>
        <pc:spChg chg="add mod">
          <ac:chgData name="Robert de Groote" userId="2ce5265b-80a0-4fb8-a62a-8035e9b0c45a" providerId="ADAL" clId="{20F04FD4-9900-4063-95EE-CD816832BC31}" dt="2025-10-13T10:52:45.063" v="26930" actId="1076"/>
          <ac:spMkLst>
            <pc:docMk/>
            <pc:sldMk cId="2112856587" sldId="512"/>
            <ac:spMk id="67" creationId="{1FC2D7F0-0480-5111-B0C5-4D5AD79ABFA8}"/>
          </ac:spMkLst>
        </pc:spChg>
        <pc:spChg chg="add del mod">
          <ac:chgData name="Robert de Groote" userId="2ce5265b-80a0-4fb8-a62a-8035e9b0c45a" providerId="ADAL" clId="{20F04FD4-9900-4063-95EE-CD816832BC31}" dt="2025-10-13T10:43:43.695" v="26618"/>
          <ac:spMkLst>
            <pc:docMk/>
            <pc:sldMk cId="2112856587" sldId="512"/>
            <ac:spMk id="68" creationId="{824472E7-73AC-FF69-011B-DE688A94E6E7}"/>
          </ac:spMkLst>
        </pc:spChg>
        <pc:spChg chg="add del mod">
          <ac:chgData name="Robert de Groote" userId="2ce5265b-80a0-4fb8-a62a-8035e9b0c45a" providerId="ADAL" clId="{20F04FD4-9900-4063-95EE-CD816832BC31}" dt="2025-10-13T10:43:43.730" v="26627"/>
          <ac:spMkLst>
            <pc:docMk/>
            <pc:sldMk cId="2112856587" sldId="512"/>
            <ac:spMk id="69" creationId="{C982BFA3-7E37-9B01-166B-0EB92A67E56A}"/>
          </ac:spMkLst>
        </pc:spChg>
        <pc:spChg chg="add del mod">
          <ac:chgData name="Robert de Groote" userId="2ce5265b-80a0-4fb8-a62a-8035e9b0c45a" providerId="ADAL" clId="{20F04FD4-9900-4063-95EE-CD816832BC31}" dt="2025-10-13T10:43:49.300" v="26699"/>
          <ac:spMkLst>
            <pc:docMk/>
            <pc:sldMk cId="2112856587" sldId="512"/>
            <ac:spMk id="70" creationId="{DA7F22E1-0E99-95A0-730F-1E4D8EEC2FA9}"/>
          </ac:spMkLst>
        </pc:spChg>
        <pc:spChg chg="add del mod">
          <ac:chgData name="Robert de Groote" userId="2ce5265b-80a0-4fb8-a62a-8035e9b0c45a" providerId="ADAL" clId="{20F04FD4-9900-4063-95EE-CD816832BC31}" dt="2025-10-13T10:43:49.300" v="26699"/>
          <ac:spMkLst>
            <pc:docMk/>
            <pc:sldMk cId="2112856587" sldId="512"/>
            <ac:spMk id="71" creationId="{364B564F-415F-A6F5-594D-5D608BA4591F}"/>
          </ac:spMkLst>
        </pc:spChg>
        <pc:spChg chg="add del mod">
          <ac:chgData name="Robert de Groote" userId="2ce5265b-80a0-4fb8-a62a-8035e9b0c45a" providerId="ADAL" clId="{20F04FD4-9900-4063-95EE-CD816832BC31}" dt="2025-10-13T10:43:49.300" v="26699"/>
          <ac:spMkLst>
            <pc:docMk/>
            <pc:sldMk cId="2112856587" sldId="512"/>
            <ac:spMk id="72" creationId="{167C3A01-A482-EE4A-35F5-2018E74BEEE6}"/>
          </ac:spMkLst>
        </pc:spChg>
        <pc:spChg chg="add del mod">
          <ac:chgData name="Robert de Groote" userId="2ce5265b-80a0-4fb8-a62a-8035e9b0c45a" providerId="ADAL" clId="{20F04FD4-9900-4063-95EE-CD816832BC31}" dt="2025-10-13T10:43:49.253" v="26672"/>
          <ac:spMkLst>
            <pc:docMk/>
            <pc:sldMk cId="2112856587" sldId="512"/>
            <ac:spMk id="73" creationId="{2A020A9E-5B41-62E9-73E5-A1B69620FF19}"/>
          </ac:spMkLst>
        </pc:spChg>
        <pc:spChg chg="add del mod">
          <ac:chgData name="Robert de Groote" userId="2ce5265b-80a0-4fb8-a62a-8035e9b0c45a" providerId="ADAL" clId="{20F04FD4-9900-4063-95EE-CD816832BC31}" dt="2025-10-13T10:43:49.268" v="26681"/>
          <ac:spMkLst>
            <pc:docMk/>
            <pc:sldMk cId="2112856587" sldId="512"/>
            <ac:spMk id="74" creationId="{004238E9-92D7-1D06-886C-BFC0E1F2FBB9}"/>
          </ac:spMkLst>
        </pc:spChg>
        <pc:spChg chg="add del mod">
          <ac:chgData name="Robert de Groote" userId="2ce5265b-80a0-4fb8-a62a-8035e9b0c45a" providerId="ADAL" clId="{20F04FD4-9900-4063-95EE-CD816832BC31}" dt="2025-10-13T10:43:53.083" v="26753"/>
          <ac:spMkLst>
            <pc:docMk/>
            <pc:sldMk cId="2112856587" sldId="512"/>
            <ac:spMk id="75" creationId="{A254554A-4C15-FA32-1264-15F153F6AFDC}"/>
          </ac:spMkLst>
        </pc:spChg>
        <pc:spChg chg="add del mod">
          <ac:chgData name="Robert de Groote" userId="2ce5265b-80a0-4fb8-a62a-8035e9b0c45a" providerId="ADAL" clId="{20F04FD4-9900-4063-95EE-CD816832BC31}" dt="2025-10-13T10:43:53.083" v="26753"/>
          <ac:spMkLst>
            <pc:docMk/>
            <pc:sldMk cId="2112856587" sldId="512"/>
            <ac:spMk id="76" creationId="{0ED59300-4F74-8C81-B790-53148BD8310B}"/>
          </ac:spMkLst>
        </pc:spChg>
        <pc:spChg chg="add del mod">
          <ac:chgData name="Robert de Groote" userId="2ce5265b-80a0-4fb8-a62a-8035e9b0c45a" providerId="ADAL" clId="{20F04FD4-9900-4063-95EE-CD816832BC31}" dt="2025-10-13T10:43:53.083" v="26753"/>
          <ac:spMkLst>
            <pc:docMk/>
            <pc:sldMk cId="2112856587" sldId="512"/>
            <ac:spMk id="77" creationId="{B42D9D2D-30F2-2A99-8938-054F2D66D0F2}"/>
          </ac:spMkLst>
        </pc:spChg>
        <pc:spChg chg="add del mod">
          <ac:chgData name="Robert de Groote" userId="2ce5265b-80a0-4fb8-a62a-8035e9b0c45a" providerId="ADAL" clId="{20F04FD4-9900-4063-95EE-CD816832BC31}" dt="2025-10-13T10:43:53.049" v="26726"/>
          <ac:spMkLst>
            <pc:docMk/>
            <pc:sldMk cId="2112856587" sldId="512"/>
            <ac:spMk id="78" creationId="{FC52F2E5-DE5C-787C-6E92-7475C82C8BF4}"/>
          </ac:spMkLst>
        </pc:spChg>
        <pc:spChg chg="add del mod">
          <ac:chgData name="Robert de Groote" userId="2ce5265b-80a0-4fb8-a62a-8035e9b0c45a" providerId="ADAL" clId="{20F04FD4-9900-4063-95EE-CD816832BC31}" dt="2025-10-13T10:43:53.067" v="26735"/>
          <ac:spMkLst>
            <pc:docMk/>
            <pc:sldMk cId="2112856587" sldId="512"/>
            <ac:spMk id="79" creationId="{9B546A45-486C-3AA9-535D-72701A6B0ED8}"/>
          </ac:spMkLst>
        </pc:spChg>
        <pc:spChg chg="add del mod">
          <ac:chgData name="Robert de Groote" userId="2ce5265b-80a0-4fb8-a62a-8035e9b0c45a" providerId="ADAL" clId="{20F04FD4-9900-4063-95EE-CD816832BC31}" dt="2025-10-13T10:43:56.071" v="26795"/>
          <ac:spMkLst>
            <pc:docMk/>
            <pc:sldMk cId="2112856587" sldId="512"/>
            <ac:spMk id="80" creationId="{BB14E1B0-91FC-8806-28B2-D97DC8BBB3C3}"/>
          </ac:spMkLst>
        </pc:spChg>
        <pc:spChg chg="add del mod">
          <ac:chgData name="Robert de Groote" userId="2ce5265b-80a0-4fb8-a62a-8035e9b0c45a" providerId="ADAL" clId="{20F04FD4-9900-4063-95EE-CD816832BC31}" dt="2025-10-13T10:43:56.071" v="26795"/>
          <ac:spMkLst>
            <pc:docMk/>
            <pc:sldMk cId="2112856587" sldId="512"/>
            <ac:spMk id="81" creationId="{CE66C7EA-E7F0-E13B-5B0E-D8664FCA477E}"/>
          </ac:spMkLst>
        </pc:spChg>
        <pc:spChg chg="add del mod">
          <ac:chgData name="Robert de Groote" userId="2ce5265b-80a0-4fb8-a62a-8035e9b0c45a" providerId="ADAL" clId="{20F04FD4-9900-4063-95EE-CD816832BC31}" dt="2025-10-13T10:43:56.024" v="26774"/>
          <ac:spMkLst>
            <pc:docMk/>
            <pc:sldMk cId="2112856587" sldId="512"/>
            <ac:spMk id="82" creationId="{6B5421AD-3789-9591-D8F9-4E7A0E9EF9DE}"/>
          </ac:spMkLst>
        </pc:spChg>
        <pc:spChg chg="add del mod">
          <ac:chgData name="Robert de Groote" userId="2ce5265b-80a0-4fb8-a62a-8035e9b0c45a" providerId="ADAL" clId="{20F04FD4-9900-4063-95EE-CD816832BC31}" dt="2025-10-13T10:43:56.055" v="26783"/>
          <ac:spMkLst>
            <pc:docMk/>
            <pc:sldMk cId="2112856587" sldId="512"/>
            <ac:spMk id="83" creationId="{C4722E28-A19D-265F-B26C-D7D8D7A81CE8}"/>
          </ac:spMkLst>
        </pc:spChg>
        <pc:spChg chg="add mod">
          <ac:chgData name="Robert de Groote" userId="2ce5265b-80a0-4fb8-a62a-8035e9b0c45a" providerId="ADAL" clId="{20F04FD4-9900-4063-95EE-CD816832BC31}" dt="2025-10-13T10:49:06.706" v="26849" actId="14100"/>
          <ac:spMkLst>
            <pc:docMk/>
            <pc:sldMk cId="2112856587" sldId="512"/>
            <ac:spMk id="84" creationId="{7DB19E7D-354C-7AEB-DE83-B44A09E29985}"/>
          </ac:spMkLst>
        </pc:spChg>
        <pc:spChg chg="add mod">
          <ac:chgData name="Robert de Groote" userId="2ce5265b-80a0-4fb8-a62a-8035e9b0c45a" providerId="ADAL" clId="{20F04FD4-9900-4063-95EE-CD816832BC31}" dt="2025-10-13T10:49:11.068" v="26851" actId="1076"/>
          <ac:spMkLst>
            <pc:docMk/>
            <pc:sldMk cId="2112856587" sldId="512"/>
            <ac:spMk id="85" creationId="{ECF97A71-1B66-C555-E5E6-6F91AAE44BEC}"/>
          </ac:spMkLst>
        </pc:spChg>
        <pc:spChg chg="add mod">
          <ac:chgData name="Robert de Groote" userId="2ce5265b-80a0-4fb8-a62a-8035e9b0c45a" providerId="ADAL" clId="{20F04FD4-9900-4063-95EE-CD816832BC31}" dt="2025-10-13T10:49:14.604" v="26853" actId="1076"/>
          <ac:spMkLst>
            <pc:docMk/>
            <pc:sldMk cId="2112856587" sldId="512"/>
            <ac:spMk id="86" creationId="{7690928C-B8D1-54F8-BEA9-A37DCF079F09}"/>
          </ac:spMkLst>
        </pc:spChg>
        <pc:spChg chg="add mod">
          <ac:chgData name="Robert de Groote" userId="2ce5265b-80a0-4fb8-a62a-8035e9b0c45a" providerId="ADAL" clId="{20F04FD4-9900-4063-95EE-CD816832BC31}" dt="2025-10-13T11:02:45.639" v="27123" actId="1076"/>
          <ac:spMkLst>
            <pc:docMk/>
            <pc:sldMk cId="2112856587" sldId="512"/>
            <ac:spMk id="87" creationId="{65505088-E059-8962-017C-3BAE6777C922}"/>
          </ac:spMkLst>
        </pc:spChg>
        <pc:spChg chg="add mod">
          <ac:chgData name="Robert de Groote" userId="2ce5265b-80a0-4fb8-a62a-8035e9b0c45a" providerId="ADAL" clId="{20F04FD4-9900-4063-95EE-CD816832BC31}" dt="2025-10-13T10:53:49.520" v="27014" actId="113"/>
          <ac:spMkLst>
            <pc:docMk/>
            <pc:sldMk cId="2112856587" sldId="512"/>
            <ac:spMk id="88" creationId="{F3F44AAB-E2A9-6BFF-4A0B-040541B757A3}"/>
          </ac:spMkLst>
        </pc:spChg>
        <pc:spChg chg="add del mod">
          <ac:chgData name="Robert de Groote" userId="2ce5265b-80a0-4fb8-a62a-8035e9b0c45a" providerId="ADAL" clId="{20F04FD4-9900-4063-95EE-CD816832BC31}" dt="2025-10-13T10:59:44.780" v="27053"/>
          <ac:spMkLst>
            <pc:docMk/>
            <pc:sldMk cId="2112856587" sldId="512"/>
            <ac:spMk id="89" creationId="{83D5CB22-EFC7-83FB-0D24-0ECB29FFD41F}"/>
          </ac:spMkLst>
        </pc:spChg>
        <pc:spChg chg="add del mod">
          <ac:chgData name="Robert de Groote" userId="2ce5265b-80a0-4fb8-a62a-8035e9b0c45a" providerId="ADAL" clId="{20F04FD4-9900-4063-95EE-CD816832BC31}" dt="2025-10-13T10:59:44.780" v="27053"/>
          <ac:spMkLst>
            <pc:docMk/>
            <pc:sldMk cId="2112856587" sldId="512"/>
            <ac:spMk id="90" creationId="{FA4738F1-D78D-6EEB-0C1A-450F6367BDF4}"/>
          </ac:spMkLst>
        </pc:spChg>
        <pc:spChg chg="add mod">
          <ac:chgData name="Robert de Groote" userId="2ce5265b-80a0-4fb8-a62a-8035e9b0c45a" providerId="ADAL" clId="{20F04FD4-9900-4063-95EE-CD816832BC31}" dt="2025-10-13T11:03:26.504" v="27133" actId="1076"/>
          <ac:spMkLst>
            <pc:docMk/>
            <pc:sldMk cId="2112856587" sldId="512"/>
            <ac:spMk id="91" creationId="{D3D868D6-852D-6B25-8AD6-AC6AAA24F5C1}"/>
          </ac:spMkLst>
        </pc:spChg>
        <pc:cxnChg chg="add del mod">
          <ac:chgData name="Robert de Groote" userId="2ce5265b-80a0-4fb8-a62a-8035e9b0c45a" providerId="ADAL" clId="{20F04FD4-9900-4063-95EE-CD816832BC31}" dt="2025-10-13T10:34:37.828" v="26481" actId="478"/>
          <ac:cxnSpMkLst>
            <pc:docMk/>
            <pc:sldMk cId="2112856587" sldId="512"/>
            <ac:cxnSpMk id="9" creationId="{0DEAC42F-2390-4FE5-D3EE-3CB1F58A7A3F}"/>
          </ac:cxnSpMkLst>
        </pc:cxnChg>
        <pc:cxnChg chg="add del mod">
          <ac:chgData name="Robert de Groote" userId="2ce5265b-80a0-4fb8-a62a-8035e9b0c45a" providerId="ADAL" clId="{20F04FD4-9900-4063-95EE-CD816832BC31}" dt="2025-10-13T10:43:49.300" v="26689"/>
          <ac:cxnSpMkLst>
            <pc:docMk/>
            <pc:sldMk cId="2112856587" sldId="512"/>
            <ac:cxnSpMk id="10" creationId="{C6C82362-1D4A-2DA6-D452-99023DFF9DCA}"/>
          </ac:cxnSpMkLst>
        </pc:cxnChg>
        <pc:cxnChg chg="add del mod">
          <ac:chgData name="Robert de Groote" userId="2ce5265b-80a0-4fb8-a62a-8035e9b0c45a" providerId="ADAL" clId="{20F04FD4-9900-4063-95EE-CD816832BC31}" dt="2025-10-13T10:36:11.407" v="26508" actId="478"/>
          <ac:cxnSpMkLst>
            <pc:docMk/>
            <pc:sldMk cId="2112856587" sldId="512"/>
            <ac:cxnSpMk id="12" creationId="{70CDEF8A-0C96-6BCA-0027-B3EA1F58ECCA}"/>
          </ac:cxnSpMkLst>
        </pc:cxnChg>
        <pc:cxnChg chg="add mod">
          <ac:chgData name="Robert de Groote" userId="2ce5265b-80a0-4fb8-a62a-8035e9b0c45a" providerId="ADAL" clId="{20F04FD4-9900-4063-95EE-CD816832BC31}" dt="2025-10-13T10:43:53.083" v="26743"/>
          <ac:cxnSpMkLst>
            <pc:docMk/>
            <pc:sldMk cId="2112856587" sldId="512"/>
            <ac:cxnSpMk id="36" creationId="{1BE3E0F0-14BD-73D5-0F1E-2D3EF840266C}"/>
          </ac:cxnSpMkLst>
        </pc:cxnChg>
        <pc:cxnChg chg="add del mod">
          <ac:chgData name="Robert de Groote" userId="2ce5265b-80a0-4fb8-a62a-8035e9b0c45a" providerId="ADAL" clId="{20F04FD4-9900-4063-95EE-CD816832BC31}" dt="2025-10-13T10:34:43.749" v="26483" actId="478"/>
          <ac:cxnSpMkLst>
            <pc:docMk/>
            <pc:sldMk cId="2112856587" sldId="512"/>
            <ac:cxnSpMk id="39" creationId="{E86CB2D0-87C1-D660-9959-1C8FBF44A350}"/>
          </ac:cxnSpMkLst>
        </pc:cxnChg>
        <pc:cxnChg chg="add del mod">
          <ac:chgData name="Robert de Groote" userId="2ce5265b-80a0-4fb8-a62a-8035e9b0c45a" providerId="ADAL" clId="{20F04FD4-9900-4063-95EE-CD816832BC31}" dt="2025-10-13T10:34:46.558" v="26484" actId="478"/>
          <ac:cxnSpMkLst>
            <pc:docMk/>
            <pc:sldMk cId="2112856587" sldId="512"/>
            <ac:cxnSpMk id="50" creationId="{D74854D0-FD18-7544-D8F1-AE99501DBF5C}"/>
          </ac:cxnSpMkLst>
        </pc:cxnChg>
        <pc:cxnChg chg="add mod">
          <ac:chgData name="Robert de Groote" userId="2ce5265b-80a0-4fb8-a62a-8035e9b0c45a" providerId="ADAL" clId="{20F04FD4-9900-4063-95EE-CD816832BC31}" dt="2025-10-13T10:43:56.071" v="26789"/>
          <ac:cxnSpMkLst>
            <pc:docMk/>
            <pc:sldMk cId="2112856587" sldId="512"/>
            <ac:cxnSpMk id="53" creationId="{A77CEF3C-1ED0-7289-9060-ECB8CA4F06BF}"/>
          </ac:cxnSpMkLst>
        </pc:cxnChg>
      </pc:sldChg>
      <pc:sldChg chg="addSp modSp add mod ord modAnim">
        <pc:chgData name="Robert de Groote" userId="2ce5265b-80a0-4fb8-a62a-8035e9b0c45a" providerId="ADAL" clId="{20F04FD4-9900-4063-95EE-CD816832BC31}" dt="2025-10-13T13:47:13.128" v="30464" actId="20577"/>
        <pc:sldMkLst>
          <pc:docMk/>
          <pc:sldMk cId="3740070124" sldId="513"/>
        </pc:sldMkLst>
        <pc:spChg chg="mod">
          <ac:chgData name="Robert de Groote" userId="2ce5265b-80a0-4fb8-a62a-8035e9b0c45a" providerId="ADAL" clId="{20F04FD4-9900-4063-95EE-CD816832BC31}" dt="2025-10-10T14:27:40.694" v="1442" actId="20577"/>
          <ac:spMkLst>
            <pc:docMk/>
            <pc:sldMk cId="3740070124" sldId="513"/>
            <ac:spMk id="2" creationId="{21661E8F-370E-5759-3AF8-B4FD87715FD0}"/>
          </ac:spMkLst>
        </pc:spChg>
        <pc:spChg chg="mod">
          <ac:chgData name="Robert de Groote" userId="2ce5265b-80a0-4fb8-a62a-8035e9b0c45a" providerId="ADAL" clId="{20F04FD4-9900-4063-95EE-CD816832BC31}" dt="2025-10-13T13:47:13.128" v="30464" actId="20577"/>
          <ac:spMkLst>
            <pc:docMk/>
            <pc:sldMk cId="3740070124" sldId="513"/>
            <ac:spMk id="3" creationId="{8A74A1EB-741E-3F35-26FC-9DC47C76563E}"/>
          </ac:spMkLst>
        </pc:spChg>
        <pc:spChg chg="add mod">
          <ac:chgData name="Robert de Groote" userId="2ce5265b-80a0-4fb8-a62a-8035e9b0c45a" providerId="ADAL" clId="{20F04FD4-9900-4063-95EE-CD816832BC31}" dt="2025-10-13T09:08:15.953" v="24537" actId="164"/>
          <ac:spMkLst>
            <pc:docMk/>
            <pc:sldMk cId="3740070124" sldId="513"/>
            <ac:spMk id="22" creationId="{02B5C36F-75C4-664D-E1AB-F32CF72AF34E}"/>
          </ac:spMkLst>
        </pc:spChg>
        <pc:spChg chg="add mod">
          <ac:chgData name="Robert de Groote" userId="2ce5265b-80a0-4fb8-a62a-8035e9b0c45a" providerId="ADAL" clId="{20F04FD4-9900-4063-95EE-CD816832BC31}" dt="2025-10-13T09:08:15.953" v="24537" actId="164"/>
          <ac:spMkLst>
            <pc:docMk/>
            <pc:sldMk cId="3740070124" sldId="513"/>
            <ac:spMk id="23" creationId="{804CF921-5962-3669-D8E4-0AF2B3CA23BB}"/>
          </ac:spMkLst>
        </pc:spChg>
        <pc:spChg chg="add mod">
          <ac:chgData name="Robert de Groote" userId="2ce5265b-80a0-4fb8-a62a-8035e9b0c45a" providerId="ADAL" clId="{20F04FD4-9900-4063-95EE-CD816832BC31}" dt="2025-10-13T09:08:15.953" v="24537" actId="164"/>
          <ac:spMkLst>
            <pc:docMk/>
            <pc:sldMk cId="3740070124" sldId="513"/>
            <ac:spMk id="24" creationId="{1B484CED-2562-C045-B022-4132F0D1DA6D}"/>
          </ac:spMkLst>
        </pc:spChg>
        <pc:spChg chg="add mod">
          <ac:chgData name="Robert de Groote" userId="2ce5265b-80a0-4fb8-a62a-8035e9b0c45a" providerId="ADAL" clId="{20F04FD4-9900-4063-95EE-CD816832BC31}" dt="2025-10-13T09:08:15.953" v="24537" actId="164"/>
          <ac:spMkLst>
            <pc:docMk/>
            <pc:sldMk cId="3740070124" sldId="513"/>
            <ac:spMk id="25" creationId="{C8E54872-92BB-8038-54F5-F49025C911F6}"/>
          </ac:spMkLst>
        </pc:spChg>
        <pc:spChg chg="add mod">
          <ac:chgData name="Robert de Groote" userId="2ce5265b-80a0-4fb8-a62a-8035e9b0c45a" providerId="ADAL" clId="{20F04FD4-9900-4063-95EE-CD816832BC31}" dt="2025-10-13T09:08:15.953" v="24537" actId="164"/>
          <ac:spMkLst>
            <pc:docMk/>
            <pc:sldMk cId="3740070124" sldId="513"/>
            <ac:spMk id="26" creationId="{1E175A4D-A03D-B675-F878-8B13BFF10EE7}"/>
          </ac:spMkLst>
        </pc:spChg>
        <pc:spChg chg="add mod">
          <ac:chgData name="Robert de Groote" userId="2ce5265b-80a0-4fb8-a62a-8035e9b0c45a" providerId="ADAL" clId="{20F04FD4-9900-4063-95EE-CD816832BC31}" dt="2025-10-13T09:08:15.953" v="24537" actId="164"/>
          <ac:spMkLst>
            <pc:docMk/>
            <pc:sldMk cId="3740070124" sldId="513"/>
            <ac:spMk id="27" creationId="{5185A1CA-08F6-F855-EF37-E228886A6EC4}"/>
          </ac:spMkLst>
        </pc:spChg>
        <pc:spChg chg="add mod">
          <ac:chgData name="Robert de Groote" userId="2ce5265b-80a0-4fb8-a62a-8035e9b0c45a" providerId="ADAL" clId="{20F04FD4-9900-4063-95EE-CD816832BC31}" dt="2025-10-13T09:08:15.953" v="24537" actId="164"/>
          <ac:spMkLst>
            <pc:docMk/>
            <pc:sldMk cId="3740070124" sldId="513"/>
            <ac:spMk id="28" creationId="{CFFB2190-229C-080C-1E62-F437476EA933}"/>
          </ac:spMkLst>
        </pc:spChg>
        <pc:spChg chg="add mod">
          <ac:chgData name="Robert de Groote" userId="2ce5265b-80a0-4fb8-a62a-8035e9b0c45a" providerId="ADAL" clId="{20F04FD4-9900-4063-95EE-CD816832BC31}" dt="2025-10-13T09:08:15.953" v="24537" actId="164"/>
          <ac:spMkLst>
            <pc:docMk/>
            <pc:sldMk cId="3740070124" sldId="513"/>
            <ac:spMk id="29" creationId="{4FB47695-E69F-F226-7E21-17632E75479D}"/>
          </ac:spMkLst>
        </pc:spChg>
        <pc:spChg chg="add mod">
          <ac:chgData name="Robert de Groote" userId="2ce5265b-80a0-4fb8-a62a-8035e9b0c45a" providerId="ADAL" clId="{20F04FD4-9900-4063-95EE-CD816832BC31}" dt="2025-10-13T09:08:15.953" v="24537" actId="164"/>
          <ac:spMkLst>
            <pc:docMk/>
            <pc:sldMk cId="3740070124" sldId="513"/>
            <ac:spMk id="30" creationId="{CC98CA52-8774-3C4A-B764-F8DF031B08BE}"/>
          </ac:spMkLst>
        </pc:spChg>
        <pc:spChg chg="add mod">
          <ac:chgData name="Robert de Groote" userId="2ce5265b-80a0-4fb8-a62a-8035e9b0c45a" providerId="ADAL" clId="{20F04FD4-9900-4063-95EE-CD816832BC31}" dt="2025-10-13T09:08:15.953" v="24537" actId="164"/>
          <ac:spMkLst>
            <pc:docMk/>
            <pc:sldMk cId="3740070124" sldId="513"/>
            <ac:spMk id="31" creationId="{000F8CB1-1B3B-BFBF-6763-86CCA6492413}"/>
          </ac:spMkLst>
        </pc:spChg>
      </pc:sldChg>
      <pc:sldChg chg="addSp delSp modSp add del mod delAnim modAnim">
        <pc:chgData name="Robert de Groote" userId="2ce5265b-80a0-4fb8-a62a-8035e9b0c45a" providerId="ADAL" clId="{20F04FD4-9900-4063-95EE-CD816832BC31}" dt="2025-10-11T15:06:14.090" v="23259" actId="47"/>
        <pc:sldMkLst>
          <pc:docMk/>
          <pc:sldMk cId="1591437155" sldId="514"/>
        </pc:sldMkLst>
      </pc:sldChg>
      <pc:sldChg chg="modSp add del mod">
        <pc:chgData name="Robert de Groote" userId="2ce5265b-80a0-4fb8-a62a-8035e9b0c45a" providerId="ADAL" clId="{20F04FD4-9900-4063-95EE-CD816832BC31}" dt="2025-10-11T12:00:30.189" v="17220" actId="47"/>
        <pc:sldMkLst>
          <pc:docMk/>
          <pc:sldMk cId="116278214" sldId="515"/>
        </pc:sldMkLst>
      </pc:sldChg>
      <pc:sldChg chg="modSp add del mod">
        <pc:chgData name="Robert de Groote" userId="2ce5265b-80a0-4fb8-a62a-8035e9b0c45a" providerId="ADAL" clId="{20F04FD4-9900-4063-95EE-CD816832BC31}" dt="2025-10-13T14:06:20.153" v="30530" actId="47"/>
        <pc:sldMkLst>
          <pc:docMk/>
          <pc:sldMk cId="3132504182" sldId="516"/>
        </pc:sldMkLst>
        <pc:spChg chg="mod">
          <ac:chgData name="Robert de Groote" userId="2ce5265b-80a0-4fb8-a62a-8035e9b0c45a" providerId="ADAL" clId="{20F04FD4-9900-4063-95EE-CD816832BC31}" dt="2025-10-13T09:17:30.404" v="24788" actId="108"/>
          <ac:spMkLst>
            <pc:docMk/>
            <pc:sldMk cId="3132504182" sldId="516"/>
            <ac:spMk id="3" creationId="{0BE23F78-1519-0E1A-98EB-B3241D25C7EA}"/>
          </ac:spMkLst>
        </pc:spChg>
      </pc:sldChg>
      <pc:sldChg chg="modSp add del mod ord">
        <pc:chgData name="Robert de Groote" userId="2ce5265b-80a0-4fb8-a62a-8035e9b0c45a" providerId="ADAL" clId="{20F04FD4-9900-4063-95EE-CD816832BC31}" dt="2025-10-13T13:36:58.946" v="30237" actId="47"/>
        <pc:sldMkLst>
          <pc:docMk/>
          <pc:sldMk cId="1855839952" sldId="517"/>
        </pc:sldMkLst>
        <pc:spChg chg="mod">
          <ac:chgData name="Robert de Groote" userId="2ce5265b-80a0-4fb8-a62a-8035e9b0c45a" providerId="ADAL" clId="{20F04FD4-9900-4063-95EE-CD816832BC31}" dt="2025-10-13T09:17:45.399" v="24793" actId="27636"/>
          <ac:spMkLst>
            <pc:docMk/>
            <pc:sldMk cId="1855839952" sldId="517"/>
            <ac:spMk id="3" creationId="{7B2A6CFF-9C53-6367-789E-A4BE9CAD4EDE}"/>
          </ac:spMkLst>
        </pc:spChg>
      </pc:sldChg>
      <pc:sldChg chg="addSp delSp modSp add mod modAnim">
        <pc:chgData name="Robert de Groote" userId="2ce5265b-80a0-4fb8-a62a-8035e9b0c45a" providerId="ADAL" clId="{20F04FD4-9900-4063-95EE-CD816832BC31}" dt="2025-10-13T17:20:20.154" v="31963"/>
        <pc:sldMkLst>
          <pc:docMk/>
          <pc:sldMk cId="1922469094" sldId="518"/>
        </pc:sldMkLst>
        <pc:spChg chg="mod">
          <ac:chgData name="Robert de Groote" userId="2ce5265b-80a0-4fb8-a62a-8035e9b0c45a" providerId="ADAL" clId="{20F04FD4-9900-4063-95EE-CD816832BC31}" dt="2025-10-10T15:08:15.839" v="3171" actId="20577"/>
          <ac:spMkLst>
            <pc:docMk/>
            <pc:sldMk cId="1922469094" sldId="518"/>
            <ac:spMk id="2" creationId="{8FE711A8-249A-72A1-233E-5942EFFBBD6E}"/>
          </ac:spMkLst>
        </pc:spChg>
        <pc:spChg chg="mod">
          <ac:chgData name="Robert de Groote" userId="2ce5265b-80a0-4fb8-a62a-8035e9b0c45a" providerId="ADAL" clId="{20F04FD4-9900-4063-95EE-CD816832BC31}" dt="2025-10-13T14:14:40.580" v="30778" actId="108"/>
          <ac:spMkLst>
            <pc:docMk/>
            <pc:sldMk cId="1922469094" sldId="518"/>
            <ac:spMk id="3" creationId="{44579E3E-9E87-27E4-CCAC-4170D1D3B869}"/>
          </ac:spMkLst>
        </pc:spChg>
        <pc:spChg chg="add mod">
          <ac:chgData name="Robert de Groote" userId="2ce5265b-80a0-4fb8-a62a-8035e9b0c45a" providerId="ADAL" clId="{20F04FD4-9900-4063-95EE-CD816832BC31}" dt="2025-10-13T13:02:41.433" v="28684"/>
          <ac:spMkLst>
            <pc:docMk/>
            <pc:sldMk cId="1922469094" sldId="518"/>
            <ac:spMk id="4" creationId="{76D2F703-B9E8-9E95-B966-52BEA310863C}"/>
          </ac:spMkLst>
        </pc:spChg>
        <pc:spChg chg="add mod">
          <ac:chgData name="Robert de Groote" userId="2ce5265b-80a0-4fb8-a62a-8035e9b0c45a" providerId="ADAL" clId="{20F04FD4-9900-4063-95EE-CD816832BC31}" dt="2025-10-13T13:06:12.626" v="29054"/>
          <ac:spMkLst>
            <pc:docMk/>
            <pc:sldMk cId="1922469094" sldId="518"/>
            <ac:spMk id="5" creationId="{C21AE57F-D88D-3EE7-BD6F-557F5B0F1C58}"/>
          </ac:spMkLst>
        </pc:spChg>
        <pc:spChg chg="add mod">
          <ac:chgData name="Robert de Groote" userId="2ce5265b-80a0-4fb8-a62a-8035e9b0c45a" providerId="ADAL" clId="{20F04FD4-9900-4063-95EE-CD816832BC31}" dt="2025-10-13T13:06:17.814" v="29132"/>
          <ac:spMkLst>
            <pc:docMk/>
            <pc:sldMk cId="1922469094" sldId="518"/>
            <ac:spMk id="6" creationId="{A2A9BCF6-5AC9-F544-66A4-421AFC9518D7}"/>
          </ac:spMkLst>
        </pc:spChg>
        <pc:spChg chg="add mod">
          <ac:chgData name="Robert de Groote" userId="2ce5265b-80a0-4fb8-a62a-8035e9b0c45a" providerId="ADAL" clId="{20F04FD4-9900-4063-95EE-CD816832BC31}" dt="2025-10-13T12:57:48.919" v="28583" actId="1076"/>
          <ac:spMkLst>
            <pc:docMk/>
            <pc:sldMk cId="1922469094" sldId="518"/>
            <ac:spMk id="7" creationId="{F0AA08BE-801D-5948-9FA7-2CCE86CBA18C}"/>
          </ac:spMkLst>
        </pc:spChg>
        <pc:spChg chg="add mod">
          <ac:chgData name="Robert de Groote" userId="2ce5265b-80a0-4fb8-a62a-8035e9b0c45a" providerId="ADAL" clId="{20F04FD4-9900-4063-95EE-CD816832BC31}" dt="2025-10-13T13:06:12.626" v="29058"/>
          <ac:spMkLst>
            <pc:docMk/>
            <pc:sldMk cId="1922469094" sldId="518"/>
            <ac:spMk id="8" creationId="{8B537BCE-2799-CB76-68F6-FDD8F7D59F18}"/>
          </ac:spMkLst>
        </pc:spChg>
        <pc:spChg chg="add mod">
          <ac:chgData name="Robert de Groote" userId="2ce5265b-80a0-4fb8-a62a-8035e9b0c45a" providerId="ADAL" clId="{20F04FD4-9900-4063-95EE-CD816832BC31}" dt="2025-10-13T13:06:17.814" v="29136"/>
          <ac:spMkLst>
            <pc:docMk/>
            <pc:sldMk cId="1922469094" sldId="518"/>
            <ac:spMk id="9" creationId="{BDBEE5A5-9BDD-392F-B118-65DBF8F43AC1}"/>
          </ac:spMkLst>
        </pc:spChg>
        <pc:spChg chg="add mod">
          <ac:chgData name="Robert de Groote" userId="2ce5265b-80a0-4fb8-a62a-8035e9b0c45a" providerId="ADAL" clId="{20F04FD4-9900-4063-95EE-CD816832BC31}" dt="2025-10-13T13:02:56.047" v="28794"/>
          <ac:spMkLst>
            <pc:docMk/>
            <pc:sldMk cId="1922469094" sldId="518"/>
            <ac:spMk id="10" creationId="{C352FA59-F830-5F20-D58A-14E629FF21CB}"/>
          </ac:spMkLst>
        </pc:spChg>
        <pc:spChg chg="add mod">
          <ac:chgData name="Robert de Groote" userId="2ce5265b-80a0-4fb8-a62a-8035e9b0c45a" providerId="ADAL" clId="{20F04FD4-9900-4063-95EE-CD816832BC31}" dt="2025-10-13T13:06:12.626" v="29070"/>
          <ac:spMkLst>
            <pc:docMk/>
            <pc:sldMk cId="1922469094" sldId="518"/>
            <ac:spMk id="11" creationId="{4C3DCADF-DC2B-8558-85D1-83F2CDBC89E9}"/>
          </ac:spMkLst>
        </pc:spChg>
        <pc:spChg chg="add mod">
          <ac:chgData name="Robert de Groote" userId="2ce5265b-80a0-4fb8-a62a-8035e9b0c45a" providerId="ADAL" clId="{20F04FD4-9900-4063-95EE-CD816832BC31}" dt="2025-10-13T13:06:17.814" v="29148"/>
          <ac:spMkLst>
            <pc:docMk/>
            <pc:sldMk cId="1922469094" sldId="518"/>
            <ac:spMk id="12" creationId="{AAFBBA7A-5E52-5E3C-9A59-3AA63755B525}"/>
          </ac:spMkLst>
        </pc:spChg>
        <pc:spChg chg="add mod">
          <ac:chgData name="Robert de Groote" userId="2ce5265b-80a0-4fb8-a62a-8035e9b0c45a" providerId="ADAL" clId="{20F04FD4-9900-4063-95EE-CD816832BC31}" dt="2025-10-13T13:02:52.545" v="28758"/>
          <ac:spMkLst>
            <pc:docMk/>
            <pc:sldMk cId="1922469094" sldId="518"/>
            <ac:spMk id="13" creationId="{6E95D583-6E84-D5DD-C87C-C8DA29D268FE}"/>
          </ac:spMkLst>
        </pc:spChg>
        <pc:spChg chg="add mod">
          <ac:chgData name="Robert de Groote" userId="2ce5265b-80a0-4fb8-a62a-8035e9b0c45a" providerId="ADAL" clId="{20F04FD4-9900-4063-95EE-CD816832BC31}" dt="2025-10-13T13:06:12.626" v="29066"/>
          <ac:spMkLst>
            <pc:docMk/>
            <pc:sldMk cId="1922469094" sldId="518"/>
            <ac:spMk id="14" creationId="{CD409DB2-A9B3-7F02-7CF3-BE30BFEBF36A}"/>
          </ac:spMkLst>
        </pc:spChg>
        <pc:spChg chg="add mod">
          <ac:chgData name="Robert de Groote" userId="2ce5265b-80a0-4fb8-a62a-8035e9b0c45a" providerId="ADAL" clId="{20F04FD4-9900-4063-95EE-CD816832BC31}" dt="2025-10-13T13:06:17.814" v="29144"/>
          <ac:spMkLst>
            <pc:docMk/>
            <pc:sldMk cId="1922469094" sldId="518"/>
            <ac:spMk id="15" creationId="{15093BE2-90C2-661E-9CC3-03E0B11564DC}"/>
          </ac:spMkLst>
        </pc:spChg>
        <pc:spChg chg="add del mod">
          <ac:chgData name="Robert de Groote" userId="2ce5265b-80a0-4fb8-a62a-8035e9b0c45a" providerId="ADAL" clId="{20F04FD4-9900-4063-95EE-CD816832BC31}" dt="2025-10-13T12:56:11.406" v="28367"/>
          <ac:spMkLst>
            <pc:docMk/>
            <pc:sldMk cId="1922469094" sldId="518"/>
            <ac:spMk id="16" creationId="{15006C2B-67CF-37DB-5EE6-484578474B52}"/>
          </ac:spMkLst>
        </pc:spChg>
        <pc:spChg chg="add del mod">
          <ac:chgData name="Robert de Groote" userId="2ce5265b-80a0-4fb8-a62a-8035e9b0c45a" providerId="ADAL" clId="{20F04FD4-9900-4063-95EE-CD816832BC31}" dt="2025-10-13T12:56:11.406" v="28367"/>
          <ac:spMkLst>
            <pc:docMk/>
            <pc:sldMk cId="1922469094" sldId="518"/>
            <ac:spMk id="17" creationId="{664125CA-01F3-A084-07AA-CF39A5E64EAB}"/>
          </ac:spMkLst>
        </pc:spChg>
        <pc:spChg chg="add del mod">
          <ac:chgData name="Robert de Groote" userId="2ce5265b-80a0-4fb8-a62a-8035e9b0c45a" providerId="ADAL" clId="{20F04FD4-9900-4063-95EE-CD816832BC31}" dt="2025-10-13T12:56:11.406" v="28367"/>
          <ac:spMkLst>
            <pc:docMk/>
            <pc:sldMk cId="1922469094" sldId="518"/>
            <ac:spMk id="18" creationId="{168E7223-B80C-B747-D3B9-1443553B327E}"/>
          </ac:spMkLst>
        </pc:spChg>
        <pc:spChg chg="add del mod">
          <ac:chgData name="Robert de Groote" userId="2ce5265b-80a0-4fb8-a62a-8035e9b0c45a" providerId="ADAL" clId="{20F04FD4-9900-4063-95EE-CD816832BC31}" dt="2025-10-13T12:56:11.406" v="28367"/>
          <ac:spMkLst>
            <pc:docMk/>
            <pc:sldMk cId="1922469094" sldId="518"/>
            <ac:spMk id="19" creationId="{1579F0D3-BDE6-ED49-EF74-09D59A4E0C9B}"/>
          </ac:spMkLst>
        </pc:spChg>
        <pc:spChg chg="add del mod">
          <ac:chgData name="Robert de Groote" userId="2ce5265b-80a0-4fb8-a62a-8035e9b0c45a" providerId="ADAL" clId="{20F04FD4-9900-4063-95EE-CD816832BC31}" dt="2025-10-13T12:56:11.343" v="28334"/>
          <ac:spMkLst>
            <pc:docMk/>
            <pc:sldMk cId="1922469094" sldId="518"/>
            <ac:spMk id="20" creationId="{BD1FD6A1-CF86-2D3B-BD29-1255F795ED7A}"/>
          </ac:spMkLst>
        </pc:spChg>
        <pc:spChg chg="add del mod">
          <ac:chgData name="Robert de Groote" userId="2ce5265b-80a0-4fb8-a62a-8035e9b0c45a" providerId="ADAL" clId="{20F04FD4-9900-4063-95EE-CD816832BC31}" dt="2025-10-13T12:56:11.375" v="28343"/>
          <ac:spMkLst>
            <pc:docMk/>
            <pc:sldMk cId="1922469094" sldId="518"/>
            <ac:spMk id="21" creationId="{A7565E21-2EF8-5404-E99C-E32EF2C37D05}"/>
          </ac:spMkLst>
        </pc:spChg>
        <pc:spChg chg="add del mod">
          <ac:chgData name="Robert de Groote" userId="2ce5265b-80a0-4fb8-a62a-8035e9b0c45a" providerId="ADAL" clId="{20F04FD4-9900-4063-95EE-CD816832BC31}" dt="2025-10-13T12:56:14.655" v="28433"/>
          <ac:spMkLst>
            <pc:docMk/>
            <pc:sldMk cId="1922469094" sldId="518"/>
            <ac:spMk id="22" creationId="{72CA636D-43A0-F797-C84B-3D017B709F66}"/>
          </ac:spMkLst>
        </pc:spChg>
        <pc:spChg chg="add del mod">
          <ac:chgData name="Robert de Groote" userId="2ce5265b-80a0-4fb8-a62a-8035e9b0c45a" providerId="ADAL" clId="{20F04FD4-9900-4063-95EE-CD816832BC31}" dt="2025-10-13T12:56:14.655" v="28433"/>
          <ac:spMkLst>
            <pc:docMk/>
            <pc:sldMk cId="1922469094" sldId="518"/>
            <ac:spMk id="23" creationId="{B0569D91-AA1F-0DD5-27F3-AD823432BCD5}"/>
          </ac:spMkLst>
        </pc:spChg>
        <pc:spChg chg="add del mod">
          <ac:chgData name="Robert de Groote" userId="2ce5265b-80a0-4fb8-a62a-8035e9b0c45a" providerId="ADAL" clId="{20F04FD4-9900-4063-95EE-CD816832BC31}" dt="2025-10-13T12:56:14.655" v="28433"/>
          <ac:spMkLst>
            <pc:docMk/>
            <pc:sldMk cId="1922469094" sldId="518"/>
            <ac:spMk id="24" creationId="{E1553741-F99B-D9DC-80A5-257F5EAA83C7}"/>
          </ac:spMkLst>
        </pc:spChg>
        <pc:spChg chg="add del mod">
          <ac:chgData name="Robert de Groote" userId="2ce5265b-80a0-4fb8-a62a-8035e9b0c45a" providerId="ADAL" clId="{20F04FD4-9900-4063-95EE-CD816832BC31}" dt="2025-10-13T12:56:14.655" v="28433"/>
          <ac:spMkLst>
            <pc:docMk/>
            <pc:sldMk cId="1922469094" sldId="518"/>
            <ac:spMk id="25" creationId="{F9056AD7-BD38-8BB1-B2D4-E88C44C888AF}"/>
          </ac:spMkLst>
        </pc:spChg>
        <pc:spChg chg="add del mod">
          <ac:chgData name="Robert de Groote" userId="2ce5265b-80a0-4fb8-a62a-8035e9b0c45a" providerId="ADAL" clId="{20F04FD4-9900-4063-95EE-CD816832BC31}" dt="2025-10-13T12:56:14.596" v="28400"/>
          <ac:spMkLst>
            <pc:docMk/>
            <pc:sldMk cId="1922469094" sldId="518"/>
            <ac:spMk id="26" creationId="{B9BFF737-1EE9-7400-6E2F-2A22F2B1DD09}"/>
          </ac:spMkLst>
        </pc:spChg>
        <pc:spChg chg="add del mod">
          <ac:chgData name="Robert de Groote" userId="2ce5265b-80a0-4fb8-a62a-8035e9b0c45a" providerId="ADAL" clId="{20F04FD4-9900-4063-95EE-CD816832BC31}" dt="2025-10-13T12:56:14.624" v="28409"/>
          <ac:spMkLst>
            <pc:docMk/>
            <pc:sldMk cId="1922469094" sldId="518"/>
            <ac:spMk id="27" creationId="{A2F3E348-5674-06CB-2296-579E749C758B}"/>
          </ac:spMkLst>
        </pc:spChg>
        <pc:spChg chg="add del mod">
          <ac:chgData name="Robert de Groote" userId="2ce5265b-80a0-4fb8-a62a-8035e9b0c45a" providerId="ADAL" clId="{20F04FD4-9900-4063-95EE-CD816832BC31}" dt="2025-10-13T12:56:18.559" v="28499"/>
          <ac:spMkLst>
            <pc:docMk/>
            <pc:sldMk cId="1922469094" sldId="518"/>
            <ac:spMk id="28" creationId="{23887899-7F99-7A83-BEB4-78EF220BA265}"/>
          </ac:spMkLst>
        </pc:spChg>
        <pc:spChg chg="add del mod">
          <ac:chgData name="Robert de Groote" userId="2ce5265b-80a0-4fb8-a62a-8035e9b0c45a" providerId="ADAL" clId="{20F04FD4-9900-4063-95EE-CD816832BC31}" dt="2025-10-13T12:56:18.559" v="28499"/>
          <ac:spMkLst>
            <pc:docMk/>
            <pc:sldMk cId="1922469094" sldId="518"/>
            <ac:spMk id="29" creationId="{521AAF33-C964-E26C-372B-DD738C256739}"/>
          </ac:spMkLst>
        </pc:spChg>
        <pc:spChg chg="add del mod">
          <ac:chgData name="Robert de Groote" userId="2ce5265b-80a0-4fb8-a62a-8035e9b0c45a" providerId="ADAL" clId="{20F04FD4-9900-4063-95EE-CD816832BC31}" dt="2025-10-13T12:56:18.559" v="28499"/>
          <ac:spMkLst>
            <pc:docMk/>
            <pc:sldMk cId="1922469094" sldId="518"/>
            <ac:spMk id="30" creationId="{B504FDFA-8986-FA93-48D1-E1DEB0C06633}"/>
          </ac:spMkLst>
        </pc:spChg>
        <pc:spChg chg="add del mod">
          <ac:chgData name="Robert de Groote" userId="2ce5265b-80a0-4fb8-a62a-8035e9b0c45a" providerId="ADAL" clId="{20F04FD4-9900-4063-95EE-CD816832BC31}" dt="2025-10-13T12:56:18.559" v="28499"/>
          <ac:spMkLst>
            <pc:docMk/>
            <pc:sldMk cId="1922469094" sldId="518"/>
            <ac:spMk id="31" creationId="{E347531B-7334-CAAA-1967-F2E1F91E0B65}"/>
          </ac:spMkLst>
        </pc:spChg>
        <pc:spChg chg="add del mod">
          <ac:chgData name="Robert de Groote" userId="2ce5265b-80a0-4fb8-a62a-8035e9b0c45a" providerId="ADAL" clId="{20F04FD4-9900-4063-95EE-CD816832BC31}" dt="2025-10-13T12:56:18.504" v="28466"/>
          <ac:spMkLst>
            <pc:docMk/>
            <pc:sldMk cId="1922469094" sldId="518"/>
            <ac:spMk id="32" creationId="{F4563C53-DF00-F2F5-654F-BE8DA2201B2D}"/>
          </ac:spMkLst>
        </pc:spChg>
        <pc:spChg chg="add del mod">
          <ac:chgData name="Robert de Groote" userId="2ce5265b-80a0-4fb8-a62a-8035e9b0c45a" providerId="ADAL" clId="{20F04FD4-9900-4063-95EE-CD816832BC31}" dt="2025-10-13T12:56:18.527" v="28475"/>
          <ac:spMkLst>
            <pc:docMk/>
            <pc:sldMk cId="1922469094" sldId="518"/>
            <ac:spMk id="33" creationId="{7E3777DF-1556-4A70-FBFB-B8D835E91150}"/>
          </ac:spMkLst>
        </pc:spChg>
        <pc:spChg chg="add mod ord">
          <ac:chgData name="Robert de Groote" userId="2ce5265b-80a0-4fb8-a62a-8035e9b0c45a" providerId="ADAL" clId="{20F04FD4-9900-4063-95EE-CD816832BC31}" dt="2025-10-13T13:03:33.934" v="28861"/>
          <ac:spMkLst>
            <pc:docMk/>
            <pc:sldMk cId="1922469094" sldId="518"/>
            <ac:spMk id="34" creationId="{4EC1F257-6450-B3FF-BD44-BFE4A74357F8}"/>
          </ac:spMkLst>
        </pc:spChg>
        <pc:spChg chg="add mod">
          <ac:chgData name="Robert de Groote" userId="2ce5265b-80a0-4fb8-a62a-8035e9b0c45a" providerId="ADAL" clId="{20F04FD4-9900-4063-95EE-CD816832BC31}" dt="2025-10-13T13:02:41.433" v="28688"/>
          <ac:spMkLst>
            <pc:docMk/>
            <pc:sldMk cId="1922469094" sldId="518"/>
            <ac:spMk id="35" creationId="{301B5342-8F3E-42A6-AB02-FB592DA8455A}"/>
          </ac:spMkLst>
        </pc:spChg>
        <pc:spChg chg="add mod">
          <ac:chgData name="Robert de Groote" userId="2ce5265b-80a0-4fb8-a62a-8035e9b0c45a" providerId="ADAL" clId="{20F04FD4-9900-4063-95EE-CD816832BC31}" dt="2025-10-13T13:06:12.626" v="29062"/>
          <ac:spMkLst>
            <pc:docMk/>
            <pc:sldMk cId="1922469094" sldId="518"/>
            <ac:spMk id="36" creationId="{96CC1F2D-2237-7564-F38C-ED4A5609D85D}"/>
          </ac:spMkLst>
        </pc:spChg>
        <pc:spChg chg="add mod">
          <ac:chgData name="Robert de Groote" userId="2ce5265b-80a0-4fb8-a62a-8035e9b0c45a" providerId="ADAL" clId="{20F04FD4-9900-4063-95EE-CD816832BC31}" dt="2025-10-13T13:06:17.814" v="29140"/>
          <ac:spMkLst>
            <pc:docMk/>
            <pc:sldMk cId="1922469094" sldId="518"/>
            <ac:spMk id="37" creationId="{295F81C8-0584-DDC4-14CD-A4E772614AFC}"/>
          </ac:spMkLst>
        </pc:spChg>
        <pc:spChg chg="add del mod">
          <ac:chgData name="Robert de Groote" userId="2ce5265b-80a0-4fb8-a62a-8035e9b0c45a" providerId="ADAL" clId="{20F04FD4-9900-4063-95EE-CD816832BC31}" dt="2025-10-13T13:02:38.894" v="28648"/>
          <ac:spMkLst>
            <pc:docMk/>
            <pc:sldMk cId="1922469094" sldId="518"/>
            <ac:spMk id="38" creationId="{DE354BF1-66A5-31DE-72ED-E24285234511}"/>
          </ac:spMkLst>
        </pc:spChg>
        <pc:spChg chg="add del mod">
          <ac:chgData name="Robert de Groote" userId="2ce5265b-80a0-4fb8-a62a-8035e9b0c45a" providerId="ADAL" clId="{20F04FD4-9900-4063-95EE-CD816832BC31}" dt="2025-10-13T13:02:38.894" v="28648"/>
          <ac:spMkLst>
            <pc:docMk/>
            <pc:sldMk cId="1922469094" sldId="518"/>
            <ac:spMk id="39" creationId="{A8F38533-8C25-F2C9-90A9-D81D8F779789}"/>
          </ac:spMkLst>
        </pc:spChg>
        <pc:spChg chg="add del mod">
          <ac:chgData name="Robert de Groote" userId="2ce5265b-80a0-4fb8-a62a-8035e9b0c45a" providerId="ADAL" clId="{20F04FD4-9900-4063-95EE-CD816832BC31}" dt="2025-10-13T13:02:38.847" v="28627"/>
          <ac:spMkLst>
            <pc:docMk/>
            <pc:sldMk cId="1922469094" sldId="518"/>
            <ac:spMk id="40" creationId="{D6BD1D2B-AB75-C59C-C6A9-FE0CAC9DDF6C}"/>
          </ac:spMkLst>
        </pc:spChg>
        <pc:spChg chg="add del mod">
          <ac:chgData name="Robert de Groote" userId="2ce5265b-80a0-4fb8-a62a-8035e9b0c45a" providerId="ADAL" clId="{20F04FD4-9900-4063-95EE-CD816832BC31}" dt="2025-10-13T13:02:38.878" v="28636"/>
          <ac:spMkLst>
            <pc:docMk/>
            <pc:sldMk cId="1922469094" sldId="518"/>
            <ac:spMk id="41" creationId="{F92BBC49-DC53-ACAA-E4A9-241B5CF0B2E1}"/>
          </ac:spMkLst>
        </pc:spChg>
        <pc:spChg chg="add del mod">
          <ac:chgData name="Robert de Groote" userId="2ce5265b-80a0-4fb8-a62a-8035e9b0c45a" providerId="ADAL" clId="{20F04FD4-9900-4063-95EE-CD816832BC31}" dt="2025-10-13T13:02:41.433" v="28690"/>
          <ac:spMkLst>
            <pc:docMk/>
            <pc:sldMk cId="1922469094" sldId="518"/>
            <ac:spMk id="42" creationId="{6EE1B48F-AD70-E424-8439-D9B63533876F}"/>
          </ac:spMkLst>
        </pc:spChg>
        <pc:spChg chg="add del mod">
          <ac:chgData name="Robert de Groote" userId="2ce5265b-80a0-4fb8-a62a-8035e9b0c45a" providerId="ADAL" clId="{20F04FD4-9900-4063-95EE-CD816832BC31}" dt="2025-10-13T13:02:41.433" v="28690"/>
          <ac:spMkLst>
            <pc:docMk/>
            <pc:sldMk cId="1922469094" sldId="518"/>
            <ac:spMk id="43" creationId="{E8F3AB40-F501-5C16-5A68-4D6292F1D348}"/>
          </ac:spMkLst>
        </pc:spChg>
        <pc:spChg chg="add del mod">
          <ac:chgData name="Robert de Groote" userId="2ce5265b-80a0-4fb8-a62a-8035e9b0c45a" providerId="ADAL" clId="{20F04FD4-9900-4063-95EE-CD816832BC31}" dt="2025-10-13T13:02:41.386" v="28669"/>
          <ac:spMkLst>
            <pc:docMk/>
            <pc:sldMk cId="1922469094" sldId="518"/>
            <ac:spMk id="44" creationId="{C0276EFD-908F-8509-1DB4-E3C82875F3D7}"/>
          </ac:spMkLst>
        </pc:spChg>
        <pc:spChg chg="add del mod">
          <ac:chgData name="Robert de Groote" userId="2ce5265b-80a0-4fb8-a62a-8035e9b0c45a" providerId="ADAL" clId="{20F04FD4-9900-4063-95EE-CD816832BC31}" dt="2025-10-13T13:02:41.402" v="28678"/>
          <ac:spMkLst>
            <pc:docMk/>
            <pc:sldMk cId="1922469094" sldId="518"/>
            <ac:spMk id="45" creationId="{AB325A3C-EA06-D4AD-A556-7C4EAFB19188}"/>
          </ac:spMkLst>
        </pc:spChg>
        <pc:spChg chg="add del mod">
          <ac:chgData name="Robert de Groote" userId="2ce5265b-80a0-4fb8-a62a-8035e9b0c45a" providerId="ADAL" clId="{20F04FD4-9900-4063-95EE-CD816832BC31}" dt="2025-10-13T13:02:44.179" v="28732"/>
          <ac:spMkLst>
            <pc:docMk/>
            <pc:sldMk cId="1922469094" sldId="518"/>
            <ac:spMk id="46" creationId="{8628F7D4-9610-ABE6-5F71-1D7A5EFAE2DC}"/>
          </ac:spMkLst>
        </pc:spChg>
        <pc:spChg chg="add del mod">
          <ac:chgData name="Robert de Groote" userId="2ce5265b-80a0-4fb8-a62a-8035e9b0c45a" providerId="ADAL" clId="{20F04FD4-9900-4063-95EE-CD816832BC31}" dt="2025-10-13T13:02:44.179" v="28732"/>
          <ac:spMkLst>
            <pc:docMk/>
            <pc:sldMk cId="1922469094" sldId="518"/>
            <ac:spMk id="47" creationId="{F9C832DE-6347-F913-03E2-D5E71FF0953E}"/>
          </ac:spMkLst>
        </pc:spChg>
        <pc:spChg chg="add del mod">
          <ac:chgData name="Robert de Groote" userId="2ce5265b-80a0-4fb8-a62a-8035e9b0c45a" providerId="ADAL" clId="{20F04FD4-9900-4063-95EE-CD816832BC31}" dt="2025-10-13T13:02:44.116" v="28711"/>
          <ac:spMkLst>
            <pc:docMk/>
            <pc:sldMk cId="1922469094" sldId="518"/>
            <ac:spMk id="48" creationId="{B5301C56-66F0-3927-AB02-32B9235314EE}"/>
          </ac:spMkLst>
        </pc:spChg>
        <pc:spChg chg="add del mod">
          <ac:chgData name="Robert de Groote" userId="2ce5265b-80a0-4fb8-a62a-8035e9b0c45a" providerId="ADAL" clId="{20F04FD4-9900-4063-95EE-CD816832BC31}" dt="2025-10-13T13:02:44.147" v="28720"/>
          <ac:spMkLst>
            <pc:docMk/>
            <pc:sldMk cId="1922469094" sldId="518"/>
            <ac:spMk id="49" creationId="{6A643FD5-CF50-C9BE-2D17-BEE8E153B858}"/>
          </ac:spMkLst>
        </pc:spChg>
        <pc:spChg chg="add del mod">
          <ac:chgData name="Robert de Groote" userId="2ce5265b-80a0-4fb8-a62a-8035e9b0c45a" providerId="ADAL" clId="{20F04FD4-9900-4063-95EE-CD816832BC31}" dt="2025-10-13T13:02:52.561" v="28768"/>
          <ac:spMkLst>
            <pc:docMk/>
            <pc:sldMk cId="1922469094" sldId="518"/>
            <ac:spMk id="50" creationId="{30EB1852-1183-E94B-7F70-4DC43ED721BE}"/>
          </ac:spMkLst>
        </pc:spChg>
        <pc:spChg chg="add del mod">
          <ac:chgData name="Robert de Groote" userId="2ce5265b-80a0-4fb8-a62a-8035e9b0c45a" providerId="ADAL" clId="{20F04FD4-9900-4063-95EE-CD816832BC31}" dt="2025-10-13T13:02:52.561" v="28768"/>
          <ac:spMkLst>
            <pc:docMk/>
            <pc:sldMk cId="1922469094" sldId="518"/>
            <ac:spMk id="51" creationId="{831CAFF5-FDB5-B87C-AD02-FD8F83AA63BD}"/>
          </ac:spMkLst>
        </pc:spChg>
        <pc:spChg chg="add del mod">
          <ac:chgData name="Robert de Groote" userId="2ce5265b-80a0-4fb8-a62a-8035e9b0c45a" providerId="ADAL" clId="{20F04FD4-9900-4063-95EE-CD816832BC31}" dt="2025-10-13T13:02:52.561" v="28768"/>
          <ac:spMkLst>
            <pc:docMk/>
            <pc:sldMk cId="1922469094" sldId="518"/>
            <ac:spMk id="52" creationId="{694CACBE-FCBC-FB3D-5698-8414EE1EDC5C}"/>
          </ac:spMkLst>
        </pc:spChg>
        <pc:spChg chg="add del mod">
          <ac:chgData name="Robert de Groote" userId="2ce5265b-80a0-4fb8-a62a-8035e9b0c45a" providerId="ADAL" clId="{20F04FD4-9900-4063-95EE-CD816832BC31}" dt="2025-10-13T13:02:56.047" v="28804"/>
          <ac:spMkLst>
            <pc:docMk/>
            <pc:sldMk cId="1922469094" sldId="518"/>
            <ac:spMk id="53" creationId="{106E0996-39BF-EB56-AE2F-66658FB6781C}"/>
          </ac:spMkLst>
        </pc:spChg>
        <pc:spChg chg="add del mod">
          <ac:chgData name="Robert de Groote" userId="2ce5265b-80a0-4fb8-a62a-8035e9b0c45a" providerId="ADAL" clId="{20F04FD4-9900-4063-95EE-CD816832BC31}" dt="2025-10-13T13:02:56.047" v="28804"/>
          <ac:spMkLst>
            <pc:docMk/>
            <pc:sldMk cId="1922469094" sldId="518"/>
            <ac:spMk id="54" creationId="{376CF826-836E-8C9A-21DD-60E655248693}"/>
          </ac:spMkLst>
        </pc:spChg>
        <pc:spChg chg="add del mod">
          <ac:chgData name="Robert de Groote" userId="2ce5265b-80a0-4fb8-a62a-8035e9b0c45a" providerId="ADAL" clId="{20F04FD4-9900-4063-95EE-CD816832BC31}" dt="2025-10-13T13:02:56.047" v="28804"/>
          <ac:spMkLst>
            <pc:docMk/>
            <pc:sldMk cId="1922469094" sldId="518"/>
            <ac:spMk id="55" creationId="{7EAAE66D-EDED-02E6-2492-A9AC718972AF}"/>
          </ac:spMkLst>
        </pc:spChg>
        <pc:spChg chg="add mod ord">
          <ac:chgData name="Robert de Groote" userId="2ce5265b-80a0-4fb8-a62a-8035e9b0c45a" providerId="ADAL" clId="{20F04FD4-9900-4063-95EE-CD816832BC31}" dt="2025-10-13T13:03:33.934" v="28865"/>
          <ac:spMkLst>
            <pc:docMk/>
            <pc:sldMk cId="1922469094" sldId="518"/>
            <ac:spMk id="56" creationId="{BEA2DCD6-11F6-7276-48E3-DC0FD6C3E182}"/>
          </ac:spMkLst>
        </pc:spChg>
        <pc:spChg chg="add del mod">
          <ac:chgData name="Robert de Groote" userId="2ce5265b-80a0-4fb8-a62a-8035e9b0c45a" providerId="ADAL" clId="{20F04FD4-9900-4063-95EE-CD816832BC31}" dt="2025-10-13T13:03:33.934" v="28867"/>
          <ac:spMkLst>
            <pc:docMk/>
            <pc:sldMk cId="1922469094" sldId="518"/>
            <ac:spMk id="57" creationId="{D1DD81A2-2272-7A3A-3D61-EF6164149291}"/>
          </ac:spMkLst>
        </pc:spChg>
        <pc:spChg chg="add del mod">
          <ac:chgData name="Robert de Groote" userId="2ce5265b-80a0-4fb8-a62a-8035e9b0c45a" providerId="ADAL" clId="{20F04FD4-9900-4063-95EE-CD816832BC31}" dt="2025-10-13T13:03:33.934" v="28867"/>
          <ac:spMkLst>
            <pc:docMk/>
            <pc:sldMk cId="1922469094" sldId="518"/>
            <ac:spMk id="58" creationId="{8E020A6E-24C9-895B-630A-D073B6234E50}"/>
          </ac:spMkLst>
        </pc:spChg>
        <pc:spChg chg="add del mod">
          <ac:chgData name="Robert de Groote" userId="2ce5265b-80a0-4fb8-a62a-8035e9b0c45a" providerId="ADAL" clId="{20F04FD4-9900-4063-95EE-CD816832BC31}" dt="2025-10-13T13:03:33.809" v="28828"/>
          <ac:spMkLst>
            <pc:docMk/>
            <pc:sldMk cId="1922469094" sldId="518"/>
            <ac:spMk id="59" creationId="{93453B3E-8230-9375-4ECB-5D693A6A44FF}"/>
          </ac:spMkLst>
        </pc:spChg>
        <pc:spChg chg="add del mod">
          <ac:chgData name="Robert de Groote" userId="2ce5265b-80a0-4fb8-a62a-8035e9b0c45a" providerId="ADAL" clId="{20F04FD4-9900-4063-95EE-CD816832BC31}" dt="2025-10-13T13:03:33.840" v="28837"/>
          <ac:spMkLst>
            <pc:docMk/>
            <pc:sldMk cId="1922469094" sldId="518"/>
            <ac:spMk id="60" creationId="{6D97F106-E05B-1CE7-DB5D-88A38D5578DC}"/>
          </ac:spMkLst>
        </pc:spChg>
        <pc:spChg chg="add del mod">
          <ac:chgData name="Robert de Groote" userId="2ce5265b-80a0-4fb8-a62a-8035e9b0c45a" providerId="ADAL" clId="{20F04FD4-9900-4063-95EE-CD816832BC31}" dt="2025-10-13T13:03:33.871" v="28846"/>
          <ac:spMkLst>
            <pc:docMk/>
            <pc:sldMk cId="1922469094" sldId="518"/>
            <ac:spMk id="61" creationId="{B1821DC3-C84C-9CC7-6390-E450B0A06813}"/>
          </ac:spMkLst>
        </pc:spChg>
        <pc:spChg chg="add del mod">
          <ac:chgData name="Robert de Groote" userId="2ce5265b-80a0-4fb8-a62a-8035e9b0c45a" providerId="ADAL" clId="{20F04FD4-9900-4063-95EE-CD816832BC31}" dt="2025-10-13T13:03:33.903" v="28855"/>
          <ac:spMkLst>
            <pc:docMk/>
            <pc:sldMk cId="1922469094" sldId="518"/>
            <ac:spMk id="62" creationId="{092D47DB-B7CB-88BC-1C14-F509ACF683C2}"/>
          </ac:spMkLst>
        </pc:spChg>
        <pc:spChg chg="add del mod ord">
          <ac:chgData name="Robert de Groote" userId="2ce5265b-80a0-4fb8-a62a-8035e9b0c45a" providerId="ADAL" clId="{20F04FD4-9900-4063-95EE-CD816832BC31}" dt="2025-10-13T13:04:59.719" v="28880" actId="478"/>
          <ac:spMkLst>
            <pc:docMk/>
            <pc:sldMk cId="1922469094" sldId="518"/>
            <ac:spMk id="63" creationId="{995F8930-CDAE-2E91-DDC2-E4395AE02973}"/>
          </ac:spMkLst>
        </pc:spChg>
        <pc:spChg chg="add del mod">
          <ac:chgData name="Robert de Groote" userId="2ce5265b-80a0-4fb8-a62a-8035e9b0c45a" providerId="ADAL" clId="{20F04FD4-9900-4063-95EE-CD816832BC31}" dt="2025-10-13T13:06:10.907" v="28964"/>
          <ac:spMkLst>
            <pc:docMk/>
            <pc:sldMk cId="1922469094" sldId="518"/>
            <ac:spMk id="64" creationId="{0725B2D5-28A1-C438-E153-E2814520B67A}"/>
          </ac:spMkLst>
        </pc:spChg>
        <pc:spChg chg="add del mod">
          <ac:chgData name="Robert de Groote" userId="2ce5265b-80a0-4fb8-a62a-8035e9b0c45a" providerId="ADAL" clId="{20F04FD4-9900-4063-95EE-CD816832BC31}" dt="2025-10-13T13:06:10.907" v="28964"/>
          <ac:spMkLst>
            <pc:docMk/>
            <pc:sldMk cId="1922469094" sldId="518"/>
            <ac:spMk id="65" creationId="{6BBAD45E-ACB1-AF5B-E031-B50800AB17AC}"/>
          </ac:spMkLst>
        </pc:spChg>
        <pc:spChg chg="add del mod">
          <ac:chgData name="Robert de Groote" userId="2ce5265b-80a0-4fb8-a62a-8035e9b0c45a" providerId="ADAL" clId="{20F04FD4-9900-4063-95EE-CD816832BC31}" dt="2025-10-13T13:06:10.907" v="28964"/>
          <ac:spMkLst>
            <pc:docMk/>
            <pc:sldMk cId="1922469094" sldId="518"/>
            <ac:spMk id="66" creationId="{18EFBC29-7366-FF31-E1C4-04F1B1897E23}"/>
          </ac:spMkLst>
        </pc:spChg>
        <pc:spChg chg="add del mod">
          <ac:chgData name="Robert de Groote" userId="2ce5265b-80a0-4fb8-a62a-8035e9b0c45a" providerId="ADAL" clId="{20F04FD4-9900-4063-95EE-CD816832BC31}" dt="2025-10-13T13:06:10.907" v="28964"/>
          <ac:spMkLst>
            <pc:docMk/>
            <pc:sldMk cId="1922469094" sldId="518"/>
            <ac:spMk id="67" creationId="{F916C727-E442-78C9-784B-C3E8E6839507}"/>
          </ac:spMkLst>
        </pc:spChg>
        <pc:spChg chg="add del mod">
          <ac:chgData name="Robert de Groote" userId="2ce5265b-80a0-4fb8-a62a-8035e9b0c45a" providerId="ADAL" clId="{20F04FD4-9900-4063-95EE-CD816832BC31}" dt="2025-10-13T13:06:10.907" v="28964"/>
          <ac:spMkLst>
            <pc:docMk/>
            <pc:sldMk cId="1922469094" sldId="518"/>
            <ac:spMk id="68" creationId="{7457DCD0-2006-389D-1613-7A9794067BE7}"/>
          </ac:spMkLst>
        </pc:spChg>
        <pc:spChg chg="add del mod">
          <ac:chgData name="Robert de Groote" userId="2ce5265b-80a0-4fb8-a62a-8035e9b0c45a" providerId="ADAL" clId="{20F04FD4-9900-4063-95EE-CD816832BC31}" dt="2025-10-13T13:06:12.626" v="29072"/>
          <ac:spMkLst>
            <pc:docMk/>
            <pc:sldMk cId="1922469094" sldId="518"/>
            <ac:spMk id="69" creationId="{E0326E19-5B5E-C289-7C65-7F28584255B9}"/>
          </ac:spMkLst>
        </pc:spChg>
        <pc:spChg chg="add del mod">
          <ac:chgData name="Robert de Groote" userId="2ce5265b-80a0-4fb8-a62a-8035e9b0c45a" providerId="ADAL" clId="{20F04FD4-9900-4063-95EE-CD816832BC31}" dt="2025-10-13T13:06:12.626" v="29072"/>
          <ac:spMkLst>
            <pc:docMk/>
            <pc:sldMk cId="1922469094" sldId="518"/>
            <ac:spMk id="70" creationId="{B32D08D5-FC80-FD4F-48FE-B15C04B18823}"/>
          </ac:spMkLst>
        </pc:spChg>
        <pc:spChg chg="add del mod">
          <ac:chgData name="Robert de Groote" userId="2ce5265b-80a0-4fb8-a62a-8035e9b0c45a" providerId="ADAL" clId="{20F04FD4-9900-4063-95EE-CD816832BC31}" dt="2025-10-13T13:06:12.626" v="29072"/>
          <ac:spMkLst>
            <pc:docMk/>
            <pc:sldMk cId="1922469094" sldId="518"/>
            <ac:spMk id="71" creationId="{3163AB84-6EF3-C564-B1FC-C189852A26F4}"/>
          </ac:spMkLst>
        </pc:spChg>
        <pc:spChg chg="add del mod">
          <ac:chgData name="Robert de Groote" userId="2ce5265b-80a0-4fb8-a62a-8035e9b0c45a" providerId="ADAL" clId="{20F04FD4-9900-4063-95EE-CD816832BC31}" dt="2025-10-13T13:06:12.626" v="29072"/>
          <ac:spMkLst>
            <pc:docMk/>
            <pc:sldMk cId="1922469094" sldId="518"/>
            <ac:spMk id="72" creationId="{7B9D69A1-F481-04BA-3816-882D440F5978}"/>
          </ac:spMkLst>
        </pc:spChg>
        <pc:spChg chg="add del mod">
          <ac:chgData name="Robert de Groote" userId="2ce5265b-80a0-4fb8-a62a-8035e9b0c45a" providerId="ADAL" clId="{20F04FD4-9900-4063-95EE-CD816832BC31}" dt="2025-10-13T13:06:12.626" v="29072"/>
          <ac:spMkLst>
            <pc:docMk/>
            <pc:sldMk cId="1922469094" sldId="518"/>
            <ac:spMk id="73" creationId="{A3E70E0B-0230-927F-A92B-9CDEE3DB188E}"/>
          </ac:spMkLst>
        </pc:spChg>
        <pc:spChg chg="add del mod">
          <ac:chgData name="Robert de Groote" userId="2ce5265b-80a0-4fb8-a62a-8035e9b0c45a" providerId="ADAL" clId="{20F04FD4-9900-4063-95EE-CD816832BC31}" dt="2025-10-13T13:06:12.563" v="29033"/>
          <ac:spMkLst>
            <pc:docMk/>
            <pc:sldMk cId="1922469094" sldId="518"/>
            <ac:spMk id="74" creationId="{09591F0F-3E5C-6101-1511-B3E1A29C552C}"/>
          </ac:spMkLst>
        </pc:spChg>
        <pc:spChg chg="add del mod">
          <ac:chgData name="Robert de Groote" userId="2ce5265b-80a0-4fb8-a62a-8035e9b0c45a" providerId="ADAL" clId="{20F04FD4-9900-4063-95EE-CD816832BC31}" dt="2025-10-13T13:06:12.595" v="29042"/>
          <ac:spMkLst>
            <pc:docMk/>
            <pc:sldMk cId="1922469094" sldId="518"/>
            <ac:spMk id="75" creationId="{CF3D51E5-52A1-C371-79F1-BCF9D7088D80}"/>
          </ac:spMkLst>
        </pc:spChg>
        <pc:spChg chg="add del mod">
          <ac:chgData name="Robert de Groote" userId="2ce5265b-80a0-4fb8-a62a-8035e9b0c45a" providerId="ADAL" clId="{20F04FD4-9900-4063-95EE-CD816832BC31}" dt="2025-10-13T13:06:17.814" v="29150"/>
          <ac:spMkLst>
            <pc:docMk/>
            <pc:sldMk cId="1922469094" sldId="518"/>
            <ac:spMk id="76" creationId="{8401A0A0-B271-654E-2AE7-7E9752559383}"/>
          </ac:spMkLst>
        </pc:spChg>
        <pc:spChg chg="add del mod">
          <ac:chgData name="Robert de Groote" userId="2ce5265b-80a0-4fb8-a62a-8035e9b0c45a" providerId="ADAL" clId="{20F04FD4-9900-4063-95EE-CD816832BC31}" dt="2025-10-13T13:06:17.814" v="29150"/>
          <ac:spMkLst>
            <pc:docMk/>
            <pc:sldMk cId="1922469094" sldId="518"/>
            <ac:spMk id="77" creationId="{30DD8F61-6F0F-4E3F-C052-E270F95F57B5}"/>
          </ac:spMkLst>
        </pc:spChg>
        <pc:spChg chg="add del mod">
          <ac:chgData name="Robert de Groote" userId="2ce5265b-80a0-4fb8-a62a-8035e9b0c45a" providerId="ADAL" clId="{20F04FD4-9900-4063-95EE-CD816832BC31}" dt="2025-10-13T13:06:17.814" v="29150"/>
          <ac:spMkLst>
            <pc:docMk/>
            <pc:sldMk cId="1922469094" sldId="518"/>
            <ac:spMk id="78" creationId="{556ADC87-0DC5-F9E8-3597-5AA25F0B3E61}"/>
          </ac:spMkLst>
        </pc:spChg>
        <pc:spChg chg="add del mod">
          <ac:chgData name="Robert de Groote" userId="2ce5265b-80a0-4fb8-a62a-8035e9b0c45a" providerId="ADAL" clId="{20F04FD4-9900-4063-95EE-CD816832BC31}" dt="2025-10-13T13:06:17.814" v="29150"/>
          <ac:spMkLst>
            <pc:docMk/>
            <pc:sldMk cId="1922469094" sldId="518"/>
            <ac:spMk id="79" creationId="{CC384804-A25C-E5C8-A749-F4EF4D0D5DA0}"/>
          </ac:spMkLst>
        </pc:spChg>
        <pc:spChg chg="add del mod">
          <ac:chgData name="Robert de Groote" userId="2ce5265b-80a0-4fb8-a62a-8035e9b0c45a" providerId="ADAL" clId="{20F04FD4-9900-4063-95EE-CD816832BC31}" dt="2025-10-13T13:06:17.814" v="29150"/>
          <ac:spMkLst>
            <pc:docMk/>
            <pc:sldMk cId="1922469094" sldId="518"/>
            <ac:spMk id="80" creationId="{E2DD713D-CFE6-BB47-05CA-9EEF6CFA0D86}"/>
          </ac:spMkLst>
        </pc:spChg>
        <pc:spChg chg="add del mod">
          <ac:chgData name="Robert de Groote" userId="2ce5265b-80a0-4fb8-a62a-8035e9b0c45a" providerId="ADAL" clId="{20F04FD4-9900-4063-95EE-CD816832BC31}" dt="2025-10-13T13:06:17.766" v="29111"/>
          <ac:spMkLst>
            <pc:docMk/>
            <pc:sldMk cId="1922469094" sldId="518"/>
            <ac:spMk id="81" creationId="{D169F33F-5296-BBAE-51B5-8F40DBA60EF5}"/>
          </ac:spMkLst>
        </pc:spChg>
        <pc:spChg chg="add del mod">
          <ac:chgData name="Robert de Groote" userId="2ce5265b-80a0-4fb8-a62a-8035e9b0c45a" providerId="ADAL" clId="{20F04FD4-9900-4063-95EE-CD816832BC31}" dt="2025-10-13T13:06:17.782" v="29120"/>
          <ac:spMkLst>
            <pc:docMk/>
            <pc:sldMk cId="1922469094" sldId="518"/>
            <ac:spMk id="82" creationId="{9B40F75B-2CBE-060A-06FC-56BF91CB1B97}"/>
          </ac:spMkLst>
        </pc:spChg>
        <pc:spChg chg="add del mod">
          <ac:chgData name="Robert de Groote" userId="2ce5265b-80a0-4fb8-a62a-8035e9b0c45a" providerId="ADAL" clId="{20F04FD4-9900-4063-95EE-CD816832BC31}" dt="2025-10-13T14:11:15.451" v="30695" actId="478"/>
          <ac:spMkLst>
            <pc:docMk/>
            <pc:sldMk cId="1922469094" sldId="518"/>
            <ac:spMk id="83" creationId="{50D92E9D-FD64-F705-134E-B73D9AB4FBBA}"/>
          </ac:spMkLst>
        </pc:spChg>
        <pc:spChg chg="add del mod">
          <ac:chgData name="Robert de Groote" userId="2ce5265b-80a0-4fb8-a62a-8035e9b0c45a" providerId="ADAL" clId="{20F04FD4-9900-4063-95EE-CD816832BC31}" dt="2025-10-13T13:08:39.683" v="29164" actId="478"/>
          <ac:spMkLst>
            <pc:docMk/>
            <pc:sldMk cId="1922469094" sldId="518"/>
            <ac:spMk id="84" creationId="{E7848272-AF37-331C-81F9-511BD8AD3B00}"/>
          </ac:spMkLst>
        </pc:spChg>
        <pc:spChg chg="add del mod">
          <ac:chgData name="Robert de Groote" userId="2ce5265b-80a0-4fb8-a62a-8035e9b0c45a" providerId="ADAL" clId="{20F04FD4-9900-4063-95EE-CD816832BC31}" dt="2025-10-13T14:11:16.280" v="30696" actId="478"/>
          <ac:spMkLst>
            <pc:docMk/>
            <pc:sldMk cId="1922469094" sldId="518"/>
            <ac:spMk id="85" creationId="{F6C1ED27-4D58-7D4C-E54E-A990FAED4446}"/>
          </ac:spMkLst>
        </pc:spChg>
      </pc:sldChg>
      <pc:sldChg chg="addSp delSp modSp add mod delAnim modAnim">
        <pc:chgData name="Robert de Groote" userId="2ce5265b-80a0-4fb8-a62a-8035e9b0c45a" providerId="ADAL" clId="{20F04FD4-9900-4063-95EE-CD816832BC31}" dt="2025-10-13T14:36:30.733" v="30911"/>
        <pc:sldMkLst>
          <pc:docMk/>
          <pc:sldMk cId="2436594186" sldId="519"/>
        </pc:sldMkLst>
        <pc:spChg chg="mod">
          <ac:chgData name="Robert de Groote" userId="2ce5265b-80a0-4fb8-a62a-8035e9b0c45a" providerId="ADAL" clId="{20F04FD4-9900-4063-95EE-CD816832BC31}" dt="2025-10-13T14:18:56.617" v="30820" actId="20577"/>
          <ac:spMkLst>
            <pc:docMk/>
            <pc:sldMk cId="2436594186" sldId="519"/>
            <ac:spMk id="2" creationId="{2BBA9657-AA62-E664-AB41-11E6E8CA9EAD}"/>
          </ac:spMkLst>
        </pc:spChg>
        <pc:spChg chg="mod">
          <ac:chgData name="Robert de Groote" userId="2ce5265b-80a0-4fb8-a62a-8035e9b0c45a" providerId="ADAL" clId="{20F04FD4-9900-4063-95EE-CD816832BC31}" dt="2025-10-13T14:19:32.135" v="30826" actId="108"/>
          <ac:spMkLst>
            <pc:docMk/>
            <pc:sldMk cId="2436594186" sldId="519"/>
            <ac:spMk id="3" creationId="{28F6EF6E-06C6-F4D9-B81E-DF2074EE0098}"/>
          </ac:spMkLst>
        </pc:spChg>
        <pc:spChg chg="add del mod">
          <ac:chgData name="Robert de Groote" userId="2ce5265b-80a0-4fb8-a62a-8035e9b0c45a" providerId="ADAL" clId="{20F04FD4-9900-4063-95EE-CD816832BC31}" dt="2025-10-13T14:34:26.100" v="30840" actId="478"/>
          <ac:spMkLst>
            <pc:docMk/>
            <pc:sldMk cId="2436594186" sldId="519"/>
            <ac:spMk id="5" creationId="{CC962BC5-98EA-B8C7-3BA9-2EBB0E090AF2}"/>
          </ac:spMkLst>
        </pc:spChg>
        <pc:spChg chg="add del mod">
          <ac:chgData name="Robert de Groote" userId="2ce5265b-80a0-4fb8-a62a-8035e9b0c45a" providerId="ADAL" clId="{20F04FD4-9900-4063-95EE-CD816832BC31}" dt="2025-10-13T14:34:26.100" v="30840" actId="478"/>
          <ac:spMkLst>
            <pc:docMk/>
            <pc:sldMk cId="2436594186" sldId="519"/>
            <ac:spMk id="6" creationId="{83360229-5EDE-524E-C1BF-8147A495350E}"/>
          </ac:spMkLst>
        </pc:spChg>
        <pc:spChg chg="add del mod">
          <ac:chgData name="Robert de Groote" userId="2ce5265b-80a0-4fb8-a62a-8035e9b0c45a" providerId="ADAL" clId="{20F04FD4-9900-4063-95EE-CD816832BC31}" dt="2025-10-13T14:34:26.100" v="30840" actId="478"/>
          <ac:spMkLst>
            <pc:docMk/>
            <pc:sldMk cId="2436594186" sldId="519"/>
            <ac:spMk id="8" creationId="{2532D098-9BD8-B164-611D-42D981D12C17}"/>
          </ac:spMkLst>
        </pc:spChg>
        <pc:spChg chg="add del mod">
          <ac:chgData name="Robert de Groote" userId="2ce5265b-80a0-4fb8-a62a-8035e9b0c45a" providerId="ADAL" clId="{20F04FD4-9900-4063-95EE-CD816832BC31}" dt="2025-10-13T14:34:26.100" v="30840" actId="478"/>
          <ac:spMkLst>
            <pc:docMk/>
            <pc:sldMk cId="2436594186" sldId="519"/>
            <ac:spMk id="9" creationId="{89926B37-B73B-7AAA-1054-9DF3D30FA7AE}"/>
          </ac:spMkLst>
        </pc:spChg>
        <pc:spChg chg="add del mod">
          <ac:chgData name="Robert de Groote" userId="2ce5265b-80a0-4fb8-a62a-8035e9b0c45a" providerId="ADAL" clId="{20F04FD4-9900-4063-95EE-CD816832BC31}" dt="2025-10-13T14:34:26.100" v="30840" actId="478"/>
          <ac:spMkLst>
            <pc:docMk/>
            <pc:sldMk cId="2436594186" sldId="519"/>
            <ac:spMk id="10" creationId="{A10E5073-BDED-B182-895E-C049889F72B3}"/>
          </ac:spMkLst>
        </pc:spChg>
        <pc:spChg chg="add del mod">
          <ac:chgData name="Robert de Groote" userId="2ce5265b-80a0-4fb8-a62a-8035e9b0c45a" providerId="ADAL" clId="{20F04FD4-9900-4063-95EE-CD816832BC31}" dt="2025-10-13T14:34:26.100" v="30840" actId="478"/>
          <ac:spMkLst>
            <pc:docMk/>
            <pc:sldMk cId="2436594186" sldId="519"/>
            <ac:spMk id="22" creationId="{B0EF5571-0661-869D-3D6D-6567EF2F7CDC}"/>
          </ac:spMkLst>
        </pc:spChg>
        <pc:spChg chg="del mod">
          <ac:chgData name="Robert de Groote" userId="2ce5265b-80a0-4fb8-a62a-8035e9b0c45a" providerId="ADAL" clId="{20F04FD4-9900-4063-95EE-CD816832BC31}" dt="2025-10-13T14:34:26.100" v="30840" actId="478"/>
          <ac:spMkLst>
            <pc:docMk/>
            <pc:sldMk cId="2436594186" sldId="519"/>
            <ac:spMk id="25" creationId="{54B927C6-2C7B-71A4-C46C-737B79CC761C}"/>
          </ac:spMkLst>
        </pc:spChg>
        <pc:spChg chg="del mod">
          <ac:chgData name="Robert de Groote" userId="2ce5265b-80a0-4fb8-a62a-8035e9b0c45a" providerId="ADAL" clId="{20F04FD4-9900-4063-95EE-CD816832BC31}" dt="2025-10-13T14:34:26.100" v="30840" actId="478"/>
          <ac:spMkLst>
            <pc:docMk/>
            <pc:sldMk cId="2436594186" sldId="519"/>
            <ac:spMk id="26" creationId="{9D83549D-156A-60BF-6FE1-EA16971E3628}"/>
          </ac:spMkLst>
        </pc:spChg>
        <pc:spChg chg="add del mod">
          <ac:chgData name="Robert de Groote" userId="2ce5265b-80a0-4fb8-a62a-8035e9b0c45a" providerId="ADAL" clId="{20F04FD4-9900-4063-95EE-CD816832BC31}" dt="2025-10-13T14:34:26.100" v="30840" actId="478"/>
          <ac:spMkLst>
            <pc:docMk/>
            <pc:sldMk cId="2436594186" sldId="519"/>
            <ac:spMk id="27" creationId="{721904AF-EDD5-303A-5CF8-F2E8DF19704C}"/>
          </ac:spMkLst>
        </pc:spChg>
        <pc:spChg chg="del mod">
          <ac:chgData name="Robert de Groote" userId="2ce5265b-80a0-4fb8-a62a-8035e9b0c45a" providerId="ADAL" clId="{20F04FD4-9900-4063-95EE-CD816832BC31}" dt="2025-10-13T14:34:26.100" v="30840" actId="478"/>
          <ac:spMkLst>
            <pc:docMk/>
            <pc:sldMk cId="2436594186" sldId="519"/>
            <ac:spMk id="30" creationId="{040DBF08-8B7B-FE91-DBCB-DD7B0B82A0D6}"/>
          </ac:spMkLst>
        </pc:spChg>
        <pc:spChg chg="add mod">
          <ac:chgData name="Robert de Groote" userId="2ce5265b-80a0-4fb8-a62a-8035e9b0c45a" providerId="ADAL" clId="{20F04FD4-9900-4063-95EE-CD816832BC31}" dt="2025-10-13T14:34:34.041" v="30870"/>
          <ac:spMkLst>
            <pc:docMk/>
            <pc:sldMk cId="2436594186" sldId="519"/>
            <ac:spMk id="31" creationId="{0F1571FD-A933-2B59-E540-A41419719A15}"/>
          </ac:spMkLst>
        </pc:spChg>
        <pc:spChg chg="mod">
          <ac:chgData name="Robert de Groote" userId="2ce5265b-80a0-4fb8-a62a-8035e9b0c45a" providerId="ADAL" clId="{20F04FD4-9900-4063-95EE-CD816832BC31}" dt="2025-10-13T14:34:34.041" v="30871"/>
          <ac:spMkLst>
            <pc:docMk/>
            <pc:sldMk cId="2436594186" sldId="519"/>
            <ac:spMk id="32" creationId="{F09A4013-ED2F-562A-BFBC-F9F3BC73E2E8}"/>
          </ac:spMkLst>
        </pc:spChg>
        <pc:spChg chg="mod">
          <ac:chgData name="Robert de Groote" userId="2ce5265b-80a0-4fb8-a62a-8035e9b0c45a" providerId="ADAL" clId="{20F04FD4-9900-4063-95EE-CD816832BC31}" dt="2025-10-13T14:34:34.041" v="30872"/>
          <ac:spMkLst>
            <pc:docMk/>
            <pc:sldMk cId="2436594186" sldId="519"/>
            <ac:spMk id="33" creationId="{6A0BC1B9-2685-1FE6-740F-AC80AB07AAA7}"/>
          </ac:spMkLst>
        </pc:spChg>
        <pc:spChg chg="add mod">
          <ac:chgData name="Robert de Groote" userId="2ce5265b-80a0-4fb8-a62a-8035e9b0c45a" providerId="ADAL" clId="{20F04FD4-9900-4063-95EE-CD816832BC31}" dt="2025-10-13T14:34:34.041" v="30873"/>
          <ac:spMkLst>
            <pc:docMk/>
            <pc:sldMk cId="2436594186" sldId="519"/>
            <ac:spMk id="34" creationId="{DD2F5166-389B-01A1-AB0E-F474A4714276}"/>
          </ac:spMkLst>
        </pc:spChg>
        <pc:spChg chg="mod">
          <ac:chgData name="Robert de Groote" userId="2ce5265b-80a0-4fb8-a62a-8035e9b0c45a" providerId="ADAL" clId="{20F04FD4-9900-4063-95EE-CD816832BC31}" dt="2025-10-13T14:34:34.041" v="30874"/>
          <ac:spMkLst>
            <pc:docMk/>
            <pc:sldMk cId="2436594186" sldId="519"/>
            <ac:spMk id="35" creationId="{19C08525-936E-58C7-CA4E-B7515D63ECAA}"/>
          </ac:spMkLst>
        </pc:spChg>
        <pc:spChg chg="add mod">
          <ac:chgData name="Robert de Groote" userId="2ce5265b-80a0-4fb8-a62a-8035e9b0c45a" providerId="ADAL" clId="{20F04FD4-9900-4063-95EE-CD816832BC31}" dt="2025-10-13T14:34:34.041" v="30875"/>
          <ac:spMkLst>
            <pc:docMk/>
            <pc:sldMk cId="2436594186" sldId="519"/>
            <ac:spMk id="36" creationId="{683D9D16-B897-E6B0-71B7-E129BFCED5E1}"/>
          </ac:spMkLst>
        </pc:spChg>
        <pc:spChg chg="add mod">
          <ac:chgData name="Robert de Groote" userId="2ce5265b-80a0-4fb8-a62a-8035e9b0c45a" providerId="ADAL" clId="{20F04FD4-9900-4063-95EE-CD816832BC31}" dt="2025-10-13T14:34:34.041" v="30876"/>
          <ac:spMkLst>
            <pc:docMk/>
            <pc:sldMk cId="2436594186" sldId="519"/>
            <ac:spMk id="37" creationId="{EF52D59F-6956-9B5A-FA6C-661CC33B46D9}"/>
          </ac:spMkLst>
        </pc:spChg>
        <pc:spChg chg="mod">
          <ac:chgData name="Robert de Groote" userId="2ce5265b-80a0-4fb8-a62a-8035e9b0c45a" providerId="ADAL" clId="{20F04FD4-9900-4063-95EE-CD816832BC31}" dt="2025-10-13T14:34:34.041" v="30887"/>
          <ac:spMkLst>
            <pc:docMk/>
            <pc:sldMk cId="2436594186" sldId="519"/>
            <ac:spMk id="48" creationId="{3141AA44-D670-7176-8D45-A1F19BCE0264}"/>
          </ac:spMkLst>
        </pc:spChg>
        <pc:spChg chg="mod">
          <ac:chgData name="Robert de Groote" userId="2ce5265b-80a0-4fb8-a62a-8035e9b0c45a" providerId="ADAL" clId="{20F04FD4-9900-4063-95EE-CD816832BC31}" dt="2025-10-13T14:34:34.041" v="30888"/>
          <ac:spMkLst>
            <pc:docMk/>
            <pc:sldMk cId="2436594186" sldId="519"/>
            <ac:spMk id="49" creationId="{15B16EED-A520-7058-E56B-61177D743097}"/>
          </ac:spMkLst>
        </pc:spChg>
        <pc:spChg chg="mod">
          <ac:chgData name="Robert de Groote" userId="2ce5265b-80a0-4fb8-a62a-8035e9b0c45a" providerId="ADAL" clId="{20F04FD4-9900-4063-95EE-CD816832BC31}" dt="2025-10-13T14:36:01.589" v="30907" actId="108"/>
          <ac:spMkLst>
            <pc:docMk/>
            <pc:sldMk cId="2436594186" sldId="519"/>
            <ac:spMk id="50" creationId="{0F629419-EA71-50B1-6BDA-236BB517A9FE}"/>
          </ac:spMkLst>
        </pc:spChg>
        <pc:spChg chg="mod">
          <ac:chgData name="Robert de Groote" userId="2ce5265b-80a0-4fb8-a62a-8035e9b0c45a" providerId="ADAL" clId="{20F04FD4-9900-4063-95EE-CD816832BC31}" dt="2025-10-13T14:34:34.041" v="30890"/>
          <ac:spMkLst>
            <pc:docMk/>
            <pc:sldMk cId="2436594186" sldId="519"/>
            <ac:spMk id="51" creationId="{5BC90E18-89CB-0BAC-D6C4-59FB32A91AF5}"/>
          </ac:spMkLst>
        </pc:spChg>
        <pc:spChg chg="add mod">
          <ac:chgData name="Robert de Groote" userId="2ce5265b-80a0-4fb8-a62a-8035e9b0c45a" providerId="ADAL" clId="{20F04FD4-9900-4063-95EE-CD816832BC31}" dt="2025-10-13T14:34:34.041" v="30891"/>
          <ac:spMkLst>
            <pc:docMk/>
            <pc:sldMk cId="2436594186" sldId="519"/>
            <ac:spMk id="52" creationId="{A5AE8DF4-C54A-EB00-D72A-9F23AB432281}"/>
          </ac:spMkLst>
        </pc:spChg>
        <pc:spChg chg="add mod">
          <ac:chgData name="Robert de Groote" userId="2ce5265b-80a0-4fb8-a62a-8035e9b0c45a" providerId="ADAL" clId="{20F04FD4-9900-4063-95EE-CD816832BC31}" dt="2025-10-13T14:35:56.557" v="30904" actId="207"/>
          <ac:spMkLst>
            <pc:docMk/>
            <pc:sldMk cId="2436594186" sldId="519"/>
            <ac:spMk id="53" creationId="{26B891EF-469F-922E-DF6D-84A37431BE6B}"/>
          </ac:spMkLst>
        </pc:spChg>
        <pc:spChg chg="add mod">
          <ac:chgData name="Robert de Groote" userId="2ce5265b-80a0-4fb8-a62a-8035e9b0c45a" providerId="ADAL" clId="{20F04FD4-9900-4063-95EE-CD816832BC31}" dt="2025-10-13T14:36:00.559" v="30906" actId="108"/>
          <ac:spMkLst>
            <pc:docMk/>
            <pc:sldMk cId="2436594186" sldId="519"/>
            <ac:spMk id="54" creationId="{5B1ABC76-1726-7815-3C33-15451A6ECB16}"/>
          </ac:spMkLst>
        </pc:spChg>
        <pc:spChg chg="add mod">
          <ac:chgData name="Robert de Groote" userId="2ce5265b-80a0-4fb8-a62a-8035e9b0c45a" providerId="ADAL" clId="{20F04FD4-9900-4063-95EE-CD816832BC31}" dt="2025-10-13T14:35:59.679" v="30905" actId="108"/>
          <ac:spMkLst>
            <pc:docMk/>
            <pc:sldMk cId="2436594186" sldId="519"/>
            <ac:spMk id="55" creationId="{4703C3EC-183E-4642-FD0F-275B7964BE8A}"/>
          </ac:spMkLst>
        </pc:spChg>
        <pc:spChg chg="add mod">
          <ac:chgData name="Robert de Groote" userId="2ce5265b-80a0-4fb8-a62a-8035e9b0c45a" providerId="ADAL" clId="{20F04FD4-9900-4063-95EE-CD816832BC31}" dt="2025-10-13T14:34:34.041" v="30895"/>
          <ac:spMkLst>
            <pc:docMk/>
            <pc:sldMk cId="2436594186" sldId="519"/>
            <ac:spMk id="56" creationId="{4C93D4A0-E366-29DF-9630-A83056BF8F70}"/>
          </ac:spMkLst>
        </pc:spChg>
        <pc:spChg chg="add mod">
          <ac:chgData name="Robert de Groote" userId="2ce5265b-80a0-4fb8-a62a-8035e9b0c45a" providerId="ADAL" clId="{20F04FD4-9900-4063-95EE-CD816832BC31}" dt="2025-10-13T14:34:34.041" v="30896"/>
          <ac:spMkLst>
            <pc:docMk/>
            <pc:sldMk cId="2436594186" sldId="519"/>
            <ac:spMk id="57" creationId="{6D270D13-379F-35B1-D33A-062DA0B274E0}"/>
          </ac:spMkLst>
        </pc:spChg>
        <pc:spChg chg="mod">
          <ac:chgData name="Robert de Groote" userId="2ce5265b-80a0-4fb8-a62a-8035e9b0c45a" providerId="ADAL" clId="{20F04FD4-9900-4063-95EE-CD816832BC31}" dt="2025-10-13T14:34:34.041" v="30897"/>
          <ac:spMkLst>
            <pc:docMk/>
            <pc:sldMk cId="2436594186" sldId="519"/>
            <ac:spMk id="58" creationId="{D43ADCB5-5D17-A1E7-17E9-A8430A2AD306}"/>
          </ac:spMkLst>
        </pc:spChg>
        <pc:cxnChg chg="mod">
          <ac:chgData name="Robert de Groote" userId="2ce5265b-80a0-4fb8-a62a-8035e9b0c45a" providerId="ADAL" clId="{20F04FD4-9900-4063-95EE-CD816832BC31}" dt="2025-10-13T14:34:34.041" v="30877"/>
          <ac:cxnSpMkLst>
            <pc:docMk/>
            <pc:sldMk cId="2436594186" sldId="519"/>
            <ac:cxnSpMk id="38" creationId="{575BEC0B-C30E-90EC-DAEC-3F7C431DDDEF}"/>
          </ac:cxnSpMkLst>
        </pc:cxnChg>
        <pc:cxnChg chg="mod">
          <ac:chgData name="Robert de Groote" userId="2ce5265b-80a0-4fb8-a62a-8035e9b0c45a" providerId="ADAL" clId="{20F04FD4-9900-4063-95EE-CD816832BC31}" dt="2025-10-13T14:34:34.041" v="30878"/>
          <ac:cxnSpMkLst>
            <pc:docMk/>
            <pc:sldMk cId="2436594186" sldId="519"/>
            <ac:cxnSpMk id="39" creationId="{1E581ABA-6C06-F961-0593-CA2387FDF36A}"/>
          </ac:cxnSpMkLst>
        </pc:cxnChg>
        <pc:cxnChg chg="mod">
          <ac:chgData name="Robert de Groote" userId="2ce5265b-80a0-4fb8-a62a-8035e9b0c45a" providerId="ADAL" clId="{20F04FD4-9900-4063-95EE-CD816832BC31}" dt="2025-10-13T14:35:41.814" v="30903" actId="108"/>
          <ac:cxnSpMkLst>
            <pc:docMk/>
            <pc:sldMk cId="2436594186" sldId="519"/>
            <ac:cxnSpMk id="40" creationId="{11EE31A9-1748-044A-3FD6-B02B49A9E4D3}"/>
          </ac:cxnSpMkLst>
        </pc:cxnChg>
        <pc:cxnChg chg="mod">
          <ac:chgData name="Robert de Groote" userId="2ce5265b-80a0-4fb8-a62a-8035e9b0c45a" providerId="ADAL" clId="{20F04FD4-9900-4063-95EE-CD816832BC31}" dt="2025-10-13T14:35:14.720" v="30900" actId="208"/>
          <ac:cxnSpMkLst>
            <pc:docMk/>
            <pc:sldMk cId="2436594186" sldId="519"/>
            <ac:cxnSpMk id="41" creationId="{A19B6F74-3E39-9E36-DCDC-0B1ABE449A42}"/>
          </ac:cxnSpMkLst>
        </pc:cxnChg>
        <pc:cxnChg chg="mod">
          <ac:chgData name="Robert de Groote" userId="2ce5265b-80a0-4fb8-a62a-8035e9b0c45a" providerId="ADAL" clId="{20F04FD4-9900-4063-95EE-CD816832BC31}" dt="2025-10-13T14:34:34.041" v="30881"/>
          <ac:cxnSpMkLst>
            <pc:docMk/>
            <pc:sldMk cId="2436594186" sldId="519"/>
            <ac:cxnSpMk id="42" creationId="{863B4597-96A8-ECA7-6480-557F9890768A}"/>
          </ac:cxnSpMkLst>
        </pc:cxnChg>
        <pc:cxnChg chg="mod">
          <ac:chgData name="Robert de Groote" userId="2ce5265b-80a0-4fb8-a62a-8035e9b0c45a" providerId="ADAL" clId="{20F04FD4-9900-4063-95EE-CD816832BC31}" dt="2025-10-13T14:34:34.041" v="30882"/>
          <ac:cxnSpMkLst>
            <pc:docMk/>
            <pc:sldMk cId="2436594186" sldId="519"/>
            <ac:cxnSpMk id="43" creationId="{F10F33FF-54AD-7134-A6BE-4AE3C3462A77}"/>
          </ac:cxnSpMkLst>
        </pc:cxnChg>
        <pc:cxnChg chg="mod">
          <ac:chgData name="Robert de Groote" userId="2ce5265b-80a0-4fb8-a62a-8035e9b0c45a" providerId="ADAL" clId="{20F04FD4-9900-4063-95EE-CD816832BC31}" dt="2025-10-13T14:34:34.041" v="30883"/>
          <ac:cxnSpMkLst>
            <pc:docMk/>
            <pc:sldMk cId="2436594186" sldId="519"/>
            <ac:cxnSpMk id="44" creationId="{5ACFF131-584C-3D93-A7B9-A8873A1A27B1}"/>
          </ac:cxnSpMkLst>
        </pc:cxnChg>
        <pc:cxnChg chg="mod">
          <ac:chgData name="Robert de Groote" userId="2ce5265b-80a0-4fb8-a62a-8035e9b0c45a" providerId="ADAL" clId="{20F04FD4-9900-4063-95EE-CD816832BC31}" dt="2025-10-13T14:35:34.781" v="30901" actId="108"/>
          <ac:cxnSpMkLst>
            <pc:docMk/>
            <pc:sldMk cId="2436594186" sldId="519"/>
            <ac:cxnSpMk id="45" creationId="{9099983B-C893-047D-0907-94F7FA32421E}"/>
          </ac:cxnSpMkLst>
        </pc:cxnChg>
        <pc:cxnChg chg="mod">
          <ac:chgData name="Robert de Groote" userId="2ce5265b-80a0-4fb8-a62a-8035e9b0c45a" providerId="ADAL" clId="{20F04FD4-9900-4063-95EE-CD816832BC31}" dt="2025-10-13T14:35:40.521" v="30902" actId="108"/>
          <ac:cxnSpMkLst>
            <pc:docMk/>
            <pc:sldMk cId="2436594186" sldId="519"/>
            <ac:cxnSpMk id="46" creationId="{B7ACF3C5-637E-E65C-01BE-55A2DAA85B54}"/>
          </ac:cxnSpMkLst>
        </pc:cxnChg>
        <pc:cxnChg chg="mod">
          <ac:chgData name="Robert de Groote" userId="2ce5265b-80a0-4fb8-a62a-8035e9b0c45a" providerId="ADAL" clId="{20F04FD4-9900-4063-95EE-CD816832BC31}" dt="2025-10-13T14:34:34.041" v="30886"/>
          <ac:cxnSpMkLst>
            <pc:docMk/>
            <pc:sldMk cId="2436594186" sldId="519"/>
            <ac:cxnSpMk id="47" creationId="{AFC58AAA-E2E8-6A0D-BE34-A61CEFD45464}"/>
          </ac:cxnSpMkLst>
        </pc:cxnChg>
      </pc:sldChg>
      <pc:sldChg chg="new del">
        <pc:chgData name="Robert de Groote" userId="2ce5265b-80a0-4fb8-a62a-8035e9b0c45a" providerId="ADAL" clId="{20F04FD4-9900-4063-95EE-CD816832BC31}" dt="2025-10-10T15:19:18.389" v="4146" actId="47"/>
        <pc:sldMkLst>
          <pc:docMk/>
          <pc:sldMk cId="154405290" sldId="520"/>
        </pc:sldMkLst>
      </pc:sldChg>
      <pc:sldChg chg="addSp delSp modSp add mod ord modAnim">
        <pc:chgData name="Robert de Groote" userId="2ce5265b-80a0-4fb8-a62a-8035e9b0c45a" providerId="ADAL" clId="{20F04FD4-9900-4063-95EE-CD816832BC31}" dt="2025-10-13T15:17:33.101" v="31243"/>
        <pc:sldMkLst>
          <pc:docMk/>
          <pc:sldMk cId="3158947764" sldId="520"/>
        </pc:sldMkLst>
        <pc:spChg chg="mod">
          <ac:chgData name="Robert de Groote" userId="2ce5265b-80a0-4fb8-a62a-8035e9b0c45a" providerId="ADAL" clId="{20F04FD4-9900-4063-95EE-CD816832BC31}" dt="2025-10-13T09:58:52.364" v="26072" actId="6549"/>
          <ac:spMkLst>
            <pc:docMk/>
            <pc:sldMk cId="3158947764" sldId="520"/>
            <ac:spMk id="2" creationId="{6C9A7D28-4507-4A92-CBBD-34D1B656614B}"/>
          </ac:spMkLst>
        </pc:spChg>
        <pc:spChg chg="mod">
          <ac:chgData name="Robert de Groote" userId="2ce5265b-80a0-4fb8-a62a-8035e9b0c45a" providerId="ADAL" clId="{20F04FD4-9900-4063-95EE-CD816832BC31}" dt="2025-10-13T12:47:01.756" v="28118" actId="113"/>
          <ac:spMkLst>
            <pc:docMk/>
            <pc:sldMk cId="3158947764" sldId="520"/>
            <ac:spMk id="3" creationId="{FF254367-591C-9E65-986B-39B6C03FBAA5}"/>
          </ac:spMkLst>
        </pc:spChg>
        <pc:spChg chg="add mod">
          <ac:chgData name="Robert de Groote" userId="2ce5265b-80a0-4fb8-a62a-8035e9b0c45a" providerId="ADAL" clId="{20F04FD4-9900-4063-95EE-CD816832BC31}" dt="2025-10-13T10:13:19.663" v="26230" actId="113"/>
          <ac:spMkLst>
            <pc:docMk/>
            <pc:sldMk cId="3158947764" sldId="520"/>
            <ac:spMk id="4" creationId="{50A60072-C919-D04B-75B6-F365C26814EB}"/>
          </ac:spMkLst>
        </pc:spChg>
        <pc:spChg chg="add mod">
          <ac:chgData name="Robert de Groote" userId="2ce5265b-80a0-4fb8-a62a-8035e9b0c45a" providerId="ADAL" clId="{20F04FD4-9900-4063-95EE-CD816832BC31}" dt="2025-10-13T10:13:13.603" v="26227" actId="113"/>
          <ac:spMkLst>
            <pc:docMk/>
            <pc:sldMk cId="3158947764" sldId="520"/>
            <ac:spMk id="5" creationId="{AACE6EFE-83D0-2E46-B0EF-42A9D00DD55D}"/>
          </ac:spMkLst>
        </pc:spChg>
        <pc:spChg chg="add mod">
          <ac:chgData name="Robert de Groote" userId="2ce5265b-80a0-4fb8-a62a-8035e9b0c45a" providerId="ADAL" clId="{20F04FD4-9900-4063-95EE-CD816832BC31}" dt="2025-10-13T10:14:27.561" v="26244" actId="1036"/>
          <ac:spMkLst>
            <pc:docMk/>
            <pc:sldMk cId="3158947764" sldId="520"/>
            <ac:spMk id="6" creationId="{BDCDB230-3718-30E7-5FF1-A2BA11B9F7DB}"/>
          </ac:spMkLst>
        </pc:spChg>
        <pc:spChg chg="add del mod">
          <ac:chgData name="Robert de Groote" userId="2ce5265b-80a0-4fb8-a62a-8035e9b0c45a" providerId="ADAL" clId="{20F04FD4-9900-4063-95EE-CD816832BC31}" dt="2025-10-13T10:12:59.803" v="26224" actId="478"/>
          <ac:spMkLst>
            <pc:docMk/>
            <pc:sldMk cId="3158947764" sldId="520"/>
            <ac:spMk id="7" creationId="{3159B7AE-4C3A-1037-F142-4FCF123D8B9A}"/>
          </ac:spMkLst>
        </pc:spChg>
      </pc:sldChg>
      <pc:sldChg chg="addSp delSp modSp add mod ord modAnim">
        <pc:chgData name="Robert de Groote" userId="2ce5265b-80a0-4fb8-a62a-8035e9b0c45a" providerId="ADAL" clId="{20F04FD4-9900-4063-95EE-CD816832BC31}" dt="2025-10-13T17:26:11.807" v="31969" actId="20577"/>
        <pc:sldMkLst>
          <pc:docMk/>
          <pc:sldMk cId="413225049" sldId="521"/>
        </pc:sldMkLst>
        <pc:spChg chg="mod">
          <ac:chgData name="Robert de Groote" userId="2ce5265b-80a0-4fb8-a62a-8035e9b0c45a" providerId="ADAL" clId="{20F04FD4-9900-4063-95EE-CD816832BC31}" dt="2025-10-13T09:58:46.288" v="26070" actId="6549"/>
          <ac:spMkLst>
            <pc:docMk/>
            <pc:sldMk cId="413225049" sldId="521"/>
            <ac:spMk id="2" creationId="{7C9327F0-0416-F972-1D58-D88D8681B854}"/>
          </ac:spMkLst>
        </pc:spChg>
        <pc:spChg chg="mod">
          <ac:chgData name="Robert de Groote" userId="2ce5265b-80a0-4fb8-a62a-8035e9b0c45a" providerId="ADAL" clId="{20F04FD4-9900-4063-95EE-CD816832BC31}" dt="2025-10-13T17:26:11.807" v="31969" actId="20577"/>
          <ac:spMkLst>
            <pc:docMk/>
            <pc:sldMk cId="413225049" sldId="521"/>
            <ac:spMk id="3" creationId="{868CC268-EDE4-95F6-92AA-6FEF3B1F935C}"/>
          </ac:spMkLst>
        </pc:spChg>
        <pc:spChg chg="add mod">
          <ac:chgData name="Robert de Groote" userId="2ce5265b-80a0-4fb8-a62a-8035e9b0c45a" providerId="ADAL" clId="{20F04FD4-9900-4063-95EE-CD816832BC31}" dt="2025-10-13T09:56:08.624" v="25901" actId="1037"/>
          <ac:spMkLst>
            <pc:docMk/>
            <pc:sldMk cId="413225049" sldId="521"/>
            <ac:spMk id="4" creationId="{87325AC1-E04E-CF29-0A7B-14581D226698}"/>
          </ac:spMkLst>
        </pc:spChg>
        <pc:spChg chg="add mod">
          <ac:chgData name="Robert de Groote" userId="2ce5265b-80a0-4fb8-a62a-8035e9b0c45a" providerId="ADAL" clId="{20F04FD4-9900-4063-95EE-CD816832BC31}" dt="2025-10-13T09:55:58.464" v="25888" actId="11530"/>
          <ac:spMkLst>
            <pc:docMk/>
            <pc:sldMk cId="413225049" sldId="521"/>
            <ac:spMk id="5" creationId="{AAF045EA-9A1E-632E-8230-CE28FBB7540A}"/>
          </ac:spMkLst>
        </pc:spChg>
        <pc:spChg chg="add mod">
          <ac:chgData name="Robert de Groote" userId="2ce5265b-80a0-4fb8-a62a-8035e9b0c45a" providerId="ADAL" clId="{20F04FD4-9900-4063-95EE-CD816832BC31}" dt="2025-10-13T09:55:25.314" v="25884" actId="1076"/>
          <ac:spMkLst>
            <pc:docMk/>
            <pc:sldMk cId="413225049" sldId="521"/>
            <ac:spMk id="6" creationId="{65ED6618-4B6F-8DB4-BEB3-C1CC0D840554}"/>
          </ac:spMkLst>
        </pc:spChg>
        <pc:spChg chg="add del mod ord">
          <ac:chgData name="Robert de Groote" userId="2ce5265b-80a0-4fb8-a62a-8035e9b0c45a" providerId="ADAL" clId="{20F04FD4-9900-4063-95EE-CD816832BC31}" dt="2025-10-13T09:53:58.304" v="25872" actId="478"/>
          <ac:spMkLst>
            <pc:docMk/>
            <pc:sldMk cId="413225049" sldId="521"/>
            <ac:spMk id="7" creationId="{9ADE340E-3B7A-189B-1871-A54AD2644EE2}"/>
          </ac:spMkLst>
        </pc:spChg>
        <pc:spChg chg="add mod">
          <ac:chgData name="Robert de Groote" userId="2ce5265b-80a0-4fb8-a62a-8035e9b0c45a" providerId="ADAL" clId="{20F04FD4-9900-4063-95EE-CD816832BC31}" dt="2025-10-13T09:56:18.831" v="25905" actId="14100"/>
          <ac:spMkLst>
            <pc:docMk/>
            <pc:sldMk cId="413225049" sldId="521"/>
            <ac:spMk id="10" creationId="{C0FEA22B-CDBA-E959-1D81-996B3C5F344F}"/>
          </ac:spMkLst>
        </pc:spChg>
        <pc:spChg chg="add mod">
          <ac:chgData name="Robert de Groote" userId="2ce5265b-80a0-4fb8-a62a-8035e9b0c45a" providerId="ADAL" clId="{20F04FD4-9900-4063-95EE-CD816832BC31}" dt="2025-10-13T09:56:03.656" v="25896" actId="1037"/>
          <ac:spMkLst>
            <pc:docMk/>
            <pc:sldMk cId="413225049" sldId="521"/>
            <ac:spMk id="11" creationId="{BEFB4CD8-075B-0D27-942C-B1FBF1B481CB}"/>
          </ac:spMkLst>
        </pc:spChg>
        <pc:spChg chg="add mod">
          <ac:chgData name="Robert de Groote" userId="2ce5265b-80a0-4fb8-a62a-8035e9b0c45a" providerId="ADAL" clId="{20F04FD4-9900-4063-95EE-CD816832BC31}" dt="2025-10-13T09:57:33.688" v="26016"/>
          <ac:spMkLst>
            <pc:docMk/>
            <pc:sldMk cId="413225049" sldId="521"/>
            <ac:spMk id="12" creationId="{D464A29D-B277-E6C6-08ED-68E259A439F3}"/>
          </ac:spMkLst>
        </pc:spChg>
        <pc:spChg chg="add mod">
          <ac:chgData name="Robert de Groote" userId="2ce5265b-80a0-4fb8-a62a-8035e9b0c45a" providerId="ADAL" clId="{20F04FD4-9900-4063-95EE-CD816832BC31}" dt="2025-10-13T15:00:20.253" v="31130" actId="113"/>
          <ac:spMkLst>
            <pc:docMk/>
            <pc:sldMk cId="413225049" sldId="521"/>
            <ac:spMk id="13" creationId="{92624A15-C7B9-E8E5-1F7E-F47189BD9C6D}"/>
          </ac:spMkLst>
        </pc:spChg>
        <pc:cxnChg chg="add del mod">
          <ac:chgData name="Robert de Groote" userId="2ce5265b-80a0-4fb8-a62a-8035e9b0c45a" providerId="ADAL" clId="{20F04FD4-9900-4063-95EE-CD816832BC31}" dt="2025-10-13T09:53:42.261" v="25863" actId="478"/>
          <ac:cxnSpMkLst>
            <pc:docMk/>
            <pc:sldMk cId="413225049" sldId="521"/>
            <ac:cxnSpMk id="9" creationId="{7DD31528-D777-11AB-0FCE-75480D58B6F1}"/>
          </ac:cxnSpMkLst>
        </pc:cxnChg>
      </pc:sldChg>
      <pc:sldChg chg="addSp delSp modSp add del mod delAnim modAnim">
        <pc:chgData name="Robert de Groote" userId="2ce5265b-80a0-4fb8-a62a-8035e9b0c45a" providerId="ADAL" clId="{20F04FD4-9900-4063-95EE-CD816832BC31}" dt="2025-10-13T14:22:10.538" v="30839" actId="47"/>
        <pc:sldMkLst>
          <pc:docMk/>
          <pc:sldMk cId="420398616" sldId="522"/>
        </pc:sldMkLst>
        <pc:spChg chg="mod">
          <ac:chgData name="Robert de Groote" userId="2ce5265b-80a0-4fb8-a62a-8035e9b0c45a" providerId="ADAL" clId="{20F04FD4-9900-4063-95EE-CD816832BC31}" dt="2025-10-13T14:20:55.996" v="30828" actId="164"/>
          <ac:spMkLst>
            <pc:docMk/>
            <pc:sldMk cId="420398616" sldId="522"/>
            <ac:spMk id="4" creationId="{92EADE07-465C-7EB1-FE96-3961C6A6FECE}"/>
          </ac:spMkLst>
        </pc:spChg>
        <pc:spChg chg="mod">
          <ac:chgData name="Robert de Groote" userId="2ce5265b-80a0-4fb8-a62a-8035e9b0c45a" providerId="ADAL" clId="{20F04FD4-9900-4063-95EE-CD816832BC31}" dt="2025-10-13T14:20:55.996" v="30828" actId="164"/>
          <ac:spMkLst>
            <pc:docMk/>
            <pc:sldMk cId="420398616" sldId="522"/>
            <ac:spMk id="5" creationId="{FF1FF2AE-EC03-CF69-CA3C-7D13F0316325}"/>
          </ac:spMkLst>
        </pc:spChg>
        <pc:spChg chg="add mod">
          <ac:chgData name="Robert de Groote" userId="2ce5265b-80a0-4fb8-a62a-8035e9b0c45a" providerId="ADAL" clId="{20F04FD4-9900-4063-95EE-CD816832BC31}" dt="2025-10-13T14:20:55.996" v="30828" actId="164"/>
          <ac:spMkLst>
            <pc:docMk/>
            <pc:sldMk cId="420398616" sldId="522"/>
            <ac:spMk id="8" creationId="{D09FD9F0-5E6F-938A-831F-DE0FEFCE7CF2}"/>
          </ac:spMkLst>
        </pc:spChg>
        <pc:spChg chg="mod">
          <ac:chgData name="Robert de Groote" userId="2ce5265b-80a0-4fb8-a62a-8035e9b0c45a" providerId="ADAL" clId="{20F04FD4-9900-4063-95EE-CD816832BC31}" dt="2025-10-13T14:20:55.996" v="30828" actId="164"/>
          <ac:spMkLst>
            <pc:docMk/>
            <pc:sldMk cId="420398616" sldId="522"/>
            <ac:spMk id="12" creationId="{5C2E8B54-C267-8F7A-DEDF-20260CB2D912}"/>
          </ac:spMkLst>
        </pc:spChg>
        <pc:spChg chg="add mod">
          <ac:chgData name="Robert de Groote" userId="2ce5265b-80a0-4fb8-a62a-8035e9b0c45a" providerId="ADAL" clId="{20F04FD4-9900-4063-95EE-CD816832BC31}" dt="2025-10-13T14:20:55.996" v="30828" actId="164"/>
          <ac:spMkLst>
            <pc:docMk/>
            <pc:sldMk cId="420398616" sldId="522"/>
            <ac:spMk id="119" creationId="{C1088365-CC00-B7B1-4A11-C411DD8FE45C}"/>
          </ac:spMkLst>
        </pc:spChg>
        <pc:spChg chg="add mod">
          <ac:chgData name="Robert de Groote" userId="2ce5265b-80a0-4fb8-a62a-8035e9b0c45a" providerId="ADAL" clId="{20F04FD4-9900-4063-95EE-CD816832BC31}" dt="2025-10-13T14:20:55.996" v="30828" actId="164"/>
          <ac:spMkLst>
            <pc:docMk/>
            <pc:sldMk cId="420398616" sldId="522"/>
            <ac:spMk id="120" creationId="{98228760-3EC4-6BE1-CD8A-5B00EB1F23DE}"/>
          </ac:spMkLst>
        </pc:spChg>
        <pc:spChg chg="add mod">
          <ac:chgData name="Robert de Groote" userId="2ce5265b-80a0-4fb8-a62a-8035e9b0c45a" providerId="ADAL" clId="{20F04FD4-9900-4063-95EE-CD816832BC31}" dt="2025-10-13T14:20:55.996" v="30828" actId="164"/>
          <ac:spMkLst>
            <pc:docMk/>
            <pc:sldMk cId="420398616" sldId="522"/>
            <ac:spMk id="122" creationId="{6C8A5741-CAC5-4B61-BE15-5E8DE0992EEF}"/>
          </ac:spMkLst>
        </pc:spChg>
        <pc:spChg chg="add mod">
          <ac:chgData name="Robert de Groote" userId="2ce5265b-80a0-4fb8-a62a-8035e9b0c45a" providerId="ADAL" clId="{20F04FD4-9900-4063-95EE-CD816832BC31}" dt="2025-10-13T14:20:55.996" v="30828" actId="164"/>
          <ac:spMkLst>
            <pc:docMk/>
            <pc:sldMk cId="420398616" sldId="522"/>
            <ac:spMk id="124" creationId="{2FFC592C-0967-5830-3160-4B3485AD5322}"/>
          </ac:spMkLst>
        </pc:spChg>
        <pc:spChg chg="add mod">
          <ac:chgData name="Robert de Groote" userId="2ce5265b-80a0-4fb8-a62a-8035e9b0c45a" providerId="ADAL" clId="{20F04FD4-9900-4063-95EE-CD816832BC31}" dt="2025-10-13T14:20:55.996" v="30828" actId="164"/>
          <ac:spMkLst>
            <pc:docMk/>
            <pc:sldMk cId="420398616" sldId="522"/>
            <ac:spMk id="126" creationId="{CCAAD555-C05A-DCAB-8FF5-9AE760197D38}"/>
          </ac:spMkLst>
        </pc:spChg>
        <pc:spChg chg="add mod">
          <ac:chgData name="Robert de Groote" userId="2ce5265b-80a0-4fb8-a62a-8035e9b0c45a" providerId="ADAL" clId="{20F04FD4-9900-4063-95EE-CD816832BC31}" dt="2025-10-13T14:20:55.996" v="30828" actId="164"/>
          <ac:spMkLst>
            <pc:docMk/>
            <pc:sldMk cId="420398616" sldId="522"/>
            <ac:spMk id="128" creationId="{883140CE-94B6-B928-0755-AD0D7DFEB743}"/>
          </ac:spMkLst>
        </pc:spChg>
      </pc:sldChg>
      <pc:sldChg chg="modSp add mod modAnim">
        <pc:chgData name="Robert de Groote" userId="2ce5265b-80a0-4fb8-a62a-8035e9b0c45a" providerId="ADAL" clId="{20F04FD4-9900-4063-95EE-CD816832BC31}" dt="2025-10-13T14:21:52.809" v="30838"/>
        <pc:sldMkLst>
          <pc:docMk/>
          <pc:sldMk cId="3765213187" sldId="523"/>
        </pc:sldMkLst>
        <pc:spChg chg="mod">
          <ac:chgData name="Robert de Groote" userId="2ce5265b-80a0-4fb8-a62a-8035e9b0c45a" providerId="ADAL" clId="{20F04FD4-9900-4063-95EE-CD816832BC31}" dt="2025-10-10T17:22:46.267" v="5744" actId="207"/>
          <ac:spMkLst>
            <pc:docMk/>
            <pc:sldMk cId="3765213187" sldId="523"/>
            <ac:spMk id="4" creationId="{B4BB35C8-D368-2B68-1DBE-57FCDAD93AB6}"/>
          </ac:spMkLst>
        </pc:spChg>
        <pc:spChg chg="mod">
          <ac:chgData name="Robert de Groote" userId="2ce5265b-80a0-4fb8-a62a-8035e9b0c45a" providerId="ADAL" clId="{20F04FD4-9900-4063-95EE-CD816832BC31}" dt="2025-10-10T17:22:46.267" v="5744" actId="207"/>
          <ac:spMkLst>
            <pc:docMk/>
            <pc:sldMk cId="3765213187" sldId="523"/>
            <ac:spMk id="5" creationId="{7B05D205-16BB-3053-40BE-AFA890A42E3B}"/>
          </ac:spMkLst>
        </pc:spChg>
        <pc:spChg chg="mod">
          <ac:chgData name="Robert de Groote" userId="2ce5265b-80a0-4fb8-a62a-8035e9b0c45a" providerId="ADAL" clId="{20F04FD4-9900-4063-95EE-CD816832BC31}" dt="2025-10-10T17:22:46.267" v="5744" actId="207"/>
          <ac:spMkLst>
            <pc:docMk/>
            <pc:sldMk cId="3765213187" sldId="523"/>
            <ac:spMk id="7" creationId="{DF5D2E75-DF4F-99BF-3D4C-FA9B6F02B210}"/>
          </ac:spMkLst>
        </pc:spChg>
        <pc:spChg chg="mod">
          <ac:chgData name="Robert de Groote" userId="2ce5265b-80a0-4fb8-a62a-8035e9b0c45a" providerId="ADAL" clId="{20F04FD4-9900-4063-95EE-CD816832BC31}" dt="2025-10-10T17:22:46.267" v="5744" actId="207"/>
          <ac:spMkLst>
            <pc:docMk/>
            <pc:sldMk cId="3765213187" sldId="523"/>
            <ac:spMk id="8" creationId="{3AA8F7B1-4B0D-5ED2-9C48-3680C89F1F29}"/>
          </ac:spMkLst>
        </pc:spChg>
        <pc:spChg chg="mod">
          <ac:chgData name="Robert de Groote" userId="2ce5265b-80a0-4fb8-a62a-8035e9b0c45a" providerId="ADAL" clId="{20F04FD4-9900-4063-95EE-CD816832BC31}" dt="2025-10-10T17:22:46.267" v="5744" actId="207"/>
          <ac:spMkLst>
            <pc:docMk/>
            <pc:sldMk cId="3765213187" sldId="523"/>
            <ac:spMk id="11" creationId="{2D420C58-DA71-D1F4-73A4-0E99B8BE1C55}"/>
          </ac:spMkLst>
        </pc:spChg>
        <pc:spChg chg="mod">
          <ac:chgData name="Robert de Groote" userId="2ce5265b-80a0-4fb8-a62a-8035e9b0c45a" providerId="ADAL" clId="{20F04FD4-9900-4063-95EE-CD816832BC31}" dt="2025-10-10T17:22:46.267" v="5744" actId="207"/>
          <ac:spMkLst>
            <pc:docMk/>
            <pc:sldMk cId="3765213187" sldId="523"/>
            <ac:spMk id="12" creationId="{52BEDB41-FAE6-969C-0B3B-F62C4042695B}"/>
          </ac:spMkLst>
        </pc:spChg>
        <pc:spChg chg="mod">
          <ac:chgData name="Robert de Groote" userId="2ce5265b-80a0-4fb8-a62a-8035e9b0c45a" providerId="ADAL" clId="{20F04FD4-9900-4063-95EE-CD816832BC31}" dt="2025-10-10T17:22:46.267" v="5744" actId="207"/>
          <ac:spMkLst>
            <pc:docMk/>
            <pc:sldMk cId="3765213187" sldId="523"/>
            <ac:spMk id="13" creationId="{7B3378DE-C62F-1E76-98D9-D11CB51750A1}"/>
          </ac:spMkLst>
        </pc:spChg>
        <pc:spChg chg="mod">
          <ac:chgData name="Robert de Groote" userId="2ce5265b-80a0-4fb8-a62a-8035e9b0c45a" providerId="ADAL" clId="{20F04FD4-9900-4063-95EE-CD816832BC31}" dt="2025-10-10T17:22:46.267" v="5744" actId="207"/>
          <ac:spMkLst>
            <pc:docMk/>
            <pc:sldMk cId="3765213187" sldId="523"/>
            <ac:spMk id="14" creationId="{D02DC54D-51F5-E414-59F6-538AD6725A2F}"/>
          </ac:spMkLst>
        </pc:spChg>
        <pc:spChg chg="mod">
          <ac:chgData name="Robert de Groote" userId="2ce5265b-80a0-4fb8-a62a-8035e9b0c45a" providerId="ADAL" clId="{20F04FD4-9900-4063-95EE-CD816832BC31}" dt="2025-10-10T17:22:46.267" v="5744" actId="207"/>
          <ac:spMkLst>
            <pc:docMk/>
            <pc:sldMk cId="3765213187" sldId="523"/>
            <ac:spMk id="15" creationId="{346A5AE8-CFB3-C62D-4AC0-2C456DC00615}"/>
          </ac:spMkLst>
        </pc:spChg>
        <pc:spChg chg="mod">
          <ac:chgData name="Robert de Groote" userId="2ce5265b-80a0-4fb8-a62a-8035e9b0c45a" providerId="ADAL" clId="{20F04FD4-9900-4063-95EE-CD816832BC31}" dt="2025-10-10T17:26:12.915" v="5766" actId="207"/>
          <ac:spMkLst>
            <pc:docMk/>
            <pc:sldMk cId="3765213187" sldId="523"/>
            <ac:spMk id="118" creationId="{190067A7-A5C6-F342-8387-28DDAFB2093F}"/>
          </ac:spMkLst>
        </pc:spChg>
        <pc:spChg chg="mod">
          <ac:chgData name="Robert de Groote" userId="2ce5265b-80a0-4fb8-a62a-8035e9b0c45a" providerId="ADAL" clId="{20F04FD4-9900-4063-95EE-CD816832BC31}" dt="2025-10-10T17:26:16.723" v="5768" actId="108"/>
          <ac:spMkLst>
            <pc:docMk/>
            <pc:sldMk cId="3765213187" sldId="523"/>
            <ac:spMk id="119" creationId="{ADF9DDB3-0E86-56E9-CBDC-B092F7E5D7B8}"/>
          </ac:spMkLst>
        </pc:spChg>
        <pc:spChg chg="mod">
          <ac:chgData name="Robert de Groote" userId="2ce5265b-80a0-4fb8-a62a-8035e9b0c45a" providerId="ADAL" clId="{20F04FD4-9900-4063-95EE-CD816832BC31}" dt="2025-10-11T08:25:03.647" v="6619" actId="20577"/>
          <ac:spMkLst>
            <pc:docMk/>
            <pc:sldMk cId="3765213187" sldId="523"/>
            <ac:spMk id="120" creationId="{5A54CB49-E8DF-45D2-8FDD-9E83933667F8}"/>
          </ac:spMkLst>
        </pc:spChg>
        <pc:spChg chg="mod">
          <ac:chgData name="Robert de Groote" userId="2ce5265b-80a0-4fb8-a62a-8035e9b0c45a" providerId="ADAL" clId="{20F04FD4-9900-4063-95EE-CD816832BC31}" dt="2025-10-10T17:26:20.954" v="5773" actId="108"/>
          <ac:spMkLst>
            <pc:docMk/>
            <pc:sldMk cId="3765213187" sldId="523"/>
            <ac:spMk id="121" creationId="{D8A8592D-0763-4ED7-3DA5-55FA664CBD48}"/>
          </ac:spMkLst>
        </pc:spChg>
        <pc:spChg chg="mod">
          <ac:chgData name="Robert de Groote" userId="2ce5265b-80a0-4fb8-a62a-8035e9b0c45a" providerId="ADAL" clId="{20F04FD4-9900-4063-95EE-CD816832BC31}" dt="2025-10-10T17:26:19.816" v="5771" actId="108"/>
          <ac:spMkLst>
            <pc:docMk/>
            <pc:sldMk cId="3765213187" sldId="523"/>
            <ac:spMk id="122" creationId="{D6CC6C6D-0A22-3EE6-6998-749B2F4B9A51}"/>
          </ac:spMkLst>
        </pc:spChg>
        <pc:spChg chg="mod">
          <ac:chgData name="Robert de Groote" userId="2ce5265b-80a0-4fb8-a62a-8035e9b0c45a" providerId="ADAL" clId="{20F04FD4-9900-4063-95EE-CD816832BC31}" dt="2025-10-10T17:26:24.818" v="5778" actId="108"/>
          <ac:spMkLst>
            <pc:docMk/>
            <pc:sldMk cId="3765213187" sldId="523"/>
            <ac:spMk id="123" creationId="{EED3C52C-9B63-5BE4-E60E-9B9EA5AEB864}"/>
          </ac:spMkLst>
        </pc:spChg>
        <pc:spChg chg="mod">
          <ac:chgData name="Robert de Groote" userId="2ce5265b-80a0-4fb8-a62a-8035e9b0c45a" providerId="ADAL" clId="{20F04FD4-9900-4063-95EE-CD816832BC31}" dt="2025-10-10T17:26:25.611" v="5779" actId="108"/>
          <ac:spMkLst>
            <pc:docMk/>
            <pc:sldMk cId="3765213187" sldId="523"/>
            <ac:spMk id="124" creationId="{0F013B80-F90F-BAA0-CC6B-8F8FB921BBAC}"/>
          </ac:spMkLst>
        </pc:spChg>
        <pc:spChg chg="mod">
          <ac:chgData name="Robert de Groote" userId="2ce5265b-80a0-4fb8-a62a-8035e9b0c45a" providerId="ADAL" clId="{20F04FD4-9900-4063-95EE-CD816832BC31}" dt="2025-10-10T17:26:26.291" v="5780" actId="108"/>
          <ac:spMkLst>
            <pc:docMk/>
            <pc:sldMk cId="3765213187" sldId="523"/>
            <ac:spMk id="125" creationId="{C6E86391-51EC-B4A3-1C08-13C51A721533}"/>
          </ac:spMkLst>
        </pc:spChg>
        <pc:spChg chg="mod">
          <ac:chgData name="Robert de Groote" userId="2ce5265b-80a0-4fb8-a62a-8035e9b0c45a" providerId="ADAL" clId="{20F04FD4-9900-4063-95EE-CD816832BC31}" dt="2025-10-10T17:26:23.085" v="5776" actId="108"/>
          <ac:spMkLst>
            <pc:docMk/>
            <pc:sldMk cId="3765213187" sldId="523"/>
            <ac:spMk id="126" creationId="{5BD4AEC4-0655-C0BE-42A8-4206AAAB05EB}"/>
          </ac:spMkLst>
        </pc:spChg>
        <pc:spChg chg="mod">
          <ac:chgData name="Robert de Groote" userId="2ce5265b-80a0-4fb8-a62a-8035e9b0c45a" providerId="ADAL" clId="{20F04FD4-9900-4063-95EE-CD816832BC31}" dt="2025-10-11T08:25:16.637" v="6625" actId="20577"/>
          <ac:spMkLst>
            <pc:docMk/>
            <pc:sldMk cId="3765213187" sldId="523"/>
            <ac:spMk id="127" creationId="{37D87D79-2562-3DE1-D92A-6B206A1E04AE}"/>
          </ac:spMkLst>
        </pc:spChg>
        <pc:spChg chg="mod">
          <ac:chgData name="Robert de Groote" userId="2ce5265b-80a0-4fb8-a62a-8035e9b0c45a" providerId="ADAL" clId="{20F04FD4-9900-4063-95EE-CD816832BC31}" dt="2025-10-10T17:26:22.314" v="5775" actId="108"/>
          <ac:spMkLst>
            <pc:docMk/>
            <pc:sldMk cId="3765213187" sldId="523"/>
            <ac:spMk id="128" creationId="{8744C086-D1B3-45B9-C26C-284553F7CA56}"/>
          </ac:spMkLst>
        </pc:spChg>
        <pc:spChg chg="mod">
          <ac:chgData name="Robert de Groote" userId="2ce5265b-80a0-4fb8-a62a-8035e9b0c45a" providerId="ADAL" clId="{20F04FD4-9900-4063-95EE-CD816832BC31}" dt="2025-10-11T08:25:11.774" v="6621" actId="20577"/>
          <ac:spMkLst>
            <pc:docMk/>
            <pc:sldMk cId="3765213187" sldId="523"/>
            <ac:spMk id="129" creationId="{F56E19C5-95DF-9D6B-0506-BEDB4769B372}"/>
          </ac:spMkLst>
        </pc:spChg>
        <pc:spChg chg="mod">
          <ac:chgData name="Robert de Groote" userId="2ce5265b-80a0-4fb8-a62a-8035e9b0c45a" providerId="ADAL" clId="{20F04FD4-9900-4063-95EE-CD816832BC31}" dt="2025-10-11T08:25:14.257" v="6623" actId="20577"/>
          <ac:spMkLst>
            <pc:docMk/>
            <pc:sldMk cId="3765213187" sldId="523"/>
            <ac:spMk id="130" creationId="{E715BB65-F804-3584-5285-7D54B319B6D5}"/>
          </ac:spMkLst>
        </pc:spChg>
        <pc:spChg chg="mod">
          <ac:chgData name="Robert de Groote" userId="2ce5265b-80a0-4fb8-a62a-8035e9b0c45a" providerId="ADAL" clId="{20F04FD4-9900-4063-95EE-CD816832BC31}" dt="2025-10-10T17:26:19.094" v="5770" actId="108"/>
          <ac:spMkLst>
            <pc:docMk/>
            <pc:sldMk cId="3765213187" sldId="523"/>
            <ac:spMk id="131" creationId="{BFBE41D7-2D72-BA51-D857-E7B72709D5E5}"/>
          </ac:spMkLst>
        </pc:spChg>
        <pc:spChg chg="mod">
          <ac:chgData name="Robert de Groote" userId="2ce5265b-80a0-4fb8-a62a-8035e9b0c45a" providerId="ADAL" clId="{20F04FD4-9900-4063-95EE-CD816832BC31}" dt="2025-10-10T17:26:17.383" v="5769" actId="108"/>
          <ac:spMkLst>
            <pc:docMk/>
            <pc:sldMk cId="3765213187" sldId="523"/>
            <ac:spMk id="132" creationId="{FFFC8115-E4BE-012F-8CE1-CEAD9BF4EE16}"/>
          </ac:spMkLst>
        </pc:spChg>
        <pc:cxnChg chg="mod">
          <ac:chgData name="Robert de Groote" userId="2ce5265b-80a0-4fb8-a62a-8035e9b0c45a" providerId="ADAL" clId="{20F04FD4-9900-4063-95EE-CD816832BC31}" dt="2025-10-10T17:22:01.278" v="5739" actId="108"/>
          <ac:cxnSpMkLst>
            <pc:docMk/>
            <pc:sldMk cId="3765213187" sldId="523"/>
            <ac:cxnSpMk id="6" creationId="{BF66C266-E27E-7991-0241-C776050DF302}"/>
          </ac:cxnSpMkLst>
        </pc:cxnChg>
        <pc:cxnChg chg="mod">
          <ac:chgData name="Robert de Groote" userId="2ce5265b-80a0-4fb8-a62a-8035e9b0c45a" providerId="ADAL" clId="{20F04FD4-9900-4063-95EE-CD816832BC31}" dt="2025-10-10T17:22:02.109" v="5740" actId="108"/>
          <ac:cxnSpMkLst>
            <pc:docMk/>
            <pc:sldMk cId="3765213187" sldId="523"/>
            <ac:cxnSpMk id="9" creationId="{8B8ABCC6-416B-9080-25B3-BD5F1FB3D29E}"/>
          </ac:cxnSpMkLst>
        </pc:cxnChg>
        <pc:cxnChg chg="mod">
          <ac:chgData name="Robert de Groote" userId="2ce5265b-80a0-4fb8-a62a-8035e9b0c45a" providerId="ADAL" clId="{20F04FD4-9900-4063-95EE-CD816832BC31}" dt="2025-10-10T17:21:51.995" v="5733" actId="108"/>
          <ac:cxnSpMkLst>
            <pc:docMk/>
            <pc:sldMk cId="3765213187" sldId="523"/>
            <ac:cxnSpMk id="10" creationId="{88278B80-2D4F-353F-55B0-675B3F76382C}"/>
          </ac:cxnSpMkLst>
        </pc:cxnChg>
        <pc:cxnChg chg="mod">
          <ac:chgData name="Robert de Groote" userId="2ce5265b-80a0-4fb8-a62a-8035e9b0c45a" providerId="ADAL" clId="{20F04FD4-9900-4063-95EE-CD816832BC31}" dt="2025-10-10T17:21:36.793" v="5724" actId="208"/>
          <ac:cxnSpMkLst>
            <pc:docMk/>
            <pc:sldMk cId="3765213187" sldId="523"/>
            <ac:cxnSpMk id="17" creationId="{FE382FC2-8A10-51F5-71E2-F4262802D6E6}"/>
          </ac:cxnSpMkLst>
        </pc:cxnChg>
        <pc:cxnChg chg="mod">
          <ac:chgData name="Robert de Groote" userId="2ce5265b-80a0-4fb8-a62a-8035e9b0c45a" providerId="ADAL" clId="{20F04FD4-9900-4063-95EE-CD816832BC31}" dt="2025-10-10T17:21:47.572" v="5729" actId="108"/>
          <ac:cxnSpMkLst>
            <pc:docMk/>
            <pc:sldMk cId="3765213187" sldId="523"/>
            <ac:cxnSpMk id="18" creationId="{8E5F2512-C86F-D1C9-8B37-F200660A8863}"/>
          </ac:cxnSpMkLst>
        </pc:cxnChg>
        <pc:cxnChg chg="mod">
          <ac:chgData name="Robert de Groote" userId="2ce5265b-80a0-4fb8-a62a-8035e9b0c45a" providerId="ADAL" clId="{20F04FD4-9900-4063-95EE-CD816832BC31}" dt="2025-10-10T17:21:49.859" v="5731" actId="108"/>
          <ac:cxnSpMkLst>
            <pc:docMk/>
            <pc:sldMk cId="3765213187" sldId="523"/>
            <ac:cxnSpMk id="19" creationId="{156DA3B4-6078-C410-F183-7842ED0B4000}"/>
          </ac:cxnSpMkLst>
        </pc:cxnChg>
        <pc:cxnChg chg="mod">
          <ac:chgData name="Robert de Groote" userId="2ce5265b-80a0-4fb8-a62a-8035e9b0c45a" providerId="ADAL" clId="{20F04FD4-9900-4063-95EE-CD816832BC31}" dt="2025-10-10T17:21:50.667" v="5732" actId="108"/>
          <ac:cxnSpMkLst>
            <pc:docMk/>
            <pc:sldMk cId="3765213187" sldId="523"/>
            <ac:cxnSpMk id="20" creationId="{AE725093-0683-7798-29FB-A9D9CBE27BD2}"/>
          </ac:cxnSpMkLst>
        </pc:cxnChg>
        <pc:cxnChg chg="mod">
          <ac:chgData name="Robert de Groote" userId="2ce5265b-80a0-4fb8-a62a-8035e9b0c45a" providerId="ADAL" clId="{20F04FD4-9900-4063-95EE-CD816832BC31}" dt="2025-10-10T17:22:03.845" v="5741" actId="108"/>
          <ac:cxnSpMkLst>
            <pc:docMk/>
            <pc:sldMk cId="3765213187" sldId="523"/>
            <ac:cxnSpMk id="21" creationId="{B2BAD26D-B5A2-F373-2A78-BF3C945F8ABC}"/>
          </ac:cxnSpMkLst>
        </pc:cxnChg>
        <pc:cxnChg chg="mod">
          <ac:chgData name="Robert de Groote" userId="2ce5265b-80a0-4fb8-a62a-8035e9b0c45a" providerId="ADAL" clId="{20F04FD4-9900-4063-95EE-CD816832BC31}" dt="2025-10-10T17:25:27.973" v="5764" actId="14100"/>
          <ac:cxnSpMkLst>
            <pc:docMk/>
            <pc:sldMk cId="3765213187" sldId="523"/>
            <ac:cxnSpMk id="22" creationId="{65067109-F2C9-4205-B4F4-56788C40A4CD}"/>
          </ac:cxnSpMkLst>
        </pc:cxnChg>
        <pc:cxnChg chg="mod">
          <ac:chgData name="Robert de Groote" userId="2ce5265b-80a0-4fb8-a62a-8035e9b0c45a" providerId="ADAL" clId="{20F04FD4-9900-4063-95EE-CD816832BC31}" dt="2025-10-10T17:22:04.934" v="5742" actId="108"/>
          <ac:cxnSpMkLst>
            <pc:docMk/>
            <pc:sldMk cId="3765213187" sldId="523"/>
            <ac:cxnSpMk id="23" creationId="{001A7BFD-EBFC-9A56-25B4-3B36DC45565A}"/>
          </ac:cxnSpMkLst>
        </pc:cxnChg>
        <pc:cxnChg chg="mod">
          <ac:chgData name="Robert de Groote" userId="2ce5265b-80a0-4fb8-a62a-8035e9b0c45a" providerId="ADAL" clId="{20F04FD4-9900-4063-95EE-CD816832BC31}" dt="2025-10-10T17:21:55.433" v="5736" actId="108"/>
          <ac:cxnSpMkLst>
            <pc:docMk/>
            <pc:sldMk cId="3765213187" sldId="523"/>
            <ac:cxnSpMk id="24" creationId="{27E27B90-178A-EA21-58CB-69700F766143}"/>
          </ac:cxnSpMkLst>
        </pc:cxnChg>
        <pc:cxnChg chg="mod">
          <ac:chgData name="Robert de Groote" userId="2ce5265b-80a0-4fb8-a62a-8035e9b0c45a" providerId="ADAL" clId="{20F04FD4-9900-4063-95EE-CD816832BC31}" dt="2025-10-10T17:21:53.236" v="5734" actId="108"/>
          <ac:cxnSpMkLst>
            <pc:docMk/>
            <pc:sldMk cId="3765213187" sldId="523"/>
            <ac:cxnSpMk id="38" creationId="{C7745CFA-763C-B406-0EEA-D740229B06AA}"/>
          </ac:cxnSpMkLst>
        </pc:cxnChg>
        <pc:cxnChg chg="mod">
          <ac:chgData name="Robert de Groote" userId="2ce5265b-80a0-4fb8-a62a-8035e9b0c45a" providerId="ADAL" clId="{20F04FD4-9900-4063-95EE-CD816832BC31}" dt="2025-10-10T17:21:48.719" v="5730" actId="108"/>
          <ac:cxnSpMkLst>
            <pc:docMk/>
            <pc:sldMk cId="3765213187" sldId="523"/>
            <ac:cxnSpMk id="67" creationId="{A9A87D9B-0A36-8AF6-74BF-DEF02F3C64A3}"/>
          </ac:cxnSpMkLst>
        </pc:cxnChg>
        <pc:cxnChg chg="mod">
          <ac:chgData name="Robert de Groote" userId="2ce5265b-80a0-4fb8-a62a-8035e9b0c45a" providerId="ADAL" clId="{20F04FD4-9900-4063-95EE-CD816832BC31}" dt="2025-10-10T17:21:56.437" v="5737" actId="108"/>
          <ac:cxnSpMkLst>
            <pc:docMk/>
            <pc:sldMk cId="3765213187" sldId="523"/>
            <ac:cxnSpMk id="90" creationId="{899CD781-B7F9-6DC8-8E81-74D0FAF3682C}"/>
          </ac:cxnSpMkLst>
        </pc:cxnChg>
        <pc:cxnChg chg="mod">
          <ac:chgData name="Robert de Groote" userId="2ce5265b-80a0-4fb8-a62a-8035e9b0c45a" providerId="ADAL" clId="{20F04FD4-9900-4063-95EE-CD816832BC31}" dt="2025-10-10T17:21:54.546" v="5735" actId="108"/>
          <ac:cxnSpMkLst>
            <pc:docMk/>
            <pc:sldMk cId="3765213187" sldId="523"/>
            <ac:cxnSpMk id="94" creationId="{F1572BCA-F10C-22EA-1E8D-480B22D2E82B}"/>
          </ac:cxnSpMkLst>
        </pc:cxnChg>
      </pc:sldChg>
      <pc:sldChg chg="delSp modSp add mod modAnim">
        <pc:chgData name="Robert de Groote" userId="2ce5265b-80a0-4fb8-a62a-8035e9b0c45a" providerId="ADAL" clId="{20F04FD4-9900-4063-95EE-CD816832BC31}" dt="2025-10-13T17:24:40.558" v="31965" actId="20577"/>
        <pc:sldMkLst>
          <pc:docMk/>
          <pc:sldMk cId="4272676015" sldId="524"/>
        </pc:sldMkLst>
        <pc:spChg chg="mod">
          <ac:chgData name="Robert de Groote" userId="2ce5265b-80a0-4fb8-a62a-8035e9b0c45a" providerId="ADAL" clId="{20F04FD4-9900-4063-95EE-CD816832BC31}" dt="2025-10-10T17:27:41.592" v="5790" actId="207"/>
          <ac:spMkLst>
            <pc:docMk/>
            <pc:sldMk cId="4272676015" sldId="524"/>
            <ac:spMk id="5" creationId="{2C75FDE3-1722-28FD-B973-177053A1B4A2}"/>
          </ac:spMkLst>
        </pc:spChg>
        <pc:spChg chg="mod">
          <ac:chgData name="Robert de Groote" userId="2ce5265b-80a0-4fb8-a62a-8035e9b0c45a" providerId="ADAL" clId="{20F04FD4-9900-4063-95EE-CD816832BC31}" dt="2025-10-10T17:28:05.111" v="5793" actId="108"/>
          <ac:spMkLst>
            <pc:docMk/>
            <pc:sldMk cId="4272676015" sldId="524"/>
            <ac:spMk id="15" creationId="{5621109E-4963-81B9-2D12-686A6975BA02}"/>
          </ac:spMkLst>
        </pc:spChg>
        <pc:spChg chg="mod">
          <ac:chgData name="Robert de Groote" userId="2ce5265b-80a0-4fb8-a62a-8035e9b0c45a" providerId="ADAL" clId="{20F04FD4-9900-4063-95EE-CD816832BC31}" dt="2025-10-11T08:24:38.552" v="6610" actId="20577"/>
          <ac:spMkLst>
            <pc:docMk/>
            <pc:sldMk cId="4272676015" sldId="524"/>
            <ac:spMk id="120" creationId="{F8258651-D5AE-0D7A-6565-BBFE018DB7D0}"/>
          </ac:spMkLst>
        </pc:spChg>
        <pc:spChg chg="mod">
          <ac:chgData name="Robert de Groote" userId="2ce5265b-80a0-4fb8-a62a-8035e9b0c45a" providerId="ADAL" clId="{20F04FD4-9900-4063-95EE-CD816832BC31}" dt="2025-10-10T17:29:35.622" v="5806" actId="108"/>
          <ac:spMkLst>
            <pc:docMk/>
            <pc:sldMk cId="4272676015" sldId="524"/>
            <ac:spMk id="121" creationId="{ACC1D66F-6D7E-0234-1DEE-60C545A3BED5}"/>
          </ac:spMkLst>
        </pc:spChg>
        <pc:spChg chg="mod">
          <ac:chgData name="Robert de Groote" userId="2ce5265b-80a0-4fb8-a62a-8035e9b0c45a" providerId="ADAL" clId="{20F04FD4-9900-4063-95EE-CD816832BC31}" dt="2025-10-11T08:24:43.522" v="6614" actId="20577"/>
          <ac:spMkLst>
            <pc:docMk/>
            <pc:sldMk cId="4272676015" sldId="524"/>
            <ac:spMk id="127" creationId="{2EA6D793-3CE2-2D41-65EA-3FCF0E677CC4}"/>
          </ac:spMkLst>
        </pc:spChg>
        <pc:spChg chg="mod">
          <ac:chgData name="Robert de Groote" userId="2ce5265b-80a0-4fb8-a62a-8035e9b0c45a" providerId="ADAL" clId="{20F04FD4-9900-4063-95EE-CD816832BC31}" dt="2025-10-10T17:29:25.038" v="5805" actId="207"/>
          <ac:spMkLst>
            <pc:docMk/>
            <pc:sldMk cId="4272676015" sldId="524"/>
            <ac:spMk id="128" creationId="{4A6EEB7A-3C60-2FDA-E0A7-123CE03BE03F}"/>
          </ac:spMkLst>
        </pc:spChg>
        <pc:spChg chg="mod">
          <ac:chgData name="Robert de Groote" userId="2ce5265b-80a0-4fb8-a62a-8035e9b0c45a" providerId="ADAL" clId="{20F04FD4-9900-4063-95EE-CD816832BC31}" dt="2025-10-11T08:24:40.572" v="6612" actId="20577"/>
          <ac:spMkLst>
            <pc:docMk/>
            <pc:sldMk cId="4272676015" sldId="524"/>
            <ac:spMk id="129" creationId="{D8D91B5F-BCD9-047B-55E2-7D23F17FACC4}"/>
          </ac:spMkLst>
        </pc:spChg>
        <pc:spChg chg="mod">
          <ac:chgData name="Robert de Groote" userId="2ce5265b-80a0-4fb8-a62a-8035e9b0c45a" providerId="ADAL" clId="{20F04FD4-9900-4063-95EE-CD816832BC31}" dt="2025-10-13T17:24:40.558" v="31965" actId="20577"/>
          <ac:spMkLst>
            <pc:docMk/>
            <pc:sldMk cId="4272676015" sldId="524"/>
            <ac:spMk id="130" creationId="{244A686C-77D9-630A-021F-52CE43298D86}"/>
          </ac:spMkLst>
        </pc:spChg>
        <pc:spChg chg="mod">
          <ac:chgData name="Robert de Groote" userId="2ce5265b-80a0-4fb8-a62a-8035e9b0c45a" providerId="ADAL" clId="{20F04FD4-9900-4063-95EE-CD816832BC31}" dt="2025-10-10T17:29:25.038" v="5805" actId="207"/>
          <ac:spMkLst>
            <pc:docMk/>
            <pc:sldMk cId="4272676015" sldId="524"/>
            <ac:spMk id="131" creationId="{99F74CC3-220B-325C-4E39-5D0BB8AC8BA1}"/>
          </ac:spMkLst>
        </pc:spChg>
        <pc:cxnChg chg="mod">
          <ac:chgData name="Robert de Groote" userId="2ce5265b-80a0-4fb8-a62a-8035e9b0c45a" providerId="ADAL" clId="{20F04FD4-9900-4063-95EE-CD816832BC31}" dt="2025-10-10T17:33:40.376" v="5830" actId="208"/>
          <ac:cxnSpMkLst>
            <pc:docMk/>
            <pc:sldMk cId="4272676015" sldId="524"/>
            <ac:cxnSpMk id="19" creationId="{92A75C88-A0A4-2A52-552C-6286C71DC0B0}"/>
          </ac:cxnSpMkLst>
        </pc:cxnChg>
      </pc:sldChg>
      <pc:sldChg chg="delSp modSp add mod modAnim">
        <pc:chgData name="Robert de Groote" userId="2ce5265b-80a0-4fb8-a62a-8035e9b0c45a" providerId="ADAL" clId="{20F04FD4-9900-4063-95EE-CD816832BC31}" dt="2025-10-13T14:45:44.976" v="30957"/>
        <pc:sldMkLst>
          <pc:docMk/>
          <pc:sldMk cId="2645197139" sldId="525"/>
        </pc:sldMkLst>
        <pc:spChg chg="mod">
          <ac:chgData name="Robert de Groote" userId="2ce5265b-80a0-4fb8-a62a-8035e9b0c45a" providerId="ADAL" clId="{20F04FD4-9900-4063-95EE-CD816832BC31}" dt="2025-10-10T17:34:55.641" v="5836" actId="108"/>
          <ac:spMkLst>
            <pc:docMk/>
            <pc:sldMk cId="2645197139" sldId="525"/>
            <ac:spMk id="14" creationId="{D1E276B4-A23D-41B5-1AE9-838BE48BB48D}"/>
          </ac:spMkLst>
        </pc:spChg>
        <pc:spChg chg="mod">
          <ac:chgData name="Robert de Groote" userId="2ce5265b-80a0-4fb8-a62a-8035e9b0c45a" providerId="ADAL" clId="{20F04FD4-9900-4063-95EE-CD816832BC31}" dt="2025-10-11T08:24:33.672" v="6607" actId="20577"/>
          <ac:spMkLst>
            <pc:docMk/>
            <pc:sldMk cId="2645197139" sldId="525"/>
            <ac:spMk id="120" creationId="{E869AC10-3F2D-782E-0AB4-B9D6024C05F8}"/>
          </ac:spMkLst>
        </pc:spChg>
        <pc:spChg chg="mod">
          <ac:chgData name="Robert de Groote" userId="2ce5265b-80a0-4fb8-a62a-8035e9b0c45a" providerId="ADAL" clId="{20F04FD4-9900-4063-95EE-CD816832BC31}" dt="2025-10-10T17:34:29.507" v="5834" actId="108"/>
          <ac:spMkLst>
            <pc:docMk/>
            <pc:sldMk cId="2645197139" sldId="525"/>
            <ac:spMk id="126" creationId="{71926281-7086-D2A7-4F6C-562798DD07AE}"/>
          </ac:spMkLst>
        </pc:spChg>
        <pc:spChg chg="mod">
          <ac:chgData name="Robert de Groote" userId="2ce5265b-80a0-4fb8-a62a-8035e9b0c45a" providerId="ADAL" clId="{20F04FD4-9900-4063-95EE-CD816832BC31}" dt="2025-10-11T08:24:47.317" v="6616" actId="20577"/>
          <ac:spMkLst>
            <pc:docMk/>
            <pc:sldMk cId="2645197139" sldId="525"/>
            <ac:spMk id="127" creationId="{F84E0F3D-FD1A-9E77-49A4-51BC7BC2423C}"/>
          </ac:spMkLst>
        </pc:spChg>
        <pc:spChg chg="mod">
          <ac:chgData name="Robert de Groote" userId="2ce5265b-80a0-4fb8-a62a-8035e9b0c45a" providerId="ADAL" clId="{20F04FD4-9900-4063-95EE-CD816832BC31}" dt="2025-10-11T08:24:31.004" v="6604" actId="20577"/>
          <ac:spMkLst>
            <pc:docMk/>
            <pc:sldMk cId="2645197139" sldId="525"/>
            <ac:spMk id="129" creationId="{51262CF6-CC69-AF39-606A-F006283A0A97}"/>
          </ac:spMkLst>
        </pc:spChg>
        <pc:spChg chg="mod">
          <ac:chgData name="Robert de Groote" userId="2ce5265b-80a0-4fb8-a62a-8035e9b0c45a" providerId="ADAL" clId="{20F04FD4-9900-4063-95EE-CD816832BC31}" dt="2025-10-11T08:24:28.902" v="6602" actId="20577"/>
          <ac:spMkLst>
            <pc:docMk/>
            <pc:sldMk cId="2645197139" sldId="525"/>
            <ac:spMk id="130" creationId="{D357483E-8D35-6A87-F6BF-7852B48C69A0}"/>
          </ac:spMkLst>
        </pc:spChg>
        <pc:cxnChg chg="mod">
          <ac:chgData name="Robert de Groote" userId="2ce5265b-80a0-4fb8-a62a-8035e9b0c45a" providerId="ADAL" clId="{20F04FD4-9900-4063-95EE-CD816832BC31}" dt="2025-10-10T17:34:16.951" v="5832" actId="108"/>
          <ac:cxnSpMkLst>
            <pc:docMk/>
            <pc:sldMk cId="2645197139" sldId="525"/>
            <ac:cxnSpMk id="94" creationId="{C257EC12-37A9-4360-B370-25C700169E4A}"/>
          </ac:cxnSpMkLst>
        </pc:cxnChg>
      </pc:sldChg>
      <pc:sldChg chg="delSp modSp add mod modAnim">
        <pc:chgData name="Robert de Groote" userId="2ce5265b-80a0-4fb8-a62a-8035e9b0c45a" providerId="ADAL" clId="{20F04FD4-9900-4063-95EE-CD816832BC31}" dt="2025-10-13T14:45:50.069" v="30958"/>
        <pc:sldMkLst>
          <pc:docMk/>
          <pc:sldMk cId="3369115742" sldId="526"/>
        </pc:sldMkLst>
        <pc:spChg chg="mod">
          <ac:chgData name="Robert de Groote" userId="2ce5265b-80a0-4fb8-a62a-8035e9b0c45a" providerId="ADAL" clId="{20F04FD4-9900-4063-95EE-CD816832BC31}" dt="2025-10-10T17:35:14.312" v="5839" actId="108"/>
          <ac:spMkLst>
            <pc:docMk/>
            <pc:sldMk cId="3369115742" sldId="526"/>
            <ac:spMk id="13" creationId="{69323DBA-D6C3-41CA-C87E-D33D9A3420CC}"/>
          </ac:spMkLst>
        </pc:spChg>
        <pc:spChg chg="mod">
          <ac:chgData name="Robert de Groote" userId="2ce5265b-80a0-4fb8-a62a-8035e9b0c45a" providerId="ADAL" clId="{20F04FD4-9900-4063-95EE-CD816832BC31}" dt="2025-10-11T08:24:12.912" v="6594" actId="20577"/>
          <ac:spMkLst>
            <pc:docMk/>
            <pc:sldMk cId="3369115742" sldId="526"/>
            <ac:spMk id="120" creationId="{E3D51AC6-C0BB-AD08-7B14-CD8D24104948}"/>
          </ac:spMkLst>
        </pc:spChg>
        <pc:spChg chg="mod">
          <ac:chgData name="Robert de Groote" userId="2ce5265b-80a0-4fb8-a62a-8035e9b0c45a" providerId="ADAL" clId="{20F04FD4-9900-4063-95EE-CD816832BC31}" dt="2025-10-10T17:35:22.856" v="5841" actId="108"/>
          <ac:spMkLst>
            <pc:docMk/>
            <pc:sldMk cId="3369115742" sldId="526"/>
            <ac:spMk id="123" creationId="{2BFDF6EF-7854-7A13-8676-6065A714BE32}"/>
          </ac:spMkLst>
        </pc:spChg>
        <pc:spChg chg="mod">
          <ac:chgData name="Robert de Groote" userId="2ce5265b-80a0-4fb8-a62a-8035e9b0c45a" providerId="ADAL" clId="{20F04FD4-9900-4063-95EE-CD816832BC31}" dt="2025-10-10T17:35:23.538" v="5842" actId="108"/>
          <ac:spMkLst>
            <pc:docMk/>
            <pc:sldMk cId="3369115742" sldId="526"/>
            <ac:spMk id="124" creationId="{2CBD34C5-FBBE-2E45-AA8E-8D56E2197DAF}"/>
          </ac:spMkLst>
        </pc:spChg>
        <pc:spChg chg="mod">
          <ac:chgData name="Robert de Groote" userId="2ce5265b-80a0-4fb8-a62a-8035e9b0c45a" providerId="ADAL" clId="{20F04FD4-9900-4063-95EE-CD816832BC31}" dt="2025-10-11T08:24:21.872" v="6600" actId="20577"/>
          <ac:spMkLst>
            <pc:docMk/>
            <pc:sldMk cId="3369115742" sldId="526"/>
            <ac:spMk id="127" creationId="{5DB583F0-D1DF-8AC4-73B3-58788D8FD512}"/>
          </ac:spMkLst>
        </pc:spChg>
        <pc:spChg chg="mod">
          <ac:chgData name="Robert de Groote" userId="2ce5265b-80a0-4fb8-a62a-8035e9b0c45a" providerId="ADAL" clId="{20F04FD4-9900-4063-95EE-CD816832BC31}" dt="2025-10-11T08:24:17.317" v="6598" actId="20577"/>
          <ac:spMkLst>
            <pc:docMk/>
            <pc:sldMk cId="3369115742" sldId="526"/>
            <ac:spMk id="129" creationId="{6D85D0BE-5C1C-54B3-42AA-2B69DCD2B771}"/>
          </ac:spMkLst>
        </pc:spChg>
        <pc:spChg chg="mod">
          <ac:chgData name="Robert de Groote" userId="2ce5265b-80a0-4fb8-a62a-8035e9b0c45a" providerId="ADAL" clId="{20F04FD4-9900-4063-95EE-CD816832BC31}" dt="2025-10-11T08:24:15.292" v="6596" actId="20577"/>
          <ac:spMkLst>
            <pc:docMk/>
            <pc:sldMk cId="3369115742" sldId="526"/>
            <ac:spMk id="130" creationId="{C12463E9-5EDD-E2C3-D0EF-EE4754326AE5}"/>
          </ac:spMkLst>
        </pc:spChg>
        <pc:cxnChg chg="mod">
          <ac:chgData name="Robert de Groote" userId="2ce5265b-80a0-4fb8-a62a-8035e9b0c45a" providerId="ADAL" clId="{20F04FD4-9900-4063-95EE-CD816832BC31}" dt="2025-10-10T17:35:10.420" v="5838" actId="108"/>
          <ac:cxnSpMkLst>
            <pc:docMk/>
            <pc:sldMk cId="3369115742" sldId="526"/>
            <ac:cxnSpMk id="24" creationId="{B3F554E1-496A-00B2-C348-DFEBF184749F}"/>
          </ac:cxnSpMkLst>
        </pc:cxnChg>
      </pc:sldChg>
      <pc:sldChg chg="addSp delSp modSp add mod modAnim">
        <pc:chgData name="Robert de Groote" userId="2ce5265b-80a0-4fb8-a62a-8035e9b0c45a" providerId="ADAL" clId="{20F04FD4-9900-4063-95EE-CD816832BC31}" dt="2025-10-13T14:45:54.994" v="30959"/>
        <pc:sldMkLst>
          <pc:docMk/>
          <pc:sldMk cId="374608675" sldId="527"/>
        </pc:sldMkLst>
        <pc:spChg chg="mod">
          <ac:chgData name="Robert de Groote" userId="2ce5265b-80a0-4fb8-a62a-8035e9b0c45a" providerId="ADAL" clId="{20F04FD4-9900-4063-95EE-CD816832BC31}" dt="2025-10-10T17:35:51.476" v="5844" actId="108"/>
          <ac:spMkLst>
            <pc:docMk/>
            <pc:sldMk cId="374608675" sldId="527"/>
            <ac:spMk id="12" creationId="{A098C0D1-0038-B23E-D13A-37C182A36144}"/>
          </ac:spMkLst>
        </pc:spChg>
        <pc:spChg chg="add mod">
          <ac:chgData name="Robert de Groote" userId="2ce5265b-80a0-4fb8-a62a-8035e9b0c45a" providerId="ADAL" clId="{20F04FD4-9900-4063-95EE-CD816832BC31}" dt="2025-10-13T14:44:58.817" v="30945"/>
          <ac:spMkLst>
            <pc:docMk/>
            <pc:sldMk cId="374608675" sldId="527"/>
            <ac:spMk id="16" creationId="{9E512C21-B9DF-5AC4-231C-9D410269498F}"/>
          </ac:spMkLst>
        </pc:spChg>
        <pc:spChg chg="mod">
          <ac:chgData name="Robert de Groote" userId="2ce5265b-80a0-4fb8-a62a-8035e9b0c45a" providerId="ADAL" clId="{20F04FD4-9900-4063-95EE-CD816832BC31}" dt="2025-10-11T08:24:08.482" v="6591" actId="20577"/>
          <ac:spMkLst>
            <pc:docMk/>
            <pc:sldMk cId="374608675" sldId="527"/>
            <ac:spMk id="120" creationId="{D8F6B059-F6F8-3D2F-35DA-C8AD226342A0}"/>
          </ac:spMkLst>
        </pc:spChg>
        <pc:spChg chg="mod">
          <ac:chgData name="Robert de Groote" userId="2ce5265b-80a0-4fb8-a62a-8035e9b0c45a" providerId="ADAL" clId="{20F04FD4-9900-4063-95EE-CD816832BC31}" dt="2025-10-10T17:35:57.291" v="5845" actId="108"/>
          <ac:spMkLst>
            <pc:docMk/>
            <pc:sldMk cId="374608675" sldId="527"/>
            <ac:spMk id="125" creationId="{0388228B-3A4B-6787-523C-AC0A64ADB514}"/>
          </ac:spMkLst>
        </pc:spChg>
        <pc:spChg chg="mod">
          <ac:chgData name="Robert de Groote" userId="2ce5265b-80a0-4fb8-a62a-8035e9b0c45a" providerId="ADAL" clId="{20F04FD4-9900-4063-95EE-CD816832BC31}" dt="2025-10-11T08:24:04.722" v="6588" actId="20577"/>
          <ac:spMkLst>
            <pc:docMk/>
            <pc:sldMk cId="374608675" sldId="527"/>
            <ac:spMk id="129" creationId="{42EFD7A1-6074-CE95-F4BF-4C1902990E75}"/>
          </ac:spMkLst>
        </pc:spChg>
        <pc:spChg chg="mod">
          <ac:chgData name="Robert de Groote" userId="2ce5265b-80a0-4fb8-a62a-8035e9b0c45a" providerId="ADAL" clId="{20F04FD4-9900-4063-95EE-CD816832BC31}" dt="2025-10-11T08:24:02.162" v="6586" actId="20577"/>
          <ac:spMkLst>
            <pc:docMk/>
            <pc:sldMk cId="374608675" sldId="527"/>
            <ac:spMk id="130" creationId="{76123188-1679-CB0D-4A2E-4641487611D4}"/>
          </ac:spMkLst>
        </pc:spChg>
        <pc:cxnChg chg="mod">
          <ac:chgData name="Robert de Groote" userId="2ce5265b-80a0-4fb8-a62a-8035e9b0c45a" providerId="ADAL" clId="{20F04FD4-9900-4063-95EE-CD816832BC31}" dt="2025-10-10T17:36:01.538" v="5846" actId="108"/>
          <ac:cxnSpMkLst>
            <pc:docMk/>
            <pc:sldMk cId="374608675" sldId="527"/>
            <ac:cxnSpMk id="23" creationId="{E6E93BD7-4E0B-C03C-FFF8-7EF4E3A15878}"/>
          </ac:cxnSpMkLst>
        </pc:cxnChg>
      </pc:sldChg>
      <pc:sldChg chg="addSp delSp modSp add mod modAnim">
        <pc:chgData name="Robert de Groote" userId="2ce5265b-80a0-4fb8-a62a-8035e9b0c45a" providerId="ADAL" clId="{20F04FD4-9900-4063-95EE-CD816832BC31}" dt="2025-10-13T14:47:19.839" v="30962"/>
        <pc:sldMkLst>
          <pc:docMk/>
          <pc:sldMk cId="1396431815" sldId="528"/>
        </pc:sldMkLst>
        <pc:spChg chg="mod">
          <ac:chgData name="Robert de Groote" userId="2ce5265b-80a0-4fb8-a62a-8035e9b0c45a" providerId="ADAL" clId="{20F04FD4-9900-4063-95EE-CD816832BC31}" dt="2025-10-10T17:36:38.030" v="5850" actId="108"/>
          <ac:spMkLst>
            <pc:docMk/>
            <pc:sldMk cId="1396431815" sldId="528"/>
            <ac:spMk id="7" creationId="{A06DD6DE-07F2-6C80-B039-AB4603A5EEA4}"/>
          </ac:spMkLst>
        </pc:spChg>
        <pc:spChg chg="add mod">
          <ac:chgData name="Robert de Groote" userId="2ce5265b-80a0-4fb8-a62a-8035e9b0c45a" providerId="ADAL" clId="{20F04FD4-9900-4063-95EE-CD816832BC31}" dt="2025-10-13T14:45:00.414" v="30948"/>
          <ac:spMkLst>
            <pc:docMk/>
            <pc:sldMk cId="1396431815" sldId="528"/>
            <ac:spMk id="16" creationId="{84D6A38D-9839-F1A1-453E-D8E84E6937D0}"/>
          </ac:spMkLst>
        </pc:spChg>
        <pc:spChg chg="mod">
          <ac:chgData name="Robert de Groote" userId="2ce5265b-80a0-4fb8-a62a-8035e9b0c45a" providerId="ADAL" clId="{20F04FD4-9900-4063-95EE-CD816832BC31}" dt="2025-10-10T17:37:05.611" v="5854" actId="108"/>
          <ac:spMkLst>
            <pc:docMk/>
            <pc:sldMk cId="1396431815" sldId="528"/>
            <ac:spMk id="118" creationId="{65970E16-9F62-0C31-F477-90F8E1564D12}"/>
          </ac:spMkLst>
        </pc:spChg>
        <pc:spChg chg="mod">
          <ac:chgData name="Robert de Groote" userId="2ce5265b-80a0-4fb8-a62a-8035e9b0c45a" providerId="ADAL" clId="{20F04FD4-9900-4063-95EE-CD816832BC31}" dt="2025-10-11T08:23:56.428" v="6584" actId="20577"/>
          <ac:spMkLst>
            <pc:docMk/>
            <pc:sldMk cId="1396431815" sldId="528"/>
            <ac:spMk id="120" creationId="{7CF772B0-419C-2B33-6491-FFC1796E44C7}"/>
          </ac:spMkLst>
        </pc:spChg>
        <pc:spChg chg="mod">
          <ac:chgData name="Robert de Groote" userId="2ce5265b-80a0-4fb8-a62a-8035e9b0c45a" providerId="ADAL" clId="{20F04FD4-9900-4063-95EE-CD816832BC31}" dt="2025-10-11T08:23:42.543" v="6581" actId="20577"/>
          <ac:spMkLst>
            <pc:docMk/>
            <pc:sldMk cId="1396431815" sldId="528"/>
            <ac:spMk id="129" creationId="{BF2BBF62-449A-40BD-70B8-BFE1DBD2A2AC}"/>
          </ac:spMkLst>
        </pc:spChg>
        <pc:spChg chg="mod">
          <ac:chgData name="Robert de Groote" userId="2ce5265b-80a0-4fb8-a62a-8035e9b0c45a" providerId="ADAL" clId="{20F04FD4-9900-4063-95EE-CD816832BC31}" dt="2025-10-11T08:23:34.958" v="6579" actId="20577"/>
          <ac:spMkLst>
            <pc:docMk/>
            <pc:sldMk cId="1396431815" sldId="528"/>
            <ac:spMk id="130" creationId="{DAA172CD-7EF2-9971-BAD2-5CC463D31033}"/>
          </ac:spMkLst>
        </pc:spChg>
        <pc:spChg chg="mod">
          <ac:chgData name="Robert de Groote" userId="2ce5265b-80a0-4fb8-a62a-8035e9b0c45a" providerId="ADAL" clId="{20F04FD4-9900-4063-95EE-CD816832BC31}" dt="2025-10-10T17:37:04.662" v="5853" actId="108"/>
          <ac:spMkLst>
            <pc:docMk/>
            <pc:sldMk cId="1396431815" sldId="528"/>
            <ac:spMk id="132" creationId="{57091799-B558-1C38-A9F3-FEF3F447E3EC}"/>
          </ac:spMkLst>
        </pc:spChg>
        <pc:cxnChg chg="mod">
          <ac:chgData name="Robert de Groote" userId="2ce5265b-80a0-4fb8-a62a-8035e9b0c45a" providerId="ADAL" clId="{20F04FD4-9900-4063-95EE-CD816832BC31}" dt="2025-10-10T17:36:42.906" v="5851" actId="108"/>
          <ac:cxnSpMkLst>
            <pc:docMk/>
            <pc:sldMk cId="1396431815" sldId="528"/>
            <ac:cxnSpMk id="21" creationId="{AA63730C-B33A-4209-01FC-C18726FEB191}"/>
          </ac:cxnSpMkLst>
        </pc:cxnChg>
      </pc:sldChg>
      <pc:sldChg chg="addSp delSp modSp add mod modAnim">
        <pc:chgData name="Robert de Groote" userId="2ce5265b-80a0-4fb8-a62a-8035e9b0c45a" providerId="ADAL" clId="{20F04FD4-9900-4063-95EE-CD816832BC31}" dt="2025-10-13T14:52:17.499" v="31016"/>
        <pc:sldMkLst>
          <pc:docMk/>
          <pc:sldMk cId="2921594152" sldId="529"/>
        </pc:sldMkLst>
        <pc:spChg chg="mod">
          <ac:chgData name="Robert de Groote" userId="2ce5265b-80a0-4fb8-a62a-8035e9b0c45a" providerId="ADAL" clId="{20F04FD4-9900-4063-95EE-CD816832BC31}" dt="2025-10-10T17:37:30.788" v="5856" actId="108"/>
          <ac:spMkLst>
            <pc:docMk/>
            <pc:sldMk cId="2921594152" sldId="529"/>
            <ac:spMk id="4" creationId="{2B648FD1-E4D8-A440-0F07-9DE51DED1897}"/>
          </ac:spMkLst>
        </pc:spChg>
        <pc:spChg chg="mod">
          <ac:chgData name="Robert de Groote" userId="2ce5265b-80a0-4fb8-a62a-8035e9b0c45a" providerId="ADAL" clId="{20F04FD4-9900-4063-95EE-CD816832BC31}" dt="2025-10-11T08:26:18.741" v="6635" actId="108"/>
          <ac:spMkLst>
            <pc:docMk/>
            <pc:sldMk cId="2921594152" sldId="529"/>
            <ac:spMk id="8" creationId="{40DF24E8-429C-ED33-C1AF-6F684B23F8DB}"/>
          </ac:spMkLst>
        </pc:spChg>
        <pc:spChg chg="add mod">
          <ac:chgData name="Robert de Groote" userId="2ce5265b-80a0-4fb8-a62a-8035e9b0c45a" providerId="ADAL" clId="{20F04FD4-9900-4063-95EE-CD816832BC31}" dt="2025-10-11T08:26:40.781" v="6642"/>
          <ac:spMkLst>
            <pc:docMk/>
            <pc:sldMk cId="2921594152" sldId="529"/>
            <ac:spMk id="16" creationId="{8409438A-932B-B1E6-004D-17FD97F0145D}"/>
          </ac:spMkLst>
        </pc:spChg>
        <pc:spChg chg="add mod">
          <ac:chgData name="Robert de Groote" userId="2ce5265b-80a0-4fb8-a62a-8035e9b0c45a" providerId="ADAL" clId="{20F04FD4-9900-4063-95EE-CD816832BC31}" dt="2025-10-11T08:26:40.781" v="6643"/>
          <ac:spMkLst>
            <pc:docMk/>
            <pc:sldMk cId="2921594152" sldId="529"/>
            <ac:spMk id="25" creationId="{3FABF1D3-3ED1-6FE8-A69A-2695CFD659DD}"/>
          </ac:spMkLst>
        </pc:spChg>
        <pc:spChg chg="add mod">
          <ac:chgData name="Robert de Groote" userId="2ce5265b-80a0-4fb8-a62a-8035e9b0c45a" providerId="ADAL" clId="{20F04FD4-9900-4063-95EE-CD816832BC31}" dt="2025-10-11T08:26:40.781" v="6644"/>
          <ac:spMkLst>
            <pc:docMk/>
            <pc:sldMk cId="2921594152" sldId="529"/>
            <ac:spMk id="26" creationId="{0B504D5B-EC66-01E4-ECCE-271648D6B27F}"/>
          </ac:spMkLst>
        </pc:spChg>
        <pc:spChg chg="add mod">
          <ac:chgData name="Robert de Groote" userId="2ce5265b-80a0-4fb8-a62a-8035e9b0c45a" providerId="ADAL" clId="{20F04FD4-9900-4063-95EE-CD816832BC31}" dt="2025-10-13T14:45:04.238" v="30951"/>
          <ac:spMkLst>
            <pc:docMk/>
            <pc:sldMk cId="2921594152" sldId="529"/>
            <ac:spMk id="27" creationId="{3EDD8DD0-28F6-4125-9292-8BD3FA59CC26}"/>
          </ac:spMkLst>
        </pc:spChg>
        <pc:spChg chg="add mod">
          <ac:chgData name="Robert de Groote" userId="2ce5265b-80a0-4fb8-a62a-8035e9b0c45a" providerId="ADAL" clId="{20F04FD4-9900-4063-95EE-CD816832BC31}" dt="2025-10-13T14:47:50.062" v="30966"/>
          <ac:spMkLst>
            <pc:docMk/>
            <pc:sldMk cId="2921594152" sldId="529"/>
            <ac:spMk id="28" creationId="{467D1609-8F7B-2A6C-288C-7EFA80D3AB3F}"/>
          </ac:spMkLst>
        </pc:spChg>
        <pc:spChg chg="add mod">
          <ac:chgData name="Robert de Groote" userId="2ce5265b-80a0-4fb8-a62a-8035e9b0c45a" providerId="ADAL" clId="{20F04FD4-9900-4063-95EE-CD816832BC31}" dt="2025-10-13T14:47:50.062" v="30967"/>
          <ac:spMkLst>
            <pc:docMk/>
            <pc:sldMk cId="2921594152" sldId="529"/>
            <ac:spMk id="29" creationId="{FEA8AA4B-55E4-7345-3CEA-0E8AB9E6889D}"/>
          </ac:spMkLst>
        </pc:spChg>
        <pc:spChg chg="mod">
          <ac:chgData name="Robert de Groote" userId="2ce5265b-80a0-4fb8-a62a-8035e9b0c45a" providerId="ADAL" clId="{20F04FD4-9900-4063-95EE-CD816832BC31}" dt="2025-10-10T17:38:12.412" v="5868" actId="108"/>
          <ac:spMkLst>
            <pc:docMk/>
            <pc:sldMk cId="2921594152" sldId="529"/>
            <ac:spMk id="119" creationId="{7BFFCF4D-5D17-8D57-5A6B-A7652EF6F855}"/>
          </ac:spMkLst>
        </pc:spChg>
        <pc:spChg chg="mod">
          <ac:chgData name="Robert de Groote" userId="2ce5265b-80a0-4fb8-a62a-8035e9b0c45a" providerId="ADAL" clId="{20F04FD4-9900-4063-95EE-CD816832BC31}" dt="2025-10-11T08:23:26.642" v="6577" actId="20577"/>
          <ac:spMkLst>
            <pc:docMk/>
            <pc:sldMk cId="2921594152" sldId="529"/>
            <ac:spMk id="120" creationId="{3E64E085-B73B-82EF-2B42-3072EAC2382E}"/>
          </ac:spMkLst>
        </pc:spChg>
        <pc:cxnChg chg="mod">
          <ac:chgData name="Robert de Groote" userId="2ce5265b-80a0-4fb8-a62a-8035e9b0c45a" providerId="ADAL" clId="{20F04FD4-9900-4063-95EE-CD816832BC31}" dt="2025-10-11T08:26:22.321" v="6636" actId="108"/>
          <ac:cxnSpMkLst>
            <pc:docMk/>
            <pc:sldMk cId="2921594152" sldId="529"/>
            <ac:cxnSpMk id="10" creationId="{09EB18E7-58B9-443E-30A2-195E82BD0AFF}"/>
          </ac:cxnSpMkLst>
        </pc:cxnChg>
        <pc:cxnChg chg="mod">
          <ac:chgData name="Robert de Groote" userId="2ce5265b-80a0-4fb8-a62a-8035e9b0c45a" providerId="ADAL" clId="{20F04FD4-9900-4063-95EE-CD816832BC31}" dt="2025-10-10T17:37:37.686" v="5858" actId="108"/>
          <ac:cxnSpMkLst>
            <pc:docMk/>
            <pc:sldMk cId="2921594152" sldId="529"/>
            <ac:cxnSpMk id="22" creationId="{467E4526-1D74-AF43-0BA3-E3C9D7585599}"/>
          </ac:cxnSpMkLst>
        </pc:cxnChg>
      </pc:sldChg>
      <pc:sldChg chg="addSp delSp modSp add mod modAnim">
        <pc:chgData name="Robert de Groote" userId="2ce5265b-80a0-4fb8-a62a-8035e9b0c45a" providerId="ADAL" clId="{20F04FD4-9900-4063-95EE-CD816832BC31}" dt="2025-10-13T17:25:39.877" v="31968"/>
        <pc:sldMkLst>
          <pc:docMk/>
          <pc:sldMk cId="3282115913" sldId="530"/>
        </pc:sldMkLst>
        <pc:spChg chg="mod">
          <ac:chgData name="Robert de Groote" userId="2ce5265b-80a0-4fb8-a62a-8035e9b0c45a" providerId="ADAL" clId="{20F04FD4-9900-4063-95EE-CD816832BC31}" dt="2025-10-11T08:27:03.661" v="6653" actId="108"/>
          <ac:spMkLst>
            <pc:docMk/>
            <pc:sldMk cId="3282115913" sldId="530"/>
            <ac:spMk id="8" creationId="{67B5777E-844C-7917-4176-92751AA2E7E7}"/>
          </ac:spMkLst>
        </pc:spChg>
        <pc:spChg chg="mod">
          <ac:chgData name="Robert de Groote" userId="2ce5265b-80a0-4fb8-a62a-8035e9b0c45a" providerId="ADAL" clId="{20F04FD4-9900-4063-95EE-CD816832BC31}" dt="2025-10-10T17:38:20.548" v="5870" actId="108"/>
          <ac:spMkLst>
            <pc:docMk/>
            <pc:sldMk cId="3282115913" sldId="530"/>
            <ac:spMk id="11" creationId="{41451DC8-3664-C2A3-FC69-2C17A87B85A9}"/>
          </ac:spMkLst>
        </pc:spChg>
        <pc:spChg chg="add del mod">
          <ac:chgData name="Robert de Groote" userId="2ce5265b-80a0-4fb8-a62a-8035e9b0c45a" providerId="ADAL" clId="{20F04FD4-9900-4063-95EE-CD816832BC31}" dt="2025-10-13T14:49:10.013" v="30979" actId="478"/>
          <ac:spMkLst>
            <pc:docMk/>
            <pc:sldMk cId="3282115913" sldId="530"/>
            <ac:spMk id="16" creationId="{6093A26A-0760-FF1F-2109-0A542C1FC9C1}"/>
          </ac:spMkLst>
        </pc:spChg>
        <pc:spChg chg="add del mod">
          <ac:chgData name="Robert de Groote" userId="2ce5265b-80a0-4fb8-a62a-8035e9b0c45a" providerId="ADAL" clId="{20F04FD4-9900-4063-95EE-CD816832BC31}" dt="2025-10-13T14:52:56.001" v="31018" actId="478"/>
          <ac:spMkLst>
            <pc:docMk/>
            <pc:sldMk cId="3282115913" sldId="530"/>
            <ac:spMk id="25" creationId="{E8DAE0F2-05EF-AA86-0F53-8A76B46F0059}"/>
          </ac:spMkLst>
        </pc:spChg>
        <pc:spChg chg="add del mod">
          <ac:chgData name="Robert de Groote" userId="2ce5265b-80a0-4fb8-a62a-8035e9b0c45a" providerId="ADAL" clId="{20F04FD4-9900-4063-95EE-CD816832BC31}" dt="2025-10-13T14:52:54.741" v="31017" actId="478"/>
          <ac:spMkLst>
            <pc:docMk/>
            <pc:sldMk cId="3282115913" sldId="530"/>
            <ac:spMk id="26" creationId="{E27E087E-68CC-C997-220C-5BC22F5D0400}"/>
          </ac:spMkLst>
        </pc:spChg>
        <pc:spChg chg="add mod">
          <ac:chgData name="Robert de Groote" userId="2ce5265b-80a0-4fb8-a62a-8035e9b0c45a" providerId="ADAL" clId="{20F04FD4-9900-4063-95EE-CD816832BC31}" dt="2025-10-13T17:25:39.877" v="31968"/>
          <ac:spMkLst>
            <pc:docMk/>
            <pc:sldMk cId="3282115913" sldId="530"/>
            <ac:spMk id="27" creationId="{0E9759BA-56B6-C434-81BA-619D17C09808}"/>
          </ac:spMkLst>
        </pc:spChg>
        <pc:spChg chg="add mod">
          <ac:chgData name="Robert de Groote" userId="2ce5265b-80a0-4fb8-a62a-8035e9b0c45a" providerId="ADAL" clId="{20F04FD4-9900-4063-95EE-CD816832BC31}" dt="2025-10-11T08:26:49.056" v="6649"/>
          <ac:spMkLst>
            <pc:docMk/>
            <pc:sldMk cId="3282115913" sldId="530"/>
            <ac:spMk id="41" creationId="{8E29CC82-CAE8-AAE1-EAE9-413B38096A0D}"/>
          </ac:spMkLst>
        </pc:spChg>
        <pc:spChg chg="add mod">
          <ac:chgData name="Robert de Groote" userId="2ce5265b-80a0-4fb8-a62a-8035e9b0c45a" providerId="ADAL" clId="{20F04FD4-9900-4063-95EE-CD816832BC31}" dt="2025-10-11T08:26:49.056" v="6650"/>
          <ac:spMkLst>
            <pc:docMk/>
            <pc:sldMk cId="3282115913" sldId="530"/>
            <ac:spMk id="42" creationId="{3913B308-6264-9551-50C9-A4D759E9EEFB}"/>
          </ac:spMkLst>
        </pc:spChg>
        <pc:spChg chg="add mod">
          <ac:chgData name="Robert de Groote" userId="2ce5265b-80a0-4fb8-a62a-8035e9b0c45a" providerId="ADAL" clId="{20F04FD4-9900-4063-95EE-CD816832BC31}" dt="2025-10-11T08:26:49.056" v="6651"/>
          <ac:spMkLst>
            <pc:docMk/>
            <pc:sldMk cId="3282115913" sldId="530"/>
            <ac:spMk id="43" creationId="{C22D85D2-36E4-C749-38F0-C9F85867E966}"/>
          </ac:spMkLst>
        </pc:spChg>
        <pc:cxnChg chg="mod">
          <ac:chgData name="Robert de Groote" userId="2ce5265b-80a0-4fb8-a62a-8035e9b0c45a" providerId="ADAL" clId="{20F04FD4-9900-4063-95EE-CD816832BC31}" dt="2025-10-11T08:26:53.902" v="6652" actId="108"/>
          <ac:cxnSpMkLst>
            <pc:docMk/>
            <pc:sldMk cId="3282115913" sldId="530"/>
            <ac:cxnSpMk id="10" creationId="{A1514BCE-A5A3-F747-6F9E-691276F08041}"/>
          </ac:cxnSpMkLst>
        </pc:cxnChg>
        <pc:cxnChg chg="mod">
          <ac:chgData name="Robert de Groote" userId="2ce5265b-80a0-4fb8-a62a-8035e9b0c45a" providerId="ADAL" clId="{20F04FD4-9900-4063-95EE-CD816832BC31}" dt="2025-10-10T17:38:25.578" v="5871" actId="108"/>
          <ac:cxnSpMkLst>
            <pc:docMk/>
            <pc:sldMk cId="3282115913" sldId="530"/>
            <ac:cxnSpMk id="67" creationId="{2642EADE-8BB1-2395-8F39-5499E1837818}"/>
          </ac:cxnSpMkLst>
        </pc:cxnChg>
      </pc:sldChg>
      <pc:sldChg chg="modSp add mod modAnim">
        <pc:chgData name="Robert de Groote" userId="2ce5265b-80a0-4fb8-a62a-8035e9b0c45a" providerId="ADAL" clId="{20F04FD4-9900-4063-95EE-CD816832BC31}" dt="2025-10-13T17:36:34.748" v="32038"/>
        <pc:sldMkLst>
          <pc:docMk/>
          <pc:sldMk cId="646324399" sldId="531"/>
        </pc:sldMkLst>
        <pc:spChg chg="mod">
          <ac:chgData name="Robert de Groote" userId="2ce5265b-80a0-4fb8-a62a-8035e9b0c45a" providerId="ADAL" clId="{20F04FD4-9900-4063-95EE-CD816832BC31}" dt="2025-10-10T17:44:18.348" v="5944" actId="20577"/>
          <ac:spMkLst>
            <pc:docMk/>
            <pc:sldMk cId="646324399" sldId="531"/>
            <ac:spMk id="2" creationId="{10D044AD-8607-9173-86C3-643E4997F6C3}"/>
          </ac:spMkLst>
        </pc:spChg>
        <pc:spChg chg="mod">
          <ac:chgData name="Robert de Groote" userId="2ce5265b-80a0-4fb8-a62a-8035e9b0c45a" providerId="ADAL" clId="{20F04FD4-9900-4063-95EE-CD816832BC31}" dt="2025-10-10T17:49:30.819" v="6271" actId="20577"/>
          <ac:spMkLst>
            <pc:docMk/>
            <pc:sldMk cId="646324399" sldId="531"/>
            <ac:spMk id="3" creationId="{9AAB7699-2273-A04A-0108-3E9CEA8643C3}"/>
          </ac:spMkLst>
        </pc:spChg>
        <pc:spChg chg="mod">
          <ac:chgData name="Robert de Groote" userId="2ce5265b-80a0-4fb8-a62a-8035e9b0c45a" providerId="ADAL" clId="{20F04FD4-9900-4063-95EE-CD816832BC31}" dt="2025-10-11T08:22:46.733" v="6565" actId="20577"/>
          <ac:spMkLst>
            <pc:docMk/>
            <pc:sldMk cId="646324399" sldId="531"/>
            <ac:spMk id="26" creationId="{DE6B284A-9FC1-4E32-81E3-3FAD24A32FD5}"/>
          </ac:spMkLst>
        </pc:spChg>
        <pc:spChg chg="mod">
          <ac:chgData name="Robert de Groote" userId="2ce5265b-80a0-4fb8-a62a-8035e9b0c45a" providerId="ADAL" clId="{20F04FD4-9900-4063-95EE-CD816832BC31}" dt="2025-10-11T08:22:32.106" v="6562" actId="20577"/>
          <ac:spMkLst>
            <pc:docMk/>
            <pc:sldMk cId="646324399" sldId="531"/>
            <ac:spMk id="33" creationId="{7CCFCA8B-4502-9442-3E6C-DC677A63EA81}"/>
          </ac:spMkLst>
        </pc:spChg>
        <pc:spChg chg="mod">
          <ac:chgData name="Robert de Groote" userId="2ce5265b-80a0-4fb8-a62a-8035e9b0c45a" providerId="ADAL" clId="{20F04FD4-9900-4063-95EE-CD816832BC31}" dt="2025-10-11T08:22:23.642" v="6560" actId="20577"/>
          <ac:spMkLst>
            <pc:docMk/>
            <pc:sldMk cId="646324399" sldId="531"/>
            <ac:spMk id="35" creationId="{919A4B53-088A-7676-9011-1B721C47AD3B}"/>
          </ac:spMkLst>
        </pc:spChg>
        <pc:spChg chg="mod">
          <ac:chgData name="Robert de Groote" userId="2ce5265b-80a0-4fb8-a62a-8035e9b0c45a" providerId="ADAL" clId="{20F04FD4-9900-4063-95EE-CD816832BC31}" dt="2025-10-11T08:22:20.002" v="6558" actId="20577"/>
          <ac:spMkLst>
            <pc:docMk/>
            <pc:sldMk cId="646324399" sldId="531"/>
            <ac:spMk id="36" creationId="{289B7DCE-299C-C15D-527A-A61415DB195F}"/>
          </ac:spMkLst>
        </pc:spChg>
        <pc:spChg chg="mod">
          <ac:chgData name="Robert de Groote" userId="2ce5265b-80a0-4fb8-a62a-8035e9b0c45a" providerId="ADAL" clId="{20F04FD4-9900-4063-95EE-CD816832BC31}" dt="2025-10-11T08:28:04.716" v="6663" actId="20577"/>
          <ac:spMkLst>
            <pc:docMk/>
            <pc:sldMk cId="646324399" sldId="531"/>
            <ac:spMk id="40" creationId="{BEA6577E-9713-E93D-A890-3AEE71B4F5D0}"/>
          </ac:spMkLst>
        </pc:spChg>
      </pc:sldChg>
      <pc:sldChg chg="modSp add mod modAnim">
        <pc:chgData name="Robert de Groote" userId="2ce5265b-80a0-4fb8-a62a-8035e9b0c45a" providerId="ADAL" clId="{20F04FD4-9900-4063-95EE-CD816832BC31}" dt="2025-10-13T14:53:28.942" v="31022"/>
        <pc:sldMkLst>
          <pc:docMk/>
          <pc:sldMk cId="2143514412" sldId="532"/>
        </pc:sldMkLst>
        <pc:spChg chg="mod">
          <ac:chgData name="Robert de Groote" userId="2ce5265b-80a0-4fb8-a62a-8035e9b0c45a" providerId="ADAL" clId="{20F04FD4-9900-4063-95EE-CD816832BC31}" dt="2025-10-11T08:23:08.162" v="6572" actId="20577"/>
          <ac:spMkLst>
            <pc:docMk/>
            <pc:sldMk cId="2143514412" sldId="532"/>
            <ac:spMk id="26" creationId="{6A75F0E9-BDD8-89F6-1781-D32784131A01}"/>
          </ac:spMkLst>
        </pc:spChg>
        <pc:spChg chg="mod">
          <ac:chgData name="Robert de Groote" userId="2ce5265b-80a0-4fb8-a62a-8035e9b0c45a" providerId="ADAL" clId="{20F04FD4-9900-4063-95EE-CD816832BC31}" dt="2025-10-11T08:23:12.932" v="6574" actId="20577"/>
          <ac:spMkLst>
            <pc:docMk/>
            <pc:sldMk cId="2143514412" sldId="532"/>
            <ac:spMk id="33" creationId="{2522A74B-E493-F5C8-CDE3-EC5E688A2D54}"/>
          </ac:spMkLst>
        </pc:spChg>
        <pc:spChg chg="mod">
          <ac:chgData name="Robert de Groote" userId="2ce5265b-80a0-4fb8-a62a-8035e9b0c45a" providerId="ADAL" clId="{20F04FD4-9900-4063-95EE-CD816832BC31}" dt="2025-10-11T08:23:06.082" v="6569" actId="20577"/>
          <ac:spMkLst>
            <pc:docMk/>
            <pc:sldMk cId="2143514412" sldId="532"/>
            <ac:spMk id="35" creationId="{FE942E1C-D491-4C52-B309-1052EC6A97C2}"/>
          </ac:spMkLst>
        </pc:spChg>
        <pc:spChg chg="mod">
          <ac:chgData name="Robert de Groote" userId="2ce5265b-80a0-4fb8-a62a-8035e9b0c45a" providerId="ADAL" clId="{20F04FD4-9900-4063-95EE-CD816832BC31}" dt="2025-10-11T08:23:03.704" v="6567" actId="20577"/>
          <ac:spMkLst>
            <pc:docMk/>
            <pc:sldMk cId="2143514412" sldId="532"/>
            <ac:spMk id="36" creationId="{490F94DD-3CBA-23A6-3111-EB09508C8165}"/>
          </ac:spMkLst>
        </pc:spChg>
        <pc:spChg chg="mod">
          <ac:chgData name="Robert de Groote" userId="2ce5265b-80a0-4fb8-a62a-8035e9b0c45a" providerId="ADAL" clId="{20F04FD4-9900-4063-95EE-CD816832BC31}" dt="2025-10-11T08:27:59.081" v="6661" actId="20577"/>
          <ac:spMkLst>
            <pc:docMk/>
            <pc:sldMk cId="2143514412" sldId="532"/>
            <ac:spMk id="40" creationId="{E3E60DC6-B7E6-5FD6-1E17-374D92459F88}"/>
          </ac:spMkLst>
        </pc:spChg>
      </pc:sldChg>
      <pc:sldChg chg="addSp modSp add mod modAnim">
        <pc:chgData name="Robert de Groote" userId="2ce5265b-80a0-4fb8-a62a-8035e9b0c45a" providerId="ADAL" clId="{20F04FD4-9900-4063-95EE-CD816832BC31}" dt="2025-10-11T08:22:11.378" v="6556" actId="20577"/>
        <pc:sldMkLst>
          <pc:docMk/>
          <pc:sldMk cId="250664959" sldId="533"/>
        </pc:sldMkLst>
        <pc:spChg chg="mod">
          <ac:chgData name="Robert de Groote" userId="2ce5265b-80a0-4fb8-a62a-8035e9b0c45a" providerId="ADAL" clId="{20F04FD4-9900-4063-95EE-CD816832BC31}" dt="2025-10-11T07:57:27.823" v="6309" actId="14100"/>
          <ac:spMkLst>
            <pc:docMk/>
            <pc:sldMk cId="250664959" sldId="533"/>
            <ac:spMk id="3" creationId="{CD5BB02F-01EE-3137-0211-1F35EFAF8F1F}"/>
          </ac:spMkLst>
        </pc:spChg>
        <pc:spChg chg="add mod">
          <ac:chgData name="Robert de Groote" userId="2ce5265b-80a0-4fb8-a62a-8035e9b0c45a" providerId="ADAL" clId="{20F04FD4-9900-4063-95EE-CD816832BC31}" dt="2025-10-11T07:57:41.385" v="6350"/>
          <ac:spMkLst>
            <pc:docMk/>
            <pc:sldMk cId="250664959" sldId="533"/>
            <ac:spMk id="4" creationId="{7C582B76-F5EF-DFC7-427D-5487E176E87D}"/>
          </ac:spMkLst>
        </pc:spChg>
        <pc:spChg chg="mod">
          <ac:chgData name="Robert de Groote" userId="2ce5265b-80a0-4fb8-a62a-8035e9b0c45a" providerId="ADAL" clId="{20F04FD4-9900-4063-95EE-CD816832BC31}" dt="2025-10-11T07:57:41.385" v="6351"/>
          <ac:spMkLst>
            <pc:docMk/>
            <pc:sldMk cId="250664959" sldId="533"/>
            <ac:spMk id="5" creationId="{F35D92E5-4879-A42E-09AF-C31C3D3B9E37}"/>
          </ac:spMkLst>
        </pc:spChg>
        <pc:spChg chg="add mod">
          <ac:chgData name="Robert de Groote" userId="2ce5265b-80a0-4fb8-a62a-8035e9b0c45a" providerId="ADAL" clId="{20F04FD4-9900-4063-95EE-CD816832BC31}" dt="2025-10-11T07:57:41.385" v="6353"/>
          <ac:spMkLst>
            <pc:docMk/>
            <pc:sldMk cId="250664959" sldId="533"/>
            <ac:spMk id="7" creationId="{2C9EF176-4DC5-9746-9FDF-31D8DF1A3A26}"/>
          </ac:spMkLst>
        </pc:spChg>
        <pc:spChg chg="add mod">
          <ac:chgData name="Robert de Groote" userId="2ce5265b-80a0-4fb8-a62a-8035e9b0c45a" providerId="ADAL" clId="{20F04FD4-9900-4063-95EE-CD816832BC31}" dt="2025-10-11T07:57:41.385" v="6354"/>
          <ac:spMkLst>
            <pc:docMk/>
            <pc:sldMk cId="250664959" sldId="533"/>
            <ac:spMk id="8" creationId="{F3B539C9-9D97-FDA0-BC41-033A21BC8A64}"/>
          </ac:spMkLst>
        </pc:spChg>
        <pc:spChg chg="add mod">
          <ac:chgData name="Robert de Groote" userId="2ce5265b-80a0-4fb8-a62a-8035e9b0c45a" providerId="ADAL" clId="{20F04FD4-9900-4063-95EE-CD816832BC31}" dt="2025-10-11T07:57:41.385" v="6357"/>
          <ac:spMkLst>
            <pc:docMk/>
            <pc:sldMk cId="250664959" sldId="533"/>
            <ac:spMk id="11" creationId="{B6314E2A-C423-CEC5-82A2-F06B085C1A54}"/>
          </ac:spMkLst>
        </pc:spChg>
        <pc:spChg chg="mod">
          <ac:chgData name="Robert de Groote" userId="2ce5265b-80a0-4fb8-a62a-8035e9b0c45a" providerId="ADAL" clId="{20F04FD4-9900-4063-95EE-CD816832BC31}" dt="2025-10-11T07:57:41.385" v="6358"/>
          <ac:spMkLst>
            <pc:docMk/>
            <pc:sldMk cId="250664959" sldId="533"/>
            <ac:spMk id="12" creationId="{79265EA9-8F5F-F8FE-EDEB-8C885850C8C4}"/>
          </ac:spMkLst>
        </pc:spChg>
        <pc:spChg chg="mod">
          <ac:chgData name="Robert de Groote" userId="2ce5265b-80a0-4fb8-a62a-8035e9b0c45a" providerId="ADAL" clId="{20F04FD4-9900-4063-95EE-CD816832BC31}" dt="2025-10-11T07:57:41.385" v="6359"/>
          <ac:spMkLst>
            <pc:docMk/>
            <pc:sldMk cId="250664959" sldId="533"/>
            <ac:spMk id="13" creationId="{2E003995-7124-EEA8-EBEA-7ED36517476B}"/>
          </ac:spMkLst>
        </pc:spChg>
        <pc:spChg chg="mod">
          <ac:chgData name="Robert de Groote" userId="2ce5265b-80a0-4fb8-a62a-8035e9b0c45a" providerId="ADAL" clId="{20F04FD4-9900-4063-95EE-CD816832BC31}" dt="2025-10-11T07:57:41.385" v="6360"/>
          <ac:spMkLst>
            <pc:docMk/>
            <pc:sldMk cId="250664959" sldId="533"/>
            <ac:spMk id="14" creationId="{13EC380B-2967-0FE1-806D-4579375CA994}"/>
          </ac:spMkLst>
        </pc:spChg>
        <pc:spChg chg="add mod">
          <ac:chgData name="Robert de Groote" userId="2ce5265b-80a0-4fb8-a62a-8035e9b0c45a" providerId="ADAL" clId="{20F04FD4-9900-4063-95EE-CD816832BC31}" dt="2025-10-11T07:57:41.385" v="6361"/>
          <ac:spMkLst>
            <pc:docMk/>
            <pc:sldMk cId="250664959" sldId="533"/>
            <ac:spMk id="15" creationId="{DB6CABE2-3510-C49C-8F7B-187A3659BEC8}"/>
          </ac:spMkLst>
        </pc:spChg>
        <pc:spChg chg="mod">
          <ac:chgData name="Robert de Groote" userId="2ce5265b-80a0-4fb8-a62a-8035e9b0c45a" providerId="ADAL" clId="{20F04FD4-9900-4063-95EE-CD816832BC31}" dt="2025-10-11T07:58:41.062" v="6390" actId="207"/>
          <ac:spMkLst>
            <pc:docMk/>
            <pc:sldMk cId="250664959" sldId="533"/>
            <ac:spMk id="28" creationId="{124DFE48-3291-0F5B-1E44-09815C39DF8B}"/>
          </ac:spMkLst>
        </pc:spChg>
        <pc:spChg chg="add mod">
          <ac:chgData name="Robert de Groote" userId="2ce5265b-80a0-4fb8-a62a-8035e9b0c45a" providerId="ADAL" clId="{20F04FD4-9900-4063-95EE-CD816832BC31}" dt="2025-10-11T07:58:41.062" v="6390" actId="207"/>
          <ac:spMkLst>
            <pc:docMk/>
            <pc:sldMk cId="250664959" sldId="533"/>
            <ac:spMk id="29" creationId="{6B976BB6-4544-093D-6475-6572FBE2BABE}"/>
          </ac:spMkLst>
        </pc:spChg>
        <pc:spChg chg="mod">
          <ac:chgData name="Robert de Groote" userId="2ce5265b-80a0-4fb8-a62a-8035e9b0c45a" providerId="ADAL" clId="{20F04FD4-9900-4063-95EE-CD816832BC31}" dt="2025-10-11T08:21:02.534" v="6532" actId="20577"/>
          <ac:spMkLst>
            <pc:docMk/>
            <pc:sldMk cId="250664959" sldId="533"/>
            <ac:spMk id="30" creationId="{BB337814-F0AB-56E1-CB51-26EA31768122}"/>
          </ac:spMkLst>
        </pc:spChg>
        <pc:spChg chg="mod">
          <ac:chgData name="Robert de Groote" userId="2ce5265b-80a0-4fb8-a62a-8035e9b0c45a" providerId="ADAL" clId="{20F04FD4-9900-4063-95EE-CD816832BC31}" dt="2025-10-11T07:57:41.385" v="6377"/>
          <ac:spMkLst>
            <pc:docMk/>
            <pc:sldMk cId="250664959" sldId="533"/>
            <ac:spMk id="31" creationId="{3FBB851A-6E3A-6B6A-BE44-E9470F04A89B}"/>
          </ac:spMkLst>
        </pc:spChg>
        <pc:spChg chg="mod">
          <ac:chgData name="Robert de Groote" userId="2ce5265b-80a0-4fb8-a62a-8035e9b0c45a" providerId="ADAL" clId="{20F04FD4-9900-4063-95EE-CD816832BC31}" dt="2025-10-11T07:58:41.062" v="6390" actId="207"/>
          <ac:spMkLst>
            <pc:docMk/>
            <pc:sldMk cId="250664959" sldId="533"/>
            <ac:spMk id="32" creationId="{282026FC-CA1E-2892-460D-AC1ED17F5D5C}"/>
          </ac:spMkLst>
        </pc:spChg>
        <pc:spChg chg="add mod">
          <ac:chgData name="Robert de Groote" userId="2ce5265b-80a0-4fb8-a62a-8035e9b0c45a" providerId="ADAL" clId="{20F04FD4-9900-4063-95EE-CD816832BC31}" dt="2025-10-11T07:57:41.385" v="6379"/>
          <ac:spMkLst>
            <pc:docMk/>
            <pc:sldMk cId="250664959" sldId="533"/>
            <ac:spMk id="33" creationId="{7C7D2218-FACF-0163-5342-17E61527D490}"/>
          </ac:spMkLst>
        </pc:spChg>
        <pc:spChg chg="add mod">
          <ac:chgData name="Robert de Groote" userId="2ce5265b-80a0-4fb8-a62a-8035e9b0c45a" providerId="ADAL" clId="{20F04FD4-9900-4063-95EE-CD816832BC31}" dt="2025-10-11T07:57:41.385" v="6380"/>
          <ac:spMkLst>
            <pc:docMk/>
            <pc:sldMk cId="250664959" sldId="533"/>
            <ac:spMk id="34" creationId="{083F0B90-AC54-E097-5E56-39BE0A5F8BCC}"/>
          </ac:spMkLst>
        </pc:spChg>
        <pc:spChg chg="mod">
          <ac:chgData name="Robert de Groote" userId="2ce5265b-80a0-4fb8-a62a-8035e9b0c45a" providerId="ADAL" clId="{20F04FD4-9900-4063-95EE-CD816832BC31}" dt="2025-10-11T07:58:41.062" v="6390" actId="207"/>
          <ac:spMkLst>
            <pc:docMk/>
            <pc:sldMk cId="250664959" sldId="533"/>
            <ac:spMk id="35" creationId="{9CA6DF3E-B3CB-E323-BECE-71B311175515}"/>
          </ac:spMkLst>
        </pc:spChg>
        <pc:spChg chg="add mod">
          <ac:chgData name="Robert de Groote" userId="2ce5265b-80a0-4fb8-a62a-8035e9b0c45a" providerId="ADAL" clId="{20F04FD4-9900-4063-95EE-CD816832BC31}" dt="2025-10-11T07:57:41.385" v="6382"/>
          <ac:spMkLst>
            <pc:docMk/>
            <pc:sldMk cId="250664959" sldId="533"/>
            <ac:spMk id="36" creationId="{6B7FDE55-08E6-A15B-BC46-AD8C4ABD9B7C}"/>
          </ac:spMkLst>
        </pc:spChg>
        <pc:spChg chg="mod">
          <ac:chgData name="Robert de Groote" userId="2ce5265b-80a0-4fb8-a62a-8035e9b0c45a" providerId="ADAL" clId="{20F04FD4-9900-4063-95EE-CD816832BC31}" dt="2025-10-11T08:12:28.539" v="6466" actId="20577"/>
          <ac:spMkLst>
            <pc:docMk/>
            <pc:sldMk cId="250664959" sldId="533"/>
            <ac:spMk id="37" creationId="{B657C6E2-AF4E-6922-C319-2507010E0823}"/>
          </ac:spMkLst>
        </pc:spChg>
        <pc:spChg chg="mod">
          <ac:chgData name="Robert de Groote" userId="2ce5265b-80a0-4fb8-a62a-8035e9b0c45a" providerId="ADAL" clId="{20F04FD4-9900-4063-95EE-CD816832BC31}" dt="2025-10-11T07:58:41.062" v="6390" actId="207"/>
          <ac:spMkLst>
            <pc:docMk/>
            <pc:sldMk cId="250664959" sldId="533"/>
            <ac:spMk id="38" creationId="{77D841A1-9A84-EC69-0496-F992A2FF4BE9}"/>
          </ac:spMkLst>
        </pc:spChg>
        <pc:spChg chg="mod">
          <ac:chgData name="Robert de Groote" userId="2ce5265b-80a0-4fb8-a62a-8035e9b0c45a" providerId="ADAL" clId="{20F04FD4-9900-4063-95EE-CD816832BC31}" dt="2025-10-11T08:22:11.378" v="6556" actId="20577"/>
          <ac:spMkLst>
            <pc:docMk/>
            <pc:sldMk cId="250664959" sldId="533"/>
            <ac:spMk id="39" creationId="{8BFAE19E-6DA7-3BC4-87E5-F7038E12C291}"/>
          </ac:spMkLst>
        </pc:spChg>
        <pc:spChg chg="mod">
          <ac:chgData name="Robert de Groote" userId="2ce5265b-80a0-4fb8-a62a-8035e9b0c45a" providerId="ADAL" clId="{20F04FD4-9900-4063-95EE-CD816832BC31}" dt="2025-10-11T08:22:08.806" v="6554" actId="20577"/>
          <ac:spMkLst>
            <pc:docMk/>
            <pc:sldMk cId="250664959" sldId="533"/>
            <ac:spMk id="40" creationId="{89F8B96B-F83C-584D-F616-C365A4392217}"/>
          </ac:spMkLst>
        </pc:spChg>
        <pc:spChg chg="mod">
          <ac:chgData name="Robert de Groote" userId="2ce5265b-80a0-4fb8-a62a-8035e9b0c45a" providerId="ADAL" clId="{20F04FD4-9900-4063-95EE-CD816832BC31}" dt="2025-10-11T07:58:41.062" v="6390" actId="207"/>
          <ac:spMkLst>
            <pc:docMk/>
            <pc:sldMk cId="250664959" sldId="533"/>
            <ac:spMk id="41" creationId="{CCDDC202-E24D-534F-CA72-25B64A9C13C8}"/>
          </ac:spMkLst>
        </pc:spChg>
        <pc:spChg chg="add mod">
          <ac:chgData name="Robert de Groote" userId="2ce5265b-80a0-4fb8-a62a-8035e9b0c45a" providerId="ADAL" clId="{20F04FD4-9900-4063-95EE-CD816832BC31}" dt="2025-10-11T07:57:41.403" v="6388"/>
          <ac:spMkLst>
            <pc:docMk/>
            <pc:sldMk cId="250664959" sldId="533"/>
            <ac:spMk id="42" creationId="{1B6F242B-05E0-E31C-69F3-8614F2C5617F}"/>
          </ac:spMkLst>
        </pc:spChg>
        <pc:cxnChg chg="mod">
          <ac:chgData name="Robert de Groote" userId="2ce5265b-80a0-4fb8-a62a-8035e9b0c45a" providerId="ADAL" clId="{20F04FD4-9900-4063-95EE-CD816832BC31}" dt="2025-10-11T07:57:41.385" v="6352"/>
          <ac:cxnSpMkLst>
            <pc:docMk/>
            <pc:sldMk cId="250664959" sldId="533"/>
            <ac:cxnSpMk id="6" creationId="{2680E448-55D9-FD18-93F0-E831624C64C1}"/>
          </ac:cxnSpMkLst>
        </pc:cxnChg>
        <pc:cxnChg chg="mod">
          <ac:chgData name="Robert de Groote" userId="2ce5265b-80a0-4fb8-a62a-8035e9b0c45a" providerId="ADAL" clId="{20F04FD4-9900-4063-95EE-CD816832BC31}" dt="2025-10-11T07:57:41.385" v="6355"/>
          <ac:cxnSpMkLst>
            <pc:docMk/>
            <pc:sldMk cId="250664959" sldId="533"/>
            <ac:cxnSpMk id="9" creationId="{0FDED880-D3A4-C929-7DCE-75D24CC9A27A}"/>
          </ac:cxnSpMkLst>
        </pc:cxnChg>
        <pc:cxnChg chg="mod">
          <ac:chgData name="Robert de Groote" userId="2ce5265b-80a0-4fb8-a62a-8035e9b0c45a" providerId="ADAL" clId="{20F04FD4-9900-4063-95EE-CD816832BC31}" dt="2025-10-11T07:57:41.385" v="6356"/>
          <ac:cxnSpMkLst>
            <pc:docMk/>
            <pc:sldMk cId="250664959" sldId="533"/>
            <ac:cxnSpMk id="10" creationId="{BF2EC0AF-3F49-2952-7CFF-9FC151FCDACC}"/>
          </ac:cxnSpMkLst>
        </pc:cxnChg>
        <pc:cxnChg chg="mod">
          <ac:chgData name="Robert de Groote" userId="2ce5265b-80a0-4fb8-a62a-8035e9b0c45a" providerId="ADAL" clId="{20F04FD4-9900-4063-95EE-CD816832BC31}" dt="2025-10-11T07:57:41.385" v="6362"/>
          <ac:cxnSpMkLst>
            <pc:docMk/>
            <pc:sldMk cId="250664959" sldId="533"/>
            <ac:cxnSpMk id="16" creationId="{C925A60B-AEF9-55AD-74DA-5B0F365C6029}"/>
          </ac:cxnSpMkLst>
        </pc:cxnChg>
        <pc:cxnChg chg="mod">
          <ac:chgData name="Robert de Groote" userId="2ce5265b-80a0-4fb8-a62a-8035e9b0c45a" providerId="ADAL" clId="{20F04FD4-9900-4063-95EE-CD816832BC31}" dt="2025-10-11T07:57:41.385" v="6363"/>
          <ac:cxnSpMkLst>
            <pc:docMk/>
            <pc:sldMk cId="250664959" sldId="533"/>
            <ac:cxnSpMk id="17" creationId="{557643D6-C1F2-BF9B-FD08-9E2DE2761614}"/>
          </ac:cxnSpMkLst>
        </pc:cxnChg>
        <pc:cxnChg chg="mod">
          <ac:chgData name="Robert de Groote" userId="2ce5265b-80a0-4fb8-a62a-8035e9b0c45a" providerId="ADAL" clId="{20F04FD4-9900-4063-95EE-CD816832BC31}" dt="2025-10-11T07:57:41.385" v="6364"/>
          <ac:cxnSpMkLst>
            <pc:docMk/>
            <pc:sldMk cId="250664959" sldId="533"/>
            <ac:cxnSpMk id="18" creationId="{96CC23EB-3350-2FB4-5B7A-A578E5C966CB}"/>
          </ac:cxnSpMkLst>
        </pc:cxnChg>
        <pc:cxnChg chg="mod">
          <ac:chgData name="Robert de Groote" userId="2ce5265b-80a0-4fb8-a62a-8035e9b0c45a" providerId="ADAL" clId="{20F04FD4-9900-4063-95EE-CD816832BC31}" dt="2025-10-11T07:57:41.385" v="6365"/>
          <ac:cxnSpMkLst>
            <pc:docMk/>
            <pc:sldMk cId="250664959" sldId="533"/>
            <ac:cxnSpMk id="19" creationId="{032B7B8C-1650-44C0-2808-237EF83009F6}"/>
          </ac:cxnSpMkLst>
        </pc:cxnChg>
        <pc:cxnChg chg="mod">
          <ac:chgData name="Robert de Groote" userId="2ce5265b-80a0-4fb8-a62a-8035e9b0c45a" providerId="ADAL" clId="{20F04FD4-9900-4063-95EE-CD816832BC31}" dt="2025-10-11T07:57:41.385" v="6366"/>
          <ac:cxnSpMkLst>
            <pc:docMk/>
            <pc:sldMk cId="250664959" sldId="533"/>
            <ac:cxnSpMk id="20" creationId="{CF6ADA08-3FCC-62AE-FEED-A3D2EB585F10}"/>
          </ac:cxnSpMkLst>
        </pc:cxnChg>
        <pc:cxnChg chg="mod">
          <ac:chgData name="Robert de Groote" userId="2ce5265b-80a0-4fb8-a62a-8035e9b0c45a" providerId="ADAL" clId="{20F04FD4-9900-4063-95EE-CD816832BC31}" dt="2025-10-11T07:57:41.385" v="6367"/>
          <ac:cxnSpMkLst>
            <pc:docMk/>
            <pc:sldMk cId="250664959" sldId="533"/>
            <ac:cxnSpMk id="21" creationId="{BFADA21D-B1F5-1E0C-1B2C-0DE2221B8C53}"/>
          </ac:cxnSpMkLst>
        </pc:cxnChg>
        <pc:cxnChg chg="mod">
          <ac:chgData name="Robert de Groote" userId="2ce5265b-80a0-4fb8-a62a-8035e9b0c45a" providerId="ADAL" clId="{20F04FD4-9900-4063-95EE-CD816832BC31}" dt="2025-10-11T07:57:41.385" v="6368"/>
          <ac:cxnSpMkLst>
            <pc:docMk/>
            <pc:sldMk cId="250664959" sldId="533"/>
            <ac:cxnSpMk id="22" creationId="{C0C15FC5-81A4-CE54-771A-787975842343}"/>
          </ac:cxnSpMkLst>
        </pc:cxnChg>
        <pc:cxnChg chg="mod">
          <ac:chgData name="Robert de Groote" userId="2ce5265b-80a0-4fb8-a62a-8035e9b0c45a" providerId="ADAL" clId="{20F04FD4-9900-4063-95EE-CD816832BC31}" dt="2025-10-11T07:57:41.385" v="6369"/>
          <ac:cxnSpMkLst>
            <pc:docMk/>
            <pc:sldMk cId="250664959" sldId="533"/>
            <ac:cxnSpMk id="23" creationId="{455B3C51-A2F2-B09F-0B7C-3359EE1F6E15}"/>
          </ac:cxnSpMkLst>
        </pc:cxnChg>
        <pc:cxnChg chg="mod">
          <ac:chgData name="Robert de Groote" userId="2ce5265b-80a0-4fb8-a62a-8035e9b0c45a" providerId="ADAL" clId="{20F04FD4-9900-4063-95EE-CD816832BC31}" dt="2025-10-11T07:57:41.385" v="6370"/>
          <ac:cxnSpMkLst>
            <pc:docMk/>
            <pc:sldMk cId="250664959" sldId="533"/>
            <ac:cxnSpMk id="24" creationId="{5CACC0BB-A869-033D-0A9F-2445595B46C2}"/>
          </ac:cxnSpMkLst>
        </pc:cxnChg>
        <pc:cxnChg chg="mod">
          <ac:chgData name="Robert de Groote" userId="2ce5265b-80a0-4fb8-a62a-8035e9b0c45a" providerId="ADAL" clId="{20F04FD4-9900-4063-95EE-CD816832BC31}" dt="2025-10-11T07:57:41.385" v="6371"/>
          <ac:cxnSpMkLst>
            <pc:docMk/>
            <pc:sldMk cId="250664959" sldId="533"/>
            <ac:cxnSpMk id="25" creationId="{B80E6B2C-8835-D3BB-2BC4-B98A4A68C504}"/>
          </ac:cxnSpMkLst>
        </pc:cxnChg>
        <pc:cxnChg chg="mod">
          <ac:chgData name="Robert de Groote" userId="2ce5265b-80a0-4fb8-a62a-8035e9b0c45a" providerId="ADAL" clId="{20F04FD4-9900-4063-95EE-CD816832BC31}" dt="2025-10-11T07:57:41.385" v="6372"/>
          <ac:cxnSpMkLst>
            <pc:docMk/>
            <pc:sldMk cId="250664959" sldId="533"/>
            <ac:cxnSpMk id="26" creationId="{3338C791-320B-262F-2EDC-59787C812511}"/>
          </ac:cxnSpMkLst>
        </pc:cxnChg>
        <pc:cxnChg chg="mod">
          <ac:chgData name="Robert de Groote" userId="2ce5265b-80a0-4fb8-a62a-8035e9b0c45a" providerId="ADAL" clId="{20F04FD4-9900-4063-95EE-CD816832BC31}" dt="2025-10-11T07:57:41.385" v="6373"/>
          <ac:cxnSpMkLst>
            <pc:docMk/>
            <pc:sldMk cId="250664959" sldId="533"/>
            <ac:cxnSpMk id="27" creationId="{D3279AF4-D5C8-D6FC-877D-CE7D2F09791B}"/>
          </ac:cxnSpMkLst>
        </pc:cxnChg>
      </pc:sldChg>
      <pc:sldChg chg="modSp add mod modAnim">
        <pc:chgData name="Robert de Groote" userId="2ce5265b-80a0-4fb8-a62a-8035e9b0c45a" providerId="ADAL" clId="{20F04FD4-9900-4063-95EE-CD816832BC31}" dt="2025-10-13T15:06:13.525" v="31145"/>
        <pc:sldMkLst>
          <pc:docMk/>
          <pc:sldMk cId="640662962" sldId="534"/>
        </pc:sldMkLst>
        <pc:spChg chg="mod">
          <ac:chgData name="Robert de Groote" userId="2ce5265b-80a0-4fb8-a62a-8035e9b0c45a" providerId="ADAL" clId="{20F04FD4-9900-4063-95EE-CD816832BC31}" dt="2025-10-11T08:01:28.600" v="6431" actId="108"/>
          <ac:spMkLst>
            <pc:docMk/>
            <pc:sldMk cId="640662962" sldId="534"/>
            <ac:spMk id="5" creationId="{DE5E2D0D-B4F2-2B44-4E76-D82065BE7C92}"/>
          </ac:spMkLst>
        </pc:spChg>
        <pc:spChg chg="mod">
          <ac:chgData name="Robert de Groote" userId="2ce5265b-80a0-4fb8-a62a-8035e9b0c45a" providerId="ADAL" clId="{20F04FD4-9900-4063-95EE-CD816832BC31}" dt="2025-10-11T08:01:26.743" v="6429" actId="108"/>
          <ac:spMkLst>
            <pc:docMk/>
            <pc:sldMk cId="640662962" sldId="534"/>
            <ac:spMk id="7" creationId="{47D42E57-C0F3-2828-3852-A01078B9654B}"/>
          </ac:spMkLst>
        </pc:spChg>
        <pc:spChg chg="mod">
          <ac:chgData name="Robert de Groote" userId="2ce5265b-80a0-4fb8-a62a-8035e9b0c45a" providerId="ADAL" clId="{20F04FD4-9900-4063-95EE-CD816832BC31}" dt="2025-10-11T08:01:25.583" v="6428" actId="108"/>
          <ac:spMkLst>
            <pc:docMk/>
            <pc:sldMk cId="640662962" sldId="534"/>
            <ac:spMk id="12" creationId="{08A45C0A-44ED-C10D-B1DD-3956E172422E}"/>
          </ac:spMkLst>
        </pc:spChg>
        <pc:spChg chg="mod">
          <ac:chgData name="Robert de Groote" userId="2ce5265b-80a0-4fb8-a62a-8035e9b0c45a" providerId="ADAL" clId="{20F04FD4-9900-4063-95EE-CD816832BC31}" dt="2025-10-11T08:01:16.139" v="6427" actId="207"/>
          <ac:spMkLst>
            <pc:docMk/>
            <pc:sldMk cId="640662962" sldId="534"/>
            <ac:spMk id="13" creationId="{C68BA6C5-8F59-9A55-7DFF-06FD75B5AEEA}"/>
          </ac:spMkLst>
        </pc:spChg>
        <pc:spChg chg="mod">
          <ac:chgData name="Robert de Groote" userId="2ce5265b-80a0-4fb8-a62a-8035e9b0c45a" providerId="ADAL" clId="{20F04FD4-9900-4063-95EE-CD816832BC31}" dt="2025-10-11T08:01:27.554" v="6430" actId="108"/>
          <ac:spMkLst>
            <pc:docMk/>
            <pc:sldMk cId="640662962" sldId="534"/>
            <ac:spMk id="14" creationId="{3AEEB009-A3C2-4B12-5634-598F54986DA7}"/>
          </ac:spMkLst>
        </pc:spChg>
        <pc:spChg chg="mod">
          <ac:chgData name="Robert de Groote" userId="2ce5265b-80a0-4fb8-a62a-8035e9b0c45a" providerId="ADAL" clId="{20F04FD4-9900-4063-95EE-CD816832BC31}" dt="2025-10-11T08:01:29.401" v="6432" actId="108"/>
          <ac:spMkLst>
            <pc:docMk/>
            <pc:sldMk cId="640662962" sldId="534"/>
            <ac:spMk id="15" creationId="{A992B131-D1FB-2B7C-F7F9-0B34ABD7AB8D}"/>
          </ac:spMkLst>
        </pc:spChg>
        <pc:spChg chg="mod">
          <ac:chgData name="Robert de Groote" userId="2ce5265b-80a0-4fb8-a62a-8035e9b0c45a" providerId="ADAL" clId="{20F04FD4-9900-4063-95EE-CD816832BC31}" dt="2025-10-11T08:20:58.223" v="6529" actId="20577"/>
          <ac:spMkLst>
            <pc:docMk/>
            <pc:sldMk cId="640662962" sldId="534"/>
            <ac:spMk id="30" creationId="{1DD0F70A-CE4E-7E76-4342-AE2A2AB778A2}"/>
          </ac:spMkLst>
        </pc:spChg>
        <pc:spChg chg="mod">
          <ac:chgData name="Robert de Groote" userId="2ce5265b-80a0-4fb8-a62a-8035e9b0c45a" providerId="ADAL" clId="{20F04FD4-9900-4063-95EE-CD816832BC31}" dt="2025-10-11T08:03:37.504" v="6453" actId="207"/>
          <ac:spMkLst>
            <pc:docMk/>
            <pc:sldMk cId="640662962" sldId="534"/>
            <ac:spMk id="32" creationId="{11DCB904-BF68-2073-D446-3E997C8E5729}"/>
          </ac:spMkLst>
        </pc:spChg>
        <pc:spChg chg="mod">
          <ac:chgData name="Robert de Groote" userId="2ce5265b-80a0-4fb8-a62a-8035e9b0c45a" providerId="ADAL" clId="{20F04FD4-9900-4063-95EE-CD816832BC31}" dt="2025-10-11T08:03:37.504" v="6453" actId="207"/>
          <ac:spMkLst>
            <pc:docMk/>
            <pc:sldMk cId="640662962" sldId="534"/>
            <ac:spMk id="34" creationId="{84F18ECA-AB84-211A-7993-2B849241EEF7}"/>
          </ac:spMkLst>
        </pc:spChg>
        <pc:spChg chg="mod">
          <ac:chgData name="Robert de Groote" userId="2ce5265b-80a0-4fb8-a62a-8035e9b0c45a" providerId="ADAL" clId="{20F04FD4-9900-4063-95EE-CD816832BC31}" dt="2025-10-11T08:03:37.504" v="6453" actId="207"/>
          <ac:spMkLst>
            <pc:docMk/>
            <pc:sldMk cId="640662962" sldId="534"/>
            <ac:spMk id="35" creationId="{4A31B2CC-75CA-0844-73D8-5DBDF6BCFA6A}"/>
          </ac:spMkLst>
        </pc:spChg>
        <pc:spChg chg="mod">
          <ac:chgData name="Robert de Groote" userId="2ce5265b-80a0-4fb8-a62a-8035e9b0c45a" providerId="ADAL" clId="{20F04FD4-9900-4063-95EE-CD816832BC31}" dt="2025-10-11T08:03:37.504" v="6453" actId="207"/>
          <ac:spMkLst>
            <pc:docMk/>
            <pc:sldMk cId="640662962" sldId="534"/>
            <ac:spMk id="36" creationId="{47B4C2F6-617C-C553-12A9-71A276B0040A}"/>
          </ac:spMkLst>
        </pc:spChg>
        <pc:spChg chg="mod">
          <ac:chgData name="Robert de Groote" userId="2ce5265b-80a0-4fb8-a62a-8035e9b0c45a" providerId="ADAL" clId="{20F04FD4-9900-4063-95EE-CD816832BC31}" dt="2025-10-11T08:12:15.321" v="6463" actId="20577"/>
          <ac:spMkLst>
            <pc:docMk/>
            <pc:sldMk cId="640662962" sldId="534"/>
            <ac:spMk id="37" creationId="{BD9691B8-16C5-44A1-744A-A5B2F82B5446}"/>
          </ac:spMkLst>
        </pc:spChg>
        <pc:spChg chg="mod">
          <ac:chgData name="Robert de Groote" userId="2ce5265b-80a0-4fb8-a62a-8035e9b0c45a" providerId="ADAL" clId="{20F04FD4-9900-4063-95EE-CD816832BC31}" dt="2025-10-11T08:22:04.627" v="6552" actId="20577"/>
          <ac:spMkLst>
            <pc:docMk/>
            <pc:sldMk cId="640662962" sldId="534"/>
            <ac:spMk id="39" creationId="{42B8AFE7-BF3C-4D79-BC25-C54C28DA4EC6}"/>
          </ac:spMkLst>
        </pc:spChg>
        <pc:spChg chg="mod">
          <ac:chgData name="Robert de Groote" userId="2ce5265b-80a0-4fb8-a62a-8035e9b0c45a" providerId="ADAL" clId="{20F04FD4-9900-4063-95EE-CD816832BC31}" dt="2025-10-11T08:22:01.243" v="6550" actId="20577"/>
          <ac:spMkLst>
            <pc:docMk/>
            <pc:sldMk cId="640662962" sldId="534"/>
            <ac:spMk id="40" creationId="{CBADAD47-6F04-712F-73C6-2FE29EC18CD7}"/>
          </ac:spMkLst>
        </pc:spChg>
        <pc:cxnChg chg="mod">
          <ac:chgData name="Robert de Groote" userId="2ce5265b-80a0-4fb8-a62a-8035e9b0c45a" providerId="ADAL" clId="{20F04FD4-9900-4063-95EE-CD816832BC31}" dt="2025-10-11T08:00:57.967" v="6426" actId="108"/>
          <ac:cxnSpMkLst>
            <pc:docMk/>
            <pc:sldMk cId="640662962" sldId="534"/>
            <ac:cxnSpMk id="18" creationId="{2007AA6E-2FB4-EA9C-6E4D-675B62BBD91E}"/>
          </ac:cxnSpMkLst>
        </pc:cxnChg>
        <pc:cxnChg chg="mod">
          <ac:chgData name="Robert de Groote" userId="2ce5265b-80a0-4fb8-a62a-8035e9b0c45a" providerId="ADAL" clId="{20F04FD4-9900-4063-95EE-CD816832BC31}" dt="2025-10-11T08:00:55.136" v="6425" actId="108"/>
          <ac:cxnSpMkLst>
            <pc:docMk/>
            <pc:sldMk cId="640662962" sldId="534"/>
            <ac:cxnSpMk id="20" creationId="{53DF4655-A519-C0C2-EB87-2FE0FAA55C5E}"/>
          </ac:cxnSpMkLst>
        </pc:cxnChg>
        <pc:cxnChg chg="mod">
          <ac:chgData name="Robert de Groote" userId="2ce5265b-80a0-4fb8-a62a-8035e9b0c45a" providerId="ADAL" clId="{20F04FD4-9900-4063-95EE-CD816832BC31}" dt="2025-10-11T08:00:54.032" v="6424" actId="108"/>
          <ac:cxnSpMkLst>
            <pc:docMk/>
            <pc:sldMk cId="640662962" sldId="534"/>
            <ac:cxnSpMk id="22" creationId="{1EF240D7-6C57-B999-D0E4-968633F716DC}"/>
          </ac:cxnSpMkLst>
        </pc:cxnChg>
        <pc:cxnChg chg="mod">
          <ac:chgData name="Robert de Groote" userId="2ce5265b-80a0-4fb8-a62a-8035e9b0c45a" providerId="ADAL" clId="{20F04FD4-9900-4063-95EE-CD816832BC31}" dt="2025-10-11T08:00:45.127" v="6423" actId="208"/>
          <ac:cxnSpMkLst>
            <pc:docMk/>
            <pc:sldMk cId="640662962" sldId="534"/>
            <ac:cxnSpMk id="23" creationId="{EC3EA645-D0DC-D209-3937-9FD310E1A000}"/>
          </ac:cxnSpMkLst>
        </pc:cxnChg>
      </pc:sldChg>
      <pc:sldChg chg="modSp add mod modAnim">
        <pc:chgData name="Robert de Groote" userId="2ce5265b-80a0-4fb8-a62a-8035e9b0c45a" providerId="ADAL" clId="{20F04FD4-9900-4063-95EE-CD816832BC31}" dt="2025-10-13T15:06:54.160" v="31147"/>
        <pc:sldMkLst>
          <pc:docMk/>
          <pc:sldMk cId="3461686372" sldId="535"/>
        </pc:sldMkLst>
        <pc:spChg chg="mod">
          <ac:chgData name="Robert de Groote" userId="2ce5265b-80a0-4fb8-a62a-8035e9b0c45a" providerId="ADAL" clId="{20F04FD4-9900-4063-95EE-CD816832BC31}" dt="2025-10-11T08:10:06.436" v="6455" actId="108"/>
          <ac:spMkLst>
            <pc:docMk/>
            <pc:sldMk cId="3461686372" sldId="535"/>
            <ac:spMk id="4" creationId="{FDE48190-AD2F-7DD0-B490-3E95D4F99746}"/>
          </ac:spMkLst>
        </pc:spChg>
        <pc:spChg chg="mod">
          <ac:chgData name="Robert de Groote" userId="2ce5265b-80a0-4fb8-a62a-8035e9b0c45a" providerId="ADAL" clId="{20F04FD4-9900-4063-95EE-CD816832BC31}" dt="2025-10-11T08:10:07.465" v="6456" actId="108"/>
          <ac:spMkLst>
            <pc:docMk/>
            <pc:sldMk cId="3461686372" sldId="535"/>
            <ac:spMk id="11" creationId="{107EE719-5EAB-00B0-60C3-E503888081A4}"/>
          </ac:spMkLst>
        </pc:spChg>
        <pc:spChg chg="mod">
          <ac:chgData name="Robert de Groote" userId="2ce5265b-80a0-4fb8-a62a-8035e9b0c45a" providerId="ADAL" clId="{20F04FD4-9900-4063-95EE-CD816832BC31}" dt="2025-10-11T08:10:50.132" v="6460" actId="108"/>
          <ac:spMkLst>
            <pc:docMk/>
            <pc:sldMk cId="3461686372" sldId="535"/>
            <ac:spMk id="29" creationId="{61CB2CD4-0833-8BA5-2090-D63B50797BDD}"/>
          </ac:spMkLst>
        </pc:spChg>
        <pc:spChg chg="mod">
          <ac:chgData name="Robert de Groote" userId="2ce5265b-80a0-4fb8-a62a-8035e9b0c45a" providerId="ADAL" clId="{20F04FD4-9900-4063-95EE-CD816832BC31}" dt="2025-10-11T08:20:55.006" v="6526" actId="20577"/>
          <ac:spMkLst>
            <pc:docMk/>
            <pc:sldMk cId="3461686372" sldId="535"/>
            <ac:spMk id="30" creationId="{AFBEF683-65DC-22F6-D0F3-9F863788E042}"/>
          </ac:spMkLst>
        </pc:spChg>
        <pc:spChg chg="mod">
          <ac:chgData name="Robert de Groote" userId="2ce5265b-80a0-4fb8-a62a-8035e9b0c45a" providerId="ADAL" clId="{20F04FD4-9900-4063-95EE-CD816832BC31}" dt="2025-10-11T08:11:07.309" v="6461" actId="20577"/>
          <ac:spMkLst>
            <pc:docMk/>
            <pc:sldMk cId="3461686372" sldId="535"/>
            <ac:spMk id="37" creationId="{E8F1894A-CF60-DA4D-501C-68B101AEB5BD}"/>
          </ac:spMkLst>
        </pc:spChg>
        <pc:spChg chg="mod">
          <ac:chgData name="Robert de Groote" userId="2ce5265b-80a0-4fb8-a62a-8035e9b0c45a" providerId="ADAL" clId="{20F04FD4-9900-4063-95EE-CD816832BC31}" dt="2025-10-11T08:10:49.080" v="6459" actId="108"/>
          <ac:spMkLst>
            <pc:docMk/>
            <pc:sldMk cId="3461686372" sldId="535"/>
            <ac:spMk id="38" creationId="{6CA6885E-2BF6-BBF0-81B4-E0427B58D333}"/>
          </ac:spMkLst>
        </pc:spChg>
        <pc:spChg chg="mod">
          <ac:chgData name="Robert de Groote" userId="2ce5265b-80a0-4fb8-a62a-8035e9b0c45a" providerId="ADAL" clId="{20F04FD4-9900-4063-95EE-CD816832BC31}" dt="2025-10-11T08:21:56.757" v="6548" actId="20577"/>
          <ac:spMkLst>
            <pc:docMk/>
            <pc:sldMk cId="3461686372" sldId="535"/>
            <ac:spMk id="39" creationId="{DD77EDDB-3411-B0A4-0C11-552C3914F6B3}"/>
          </ac:spMkLst>
        </pc:spChg>
        <pc:spChg chg="mod">
          <ac:chgData name="Robert de Groote" userId="2ce5265b-80a0-4fb8-a62a-8035e9b0c45a" providerId="ADAL" clId="{20F04FD4-9900-4063-95EE-CD816832BC31}" dt="2025-10-11T08:21:54.596" v="6546" actId="20577"/>
          <ac:spMkLst>
            <pc:docMk/>
            <pc:sldMk cId="3461686372" sldId="535"/>
            <ac:spMk id="40" creationId="{9294110F-992A-8165-C655-02C865F26F73}"/>
          </ac:spMkLst>
        </pc:spChg>
        <pc:cxnChg chg="mod">
          <ac:chgData name="Robert de Groote" userId="2ce5265b-80a0-4fb8-a62a-8035e9b0c45a" providerId="ADAL" clId="{20F04FD4-9900-4063-95EE-CD816832BC31}" dt="2025-10-11T08:10:25.621" v="6458" actId="108"/>
          <ac:cxnSpMkLst>
            <pc:docMk/>
            <pc:sldMk cId="3461686372" sldId="535"/>
            <ac:cxnSpMk id="25" creationId="{4EA65E14-FA75-4187-8735-15A85160586D}"/>
          </ac:cxnSpMkLst>
        </pc:cxnChg>
        <pc:cxnChg chg="mod">
          <ac:chgData name="Robert de Groote" userId="2ce5265b-80a0-4fb8-a62a-8035e9b0c45a" providerId="ADAL" clId="{20F04FD4-9900-4063-95EE-CD816832BC31}" dt="2025-10-11T08:10:24.096" v="6457" actId="108"/>
          <ac:cxnSpMkLst>
            <pc:docMk/>
            <pc:sldMk cId="3461686372" sldId="535"/>
            <ac:cxnSpMk id="27" creationId="{A8ECEC5C-939A-CEE4-9C7F-4E6BA0BAABC7}"/>
          </ac:cxnSpMkLst>
        </pc:cxnChg>
      </pc:sldChg>
      <pc:sldChg chg="addSp delSp modSp add mod delAnim modAnim">
        <pc:chgData name="Robert de Groote" userId="2ce5265b-80a0-4fb8-a62a-8035e9b0c45a" providerId="ADAL" clId="{20F04FD4-9900-4063-95EE-CD816832BC31}" dt="2025-10-13T15:11:31.127" v="31213"/>
        <pc:sldMkLst>
          <pc:docMk/>
          <pc:sldMk cId="1664035973" sldId="536"/>
        </pc:sldMkLst>
        <pc:spChg chg="mod">
          <ac:chgData name="Robert de Groote" userId="2ce5265b-80a0-4fb8-a62a-8035e9b0c45a" providerId="ADAL" clId="{20F04FD4-9900-4063-95EE-CD816832BC31}" dt="2025-10-11T08:20:50.763" v="6523" actId="20577"/>
          <ac:spMkLst>
            <pc:docMk/>
            <pc:sldMk cId="1664035973" sldId="536"/>
            <ac:spMk id="30" creationId="{848BE00D-D70C-3A83-594E-76C3671485F5}"/>
          </ac:spMkLst>
        </pc:spChg>
        <pc:spChg chg="mod">
          <ac:chgData name="Robert de Groote" userId="2ce5265b-80a0-4fb8-a62a-8035e9b0c45a" providerId="ADAL" clId="{20F04FD4-9900-4063-95EE-CD816832BC31}" dt="2025-10-11T08:12:54.733" v="6469" actId="108"/>
          <ac:spMkLst>
            <pc:docMk/>
            <pc:sldMk cId="1664035973" sldId="536"/>
            <ac:spMk id="33" creationId="{BF65DDAB-64EE-0D52-BC76-19E7EFFB3D8D}"/>
          </ac:spMkLst>
        </pc:spChg>
        <pc:spChg chg="mod">
          <ac:chgData name="Robert de Groote" userId="2ce5265b-80a0-4fb8-a62a-8035e9b0c45a" providerId="ADAL" clId="{20F04FD4-9900-4063-95EE-CD816832BC31}" dt="2025-10-11T08:21:43.852" v="6544" actId="20577"/>
          <ac:spMkLst>
            <pc:docMk/>
            <pc:sldMk cId="1664035973" sldId="536"/>
            <ac:spMk id="39" creationId="{44F9B3A6-7F4E-E277-52FA-6519DBA3E68B}"/>
          </ac:spMkLst>
        </pc:spChg>
        <pc:spChg chg="mod">
          <ac:chgData name="Robert de Groote" userId="2ce5265b-80a0-4fb8-a62a-8035e9b0c45a" providerId="ADAL" clId="{20F04FD4-9900-4063-95EE-CD816832BC31}" dt="2025-10-11T08:21:41.782" v="6542" actId="20577"/>
          <ac:spMkLst>
            <pc:docMk/>
            <pc:sldMk cId="1664035973" sldId="536"/>
            <ac:spMk id="40" creationId="{8DC15353-F245-1C21-EAA3-CB45DF7F63A7}"/>
          </ac:spMkLst>
        </pc:spChg>
        <pc:spChg chg="add del mod">
          <ac:chgData name="Robert de Groote" userId="2ce5265b-80a0-4fb8-a62a-8035e9b0c45a" providerId="ADAL" clId="{20F04FD4-9900-4063-95EE-CD816832BC31}" dt="2025-10-13T15:11:10.843" v="31203"/>
          <ac:spMkLst>
            <pc:docMk/>
            <pc:sldMk cId="1664035973" sldId="536"/>
            <ac:spMk id="43" creationId="{0EE5A57D-768A-3685-D334-BA946B0DF32B}"/>
          </ac:spMkLst>
        </pc:spChg>
        <pc:spChg chg="add del mod">
          <ac:chgData name="Robert de Groote" userId="2ce5265b-80a0-4fb8-a62a-8035e9b0c45a" providerId="ADAL" clId="{20F04FD4-9900-4063-95EE-CD816832BC31}" dt="2025-10-13T15:11:10.843" v="31203"/>
          <ac:spMkLst>
            <pc:docMk/>
            <pc:sldMk cId="1664035973" sldId="536"/>
            <ac:spMk id="44" creationId="{2B0DA94A-BCCA-DF10-3F76-1FABF72A121C}"/>
          </ac:spMkLst>
        </pc:spChg>
        <pc:spChg chg="add del mod">
          <ac:chgData name="Robert de Groote" userId="2ce5265b-80a0-4fb8-a62a-8035e9b0c45a" providerId="ADAL" clId="{20F04FD4-9900-4063-95EE-CD816832BC31}" dt="2025-10-13T15:11:10.843" v="31203"/>
          <ac:spMkLst>
            <pc:docMk/>
            <pc:sldMk cId="1664035973" sldId="536"/>
            <ac:spMk id="45" creationId="{8D95B392-18A9-3CFA-CF63-F910E4E5A7B4}"/>
          </ac:spMkLst>
        </pc:spChg>
        <pc:cxnChg chg="mod">
          <ac:chgData name="Robert de Groote" userId="2ce5265b-80a0-4fb8-a62a-8035e9b0c45a" providerId="ADAL" clId="{20F04FD4-9900-4063-95EE-CD816832BC31}" dt="2025-10-11T08:12:50.002" v="6468" actId="108"/>
          <ac:cxnSpMkLst>
            <pc:docMk/>
            <pc:sldMk cId="1664035973" sldId="536"/>
            <ac:cxnSpMk id="21" creationId="{393BCBEB-0C80-B581-84D8-8CF7EE40373B}"/>
          </ac:cxnSpMkLst>
        </pc:cxnChg>
      </pc:sldChg>
      <pc:sldChg chg="modSp add del mod">
        <pc:chgData name="Robert de Groote" userId="2ce5265b-80a0-4fb8-a62a-8035e9b0c45a" providerId="ADAL" clId="{20F04FD4-9900-4063-95EE-CD816832BC31}" dt="2025-10-13T15:14:24.533" v="31230" actId="47"/>
        <pc:sldMkLst>
          <pc:docMk/>
          <pc:sldMk cId="1464609606" sldId="537"/>
        </pc:sldMkLst>
      </pc:sldChg>
      <pc:sldChg chg="modSp add del mod">
        <pc:chgData name="Robert de Groote" userId="2ce5265b-80a0-4fb8-a62a-8035e9b0c45a" providerId="ADAL" clId="{20F04FD4-9900-4063-95EE-CD816832BC31}" dt="2025-10-13T15:14:22.380" v="31229" actId="47"/>
        <pc:sldMkLst>
          <pc:docMk/>
          <pc:sldMk cId="4097707104" sldId="538"/>
        </pc:sldMkLst>
      </pc:sldChg>
      <pc:sldChg chg="modSp add del mod">
        <pc:chgData name="Robert de Groote" userId="2ce5265b-80a0-4fb8-a62a-8035e9b0c45a" providerId="ADAL" clId="{20F04FD4-9900-4063-95EE-CD816832BC31}" dt="2025-10-13T15:14:19.565" v="31228" actId="47"/>
        <pc:sldMkLst>
          <pc:docMk/>
          <pc:sldMk cId="3708865227" sldId="539"/>
        </pc:sldMkLst>
      </pc:sldChg>
      <pc:sldChg chg="modSp add del mod">
        <pc:chgData name="Robert de Groote" userId="2ce5265b-80a0-4fb8-a62a-8035e9b0c45a" providerId="ADAL" clId="{20F04FD4-9900-4063-95EE-CD816832BC31}" dt="2025-10-13T17:36:07.677" v="32036" actId="47"/>
        <pc:sldMkLst>
          <pc:docMk/>
          <pc:sldMk cId="4076061146" sldId="540"/>
        </pc:sldMkLst>
      </pc:sldChg>
      <pc:sldChg chg="addSp delSp modSp add del mod">
        <pc:chgData name="Robert de Groote" userId="2ce5265b-80a0-4fb8-a62a-8035e9b0c45a" providerId="ADAL" clId="{20F04FD4-9900-4063-95EE-CD816832BC31}" dt="2025-10-13T14:53:22.488" v="31021" actId="47"/>
        <pc:sldMkLst>
          <pc:docMk/>
          <pc:sldMk cId="3943215830" sldId="541"/>
        </pc:sldMkLst>
        <pc:spChg chg="add del mod">
          <ac:chgData name="Robert de Groote" userId="2ce5265b-80a0-4fb8-a62a-8035e9b0c45a" providerId="ADAL" clId="{20F04FD4-9900-4063-95EE-CD816832BC31}" dt="2025-10-13T14:53:14.223" v="31019" actId="478"/>
          <ac:spMkLst>
            <pc:docMk/>
            <pc:sldMk cId="3943215830" sldId="541"/>
            <ac:spMk id="16" creationId="{13719CD8-5283-B4EA-B183-45171D44E5D4}"/>
          </ac:spMkLst>
        </pc:spChg>
        <pc:spChg chg="add del mod">
          <ac:chgData name="Robert de Groote" userId="2ce5265b-80a0-4fb8-a62a-8035e9b0c45a" providerId="ADAL" clId="{20F04FD4-9900-4063-95EE-CD816832BC31}" dt="2025-10-13T14:53:15.679" v="31020" actId="478"/>
          <ac:spMkLst>
            <pc:docMk/>
            <pc:sldMk cId="3943215830" sldId="541"/>
            <ac:spMk id="25" creationId="{AB9FD76A-08D5-B669-D016-58E97AE0D986}"/>
          </ac:spMkLst>
        </pc:spChg>
      </pc:sldChg>
      <pc:sldChg chg="addSp modSp add mod">
        <pc:chgData name="Robert de Groote" userId="2ce5265b-80a0-4fb8-a62a-8035e9b0c45a" providerId="ADAL" clId="{20F04FD4-9900-4063-95EE-CD816832BC31}" dt="2025-10-13T17:36:41.410" v="32041"/>
        <pc:sldMkLst>
          <pc:docMk/>
          <pc:sldMk cId="2178207448" sldId="542"/>
        </pc:sldMkLst>
        <pc:spChg chg="mod">
          <ac:chgData name="Robert de Groote" userId="2ce5265b-80a0-4fb8-a62a-8035e9b0c45a" providerId="ADAL" clId="{20F04FD4-9900-4063-95EE-CD816832BC31}" dt="2025-10-11T08:28:21.277" v="6680" actId="20577"/>
          <ac:spMkLst>
            <pc:docMk/>
            <pc:sldMk cId="2178207448" sldId="542"/>
            <ac:spMk id="2" creationId="{DADB51D6-E28E-6898-5866-46F06A8F4BF7}"/>
          </ac:spMkLst>
        </pc:spChg>
        <pc:spChg chg="mod">
          <ac:chgData name="Robert de Groote" userId="2ce5265b-80a0-4fb8-a62a-8035e9b0c45a" providerId="ADAL" clId="{20F04FD4-9900-4063-95EE-CD816832BC31}" dt="2025-10-11T08:32:08.056" v="7042" actId="20577"/>
          <ac:spMkLst>
            <pc:docMk/>
            <pc:sldMk cId="2178207448" sldId="542"/>
            <ac:spMk id="3" creationId="{6CFD2BBE-0B19-A413-D16B-5C7FDDE8E00E}"/>
          </ac:spMkLst>
        </pc:spChg>
        <pc:spChg chg="add mod">
          <ac:chgData name="Robert de Groote" userId="2ce5265b-80a0-4fb8-a62a-8035e9b0c45a" providerId="ADAL" clId="{20F04FD4-9900-4063-95EE-CD816832BC31}" dt="2025-10-13T17:36:41.410" v="32041"/>
          <ac:spMkLst>
            <pc:docMk/>
            <pc:sldMk cId="2178207448" sldId="542"/>
            <ac:spMk id="43" creationId="{CBB390F5-D62B-A8E8-D102-359E664F2BB6}"/>
          </ac:spMkLst>
        </pc:spChg>
      </pc:sldChg>
      <pc:sldChg chg="addSp modSp add mod modAnim">
        <pc:chgData name="Robert de Groote" userId="2ce5265b-80a0-4fb8-a62a-8035e9b0c45a" providerId="ADAL" clId="{20F04FD4-9900-4063-95EE-CD816832BC31}" dt="2025-10-13T17:43:33.622" v="32096" actId="20577"/>
        <pc:sldMkLst>
          <pc:docMk/>
          <pc:sldMk cId="667378054" sldId="543"/>
        </pc:sldMkLst>
        <pc:spChg chg="mod">
          <ac:chgData name="Robert de Groote" userId="2ce5265b-80a0-4fb8-a62a-8035e9b0c45a" providerId="ADAL" clId="{20F04FD4-9900-4063-95EE-CD816832BC31}" dt="2025-10-13T12:45:44.940" v="28072" actId="6549"/>
          <ac:spMkLst>
            <pc:docMk/>
            <pc:sldMk cId="667378054" sldId="543"/>
            <ac:spMk id="2" creationId="{D6E1963A-1FEB-4041-5D1D-173199DB3D44}"/>
          </ac:spMkLst>
        </pc:spChg>
        <pc:spChg chg="mod">
          <ac:chgData name="Robert de Groote" userId="2ce5265b-80a0-4fb8-a62a-8035e9b0c45a" providerId="ADAL" clId="{20F04FD4-9900-4063-95EE-CD816832BC31}" dt="2025-10-13T17:43:33.622" v="32096" actId="20577"/>
          <ac:spMkLst>
            <pc:docMk/>
            <pc:sldMk cId="667378054" sldId="543"/>
            <ac:spMk id="3" creationId="{22FF2B62-F37B-D275-3EA8-0CED654C54A9}"/>
          </ac:spMkLst>
        </pc:spChg>
        <pc:spChg chg="add mod">
          <ac:chgData name="Robert de Groote" userId="2ce5265b-80a0-4fb8-a62a-8035e9b0c45a" providerId="ADAL" clId="{20F04FD4-9900-4063-95EE-CD816832BC31}" dt="2025-10-13T12:42:55.329" v="27973" actId="1076"/>
          <ac:spMkLst>
            <pc:docMk/>
            <pc:sldMk cId="667378054" sldId="543"/>
            <ac:spMk id="4" creationId="{E9915EAA-7ABB-62B6-C235-C912EC7BC421}"/>
          </ac:spMkLst>
        </pc:spChg>
      </pc:sldChg>
      <pc:sldChg chg="modSp add del mod modShow">
        <pc:chgData name="Robert de Groote" userId="2ce5265b-80a0-4fb8-a62a-8035e9b0c45a" providerId="ADAL" clId="{20F04FD4-9900-4063-95EE-CD816832BC31}" dt="2025-10-13T12:43:32.695" v="28003" actId="47"/>
        <pc:sldMkLst>
          <pc:docMk/>
          <pc:sldMk cId="3455746847" sldId="544"/>
        </pc:sldMkLst>
      </pc:sldChg>
      <pc:sldChg chg="addSp delSp modSp add mod modAnim">
        <pc:chgData name="Robert de Groote" userId="2ce5265b-80a0-4fb8-a62a-8035e9b0c45a" providerId="ADAL" clId="{20F04FD4-9900-4063-95EE-CD816832BC31}" dt="2025-10-13T16:56:15.191" v="31281"/>
        <pc:sldMkLst>
          <pc:docMk/>
          <pc:sldMk cId="3556556446" sldId="545"/>
        </pc:sldMkLst>
        <pc:spChg chg="mod">
          <ac:chgData name="Robert de Groote" userId="2ce5265b-80a0-4fb8-a62a-8035e9b0c45a" providerId="ADAL" clId="{20F04FD4-9900-4063-95EE-CD816832BC31}" dt="2025-10-13T14:08:23.333" v="30642" actId="20577"/>
          <ac:spMkLst>
            <pc:docMk/>
            <pc:sldMk cId="3556556446" sldId="545"/>
            <ac:spMk id="3" creationId="{232046C1-949D-3E68-4475-7E8E6EC35F07}"/>
          </ac:spMkLst>
        </pc:spChg>
        <pc:spChg chg="add mod">
          <ac:chgData name="Robert de Groote" userId="2ce5265b-80a0-4fb8-a62a-8035e9b0c45a" providerId="ADAL" clId="{20F04FD4-9900-4063-95EE-CD816832BC31}" dt="2025-10-11T09:22:47.574" v="8729" actId="1076"/>
          <ac:spMkLst>
            <pc:docMk/>
            <pc:sldMk cId="3556556446" sldId="545"/>
            <ac:spMk id="4" creationId="{684DE7A3-F0C4-BF03-8DC9-44774185BF4D}"/>
          </ac:spMkLst>
        </pc:spChg>
        <pc:spChg chg="mod">
          <ac:chgData name="Robert de Groote" userId="2ce5265b-80a0-4fb8-a62a-8035e9b0c45a" providerId="ADAL" clId="{20F04FD4-9900-4063-95EE-CD816832BC31}" dt="2025-10-11T09:19:13.719" v="8557" actId="1076"/>
          <ac:spMkLst>
            <pc:docMk/>
            <pc:sldMk cId="3556556446" sldId="545"/>
            <ac:spMk id="5" creationId="{EE2DE9EE-13DA-EDE3-F167-A7E84C1D5607}"/>
          </ac:spMkLst>
        </pc:spChg>
        <pc:spChg chg="mod">
          <ac:chgData name="Robert de Groote" userId="2ce5265b-80a0-4fb8-a62a-8035e9b0c45a" providerId="ADAL" clId="{20F04FD4-9900-4063-95EE-CD816832BC31}" dt="2025-10-11T09:19:10.850" v="8556" actId="1076"/>
          <ac:spMkLst>
            <pc:docMk/>
            <pc:sldMk cId="3556556446" sldId="545"/>
            <ac:spMk id="7" creationId="{DBCB7E81-6F32-9F44-61DF-139EFEC73AD7}"/>
          </ac:spMkLst>
        </pc:spChg>
        <pc:spChg chg="mod">
          <ac:chgData name="Robert de Groote" userId="2ce5265b-80a0-4fb8-a62a-8035e9b0c45a" providerId="ADAL" clId="{20F04FD4-9900-4063-95EE-CD816832BC31}" dt="2025-10-11T09:19:25.369" v="8560" actId="1076"/>
          <ac:spMkLst>
            <pc:docMk/>
            <pc:sldMk cId="3556556446" sldId="545"/>
            <ac:spMk id="8" creationId="{D378B274-3666-09D7-F804-B1C12629CE29}"/>
          </ac:spMkLst>
        </pc:spChg>
        <pc:spChg chg="add mod">
          <ac:chgData name="Robert de Groote" userId="2ce5265b-80a0-4fb8-a62a-8035e9b0c45a" providerId="ADAL" clId="{20F04FD4-9900-4063-95EE-CD816832BC31}" dt="2025-10-11T09:22:47.574" v="8729" actId="1076"/>
          <ac:spMkLst>
            <pc:docMk/>
            <pc:sldMk cId="3556556446" sldId="545"/>
            <ac:spMk id="11" creationId="{C717259A-B6FE-174A-1FE7-065B48A52227}"/>
          </ac:spMkLst>
        </pc:spChg>
        <pc:spChg chg="add mod">
          <ac:chgData name="Robert de Groote" userId="2ce5265b-80a0-4fb8-a62a-8035e9b0c45a" providerId="ADAL" clId="{20F04FD4-9900-4063-95EE-CD816832BC31}" dt="2025-10-11T09:22:47.574" v="8729" actId="1076"/>
          <ac:spMkLst>
            <pc:docMk/>
            <pc:sldMk cId="3556556446" sldId="545"/>
            <ac:spMk id="12" creationId="{F54FCB26-F1D7-C41B-3DF3-CD2CA693CD9F}"/>
          </ac:spMkLst>
        </pc:spChg>
        <pc:spChg chg="mod">
          <ac:chgData name="Robert de Groote" userId="2ce5265b-80a0-4fb8-a62a-8035e9b0c45a" providerId="ADAL" clId="{20F04FD4-9900-4063-95EE-CD816832BC31}" dt="2025-10-11T09:22:47.574" v="8729" actId="1076"/>
          <ac:spMkLst>
            <pc:docMk/>
            <pc:sldMk cId="3556556446" sldId="545"/>
            <ac:spMk id="13" creationId="{09C59D6D-7A07-D60F-688F-C98966D47221}"/>
          </ac:spMkLst>
        </pc:spChg>
        <pc:spChg chg="add mod">
          <ac:chgData name="Robert de Groote" userId="2ce5265b-80a0-4fb8-a62a-8035e9b0c45a" providerId="ADAL" clId="{20F04FD4-9900-4063-95EE-CD816832BC31}" dt="2025-10-11T09:22:47.574" v="8729" actId="1076"/>
          <ac:spMkLst>
            <pc:docMk/>
            <pc:sldMk cId="3556556446" sldId="545"/>
            <ac:spMk id="14" creationId="{7BC76298-3ABE-F987-0EBF-7856BFE567D6}"/>
          </ac:spMkLst>
        </pc:spChg>
        <pc:spChg chg="mod">
          <ac:chgData name="Robert de Groote" userId="2ce5265b-80a0-4fb8-a62a-8035e9b0c45a" providerId="ADAL" clId="{20F04FD4-9900-4063-95EE-CD816832BC31}" dt="2025-10-11T09:18:59.532" v="8553" actId="1076"/>
          <ac:spMkLst>
            <pc:docMk/>
            <pc:sldMk cId="3556556446" sldId="545"/>
            <ac:spMk id="15" creationId="{E0614882-7396-97DF-B6CB-25984E5ED994}"/>
          </ac:spMkLst>
        </pc:spChg>
        <pc:spChg chg="add mod">
          <ac:chgData name="Robert de Groote" userId="2ce5265b-80a0-4fb8-a62a-8035e9b0c45a" providerId="ADAL" clId="{20F04FD4-9900-4063-95EE-CD816832BC31}" dt="2025-10-13T16:55:56.801" v="31278" actId="164"/>
          <ac:spMkLst>
            <pc:docMk/>
            <pc:sldMk cId="3556556446" sldId="545"/>
            <ac:spMk id="28" creationId="{9F4E4E30-5F46-14F6-8D99-BEEBACDA3096}"/>
          </ac:spMkLst>
        </pc:spChg>
        <pc:spChg chg="add mod">
          <ac:chgData name="Robert de Groote" userId="2ce5265b-80a0-4fb8-a62a-8035e9b0c45a" providerId="ADAL" clId="{20F04FD4-9900-4063-95EE-CD816832BC31}" dt="2025-10-11T09:22:47.574" v="8729" actId="1076"/>
          <ac:spMkLst>
            <pc:docMk/>
            <pc:sldMk cId="3556556446" sldId="545"/>
            <ac:spMk id="29" creationId="{5967B5F0-477B-CB90-6C55-3774B2308D37}"/>
          </ac:spMkLst>
        </pc:spChg>
        <pc:spChg chg="mod">
          <ac:chgData name="Robert de Groote" userId="2ce5265b-80a0-4fb8-a62a-8035e9b0c45a" providerId="ADAL" clId="{20F04FD4-9900-4063-95EE-CD816832BC31}" dt="2025-10-11T09:20:54.429" v="8597" actId="20577"/>
          <ac:spMkLst>
            <pc:docMk/>
            <pc:sldMk cId="3556556446" sldId="545"/>
            <ac:spMk id="33" creationId="{35C7F91C-86E9-C8A1-2890-E1286AF53C51}"/>
          </ac:spMkLst>
        </pc:spChg>
        <pc:spChg chg="mod">
          <ac:chgData name="Robert de Groote" userId="2ce5265b-80a0-4fb8-a62a-8035e9b0c45a" providerId="ADAL" clId="{20F04FD4-9900-4063-95EE-CD816832BC31}" dt="2025-10-11T09:20:45.339" v="8592" actId="1076"/>
          <ac:spMkLst>
            <pc:docMk/>
            <pc:sldMk cId="3556556446" sldId="545"/>
            <ac:spMk id="37" creationId="{E7AE76F7-5EDC-25BD-8C19-869E292FBB21}"/>
          </ac:spMkLst>
        </pc:spChg>
        <pc:spChg chg="add mod">
          <ac:chgData name="Robert de Groote" userId="2ce5265b-80a0-4fb8-a62a-8035e9b0c45a" providerId="ADAL" clId="{20F04FD4-9900-4063-95EE-CD816832BC31}" dt="2025-10-11T09:22:47.574" v="8729" actId="1076"/>
          <ac:spMkLst>
            <pc:docMk/>
            <pc:sldMk cId="3556556446" sldId="545"/>
            <ac:spMk id="38" creationId="{45D637EA-BBB5-53E7-27AB-4F5EC920E798}"/>
          </ac:spMkLst>
        </pc:spChg>
        <pc:spChg chg="mod">
          <ac:chgData name="Robert de Groote" userId="2ce5265b-80a0-4fb8-a62a-8035e9b0c45a" providerId="ADAL" clId="{20F04FD4-9900-4063-95EE-CD816832BC31}" dt="2025-10-11T09:20:23.882" v="8579" actId="20577"/>
          <ac:spMkLst>
            <pc:docMk/>
            <pc:sldMk cId="3556556446" sldId="545"/>
            <ac:spMk id="41" creationId="{7AC21247-12DA-1BA3-4153-6874F3AD0A68}"/>
          </ac:spMkLst>
        </pc:spChg>
        <pc:spChg chg="add mod">
          <ac:chgData name="Robert de Groote" userId="2ce5265b-80a0-4fb8-a62a-8035e9b0c45a" providerId="ADAL" clId="{20F04FD4-9900-4063-95EE-CD816832BC31}" dt="2025-10-11T09:22:47.574" v="8729" actId="1076"/>
          <ac:spMkLst>
            <pc:docMk/>
            <pc:sldMk cId="3556556446" sldId="545"/>
            <ac:spMk id="140" creationId="{B13CECA3-3B2E-DA1C-6EEC-09A2A27BC602}"/>
          </ac:spMkLst>
        </pc:spChg>
        <pc:spChg chg="add mod">
          <ac:chgData name="Robert de Groote" userId="2ce5265b-80a0-4fb8-a62a-8035e9b0c45a" providerId="ADAL" clId="{20F04FD4-9900-4063-95EE-CD816832BC31}" dt="2025-10-11T09:22:47.574" v="8729" actId="1076"/>
          <ac:spMkLst>
            <pc:docMk/>
            <pc:sldMk cId="3556556446" sldId="545"/>
            <ac:spMk id="141" creationId="{FFAE1E81-CCC2-FE85-FFE5-259E951114E5}"/>
          </ac:spMkLst>
        </pc:spChg>
        <pc:spChg chg="add mod">
          <ac:chgData name="Robert de Groote" userId="2ce5265b-80a0-4fb8-a62a-8035e9b0c45a" providerId="ADAL" clId="{20F04FD4-9900-4063-95EE-CD816832BC31}" dt="2025-10-11T09:22:47.574" v="8729" actId="1076"/>
          <ac:spMkLst>
            <pc:docMk/>
            <pc:sldMk cId="3556556446" sldId="545"/>
            <ac:spMk id="142" creationId="{13230F22-0D4C-5439-8450-8AFD95B83A6C}"/>
          </ac:spMkLst>
        </pc:spChg>
        <pc:grpChg chg="add mod">
          <ac:chgData name="Robert de Groote" userId="2ce5265b-80a0-4fb8-a62a-8035e9b0c45a" providerId="ADAL" clId="{20F04FD4-9900-4063-95EE-CD816832BC31}" dt="2025-10-13T16:55:56.801" v="31278" actId="164"/>
          <ac:grpSpMkLst>
            <pc:docMk/>
            <pc:sldMk cId="3556556446" sldId="545"/>
            <ac:grpSpMk id="30" creationId="{AC975C57-6308-12DF-9C00-D8EA85AA781C}"/>
          </ac:grpSpMkLst>
        </pc:grpChg>
        <pc:cxnChg chg="mod">
          <ac:chgData name="Robert de Groote" userId="2ce5265b-80a0-4fb8-a62a-8035e9b0c45a" providerId="ADAL" clId="{20F04FD4-9900-4063-95EE-CD816832BC31}" dt="2025-10-11T09:19:10.850" v="8556" actId="1076"/>
          <ac:cxnSpMkLst>
            <pc:docMk/>
            <pc:sldMk cId="3556556446" sldId="545"/>
            <ac:cxnSpMk id="6" creationId="{B49DDF46-2655-5CB8-5698-9D4955D17272}"/>
          </ac:cxnSpMkLst>
        </pc:cxnChg>
        <pc:cxnChg chg="mod">
          <ac:chgData name="Robert de Groote" userId="2ce5265b-80a0-4fb8-a62a-8035e9b0c45a" providerId="ADAL" clId="{20F04FD4-9900-4063-95EE-CD816832BC31}" dt="2025-10-11T09:19:13.719" v="8557" actId="1076"/>
          <ac:cxnSpMkLst>
            <pc:docMk/>
            <pc:sldMk cId="3556556446" sldId="545"/>
            <ac:cxnSpMk id="9" creationId="{D362C703-AE5D-D957-538F-9311065D877E}"/>
          </ac:cxnSpMkLst>
        </pc:cxnChg>
        <pc:cxnChg chg="add mod">
          <ac:chgData name="Robert de Groote" userId="2ce5265b-80a0-4fb8-a62a-8035e9b0c45a" providerId="ADAL" clId="{20F04FD4-9900-4063-95EE-CD816832BC31}" dt="2025-10-13T16:55:56.801" v="31278" actId="164"/>
          <ac:cxnSpMkLst>
            <pc:docMk/>
            <pc:sldMk cId="3556556446" sldId="545"/>
            <ac:cxnSpMk id="10" creationId="{EE885E2E-DAB4-64EE-70C4-5BDD42AA18B0}"/>
          </ac:cxnSpMkLst>
        </pc:cxnChg>
        <pc:cxnChg chg="mod">
          <ac:chgData name="Robert de Groote" userId="2ce5265b-80a0-4fb8-a62a-8035e9b0c45a" providerId="ADAL" clId="{20F04FD4-9900-4063-95EE-CD816832BC31}" dt="2025-10-11T09:19:31.054" v="8561" actId="1076"/>
          <ac:cxnSpMkLst>
            <pc:docMk/>
            <pc:sldMk cId="3556556446" sldId="545"/>
            <ac:cxnSpMk id="16" creationId="{FBD1FE41-99C6-1B74-D8DF-8C21629A523D}"/>
          </ac:cxnSpMkLst>
        </pc:cxnChg>
        <pc:cxnChg chg="add del mod">
          <ac:chgData name="Robert de Groote" userId="2ce5265b-80a0-4fb8-a62a-8035e9b0c45a" providerId="ADAL" clId="{20F04FD4-9900-4063-95EE-CD816832BC31}" dt="2025-10-11T09:17:46.809" v="8525" actId="478"/>
          <ac:cxnSpMkLst>
            <pc:docMk/>
            <pc:sldMk cId="3556556446" sldId="545"/>
            <ac:cxnSpMk id="18" creationId="{61EDE57F-C09A-55E5-1347-A8E3D8A21AA5}"/>
          </ac:cxnSpMkLst>
        </pc:cxnChg>
        <pc:cxnChg chg="add del mod">
          <ac:chgData name="Robert de Groote" userId="2ce5265b-80a0-4fb8-a62a-8035e9b0c45a" providerId="ADAL" clId="{20F04FD4-9900-4063-95EE-CD816832BC31}" dt="2025-10-11T09:19:25.369" v="8560" actId="1076"/>
          <ac:cxnSpMkLst>
            <pc:docMk/>
            <pc:sldMk cId="3556556446" sldId="545"/>
            <ac:cxnSpMk id="19" creationId="{75B900BD-C1E6-D265-3BD4-A7DE23FC9932}"/>
          </ac:cxnSpMkLst>
        </pc:cxnChg>
        <pc:cxnChg chg="mod">
          <ac:chgData name="Robert de Groote" userId="2ce5265b-80a0-4fb8-a62a-8035e9b0c45a" providerId="ADAL" clId="{20F04FD4-9900-4063-95EE-CD816832BC31}" dt="2025-10-11T09:09:07.298" v="8451" actId="555"/>
          <ac:cxnSpMkLst>
            <pc:docMk/>
            <pc:sldMk cId="3556556446" sldId="545"/>
            <ac:cxnSpMk id="21" creationId="{9266D405-F136-1B63-6CE9-3EE66EC42C21}"/>
          </ac:cxnSpMkLst>
        </pc:cxnChg>
        <pc:cxnChg chg="mod">
          <ac:chgData name="Robert de Groote" userId="2ce5265b-80a0-4fb8-a62a-8035e9b0c45a" providerId="ADAL" clId="{20F04FD4-9900-4063-95EE-CD816832BC31}" dt="2025-10-11T09:19:36.629" v="8562" actId="1076"/>
          <ac:cxnSpMkLst>
            <pc:docMk/>
            <pc:sldMk cId="3556556446" sldId="545"/>
            <ac:cxnSpMk id="22" creationId="{4DAD4726-E828-C31F-9BEB-6EA7A04F4A99}"/>
          </ac:cxnSpMkLst>
        </pc:cxnChg>
        <pc:cxnChg chg="mod">
          <ac:chgData name="Robert de Groote" userId="2ce5265b-80a0-4fb8-a62a-8035e9b0c45a" providerId="ADAL" clId="{20F04FD4-9900-4063-95EE-CD816832BC31}" dt="2025-10-11T09:19:19.320" v="8558" actId="1076"/>
          <ac:cxnSpMkLst>
            <pc:docMk/>
            <pc:sldMk cId="3556556446" sldId="545"/>
            <ac:cxnSpMk id="23" creationId="{0FB112DE-C941-8B1D-9B2C-3CC43641DFB5}"/>
          </ac:cxnSpMkLst>
        </pc:cxnChg>
        <pc:cxnChg chg="add mod">
          <ac:chgData name="Robert de Groote" userId="2ce5265b-80a0-4fb8-a62a-8035e9b0c45a" providerId="ADAL" clId="{20F04FD4-9900-4063-95EE-CD816832BC31}" dt="2025-10-11T12:04:22.289" v="17339" actId="108"/>
          <ac:cxnSpMkLst>
            <pc:docMk/>
            <pc:sldMk cId="3556556446" sldId="545"/>
            <ac:cxnSpMk id="144" creationId="{364345BA-9A37-D368-5101-B8779613002F}"/>
          </ac:cxnSpMkLst>
        </pc:cxnChg>
        <pc:cxnChg chg="add mod">
          <ac:chgData name="Robert de Groote" userId="2ce5265b-80a0-4fb8-a62a-8035e9b0c45a" providerId="ADAL" clId="{20F04FD4-9900-4063-95EE-CD816832BC31}" dt="2025-10-11T12:04:21.031" v="17338" actId="108"/>
          <ac:cxnSpMkLst>
            <pc:docMk/>
            <pc:sldMk cId="3556556446" sldId="545"/>
            <ac:cxnSpMk id="145" creationId="{64FC646B-D2AF-32E9-D8BA-D4FF41EFD121}"/>
          </ac:cxnSpMkLst>
        </pc:cxnChg>
        <pc:cxnChg chg="add mod">
          <ac:chgData name="Robert de Groote" userId="2ce5265b-80a0-4fb8-a62a-8035e9b0c45a" providerId="ADAL" clId="{20F04FD4-9900-4063-95EE-CD816832BC31}" dt="2025-10-11T12:04:14.764" v="17337" actId="208"/>
          <ac:cxnSpMkLst>
            <pc:docMk/>
            <pc:sldMk cId="3556556446" sldId="545"/>
            <ac:cxnSpMk id="148" creationId="{C151FD1B-9BFA-8783-ECCB-CABE6E6D64F5}"/>
          </ac:cxnSpMkLst>
        </pc:cxnChg>
        <pc:cxnChg chg="add mod">
          <ac:chgData name="Robert de Groote" userId="2ce5265b-80a0-4fb8-a62a-8035e9b0c45a" providerId="ADAL" clId="{20F04FD4-9900-4063-95EE-CD816832BC31}" dt="2025-10-11T12:04:23.199" v="17340" actId="108"/>
          <ac:cxnSpMkLst>
            <pc:docMk/>
            <pc:sldMk cId="3556556446" sldId="545"/>
            <ac:cxnSpMk id="151" creationId="{9A31920E-C7AC-4C38-8C30-A79733AA9135}"/>
          </ac:cxnSpMkLst>
        </pc:cxnChg>
        <pc:cxnChg chg="add mod">
          <ac:chgData name="Robert de Groote" userId="2ce5265b-80a0-4fb8-a62a-8035e9b0c45a" providerId="ADAL" clId="{20F04FD4-9900-4063-95EE-CD816832BC31}" dt="2025-10-11T12:04:23.929" v="17341" actId="108"/>
          <ac:cxnSpMkLst>
            <pc:docMk/>
            <pc:sldMk cId="3556556446" sldId="545"/>
            <ac:cxnSpMk id="154" creationId="{C754E31A-421D-7A0E-1BDE-0318BC5F8E13}"/>
          </ac:cxnSpMkLst>
        </pc:cxnChg>
        <pc:cxnChg chg="add mod">
          <ac:chgData name="Robert de Groote" userId="2ce5265b-80a0-4fb8-a62a-8035e9b0c45a" providerId="ADAL" clId="{20F04FD4-9900-4063-95EE-CD816832BC31}" dt="2025-10-11T12:04:24.675" v="17342" actId="108"/>
          <ac:cxnSpMkLst>
            <pc:docMk/>
            <pc:sldMk cId="3556556446" sldId="545"/>
            <ac:cxnSpMk id="157" creationId="{D5B77609-13D4-2790-DB5F-E41A41DCCDD5}"/>
          </ac:cxnSpMkLst>
        </pc:cxnChg>
        <pc:cxnChg chg="add mod">
          <ac:chgData name="Robert de Groote" userId="2ce5265b-80a0-4fb8-a62a-8035e9b0c45a" providerId="ADAL" clId="{20F04FD4-9900-4063-95EE-CD816832BC31}" dt="2025-10-11T12:04:25.860" v="17343" actId="108"/>
          <ac:cxnSpMkLst>
            <pc:docMk/>
            <pc:sldMk cId="3556556446" sldId="545"/>
            <ac:cxnSpMk id="160" creationId="{EE28C08E-9E2E-A658-8686-7969A5372333}"/>
          </ac:cxnSpMkLst>
        </pc:cxnChg>
        <pc:cxnChg chg="add mod">
          <ac:chgData name="Robert de Groote" userId="2ce5265b-80a0-4fb8-a62a-8035e9b0c45a" providerId="ADAL" clId="{20F04FD4-9900-4063-95EE-CD816832BC31}" dt="2025-10-11T12:04:29.668" v="17348" actId="108"/>
          <ac:cxnSpMkLst>
            <pc:docMk/>
            <pc:sldMk cId="3556556446" sldId="545"/>
            <ac:cxnSpMk id="163" creationId="{A9A51085-5530-A79E-8B1F-9A7972A1D5A3}"/>
          </ac:cxnSpMkLst>
        </pc:cxnChg>
        <pc:cxnChg chg="add mod">
          <ac:chgData name="Robert de Groote" userId="2ce5265b-80a0-4fb8-a62a-8035e9b0c45a" providerId="ADAL" clId="{20F04FD4-9900-4063-95EE-CD816832BC31}" dt="2025-10-11T12:04:28.380" v="17346" actId="108"/>
          <ac:cxnSpMkLst>
            <pc:docMk/>
            <pc:sldMk cId="3556556446" sldId="545"/>
            <ac:cxnSpMk id="166" creationId="{2BF4A241-93D6-1CDF-6985-E6C60023F6C6}"/>
          </ac:cxnSpMkLst>
        </pc:cxnChg>
        <pc:cxnChg chg="add mod">
          <ac:chgData name="Robert de Groote" userId="2ce5265b-80a0-4fb8-a62a-8035e9b0c45a" providerId="ADAL" clId="{20F04FD4-9900-4063-95EE-CD816832BC31}" dt="2025-10-11T12:04:27.089" v="17344" actId="108"/>
          <ac:cxnSpMkLst>
            <pc:docMk/>
            <pc:sldMk cId="3556556446" sldId="545"/>
            <ac:cxnSpMk id="168" creationId="{3BBBD63E-82B7-586B-8D34-FBCC50B76004}"/>
          </ac:cxnSpMkLst>
        </pc:cxnChg>
        <pc:cxnChg chg="add mod">
          <ac:chgData name="Robert de Groote" userId="2ce5265b-80a0-4fb8-a62a-8035e9b0c45a" providerId="ADAL" clId="{20F04FD4-9900-4063-95EE-CD816832BC31}" dt="2025-10-11T12:04:27.584" v="17345" actId="108"/>
          <ac:cxnSpMkLst>
            <pc:docMk/>
            <pc:sldMk cId="3556556446" sldId="545"/>
            <ac:cxnSpMk id="171" creationId="{02F9BD47-8916-F2FD-DB22-E4A3A0B30ED3}"/>
          </ac:cxnSpMkLst>
        </pc:cxnChg>
        <pc:cxnChg chg="add mod">
          <ac:chgData name="Robert de Groote" userId="2ce5265b-80a0-4fb8-a62a-8035e9b0c45a" providerId="ADAL" clId="{20F04FD4-9900-4063-95EE-CD816832BC31}" dt="2025-10-11T12:04:28.904" v="17347" actId="108"/>
          <ac:cxnSpMkLst>
            <pc:docMk/>
            <pc:sldMk cId="3556556446" sldId="545"/>
            <ac:cxnSpMk id="174" creationId="{1924A12E-4E18-AD89-106A-C076341E1B43}"/>
          </ac:cxnSpMkLst>
        </pc:cxnChg>
        <pc:cxnChg chg="add mod">
          <ac:chgData name="Robert de Groote" userId="2ce5265b-80a0-4fb8-a62a-8035e9b0c45a" providerId="ADAL" clId="{20F04FD4-9900-4063-95EE-CD816832BC31}" dt="2025-10-11T12:04:33.070" v="17352" actId="108"/>
          <ac:cxnSpMkLst>
            <pc:docMk/>
            <pc:sldMk cId="3556556446" sldId="545"/>
            <ac:cxnSpMk id="182" creationId="{E65B6AF3-100E-F333-FA89-406A5D1EC54C}"/>
          </ac:cxnSpMkLst>
        </pc:cxnChg>
        <pc:cxnChg chg="add mod">
          <ac:chgData name="Robert de Groote" userId="2ce5265b-80a0-4fb8-a62a-8035e9b0c45a" providerId="ADAL" clId="{20F04FD4-9900-4063-95EE-CD816832BC31}" dt="2025-10-11T12:04:32.209" v="17351" actId="108"/>
          <ac:cxnSpMkLst>
            <pc:docMk/>
            <pc:sldMk cId="3556556446" sldId="545"/>
            <ac:cxnSpMk id="185" creationId="{294C4471-233A-CCB4-3FED-F67470164EE5}"/>
          </ac:cxnSpMkLst>
        </pc:cxnChg>
        <pc:cxnChg chg="add mod">
          <ac:chgData name="Robert de Groote" userId="2ce5265b-80a0-4fb8-a62a-8035e9b0c45a" providerId="ADAL" clId="{20F04FD4-9900-4063-95EE-CD816832BC31}" dt="2025-10-11T12:04:31.434" v="17350" actId="108"/>
          <ac:cxnSpMkLst>
            <pc:docMk/>
            <pc:sldMk cId="3556556446" sldId="545"/>
            <ac:cxnSpMk id="188" creationId="{C1E0C8B3-69D1-CCDE-1BDD-3A86FE8E21B8}"/>
          </ac:cxnSpMkLst>
        </pc:cxnChg>
        <pc:cxnChg chg="add mod">
          <ac:chgData name="Robert de Groote" userId="2ce5265b-80a0-4fb8-a62a-8035e9b0c45a" providerId="ADAL" clId="{20F04FD4-9900-4063-95EE-CD816832BC31}" dt="2025-10-11T12:04:30.679" v="17349" actId="108"/>
          <ac:cxnSpMkLst>
            <pc:docMk/>
            <pc:sldMk cId="3556556446" sldId="545"/>
            <ac:cxnSpMk id="191" creationId="{BFFDACDE-050E-762C-5510-D361F5B70946}"/>
          </ac:cxnSpMkLst>
        </pc:cxnChg>
        <pc:cxnChg chg="add mod">
          <ac:chgData name="Robert de Groote" userId="2ce5265b-80a0-4fb8-a62a-8035e9b0c45a" providerId="ADAL" clId="{20F04FD4-9900-4063-95EE-CD816832BC31}" dt="2025-10-11T12:04:34.361" v="17353" actId="108"/>
          <ac:cxnSpMkLst>
            <pc:docMk/>
            <pc:sldMk cId="3556556446" sldId="545"/>
            <ac:cxnSpMk id="195" creationId="{0579A881-472C-1899-5E26-B8ECD609D560}"/>
          </ac:cxnSpMkLst>
        </pc:cxnChg>
        <pc:cxnChg chg="add mod">
          <ac:chgData name="Robert de Groote" userId="2ce5265b-80a0-4fb8-a62a-8035e9b0c45a" providerId="ADAL" clId="{20F04FD4-9900-4063-95EE-CD816832BC31}" dt="2025-10-11T12:04:35.856" v="17355" actId="108"/>
          <ac:cxnSpMkLst>
            <pc:docMk/>
            <pc:sldMk cId="3556556446" sldId="545"/>
            <ac:cxnSpMk id="198" creationId="{B3A87816-AC6E-A610-FAB2-C8D46A9E8DA4}"/>
          </ac:cxnSpMkLst>
        </pc:cxnChg>
        <pc:cxnChg chg="add mod">
          <ac:chgData name="Robert de Groote" userId="2ce5265b-80a0-4fb8-a62a-8035e9b0c45a" providerId="ADAL" clId="{20F04FD4-9900-4063-95EE-CD816832BC31}" dt="2025-10-11T12:04:37.109" v="17356" actId="108"/>
          <ac:cxnSpMkLst>
            <pc:docMk/>
            <pc:sldMk cId="3556556446" sldId="545"/>
            <ac:cxnSpMk id="201" creationId="{36E545C1-72A3-E1D9-3A9A-B8F7A2275694}"/>
          </ac:cxnSpMkLst>
        </pc:cxnChg>
        <pc:cxnChg chg="add mod">
          <ac:chgData name="Robert de Groote" userId="2ce5265b-80a0-4fb8-a62a-8035e9b0c45a" providerId="ADAL" clId="{20F04FD4-9900-4063-95EE-CD816832BC31}" dt="2025-10-11T12:04:37.989" v="17357" actId="108"/>
          <ac:cxnSpMkLst>
            <pc:docMk/>
            <pc:sldMk cId="3556556446" sldId="545"/>
            <ac:cxnSpMk id="204" creationId="{9411648F-F8A4-F394-41A4-D869351A5E26}"/>
          </ac:cxnSpMkLst>
        </pc:cxnChg>
        <pc:cxnChg chg="add mod">
          <ac:chgData name="Robert de Groote" userId="2ce5265b-80a0-4fb8-a62a-8035e9b0c45a" providerId="ADAL" clId="{20F04FD4-9900-4063-95EE-CD816832BC31}" dt="2025-10-11T12:04:35.154" v="17354" actId="108"/>
          <ac:cxnSpMkLst>
            <pc:docMk/>
            <pc:sldMk cId="3556556446" sldId="545"/>
            <ac:cxnSpMk id="207" creationId="{CD5B4A50-7A23-EAAF-91F3-0EFFFDAB7ED3}"/>
          </ac:cxnSpMkLst>
        </pc:cxnChg>
        <pc:cxnChg chg="add mod">
          <ac:chgData name="Robert de Groote" userId="2ce5265b-80a0-4fb8-a62a-8035e9b0c45a" providerId="ADAL" clId="{20F04FD4-9900-4063-95EE-CD816832BC31}" dt="2025-10-11T12:04:38.659" v="17358" actId="108"/>
          <ac:cxnSpMkLst>
            <pc:docMk/>
            <pc:sldMk cId="3556556446" sldId="545"/>
            <ac:cxnSpMk id="210" creationId="{86FAB50F-C010-939F-F005-FBF4A59670A2}"/>
          </ac:cxnSpMkLst>
        </pc:cxnChg>
        <pc:cxnChg chg="add mod">
          <ac:chgData name="Robert de Groote" userId="2ce5265b-80a0-4fb8-a62a-8035e9b0c45a" providerId="ADAL" clId="{20F04FD4-9900-4063-95EE-CD816832BC31}" dt="2025-10-13T16:55:43.157" v="31273" actId="14100"/>
          <ac:cxnSpMkLst>
            <pc:docMk/>
            <pc:sldMk cId="3556556446" sldId="545"/>
            <ac:cxnSpMk id="213" creationId="{F2D33CEA-C270-B1A5-D53C-543193A656ED}"/>
          </ac:cxnSpMkLst>
        </pc:cxnChg>
        <pc:cxnChg chg="add mod">
          <ac:chgData name="Robert de Groote" userId="2ce5265b-80a0-4fb8-a62a-8035e9b0c45a" providerId="ADAL" clId="{20F04FD4-9900-4063-95EE-CD816832BC31}" dt="2025-10-11T12:04:40.519" v="17360" actId="108"/>
          <ac:cxnSpMkLst>
            <pc:docMk/>
            <pc:sldMk cId="3556556446" sldId="545"/>
            <ac:cxnSpMk id="216" creationId="{AE08B715-528C-3B2F-98AE-D136637C6FB6}"/>
          </ac:cxnSpMkLst>
        </pc:cxnChg>
        <pc:cxnChg chg="add mod">
          <ac:chgData name="Robert de Groote" userId="2ce5265b-80a0-4fb8-a62a-8035e9b0c45a" providerId="ADAL" clId="{20F04FD4-9900-4063-95EE-CD816832BC31}" dt="2025-10-11T12:04:39.232" v="17359" actId="108"/>
          <ac:cxnSpMkLst>
            <pc:docMk/>
            <pc:sldMk cId="3556556446" sldId="545"/>
            <ac:cxnSpMk id="219" creationId="{FF13EE9F-89B4-8514-D28A-935835A6C9D4}"/>
          </ac:cxnSpMkLst>
        </pc:cxnChg>
        <pc:cxnChg chg="add mod">
          <ac:chgData name="Robert de Groote" userId="2ce5265b-80a0-4fb8-a62a-8035e9b0c45a" providerId="ADAL" clId="{20F04FD4-9900-4063-95EE-CD816832BC31}" dt="2025-10-13T16:55:33.862" v="31270" actId="14100"/>
          <ac:cxnSpMkLst>
            <pc:docMk/>
            <pc:sldMk cId="3556556446" sldId="545"/>
            <ac:cxnSpMk id="222" creationId="{AFA71FC1-457D-4CFB-4088-33C081FFF74E}"/>
          </ac:cxnSpMkLst>
        </pc:cxnChg>
        <pc:cxnChg chg="add mod">
          <ac:chgData name="Robert de Groote" userId="2ce5265b-80a0-4fb8-a62a-8035e9b0c45a" providerId="ADAL" clId="{20F04FD4-9900-4063-95EE-CD816832BC31}" dt="2025-10-11T12:04:43.371" v="17363" actId="108"/>
          <ac:cxnSpMkLst>
            <pc:docMk/>
            <pc:sldMk cId="3556556446" sldId="545"/>
            <ac:cxnSpMk id="225" creationId="{F4D4E792-5045-4512-B23E-9FA52EF60285}"/>
          </ac:cxnSpMkLst>
        </pc:cxnChg>
        <pc:cxnChg chg="add mod">
          <ac:chgData name="Robert de Groote" userId="2ce5265b-80a0-4fb8-a62a-8035e9b0c45a" providerId="ADAL" clId="{20F04FD4-9900-4063-95EE-CD816832BC31}" dt="2025-10-11T12:04:44.173" v="17364" actId="108"/>
          <ac:cxnSpMkLst>
            <pc:docMk/>
            <pc:sldMk cId="3556556446" sldId="545"/>
            <ac:cxnSpMk id="228" creationId="{DB57321A-FDEC-2E15-77B7-8D4F554575D7}"/>
          </ac:cxnSpMkLst>
        </pc:cxnChg>
        <pc:cxnChg chg="add mod">
          <ac:chgData name="Robert de Groote" userId="2ce5265b-80a0-4fb8-a62a-8035e9b0c45a" providerId="ADAL" clId="{20F04FD4-9900-4063-95EE-CD816832BC31}" dt="2025-10-11T12:04:45.039" v="17365" actId="108"/>
          <ac:cxnSpMkLst>
            <pc:docMk/>
            <pc:sldMk cId="3556556446" sldId="545"/>
            <ac:cxnSpMk id="231" creationId="{ADD83515-C4C1-43D0-44DC-B90B908FF29C}"/>
          </ac:cxnSpMkLst>
        </pc:cxnChg>
        <pc:cxnChg chg="add mod">
          <ac:chgData name="Robert de Groote" userId="2ce5265b-80a0-4fb8-a62a-8035e9b0c45a" providerId="ADAL" clId="{20F04FD4-9900-4063-95EE-CD816832BC31}" dt="2025-10-11T12:04:45.759" v="17366" actId="108"/>
          <ac:cxnSpMkLst>
            <pc:docMk/>
            <pc:sldMk cId="3556556446" sldId="545"/>
            <ac:cxnSpMk id="234" creationId="{FB065249-7B12-67B7-9996-A174D3EFE394}"/>
          </ac:cxnSpMkLst>
        </pc:cxnChg>
        <pc:cxnChg chg="add mod">
          <ac:chgData name="Robert de Groote" userId="2ce5265b-80a0-4fb8-a62a-8035e9b0c45a" providerId="ADAL" clId="{20F04FD4-9900-4063-95EE-CD816832BC31}" dt="2025-10-11T12:04:46.446" v="17367" actId="108"/>
          <ac:cxnSpMkLst>
            <pc:docMk/>
            <pc:sldMk cId="3556556446" sldId="545"/>
            <ac:cxnSpMk id="237" creationId="{EAD715EE-9BFB-6A15-D27F-A73B8477EB31}"/>
          </ac:cxnSpMkLst>
        </pc:cxnChg>
        <pc:cxnChg chg="add mod">
          <ac:chgData name="Robert de Groote" userId="2ce5265b-80a0-4fb8-a62a-8035e9b0c45a" providerId="ADAL" clId="{20F04FD4-9900-4063-95EE-CD816832BC31}" dt="2025-10-11T12:04:47.404" v="17368" actId="108"/>
          <ac:cxnSpMkLst>
            <pc:docMk/>
            <pc:sldMk cId="3556556446" sldId="545"/>
            <ac:cxnSpMk id="240" creationId="{410645A4-70F9-7727-FE47-B8AA8C8747C5}"/>
          </ac:cxnSpMkLst>
        </pc:cxnChg>
        <pc:cxnChg chg="add mod">
          <ac:chgData name="Robert de Groote" userId="2ce5265b-80a0-4fb8-a62a-8035e9b0c45a" providerId="ADAL" clId="{20F04FD4-9900-4063-95EE-CD816832BC31}" dt="2025-10-11T12:04:48.843" v="17370" actId="108"/>
          <ac:cxnSpMkLst>
            <pc:docMk/>
            <pc:sldMk cId="3556556446" sldId="545"/>
            <ac:cxnSpMk id="243" creationId="{CCC6ABE0-071A-201B-05EC-12C2D860DC7F}"/>
          </ac:cxnSpMkLst>
        </pc:cxnChg>
        <pc:cxnChg chg="add mod">
          <ac:chgData name="Robert de Groote" userId="2ce5265b-80a0-4fb8-a62a-8035e9b0c45a" providerId="ADAL" clId="{20F04FD4-9900-4063-95EE-CD816832BC31}" dt="2025-10-11T12:04:50.189" v="17371" actId="108"/>
          <ac:cxnSpMkLst>
            <pc:docMk/>
            <pc:sldMk cId="3556556446" sldId="545"/>
            <ac:cxnSpMk id="246" creationId="{6F83FCDF-955D-2722-510B-29F15FD0807C}"/>
          </ac:cxnSpMkLst>
        </pc:cxnChg>
        <pc:cxnChg chg="add mod">
          <ac:chgData name="Robert de Groote" userId="2ce5265b-80a0-4fb8-a62a-8035e9b0c45a" providerId="ADAL" clId="{20F04FD4-9900-4063-95EE-CD816832BC31}" dt="2025-10-11T12:04:50.804" v="17372" actId="108"/>
          <ac:cxnSpMkLst>
            <pc:docMk/>
            <pc:sldMk cId="3556556446" sldId="545"/>
            <ac:cxnSpMk id="249" creationId="{BC952D01-EA1A-55D8-C83E-09AF5D2AF3D2}"/>
          </ac:cxnSpMkLst>
        </pc:cxnChg>
        <pc:cxnChg chg="add mod">
          <ac:chgData name="Robert de Groote" userId="2ce5265b-80a0-4fb8-a62a-8035e9b0c45a" providerId="ADAL" clId="{20F04FD4-9900-4063-95EE-CD816832BC31}" dt="2025-10-11T12:04:47.963" v="17369" actId="108"/>
          <ac:cxnSpMkLst>
            <pc:docMk/>
            <pc:sldMk cId="3556556446" sldId="545"/>
            <ac:cxnSpMk id="252" creationId="{6300537B-230F-3E8B-34A0-C2A23805C97C}"/>
          </ac:cxnSpMkLst>
        </pc:cxnChg>
        <pc:cxnChg chg="add mod">
          <ac:chgData name="Robert de Groote" userId="2ce5265b-80a0-4fb8-a62a-8035e9b0c45a" providerId="ADAL" clId="{20F04FD4-9900-4063-95EE-CD816832BC31}" dt="2025-10-11T12:06:42.896" v="17376" actId="14100"/>
          <ac:cxnSpMkLst>
            <pc:docMk/>
            <pc:sldMk cId="3556556446" sldId="545"/>
            <ac:cxnSpMk id="255" creationId="{DB0F7BD8-0A11-8F92-37FF-45EE316FAE2B}"/>
          </ac:cxnSpMkLst>
        </pc:cxnChg>
      </pc:sldChg>
      <pc:sldChg chg="addSp delSp modSp add mod delAnim modAnim">
        <pc:chgData name="Robert de Groote" userId="2ce5265b-80a0-4fb8-a62a-8035e9b0c45a" providerId="ADAL" clId="{20F04FD4-9900-4063-95EE-CD816832BC31}" dt="2025-10-13T16:57:06.092" v="31283"/>
        <pc:sldMkLst>
          <pc:docMk/>
          <pc:sldMk cId="2066828309" sldId="546"/>
        </pc:sldMkLst>
        <pc:spChg chg="mod">
          <ac:chgData name="Robert de Groote" userId="2ce5265b-80a0-4fb8-a62a-8035e9b0c45a" providerId="ADAL" clId="{20F04FD4-9900-4063-95EE-CD816832BC31}" dt="2025-10-13T12:49:35.590" v="28158" actId="20577"/>
          <ac:spMkLst>
            <pc:docMk/>
            <pc:sldMk cId="2066828309" sldId="546"/>
            <ac:spMk id="2" creationId="{E3AFF962-877E-2D2C-A361-37A2A26C5FB3}"/>
          </ac:spMkLst>
        </pc:spChg>
        <pc:spChg chg="mod">
          <ac:chgData name="Robert de Groote" userId="2ce5265b-80a0-4fb8-a62a-8035e9b0c45a" providerId="ADAL" clId="{20F04FD4-9900-4063-95EE-CD816832BC31}" dt="2025-10-13T14:09:11.837" v="30688" actId="20577"/>
          <ac:spMkLst>
            <pc:docMk/>
            <pc:sldMk cId="2066828309" sldId="546"/>
            <ac:spMk id="3" creationId="{7272EB2A-D1D0-9B1D-6093-B20324CF601A}"/>
          </ac:spMkLst>
        </pc:spChg>
        <pc:spChg chg="ord">
          <ac:chgData name="Robert de Groote" userId="2ce5265b-80a0-4fb8-a62a-8035e9b0c45a" providerId="ADAL" clId="{20F04FD4-9900-4063-95EE-CD816832BC31}" dt="2025-10-11T11:44:15.375" v="15376" actId="167"/>
          <ac:spMkLst>
            <pc:docMk/>
            <pc:sldMk cId="2066828309" sldId="546"/>
            <ac:spMk id="7" creationId="{A23CFBD0-280A-F26D-0A92-4A909DDE295D}"/>
          </ac:spMkLst>
        </pc:spChg>
        <pc:spChg chg="ord">
          <ac:chgData name="Robert de Groote" userId="2ce5265b-80a0-4fb8-a62a-8035e9b0c45a" providerId="ADAL" clId="{20F04FD4-9900-4063-95EE-CD816832BC31}" dt="2025-10-11T11:44:15.375" v="15376" actId="167"/>
          <ac:spMkLst>
            <pc:docMk/>
            <pc:sldMk cId="2066828309" sldId="546"/>
            <ac:spMk id="15" creationId="{86AE170B-B250-A475-708A-5C1EAF919A9A}"/>
          </ac:spMkLst>
        </pc:spChg>
        <pc:spChg chg="add del mod ord">
          <ac:chgData name="Robert de Groote" userId="2ce5265b-80a0-4fb8-a62a-8035e9b0c45a" providerId="ADAL" clId="{20F04FD4-9900-4063-95EE-CD816832BC31}" dt="2025-10-13T13:30:27.789" v="29994" actId="478"/>
          <ac:spMkLst>
            <pc:docMk/>
            <pc:sldMk cId="2066828309" sldId="546"/>
            <ac:spMk id="24" creationId="{C9241B99-9633-5514-D79C-1F63168633D5}"/>
          </ac:spMkLst>
        </pc:spChg>
        <pc:spChg chg="add del mod ord">
          <ac:chgData name="Robert de Groote" userId="2ce5265b-80a0-4fb8-a62a-8035e9b0c45a" providerId="ADAL" clId="{20F04FD4-9900-4063-95EE-CD816832BC31}" dt="2025-10-13T13:32:59.417" v="30207" actId="478"/>
          <ac:spMkLst>
            <pc:docMk/>
            <pc:sldMk cId="2066828309" sldId="546"/>
            <ac:spMk id="25" creationId="{D8E343FC-7A01-8D74-4EF0-8702F545DC52}"/>
          </ac:spMkLst>
        </pc:spChg>
        <pc:spChg chg="add del mod ord">
          <ac:chgData name="Robert de Groote" userId="2ce5265b-80a0-4fb8-a62a-8035e9b0c45a" providerId="ADAL" clId="{20F04FD4-9900-4063-95EE-CD816832BC31}" dt="2025-10-13T13:30:29.167" v="29995" actId="478"/>
          <ac:spMkLst>
            <pc:docMk/>
            <pc:sldMk cId="2066828309" sldId="546"/>
            <ac:spMk id="26" creationId="{FA2D8237-D7D9-A2A4-4400-B51F888ACEE9}"/>
          </ac:spMkLst>
        </pc:spChg>
        <pc:spChg chg="add del mod ord">
          <ac:chgData name="Robert de Groote" userId="2ce5265b-80a0-4fb8-a62a-8035e9b0c45a" providerId="ADAL" clId="{20F04FD4-9900-4063-95EE-CD816832BC31}" dt="2025-10-13T13:25:28.471" v="29786" actId="478"/>
          <ac:spMkLst>
            <pc:docMk/>
            <pc:sldMk cId="2066828309" sldId="546"/>
            <ac:spMk id="28" creationId="{D0109956-AF0F-CADD-ADD3-62AC1EFD6749}"/>
          </ac:spMkLst>
        </pc:spChg>
        <pc:spChg chg="mod">
          <ac:chgData name="Robert de Groote" userId="2ce5265b-80a0-4fb8-a62a-8035e9b0c45a" providerId="ADAL" clId="{20F04FD4-9900-4063-95EE-CD816832BC31}" dt="2025-10-11T09:37:28.025" v="9042" actId="554"/>
          <ac:spMkLst>
            <pc:docMk/>
            <pc:sldMk cId="2066828309" sldId="546"/>
            <ac:spMk id="29" creationId="{DBF6DE9E-1581-E3CB-B077-E3F159C97966}"/>
          </ac:spMkLst>
        </pc:spChg>
        <pc:spChg chg="add mod">
          <ac:chgData name="Robert de Groote" userId="2ce5265b-80a0-4fb8-a62a-8035e9b0c45a" providerId="ADAL" clId="{20F04FD4-9900-4063-95EE-CD816832BC31}" dt="2025-10-11T09:28:35.919" v="8988" actId="14100"/>
          <ac:spMkLst>
            <pc:docMk/>
            <pc:sldMk cId="2066828309" sldId="546"/>
            <ac:spMk id="30" creationId="{665C2650-0B58-547C-9E42-DFB69959CFC2}"/>
          </ac:spMkLst>
        </pc:spChg>
        <pc:spChg chg="add mod ord">
          <ac:chgData name="Robert de Groote" userId="2ce5265b-80a0-4fb8-a62a-8035e9b0c45a" providerId="ADAL" clId="{20F04FD4-9900-4063-95EE-CD816832BC31}" dt="2025-10-11T11:42:56.581" v="15368"/>
          <ac:spMkLst>
            <pc:docMk/>
            <pc:sldMk cId="2066828309" sldId="546"/>
            <ac:spMk id="31" creationId="{99C9A7B7-42E8-A0A3-1976-5EF6268D739A}"/>
          </ac:spMkLst>
        </pc:spChg>
        <pc:spChg chg="mod">
          <ac:chgData name="Robert de Groote" userId="2ce5265b-80a0-4fb8-a62a-8035e9b0c45a" providerId="ADAL" clId="{20F04FD4-9900-4063-95EE-CD816832BC31}" dt="2025-10-11T11:56:00.639" v="17195" actId="20577"/>
          <ac:spMkLst>
            <pc:docMk/>
            <pc:sldMk cId="2066828309" sldId="546"/>
            <ac:spMk id="32" creationId="{834B6CEC-956D-5D33-5F4D-22138F930C21}"/>
          </ac:spMkLst>
        </pc:spChg>
        <pc:spChg chg="mod">
          <ac:chgData name="Robert de Groote" userId="2ce5265b-80a0-4fb8-a62a-8035e9b0c45a" providerId="ADAL" clId="{20F04FD4-9900-4063-95EE-CD816832BC31}" dt="2025-10-11T09:37:46.478" v="9046" actId="20577"/>
          <ac:spMkLst>
            <pc:docMk/>
            <pc:sldMk cId="2066828309" sldId="546"/>
            <ac:spMk id="33" creationId="{B0D261CF-F920-6866-3275-B9845891F6C8}"/>
          </ac:spMkLst>
        </pc:spChg>
        <pc:spChg chg="mod">
          <ac:chgData name="Robert de Groote" userId="2ce5265b-80a0-4fb8-a62a-8035e9b0c45a" providerId="ADAL" clId="{20F04FD4-9900-4063-95EE-CD816832BC31}" dt="2025-10-11T09:37:58.219" v="9051" actId="20577"/>
          <ac:spMkLst>
            <pc:docMk/>
            <pc:sldMk cId="2066828309" sldId="546"/>
            <ac:spMk id="34" creationId="{EF30C7BB-25E3-077A-7766-9090BE658056}"/>
          </ac:spMkLst>
        </pc:spChg>
        <pc:spChg chg="mod">
          <ac:chgData name="Robert de Groote" userId="2ce5265b-80a0-4fb8-a62a-8035e9b0c45a" providerId="ADAL" clId="{20F04FD4-9900-4063-95EE-CD816832BC31}" dt="2025-10-11T09:37:51.133" v="9048" actId="20577"/>
          <ac:spMkLst>
            <pc:docMk/>
            <pc:sldMk cId="2066828309" sldId="546"/>
            <ac:spMk id="35" creationId="{C5E20991-CD56-78D3-6CE6-D0F8B56C3EDB}"/>
          </ac:spMkLst>
        </pc:spChg>
        <pc:spChg chg="mod">
          <ac:chgData name="Robert de Groote" userId="2ce5265b-80a0-4fb8-a62a-8035e9b0c45a" providerId="ADAL" clId="{20F04FD4-9900-4063-95EE-CD816832BC31}" dt="2025-10-11T09:38:05.745" v="9052" actId="20577"/>
          <ac:spMkLst>
            <pc:docMk/>
            <pc:sldMk cId="2066828309" sldId="546"/>
            <ac:spMk id="36" creationId="{A456DBD0-627C-0BB6-7226-F85EED914D33}"/>
          </ac:spMkLst>
        </pc:spChg>
        <pc:spChg chg="mod">
          <ac:chgData name="Robert de Groote" userId="2ce5265b-80a0-4fb8-a62a-8035e9b0c45a" providerId="ADAL" clId="{20F04FD4-9900-4063-95EE-CD816832BC31}" dt="2025-10-11T09:37:52.674" v="9049" actId="20577"/>
          <ac:spMkLst>
            <pc:docMk/>
            <pc:sldMk cId="2066828309" sldId="546"/>
            <ac:spMk id="37" creationId="{3D6B1446-B3BF-31B2-FAA2-5C5A5B79ED7A}"/>
          </ac:spMkLst>
        </pc:spChg>
        <pc:spChg chg="mod">
          <ac:chgData name="Robert de Groote" userId="2ce5265b-80a0-4fb8-a62a-8035e9b0c45a" providerId="ADAL" clId="{20F04FD4-9900-4063-95EE-CD816832BC31}" dt="2025-10-11T09:37:48.039" v="9047" actId="20577"/>
          <ac:spMkLst>
            <pc:docMk/>
            <pc:sldMk cId="2066828309" sldId="546"/>
            <ac:spMk id="38" creationId="{C6299C2C-52CF-AE6B-EC7A-2D23379A6F0F}"/>
          </ac:spMkLst>
        </pc:spChg>
        <pc:spChg chg="mod">
          <ac:chgData name="Robert de Groote" userId="2ce5265b-80a0-4fb8-a62a-8035e9b0c45a" providerId="ADAL" clId="{20F04FD4-9900-4063-95EE-CD816832BC31}" dt="2025-10-11T09:37:28.025" v="9042" actId="554"/>
          <ac:spMkLst>
            <pc:docMk/>
            <pc:sldMk cId="2066828309" sldId="546"/>
            <ac:spMk id="39" creationId="{FC1F6286-883A-92A3-9245-2C7AB0EF5114}"/>
          </ac:spMkLst>
        </pc:spChg>
        <pc:spChg chg="mod">
          <ac:chgData name="Robert de Groote" userId="2ce5265b-80a0-4fb8-a62a-8035e9b0c45a" providerId="ADAL" clId="{20F04FD4-9900-4063-95EE-CD816832BC31}" dt="2025-10-11T09:37:55.377" v="9050" actId="20577"/>
          <ac:spMkLst>
            <pc:docMk/>
            <pc:sldMk cId="2066828309" sldId="546"/>
            <ac:spMk id="40" creationId="{307F15F6-2075-1B76-CE92-8D1A6CB5E165}"/>
          </ac:spMkLst>
        </pc:spChg>
        <pc:spChg chg="mod">
          <ac:chgData name="Robert de Groote" userId="2ce5265b-80a0-4fb8-a62a-8035e9b0c45a" providerId="ADAL" clId="{20F04FD4-9900-4063-95EE-CD816832BC31}" dt="2025-10-11T09:37:40.634" v="9044" actId="20577"/>
          <ac:spMkLst>
            <pc:docMk/>
            <pc:sldMk cId="2066828309" sldId="546"/>
            <ac:spMk id="41" creationId="{6EFB80FC-C060-EB7D-2F86-2E0C0E9EF742}"/>
          </ac:spMkLst>
        </pc:spChg>
        <pc:spChg chg="mod">
          <ac:chgData name="Robert de Groote" userId="2ce5265b-80a0-4fb8-a62a-8035e9b0c45a" providerId="ADAL" clId="{20F04FD4-9900-4063-95EE-CD816832BC31}" dt="2025-10-11T09:37:39.250" v="9043" actId="20577"/>
          <ac:spMkLst>
            <pc:docMk/>
            <pc:sldMk cId="2066828309" sldId="546"/>
            <ac:spMk id="42" creationId="{93CB7781-B4D3-26F0-3463-8523AFB5189B}"/>
          </ac:spMkLst>
        </pc:spChg>
        <pc:spChg chg="add mod">
          <ac:chgData name="Robert de Groote" userId="2ce5265b-80a0-4fb8-a62a-8035e9b0c45a" providerId="ADAL" clId="{20F04FD4-9900-4063-95EE-CD816832BC31}" dt="2025-10-11T09:29:33.129" v="9011" actId="1076"/>
          <ac:spMkLst>
            <pc:docMk/>
            <pc:sldMk cId="2066828309" sldId="546"/>
            <ac:spMk id="43" creationId="{884FE1E7-3D62-C40D-6454-CA82089AEE44}"/>
          </ac:spMkLst>
        </pc:spChg>
        <pc:spChg chg="add mod">
          <ac:chgData name="Robert de Groote" userId="2ce5265b-80a0-4fb8-a62a-8035e9b0c45a" providerId="ADAL" clId="{20F04FD4-9900-4063-95EE-CD816832BC31}" dt="2025-10-11T09:29:36.459" v="9013" actId="1076"/>
          <ac:spMkLst>
            <pc:docMk/>
            <pc:sldMk cId="2066828309" sldId="546"/>
            <ac:spMk id="44" creationId="{3D1D363C-1795-8AC3-E696-8304CE8741C5}"/>
          </ac:spMkLst>
        </pc:spChg>
        <pc:spChg chg="add mod">
          <ac:chgData name="Robert de Groote" userId="2ce5265b-80a0-4fb8-a62a-8035e9b0c45a" providerId="ADAL" clId="{20F04FD4-9900-4063-95EE-CD816832BC31}" dt="2025-10-11T09:29:38.409" v="9015" actId="1076"/>
          <ac:spMkLst>
            <pc:docMk/>
            <pc:sldMk cId="2066828309" sldId="546"/>
            <ac:spMk id="45" creationId="{6D2B98B7-7185-D31E-E577-CE5A7C1B2023}"/>
          </ac:spMkLst>
        </pc:spChg>
        <pc:spChg chg="add mod">
          <ac:chgData name="Robert de Groote" userId="2ce5265b-80a0-4fb8-a62a-8035e9b0c45a" providerId="ADAL" clId="{20F04FD4-9900-4063-95EE-CD816832BC31}" dt="2025-10-11T09:29:43.179" v="9017" actId="1076"/>
          <ac:spMkLst>
            <pc:docMk/>
            <pc:sldMk cId="2066828309" sldId="546"/>
            <ac:spMk id="46" creationId="{8DA4540B-5C4B-5052-C18A-30AD92433F58}"/>
          </ac:spMkLst>
        </pc:spChg>
        <pc:spChg chg="add mod">
          <ac:chgData name="Robert de Groote" userId="2ce5265b-80a0-4fb8-a62a-8035e9b0c45a" providerId="ADAL" clId="{20F04FD4-9900-4063-95EE-CD816832BC31}" dt="2025-10-11T09:29:43.644" v="9018"/>
          <ac:spMkLst>
            <pc:docMk/>
            <pc:sldMk cId="2066828309" sldId="546"/>
            <ac:spMk id="47" creationId="{4E6BA62F-9C55-756E-75D1-2EE3E31A1C2F}"/>
          </ac:spMkLst>
        </pc:spChg>
        <pc:spChg chg="add mod">
          <ac:chgData name="Robert de Groote" userId="2ce5265b-80a0-4fb8-a62a-8035e9b0c45a" providerId="ADAL" clId="{20F04FD4-9900-4063-95EE-CD816832BC31}" dt="2025-10-11T11:42:50.720" v="14976"/>
          <ac:spMkLst>
            <pc:docMk/>
            <pc:sldMk cId="2066828309" sldId="546"/>
            <ac:spMk id="48" creationId="{683E4AEE-1F68-DAF1-E6E1-F0EB86FCA0C7}"/>
          </ac:spMkLst>
        </pc:spChg>
        <pc:spChg chg="add mod">
          <ac:chgData name="Robert de Groote" userId="2ce5265b-80a0-4fb8-a62a-8035e9b0c45a" providerId="ADAL" clId="{20F04FD4-9900-4063-95EE-CD816832BC31}" dt="2025-10-11T09:29:50.909" v="9022" actId="1076"/>
          <ac:spMkLst>
            <pc:docMk/>
            <pc:sldMk cId="2066828309" sldId="546"/>
            <ac:spMk id="49" creationId="{61848DCB-189D-AEA8-D19D-450A3C3F2A1F}"/>
          </ac:spMkLst>
        </pc:spChg>
        <pc:spChg chg="add del mod ord">
          <ac:chgData name="Robert de Groote" userId="2ce5265b-80a0-4fb8-a62a-8035e9b0c45a" providerId="ADAL" clId="{20F04FD4-9900-4063-95EE-CD816832BC31}" dt="2025-10-13T13:24:01.779" v="29727"/>
          <ac:spMkLst>
            <pc:docMk/>
            <pc:sldMk cId="2066828309" sldId="546"/>
            <ac:spMk id="50" creationId="{6366F8A0-DD21-7AF3-A521-8B0687C72887}"/>
          </ac:spMkLst>
        </pc:spChg>
        <pc:spChg chg="add del mod ord">
          <ac:chgData name="Robert de Groote" userId="2ce5265b-80a0-4fb8-a62a-8035e9b0c45a" providerId="ADAL" clId="{20F04FD4-9900-4063-95EE-CD816832BC31}" dt="2025-10-13T13:24:01.779" v="29727"/>
          <ac:spMkLst>
            <pc:docMk/>
            <pc:sldMk cId="2066828309" sldId="546"/>
            <ac:spMk id="51" creationId="{21578964-A346-038D-A9BD-197186620FDF}"/>
          </ac:spMkLst>
        </pc:spChg>
        <pc:spChg chg="add del mod">
          <ac:chgData name="Robert de Groote" userId="2ce5265b-80a0-4fb8-a62a-8035e9b0c45a" providerId="ADAL" clId="{20F04FD4-9900-4063-95EE-CD816832BC31}" dt="2025-10-13T13:24:01.650" v="29680"/>
          <ac:spMkLst>
            <pc:docMk/>
            <pc:sldMk cId="2066828309" sldId="546"/>
            <ac:spMk id="52" creationId="{C06BD03E-56E9-F3A1-A557-ED52B4C7FD5D}"/>
          </ac:spMkLst>
        </pc:spChg>
        <pc:spChg chg="add del mod">
          <ac:chgData name="Robert de Groote" userId="2ce5265b-80a0-4fb8-a62a-8035e9b0c45a" providerId="ADAL" clId="{20F04FD4-9900-4063-95EE-CD816832BC31}" dt="2025-10-13T13:24:01.686" v="29689"/>
          <ac:spMkLst>
            <pc:docMk/>
            <pc:sldMk cId="2066828309" sldId="546"/>
            <ac:spMk id="53" creationId="{65C1AFE4-230A-DB08-E972-0A0E55D5003A}"/>
          </ac:spMkLst>
        </pc:spChg>
        <pc:spChg chg="add del mod ord">
          <ac:chgData name="Robert de Groote" userId="2ce5265b-80a0-4fb8-a62a-8035e9b0c45a" providerId="ADAL" clId="{20F04FD4-9900-4063-95EE-CD816832BC31}" dt="2025-10-13T13:24:01.903" v="29772"/>
          <ac:spMkLst>
            <pc:docMk/>
            <pc:sldMk cId="2066828309" sldId="546"/>
            <ac:spMk id="54" creationId="{AB5E172D-8F23-DD1C-5362-6557592868D4}"/>
          </ac:spMkLst>
        </pc:spChg>
        <pc:spChg chg="add del mod ord">
          <ac:chgData name="Robert de Groote" userId="2ce5265b-80a0-4fb8-a62a-8035e9b0c45a" providerId="ADAL" clId="{20F04FD4-9900-4063-95EE-CD816832BC31}" dt="2025-10-13T13:24:01.903" v="29772"/>
          <ac:spMkLst>
            <pc:docMk/>
            <pc:sldMk cId="2066828309" sldId="546"/>
            <ac:spMk id="55" creationId="{400249AE-7BF1-7843-F1CE-9B6F518C3A8B}"/>
          </ac:spMkLst>
        </pc:spChg>
        <pc:spChg chg="add del mod">
          <ac:chgData name="Robert de Groote" userId="2ce5265b-80a0-4fb8-a62a-8035e9b0c45a" providerId="ADAL" clId="{20F04FD4-9900-4063-95EE-CD816832BC31}" dt="2025-10-13T13:24:01.845" v="29737"/>
          <ac:spMkLst>
            <pc:docMk/>
            <pc:sldMk cId="2066828309" sldId="546"/>
            <ac:spMk id="56" creationId="{4B501926-C8BC-FC47-0E7F-4ADD23E1AC64}"/>
          </ac:spMkLst>
        </pc:spChg>
        <pc:spChg chg="add del mod">
          <ac:chgData name="Robert de Groote" userId="2ce5265b-80a0-4fb8-a62a-8035e9b0c45a" providerId="ADAL" clId="{20F04FD4-9900-4063-95EE-CD816832BC31}" dt="2025-10-13T13:24:01.857" v="29746"/>
          <ac:spMkLst>
            <pc:docMk/>
            <pc:sldMk cId="2066828309" sldId="546"/>
            <ac:spMk id="57" creationId="{9492C227-DD38-0571-D34A-2DBD6CA37711}"/>
          </ac:spMkLst>
        </pc:spChg>
        <pc:spChg chg="add mod">
          <ac:chgData name="Robert de Groote" userId="2ce5265b-80a0-4fb8-a62a-8035e9b0c45a" providerId="ADAL" clId="{20F04FD4-9900-4063-95EE-CD816832BC31}" dt="2025-10-13T13:32:53.860" v="30197"/>
          <ac:spMkLst>
            <pc:docMk/>
            <pc:sldMk cId="2066828309" sldId="546"/>
            <ac:spMk id="58" creationId="{650D488E-37F5-39DC-64EA-ED6871FC51A0}"/>
          </ac:spMkLst>
        </pc:spChg>
        <pc:spChg chg="add mod">
          <ac:chgData name="Robert de Groote" userId="2ce5265b-80a0-4fb8-a62a-8035e9b0c45a" providerId="ADAL" clId="{20F04FD4-9900-4063-95EE-CD816832BC31}" dt="2025-10-13T13:32:53.860" v="30198"/>
          <ac:spMkLst>
            <pc:docMk/>
            <pc:sldMk cId="2066828309" sldId="546"/>
            <ac:spMk id="59" creationId="{D44D1979-E918-ABAD-00B6-9353A48F481B}"/>
          </ac:spMkLst>
        </pc:spChg>
        <pc:spChg chg="add del mod">
          <ac:chgData name="Robert de Groote" userId="2ce5265b-80a0-4fb8-a62a-8035e9b0c45a" providerId="ADAL" clId="{20F04FD4-9900-4063-95EE-CD816832BC31}" dt="2025-10-13T13:34:42.734" v="30217" actId="478"/>
          <ac:spMkLst>
            <pc:docMk/>
            <pc:sldMk cId="2066828309" sldId="546"/>
            <ac:spMk id="60" creationId="{37539692-1D2A-78D0-FB07-224B90DFF37D}"/>
          </ac:spMkLst>
        </pc:spChg>
        <pc:spChg chg="add del mod">
          <ac:chgData name="Robert de Groote" userId="2ce5265b-80a0-4fb8-a62a-8035e9b0c45a" providerId="ADAL" clId="{20F04FD4-9900-4063-95EE-CD816832BC31}" dt="2025-10-13T13:34:42.734" v="30217" actId="478"/>
          <ac:spMkLst>
            <pc:docMk/>
            <pc:sldMk cId="2066828309" sldId="546"/>
            <ac:spMk id="61" creationId="{56EA88D0-51E4-CAD8-B04E-95A40EA82827}"/>
          </ac:spMkLst>
        </pc:spChg>
        <pc:spChg chg="add del mod">
          <ac:chgData name="Robert de Groote" userId="2ce5265b-80a0-4fb8-a62a-8035e9b0c45a" providerId="ADAL" clId="{20F04FD4-9900-4063-95EE-CD816832BC31}" dt="2025-10-13T13:34:42.734" v="30217" actId="478"/>
          <ac:spMkLst>
            <pc:docMk/>
            <pc:sldMk cId="2066828309" sldId="546"/>
            <ac:spMk id="62" creationId="{A1E3F388-055D-3632-8271-B35BAE0BF340}"/>
          </ac:spMkLst>
        </pc:spChg>
        <pc:spChg chg="add del mod">
          <ac:chgData name="Robert de Groote" userId="2ce5265b-80a0-4fb8-a62a-8035e9b0c45a" providerId="ADAL" clId="{20F04FD4-9900-4063-95EE-CD816832BC31}" dt="2025-10-13T13:34:42.734" v="30217" actId="478"/>
          <ac:spMkLst>
            <pc:docMk/>
            <pc:sldMk cId="2066828309" sldId="546"/>
            <ac:spMk id="63" creationId="{10A7E339-AB40-5C77-2F14-756502F5E36D}"/>
          </ac:spMkLst>
        </pc:spChg>
        <pc:spChg chg="add del mod">
          <ac:chgData name="Robert de Groote" userId="2ce5265b-80a0-4fb8-a62a-8035e9b0c45a" providerId="ADAL" clId="{20F04FD4-9900-4063-95EE-CD816832BC31}" dt="2025-10-13T13:34:42.734" v="30217" actId="478"/>
          <ac:spMkLst>
            <pc:docMk/>
            <pc:sldMk cId="2066828309" sldId="546"/>
            <ac:spMk id="256" creationId="{DA18E1CB-0D80-4B34-94DA-452F4264AD7F}"/>
          </ac:spMkLst>
        </pc:spChg>
        <pc:spChg chg="add del mod">
          <ac:chgData name="Robert de Groote" userId="2ce5265b-80a0-4fb8-a62a-8035e9b0c45a" providerId="ADAL" clId="{20F04FD4-9900-4063-95EE-CD816832BC31}" dt="2025-10-13T13:34:42.734" v="30217" actId="478"/>
          <ac:spMkLst>
            <pc:docMk/>
            <pc:sldMk cId="2066828309" sldId="546"/>
            <ac:spMk id="257" creationId="{1597D1E3-71DA-8AA1-E0B8-171F2AD2F4C8}"/>
          </ac:spMkLst>
        </pc:spChg>
        <pc:spChg chg="add del mod">
          <ac:chgData name="Robert de Groote" userId="2ce5265b-80a0-4fb8-a62a-8035e9b0c45a" providerId="ADAL" clId="{20F04FD4-9900-4063-95EE-CD816832BC31}" dt="2025-10-13T13:34:42.734" v="30217" actId="478"/>
          <ac:spMkLst>
            <pc:docMk/>
            <pc:sldMk cId="2066828309" sldId="546"/>
            <ac:spMk id="258" creationId="{2D0372ED-FCFF-119F-FC3E-683581F83049}"/>
          </ac:spMkLst>
        </pc:spChg>
        <pc:spChg chg="add del mod">
          <ac:chgData name="Robert de Groote" userId="2ce5265b-80a0-4fb8-a62a-8035e9b0c45a" providerId="ADAL" clId="{20F04FD4-9900-4063-95EE-CD816832BC31}" dt="2025-10-13T13:34:42.734" v="30217" actId="478"/>
          <ac:spMkLst>
            <pc:docMk/>
            <pc:sldMk cId="2066828309" sldId="546"/>
            <ac:spMk id="259" creationId="{7C639BE4-88E7-7F7B-C5D9-0D5DAC6DE4C0}"/>
          </ac:spMkLst>
        </pc:spChg>
        <pc:spChg chg="add del mod ord">
          <ac:chgData name="Robert de Groote" userId="2ce5265b-80a0-4fb8-a62a-8035e9b0c45a" providerId="ADAL" clId="{20F04FD4-9900-4063-95EE-CD816832BC31}" dt="2025-10-13T13:30:39.913" v="29997" actId="478"/>
          <ac:spMkLst>
            <pc:docMk/>
            <pc:sldMk cId="2066828309" sldId="546"/>
            <ac:spMk id="287" creationId="{C3675216-B6B4-35AE-1434-2BD35616835C}"/>
          </ac:spMkLst>
        </pc:spChg>
        <pc:spChg chg="add mod ord">
          <ac:chgData name="Robert de Groote" userId="2ce5265b-80a0-4fb8-a62a-8035e9b0c45a" providerId="ADAL" clId="{20F04FD4-9900-4063-95EE-CD816832BC31}" dt="2025-10-11T11:43:01.111" v="15375" actId="167"/>
          <ac:spMkLst>
            <pc:docMk/>
            <pc:sldMk cId="2066828309" sldId="546"/>
            <ac:spMk id="288" creationId="{644CB43A-F782-8A9B-113B-56BE1D98D53B}"/>
          </ac:spMkLst>
        </pc:spChg>
        <pc:spChg chg="add mod ord">
          <ac:chgData name="Robert de Groote" userId="2ce5265b-80a0-4fb8-a62a-8035e9b0c45a" providerId="ADAL" clId="{20F04FD4-9900-4063-95EE-CD816832BC31}" dt="2025-10-11T11:42:50.720" v="14980"/>
          <ac:spMkLst>
            <pc:docMk/>
            <pc:sldMk cId="2066828309" sldId="546"/>
            <ac:spMk id="289" creationId="{8FCDF867-52BA-85A3-E216-611725AF7BD7}"/>
          </ac:spMkLst>
        </pc:spChg>
        <pc:spChg chg="add del mod">
          <ac:chgData name="Robert de Groote" userId="2ce5265b-80a0-4fb8-a62a-8035e9b0c45a" providerId="ADAL" clId="{20F04FD4-9900-4063-95EE-CD816832BC31}" dt="2025-10-13T13:30:33.456" v="29996" actId="478"/>
          <ac:spMkLst>
            <pc:docMk/>
            <pc:sldMk cId="2066828309" sldId="546"/>
            <ac:spMk id="312" creationId="{C89700EA-5C06-D25A-FDB2-A5A49ADE0A13}"/>
          </ac:spMkLst>
        </pc:spChg>
        <pc:spChg chg="add del mod">
          <ac:chgData name="Robert de Groote" userId="2ce5265b-80a0-4fb8-a62a-8035e9b0c45a" providerId="ADAL" clId="{20F04FD4-9900-4063-95EE-CD816832BC31}" dt="2025-10-13T13:30:33.456" v="29996" actId="478"/>
          <ac:spMkLst>
            <pc:docMk/>
            <pc:sldMk cId="2066828309" sldId="546"/>
            <ac:spMk id="313" creationId="{36497B43-C53C-7954-8988-555B6CE22750}"/>
          </ac:spMkLst>
        </pc:spChg>
        <pc:cxnChg chg="mod">
          <ac:chgData name="Robert de Groote" userId="2ce5265b-80a0-4fb8-a62a-8035e9b0c45a" providerId="ADAL" clId="{20F04FD4-9900-4063-95EE-CD816832BC31}" dt="2025-10-11T11:38:29.545" v="14885" actId="108"/>
          <ac:cxnSpMkLst>
            <pc:docMk/>
            <pc:sldMk cId="2066828309" sldId="546"/>
            <ac:cxnSpMk id="6" creationId="{5A3D7322-B66A-D7D7-09F3-C043B1D69864}"/>
          </ac:cxnSpMkLst>
        </pc:cxnChg>
        <pc:cxnChg chg="mod">
          <ac:chgData name="Robert de Groote" userId="2ce5265b-80a0-4fb8-a62a-8035e9b0c45a" providerId="ADAL" clId="{20F04FD4-9900-4063-95EE-CD816832BC31}" dt="2025-10-11T11:38:32.794" v="14888" actId="108"/>
          <ac:cxnSpMkLst>
            <pc:docMk/>
            <pc:sldMk cId="2066828309" sldId="546"/>
            <ac:cxnSpMk id="9" creationId="{D950F668-CEB8-DF90-407D-1BBF4D2B4229}"/>
          </ac:cxnSpMkLst>
        </pc:cxnChg>
        <pc:cxnChg chg="mod">
          <ac:chgData name="Robert de Groote" userId="2ce5265b-80a0-4fb8-a62a-8035e9b0c45a" providerId="ADAL" clId="{20F04FD4-9900-4063-95EE-CD816832BC31}" dt="2025-10-11T11:38:31.503" v="14887" actId="108"/>
          <ac:cxnSpMkLst>
            <pc:docMk/>
            <pc:sldMk cId="2066828309" sldId="546"/>
            <ac:cxnSpMk id="10" creationId="{186CDD86-A8C6-E6BF-7424-AE1DA4452F11}"/>
          </ac:cxnSpMkLst>
        </pc:cxnChg>
        <pc:cxnChg chg="mod">
          <ac:chgData name="Robert de Groote" userId="2ce5265b-80a0-4fb8-a62a-8035e9b0c45a" providerId="ADAL" clId="{20F04FD4-9900-4063-95EE-CD816832BC31}" dt="2025-10-11T11:38:27.420" v="14884" actId="108"/>
          <ac:cxnSpMkLst>
            <pc:docMk/>
            <pc:sldMk cId="2066828309" sldId="546"/>
            <ac:cxnSpMk id="16" creationId="{7E983D06-96EB-0E87-31C2-C304A78FD2FD}"/>
          </ac:cxnSpMkLst>
        </pc:cxnChg>
        <pc:cxnChg chg="mod">
          <ac:chgData name="Robert de Groote" userId="2ce5265b-80a0-4fb8-a62a-8035e9b0c45a" providerId="ADAL" clId="{20F04FD4-9900-4063-95EE-CD816832BC31}" dt="2025-10-11T11:38:24.780" v="14882" actId="108"/>
          <ac:cxnSpMkLst>
            <pc:docMk/>
            <pc:sldMk cId="2066828309" sldId="546"/>
            <ac:cxnSpMk id="17" creationId="{6A9E5227-84C6-60B8-F382-29A951FBAD61}"/>
          </ac:cxnSpMkLst>
        </pc:cxnChg>
        <pc:cxnChg chg="mod">
          <ac:chgData name="Robert de Groote" userId="2ce5265b-80a0-4fb8-a62a-8035e9b0c45a" providerId="ADAL" clId="{20F04FD4-9900-4063-95EE-CD816832BC31}" dt="2025-10-11T11:38:30.530" v="14886" actId="108"/>
          <ac:cxnSpMkLst>
            <pc:docMk/>
            <pc:sldMk cId="2066828309" sldId="546"/>
            <ac:cxnSpMk id="18" creationId="{BADB8804-223C-A352-FB7D-403023E7F597}"/>
          </ac:cxnSpMkLst>
        </pc:cxnChg>
        <pc:cxnChg chg="mod">
          <ac:chgData name="Robert de Groote" userId="2ce5265b-80a0-4fb8-a62a-8035e9b0c45a" providerId="ADAL" clId="{20F04FD4-9900-4063-95EE-CD816832BC31}" dt="2025-10-11T11:38:25.904" v="14883" actId="108"/>
          <ac:cxnSpMkLst>
            <pc:docMk/>
            <pc:sldMk cId="2066828309" sldId="546"/>
            <ac:cxnSpMk id="19" creationId="{D2B6BC0C-E22F-8274-9EC2-55A000132448}"/>
          </ac:cxnSpMkLst>
        </pc:cxnChg>
        <pc:cxnChg chg="mod">
          <ac:chgData name="Robert de Groote" userId="2ce5265b-80a0-4fb8-a62a-8035e9b0c45a" providerId="ADAL" clId="{20F04FD4-9900-4063-95EE-CD816832BC31}" dt="2025-10-11T11:38:39.104" v="14893" actId="108"/>
          <ac:cxnSpMkLst>
            <pc:docMk/>
            <pc:sldMk cId="2066828309" sldId="546"/>
            <ac:cxnSpMk id="20" creationId="{7F1EAA4F-474B-42C7-6796-FA5365B005DA}"/>
          </ac:cxnSpMkLst>
        </pc:cxnChg>
        <pc:cxnChg chg="mod">
          <ac:chgData name="Robert de Groote" userId="2ce5265b-80a0-4fb8-a62a-8035e9b0c45a" providerId="ADAL" clId="{20F04FD4-9900-4063-95EE-CD816832BC31}" dt="2025-10-11T11:38:36.110" v="14891" actId="108"/>
          <ac:cxnSpMkLst>
            <pc:docMk/>
            <pc:sldMk cId="2066828309" sldId="546"/>
            <ac:cxnSpMk id="21" creationId="{8237A8E7-FCF4-F93F-457A-119B092EC802}"/>
          </ac:cxnSpMkLst>
        </pc:cxnChg>
        <pc:cxnChg chg="mod">
          <ac:chgData name="Robert de Groote" userId="2ce5265b-80a0-4fb8-a62a-8035e9b0c45a" providerId="ADAL" clId="{20F04FD4-9900-4063-95EE-CD816832BC31}" dt="2025-10-11T11:38:37.480" v="14892" actId="108"/>
          <ac:cxnSpMkLst>
            <pc:docMk/>
            <pc:sldMk cId="2066828309" sldId="546"/>
            <ac:cxnSpMk id="22" creationId="{F2AFE5E3-FFDD-0D68-231B-3A7289897FE7}"/>
          </ac:cxnSpMkLst>
        </pc:cxnChg>
        <pc:cxnChg chg="mod">
          <ac:chgData name="Robert de Groote" userId="2ce5265b-80a0-4fb8-a62a-8035e9b0c45a" providerId="ADAL" clId="{20F04FD4-9900-4063-95EE-CD816832BC31}" dt="2025-10-11T11:38:34.613" v="14890" actId="108"/>
          <ac:cxnSpMkLst>
            <pc:docMk/>
            <pc:sldMk cId="2066828309" sldId="546"/>
            <ac:cxnSpMk id="23" creationId="{92E891F5-CC16-CA82-4F91-1498E893F4EA}"/>
          </ac:cxnSpMkLst>
        </pc:cxnChg>
        <pc:cxnChg chg="mod">
          <ac:chgData name="Robert de Groote" userId="2ce5265b-80a0-4fb8-a62a-8035e9b0c45a" providerId="ADAL" clId="{20F04FD4-9900-4063-95EE-CD816832BC31}" dt="2025-10-11T11:38:33.500" v="14889" actId="108"/>
          <ac:cxnSpMkLst>
            <pc:docMk/>
            <pc:sldMk cId="2066828309" sldId="546"/>
            <ac:cxnSpMk id="27" creationId="{E8EA7507-8482-7DDA-E12E-6AB561B0D0C4}"/>
          </ac:cxnSpMkLst>
        </pc:cxnChg>
      </pc:sldChg>
      <pc:sldChg chg="addSp delSp modSp add mod delAnim modAnim">
        <pc:chgData name="Robert de Groote" userId="2ce5265b-80a0-4fb8-a62a-8035e9b0c45a" providerId="ADAL" clId="{20F04FD4-9900-4063-95EE-CD816832BC31}" dt="2025-10-13T17:18:04.198" v="31948"/>
        <pc:sldMkLst>
          <pc:docMk/>
          <pc:sldMk cId="1054110784" sldId="547"/>
        </pc:sldMkLst>
        <pc:spChg chg="mod">
          <ac:chgData name="Robert de Groote" userId="2ce5265b-80a0-4fb8-a62a-8035e9b0c45a" providerId="ADAL" clId="{20F04FD4-9900-4063-95EE-CD816832BC31}" dt="2025-10-13T17:17:43.530" v="31940"/>
          <ac:spMkLst>
            <pc:docMk/>
            <pc:sldMk cId="1054110784" sldId="547"/>
            <ac:spMk id="2" creationId="{E7E29521-539D-A317-9C68-B0A07520E5FA}"/>
          </ac:spMkLst>
        </pc:spChg>
        <pc:spChg chg="mod">
          <ac:chgData name="Robert de Groote" userId="2ce5265b-80a0-4fb8-a62a-8035e9b0c45a" providerId="ADAL" clId="{20F04FD4-9900-4063-95EE-CD816832BC31}" dt="2025-10-13T17:18:04.198" v="31948"/>
          <ac:spMkLst>
            <pc:docMk/>
            <pc:sldMk cId="1054110784" sldId="547"/>
            <ac:spMk id="3" creationId="{2146519D-0CB9-2C5F-E3AA-AFB7AC8A4341}"/>
          </ac:spMkLst>
        </pc:spChg>
        <pc:spChg chg="ord">
          <ac:chgData name="Robert de Groote" userId="2ce5265b-80a0-4fb8-a62a-8035e9b0c45a" providerId="ADAL" clId="{20F04FD4-9900-4063-95EE-CD816832BC31}" dt="2025-10-13T17:14:33.714" v="31922" actId="167"/>
          <ac:spMkLst>
            <pc:docMk/>
            <pc:sldMk cId="1054110784" sldId="547"/>
            <ac:spMk id="4" creationId="{E02F3867-EF3B-8226-23E3-683F5C4EF008}"/>
          </ac:spMkLst>
        </pc:spChg>
        <pc:spChg chg="mod">
          <ac:chgData name="Robert de Groote" userId="2ce5265b-80a0-4fb8-a62a-8035e9b0c45a" providerId="ADAL" clId="{20F04FD4-9900-4063-95EE-CD816832BC31}" dt="2025-10-13T13:41:40.509" v="30269" actId="207"/>
          <ac:spMkLst>
            <pc:docMk/>
            <pc:sldMk cId="1054110784" sldId="547"/>
            <ac:spMk id="11" creationId="{1C03AD12-E8FB-83F6-494D-9D14956406A2}"/>
          </ac:spMkLst>
        </pc:spChg>
        <pc:spChg chg="ord">
          <ac:chgData name="Robert de Groote" userId="2ce5265b-80a0-4fb8-a62a-8035e9b0c45a" providerId="ADAL" clId="{20F04FD4-9900-4063-95EE-CD816832BC31}" dt="2025-10-13T17:14:44.242" v="31923" actId="167"/>
          <ac:spMkLst>
            <pc:docMk/>
            <pc:sldMk cId="1054110784" sldId="547"/>
            <ac:spMk id="12" creationId="{9884585D-CB74-5869-E6C0-8B32E2117E83}"/>
          </ac:spMkLst>
        </pc:spChg>
        <pc:spChg chg="del">
          <ac:chgData name="Robert de Groote" userId="2ce5265b-80a0-4fb8-a62a-8035e9b0c45a" providerId="ADAL" clId="{20F04FD4-9900-4063-95EE-CD816832BC31}" dt="2025-10-13T13:31:04.596" v="29999" actId="478"/>
          <ac:spMkLst>
            <pc:docMk/>
            <pc:sldMk cId="1054110784" sldId="547"/>
            <ac:spMk id="24" creationId="{DDDD2E17-0ACA-61E8-52F6-F0744F0C21D4}"/>
          </ac:spMkLst>
        </pc:spChg>
        <pc:spChg chg="del">
          <ac:chgData name="Robert de Groote" userId="2ce5265b-80a0-4fb8-a62a-8035e9b0c45a" providerId="ADAL" clId="{20F04FD4-9900-4063-95EE-CD816832BC31}" dt="2025-10-13T13:31:04.596" v="29999" actId="478"/>
          <ac:spMkLst>
            <pc:docMk/>
            <pc:sldMk cId="1054110784" sldId="547"/>
            <ac:spMk id="25" creationId="{BE4D9732-AA2F-4BD6-7860-BCEBF8E8837D}"/>
          </ac:spMkLst>
        </pc:spChg>
        <pc:spChg chg="del mod ord">
          <ac:chgData name="Robert de Groote" userId="2ce5265b-80a0-4fb8-a62a-8035e9b0c45a" providerId="ADAL" clId="{20F04FD4-9900-4063-95EE-CD816832BC31}" dt="2025-10-13T13:31:04.596" v="29999" actId="478"/>
          <ac:spMkLst>
            <pc:docMk/>
            <pc:sldMk cId="1054110784" sldId="547"/>
            <ac:spMk id="26" creationId="{51F555FA-C9DD-CEA1-D8F4-1E0A20A3306D}"/>
          </ac:spMkLst>
        </pc:spChg>
        <pc:spChg chg="del">
          <ac:chgData name="Robert de Groote" userId="2ce5265b-80a0-4fb8-a62a-8035e9b0c45a" providerId="ADAL" clId="{20F04FD4-9900-4063-95EE-CD816832BC31}" dt="2025-10-13T13:31:04.596" v="29999" actId="478"/>
          <ac:spMkLst>
            <pc:docMk/>
            <pc:sldMk cId="1054110784" sldId="547"/>
            <ac:spMk id="28" creationId="{53881C89-61CF-3C64-51D9-54CE33A48842}"/>
          </ac:spMkLst>
        </pc:spChg>
        <pc:spChg chg="mod">
          <ac:chgData name="Robert de Groote" userId="2ce5265b-80a0-4fb8-a62a-8035e9b0c45a" providerId="ADAL" clId="{20F04FD4-9900-4063-95EE-CD816832BC31}" dt="2025-10-11T09:53:06.928" v="14277" actId="20577"/>
          <ac:spMkLst>
            <pc:docMk/>
            <pc:sldMk cId="1054110784" sldId="547"/>
            <ac:spMk id="31" creationId="{F6246FFA-552D-2EAB-0668-49A1B8ED375E}"/>
          </ac:spMkLst>
        </pc:spChg>
        <pc:spChg chg="mod">
          <ac:chgData name="Robert de Groote" userId="2ce5265b-80a0-4fb8-a62a-8035e9b0c45a" providerId="ADAL" clId="{20F04FD4-9900-4063-95EE-CD816832BC31}" dt="2025-10-11T11:55:56.830" v="17193" actId="20577"/>
          <ac:spMkLst>
            <pc:docMk/>
            <pc:sldMk cId="1054110784" sldId="547"/>
            <ac:spMk id="32" creationId="{0EF5A0A6-8C83-A494-63B9-989BCF0905D6}"/>
          </ac:spMkLst>
        </pc:spChg>
        <pc:spChg chg="mod">
          <ac:chgData name="Robert de Groote" userId="2ce5265b-80a0-4fb8-a62a-8035e9b0c45a" providerId="ADAL" clId="{20F04FD4-9900-4063-95EE-CD816832BC31}" dt="2025-10-11T09:52:52.105" v="14268" actId="108"/>
          <ac:spMkLst>
            <pc:docMk/>
            <pc:sldMk cId="1054110784" sldId="547"/>
            <ac:spMk id="36" creationId="{0AC3A9E2-2EA2-EC12-96B7-F7FA8592A3DA}"/>
          </ac:spMkLst>
        </pc:spChg>
        <pc:spChg chg="mod">
          <ac:chgData name="Robert de Groote" userId="2ce5265b-80a0-4fb8-a62a-8035e9b0c45a" providerId="ADAL" clId="{20F04FD4-9900-4063-95EE-CD816832BC31}" dt="2025-10-13T13:45:36.796" v="30445"/>
          <ac:spMkLst>
            <pc:docMk/>
            <pc:sldMk cId="1054110784" sldId="547"/>
            <ac:spMk id="47" creationId="{8789593C-C6B0-0918-47F7-04086F832465}"/>
          </ac:spMkLst>
        </pc:spChg>
        <pc:spChg chg="mod">
          <ac:chgData name="Robert de Groote" userId="2ce5265b-80a0-4fb8-a62a-8035e9b0c45a" providerId="ADAL" clId="{20F04FD4-9900-4063-95EE-CD816832BC31}" dt="2025-10-11T09:53:13.749" v="14282" actId="20577"/>
          <ac:spMkLst>
            <pc:docMk/>
            <pc:sldMk cId="1054110784" sldId="547"/>
            <ac:spMk id="48" creationId="{DFE65ED1-440B-5C6D-8665-61B5CE6A1B58}"/>
          </ac:spMkLst>
        </pc:spChg>
        <pc:spChg chg="mod">
          <ac:chgData name="Robert de Groote" userId="2ce5265b-80a0-4fb8-a62a-8035e9b0c45a" providerId="ADAL" clId="{20F04FD4-9900-4063-95EE-CD816832BC31}" dt="2025-10-13T13:45:17.757" v="30382"/>
          <ac:spMkLst>
            <pc:docMk/>
            <pc:sldMk cId="1054110784" sldId="547"/>
            <ac:spMk id="49" creationId="{B03543A9-9441-4E78-2708-1CA77B0B818E}"/>
          </ac:spMkLst>
        </pc:spChg>
        <pc:spChg chg="add del mod ord">
          <ac:chgData name="Robert de Groote" userId="2ce5265b-80a0-4fb8-a62a-8035e9b0c45a" providerId="ADAL" clId="{20F04FD4-9900-4063-95EE-CD816832BC31}" dt="2025-10-13T13:28:52.504" v="29981" actId="478"/>
          <ac:spMkLst>
            <pc:docMk/>
            <pc:sldMk cId="1054110784" sldId="547"/>
            <ac:spMk id="50" creationId="{20DCC186-8D45-CEB6-8E84-F7DE51919412}"/>
          </ac:spMkLst>
        </pc:spChg>
        <pc:spChg chg="add del mod ord">
          <ac:chgData name="Robert de Groote" userId="2ce5265b-80a0-4fb8-a62a-8035e9b0c45a" providerId="ADAL" clId="{20F04FD4-9900-4063-95EE-CD816832BC31}" dt="2025-10-13T13:28:16.935" v="29930"/>
          <ac:spMkLst>
            <pc:docMk/>
            <pc:sldMk cId="1054110784" sldId="547"/>
            <ac:spMk id="51" creationId="{9DC68D1F-38F0-9596-7D93-CE8724E988B5}"/>
          </ac:spMkLst>
        </pc:spChg>
        <pc:spChg chg="add del mod ord">
          <ac:chgData name="Robert de Groote" userId="2ce5265b-80a0-4fb8-a62a-8035e9b0c45a" providerId="ADAL" clId="{20F04FD4-9900-4063-95EE-CD816832BC31}" dt="2025-10-13T13:28:16.935" v="29930"/>
          <ac:spMkLst>
            <pc:docMk/>
            <pc:sldMk cId="1054110784" sldId="547"/>
            <ac:spMk id="52" creationId="{F5D6F8C0-BC11-F08E-E2EB-595AA4D565E3}"/>
          </ac:spMkLst>
        </pc:spChg>
        <pc:spChg chg="add del mod">
          <ac:chgData name="Robert de Groote" userId="2ce5265b-80a0-4fb8-a62a-8035e9b0c45a" providerId="ADAL" clId="{20F04FD4-9900-4063-95EE-CD816832BC31}" dt="2025-10-13T13:28:16.857" v="29887"/>
          <ac:spMkLst>
            <pc:docMk/>
            <pc:sldMk cId="1054110784" sldId="547"/>
            <ac:spMk id="53" creationId="{4E4184F7-22A2-F54E-0DBA-049877DDC396}"/>
          </ac:spMkLst>
        </pc:spChg>
        <pc:spChg chg="add del mod">
          <ac:chgData name="Robert de Groote" userId="2ce5265b-80a0-4fb8-a62a-8035e9b0c45a" providerId="ADAL" clId="{20F04FD4-9900-4063-95EE-CD816832BC31}" dt="2025-10-13T13:28:16.904" v="29896"/>
          <ac:spMkLst>
            <pc:docMk/>
            <pc:sldMk cId="1054110784" sldId="547"/>
            <ac:spMk id="54" creationId="{CD84CE79-DCCD-33CF-9036-6BA6FAC30C8F}"/>
          </ac:spMkLst>
        </pc:spChg>
        <pc:spChg chg="add del mod ord">
          <ac:chgData name="Robert de Groote" userId="2ce5265b-80a0-4fb8-a62a-8035e9b0c45a" providerId="ADAL" clId="{20F04FD4-9900-4063-95EE-CD816832BC31}" dt="2025-10-13T13:28:17.001" v="29975"/>
          <ac:spMkLst>
            <pc:docMk/>
            <pc:sldMk cId="1054110784" sldId="547"/>
            <ac:spMk id="55" creationId="{4D5D5342-D716-7026-D9B0-99CCE96974FA}"/>
          </ac:spMkLst>
        </pc:spChg>
        <pc:spChg chg="add del mod ord">
          <ac:chgData name="Robert de Groote" userId="2ce5265b-80a0-4fb8-a62a-8035e9b0c45a" providerId="ADAL" clId="{20F04FD4-9900-4063-95EE-CD816832BC31}" dt="2025-10-13T13:28:17.001" v="29975"/>
          <ac:spMkLst>
            <pc:docMk/>
            <pc:sldMk cId="1054110784" sldId="547"/>
            <ac:spMk id="56" creationId="{C0F82FE9-441C-3E6C-726A-ADDCBEFB2C5B}"/>
          </ac:spMkLst>
        </pc:spChg>
        <pc:spChg chg="add del mod">
          <ac:chgData name="Robert de Groote" userId="2ce5265b-80a0-4fb8-a62a-8035e9b0c45a" providerId="ADAL" clId="{20F04FD4-9900-4063-95EE-CD816832BC31}" dt="2025-10-13T13:28:16.967" v="29940"/>
          <ac:spMkLst>
            <pc:docMk/>
            <pc:sldMk cId="1054110784" sldId="547"/>
            <ac:spMk id="57" creationId="{2AC35EA2-1989-4DB6-532D-A838256D08EF}"/>
          </ac:spMkLst>
        </pc:spChg>
        <pc:spChg chg="add del mod ord">
          <ac:chgData name="Robert de Groote" userId="2ce5265b-80a0-4fb8-a62a-8035e9b0c45a" providerId="ADAL" clId="{20F04FD4-9900-4063-95EE-CD816832BC31}" dt="2025-10-13T13:31:04.596" v="29999" actId="478"/>
          <ac:spMkLst>
            <pc:docMk/>
            <pc:sldMk cId="1054110784" sldId="547"/>
            <ac:spMk id="58" creationId="{FE0E0650-D351-589C-CA74-93EF7D8B4C61}"/>
          </ac:spMkLst>
        </pc:spChg>
        <pc:spChg chg="add del mod">
          <ac:chgData name="Robert de Groote" userId="2ce5265b-80a0-4fb8-a62a-8035e9b0c45a" providerId="ADAL" clId="{20F04FD4-9900-4063-95EE-CD816832BC31}" dt="2025-10-13T13:28:16.982" v="29949"/>
          <ac:spMkLst>
            <pc:docMk/>
            <pc:sldMk cId="1054110784" sldId="547"/>
            <ac:spMk id="59" creationId="{C54A7D46-D706-BB76-588B-4D7EFD6DD9D7}"/>
          </ac:spMkLst>
        </pc:spChg>
        <pc:spChg chg="add mod">
          <ac:chgData name="Robert de Groote" userId="2ce5265b-80a0-4fb8-a62a-8035e9b0c45a" providerId="ADAL" clId="{20F04FD4-9900-4063-95EE-CD816832BC31}" dt="2025-10-13T13:32:51.809" v="30176"/>
          <ac:spMkLst>
            <pc:docMk/>
            <pc:sldMk cId="1054110784" sldId="547"/>
            <ac:spMk id="60" creationId="{C1CF2292-314E-0368-6E08-F7762EFB370C}"/>
          </ac:spMkLst>
        </pc:spChg>
        <pc:spChg chg="add mod">
          <ac:chgData name="Robert de Groote" userId="2ce5265b-80a0-4fb8-a62a-8035e9b0c45a" providerId="ADAL" clId="{20F04FD4-9900-4063-95EE-CD816832BC31}" dt="2025-10-13T13:32:51.809" v="30177"/>
          <ac:spMkLst>
            <pc:docMk/>
            <pc:sldMk cId="1054110784" sldId="547"/>
            <ac:spMk id="61" creationId="{76F17E44-923A-750C-E604-7995B40F39B7}"/>
          </ac:spMkLst>
        </pc:spChg>
        <pc:spChg chg="add mod">
          <ac:chgData name="Robert de Groote" userId="2ce5265b-80a0-4fb8-a62a-8035e9b0c45a" providerId="ADAL" clId="{20F04FD4-9900-4063-95EE-CD816832BC31}" dt="2025-10-13T13:32:51.809" v="30178"/>
          <ac:spMkLst>
            <pc:docMk/>
            <pc:sldMk cId="1054110784" sldId="547"/>
            <ac:spMk id="62" creationId="{D56310E6-1F4F-9283-1E7C-18111EBF1C2E}"/>
          </ac:spMkLst>
        </pc:spChg>
        <pc:spChg chg="add del mod">
          <ac:chgData name="Robert de Groote" userId="2ce5265b-80a0-4fb8-a62a-8035e9b0c45a" providerId="ADAL" clId="{20F04FD4-9900-4063-95EE-CD816832BC31}" dt="2025-10-13T13:35:01.092" v="30221" actId="478"/>
          <ac:spMkLst>
            <pc:docMk/>
            <pc:sldMk cId="1054110784" sldId="547"/>
            <ac:spMk id="63" creationId="{78D097BC-C08F-32B8-A809-5C11158F7040}"/>
          </ac:spMkLst>
        </pc:spChg>
        <pc:spChg chg="add del mod">
          <ac:chgData name="Robert de Groote" userId="2ce5265b-80a0-4fb8-a62a-8035e9b0c45a" providerId="ADAL" clId="{20F04FD4-9900-4063-95EE-CD816832BC31}" dt="2025-10-13T13:35:01.092" v="30221" actId="478"/>
          <ac:spMkLst>
            <pc:docMk/>
            <pc:sldMk cId="1054110784" sldId="547"/>
            <ac:spMk id="256" creationId="{96F09ED9-58D9-8EFD-D7D6-A483EA63F07F}"/>
          </ac:spMkLst>
        </pc:spChg>
        <pc:spChg chg="add del mod">
          <ac:chgData name="Robert de Groote" userId="2ce5265b-80a0-4fb8-a62a-8035e9b0c45a" providerId="ADAL" clId="{20F04FD4-9900-4063-95EE-CD816832BC31}" dt="2025-10-13T13:35:01.092" v="30221" actId="478"/>
          <ac:spMkLst>
            <pc:docMk/>
            <pc:sldMk cId="1054110784" sldId="547"/>
            <ac:spMk id="257" creationId="{8B6351BD-BD70-571E-A56A-B47906E3DB38}"/>
          </ac:spMkLst>
        </pc:spChg>
        <pc:spChg chg="add del mod">
          <ac:chgData name="Robert de Groote" userId="2ce5265b-80a0-4fb8-a62a-8035e9b0c45a" providerId="ADAL" clId="{20F04FD4-9900-4063-95EE-CD816832BC31}" dt="2025-10-13T13:35:01.092" v="30221" actId="478"/>
          <ac:spMkLst>
            <pc:docMk/>
            <pc:sldMk cId="1054110784" sldId="547"/>
            <ac:spMk id="258" creationId="{C2DEAEA7-9322-522F-CA30-34F831B97A9C}"/>
          </ac:spMkLst>
        </pc:spChg>
        <pc:spChg chg="add del mod ord">
          <ac:chgData name="Robert de Groote" userId="2ce5265b-80a0-4fb8-a62a-8035e9b0c45a" providerId="ADAL" clId="{20F04FD4-9900-4063-95EE-CD816832BC31}" dt="2025-10-13T13:31:04.596" v="29999" actId="478"/>
          <ac:spMkLst>
            <pc:docMk/>
            <pc:sldMk cId="1054110784" sldId="547"/>
            <ac:spMk id="259" creationId="{1F4FBACD-3788-A2F3-DDBD-392B210112F5}"/>
          </ac:spMkLst>
        </pc:spChg>
        <pc:spChg chg="add del mod">
          <ac:chgData name="Robert de Groote" userId="2ce5265b-80a0-4fb8-a62a-8035e9b0c45a" providerId="ADAL" clId="{20F04FD4-9900-4063-95EE-CD816832BC31}" dt="2025-10-13T13:35:01.092" v="30221" actId="478"/>
          <ac:spMkLst>
            <pc:docMk/>
            <pc:sldMk cId="1054110784" sldId="547"/>
            <ac:spMk id="260" creationId="{526D475A-3719-ACE5-9DCD-CFA410653D25}"/>
          </ac:spMkLst>
        </pc:spChg>
        <pc:spChg chg="add del mod">
          <ac:chgData name="Robert de Groote" userId="2ce5265b-80a0-4fb8-a62a-8035e9b0c45a" providerId="ADAL" clId="{20F04FD4-9900-4063-95EE-CD816832BC31}" dt="2025-10-13T13:35:01.092" v="30221" actId="478"/>
          <ac:spMkLst>
            <pc:docMk/>
            <pc:sldMk cId="1054110784" sldId="547"/>
            <ac:spMk id="261" creationId="{83F4940B-8C2D-9446-610F-DB845B8DCF2B}"/>
          </ac:spMkLst>
        </pc:spChg>
        <pc:spChg chg="add del mod">
          <ac:chgData name="Robert de Groote" userId="2ce5265b-80a0-4fb8-a62a-8035e9b0c45a" providerId="ADAL" clId="{20F04FD4-9900-4063-95EE-CD816832BC31}" dt="2025-10-13T13:35:01.092" v="30221" actId="478"/>
          <ac:spMkLst>
            <pc:docMk/>
            <pc:sldMk cId="1054110784" sldId="547"/>
            <ac:spMk id="262" creationId="{EB84AD14-E016-EDED-0D9F-79AE6541FFF6}"/>
          </ac:spMkLst>
        </pc:spChg>
        <pc:spChg chg="add mod ord">
          <ac:chgData name="Robert de Groote" userId="2ce5265b-80a0-4fb8-a62a-8035e9b0c45a" providerId="ADAL" clId="{20F04FD4-9900-4063-95EE-CD816832BC31}" dt="2025-10-13T13:45:30.845" v="30389" actId="167"/>
          <ac:spMkLst>
            <pc:docMk/>
            <pc:sldMk cId="1054110784" sldId="547"/>
            <ac:spMk id="263" creationId="{3F9E84C1-959E-897A-FC77-942288236025}"/>
          </ac:spMkLst>
        </pc:spChg>
        <pc:spChg chg="add mod ord">
          <ac:chgData name="Robert de Groote" userId="2ce5265b-80a0-4fb8-a62a-8035e9b0c45a" providerId="ADAL" clId="{20F04FD4-9900-4063-95EE-CD816832BC31}" dt="2025-10-13T13:45:42.969" v="30452" actId="167"/>
          <ac:spMkLst>
            <pc:docMk/>
            <pc:sldMk cId="1054110784" sldId="547"/>
            <ac:spMk id="264" creationId="{56BB2FEF-614F-BC7B-BD36-E71CD2A07AC7}"/>
          </ac:spMkLst>
        </pc:spChg>
        <pc:spChg chg="add del mod">
          <ac:chgData name="Robert de Groote" userId="2ce5265b-80a0-4fb8-a62a-8035e9b0c45a" providerId="ADAL" clId="{20F04FD4-9900-4063-95EE-CD816832BC31}" dt="2025-10-13T13:45:17.773" v="30388"/>
          <ac:spMkLst>
            <pc:docMk/>
            <pc:sldMk cId="1054110784" sldId="547"/>
            <ac:spMk id="265" creationId="{B636FA4C-FDFC-F7A1-80D3-101BA555AA21}"/>
          </ac:spMkLst>
        </pc:spChg>
        <pc:spChg chg="add del mod">
          <ac:chgData name="Robert de Groote" userId="2ce5265b-80a0-4fb8-a62a-8035e9b0c45a" providerId="ADAL" clId="{20F04FD4-9900-4063-95EE-CD816832BC31}" dt="2025-10-13T13:45:17.773" v="30388"/>
          <ac:spMkLst>
            <pc:docMk/>
            <pc:sldMk cId="1054110784" sldId="547"/>
            <ac:spMk id="266" creationId="{9591FEE6-5D75-B33F-A5EE-39BD3E892524}"/>
          </ac:spMkLst>
        </pc:spChg>
        <pc:spChg chg="add del mod">
          <ac:chgData name="Robert de Groote" userId="2ce5265b-80a0-4fb8-a62a-8035e9b0c45a" providerId="ADAL" clId="{20F04FD4-9900-4063-95EE-CD816832BC31}" dt="2025-10-13T13:45:17.647" v="30347"/>
          <ac:spMkLst>
            <pc:docMk/>
            <pc:sldMk cId="1054110784" sldId="547"/>
            <ac:spMk id="267" creationId="{6B13BD57-B27A-56E9-6B5D-ED7784B46EBC}"/>
          </ac:spMkLst>
        </pc:spChg>
        <pc:spChg chg="add del mod ord">
          <ac:chgData name="Robert de Groote" userId="2ce5265b-80a0-4fb8-a62a-8035e9b0c45a" providerId="ADAL" clId="{20F04FD4-9900-4063-95EE-CD816832BC31}" dt="2025-10-13T13:31:04.596" v="29999" actId="478"/>
          <ac:spMkLst>
            <pc:docMk/>
            <pc:sldMk cId="1054110784" sldId="547"/>
            <ac:spMk id="268" creationId="{4EE0B953-A33E-112A-4032-694E771344B8}"/>
          </ac:spMkLst>
        </pc:spChg>
        <pc:spChg chg="add del mod">
          <ac:chgData name="Robert de Groote" userId="2ce5265b-80a0-4fb8-a62a-8035e9b0c45a" providerId="ADAL" clId="{20F04FD4-9900-4063-95EE-CD816832BC31}" dt="2025-10-13T13:45:17.678" v="30356"/>
          <ac:spMkLst>
            <pc:docMk/>
            <pc:sldMk cId="1054110784" sldId="547"/>
            <ac:spMk id="269" creationId="{4C5926F4-4A67-D604-9F5D-F0247828BDA9}"/>
          </ac:spMkLst>
        </pc:spChg>
        <pc:spChg chg="add del mod">
          <ac:chgData name="Robert de Groote" userId="2ce5265b-80a0-4fb8-a62a-8035e9b0c45a" providerId="ADAL" clId="{20F04FD4-9900-4063-95EE-CD816832BC31}" dt="2025-10-13T13:45:17.694" v="30365"/>
          <ac:spMkLst>
            <pc:docMk/>
            <pc:sldMk cId="1054110784" sldId="547"/>
            <ac:spMk id="270" creationId="{F0640ED8-273A-DFFB-8BB9-28A373C7AC26}"/>
          </ac:spMkLst>
        </pc:spChg>
        <pc:spChg chg="add del mod">
          <ac:chgData name="Robert de Groote" userId="2ce5265b-80a0-4fb8-a62a-8035e9b0c45a" providerId="ADAL" clId="{20F04FD4-9900-4063-95EE-CD816832BC31}" dt="2025-10-13T13:45:17.741" v="30374"/>
          <ac:spMkLst>
            <pc:docMk/>
            <pc:sldMk cId="1054110784" sldId="547"/>
            <ac:spMk id="271" creationId="{936EED5F-CEBF-4006-F20E-AD5AF99FAF27}"/>
          </ac:spMkLst>
        </pc:spChg>
        <pc:spChg chg="add del mod">
          <ac:chgData name="Robert de Groote" userId="2ce5265b-80a0-4fb8-a62a-8035e9b0c45a" providerId="ADAL" clId="{20F04FD4-9900-4063-95EE-CD816832BC31}" dt="2025-10-13T13:45:36.796" v="30451"/>
          <ac:spMkLst>
            <pc:docMk/>
            <pc:sldMk cId="1054110784" sldId="547"/>
            <ac:spMk id="272" creationId="{FC1B9AC7-9C52-08E5-C0D4-E16A38990E2D}"/>
          </ac:spMkLst>
        </pc:spChg>
        <pc:spChg chg="add del mod">
          <ac:chgData name="Robert de Groote" userId="2ce5265b-80a0-4fb8-a62a-8035e9b0c45a" providerId="ADAL" clId="{20F04FD4-9900-4063-95EE-CD816832BC31}" dt="2025-10-13T13:45:36.796" v="30451"/>
          <ac:spMkLst>
            <pc:docMk/>
            <pc:sldMk cId="1054110784" sldId="547"/>
            <ac:spMk id="273" creationId="{88844BE9-3A06-473E-B80C-F3A78CA702C2}"/>
          </ac:spMkLst>
        </pc:spChg>
        <pc:spChg chg="add del mod">
          <ac:chgData name="Robert de Groote" userId="2ce5265b-80a0-4fb8-a62a-8035e9b0c45a" providerId="ADAL" clId="{20F04FD4-9900-4063-95EE-CD816832BC31}" dt="2025-10-13T13:45:36.705" v="30410"/>
          <ac:spMkLst>
            <pc:docMk/>
            <pc:sldMk cId="1054110784" sldId="547"/>
            <ac:spMk id="274" creationId="{9FA1992C-9AC9-00B9-F86C-2B97BAB5BB90}"/>
          </ac:spMkLst>
        </pc:spChg>
        <pc:spChg chg="add del mod">
          <ac:chgData name="Robert de Groote" userId="2ce5265b-80a0-4fb8-a62a-8035e9b0c45a" providerId="ADAL" clId="{20F04FD4-9900-4063-95EE-CD816832BC31}" dt="2025-10-13T13:45:36.737" v="30419"/>
          <ac:spMkLst>
            <pc:docMk/>
            <pc:sldMk cId="1054110784" sldId="547"/>
            <ac:spMk id="275" creationId="{EAA64F36-D6F2-F9EC-7BA1-CDFE20D88F1C}"/>
          </ac:spMkLst>
        </pc:spChg>
        <pc:spChg chg="add del mod">
          <ac:chgData name="Robert de Groote" userId="2ce5265b-80a0-4fb8-a62a-8035e9b0c45a" providerId="ADAL" clId="{20F04FD4-9900-4063-95EE-CD816832BC31}" dt="2025-10-13T13:45:36.749" v="30428"/>
          <ac:spMkLst>
            <pc:docMk/>
            <pc:sldMk cId="1054110784" sldId="547"/>
            <ac:spMk id="276" creationId="{047F41C1-AFEF-CC7A-4513-E2E952263311}"/>
          </ac:spMkLst>
        </pc:spChg>
        <pc:spChg chg="add del mod">
          <ac:chgData name="Robert de Groote" userId="2ce5265b-80a0-4fb8-a62a-8035e9b0c45a" providerId="ADAL" clId="{20F04FD4-9900-4063-95EE-CD816832BC31}" dt="2025-10-13T13:45:36.764" v="30437"/>
          <ac:spMkLst>
            <pc:docMk/>
            <pc:sldMk cId="1054110784" sldId="547"/>
            <ac:spMk id="277" creationId="{1A0B8F14-A407-402E-4E44-7CFB390B09EC}"/>
          </ac:spMkLst>
        </pc:spChg>
        <pc:spChg chg="del">
          <ac:chgData name="Robert de Groote" userId="2ce5265b-80a0-4fb8-a62a-8035e9b0c45a" providerId="ADAL" clId="{20F04FD4-9900-4063-95EE-CD816832BC31}" dt="2025-10-13T13:31:04.596" v="29999" actId="478"/>
          <ac:spMkLst>
            <pc:docMk/>
            <pc:sldMk cId="1054110784" sldId="547"/>
            <ac:spMk id="287" creationId="{12E85236-1F59-7854-9A3F-258B722712D5}"/>
          </ac:spMkLst>
        </pc:spChg>
        <pc:cxnChg chg="mod">
          <ac:chgData name="Robert de Groote" userId="2ce5265b-80a0-4fb8-a62a-8035e9b0c45a" providerId="ADAL" clId="{20F04FD4-9900-4063-95EE-CD816832BC31}" dt="2025-10-11T09:52:37.253" v="14261" actId="208"/>
          <ac:cxnSpMkLst>
            <pc:docMk/>
            <pc:sldMk cId="1054110784" sldId="547"/>
            <ac:cxnSpMk id="6" creationId="{DF1D3899-1142-9CB8-5F95-64FB095FBFE9}"/>
          </ac:cxnSpMkLst>
        </pc:cxnChg>
        <pc:cxnChg chg="mod">
          <ac:chgData name="Robert de Groote" userId="2ce5265b-80a0-4fb8-a62a-8035e9b0c45a" providerId="ADAL" clId="{20F04FD4-9900-4063-95EE-CD816832BC31}" dt="2025-10-11T09:52:46.621" v="14264" actId="108"/>
          <ac:cxnSpMkLst>
            <pc:docMk/>
            <pc:sldMk cId="1054110784" sldId="547"/>
            <ac:cxnSpMk id="9" creationId="{FC53DF59-6A92-7FE1-65B0-8055108FC693}"/>
          </ac:cxnSpMkLst>
        </pc:cxnChg>
        <pc:cxnChg chg="mod">
          <ac:chgData name="Robert de Groote" userId="2ce5265b-80a0-4fb8-a62a-8035e9b0c45a" providerId="ADAL" clId="{20F04FD4-9900-4063-95EE-CD816832BC31}" dt="2025-10-11T09:52:56.046" v="14271" actId="108"/>
          <ac:cxnSpMkLst>
            <pc:docMk/>
            <pc:sldMk cId="1054110784" sldId="547"/>
            <ac:cxnSpMk id="10" creationId="{3C14A335-2354-9A64-D656-82DBBC86150E}"/>
          </ac:cxnSpMkLst>
        </pc:cxnChg>
        <pc:cxnChg chg="mod">
          <ac:chgData name="Robert de Groote" userId="2ce5265b-80a0-4fb8-a62a-8035e9b0c45a" providerId="ADAL" clId="{20F04FD4-9900-4063-95EE-CD816832BC31}" dt="2025-10-11T09:52:45.065" v="14263" actId="108"/>
          <ac:cxnSpMkLst>
            <pc:docMk/>
            <pc:sldMk cId="1054110784" sldId="547"/>
            <ac:cxnSpMk id="18" creationId="{CA1F4C62-2F18-59EB-BF31-27CE98EE6B34}"/>
          </ac:cxnSpMkLst>
        </pc:cxnChg>
        <pc:cxnChg chg="mod">
          <ac:chgData name="Robert de Groote" userId="2ce5265b-80a0-4fb8-a62a-8035e9b0c45a" providerId="ADAL" clId="{20F04FD4-9900-4063-95EE-CD816832BC31}" dt="2025-10-11T09:52:57.584" v="14272" actId="108"/>
          <ac:cxnSpMkLst>
            <pc:docMk/>
            <pc:sldMk cId="1054110784" sldId="547"/>
            <ac:cxnSpMk id="19" creationId="{D9A410AC-7ADF-AB70-FB0F-39F9D55886A3}"/>
          </ac:cxnSpMkLst>
        </pc:cxnChg>
        <pc:cxnChg chg="mod">
          <ac:chgData name="Robert de Groote" userId="2ce5265b-80a0-4fb8-a62a-8035e9b0c45a" providerId="ADAL" clId="{20F04FD4-9900-4063-95EE-CD816832BC31}" dt="2025-10-11T09:52:43.823" v="14262" actId="108"/>
          <ac:cxnSpMkLst>
            <pc:docMk/>
            <pc:sldMk cId="1054110784" sldId="547"/>
            <ac:cxnSpMk id="20" creationId="{0BCD30FF-55DE-13CA-F12B-9F9A694E4ECB}"/>
          </ac:cxnSpMkLst>
        </pc:cxnChg>
        <pc:cxnChg chg="mod">
          <ac:chgData name="Robert de Groote" userId="2ce5265b-80a0-4fb8-a62a-8035e9b0c45a" providerId="ADAL" clId="{20F04FD4-9900-4063-95EE-CD816832BC31}" dt="2025-10-11T09:52:47.877" v="14265" actId="108"/>
          <ac:cxnSpMkLst>
            <pc:docMk/>
            <pc:sldMk cId="1054110784" sldId="547"/>
            <ac:cxnSpMk id="21" creationId="{9EA091AD-6002-65CB-A7CC-6B4C79E6F9C7}"/>
          </ac:cxnSpMkLst>
        </pc:cxnChg>
        <pc:cxnChg chg="mod">
          <ac:chgData name="Robert de Groote" userId="2ce5265b-80a0-4fb8-a62a-8035e9b0c45a" providerId="ADAL" clId="{20F04FD4-9900-4063-95EE-CD816832BC31}" dt="2025-10-11T09:52:49.326" v="14266" actId="108"/>
          <ac:cxnSpMkLst>
            <pc:docMk/>
            <pc:sldMk cId="1054110784" sldId="547"/>
            <ac:cxnSpMk id="22" creationId="{89EAF3F2-C355-3C89-77BD-628723ADF04A}"/>
          </ac:cxnSpMkLst>
        </pc:cxnChg>
        <pc:cxnChg chg="mod">
          <ac:chgData name="Robert de Groote" userId="2ce5265b-80a0-4fb8-a62a-8035e9b0c45a" providerId="ADAL" clId="{20F04FD4-9900-4063-95EE-CD816832BC31}" dt="2025-10-11T09:52:53.110" v="14269" actId="108"/>
          <ac:cxnSpMkLst>
            <pc:docMk/>
            <pc:sldMk cId="1054110784" sldId="547"/>
            <ac:cxnSpMk id="23" creationId="{C7DF64D4-C443-EAD2-5330-A71020BC6C66}"/>
          </ac:cxnSpMkLst>
        </pc:cxnChg>
        <pc:cxnChg chg="mod">
          <ac:chgData name="Robert de Groote" userId="2ce5265b-80a0-4fb8-a62a-8035e9b0c45a" providerId="ADAL" clId="{20F04FD4-9900-4063-95EE-CD816832BC31}" dt="2025-10-11T09:52:54.223" v="14270" actId="108"/>
          <ac:cxnSpMkLst>
            <pc:docMk/>
            <pc:sldMk cId="1054110784" sldId="547"/>
            <ac:cxnSpMk id="27" creationId="{6773AFD8-20F8-4035-4414-08A6D5A9415F}"/>
          </ac:cxnSpMkLst>
        </pc:cxnChg>
      </pc:sldChg>
      <pc:sldChg chg="addSp delSp modSp add mod delAnim modAnim">
        <pc:chgData name="Robert de Groote" userId="2ce5265b-80a0-4fb8-a62a-8035e9b0c45a" providerId="ADAL" clId="{20F04FD4-9900-4063-95EE-CD816832BC31}" dt="2025-10-13T17:18:06.142" v="31949"/>
        <pc:sldMkLst>
          <pc:docMk/>
          <pc:sldMk cId="944112207" sldId="548"/>
        </pc:sldMkLst>
        <pc:spChg chg="mod">
          <ac:chgData name="Robert de Groote" userId="2ce5265b-80a0-4fb8-a62a-8035e9b0c45a" providerId="ADAL" clId="{20F04FD4-9900-4063-95EE-CD816832BC31}" dt="2025-10-13T17:17:45.433" v="31941"/>
          <ac:spMkLst>
            <pc:docMk/>
            <pc:sldMk cId="944112207" sldId="548"/>
            <ac:spMk id="2" creationId="{453592FC-46D2-DE0A-EA40-88B99BEC36EC}"/>
          </ac:spMkLst>
        </pc:spChg>
        <pc:spChg chg="mod">
          <ac:chgData name="Robert de Groote" userId="2ce5265b-80a0-4fb8-a62a-8035e9b0c45a" providerId="ADAL" clId="{20F04FD4-9900-4063-95EE-CD816832BC31}" dt="2025-10-13T17:18:06.142" v="31949"/>
          <ac:spMkLst>
            <pc:docMk/>
            <pc:sldMk cId="944112207" sldId="548"/>
            <ac:spMk id="3" creationId="{56D81977-799E-5F9D-D17E-4024B87F3CC0}"/>
          </ac:spMkLst>
        </pc:spChg>
        <pc:spChg chg="ord">
          <ac:chgData name="Robert de Groote" userId="2ce5265b-80a0-4fb8-a62a-8035e9b0c45a" providerId="ADAL" clId="{20F04FD4-9900-4063-95EE-CD816832BC31}" dt="2025-10-13T17:15:01.827" v="31925" actId="167"/>
          <ac:spMkLst>
            <pc:docMk/>
            <pc:sldMk cId="944112207" sldId="548"/>
            <ac:spMk id="5" creationId="{70984CA1-33D0-E88E-F4FA-E8FA63BB70FB}"/>
          </ac:spMkLst>
        </pc:spChg>
        <pc:spChg chg="mod">
          <ac:chgData name="Robert de Groote" userId="2ce5265b-80a0-4fb8-a62a-8035e9b0c45a" providerId="ADAL" clId="{20F04FD4-9900-4063-95EE-CD816832BC31}" dt="2025-10-13T13:41:49.146" v="30271" actId="108"/>
          <ac:spMkLst>
            <pc:docMk/>
            <pc:sldMk cId="944112207" sldId="548"/>
            <ac:spMk id="7" creationId="{8E988542-041F-CF11-A2FB-F56504B856C4}"/>
          </ac:spMkLst>
        </pc:spChg>
        <pc:spChg chg="mod">
          <ac:chgData name="Robert de Groote" userId="2ce5265b-80a0-4fb8-a62a-8035e9b0c45a" providerId="ADAL" clId="{20F04FD4-9900-4063-95EE-CD816832BC31}" dt="2025-10-13T13:41:48.115" v="30270" actId="108"/>
          <ac:spMkLst>
            <pc:docMk/>
            <pc:sldMk cId="944112207" sldId="548"/>
            <ac:spMk id="11" creationId="{3DF03B1A-0BFC-51DB-CB36-AAE69DA6E024}"/>
          </ac:spMkLst>
        </pc:spChg>
        <pc:spChg chg="ord">
          <ac:chgData name="Robert de Groote" userId="2ce5265b-80a0-4fb8-a62a-8035e9b0c45a" providerId="ADAL" clId="{20F04FD4-9900-4063-95EE-CD816832BC31}" dt="2025-10-13T17:15:04.918" v="31926" actId="167"/>
          <ac:spMkLst>
            <pc:docMk/>
            <pc:sldMk cId="944112207" sldId="548"/>
            <ac:spMk id="13" creationId="{A55540B3-F2C7-EED6-5B38-96C703E000C7}"/>
          </ac:spMkLst>
        </pc:spChg>
        <pc:spChg chg="ord">
          <ac:chgData name="Robert de Groote" userId="2ce5265b-80a0-4fb8-a62a-8035e9b0c45a" providerId="ADAL" clId="{20F04FD4-9900-4063-95EE-CD816832BC31}" dt="2025-10-13T17:14:58.721" v="31924" actId="167"/>
          <ac:spMkLst>
            <pc:docMk/>
            <pc:sldMk cId="944112207" sldId="548"/>
            <ac:spMk id="15" creationId="{519AC539-B302-E572-7BA0-10FDDCBDE6E9}"/>
          </ac:spMkLst>
        </pc:spChg>
        <pc:spChg chg="del">
          <ac:chgData name="Robert de Groote" userId="2ce5265b-80a0-4fb8-a62a-8035e9b0c45a" providerId="ADAL" clId="{20F04FD4-9900-4063-95EE-CD816832BC31}" dt="2025-10-13T13:31:10.475" v="30000" actId="478"/>
          <ac:spMkLst>
            <pc:docMk/>
            <pc:sldMk cId="944112207" sldId="548"/>
            <ac:spMk id="24" creationId="{E491091A-EC7B-6E3E-EB36-75D1E8AE0DDE}"/>
          </ac:spMkLst>
        </pc:spChg>
        <pc:spChg chg="del">
          <ac:chgData name="Robert de Groote" userId="2ce5265b-80a0-4fb8-a62a-8035e9b0c45a" providerId="ADAL" clId="{20F04FD4-9900-4063-95EE-CD816832BC31}" dt="2025-10-13T13:31:10.475" v="30000" actId="478"/>
          <ac:spMkLst>
            <pc:docMk/>
            <pc:sldMk cId="944112207" sldId="548"/>
            <ac:spMk id="25" creationId="{8D5FFBC5-744D-4EBE-9491-0899E6B9EC76}"/>
          </ac:spMkLst>
        </pc:spChg>
        <pc:spChg chg="del mod ord">
          <ac:chgData name="Robert de Groote" userId="2ce5265b-80a0-4fb8-a62a-8035e9b0c45a" providerId="ADAL" clId="{20F04FD4-9900-4063-95EE-CD816832BC31}" dt="2025-10-13T13:31:10.475" v="30000" actId="478"/>
          <ac:spMkLst>
            <pc:docMk/>
            <pc:sldMk cId="944112207" sldId="548"/>
            <ac:spMk id="26" creationId="{33C44DBD-BEE9-A60B-72B0-91D1EEF0D472}"/>
          </ac:spMkLst>
        </pc:spChg>
        <pc:spChg chg="del">
          <ac:chgData name="Robert de Groote" userId="2ce5265b-80a0-4fb8-a62a-8035e9b0c45a" providerId="ADAL" clId="{20F04FD4-9900-4063-95EE-CD816832BC31}" dt="2025-10-13T13:31:10.475" v="30000" actId="478"/>
          <ac:spMkLst>
            <pc:docMk/>
            <pc:sldMk cId="944112207" sldId="548"/>
            <ac:spMk id="28" creationId="{3DE3D9D7-0B45-9F4A-2324-30BC75655F4C}"/>
          </ac:spMkLst>
        </pc:spChg>
        <pc:spChg chg="mod">
          <ac:chgData name="Robert de Groote" userId="2ce5265b-80a0-4fb8-a62a-8035e9b0c45a" providerId="ADAL" clId="{20F04FD4-9900-4063-95EE-CD816832BC31}" dt="2025-10-13T17:00:39.590" v="31359"/>
          <ac:spMkLst>
            <pc:docMk/>
            <pc:sldMk cId="944112207" sldId="548"/>
            <ac:spMk id="31" creationId="{8B5A8E82-00A7-25CF-4F7C-64A36444619C}"/>
          </ac:spMkLst>
        </pc:spChg>
        <pc:spChg chg="mod">
          <ac:chgData name="Robert de Groote" userId="2ce5265b-80a0-4fb8-a62a-8035e9b0c45a" providerId="ADAL" clId="{20F04FD4-9900-4063-95EE-CD816832BC31}" dt="2025-10-11T11:55:53.010" v="17191" actId="20577"/>
          <ac:spMkLst>
            <pc:docMk/>
            <pc:sldMk cId="944112207" sldId="548"/>
            <ac:spMk id="32" creationId="{BAD29E80-A80C-9163-00DA-325DCC948763}"/>
          </ac:spMkLst>
        </pc:spChg>
        <pc:spChg chg="mod">
          <ac:chgData name="Robert de Groote" userId="2ce5265b-80a0-4fb8-a62a-8035e9b0c45a" providerId="ADAL" clId="{20F04FD4-9900-4063-95EE-CD816832BC31}" dt="2025-10-13T17:00:43.756" v="31421"/>
          <ac:spMkLst>
            <pc:docMk/>
            <pc:sldMk cId="944112207" sldId="548"/>
            <ac:spMk id="44" creationId="{67CD6435-B79C-065A-65D7-912F994AFF9A}"/>
          </ac:spMkLst>
        </pc:spChg>
        <pc:spChg chg="mod">
          <ac:chgData name="Robert de Groote" userId="2ce5265b-80a0-4fb8-a62a-8035e9b0c45a" providerId="ADAL" clId="{20F04FD4-9900-4063-95EE-CD816832BC31}" dt="2025-10-13T17:00:47.927" v="31483"/>
          <ac:spMkLst>
            <pc:docMk/>
            <pc:sldMk cId="944112207" sldId="548"/>
            <ac:spMk id="46" creationId="{2709CD2A-A27D-3101-9174-42EAA082ACC5}"/>
          </ac:spMkLst>
        </pc:spChg>
        <pc:spChg chg="mod">
          <ac:chgData name="Robert de Groote" userId="2ce5265b-80a0-4fb8-a62a-8035e9b0c45a" providerId="ADAL" clId="{20F04FD4-9900-4063-95EE-CD816832BC31}" dt="2025-10-11T09:53:45.471" v="14287" actId="20577"/>
          <ac:spMkLst>
            <pc:docMk/>
            <pc:sldMk cId="944112207" sldId="548"/>
            <ac:spMk id="47" creationId="{F23BD6E1-2819-69CC-DDF9-0BB408CDE1B0}"/>
          </ac:spMkLst>
        </pc:spChg>
        <pc:spChg chg="mod">
          <ac:chgData name="Robert de Groote" userId="2ce5265b-80a0-4fb8-a62a-8035e9b0c45a" providerId="ADAL" clId="{20F04FD4-9900-4063-95EE-CD816832BC31}" dt="2025-10-11T09:53:52.229" v="14290" actId="20577"/>
          <ac:spMkLst>
            <pc:docMk/>
            <pc:sldMk cId="944112207" sldId="548"/>
            <ac:spMk id="49" creationId="{DCEE1246-A0B1-E4A9-3D90-035ED7325C5A}"/>
          </ac:spMkLst>
        </pc:spChg>
        <pc:spChg chg="del">
          <ac:chgData name="Robert de Groote" userId="2ce5265b-80a0-4fb8-a62a-8035e9b0c45a" providerId="ADAL" clId="{20F04FD4-9900-4063-95EE-CD816832BC31}" dt="2025-10-13T13:31:10.475" v="30000" actId="478"/>
          <ac:spMkLst>
            <pc:docMk/>
            <pc:sldMk cId="944112207" sldId="548"/>
            <ac:spMk id="50" creationId="{8D9837B9-EA70-2674-9A66-913223D615BB}"/>
          </ac:spMkLst>
        </pc:spChg>
        <pc:spChg chg="add mod">
          <ac:chgData name="Robert de Groote" userId="2ce5265b-80a0-4fb8-a62a-8035e9b0c45a" providerId="ADAL" clId="{20F04FD4-9900-4063-95EE-CD816832BC31}" dt="2025-10-13T13:32:50.449" v="30155"/>
          <ac:spMkLst>
            <pc:docMk/>
            <pc:sldMk cId="944112207" sldId="548"/>
            <ac:spMk id="51" creationId="{1553E195-66C7-2525-B398-35413105C6FA}"/>
          </ac:spMkLst>
        </pc:spChg>
        <pc:spChg chg="add mod">
          <ac:chgData name="Robert de Groote" userId="2ce5265b-80a0-4fb8-a62a-8035e9b0c45a" providerId="ADAL" clId="{20F04FD4-9900-4063-95EE-CD816832BC31}" dt="2025-10-13T13:32:50.449" v="30156"/>
          <ac:spMkLst>
            <pc:docMk/>
            <pc:sldMk cId="944112207" sldId="548"/>
            <ac:spMk id="52" creationId="{798FE648-E61B-E8E9-FE9C-7C792EC6DA35}"/>
          </ac:spMkLst>
        </pc:spChg>
        <pc:spChg chg="add mod">
          <ac:chgData name="Robert de Groote" userId="2ce5265b-80a0-4fb8-a62a-8035e9b0c45a" providerId="ADAL" clId="{20F04FD4-9900-4063-95EE-CD816832BC31}" dt="2025-10-13T13:32:50.449" v="30157"/>
          <ac:spMkLst>
            <pc:docMk/>
            <pc:sldMk cId="944112207" sldId="548"/>
            <ac:spMk id="53" creationId="{91128B93-77D6-CB08-6D3A-6044FC92F5EE}"/>
          </ac:spMkLst>
        </pc:spChg>
        <pc:spChg chg="add mod">
          <ac:chgData name="Robert de Groote" userId="2ce5265b-80a0-4fb8-a62a-8035e9b0c45a" providerId="ADAL" clId="{20F04FD4-9900-4063-95EE-CD816832BC31}" dt="2025-10-13T13:32:50.449" v="30158"/>
          <ac:spMkLst>
            <pc:docMk/>
            <pc:sldMk cId="944112207" sldId="548"/>
            <ac:spMk id="54" creationId="{4C713C1D-45CC-0F3B-5944-BEA997766C31}"/>
          </ac:spMkLst>
        </pc:spChg>
        <pc:spChg chg="add del mod">
          <ac:chgData name="Robert de Groote" userId="2ce5265b-80a0-4fb8-a62a-8035e9b0c45a" providerId="ADAL" clId="{20F04FD4-9900-4063-95EE-CD816832BC31}" dt="2025-10-13T13:35:06.999" v="30222" actId="478"/>
          <ac:spMkLst>
            <pc:docMk/>
            <pc:sldMk cId="944112207" sldId="548"/>
            <ac:spMk id="55" creationId="{D56FF86F-1F22-3678-9560-D101F616B858}"/>
          </ac:spMkLst>
        </pc:spChg>
        <pc:spChg chg="add del mod">
          <ac:chgData name="Robert de Groote" userId="2ce5265b-80a0-4fb8-a62a-8035e9b0c45a" providerId="ADAL" clId="{20F04FD4-9900-4063-95EE-CD816832BC31}" dt="2025-10-13T13:35:06.999" v="30222" actId="478"/>
          <ac:spMkLst>
            <pc:docMk/>
            <pc:sldMk cId="944112207" sldId="548"/>
            <ac:spMk id="56" creationId="{9EA39E60-CEEF-552B-EEA6-93E173B7650A}"/>
          </ac:spMkLst>
        </pc:spChg>
        <pc:spChg chg="add del mod">
          <ac:chgData name="Robert de Groote" userId="2ce5265b-80a0-4fb8-a62a-8035e9b0c45a" providerId="ADAL" clId="{20F04FD4-9900-4063-95EE-CD816832BC31}" dt="2025-10-13T13:35:06.999" v="30222" actId="478"/>
          <ac:spMkLst>
            <pc:docMk/>
            <pc:sldMk cId="944112207" sldId="548"/>
            <ac:spMk id="57" creationId="{ECCF3E7F-F16B-C24C-E2CE-BC16823195E0}"/>
          </ac:spMkLst>
        </pc:spChg>
        <pc:spChg chg="del mod ord">
          <ac:chgData name="Robert de Groote" userId="2ce5265b-80a0-4fb8-a62a-8035e9b0c45a" providerId="ADAL" clId="{20F04FD4-9900-4063-95EE-CD816832BC31}" dt="2025-10-13T13:31:10.475" v="30000" actId="478"/>
          <ac:spMkLst>
            <pc:docMk/>
            <pc:sldMk cId="944112207" sldId="548"/>
            <ac:spMk id="58" creationId="{999D12FA-F3C4-94BD-D666-A156904500A3}"/>
          </ac:spMkLst>
        </pc:spChg>
        <pc:spChg chg="add del mod">
          <ac:chgData name="Robert de Groote" userId="2ce5265b-80a0-4fb8-a62a-8035e9b0c45a" providerId="ADAL" clId="{20F04FD4-9900-4063-95EE-CD816832BC31}" dt="2025-10-13T13:35:06.999" v="30222" actId="478"/>
          <ac:spMkLst>
            <pc:docMk/>
            <pc:sldMk cId="944112207" sldId="548"/>
            <ac:spMk id="59" creationId="{94C35C57-A310-8F22-0C9A-17EB7113F684}"/>
          </ac:spMkLst>
        </pc:spChg>
        <pc:spChg chg="add del mod">
          <ac:chgData name="Robert de Groote" userId="2ce5265b-80a0-4fb8-a62a-8035e9b0c45a" providerId="ADAL" clId="{20F04FD4-9900-4063-95EE-CD816832BC31}" dt="2025-10-13T13:35:06.999" v="30222" actId="478"/>
          <ac:spMkLst>
            <pc:docMk/>
            <pc:sldMk cId="944112207" sldId="548"/>
            <ac:spMk id="60" creationId="{BFDBF8FF-9F2C-5171-EAAD-2835F1981C96}"/>
          </ac:spMkLst>
        </pc:spChg>
        <pc:spChg chg="add del mod">
          <ac:chgData name="Robert de Groote" userId="2ce5265b-80a0-4fb8-a62a-8035e9b0c45a" providerId="ADAL" clId="{20F04FD4-9900-4063-95EE-CD816832BC31}" dt="2025-10-13T13:35:06.999" v="30222" actId="478"/>
          <ac:spMkLst>
            <pc:docMk/>
            <pc:sldMk cId="944112207" sldId="548"/>
            <ac:spMk id="61" creationId="{B5B72C43-0131-13A5-87DD-3E570E6B4443}"/>
          </ac:spMkLst>
        </pc:spChg>
        <pc:spChg chg="add mod ord">
          <ac:chgData name="Robert de Groote" userId="2ce5265b-80a0-4fb8-a62a-8035e9b0c45a" providerId="ADAL" clId="{20F04FD4-9900-4063-95EE-CD816832BC31}" dt="2025-10-13T17:00:56.869" v="31490" actId="167"/>
          <ac:spMkLst>
            <pc:docMk/>
            <pc:sldMk cId="944112207" sldId="548"/>
            <ac:spMk id="62" creationId="{0BBAB682-B862-FC29-AB4A-D91446DEC4A7}"/>
          </ac:spMkLst>
        </pc:spChg>
        <pc:spChg chg="add mod ord">
          <ac:chgData name="Robert de Groote" userId="2ce5265b-80a0-4fb8-a62a-8035e9b0c45a" providerId="ADAL" clId="{20F04FD4-9900-4063-95EE-CD816832BC31}" dt="2025-10-13T17:01:00.696" v="31491" actId="167"/>
          <ac:spMkLst>
            <pc:docMk/>
            <pc:sldMk cId="944112207" sldId="548"/>
            <ac:spMk id="63" creationId="{8762A1CB-96B6-6319-4CF6-A2BD42B8E001}"/>
          </ac:spMkLst>
        </pc:spChg>
        <pc:spChg chg="add mod ord">
          <ac:chgData name="Robert de Groote" userId="2ce5265b-80a0-4fb8-a62a-8035e9b0c45a" providerId="ADAL" clId="{20F04FD4-9900-4063-95EE-CD816832BC31}" dt="2025-10-13T17:01:05.214" v="31492" actId="167"/>
          <ac:spMkLst>
            <pc:docMk/>
            <pc:sldMk cId="944112207" sldId="548"/>
            <ac:spMk id="256" creationId="{C83EBB7F-10A8-F944-BA04-4C27005E7D6C}"/>
          </ac:spMkLst>
        </pc:spChg>
        <pc:spChg chg="add del mod">
          <ac:chgData name="Robert de Groote" userId="2ce5265b-80a0-4fb8-a62a-8035e9b0c45a" providerId="ADAL" clId="{20F04FD4-9900-4063-95EE-CD816832BC31}" dt="2025-10-13T17:00:39.605" v="31365"/>
          <ac:spMkLst>
            <pc:docMk/>
            <pc:sldMk cId="944112207" sldId="548"/>
            <ac:spMk id="257" creationId="{FB7EEBA7-2AEB-5429-61EA-71AA526D3743}"/>
          </ac:spMkLst>
        </pc:spChg>
        <pc:spChg chg="add del mod">
          <ac:chgData name="Robert de Groote" userId="2ce5265b-80a0-4fb8-a62a-8035e9b0c45a" providerId="ADAL" clId="{20F04FD4-9900-4063-95EE-CD816832BC31}" dt="2025-10-13T17:00:39.605" v="31365"/>
          <ac:spMkLst>
            <pc:docMk/>
            <pc:sldMk cId="944112207" sldId="548"/>
            <ac:spMk id="258" creationId="{3F51FE60-BDE6-BDAD-08EF-6FA5C7F10CB2}"/>
          </ac:spMkLst>
        </pc:spChg>
        <pc:spChg chg="del mod ord">
          <ac:chgData name="Robert de Groote" userId="2ce5265b-80a0-4fb8-a62a-8035e9b0c45a" providerId="ADAL" clId="{20F04FD4-9900-4063-95EE-CD816832BC31}" dt="2025-10-13T13:31:10.475" v="30000" actId="478"/>
          <ac:spMkLst>
            <pc:docMk/>
            <pc:sldMk cId="944112207" sldId="548"/>
            <ac:spMk id="259" creationId="{C2A7F9A6-D7C1-D099-4B07-97792D80FD9D}"/>
          </ac:spMkLst>
        </pc:spChg>
        <pc:spChg chg="add del mod">
          <ac:chgData name="Robert de Groote" userId="2ce5265b-80a0-4fb8-a62a-8035e9b0c45a" providerId="ADAL" clId="{20F04FD4-9900-4063-95EE-CD816832BC31}" dt="2025-10-13T17:00:39.449" v="31324"/>
          <ac:spMkLst>
            <pc:docMk/>
            <pc:sldMk cId="944112207" sldId="548"/>
            <ac:spMk id="260" creationId="{B90A38F6-2903-3699-1A5C-E925644B5099}"/>
          </ac:spMkLst>
        </pc:spChg>
        <pc:spChg chg="add del mod">
          <ac:chgData name="Robert de Groote" userId="2ce5265b-80a0-4fb8-a62a-8035e9b0c45a" providerId="ADAL" clId="{20F04FD4-9900-4063-95EE-CD816832BC31}" dt="2025-10-13T17:00:39.495" v="31333"/>
          <ac:spMkLst>
            <pc:docMk/>
            <pc:sldMk cId="944112207" sldId="548"/>
            <ac:spMk id="261" creationId="{CA594F9E-354E-2FD8-C712-D31012235BE2}"/>
          </ac:spMkLst>
        </pc:spChg>
        <pc:spChg chg="add del mod">
          <ac:chgData name="Robert de Groote" userId="2ce5265b-80a0-4fb8-a62a-8035e9b0c45a" providerId="ADAL" clId="{20F04FD4-9900-4063-95EE-CD816832BC31}" dt="2025-10-13T17:00:39.527" v="31342"/>
          <ac:spMkLst>
            <pc:docMk/>
            <pc:sldMk cId="944112207" sldId="548"/>
            <ac:spMk id="262" creationId="{B2149534-45FA-A9AA-BF90-9F990C2D8A0F}"/>
          </ac:spMkLst>
        </pc:spChg>
        <pc:spChg chg="add del mod">
          <ac:chgData name="Robert de Groote" userId="2ce5265b-80a0-4fb8-a62a-8035e9b0c45a" providerId="ADAL" clId="{20F04FD4-9900-4063-95EE-CD816832BC31}" dt="2025-10-13T17:00:39.559" v="31351"/>
          <ac:spMkLst>
            <pc:docMk/>
            <pc:sldMk cId="944112207" sldId="548"/>
            <ac:spMk id="263" creationId="{7F36BD8B-60BD-FBFE-5091-BA0BA314CB66}"/>
          </ac:spMkLst>
        </pc:spChg>
        <pc:spChg chg="add del mod">
          <ac:chgData name="Robert de Groote" userId="2ce5265b-80a0-4fb8-a62a-8035e9b0c45a" providerId="ADAL" clId="{20F04FD4-9900-4063-95EE-CD816832BC31}" dt="2025-10-13T17:00:43.756" v="31427"/>
          <ac:spMkLst>
            <pc:docMk/>
            <pc:sldMk cId="944112207" sldId="548"/>
            <ac:spMk id="264" creationId="{84BD08AE-7818-259E-B908-7EAD15BE73BF}"/>
          </ac:spMkLst>
        </pc:spChg>
        <pc:spChg chg="add del mod">
          <ac:chgData name="Robert de Groote" userId="2ce5265b-80a0-4fb8-a62a-8035e9b0c45a" providerId="ADAL" clId="{20F04FD4-9900-4063-95EE-CD816832BC31}" dt="2025-10-13T17:00:43.756" v="31427"/>
          <ac:spMkLst>
            <pc:docMk/>
            <pc:sldMk cId="944112207" sldId="548"/>
            <ac:spMk id="265" creationId="{78991C09-2A8C-A894-91FD-E0DF301D0B39}"/>
          </ac:spMkLst>
        </pc:spChg>
        <pc:spChg chg="add del mod">
          <ac:chgData name="Robert de Groote" userId="2ce5265b-80a0-4fb8-a62a-8035e9b0c45a" providerId="ADAL" clId="{20F04FD4-9900-4063-95EE-CD816832BC31}" dt="2025-10-13T17:00:43.661" v="31386"/>
          <ac:spMkLst>
            <pc:docMk/>
            <pc:sldMk cId="944112207" sldId="548"/>
            <ac:spMk id="266" creationId="{300767C9-A0E5-F43F-BACD-FB2ADBB19E08}"/>
          </ac:spMkLst>
        </pc:spChg>
        <pc:spChg chg="add del mod">
          <ac:chgData name="Robert de Groote" userId="2ce5265b-80a0-4fb8-a62a-8035e9b0c45a" providerId="ADAL" clId="{20F04FD4-9900-4063-95EE-CD816832BC31}" dt="2025-10-13T17:00:43.693" v="31395"/>
          <ac:spMkLst>
            <pc:docMk/>
            <pc:sldMk cId="944112207" sldId="548"/>
            <ac:spMk id="267" creationId="{0E1DA86C-B94D-2779-1DA9-7D0AC3E630E6}"/>
          </ac:spMkLst>
        </pc:spChg>
        <pc:spChg chg="del mod ord">
          <ac:chgData name="Robert de Groote" userId="2ce5265b-80a0-4fb8-a62a-8035e9b0c45a" providerId="ADAL" clId="{20F04FD4-9900-4063-95EE-CD816832BC31}" dt="2025-10-13T13:31:10.475" v="30000" actId="478"/>
          <ac:spMkLst>
            <pc:docMk/>
            <pc:sldMk cId="944112207" sldId="548"/>
            <ac:spMk id="268" creationId="{C9A24BBA-6120-1B71-0510-2EBAC0AFDD88}"/>
          </ac:spMkLst>
        </pc:spChg>
        <pc:spChg chg="add del mod">
          <ac:chgData name="Robert de Groote" userId="2ce5265b-80a0-4fb8-a62a-8035e9b0c45a" providerId="ADAL" clId="{20F04FD4-9900-4063-95EE-CD816832BC31}" dt="2025-10-13T17:00:43.724" v="31404"/>
          <ac:spMkLst>
            <pc:docMk/>
            <pc:sldMk cId="944112207" sldId="548"/>
            <ac:spMk id="269" creationId="{03ECBEB4-6772-7E82-A3D4-E82DD6256922}"/>
          </ac:spMkLst>
        </pc:spChg>
        <pc:spChg chg="add del mod">
          <ac:chgData name="Robert de Groote" userId="2ce5265b-80a0-4fb8-a62a-8035e9b0c45a" providerId="ADAL" clId="{20F04FD4-9900-4063-95EE-CD816832BC31}" dt="2025-10-13T17:00:43.745" v="31413"/>
          <ac:spMkLst>
            <pc:docMk/>
            <pc:sldMk cId="944112207" sldId="548"/>
            <ac:spMk id="270" creationId="{5E451C59-5366-31AD-86BE-78C0E60DCBDA}"/>
          </ac:spMkLst>
        </pc:spChg>
        <pc:spChg chg="add del mod">
          <ac:chgData name="Robert de Groote" userId="2ce5265b-80a0-4fb8-a62a-8035e9b0c45a" providerId="ADAL" clId="{20F04FD4-9900-4063-95EE-CD816832BC31}" dt="2025-10-13T17:00:47.927" v="31489"/>
          <ac:spMkLst>
            <pc:docMk/>
            <pc:sldMk cId="944112207" sldId="548"/>
            <ac:spMk id="271" creationId="{5438BF47-D557-38C2-197A-204A93175ACA}"/>
          </ac:spMkLst>
        </pc:spChg>
        <pc:spChg chg="add del mod">
          <ac:chgData name="Robert de Groote" userId="2ce5265b-80a0-4fb8-a62a-8035e9b0c45a" providerId="ADAL" clId="{20F04FD4-9900-4063-95EE-CD816832BC31}" dt="2025-10-13T17:00:47.927" v="31489"/>
          <ac:spMkLst>
            <pc:docMk/>
            <pc:sldMk cId="944112207" sldId="548"/>
            <ac:spMk id="272" creationId="{E1150419-317A-C516-B26F-D47B4DCD5EBC}"/>
          </ac:spMkLst>
        </pc:spChg>
        <pc:spChg chg="add del mod">
          <ac:chgData name="Robert de Groote" userId="2ce5265b-80a0-4fb8-a62a-8035e9b0c45a" providerId="ADAL" clId="{20F04FD4-9900-4063-95EE-CD816832BC31}" dt="2025-10-13T17:00:47.817" v="31448"/>
          <ac:spMkLst>
            <pc:docMk/>
            <pc:sldMk cId="944112207" sldId="548"/>
            <ac:spMk id="273" creationId="{298BEE39-065C-BEBE-BC02-DFEE43BBA24C}"/>
          </ac:spMkLst>
        </pc:spChg>
        <pc:spChg chg="add del mod">
          <ac:chgData name="Robert de Groote" userId="2ce5265b-80a0-4fb8-a62a-8035e9b0c45a" providerId="ADAL" clId="{20F04FD4-9900-4063-95EE-CD816832BC31}" dt="2025-10-13T17:00:47.832" v="31457"/>
          <ac:spMkLst>
            <pc:docMk/>
            <pc:sldMk cId="944112207" sldId="548"/>
            <ac:spMk id="274" creationId="{C74892F7-3BC5-CE64-32CE-CD941D8E7482}"/>
          </ac:spMkLst>
        </pc:spChg>
        <pc:spChg chg="add del mod">
          <ac:chgData name="Robert de Groote" userId="2ce5265b-80a0-4fb8-a62a-8035e9b0c45a" providerId="ADAL" clId="{20F04FD4-9900-4063-95EE-CD816832BC31}" dt="2025-10-13T17:00:47.864" v="31466"/>
          <ac:spMkLst>
            <pc:docMk/>
            <pc:sldMk cId="944112207" sldId="548"/>
            <ac:spMk id="275" creationId="{D7B475BD-316A-A062-DF35-FF406BA277A0}"/>
          </ac:spMkLst>
        </pc:spChg>
        <pc:spChg chg="add del mod">
          <ac:chgData name="Robert de Groote" userId="2ce5265b-80a0-4fb8-a62a-8035e9b0c45a" providerId="ADAL" clId="{20F04FD4-9900-4063-95EE-CD816832BC31}" dt="2025-10-13T17:00:47.896" v="31475"/>
          <ac:spMkLst>
            <pc:docMk/>
            <pc:sldMk cId="944112207" sldId="548"/>
            <ac:spMk id="276" creationId="{92EBE7C3-B977-EDF8-7A82-708BC9C4BB7B}"/>
          </ac:spMkLst>
        </pc:spChg>
        <pc:spChg chg="del mod ord">
          <ac:chgData name="Robert de Groote" userId="2ce5265b-80a0-4fb8-a62a-8035e9b0c45a" providerId="ADAL" clId="{20F04FD4-9900-4063-95EE-CD816832BC31}" dt="2025-10-13T13:31:10.475" v="30000" actId="478"/>
          <ac:spMkLst>
            <pc:docMk/>
            <pc:sldMk cId="944112207" sldId="548"/>
            <ac:spMk id="277" creationId="{C87ACE12-39C6-C503-0166-9B4AC6C90CBF}"/>
          </ac:spMkLst>
        </pc:spChg>
        <pc:spChg chg="del mod ord">
          <ac:chgData name="Robert de Groote" userId="2ce5265b-80a0-4fb8-a62a-8035e9b0c45a" providerId="ADAL" clId="{20F04FD4-9900-4063-95EE-CD816832BC31}" dt="2025-10-13T13:31:10.475" v="30000" actId="478"/>
          <ac:spMkLst>
            <pc:docMk/>
            <pc:sldMk cId="944112207" sldId="548"/>
            <ac:spMk id="286" creationId="{C37C5CF3-E25B-846E-A071-2699235AAAF0}"/>
          </ac:spMkLst>
        </pc:spChg>
        <pc:cxnChg chg="mod">
          <ac:chgData name="Robert de Groote" userId="2ce5265b-80a0-4fb8-a62a-8035e9b0c45a" providerId="ADAL" clId="{20F04FD4-9900-4063-95EE-CD816832BC31}" dt="2025-10-11T09:53:35.843" v="14284" actId="108"/>
          <ac:cxnSpMkLst>
            <pc:docMk/>
            <pc:sldMk cId="944112207" sldId="548"/>
            <ac:cxnSpMk id="6" creationId="{7BFB594D-994E-3D83-5C42-85FD13B4CEC0}"/>
          </ac:cxnSpMkLst>
        </pc:cxnChg>
        <pc:cxnChg chg="mod">
          <ac:chgData name="Robert de Groote" userId="2ce5265b-80a0-4fb8-a62a-8035e9b0c45a" providerId="ADAL" clId="{20F04FD4-9900-4063-95EE-CD816832BC31}" dt="2025-10-11T09:53:37.569" v="14285" actId="108"/>
          <ac:cxnSpMkLst>
            <pc:docMk/>
            <pc:sldMk cId="944112207" sldId="548"/>
            <ac:cxnSpMk id="20" creationId="{A5AF4F25-D341-D7E7-E85B-B4A6DC8D1BC0}"/>
          </ac:cxnSpMkLst>
        </pc:cxnChg>
      </pc:sldChg>
      <pc:sldChg chg="addSp delSp modSp add mod delAnim modAnim">
        <pc:chgData name="Robert de Groote" userId="2ce5265b-80a0-4fb8-a62a-8035e9b0c45a" providerId="ADAL" clId="{20F04FD4-9900-4063-95EE-CD816832BC31}" dt="2025-10-13T17:18:07.767" v="31950"/>
        <pc:sldMkLst>
          <pc:docMk/>
          <pc:sldMk cId="931253008" sldId="549"/>
        </pc:sldMkLst>
        <pc:spChg chg="mod">
          <ac:chgData name="Robert de Groote" userId="2ce5265b-80a0-4fb8-a62a-8035e9b0c45a" providerId="ADAL" clId="{20F04FD4-9900-4063-95EE-CD816832BC31}" dt="2025-10-13T17:17:47.198" v="31942"/>
          <ac:spMkLst>
            <pc:docMk/>
            <pc:sldMk cId="931253008" sldId="549"/>
            <ac:spMk id="2" creationId="{541A681C-567F-FF02-CB9C-47CDD05B7E1C}"/>
          </ac:spMkLst>
        </pc:spChg>
        <pc:spChg chg="mod">
          <ac:chgData name="Robert de Groote" userId="2ce5265b-80a0-4fb8-a62a-8035e9b0c45a" providerId="ADAL" clId="{20F04FD4-9900-4063-95EE-CD816832BC31}" dt="2025-10-13T17:18:07.767" v="31950"/>
          <ac:spMkLst>
            <pc:docMk/>
            <pc:sldMk cId="931253008" sldId="549"/>
            <ac:spMk id="3" creationId="{A447F9A6-C3B4-4503-F841-EA6E785ECAF4}"/>
          </ac:spMkLst>
        </pc:spChg>
        <pc:spChg chg="mod">
          <ac:chgData name="Robert de Groote" userId="2ce5265b-80a0-4fb8-a62a-8035e9b0c45a" providerId="ADAL" clId="{20F04FD4-9900-4063-95EE-CD816832BC31}" dt="2025-10-13T13:41:53.458" v="30274" actId="108"/>
          <ac:spMkLst>
            <pc:docMk/>
            <pc:sldMk cId="931253008" sldId="549"/>
            <ac:spMk id="4" creationId="{0DC172D5-73B0-81E9-4232-48D2A7FF55BF}"/>
          </ac:spMkLst>
        </pc:spChg>
        <pc:spChg chg="mod">
          <ac:chgData name="Robert de Groote" userId="2ce5265b-80a0-4fb8-a62a-8035e9b0c45a" providerId="ADAL" clId="{20F04FD4-9900-4063-95EE-CD816832BC31}" dt="2025-10-13T13:41:52.164" v="30273" actId="108"/>
          <ac:spMkLst>
            <pc:docMk/>
            <pc:sldMk cId="931253008" sldId="549"/>
            <ac:spMk id="7" creationId="{F4982062-D2E6-8598-7904-938CBAF0C192}"/>
          </ac:spMkLst>
        </pc:spChg>
        <pc:spChg chg="ord">
          <ac:chgData name="Robert de Groote" userId="2ce5265b-80a0-4fb8-a62a-8035e9b0c45a" providerId="ADAL" clId="{20F04FD4-9900-4063-95EE-CD816832BC31}" dt="2025-10-13T17:03:03.118" v="31634" actId="167"/>
          <ac:spMkLst>
            <pc:docMk/>
            <pc:sldMk cId="931253008" sldId="549"/>
            <ac:spMk id="8" creationId="{4D783979-FE28-0E42-946D-56B78EE9D3E5}"/>
          </ac:spMkLst>
        </pc:spChg>
        <pc:spChg chg="mod">
          <ac:chgData name="Robert de Groote" userId="2ce5265b-80a0-4fb8-a62a-8035e9b0c45a" providerId="ADAL" clId="{20F04FD4-9900-4063-95EE-CD816832BC31}" dt="2025-10-13T13:41:51.300" v="30272" actId="108"/>
          <ac:spMkLst>
            <pc:docMk/>
            <pc:sldMk cId="931253008" sldId="549"/>
            <ac:spMk id="11" creationId="{577B8F79-A584-0960-22DA-4AE60DD26CB7}"/>
          </ac:spMkLst>
        </pc:spChg>
        <pc:spChg chg="ord">
          <ac:chgData name="Robert de Groote" userId="2ce5265b-80a0-4fb8-a62a-8035e9b0c45a" providerId="ADAL" clId="{20F04FD4-9900-4063-95EE-CD816832BC31}" dt="2025-10-13T17:03:03.118" v="31634" actId="167"/>
          <ac:spMkLst>
            <pc:docMk/>
            <pc:sldMk cId="931253008" sldId="549"/>
            <ac:spMk id="14" creationId="{B0C53736-A41F-825C-1185-A69BFF9FAB86}"/>
          </ac:spMkLst>
        </pc:spChg>
        <pc:spChg chg="del">
          <ac:chgData name="Robert de Groote" userId="2ce5265b-80a0-4fb8-a62a-8035e9b0c45a" providerId="ADAL" clId="{20F04FD4-9900-4063-95EE-CD816832BC31}" dt="2025-10-13T13:31:15.522" v="30001" actId="478"/>
          <ac:spMkLst>
            <pc:docMk/>
            <pc:sldMk cId="931253008" sldId="549"/>
            <ac:spMk id="24" creationId="{CE3B9F45-5C7A-4CB6-0669-99E62E1BFDCB}"/>
          </ac:spMkLst>
        </pc:spChg>
        <pc:spChg chg="del">
          <ac:chgData name="Robert de Groote" userId="2ce5265b-80a0-4fb8-a62a-8035e9b0c45a" providerId="ADAL" clId="{20F04FD4-9900-4063-95EE-CD816832BC31}" dt="2025-10-13T13:31:15.522" v="30001" actId="478"/>
          <ac:spMkLst>
            <pc:docMk/>
            <pc:sldMk cId="931253008" sldId="549"/>
            <ac:spMk id="25" creationId="{C8B8D62C-37AB-BEC2-5B4A-3369B9C7944A}"/>
          </ac:spMkLst>
        </pc:spChg>
        <pc:spChg chg="add mod">
          <ac:chgData name="Robert de Groote" userId="2ce5265b-80a0-4fb8-a62a-8035e9b0c45a" providerId="ADAL" clId="{20F04FD4-9900-4063-95EE-CD816832BC31}" dt="2025-10-13T13:32:49.844" v="30134"/>
          <ac:spMkLst>
            <pc:docMk/>
            <pc:sldMk cId="931253008" sldId="549"/>
            <ac:spMk id="26" creationId="{585AA1E6-04C7-5C11-3580-4B5152B40C54}"/>
          </ac:spMkLst>
        </pc:spChg>
        <pc:spChg chg="del">
          <ac:chgData name="Robert de Groote" userId="2ce5265b-80a0-4fb8-a62a-8035e9b0c45a" providerId="ADAL" clId="{20F04FD4-9900-4063-95EE-CD816832BC31}" dt="2025-10-13T13:31:15.522" v="30001" actId="478"/>
          <ac:spMkLst>
            <pc:docMk/>
            <pc:sldMk cId="931253008" sldId="549"/>
            <ac:spMk id="28" creationId="{538C2E56-3B0E-5862-B65E-919E016FD830}"/>
          </ac:spMkLst>
        </pc:spChg>
        <pc:spChg chg="mod">
          <ac:chgData name="Robert de Groote" userId="2ce5265b-80a0-4fb8-a62a-8035e9b0c45a" providerId="ADAL" clId="{20F04FD4-9900-4063-95EE-CD816832BC31}" dt="2025-10-11T09:54:41.962" v="14295" actId="20577"/>
          <ac:spMkLst>
            <pc:docMk/>
            <pc:sldMk cId="931253008" sldId="549"/>
            <ac:spMk id="31" creationId="{38215690-9AF4-06D9-5FA8-427BCB6707C6}"/>
          </ac:spMkLst>
        </pc:spChg>
        <pc:spChg chg="mod">
          <ac:chgData name="Robert de Groote" userId="2ce5265b-80a0-4fb8-a62a-8035e9b0c45a" providerId="ADAL" clId="{20F04FD4-9900-4063-95EE-CD816832BC31}" dt="2025-10-11T11:55:41.129" v="17189" actId="20577"/>
          <ac:spMkLst>
            <pc:docMk/>
            <pc:sldMk cId="931253008" sldId="549"/>
            <ac:spMk id="32" creationId="{FCCDC895-772C-3252-250E-F273A97FBC14}"/>
          </ac:spMkLst>
        </pc:spChg>
        <pc:spChg chg="mod">
          <ac:chgData name="Robert de Groote" userId="2ce5265b-80a0-4fb8-a62a-8035e9b0c45a" providerId="ADAL" clId="{20F04FD4-9900-4063-95EE-CD816832BC31}" dt="2025-10-13T17:02:44.218" v="31564"/>
          <ac:spMkLst>
            <pc:docMk/>
            <pc:sldMk cId="931253008" sldId="549"/>
            <ac:spMk id="43" creationId="{2D867BB6-7675-9050-AD5A-306D05FD5B3B}"/>
          </ac:spMkLst>
        </pc:spChg>
        <pc:spChg chg="mod">
          <ac:chgData name="Robert de Groote" userId="2ce5265b-80a0-4fb8-a62a-8035e9b0c45a" providerId="ADAL" clId="{20F04FD4-9900-4063-95EE-CD816832BC31}" dt="2025-10-11T09:54:53.907" v="14298" actId="20577"/>
          <ac:spMkLst>
            <pc:docMk/>
            <pc:sldMk cId="931253008" sldId="549"/>
            <ac:spMk id="44" creationId="{5E8FED7E-44A2-D81E-7B39-0708BBF57C71}"/>
          </ac:spMkLst>
        </pc:spChg>
        <pc:spChg chg="mod">
          <ac:chgData name="Robert de Groote" userId="2ce5265b-80a0-4fb8-a62a-8035e9b0c45a" providerId="ADAL" clId="{20F04FD4-9900-4063-95EE-CD816832BC31}" dt="2025-10-13T17:02:48.435" v="31626"/>
          <ac:spMkLst>
            <pc:docMk/>
            <pc:sldMk cId="931253008" sldId="549"/>
            <ac:spMk id="45" creationId="{251CB1FF-72F3-6AC5-087F-713BA1FAD1FA}"/>
          </ac:spMkLst>
        </pc:spChg>
        <pc:spChg chg="mod">
          <ac:chgData name="Robert de Groote" userId="2ce5265b-80a0-4fb8-a62a-8035e9b0c45a" providerId="ADAL" clId="{20F04FD4-9900-4063-95EE-CD816832BC31}" dt="2025-10-11T09:54:57.876" v="14300" actId="20577"/>
          <ac:spMkLst>
            <pc:docMk/>
            <pc:sldMk cId="931253008" sldId="549"/>
            <ac:spMk id="46" creationId="{42AA9D63-A0ED-4477-B54B-8E0721784171}"/>
          </ac:spMkLst>
        </pc:spChg>
        <pc:spChg chg="del">
          <ac:chgData name="Robert de Groote" userId="2ce5265b-80a0-4fb8-a62a-8035e9b0c45a" providerId="ADAL" clId="{20F04FD4-9900-4063-95EE-CD816832BC31}" dt="2025-10-13T13:31:15.522" v="30001" actId="478"/>
          <ac:spMkLst>
            <pc:docMk/>
            <pc:sldMk cId="931253008" sldId="549"/>
            <ac:spMk id="50" creationId="{56356A6D-ABF3-C5B4-B04C-B4740880B1B2}"/>
          </ac:spMkLst>
        </pc:spChg>
        <pc:spChg chg="del">
          <ac:chgData name="Robert de Groote" userId="2ce5265b-80a0-4fb8-a62a-8035e9b0c45a" providerId="ADAL" clId="{20F04FD4-9900-4063-95EE-CD816832BC31}" dt="2025-10-13T13:31:15.522" v="30001" actId="478"/>
          <ac:spMkLst>
            <pc:docMk/>
            <pc:sldMk cId="931253008" sldId="549"/>
            <ac:spMk id="51" creationId="{A17CE895-F03E-656A-296C-336342FF98D4}"/>
          </ac:spMkLst>
        </pc:spChg>
        <pc:spChg chg="add mod">
          <ac:chgData name="Robert de Groote" userId="2ce5265b-80a0-4fb8-a62a-8035e9b0c45a" providerId="ADAL" clId="{20F04FD4-9900-4063-95EE-CD816832BC31}" dt="2025-10-13T13:32:49.844" v="30135"/>
          <ac:spMkLst>
            <pc:docMk/>
            <pc:sldMk cId="931253008" sldId="549"/>
            <ac:spMk id="52" creationId="{3EA8066B-56FA-F003-8FD5-C4DEF0764893}"/>
          </ac:spMkLst>
        </pc:spChg>
        <pc:spChg chg="add mod">
          <ac:chgData name="Robert de Groote" userId="2ce5265b-80a0-4fb8-a62a-8035e9b0c45a" providerId="ADAL" clId="{20F04FD4-9900-4063-95EE-CD816832BC31}" dt="2025-10-13T13:32:49.844" v="30136"/>
          <ac:spMkLst>
            <pc:docMk/>
            <pc:sldMk cId="931253008" sldId="549"/>
            <ac:spMk id="53" creationId="{FD4D8D46-4A57-B1BC-DEF2-0F73D2244D3A}"/>
          </ac:spMkLst>
        </pc:spChg>
        <pc:spChg chg="add mod">
          <ac:chgData name="Robert de Groote" userId="2ce5265b-80a0-4fb8-a62a-8035e9b0c45a" providerId="ADAL" clId="{20F04FD4-9900-4063-95EE-CD816832BC31}" dt="2025-10-13T13:32:49.844" v="30137"/>
          <ac:spMkLst>
            <pc:docMk/>
            <pc:sldMk cId="931253008" sldId="549"/>
            <ac:spMk id="54" creationId="{71A74772-7530-C69C-B3CE-6EF0B777BBFF}"/>
          </ac:spMkLst>
        </pc:spChg>
        <pc:spChg chg="add mod">
          <ac:chgData name="Robert de Groote" userId="2ce5265b-80a0-4fb8-a62a-8035e9b0c45a" providerId="ADAL" clId="{20F04FD4-9900-4063-95EE-CD816832BC31}" dt="2025-10-13T13:32:49.844" v="30138"/>
          <ac:spMkLst>
            <pc:docMk/>
            <pc:sldMk cId="931253008" sldId="549"/>
            <ac:spMk id="55" creationId="{A1BF1BC4-6BE0-3F77-FCDD-D99D28BE5885}"/>
          </ac:spMkLst>
        </pc:spChg>
        <pc:spChg chg="add del mod">
          <ac:chgData name="Robert de Groote" userId="2ce5265b-80a0-4fb8-a62a-8035e9b0c45a" providerId="ADAL" clId="{20F04FD4-9900-4063-95EE-CD816832BC31}" dt="2025-10-13T13:35:11.042" v="30223" actId="478"/>
          <ac:spMkLst>
            <pc:docMk/>
            <pc:sldMk cId="931253008" sldId="549"/>
            <ac:spMk id="56" creationId="{E3FD1851-A64F-0DB0-AF8B-0B0030D00363}"/>
          </ac:spMkLst>
        </pc:spChg>
        <pc:spChg chg="add del mod">
          <ac:chgData name="Robert de Groote" userId="2ce5265b-80a0-4fb8-a62a-8035e9b0c45a" providerId="ADAL" clId="{20F04FD4-9900-4063-95EE-CD816832BC31}" dt="2025-10-13T13:35:11.042" v="30223" actId="478"/>
          <ac:spMkLst>
            <pc:docMk/>
            <pc:sldMk cId="931253008" sldId="549"/>
            <ac:spMk id="57" creationId="{5F84AB8D-E2BF-B240-CCC2-0054059F50F8}"/>
          </ac:spMkLst>
        </pc:spChg>
        <pc:spChg chg="add del mod">
          <ac:chgData name="Robert de Groote" userId="2ce5265b-80a0-4fb8-a62a-8035e9b0c45a" providerId="ADAL" clId="{20F04FD4-9900-4063-95EE-CD816832BC31}" dt="2025-10-13T13:35:11.042" v="30223" actId="478"/>
          <ac:spMkLst>
            <pc:docMk/>
            <pc:sldMk cId="931253008" sldId="549"/>
            <ac:spMk id="58" creationId="{78BAEFEA-CB84-65DF-E2C7-8BBBAE972CA3}"/>
          </ac:spMkLst>
        </pc:spChg>
        <pc:spChg chg="add del mod">
          <ac:chgData name="Robert de Groote" userId="2ce5265b-80a0-4fb8-a62a-8035e9b0c45a" providerId="ADAL" clId="{20F04FD4-9900-4063-95EE-CD816832BC31}" dt="2025-10-13T13:31:15.522" v="30001" actId="478"/>
          <ac:spMkLst>
            <pc:docMk/>
            <pc:sldMk cId="931253008" sldId="549"/>
            <ac:spMk id="59" creationId="{CAFBCD78-5DB5-89B6-C839-FE3AAA69CBC0}"/>
          </ac:spMkLst>
        </pc:spChg>
        <pc:spChg chg="add del mod">
          <ac:chgData name="Robert de Groote" userId="2ce5265b-80a0-4fb8-a62a-8035e9b0c45a" providerId="ADAL" clId="{20F04FD4-9900-4063-95EE-CD816832BC31}" dt="2025-10-13T13:35:11.042" v="30223" actId="478"/>
          <ac:spMkLst>
            <pc:docMk/>
            <pc:sldMk cId="931253008" sldId="549"/>
            <ac:spMk id="61" creationId="{CB997992-9A34-B470-D25A-4E5DF401A0BD}"/>
          </ac:spMkLst>
        </pc:spChg>
        <pc:spChg chg="add del mod ord">
          <ac:chgData name="Robert de Groote" userId="2ce5265b-80a0-4fb8-a62a-8035e9b0c45a" providerId="ADAL" clId="{20F04FD4-9900-4063-95EE-CD816832BC31}" dt="2025-10-13T13:31:15.522" v="30001" actId="478"/>
          <ac:spMkLst>
            <pc:docMk/>
            <pc:sldMk cId="931253008" sldId="549"/>
            <ac:spMk id="62" creationId="{050BF42C-CDE2-5448-889A-97192CDB0E81}"/>
          </ac:spMkLst>
        </pc:spChg>
        <pc:spChg chg="add del mod ord">
          <ac:chgData name="Robert de Groote" userId="2ce5265b-80a0-4fb8-a62a-8035e9b0c45a" providerId="ADAL" clId="{20F04FD4-9900-4063-95EE-CD816832BC31}" dt="2025-10-13T13:31:15.522" v="30001" actId="478"/>
          <ac:spMkLst>
            <pc:docMk/>
            <pc:sldMk cId="931253008" sldId="549"/>
            <ac:spMk id="63" creationId="{8D5E46E2-B386-542C-5A62-139F7D3E1884}"/>
          </ac:spMkLst>
        </pc:spChg>
        <pc:spChg chg="add del mod ord">
          <ac:chgData name="Robert de Groote" userId="2ce5265b-80a0-4fb8-a62a-8035e9b0c45a" providerId="ADAL" clId="{20F04FD4-9900-4063-95EE-CD816832BC31}" dt="2025-10-13T13:31:15.522" v="30001" actId="478"/>
          <ac:spMkLst>
            <pc:docMk/>
            <pc:sldMk cId="931253008" sldId="549"/>
            <ac:spMk id="256" creationId="{9AC8026B-A81F-EB98-7E6F-A5199B22FA2A}"/>
          </ac:spMkLst>
        </pc:spChg>
        <pc:spChg chg="add del mod">
          <ac:chgData name="Robert de Groote" userId="2ce5265b-80a0-4fb8-a62a-8035e9b0c45a" providerId="ADAL" clId="{20F04FD4-9900-4063-95EE-CD816832BC31}" dt="2025-10-13T13:35:11.042" v="30223" actId="478"/>
          <ac:spMkLst>
            <pc:docMk/>
            <pc:sldMk cId="931253008" sldId="549"/>
            <ac:spMk id="257" creationId="{98404C6E-C5E2-253D-116D-5AE4983E479D}"/>
          </ac:spMkLst>
        </pc:spChg>
        <pc:spChg chg="add mod ord">
          <ac:chgData name="Robert de Groote" userId="2ce5265b-80a0-4fb8-a62a-8035e9b0c45a" providerId="ADAL" clId="{20F04FD4-9900-4063-95EE-CD816832BC31}" dt="2025-10-13T17:02:55.290" v="31633" actId="167"/>
          <ac:spMkLst>
            <pc:docMk/>
            <pc:sldMk cId="931253008" sldId="549"/>
            <ac:spMk id="258" creationId="{A0CC0706-6844-413C-5A39-402A44504C0B}"/>
          </ac:spMkLst>
        </pc:spChg>
        <pc:spChg chg="add mod ord">
          <ac:chgData name="Robert de Groote" userId="2ce5265b-80a0-4fb8-a62a-8035e9b0c45a" providerId="ADAL" clId="{20F04FD4-9900-4063-95EE-CD816832BC31}" dt="2025-10-13T17:02:55.290" v="31633" actId="167"/>
          <ac:spMkLst>
            <pc:docMk/>
            <pc:sldMk cId="931253008" sldId="549"/>
            <ac:spMk id="259" creationId="{2E94AFAB-7AAA-27B5-9EF5-CB33CC5E4824}"/>
          </ac:spMkLst>
        </pc:spChg>
        <pc:spChg chg="add del mod">
          <ac:chgData name="Robert de Groote" userId="2ce5265b-80a0-4fb8-a62a-8035e9b0c45a" providerId="ADAL" clId="{20F04FD4-9900-4063-95EE-CD816832BC31}" dt="2025-10-13T17:02:44.218" v="31570"/>
          <ac:spMkLst>
            <pc:docMk/>
            <pc:sldMk cId="931253008" sldId="549"/>
            <ac:spMk id="260" creationId="{93E55424-2FA5-0D59-DBF1-0621F9639433}"/>
          </ac:spMkLst>
        </pc:spChg>
        <pc:spChg chg="add del mod">
          <ac:chgData name="Robert de Groote" userId="2ce5265b-80a0-4fb8-a62a-8035e9b0c45a" providerId="ADAL" clId="{20F04FD4-9900-4063-95EE-CD816832BC31}" dt="2025-10-13T17:02:44.218" v="31570"/>
          <ac:spMkLst>
            <pc:docMk/>
            <pc:sldMk cId="931253008" sldId="549"/>
            <ac:spMk id="261" creationId="{28123E51-56F4-FC52-3648-51CAA6AFD690}"/>
          </ac:spMkLst>
        </pc:spChg>
        <pc:spChg chg="add del mod">
          <ac:chgData name="Robert de Groote" userId="2ce5265b-80a0-4fb8-a62a-8035e9b0c45a" providerId="ADAL" clId="{20F04FD4-9900-4063-95EE-CD816832BC31}" dt="2025-10-13T17:02:44.118" v="31529"/>
          <ac:spMkLst>
            <pc:docMk/>
            <pc:sldMk cId="931253008" sldId="549"/>
            <ac:spMk id="262" creationId="{C1617025-5DFA-567B-6F59-40647C32F1D3}"/>
          </ac:spMkLst>
        </pc:spChg>
        <pc:spChg chg="add del mod">
          <ac:chgData name="Robert de Groote" userId="2ce5265b-80a0-4fb8-a62a-8035e9b0c45a" providerId="ADAL" clId="{20F04FD4-9900-4063-95EE-CD816832BC31}" dt="2025-10-13T17:02:44.140" v="31538"/>
          <ac:spMkLst>
            <pc:docMk/>
            <pc:sldMk cId="931253008" sldId="549"/>
            <ac:spMk id="263" creationId="{0EA804B6-C19F-E538-5197-9DD502393FD0}"/>
          </ac:spMkLst>
        </pc:spChg>
        <pc:spChg chg="add del mod">
          <ac:chgData name="Robert de Groote" userId="2ce5265b-80a0-4fb8-a62a-8035e9b0c45a" providerId="ADAL" clId="{20F04FD4-9900-4063-95EE-CD816832BC31}" dt="2025-10-13T17:02:44.171" v="31547"/>
          <ac:spMkLst>
            <pc:docMk/>
            <pc:sldMk cId="931253008" sldId="549"/>
            <ac:spMk id="264" creationId="{150024EE-A8C2-79B7-7084-F5A0A40E14B4}"/>
          </ac:spMkLst>
        </pc:spChg>
        <pc:spChg chg="add del mod">
          <ac:chgData name="Robert de Groote" userId="2ce5265b-80a0-4fb8-a62a-8035e9b0c45a" providerId="ADAL" clId="{20F04FD4-9900-4063-95EE-CD816832BC31}" dt="2025-10-13T17:02:44.187" v="31556"/>
          <ac:spMkLst>
            <pc:docMk/>
            <pc:sldMk cId="931253008" sldId="549"/>
            <ac:spMk id="265" creationId="{752B07F0-36EF-2F04-BD3A-3B7EB84A7825}"/>
          </ac:spMkLst>
        </pc:spChg>
        <pc:spChg chg="add del mod">
          <ac:chgData name="Robert de Groote" userId="2ce5265b-80a0-4fb8-a62a-8035e9b0c45a" providerId="ADAL" clId="{20F04FD4-9900-4063-95EE-CD816832BC31}" dt="2025-10-13T17:02:48.435" v="31632"/>
          <ac:spMkLst>
            <pc:docMk/>
            <pc:sldMk cId="931253008" sldId="549"/>
            <ac:spMk id="266" creationId="{E9EDEAF4-8123-0D03-58B6-782F959ED773}"/>
          </ac:spMkLst>
        </pc:spChg>
        <pc:spChg chg="add del mod">
          <ac:chgData name="Robert de Groote" userId="2ce5265b-80a0-4fb8-a62a-8035e9b0c45a" providerId="ADAL" clId="{20F04FD4-9900-4063-95EE-CD816832BC31}" dt="2025-10-13T17:02:48.435" v="31632"/>
          <ac:spMkLst>
            <pc:docMk/>
            <pc:sldMk cId="931253008" sldId="549"/>
            <ac:spMk id="267" creationId="{4D4A04E9-1027-2A9C-61AC-297D05C23E43}"/>
          </ac:spMkLst>
        </pc:spChg>
        <pc:spChg chg="add del mod">
          <ac:chgData name="Robert de Groote" userId="2ce5265b-80a0-4fb8-a62a-8035e9b0c45a" providerId="ADAL" clId="{20F04FD4-9900-4063-95EE-CD816832BC31}" dt="2025-10-13T17:02:48.341" v="31591"/>
          <ac:spMkLst>
            <pc:docMk/>
            <pc:sldMk cId="931253008" sldId="549"/>
            <ac:spMk id="268" creationId="{C4C7E056-BECA-E41E-D3FC-B7DB83EC51FE}"/>
          </ac:spMkLst>
        </pc:spChg>
        <pc:spChg chg="add del mod">
          <ac:chgData name="Robert de Groote" userId="2ce5265b-80a0-4fb8-a62a-8035e9b0c45a" providerId="ADAL" clId="{20F04FD4-9900-4063-95EE-CD816832BC31}" dt="2025-10-13T17:02:48.372" v="31600"/>
          <ac:spMkLst>
            <pc:docMk/>
            <pc:sldMk cId="931253008" sldId="549"/>
            <ac:spMk id="269" creationId="{27A332CF-E58B-021F-2F49-2A170F31C7B2}"/>
          </ac:spMkLst>
        </pc:spChg>
        <pc:spChg chg="add del mod">
          <ac:chgData name="Robert de Groote" userId="2ce5265b-80a0-4fb8-a62a-8035e9b0c45a" providerId="ADAL" clId="{20F04FD4-9900-4063-95EE-CD816832BC31}" dt="2025-10-13T17:02:48.403" v="31609"/>
          <ac:spMkLst>
            <pc:docMk/>
            <pc:sldMk cId="931253008" sldId="549"/>
            <ac:spMk id="270" creationId="{D27EB7FF-4F06-DBF9-6B69-690DCB583FB9}"/>
          </ac:spMkLst>
        </pc:spChg>
        <pc:spChg chg="add del mod">
          <ac:chgData name="Robert de Groote" userId="2ce5265b-80a0-4fb8-a62a-8035e9b0c45a" providerId="ADAL" clId="{20F04FD4-9900-4063-95EE-CD816832BC31}" dt="2025-10-13T17:02:48.419" v="31618"/>
          <ac:spMkLst>
            <pc:docMk/>
            <pc:sldMk cId="931253008" sldId="549"/>
            <ac:spMk id="271" creationId="{DD2CF51E-F78A-F3EC-808C-EEEE47542D45}"/>
          </ac:spMkLst>
        </pc:spChg>
        <pc:spChg chg="del">
          <ac:chgData name="Robert de Groote" userId="2ce5265b-80a0-4fb8-a62a-8035e9b0c45a" providerId="ADAL" clId="{20F04FD4-9900-4063-95EE-CD816832BC31}" dt="2025-10-13T13:31:15.522" v="30001" actId="478"/>
          <ac:spMkLst>
            <pc:docMk/>
            <pc:sldMk cId="931253008" sldId="549"/>
            <ac:spMk id="287" creationId="{F1266878-B5D0-85F8-0562-A769E6A42AB3}"/>
          </ac:spMkLst>
        </pc:spChg>
        <pc:cxnChg chg="mod">
          <ac:chgData name="Robert de Groote" userId="2ce5265b-80a0-4fb8-a62a-8035e9b0c45a" providerId="ADAL" clId="{20F04FD4-9900-4063-95EE-CD816832BC31}" dt="2025-10-11T09:54:36.881" v="14294" actId="108"/>
          <ac:cxnSpMkLst>
            <pc:docMk/>
            <pc:sldMk cId="931253008" sldId="549"/>
            <ac:cxnSpMk id="9" creationId="{355F9A8B-4F80-534D-2269-163063D14819}"/>
          </ac:cxnSpMkLst>
        </pc:cxnChg>
        <pc:cxnChg chg="mod">
          <ac:chgData name="Robert de Groote" userId="2ce5265b-80a0-4fb8-a62a-8035e9b0c45a" providerId="ADAL" clId="{20F04FD4-9900-4063-95EE-CD816832BC31}" dt="2025-10-11T09:54:46.650" v="14296" actId="108"/>
          <ac:cxnSpMkLst>
            <pc:docMk/>
            <pc:sldMk cId="931253008" sldId="549"/>
            <ac:cxnSpMk id="17" creationId="{CAA094CA-686B-8C0C-F5EB-6CC36EAEAD3D}"/>
          </ac:cxnSpMkLst>
        </pc:cxnChg>
        <pc:cxnChg chg="mod">
          <ac:chgData name="Robert de Groote" userId="2ce5265b-80a0-4fb8-a62a-8035e9b0c45a" providerId="ADAL" clId="{20F04FD4-9900-4063-95EE-CD816832BC31}" dt="2025-10-11T09:54:34.140" v="14292" actId="108"/>
          <ac:cxnSpMkLst>
            <pc:docMk/>
            <pc:sldMk cId="931253008" sldId="549"/>
            <ac:cxnSpMk id="18" creationId="{7DB3F9F0-2F63-468D-4C7D-F93D70440D75}"/>
          </ac:cxnSpMkLst>
        </pc:cxnChg>
        <pc:cxnChg chg="mod">
          <ac:chgData name="Robert de Groote" userId="2ce5265b-80a0-4fb8-a62a-8035e9b0c45a" providerId="ADAL" clId="{20F04FD4-9900-4063-95EE-CD816832BC31}" dt="2025-10-11T09:54:35.748" v="14293" actId="108"/>
          <ac:cxnSpMkLst>
            <pc:docMk/>
            <pc:sldMk cId="931253008" sldId="549"/>
            <ac:cxnSpMk id="21" creationId="{1D38D03A-60DC-F508-5CB3-C95B9D995B8C}"/>
          </ac:cxnSpMkLst>
        </pc:cxnChg>
      </pc:sldChg>
      <pc:sldChg chg="addSp delSp modSp add mod delAnim modAnim">
        <pc:chgData name="Robert de Groote" userId="2ce5265b-80a0-4fb8-a62a-8035e9b0c45a" providerId="ADAL" clId="{20F04FD4-9900-4063-95EE-CD816832BC31}" dt="2025-10-13T17:18:09.127" v="31951"/>
        <pc:sldMkLst>
          <pc:docMk/>
          <pc:sldMk cId="1130412515" sldId="550"/>
        </pc:sldMkLst>
        <pc:spChg chg="mod">
          <ac:chgData name="Robert de Groote" userId="2ce5265b-80a0-4fb8-a62a-8035e9b0c45a" providerId="ADAL" clId="{20F04FD4-9900-4063-95EE-CD816832BC31}" dt="2025-10-13T17:17:48.967" v="31943"/>
          <ac:spMkLst>
            <pc:docMk/>
            <pc:sldMk cId="1130412515" sldId="550"/>
            <ac:spMk id="2" creationId="{E84C13BE-5879-B711-3FE6-F0A7CFD87CEE}"/>
          </ac:spMkLst>
        </pc:spChg>
        <pc:spChg chg="mod">
          <ac:chgData name="Robert de Groote" userId="2ce5265b-80a0-4fb8-a62a-8035e9b0c45a" providerId="ADAL" clId="{20F04FD4-9900-4063-95EE-CD816832BC31}" dt="2025-10-13T17:18:09.127" v="31951"/>
          <ac:spMkLst>
            <pc:docMk/>
            <pc:sldMk cId="1130412515" sldId="550"/>
            <ac:spMk id="3" creationId="{BA5E5918-DDFB-A79D-6E64-4632C889D6F6}"/>
          </ac:spMkLst>
        </pc:spChg>
        <pc:spChg chg="mod">
          <ac:chgData name="Robert de Groote" userId="2ce5265b-80a0-4fb8-a62a-8035e9b0c45a" providerId="ADAL" clId="{20F04FD4-9900-4063-95EE-CD816832BC31}" dt="2025-10-13T13:41:57.923" v="30277" actId="108"/>
          <ac:spMkLst>
            <pc:docMk/>
            <pc:sldMk cId="1130412515" sldId="550"/>
            <ac:spMk id="4" creationId="{A3B5E752-B9FD-94E1-987B-D2ECFFD5DB17}"/>
          </ac:spMkLst>
        </pc:spChg>
        <pc:spChg chg="mod">
          <ac:chgData name="Robert de Groote" userId="2ce5265b-80a0-4fb8-a62a-8035e9b0c45a" providerId="ADAL" clId="{20F04FD4-9900-4063-95EE-CD816832BC31}" dt="2025-10-13T13:41:59.033" v="30278" actId="108"/>
          <ac:spMkLst>
            <pc:docMk/>
            <pc:sldMk cId="1130412515" sldId="550"/>
            <ac:spMk id="5" creationId="{DB9B5ED7-0504-E7A5-984C-A8AC59C90B9A}"/>
          </ac:spMkLst>
        </pc:spChg>
        <pc:spChg chg="mod">
          <ac:chgData name="Robert de Groote" userId="2ce5265b-80a0-4fb8-a62a-8035e9b0c45a" providerId="ADAL" clId="{20F04FD4-9900-4063-95EE-CD816832BC31}" dt="2025-10-13T13:41:57.141" v="30276" actId="108"/>
          <ac:spMkLst>
            <pc:docMk/>
            <pc:sldMk cId="1130412515" sldId="550"/>
            <ac:spMk id="7" creationId="{7E68A385-EAE9-6858-914D-F918E7F8FA7B}"/>
          </ac:spMkLst>
        </pc:spChg>
        <pc:spChg chg="mod">
          <ac:chgData name="Robert de Groote" userId="2ce5265b-80a0-4fb8-a62a-8035e9b0c45a" providerId="ADAL" clId="{20F04FD4-9900-4063-95EE-CD816832BC31}" dt="2025-10-13T13:41:55.661" v="30275" actId="108"/>
          <ac:spMkLst>
            <pc:docMk/>
            <pc:sldMk cId="1130412515" sldId="550"/>
            <ac:spMk id="11" creationId="{14BF79D5-40FD-0315-B29E-8A460AC7DF89}"/>
          </ac:spMkLst>
        </pc:spChg>
        <pc:spChg chg="ord">
          <ac:chgData name="Robert de Groote" userId="2ce5265b-80a0-4fb8-a62a-8035e9b0c45a" providerId="ADAL" clId="{20F04FD4-9900-4063-95EE-CD816832BC31}" dt="2025-10-13T17:04:01.888" v="31706" actId="167"/>
          <ac:spMkLst>
            <pc:docMk/>
            <pc:sldMk cId="1130412515" sldId="550"/>
            <ac:spMk id="13" creationId="{F4F8588D-DF76-9DA2-440D-7C8AF0E4A38E}"/>
          </ac:spMkLst>
        </pc:spChg>
        <pc:spChg chg="del">
          <ac:chgData name="Robert de Groote" userId="2ce5265b-80a0-4fb8-a62a-8035e9b0c45a" providerId="ADAL" clId="{20F04FD4-9900-4063-95EE-CD816832BC31}" dt="2025-10-13T13:31:19.315" v="30002" actId="478"/>
          <ac:spMkLst>
            <pc:docMk/>
            <pc:sldMk cId="1130412515" sldId="550"/>
            <ac:spMk id="25" creationId="{971B92C3-C954-9CBD-347F-C665F5AC81DC}"/>
          </ac:spMkLst>
        </pc:spChg>
        <pc:spChg chg="del">
          <ac:chgData name="Robert de Groote" userId="2ce5265b-80a0-4fb8-a62a-8035e9b0c45a" providerId="ADAL" clId="{20F04FD4-9900-4063-95EE-CD816832BC31}" dt="2025-10-13T13:31:19.315" v="30002" actId="478"/>
          <ac:spMkLst>
            <pc:docMk/>
            <pc:sldMk cId="1130412515" sldId="550"/>
            <ac:spMk id="26" creationId="{1A0A82C0-E944-16D5-47BC-3C01581833BC}"/>
          </ac:spMkLst>
        </pc:spChg>
        <pc:spChg chg="mod">
          <ac:chgData name="Robert de Groote" userId="2ce5265b-80a0-4fb8-a62a-8035e9b0c45a" providerId="ADAL" clId="{20F04FD4-9900-4063-95EE-CD816832BC31}" dt="2025-10-11T11:56:11.379" v="17197" actId="20577"/>
          <ac:spMkLst>
            <pc:docMk/>
            <pc:sldMk cId="1130412515" sldId="550"/>
            <ac:spMk id="32" creationId="{32831B2F-E78A-6F56-41EA-6389D53EDE69}"/>
          </ac:spMkLst>
        </pc:spChg>
        <pc:spChg chg="mod">
          <ac:chgData name="Robert de Groote" userId="2ce5265b-80a0-4fb8-a62a-8035e9b0c45a" providerId="ADAL" clId="{20F04FD4-9900-4063-95EE-CD816832BC31}" dt="2025-10-11T11:56:14.034" v="17199" actId="20577"/>
          <ac:spMkLst>
            <pc:docMk/>
            <pc:sldMk cId="1130412515" sldId="550"/>
            <ac:spMk id="43" creationId="{20A4AFA1-9C2E-DC95-4FF6-B3BFC4892D57}"/>
          </ac:spMkLst>
        </pc:spChg>
        <pc:spChg chg="mod">
          <ac:chgData name="Robert de Groote" userId="2ce5265b-80a0-4fb8-a62a-8035e9b0c45a" providerId="ADAL" clId="{20F04FD4-9900-4063-95EE-CD816832BC31}" dt="2025-10-11T09:55:33.814" v="14309" actId="20577"/>
          <ac:spMkLst>
            <pc:docMk/>
            <pc:sldMk cId="1130412515" sldId="550"/>
            <ac:spMk id="45" creationId="{C846A53C-A51F-4105-2AAB-9F158DC6B25E}"/>
          </ac:spMkLst>
        </pc:spChg>
        <pc:spChg chg="mod">
          <ac:chgData name="Robert de Groote" userId="2ce5265b-80a0-4fb8-a62a-8035e9b0c45a" providerId="ADAL" clId="{20F04FD4-9900-4063-95EE-CD816832BC31}" dt="2025-10-13T17:03:52.764" v="31698"/>
          <ac:spMkLst>
            <pc:docMk/>
            <pc:sldMk cId="1130412515" sldId="550"/>
            <ac:spMk id="46" creationId="{026D8BB2-624D-2734-0E1C-F85361FFC54D}"/>
          </ac:spMkLst>
        </pc:spChg>
        <pc:spChg chg="del">
          <ac:chgData name="Robert de Groote" userId="2ce5265b-80a0-4fb8-a62a-8035e9b0c45a" providerId="ADAL" clId="{20F04FD4-9900-4063-95EE-CD816832BC31}" dt="2025-10-13T13:31:19.315" v="30002" actId="478"/>
          <ac:spMkLst>
            <pc:docMk/>
            <pc:sldMk cId="1130412515" sldId="550"/>
            <ac:spMk id="51" creationId="{D069AE78-2117-F392-3EF0-14D2E7382BD8}"/>
          </ac:spMkLst>
        </pc:spChg>
        <pc:spChg chg="del">
          <ac:chgData name="Robert de Groote" userId="2ce5265b-80a0-4fb8-a62a-8035e9b0c45a" providerId="ADAL" clId="{20F04FD4-9900-4063-95EE-CD816832BC31}" dt="2025-10-13T13:31:19.315" v="30002" actId="478"/>
          <ac:spMkLst>
            <pc:docMk/>
            <pc:sldMk cId="1130412515" sldId="550"/>
            <ac:spMk id="52" creationId="{C9246C73-93EE-5E1A-E940-759CF58C6DF2}"/>
          </ac:spMkLst>
        </pc:spChg>
        <pc:spChg chg="add mod">
          <ac:chgData name="Robert de Groote" userId="2ce5265b-80a0-4fb8-a62a-8035e9b0c45a" providerId="ADAL" clId="{20F04FD4-9900-4063-95EE-CD816832BC31}" dt="2025-10-13T13:32:49.153" v="30113"/>
          <ac:spMkLst>
            <pc:docMk/>
            <pc:sldMk cId="1130412515" sldId="550"/>
            <ac:spMk id="53" creationId="{AA510989-4193-AA48-13EF-AD186C3CCDE2}"/>
          </ac:spMkLst>
        </pc:spChg>
        <pc:spChg chg="add mod">
          <ac:chgData name="Robert de Groote" userId="2ce5265b-80a0-4fb8-a62a-8035e9b0c45a" providerId="ADAL" clId="{20F04FD4-9900-4063-95EE-CD816832BC31}" dt="2025-10-13T13:32:49.153" v="30114"/>
          <ac:spMkLst>
            <pc:docMk/>
            <pc:sldMk cId="1130412515" sldId="550"/>
            <ac:spMk id="54" creationId="{29B5C5D5-2828-A21A-9A96-225119893F79}"/>
          </ac:spMkLst>
        </pc:spChg>
        <pc:spChg chg="add mod">
          <ac:chgData name="Robert de Groote" userId="2ce5265b-80a0-4fb8-a62a-8035e9b0c45a" providerId="ADAL" clId="{20F04FD4-9900-4063-95EE-CD816832BC31}" dt="2025-10-13T13:32:49.153" v="30115"/>
          <ac:spMkLst>
            <pc:docMk/>
            <pc:sldMk cId="1130412515" sldId="550"/>
            <ac:spMk id="55" creationId="{CDEB5C25-0D29-17F8-5B5B-6C305027E26D}"/>
          </ac:spMkLst>
        </pc:spChg>
        <pc:spChg chg="add mod">
          <ac:chgData name="Robert de Groote" userId="2ce5265b-80a0-4fb8-a62a-8035e9b0c45a" providerId="ADAL" clId="{20F04FD4-9900-4063-95EE-CD816832BC31}" dt="2025-10-13T13:32:49.153" v="30116"/>
          <ac:spMkLst>
            <pc:docMk/>
            <pc:sldMk cId="1130412515" sldId="550"/>
            <ac:spMk id="56" creationId="{6D828A24-7B7D-B117-D2AF-7CFC3017156B}"/>
          </ac:spMkLst>
        </pc:spChg>
        <pc:spChg chg="add mod">
          <ac:chgData name="Robert de Groote" userId="2ce5265b-80a0-4fb8-a62a-8035e9b0c45a" providerId="ADAL" clId="{20F04FD4-9900-4063-95EE-CD816832BC31}" dt="2025-10-13T13:32:49.153" v="30117"/>
          <ac:spMkLst>
            <pc:docMk/>
            <pc:sldMk cId="1130412515" sldId="550"/>
            <ac:spMk id="57" creationId="{4D0E6509-B0E4-4FAD-F8E7-D18D8257EE21}"/>
          </ac:spMkLst>
        </pc:spChg>
        <pc:spChg chg="del">
          <ac:chgData name="Robert de Groote" userId="2ce5265b-80a0-4fb8-a62a-8035e9b0c45a" providerId="ADAL" clId="{20F04FD4-9900-4063-95EE-CD816832BC31}" dt="2025-10-13T13:31:19.315" v="30002" actId="478"/>
          <ac:spMkLst>
            <pc:docMk/>
            <pc:sldMk cId="1130412515" sldId="550"/>
            <ac:spMk id="58" creationId="{47D2EFF1-8040-42F8-6AFA-6D05589ACE7F}"/>
          </ac:spMkLst>
        </pc:spChg>
        <pc:spChg chg="add mod">
          <ac:chgData name="Robert de Groote" userId="2ce5265b-80a0-4fb8-a62a-8035e9b0c45a" providerId="ADAL" clId="{20F04FD4-9900-4063-95EE-CD816832BC31}" dt="2025-10-13T13:32:49.153" v="30118"/>
          <ac:spMkLst>
            <pc:docMk/>
            <pc:sldMk cId="1130412515" sldId="550"/>
            <ac:spMk id="59" creationId="{72D9D0F2-7699-F8E1-9193-7020AF93336A}"/>
          </ac:spMkLst>
        </pc:spChg>
        <pc:spChg chg="add del mod">
          <ac:chgData name="Robert de Groote" userId="2ce5265b-80a0-4fb8-a62a-8035e9b0c45a" providerId="ADAL" clId="{20F04FD4-9900-4063-95EE-CD816832BC31}" dt="2025-10-13T13:35:14.588" v="30224" actId="478"/>
          <ac:spMkLst>
            <pc:docMk/>
            <pc:sldMk cId="1130412515" sldId="550"/>
            <ac:spMk id="60" creationId="{292F4E64-17BB-61C8-368D-FD0026C599FE}"/>
          </ac:spMkLst>
        </pc:spChg>
        <pc:spChg chg="add del mod">
          <ac:chgData name="Robert de Groote" userId="2ce5265b-80a0-4fb8-a62a-8035e9b0c45a" providerId="ADAL" clId="{20F04FD4-9900-4063-95EE-CD816832BC31}" dt="2025-10-13T13:35:14.588" v="30224" actId="478"/>
          <ac:spMkLst>
            <pc:docMk/>
            <pc:sldMk cId="1130412515" sldId="550"/>
            <ac:spMk id="61" creationId="{B7179BB9-6538-8EB2-D502-FF2A12568866}"/>
          </ac:spMkLst>
        </pc:spChg>
        <pc:spChg chg="add del mod">
          <ac:chgData name="Robert de Groote" userId="2ce5265b-80a0-4fb8-a62a-8035e9b0c45a" providerId="ADAL" clId="{20F04FD4-9900-4063-95EE-CD816832BC31}" dt="2025-10-13T13:35:14.588" v="30224" actId="478"/>
          <ac:spMkLst>
            <pc:docMk/>
            <pc:sldMk cId="1130412515" sldId="550"/>
            <ac:spMk id="62" creationId="{332B3AA5-5B50-328E-4CD6-44878D944E84}"/>
          </ac:spMkLst>
        </pc:spChg>
        <pc:spChg chg="add del mod">
          <ac:chgData name="Robert de Groote" userId="2ce5265b-80a0-4fb8-a62a-8035e9b0c45a" providerId="ADAL" clId="{20F04FD4-9900-4063-95EE-CD816832BC31}" dt="2025-10-13T13:35:14.588" v="30224" actId="478"/>
          <ac:spMkLst>
            <pc:docMk/>
            <pc:sldMk cId="1130412515" sldId="550"/>
            <ac:spMk id="63" creationId="{A829359F-E558-83AF-0648-4D442BDFEA18}"/>
          </ac:spMkLst>
        </pc:spChg>
        <pc:spChg chg="add mod ord">
          <ac:chgData name="Robert de Groote" userId="2ce5265b-80a0-4fb8-a62a-8035e9b0c45a" providerId="ADAL" clId="{20F04FD4-9900-4063-95EE-CD816832BC31}" dt="2025-10-13T17:03:58.465" v="31705" actId="167"/>
          <ac:spMkLst>
            <pc:docMk/>
            <pc:sldMk cId="1130412515" sldId="550"/>
            <ac:spMk id="256" creationId="{09181842-DD8A-A935-CE8A-ABD3332084FF}"/>
          </ac:spMkLst>
        </pc:spChg>
        <pc:spChg chg="add del mod">
          <ac:chgData name="Robert de Groote" userId="2ce5265b-80a0-4fb8-a62a-8035e9b0c45a" providerId="ADAL" clId="{20F04FD4-9900-4063-95EE-CD816832BC31}" dt="2025-10-13T17:03:52.769" v="31704"/>
          <ac:spMkLst>
            <pc:docMk/>
            <pc:sldMk cId="1130412515" sldId="550"/>
            <ac:spMk id="257" creationId="{993FCE3E-C7E7-1F35-D2B0-85B641398B4B}"/>
          </ac:spMkLst>
        </pc:spChg>
        <pc:spChg chg="add del mod">
          <ac:chgData name="Robert de Groote" userId="2ce5265b-80a0-4fb8-a62a-8035e9b0c45a" providerId="ADAL" clId="{20F04FD4-9900-4063-95EE-CD816832BC31}" dt="2025-10-13T17:03:52.769" v="31704"/>
          <ac:spMkLst>
            <pc:docMk/>
            <pc:sldMk cId="1130412515" sldId="550"/>
            <ac:spMk id="258" creationId="{5FE8F42B-8E0C-BE43-75CC-01B3506CCE55}"/>
          </ac:spMkLst>
        </pc:spChg>
        <pc:spChg chg="del">
          <ac:chgData name="Robert de Groote" userId="2ce5265b-80a0-4fb8-a62a-8035e9b0c45a" providerId="ADAL" clId="{20F04FD4-9900-4063-95EE-CD816832BC31}" dt="2025-10-13T13:31:19.315" v="30002" actId="478"/>
          <ac:spMkLst>
            <pc:docMk/>
            <pc:sldMk cId="1130412515" sldId="550"/>
            <ac:spMk id="259" creationId="{331F3642-33FF-4E8B-D8EE-A31B4F250621}"/>
          </ac:spMkLst>
        </pc:spChg>
        <pc:spChg chg="add del mod">
          <ac:chgData name="Robert de Groote" userId="2ce5265b-80a0-4fb8-a62a-8035e9b0c45a" providerId="ADAL" clId="{20F04FD4-9900-4063-95EE-CD816832BC31}" dt="2025-10-13T17:03:52.639" v="31663"/>
          <ac:spMkLst>
            <pc:docMk/>
            <pc:sldMk cId="1130412515" sldId="550"/>
            <ac:spMk id="260" creationId="{1C71F325-7409-81EB-06BA-F9A27156F21F}"/>
          </ac:spMkLst>
        </pc:spChg>
        <pc:spChg chg="add del mod">
          <ac:chgData name="Robert de Groote" userId="2ce5265b-80a0-4fb8-a62a-8035e9b0c45a" providerId="ADAL" clId="{20F04FD4-9900-4063-95EE-CD816832BC31}" dt="2025-10-13T17:03:52.686" v="31672"/>
          <ac:spMkLst>
            <pc:docMk/>
            <pc:sldMk cId="1130412515" sldId="550"/>
            <ac:spMk id="261" creationId="{093928DF-E770-1BDA-FCC2-58B17E3EBEE5}"/>
          </ac:spMkLst>
        </pc:spChg>
        <pc:spChg chg="add del mod">
          <ac:chgData name="Robert de Groote" userId="2ce5265b-80a0-4fb8-a62a-8035e9b0c45a" providerId="ADAL" clId="{20F04FD4-9900-4063-95EE-CD816832BC31}" dt="2025-10-13T17:03:52.718" v="31681"/>
          <ac:spMkLst>
            <pc:docMk/>
            <pc:sldMk cId="1130412515" sldId="550"/>
            <ac:spMk id="262" creationId="{9BD8F77B-2731-57AD-D045-593D79BAD167}"/>
          </ac:spMkLst>
        </pc:spChg>
        <pc:spChg chg="add del mod">
          <ac:chgData name="Robert de Groote" userId="2ce5265b-80a0-4fb8-a62a-8035e9b0c45a" providerId="ADAL" clId="{20F04FD4-9900-4063-95EE-CD816832BC31}" dt="2025-10-13T17:03:52.733" v="31690"/>
          <ac:spMkLst>
            <pc:docMk/>
            <pc:sldMk cId="1130412515" sldId="550"/>
            <ac:spMk id="263" creationId="{A205FF5E-BAB7-A947-56A1-A24A065E15FF}"/>
          </ac:spMkLst>
        </pc:spChg>
        <pc:spChg chg="del">
          <ac:chgData name="Robert de Groote" userId="2ce5265b-80a0-4fb8-a62a-8035e9b0c45a" providerId="ADAL" clId="{20F04FD4-9900-4063-95EE-CD816832BC31}" dt="2025-10-13T13:31:19.315" v="30002" actId="478"/>
          <ac:spMkLst>
            <pc:docMk/>
            <pc:sldMk cId="1130412515" sldId="550"/>
            <ac:spMk id="268" creationId="{8B49D9D2-B875-0501-391F-E6709887286C}"/>
          </ac:spMkLst>
        </pc:spChg>
        <pc:spChg chg="del">
          <ac:chgData name="Robert de Groote" userId="2ce5265b-80a0-4fb8-a62a-8035e9b0c45a" providerId="ADAL" clId="{20F04FD4-9900-4063-95EE-CD816832BC31}" dt="2025-10-13T13:31:19.315" v="30002" actId="478"/>
          <ac:spMkLst>
            <pc:docMk/>
            <pc:sldMk cId="1130412515" sldId="550"/>
            <ac:spMk id="277" creationId="{AE4BCF3C-29C7-082B-FA38-96D4E0EC9AFF}"/>
          </ac:spMkLst>
        </pc:spChg>
        <pc:spChg chg="del">
          <ac:chgData name="Robert de Groote" userId="2ce5265b-80a0-4fb8-a62a-8035e9b0c45a" providerId="ADAL" clId="{20F04FD4-9900-4063-95EE-CD816832BC31}" dt="2025-10-13T13:31:19.315" v="30002" actId="478"/>
          <ac:spMkLst>
            <pc:docMk/>
            <pc:sldMk cId="1130412515" sldId="550"/>
            <ac:spMk id="286" creationId="{DB5E705E-F888-5BEE-C6F8-20A4F0332DA2}"/>
          </ac:spMkLst>
        </pc:spChg>
        <pc:spChg chg="del">
          <ac:chgData name="Robert de Groote" userId="2ce5265b-80a0-4fb8-a62a-8035e9b0c45a" providerId="ADAL" clId="{20F04FD4-9900-4063-95EE-CD816832BC31}" dt="2025-10-13T13:31:19.315" v="30002" actId="478"/>
          <ac:spMkLst>
            <pc:docMk/>
            <pc:sldMk cId="1130412515" sldId="550"/>
            <ac:spMk id="287" creationId="{7F55C25B-1C5F-7423-548B-A25C7CC70D65}"/>
          </ac:spMkLst>
        </pc:spChg>
        <pc:cxnChg chg="mod">
          <ac:chgData name="Robert de Groote" userId="2ce5265b-80a0-4fb8-a62a-8035e9b0c45a" providerId="ADAL" clId="{20F04FD4-9900-4063-95EE-CD816832BC31}" dt="2025-10-11T09:55:19.223" v="14302" actId="108"/>
          <ac:cxnSpMkLst>
            <pc:docMk/>
            <pc:sldMk cId="1130412515" sldId="550"/>
            <ac:cxnSpMk id="10" creationId="{753E2B0B-FABF-01BE-04E8-3B2B5D13D656}"/>
          </ac:cxnSpMkLst>
        </pc:cxnChg>
        <pc:cxnChg chg="mod">
          <ac:chgData name="Robert de Groote" userId="2ce5265b-80a0-4fb8-a62a-8035e9b0c45a" providerId="ADAL" clId="{20F04FD4-9900-4063-95EE-CD816832BC31}" dt="2025-10-11T09:55:20.342" v="14303" actId="108"/>
          <ac:cxnSpMkLst>
            <pc:docMk/>
            <pc:sldMk cId="1130412515" sldId="550"/>
            <ac:cxnSpMk id="27" creationId="{853347A8-C0B5-A2B8-B264-ACB33DFD0747}"/>
          </ac:cxnSpMkLst>
        </pc:cxnChg>
      </pc:sldChg>
      <pc:sldChg chg="addSp delSp modSp add mod modAnim">
        <pc:chgData name="Robert de Groote" userId="2ce5265b-80a0-4fb8-a62a-8035e9b0c45a" providerId="ADAL" clId="{20F04FD4-9900-4063-95EE-CD816832BC31}" dt="2025-10-13T17:18:10.485" v="31952"/>
        <pc:sldMkLst>
          <pc:docMk/>
          <pc:sldMk cId="3345119174" sldId="551"/>
        </pc:sldMkLst>
        <pc:spChg chg="mod">
          <ac:chgData name="Robert de Groote" userId="2ce5265b-80a0-4fb8-a62a-8035e9b0c45a" providerId="ADAL" clId="{20F04FD4-9900-4063-95EE-CD816832BC31}" dt="2025-10-13T17:17:51.198" v="31944"/>
          <ac:spMkLst>
            <pc:docMk/>
            <pc:sldMk cId="3345119174" sldId="551"/>
            <ac:spMk id="2" creationId="{C930AD83-CE01-0622-9011-DEA18182563B}"/>
          </ac:spMkLst>
        </pc:spChg>
        <pc:spChg chg="mod">
          <ac:chgData name="Robert de Groote" userId="2ce5265b-80a0-4fb8-a62a-8035e9b0c45a" providerId="ADAL" clId="{20F04FD4-9900-4063-95EE-CD816832BC31}" dt="2025-10-13T17:18:10.485" v="31952"/>
          <ac:spMkLst>
            <pc:docMk/>
            <pc:sldMk cId="3345119174" sldId="551"/>
            <ac:spMk id="3" creationId="{498C9D12-3E69-7E89-3B41-5EB93F9B4D42}"/>
          </ac:spMkLst>
        </pc:spChg>
        <pc:spChg chg="mod">
          <ac:chgData name="Robert de Groote" userId="2ce5265b-80a0-4fb8-a62a-8035e9b0c45a" providerId="ADAL" clId="{20F04FD4-9900-4063-95EE-CD816832BC31}" dt="2025-10-13T13:42:03.056" v="30281" actId="108"/>
          <ac:spMkLst>
            <pc:docMk/>
            <pc:sldMk cId="3345119174" sldId="551"/>
            <ac:spMk id="4" creationId="{6AA4116E-BAA2-832D-A646-B8D08006640F}"/>
          </ac:spMkLst>
        </pc:spChg>
        <pc:spChg chg="mod">
          <ac:chgData name="Robert de Groote" userId="2ce5265b-80a0-4fb8-a62a-8035e9b0c45a" providerId="ADAL" clId="{20F04FD4-9900-4063-95EE-CD816832BC31}" dt="2025-10-13T13:42:04.114" v="30282" actId="108"/>
          <ac:spMkLst>
            <pc:docMk/>
            <pc:sldMk cId="3345119174" sldId="551"/>
            <ac:spMk id="5" creationId="{C2AFA7F6-BC4E-FA2C-63BA-72E97AA10534}"/>
          </ac:spMkLst>
        </pc:spChg>
        <pc:spChg chg="mod">
          <ac:chgData name="Robert de Groote" userId="2ce5265b-80a0-4fb8-a62a-8035e9b0c45a" providerId="ADAL" clId="{20F04FD4-9900-4063-95EE-CD816832BC31}" dt="2025-10-13T13:42:02.423" v="30280" actId="108"/>
          <ac:spMkLst>
            <pc:docMk/>
            <pc:sldMk cId="3345119174" sldId="551"/>
            <ac:spMk id="7" creationId="{FE8F4B9C-F5B0-04FE-A52F-E789698C6916}"/>
          </ac:spMkLst>
        </pc:spChg>
        <pc:spChg chg="mod">
          <ac:chgData name="Robert de Groote" userId="2ce5265b-80a0-4fb8-a62a-8035e9b0c45a" providerId="ADAL" clId="{20F04FD4-9900-4063-95EE-CD816832BC31}" dt="2025-10-13T13:42:01.347" v="30279" actId="108"/>
          <ac:spMkLst>
            <pc:docMk/>
            <pc:sldMk cId="3345119174" sldId="551"/>
            <ac:spMk id="11" creationId="{FEDFFBAE-3BB0-8F38-1F80-8063C46C3771}"/>
          </ac:spMkLst>
        </pc:spChg>
        <pc:spChg chg="mod">
          <ac:chgData name="Robert de Groote" userId="2ce5265b-80a0-4fb8-a62a-8035e9b0c45a" providerId="ADAL" clId="{20F04FD4-9900-4063-95EE-CD816832BC31}" dt="2025-10-13T13:42:05.692" v="30283" actId="108"/>
          <ac:spMkLst>
            <pc:docMk/>
            <pc:sldMk cId="3345119174" sldId="551"/>
            <ac:spMk id="12" creationId="{D2CD3FC8-5E18-F2B3-2DC1-49B0A665CBB1}"/>
          </ac:spMkLst>
        </pc:spChg>
        <pc:spChg chg="del">
          <ac:chgData name="Robert de Groote" userId="2ce5265b-80a0-4fb8-a62a-8035e9b0c45a" providerId="ADAL" clId="{20F04FD4-9900-4063-95EE-CD816832BC31}" dt="2025-10-13T13:31:23.806" v="30003" actId="478"/>
          <ac:spMkLst>
            <pc:docMk/>
            <pc:sldMk cId="3345119174" sldId="551"/>
            <ac:spMk id="24" creationId="{32583278-48AF-C225-9836-AC91A0F3CE70}"/>
          </ac:spMkLst>
        </pc:spChg>
        <pc:spChg chg="del">
          <ac:chgData name="Robert de Groote" userId="2ce5265b-80a0-4fb8-a62a-8035e9b0c45a" providerId="ADAL" clId="{20F04FD4-9900-4063-95EE-CD816832BC31}" dt="2025-10-13T13:31:23.806" v="30003" actId="478"/>
          <ac:spMkLst>
            <pc:docMk/>
            <pc:sldMk cId="3345119174" sldId="551"/>
            <ac:spMk id="25" creationId="{EB70E776-64B3-6241-C42F-7C90C2AB9285}"/>
          </ac:spMkLst>
        </pc:spChg>
        <pc:spChg chg="del">
          <ac:chgData name="Robert de Groote" userId="2ce5265b-80a0-4fb8-a62a-8035e9b0c45a" providerId="ADAL" clId="{20F04FD4-9900-4063-95EE-CD816832BC31}" dt="2025-10-13T13:31:23.806" v="30003" actId="478"/>
          <ac:spMkLst>
            <pc:docMk/>
            <pc:sldMk cId="3345119174" sldId="551"/>
            <ac:spMk id="26" creationId="{EBB88558-3990-B759-B6F4-217FE786EAB9}"/>
          </ac:spMkLst>
        </pc:spChg>
        <pc:spChg chg="del">
          <ac:chgData name="Robert de Groote" userId="2ce5265b-80a0-4fb8-a62a-8035e9b0c45a" providerId="ADAL" clId="{20F04FD4-9900-4063-95EE-CD816832BC31}" dt="2025-10-13T13:31:23.806" v="30003" actId="478"/>
          <ac:spMkLst>
            <pc:docMk/>
            <pc:sldMk cId="3345119174" sldId="551"/>
            <ac:spMk id="28" creationId="{DC6F825B-F460-9375-BF1C-3F5BD88870C5}"/>
          </ac:spMkLst>
        </pc:spChg>
        <pc:spChg chg="mod">
          <ac:chgData name="Robert de Groote" userId="2ce5265b-80a0-4fb8-a62a-8035e9b0c45a" providerId="ADAL" clId="{20F04FD4-9900-4063-95EE-CD816832BC31}" dt="2025-10-11T11:35:10.310" v="14318" actId="20577"/>
          <ac:spMkLst>
            <pc:docMk/>
            <pc:sldMk cId="3345119174" sldId="551"/>
            <ac:spMk id="31" creationId="{9A16A1AE-DF6E-850E-25ED-7626525D28F5}"/>
          </ac:spMkLst>
        </pc:spChg>
        <pc:spChg chg="mod">
          <ac:chgData name="Robert de Groote" userId="2ce5265b-80a0-4fb8-a62a-8035e9b0c45a" providerId="ADAL" clId="{20F04FD4-9900-4063-95EE-CD816832BC31}" dt="2025-10-11T11:56:31.499" v="17201" actId="20577"/>
          <ac:spMkLst>
            <pc:docMk/>
            <pc:sldMk cId="3345119174" sldId="551"/>
            <ac:spMk id="32" creationId="{B2E97F26-5928-9D1E-5CF6-35E32A1482CE}"/>
          </ac:spMkLst>
        </pc:spChg>
        <pc:spChg chg="mod">
          <ac:chgData name="Robert de Groote" userId="2ce5265b-80a0-4fb8-a62a-8035e9b0c45a" providerId="ADAL" clId="{20F04FD4-9900-4063-95EE-CD816832BC31}" dt="2025-10-11T11:56:34.381" v="17203" actId="20577"/>
          <ac:spMkLst>
            <pc:docMk/>
            <pc:sldMk cId="3345119174" sldId="551"/>
            <ac:spMk id="43" creationId="{8C7CADD1-CA40-61E7-E4A2-3AB2AEEC76CD}"/>
          </ac:spMkLst>
        </pc:spChg>
        <pc:spChg chg="mod">
          <ac:chgData name="Robert de Groote" userId="2ce5265b-80a0-4fb8-a62a-8035e9b0c45a" providerId="ADAL" clId="{20F04FD4-9900-4063-95EE-CD816832BC31}" dt="2025-10-11T11:34:23.430" v="14316" actId="20577"/>
          <ac:spMkLst>
            <pc:docMk/>
            <pc:sldMk cId="3345119174" sldId="551"/>
            <ac:spMk id="46" creationId="{DFB0CFF2-F56A-4FC3-B98E-3893DBC4A4D8}"/>
          </ac:spMkLst>
        </pc:spChg>
        <pc:spChg chg="del">
          <ac:chgData name="Robert de Groote" userId="2ce5265b-80a0-4fb8-a62a-8035e9b0c45a" providerId="ADAL" clId="{20F04FD4-9900-4063-95EE-CD816832BC31}" dt="2025-10-13T13:31:23.806" v="30003" actId="478"/>
          <ac:spMkLst>
            <pc:docMk/>
            <pc:sldMk cId="3345119174" sldId="551"/>
            <ac:spMk id="50" creationId="{7767D8CA-6C17-74E6-09D4-A2ECD534F433}"/>
          </ac:spMkLst>
        </pc:spChg>
        <pc:spChg chg="del">
          <ac:chgData name="Robert de Groote" userId="2ce5265b-80a0-4fb8-a62a-8035e9b0c45a" providerId="ADAL" clId="{20F04FD4-9900-4063-95EE-CD816832BC31}" dt="2025-10-13T13:31:23.806" v="30003" actId="478"/>
          <ac:spMkLst>
            <pc:docMk/>
            <pc:sldMk cId="3345119174" sldId="551"/>
            <ac:spMk id="51" creationId="{6D7EAEC1-0894-8371-AD5A-8ACC6B9B7E00}"/>
          </ac:spMkLst>
        </pc:spChg>
        <pc:spChg chg="del">
          <ac:chgData name="Robert de Groote" userId="2ce5265b-80a0-4fb8-a62a-8035e9b0c45a" providerId="ADAL" clId="{20F04FD4-9900-4063-95EE-CD816832BC31}" dt="2025-10-13T13:31:23.806" v="30003" actId="478"/>
          <ac:spMkLst>
            <pc:docMk/>
            <pc:sldMk cId="3345119174" sldId="551"/>
            <ac:spMk id="52" creationId="{38B4B5EB-C9FD-F6FA-2C16-3E230B4F0D19}"/>
          </ac:spMkLst>
        </pc:spChg>
        <pc:spChg chg="del">
          <ac:chgData name="Robert de Groote" userId="2ce5265b-80a0-4fb8-a62a-8035e9b0c45a" providerId="ADAL" clId="{20F04FD4-9900-4063-95EE-CD816832BC31}" dt="2025-10-13T13:31:23.806" v="30003" actId="478"/>
          <ac:spMkLst>
            <pc:docMk/>
            <pc:sldMk cId="3345119174" sldId="551"/>
            <ac:spMk id="53" creationId="{8E4DEE9B-F466-F9C1-A2CC-1CA3FD6E0C43}"/>
          </ac:spMkLst>
        </pc:spChg>
        <pc:spChg chg="add mod">
          <ac:chgData name="Robert de Groote" userId="2ce5265b-80a0-4fb8-a62a-8035e9b0c45a" providerId="ADAL" clId="{20F04FD4-9900-4063-95EE-CD816832BC31}" dt="2025-10-13T13:32:48.446" v="30092"/>
          <ac:spMkLst>
            <pc:docMk/>
            <pc:sldMk cId="3345119174" sldId="551"/>
            <ac:spMk id="54" creationId="{CBECBB4F-D781-8DFF-2AAE-7627D2DD61AD}"/>
          </ac:spMkLst>
        </pc:spChg>
        <pc:spChg chg="add mod">
          <ac:chgData name="Robert de Groote" userId="2ce5265b-80a0-4fb8-a62a-8035e9b0c45a" providerId="ADAL" clId="{20F04FD4-9900-4063-95EE-CD816832BC31}" dt="2025-10-13T13:32:48.446" v="30093"/>
          <ac:spMkLst>
            <pc:docMk/>
            <pc:sldMk cId="3345119174" sldId="551"/>
            <ac:spMk id="55" creationId="{88EDCBE3-9A2E-48C9-EC77-CF1CD59BDAD6}"/>
          </ac:spMkLst>
        </pc:spChg>
        <pc:spChg chg="add mod">
          <ac:chgData name="Robert de Groote" userId="2ce5265b-80a0-4fb8-a62a-8035e9b0c45a" providerId="ADAL" clId="{20F04FD4-9900-4063-95EE-CD816832BC31}" dt="2025-10-13T13:32:48.446" v="30094"/>
          <ac:spMkLst>
            <pc:docMk/>
            <pc:sldMk cId="3345119174" sldId="551"/>
            <ac:spMk id="56" creationId="{C4A4589B-3541-68C9-C189-3EFFDE709E68}"/>
          </ac:spMkLst>
        </pc:spChg>
        <pc:spChg chg="add mod">
          <ac:chgData name="Robert de Groote" userId="2ce5265b-80a0-4fb8-a62a-8035e9b0c45a" providerId="ADAL" clId="{20F04FD4-9900-4063-95EE-CD816832BC31}" dt="2025-10-13T13:32:48.446" v="30095"/>
          <ac:spMkLst>
            <pc:docMk/>
            <pc:sldMk cId="3345119174" sldId="551"/>
            <ac:spMk id="57" creationId="{82E7931A-83D5-EF76-FBB0-8AE1C158C1F6}"/>
          </ac:spMkLst>
        </pc:spChg>
        <pc:spChg chg="add mod">
          <ac:chgData name="Robert de Groote" userId="2ce5265b-80a0-4fb8-a62a-8035e9b0c45a" providerId="ADAL" clId="{20F04FD4-9900-4063-95EE-CD816832BC31}" dt="2025-10-13T13:32:48.446" v="30096"/>
          <ac:spMkLst>
            <pc:docMk/>
            <pc:sldMk cId="3345119174" sldId="551"/>
            <ac:spMk id="59" creationId="{F14B3419-55FF-FCAE-9DA7-BA9EDDD1F445}"/>
          </ac:spMkLst>
        </pc:spChg>
        <pc:spChg chg="add mod">
          <ac:chgData name="Robert de Groote" userId="2ce5265b-80a0-4fb8-a62a-8035e9b0c45a" providerId="ADAL" clId="{20F04FD4-9900-4063-95EE-CD816832BC31}" dt="2025-10-13T13:32:48.446" v="30097"/>
          <ac:spMkLst>
            <pc:docMk/>
            <pc:sldMk cId="3345119174" sldId="551"/>
            <ac:spMk id="60" creationId="{BB612286-B8D6-C6B6-6C36-2268254A6881}"/>
          </ac:spMkLst>
        </pc:spChg>
        <pc:spChg chg="add mod">
          <ac:chgData name="Robert de Groote" userId="2ce5265b-80a0-4fb8-a62a-8035e9b0c45a" providerId="ADAL" clId="{20F04FD4-9900-4063-95EE-CD816832BC31}" dt="2025-10-13T13:32:48.446" v="30098"/>
          <ac:spMkLst>
            <pc:docMk/>
            <pc:sldMk cId="3345119174" sldId="551"/>
            <ac:spMk id="61" creationId="{8C78AA3C-667D-E761-4AF0-88B3C1ABF68B}"/>
          </ac:spMkLst>
        </pc:spChg>
        <pc:spChg chg="add del mod">
          <ac:chgData name="Robert de Groote" userId="2ce5265b-80a0-4fb8-a62a-8035e9b0c45a" providerId="ADAL" clId="{20F04FD4-9900-4063-95EE-CD816832BC31}" dt="2025-10-13T13:35:17.569" v="30225" actId="478"/>
          <ac:spMkLst>
            <pc:docMk/>
            <pc:sldMk cId="3345119174" sldId="551"/>
            <ac:spMk id="62" creationId="{3C4447B0-997D-7AD4-9DB9-0094F047AF96}"/>
          </ac:spMkLst>
        </pc:spChg>
        <pc:spChg chg="add del mod">
          <ac:chgData name="Robert de Groote" userId="2ce5265b-80a0-4fb8-a62a-8035e9b0c45a" providerId="ADAL" clId="{20F04FD4-9900-4063-95EE-CD816832BC31}" dt="2025-10-13T13:35:17.569" v="30225" actId="478"/>
          <ac:spMkLst>
            <pc:docMk/>
            <pc:sldMk cId="3345119174" sldId="551"/>
            <ac:spMk id="63" creationId="{6311F281-17FD-D912-E9A3-1940F9747586}"/>
          </ac:spMkLst>
        </pc:spChg>
        <pc:spChg chg="add del mod">
          <ac:chgData name="Robert de Groote" userId="2ce5265b-80a0-4fb8-a62a-8035e9b0c45a" providerId="ADAL" clId="{20F04FD4-9900-4063-95EE-CD816832BC31}" dt="2025-10-13T13:35:17.569" v="30225" actId="478"/>
          <ac:spMkLst>
            <pc:docMk/>
            <pc:sldMk cId="3345119174" sldId="551"/>
            <ac:spMk id="256" creationId="{38E2DC48-AE9F-F87F-28C1-C7B838E2AD36}"/>
          </ac:spMkLst>
        </pc:spChg>
        <pc:spChg chg="del">
          <ac:chgData name="Robert de Groote" userId="2ce5265b-80a0-4fb8-a62a-8035e9b0c45a" providerId="ADAL" clId="{20F04FD4-9900-4063-95EE-CD816832BC31}" dt="2025-10-13T13:31:23.806" v="30003" actId="478"/>
          <ac:spMkLst>
            <pc:docMk/>
            <pc:sldMk cId="3345119174" sldId="551"/>
            <ac:spMk id="268" creationId="{193EA282-AD24-1A17-03C6-DD0DEB28FE3A}"/>
          </ac:spMkLst>
        </pc:spChg>
        <pc:spChg chg="del">
          <ac:chgData name="Robert de Groote" userId="2ce5265b-80a0-4fb8-a62a-8035e9b0c45a" providerId="ADAL" clId="{20F04FD4-9900-4063-95EE-CD816832BC31}" dt="2025-10-13T13:31:23.806" v="30003" actId="478"/>
          <ac:spMkLst>
            <pc:docMk/>
            <pc:sldMk cId="3345119174" sldId="551"/>
            <ac:spMk id="286" creationId="{9B873FEC-CFB3-6338-1807-36081B422769}"/>
          </ac:spMkLst>
        </pc:spChg>
        <pc:cxnChg chg="mod">
          <ac:chgData name="Robert de Groote" userId="2ce5265b-80a0-4fb8-a62a-8035e9b0c45a" providerId="ADAL" clId="{20F04FD4-9900-4063-95EE-CD816832BC31}" dt="2025-10-11T11:35:21.010" v="14320" actId="108"/>
          <ac:cxnSpMkLst>
            <pc:docMk/>
            <pc:sldMk cId="3345119174" sldId="551"/>
            <ac:cxnSpMk id="18" creationId="{A5F73920-E688-9CBE-1318-901FD657AE7D}"/>
          </ac:cxnSpMkLst>
        </pc:cxnChg>
        <pc:cxnChg chg="mod">
          <ac:chgData name="Robert de Groote" userId="2ce5265b-80a0-4fb8-a62a-8035e9b0c45a" providerId="ADAL" clId="{20F04FD4-9900-4063-95EE-CD816832BC31}" dt="2025-10-11T11:35:15.590" v="14319" actId="108"/>
          <ac:cxnSpMkLst>
            <pc:docMk/>
            <pc:sldMk cId="3345119174" sldId="551"/>
            <ac:cxnSpMk id="19" creationId="{9B638B2B-4689-A660-5334-E05866993907}"/>
          </ac:cxnSpMkLst>
        </pc:cxnChg>
        <pc:cxnChg chg="mod">
          <ac:chgData name="Robert de Groote" userId="2ce5265b-80a0-4fb8-a62a-8035e9b0c45a" providerId="ADAL" clId="{20F04FD4-9900-4063-95EE-CD816832BC31}" dt="2025-10-11T11:34:16.660" v="14314" actId="108"/>
          <ac:cxnSpMkLst>
            <pc:docMk/>
            <pc:sldMk cId="3345119174" sldId="551"/>
            <ac:cxnSpMk id="21" creationId="{1CC7DC31-25F8-7C32-D6F3-B4366AED1D91}"/>
          </ac:cxnSpMkLst>
        </pc:cxnChg>
        <pc:cxnChg chg="mod">
          <ac:chgData name="Robert de Groote" userId="2ce5265b-80a0-4fb8-a62a-8035e9b0c45a" providerId="ADAL" clId="{20F04FD4-9900-4063-95EE-CD816832BC31}" dt="2025-10-11T11:34:08.441" v="14313" actId="108"/>
          <ac:cxnSpMkLst>
            <pc:docMk/>
            <pc:sldMk cId="3345119174" sldId="551"/>
            <ac:cxnSpMk id="22" creationId="{F8C8B9A0-F9D7-8A1B-7EE3-F75578DD82E5}"/>
          </ac:cxnSpMkLst>
        </pc:cxnChg>
      </pc:sldChg>
      <pc:sldChg chg="addSp delSp modSp add mod modAnim">
        <pc:chgData name="Robert de Groote" userId="2ce5265b-80a0-4fb8-a62a-8035e9b0c45a" providerId="ADAL" clId="{20F04FD4-9900-4063-95EE-CD816832BC31}" dt="2025-10-13T17:18:12.796" v="31953"/>
        <pc:sldMkLst>
          <pc:docMk/>
          <pc:sldMk cId="838613427" sldId="552"/>
        </pc:sldMkLst>
        <pc:spChg chg="mod">
          <ac:chgData name="Robert de Groote" userId="2ce5265b-80a0-4fb8-a62a-8035e9b0c45a" providerId="ADAL" clId="{20F04FD4-9900-4063-95EE-CD816832BC31}" dt="2025-10-13T17:17:53.749" v="31945"/>
          <ac:spMkLst>
            <pc:docMk/>
            <pc:sldMk cId="838613427" sldId="552"/>
            <ac:spMk id="2" creationId="{83E316D3-4ABD-17FB-0704-610A375B69A8}"/>
          </ac:spMkLst>
        </pc:spChg>
        <pc:spChg chg="mod">
          <ac:chgData name="Robert de Groote" userId="2ce5265b-80a0-4fb8-a62a-8035e9b0c45a" providerId="ADAL" clId="{20F04FD4-9900-4063-95EE-CD816832BC31}" dt="2025-10-13T17:18:12.796" v="31953"/>
          <ac:spMkLst>
            <pc:docMk/>
            <pc:sldMk cId="838613427" sldId="552"/>
            <ac:spMk id="3" creationId="{2892FB51-BFCD-B7FF-9E3B-22214566A43B}"/>
          </ac:spMkLst>
        </pc:spChg>
        <pc:spChg chg="mod">
          <ac:chgData name="Robert de Groote" userId="2ce5265b-80a0-4fb8-a62a-8035e9b0c45a" providerId="ADAL" clId="{20F04FD4-9900-4063-95EE-CD816832BC31}" dt="2025-10-13T13:42:09.968" v="30286" actId="108"/>
          <ac:spMkLst>
            <pc:docMk/>
            <pc:sldMk cId="838613427" sldId="552"/>
            <ac:spMk id="4" creationId="{1B8541C9-8433-5F10-00C0-8B93248EC611}"/>
          </ac:spMkLst>
        </pc:spChg>
        <pc:spChg chg="mod">
          <ac:chgData name="Robert de Groote" userId="2ce5265b-80a0-4fb8-a62a-8035e9b0c45a" providerId="ADAL" clId="{20F04FD4-9900-4063-95EE-CD816832BC31}" dt="2025-10-13T13:42:10.690" v="30287" actId="108"/>
          <ac:spMkLst>
            <pc:docMk/>
            <pc:sldMk cId="838613427" sldId="552"/>
            <ac:spMk id="5" creationId="{6BD0C753-C03D-AA6E-A6CD-D1A9F680A7C5}"/>
          </ac:spMkLst>
        </pc:spChg>
        <pc:spChg chg="mod">
          <ac:chgData name="Robert de Groote" userId="2ce5265b-80a0-4fb8-a62a-8035e9b0c45a" providerId="ADAL" clId="{20F04FD4-9900-4063-95EE-CD816832BC31}" dt="2025-10-13T13:42:09.428" v="30285" actId="108"/>
          <ac:spMkLst>
            <pc:docMk/>
            <pc:sldMk cId="838613427" sldId="552"/>
            <ac:spMk id="7" creationId="{A9465AF9-5890-AFAF-09C5-414D6525CB33}"/>
          </ac:spMkLst>
        </pc:spChg>
        <pc:spChg chg="mod">
          <ac:chgData name="Robert de Groote" userId="2ce5265b-80a0-4fb8-a62a-8035e9b0c45a" providerId="ADAL" clId="{20F04FD4-9900-4063-95EE-CD816832BC31}" dt="2025-10-13T13:42:08.553" v="30284" actId="108"/>
          <ac:spMkLst>
            <pc:docMk/>
            <pc:sldMk cId="838613427" sldId="552"/>
            <ac:spMk id="11" creationId="{2492695B-F811-7228-BF21-091A70B84C6C}"/>
          </ac:spMkLst>
        </pc:spChg>
        <pc:spChg chg="mod">
          <ac:chgData name="Robert de Groote" userId="2ce5265b-80a0-4fb8-a62a-8035e9b0c45a" providerId="ADAL" clId="{20F04FD4-9900-4063-95EE-CD816832BC31}" dt="2025-10-13T13:42:12.497" v="30288" actId="108"/>
          <ac:spMkLst>
            <pc:docMk/>
            <pc:sldMk cId="838613427" sldId="552"/>
            <ac:spMk id="12" creationId="{173C34FF-F4BC-A700-DCCC-64310A03E0B4}"/>
          </ac:spMkLst>
        </pc:spChg>
        <pc:spChg chg="mod">
          <ac:chgData name="Robert de Groote" userId="2ce5265b-80a0-4fb8-a62a-8035e9b0c45a" providerId="ADAL" clId="{20F04FD4-9900-4063-95EE-CD816832BC31}" dt="2025-10-13T13:42:13.274" v="30289" actId="108"/>
          <ac:spMkLst>
            <pc:docMk/>
            <pc:sldMk cId="838613427" sldId="552"/>
            <ac:spMk id="13" creationId="{7BFFF064-87B0-B076-0381-8C958B2896BA}"/>
          </ac:spMkLst>
        </pc:spChg>
        <pc:spChg chg="del">
          <ac:chgData name="Robert de Groote" userId="2ce5265b-80a0-4fb8-a62a-8035e9b0c45a" providerId="ADAL" clId="{20F04FD4-9900-4063-95EE-CD816832BC31}" dt="2025-10-13T13:31:28.001" v="30004" actId="478"/>
          <ac:spMkLst>
            <pc:docMk/>
            <pc:sldMk cId="838613427" sldId="552"/>
            <ac:spMk id="24" creationId="{58C844A6-6A31-DAD5-6266-8B7FEF7EBC1E}"/>
          </ac:spMkLst>
        </pc:spChg>
        <pc:spChg chg="del">
          <ac:chgData name="Robert de Groote" userId="2ce5265b-80a0-4fb8-a62a-8035e9b0c45a" providerId="ADAL" clId="{20F04FD4-9900-4063-95EE-CD816832BC31}" dt="2025-10-13T13:31:28.001" v="30004" actId="478"/>
          <ac:spMkLst>
            <pc:docMk/>
            <pc:sldMk cId="838613427" sldId="552"/>
            <ac:spMk id="25" creationId="{25BFBE7A-F112-4BDA-4C6D-B86F7E0717E4}"/>
          </ac:spMkLst>
        </pc:spChg>
        <pc:spChg chg="del">
          <ac:chgData name="Robert de Groote" userId="2ce5265b-80a0-4fb8-a62a-8035e9b0c45a" providerId="ADAL" clId="{20F04FD4-9900-4063-95EE-CD816832BC31}" dt="2025-10-13T13:31:28.001" v="30004" actId="478"/>
          <ac:spMkLst>
            <pc:docMk/>
            <pc:sldMk cId="838613427" sldId="552"/>
            <ac:spMk id="26" creationId="{28020E3D-5C40-227E-602B-3B8F1317B753}"/>
          </ac:spMkLst>
        </pc:spChg>
        <pc:spChg chg="mod">
          <ac:chgData name="Robert de Groote" userId="2ce5265b-80a0-4fb8-a62a-8035e9b0c45a" providerId="ADAL" clId="{20F04FD4-9900-4063-95EE-CD816832BC31}" dt="2025-10-11T11:56:55.599" v="17209" actId="20577"/>
          <ac:spMkLst>
            <pc:docMk/>
            <pc:sldMk cId="838613427" sldId="552"/>
            <ac:spMk id="31" creationId="{2B5C3357-8B12-57EB-1C8D-9B8044EFD781}"/>
          </ac:spMkLst>
        </pc:spChg>
        <pc:spChg chg="mod">
          <ac:chgData name="Robert de Groote" userId="2ce5265b-80a0-4fb8-a62a-8035e9b0c45a" providerId="ADAL" clId="{20F04FD4-9900-4063-95EE-CD816832BC31}" dt="2025-10-11T11:56:45.793" v="17207" actId="20577"/>
          <ac:spMkLst>
            <pc:docMk/>
            <pc:sldMk cId="838613427" sldId="552"/>
            <ac:spMk id="32" creationId="{9DDD86ED-9BE4-21BE-93A3-353B775544FA}"/>
          </ac:spMkLst>
        </pc:spChg>
        <pc:spChg chg="mod">
          <ac:chgData name="Robert de Groote" userId="2ce5265b-80a0-4fb8-a62a-8035e9b0c45a" providerId="ADAL" clId="{20F04FD4-9900-4063-95EE-CD816832BC31}" dt="2025-10-11T11:56:43.034" v="17205" actId="20577"/>
          <ac:spMkLst>
            <pc:docMk/>
            <pc:sldMk cId="838613427" sldId="552"/>
            <ac:spMk id="43" creationId="{B15249B6-9457-34AC-FF8C-F04ED3440ECE}"/>
          </ac:spMkLst>
        </pc:spChg>
        <pc:spChg chg="del">
          <ac:chgData name="Robert de Groote" userId="2ce5265b-80a0-4fb8-a62a-8035e9b0c45a" providerId="ADAL" clId="{20F04FD4-9900-4063-95EE-CD816832BC31}" dt="2025-10-13T13:31:28.001" v="30004" actId="478"/>
          <ac:spMkLst>
            <pc:docMk/>
            <pc:sldMk cId="838613427" sldId="552"/>
            <ac:spMk id="50" creationId="{5F0C82A0-AAD5-3A73-D115-E75163977210}"/>
          </ac:spMkLst>
        </pc:spChg>
        <pc:spChg chg="del">
          <ac:chgData name="Robert de Groote" userId="2ce5265b-80a0-4fb8-a62a-8035e9b0c45a" providerId="ADAL" clId="{20F04FD4-9900-4063-95EE-CD816832BC31}" dt="2025-10-13T13:31:28.001" v="30004" actId="478"/>
          <ac:spMkLst>
            <pc:docMk/>
            <pc:sldMk cId="838613427" sldId="552"/>
            <ac:spMk id="52" creationId="{8823570B-4D3F-5DA0-9ED5-2C56CF7A0674}"/>
          </ac:spMkLst>
        </pc:spChg>
        <pc:spChg chg="del mod">
          <ac:chgData name="Robert de Groote" userId="2ce5265b-80a0-4fb8-a62a-8035e9b0c45a" providerId="ADAL" clId="{20F04FD4-9900-4063-95EE-CD816832BC31}" dt="2025-10-13T13:31:28.001" v="30004" actId="478"/>
          <ac:spMkLst>
            <pc:docMk/>
            <pc:sldMk cId="838613427" sldId="552"/>
            <ac:spMk id="54" creationId="{C5C75A46-E63E-BA40-BD7E-1F6302C1BBC5}"/>
          </ac:spMkLst>
        </pc:spChg>
        <pc:spChg chg="add mod">
          <ac:chgData name="Robert de Groote" userId="2ce5265b-80a0-4fb8-a62a-8035e9b0c45a" providerId="ADAL" clId="{20F04FD4-9900-4063-95EE-CD816832BC31}" dt="2025-10-13T13:32:47.606" v="30071"/>
          <ac:spMkLst>
            <pc:docMk/>
            <pc:sldMk cId="838613427" sldId="552"/>
            <ac:spMk id="55" creationId="{87F06797-796F-F958-D5D1-A4C6328A47F9}"/>
          </ac:spMkLst>
        </pc:spChg>
        <pc:spChg chg="add mod">
          <ac:chgData name="Robert de Groote" userId="2ce5265b-80a0-4fb8-a62a-8035e9b0c45a" providerId="ADAL" clId="{20F04FD4-9900-4063-95EE-CD816832BC31}" dt="2025-10-13T13:32:47.606" v="30072"/>
          <ac:spMkLst>
            <pc:docMk/>
            <pc:sldMk cId="838613427" sldId="552"/>
            <ac:spMk id="56" creationId="{E80463F2-9C8A-F3CF-2E00-E59A6EE907C6}"/>
          </ac:spMkLst>
        </pc:spChg>
        <pc:spChg chg="add mod">
          <ac:chgData name="Robert de Groote" userId="2ce5265b-80a0-4fb8-a62a-8035e9b0c45a" providerId="ADAL" clId="{20F04FD4-9900-4063-95EE-CD816832BC31}" dt="2025-10-13T13:32:47.606" v="30073"/>
          <ac:spMkLst>
            <pc:docMk/>
            <pc:sldMk cId="838613427" sldId="552"/>
            <ac:spMk id="57" creationId="{70B92488-DDBC-C145-A0DC-79987A3BBC1A}"/>
          </ac:spMkLst>
        </pc:spChg>
        <pc:spChg chg="del">
          <ac:chgData name="Robert de Groote" userId="2ce5265b-80a0-4fb8-a62a-8035e9b0c45a" providerId="ADAL" clId="{20F04FD4-9900-4063-95EE-CD816832BC31}" dt="2025-10-13T13:31:28.001" v="30004" actId="478"/>
          <ac:spMkLst>
            <pc:docMk/>
            <pc:sldMk cId="838613427" sldId="552"/>
            <ac:spMk id="58" creationId="{5CCB0AD2-41BC-A1DB-5158-89333E40AB1E}"/>
          </ac:spMkLst>
        </pc:spChg>
        <pc:spChg chg="add mod">
          <ac:chgData name="Robert de Groote" userId="2ce5265b-80a0-4fb8-a62a-8035e9b0c45a" providerId="ADAL" clId="{20F04FD4-9900-4063-95EE-CD816832BC31}" dt="2025-10-13T13:32:47.606" v="30074"/>
          <ac:spMkLst>
            <pc:docMk/>
            <pc:sldMk cId="838613427" sldId="552"/>
            <ac:spMk id="59" creationId="{2F1703C1-1053-F16F-9D3A-1BEC1B92826E}"/>
          </ac:spMkLst>
        </pc:spChg>
        <pc:spChg chg="add mod">
          <ac:chgData name="Robert de Groote" userId="2ce5265b-80a0-4fb8-a62a-8035e9b0c45a" providerId="ADAL" clId="{20F04FD4-9900-4063-95EE-CD816832BC31}" dt="2025-10-13T13:32:47.606" v="30075"/>
          <ac:spMkLst>
            <pc:docMk/>
            <pc:sldMk cId="838613427" sldId="552"/>
            <ac:spMk id="60" creationId="{62C1E22E-93C1-5014-DCB4-61F622569313}"/>
          </ac:spMkLst>
        </pc:spChg>
        <pc:spChg chg="add mod">
          <ac:chgData name="Robert de Groote" userId="2ce5265b-80a0-4fb8-a62a-8035e9b0c45a" providerId="ADAL" clId="{20F04FD4-9900-4063-95EE-CD816832BC31}" dt="2025-10-13T13:32:47.606" v="30076"/>
          <ac:spMkLst>
            <pc:docMk/>
            <pc:sldMk cId="838613427" sldId="552"/>
            <ac:spMk id="61" creationId="{689011AB-804A-B4C0-322C-2C32898B816E}"/>
          </ac:spMkLst>
        </pc:spChg>
        <pc:spChg chg="add mod">
          <ac:chgData name="Robert de Groote" userId="2ce5265b-80a0-4fb8-a62a-8035e9b0c45a" providerId="ADAL" clId="{20F04FD4-9900-4063-95EE-CD816832BC31}" dt="2025-10-13T13:32:47.606" v="30077"/>
          <ac:spMkLst>
            <pc:docMk/>
            <pc:sldMk cId="838613427" sldId="552"/>
            <ac:spMk id="62" creationId="{E325EB41-EA87-2D15-F418-8B13762EF34B}"/>
          </ac:spMkLst>
        </pc:spChg>
        <pc:spChg chg="add mod">
          <ac:chgData name="Robert de Groote" userId="2ce5265b-80a0-4fb8-a62a-8035e9b0c45a" providerId="ADAL" clId="{20F04FD4-9900-4063-95EE-CD816832BC31}" dt="2025-10-13T13:32:47.606" v="30078"/>
          <ac:spMkLst>
            <pc:docMk/>
            <pc:sldMk cId="838613427" sldId="552"/>
            <ac:spMk id="63" creationId="{3BAAF82A-C593-2FAB-C269-0382B5A70401}"/>
          </ac:spMkLst>
        </pc:spChg>
        <pc:spChg chg="add del mod">
          <ac:chgData name="Robert de Groote" userId="2ce5265b-80a0-4fb8-a62a-8035e9b0c45a" providerId="ADAL" clId="{20F04FD4-9900-4063-95EE-CD816832BC31}" dt="2025-10-13T13:35:20.840" v="30226" actId="478"/>
          <ac:spMkLst>
            <pc:docMk/>
            <pc:sldMk cId="838613427" sldId="552"/>
            <ac:spMk id="256" creationId="{6CBABC1E-9FA0-3276-23D0-4957B24EA4C1}"/>
          </ac:spMkLst>
        </pc:spChg>
        <pc:spChg chg="add del mod">
          <ac:chgData name="Robert de Groote" userId="2ce5265b-80a0-4fb8-a62a-8035e9b0c45a" providerId="ADAL" clId="{20F04FD4-9900-4063-95EE-CD816832BC31}" dt="2025-10-13T13:35:20.840" v="30226" actId="478"/>
          <ac:spMkLst>
            <pc:docMk/>
            <pc:sldMk cId="838613427" sldId="552"/>
            <ac:spMk id="257" creationId="{17620408-B8ED-35DB-4650-FEDB322809F6}"/>
          </ac:spMkLst>
        </pc:spChg>
        <pc:spChg chg="del">
          <ac:chgData name="Robert de Groote" userId="2ce5265b-80a0-4fb8-a62a-8035e9b0c45a" providerId="ADAL" clId="{20F04FD4-9900-4063-95EE-CD816832BC31}" dt="2025-10-13T13:31:28.001" v="30004" actId="478"/>
          <ac:spMkLst>
            <pc:docMk/>
            <pc:sldMk cId="838613427" sldId="552"/>
            <ac:spMk id="259" creationId="{D41B9F8B-07C1-7A56-D465-557D0765B17E}"/>
          </ac:spMkLst>
        </pc:spChg>
        <pc:spChg chg="del">
          <ac:chgData name="Robert de Groote" userId="2ce5265b-80a0-4fb8-a62a-8035e9b0c45a" providerId="ADAL" clId="{20F04FD4-9900-4063-95EE-CD816832BC31}" dt="2025-10-13T13:31:28.001" v="30004" actId="478"/>
          <ac:spMkLst>
            <pc:docMk/>
            <pc:sldMk cId="838613427" sldId="552"/>
            <ac:spMk id="286" creationId="{1639F684-B17B-7AFF-DDC0-E003AE588E1A}"/>
          </ac:spMkLst>
        </pc:spChg>
        <pc:spChg chg="del">
          <ac:chgData name="Robert de Groote" userId="2ce5265b-80a0-4fb8-a62a-8035e9b0c45a" providerId="ADAL" clId="{20F04FD4-9900-4063-95EE-CD816832BC31}" dt="2025-10-13T13:31:28.001" v="30004" actId="478"/>
          <ac:spMkLst>
            <pc:docMk/>
            <pc:sldMk cId="838613427" sldId="552"/>
            <ac:spMk id="287" creationId="{404850D5-DFE5-81FF-DAB4-7325CEDF702A}"/>
          </ac:spMkLst>
        </pc:spChg>
        <pc:cxnChg chg="mod">
          <ac:chgData name="Robert de Groote" userId="2ce5265b-80a0-4fb8-a62a-8035e9b0c45a" providerId="ADAL" clId="{20F04FD4-9900-4063-95EE-CD816832BC31}" dt="2025-10-11T11:58:41.162" v="17219" actId="108"/>
          <ac:cxnSpMkLst>
            <pc:docMk/>
            <pc:sldMk cId="838613427" sldId="552"/>
            <ac:cxnSpMk id="18" creationId="{9BEC9E99-5C57-0D59-3F18-122217677EA7}"/>
          </ac:cxnSpMkLst>
        </pc:cxnChg>
        <pc:cxnChg chg="mod">
          <ac:chgData name="Robert de Groote" userId="2ce5265b-80a0-4fb8-a62a-8035e9b0c45a" providerId="ADAL" clId="{20F04FD4-9900-4063-95EE-CD816832BC31}" dt="2025-10-11T11:57:05.340" v="17210" actId="108"/>
          <ac:cxnSpMkLst>
            <pc:docMk/>
            <pc:sldMk cId="838613427" sldId="552"/>
            <ac:cxnSpMk id="19" creationId="{A63CA07D-EA09-FD51-9338-9FE242789915}"/>
          </ac:cxnSpMkLst>
        </pc:cxnChg>
      </pc:sldChg>
      <pc:sldChg chg="addSp delSp modSp add del mod">
        <pc:chgData name="Robert de Groote" userId="2ce5265b-80a0-4fb8-a62a-8035e9b0c45a" providerId="ADAL" clId="{20F04FD4-9900-4063-95EE-CD816832BC31}" dt="2025-10-13T13:36:46.258" v="30236" actId="47"/>
        <pc:sldMkLst>
          <pc:docMk/>
          <pc:sldMk cId="477232862" sldId="553"/>
        </pc:sldMkLst>
        <pc:spChg chg="mod">
          <ac:chgData name="Robert de Groote" userId="2ce5265b-80a0-4fb8-a62a-8035e9b0c45a" providerId="ADAL" clId="{20F04FD4-9900-4063-95EE-CD816832BC31}" dt="2025-10-13T13:26:43.299" v="29875"/>
          <ac:spMkLst>
            <pc:docMk/>
            <pc:sldMk cId="477232862" sldId="553"/>
            <ac:spMk id="3" creationId="{BF4D5568-1BA7-5DAD-4EC3-F9264BBD4AD7}"/>
          </ac:spMkLst>
        </pc:spChg>
        <pc:spChg chg="del">
          <ac:chgData name="Robert de Groote" userId="2ce5265b-80a0-4fb8-a62a-8035e9b0c45a" providerId="ADAL" clId="{20F04FD4-9900-4063-95EE-CD816832BC31}" dt="2025-10-13T13:31:43.074" v="30008" actId="478"/>
          <ac:spMkLst>
            <pc:docMk/>
            <pc:sldMk cId="477232862" sldId="553"/>
            <ac:spMk id="24" creationId="{BD7DAC35-372D-07CD-FA6D-A6711B51809E}"/>
          </ac:spMkLst>
        </pc:spChg>
        <pc:spChg chg="mod">
          <ac:chgData name="Robert de Groote" userId="2ce5265b-80a0-4fb8-a62a-8035e9b0c45a" providerId="ADAL" clId="{20F04FD4-9900-4063-95EE-CD816832BC31}" dt="2025-10-13T13:32:29.641" v="30017" actId="1076"/>
          <ac:spMkLst>
            <pc:docMk/>
            <pc:sldMk cId="477232862" sldId="553"/>
            <ac:spMk id="25" creationId="{EF05DC53-6053-021C-677E-90F1C4A5E344}"/>
          </ac:spMkLst>
        </pc:spChg>
        <pc:spChg chg="del">
          <ac:chgData name="Robert de Groote" userId="2ce5265b-80a0-4fb8-a62a-8035e9b0c45a" providerId="ADAL" clId="{20F04FD4-9900-4063-95EE-CD816832BC31}" dt="2025-10-13T13:31:43.074" v="30008" actId="478"/>
          <ac:spMkLst>
            <pc:docMk/>
            <pc:sldMk cId="477232862" sldId="553"/>
            <ac:spMk id="26" creationId="{ED5EC01C-A7C5-5ABA-36C2-50999582C629}"/>
          </ac:spMkLst>
        </pc:spChg>
        <pc:spChg chg="mod">
          <ac:chgData name="Robert de Groote" userId="2ce5265b-80a0-4fb8-a62a-8035e9b0c45a" providerId="ADAL" clId="{20F04FD4-9900-4063-95EE-CD816832BC31}" dt="2025-10-13T13:31:56.332" v="30010" actId="14100"/>
          <ac:spMkLst>
            <pc:docMk/>
            <pc:sldMk cId="477232862" sldId="553"/>
            <ac:spMk id="28" creationId="{83766645-3A6E-6D07-4742-8A8830EC544A}"/>
          </ac:spMkLst>
        </pc:spChg>
        <pc:spChg chg="mod">
          <ac:chgData name="Robert de Groote" userId="2ce5265b-80a0-4fb8-a62a-8035e9b0c45a" providerId="ADAL" clId="{20F04FD4-9900-4063-95EE-CD816832BC31}" dt="2025-10-13T13:32:24.896" v="30016" actId="408"/>
          <ac:spMkLst>
            <pc:docMk/>
            <pc:sldMk cId="477232862" sldId="553"/>
            <ac:spMk id="50" creationId="{A5C2012E-90C4-A85F-26A1-E5AC0AA83CB9}"/>
          </ac:spMkLst>
        </pc:spChg>
        <pc:spChg chg="mod">
          <ac:chgData name="Robert de Groote" userId="2ce5265b-80a0-4fb8-a62a-8035e9b0c45a" providerId="ADAL" clId="{20F04FD4-9900-4063-95EE-CD816832BC31}" dt="2025-10-13T13:32:24.896" v="30016" actId="408"/>
          <ac:spMkLst>
            <pc:docMk/>
            <pc:sldMk cId="477232862" sldId="553"/>
            <ac:spMk id="51" creationId="{75BBF003-A270-084F-8514-666B9E8EB3AB}"/>
          </ac:spMkLst>
        </pc:spChg>
        <pc:spChg chg="mod">
          <ac:chgData name="Robert de Groote" userId="2ce5265b-80a0-4fb8-a62a-8035e9b0c45a" providerId="ADAL" clId="{20F04FD4-9900-4063-95EE-CD816832BC31}" dt="2025-10-13T13:32:24.896" v="30016" actId="408"/>
          <ac:spMkLst>
            <pc:docMk/>
            <pc:sldMk cId="477232862" sldId="553"/>
            <ac:spMk id="52" creationId="{9E2E9D1B-6728-692E-68AE-1A95B6B26A48}"/>
          </ac:spMkLst>
        </pc:spChg>
        <pc:spChg chg="mod">
          <ac:chgData name="Robert de Groote" userId="2ce5265b-80a0-4fb8-a62a-8035e9b0c45a" providerId="ADAL" clId="{20F04FD4-9900-4063-95EE-CD816832BC31}" dt="2025-10-13T13:32:24.896" v="30016" actId="408"/>
          <ac:spMkLst>
            <pc:docMk/>
            <pc:sldMk cId="477232862" sldId="553"/>
            <ac:spMk id="53" creationId="{6B6666BA-2407-7C41-E695-EBDD211E51DC}"/>
          </ac:spMkLst>
        </pc:spChg>
        <pc:spChg chg="mod ord">
          <ac:chgData name="Robert de Groote" userId="2ce5265b-80a0-4fb8-a62a-8035e9b0c45a" providerId="ADAL" clId="{20F04FD4-9900-4063-95EE-CD816832BC31}" dt="2025-10-13T13:32:24.896" v="30016" actId="408"/>
          <ac:spMkLst>
            <pc:docMk/>
            <pc:sldMk cId="477232862" sldId="553"/>
            <ac:spMk id="54" creationId="{00B11CDC-7C78-F942-2052-6F0F70DDF1E5}"/>
          </ac:spMkLst>
        </pc:spChg>
        <pc:spChg chg="add mod ord">
          <ac:chgData name="Robert de Groote" userId="2ce5265b-80a0-4fb8-a62a-8035e9b0c45a" providerId="ADAL" clId="{20F04FD4-9900-4063-95EE-CD816832BC31}" dt="2025-10-13T13:32:24.896" v="30016" actId="408"/>
          <ac:spMkLst>
            <pc:docMk/>
            <pc:sldMk cId="477232862" sldId="553"/>
            <ac:spMk id="55" creationId="{B82858CB-1664-F5D7-4C76-88A7F07AE70D}"/>
          </ac:spMkLst>
        </pc:spChg>
        <pc:spChg chg="add mod ord">
          <ac:chgData name="Robert de Groote" userId="2ce5265b-80a0-4fb8-a62a-8035e9b0c45a" providerId="ADAL" clId="{20F04FD4-9900-4063-95EE-CD816832BC31}" dt="2025-10-13T13:32:24.896" v="30016" actId="408"/>
          <ac:spMkLst>
            <pc:docMk/>
            <pc:sldMk cId="477232862" sldId="553"/>
            <ac:spMk id="56" creationId="{17DB694A-E40E-D103-4F1F-0AB16C2540FE}"/>
          </ac:spMkLst>
        </pc:spChg>
        <pc:spChg chg="add mod ord">
          <ac:chgData name="Robert de Groote" userId="2ce5265b-80a0-4fb8-a62a-8035e9b0c45a" providerId="ADAL" clId="{20F04FD4-9900-4063-95EE-CD816832BC31}" dt="2025-10-13T13:32:18.849" v="30015" actId="1076"/>
          <ac:spMkLst>
            <pc:docMk/>
            <pc:sldMk cId="477232862" sldId="553"/>
            <ac:spMk id="57" creationId="{ACC6538B-C89B-A892-0D31-55472A1958BE}"/>
          </ac:spMkLst>
        </pc:spChg>
        <pc:spChg chg="del">
          <ac:chgData name="Robert de Groote" userId="2ce5265b-80a0-4fb8-a62a-8035e9b0c45a" providerId="ADAL" clId="{20F04FD4-9900-4063-95EE-CD816832BC31}" dt="2025-10-13T13:31:43.074" v="30008" actId="478"/>
          <ac:spMkLst>
            <pc:docMk/>
            <pc:sldMk cId="477232862" sldId="553"/>
            <ac:spMk id="58" creationId="{3F87114A-88CC-D7E6-4E5C-8E59EAC32F44}"/>
          </ac:spMkLst>
        </pc:spChg>
        <pc:spChg chg="del">
          <ac:chgData name="Robert de Groote" userId="2ce5265b-80a0-4fb8-a62a-8035e9b0c45a" providerId="ADAL" clId="{20F04FD4-9900-4063-95EE-CD816832BC31}" dt="2025-10-13T13:31:43.074" v="30008" actId="478"/>
          <ac:spMkLst>
            <pc:docMk/>
            <pc:sldMk cId="477232862" sldId="553"/>
            <ac:spMk id="259" creationId="{1F0A8027-E4A2-27E8-56AA-B541250227EE}"/>
          </ac:spMkLst>
        </pc:spChg>
        <pc:spChg chg="del">
          <ac:chgData name="Robert de Groote" userId="2ce5265b-80a0-4fb8-a62a-8035e9b0c45a" providerId="ADAL" clId="{20F04FD4-9900-4063-95EE-CD816832BC31}" dt="2025-10-13T13:31:43.074" v="30008" actId="478"/>
          <ac:spMkLst>
            <pc:docMk/>
            <pc:sldMk cId="477232862" sldId="553"/>
            <ac:spMk id="268" creationId="{777923E9-2025-721C-0E8F-FCD9321336F6}"/>
          </ac:spMkLst>
        </pc:spChg>
        <pc:spChg chg="del">
          <ac:chgData name="Robert de Groote" userId="2ce5265b-80a0-4fb8-a62a-8035e9b0c45a" providerId="ADAL" clId="{20F04FD4-9900-4063-95EE-CD816832BC31}" dt="2025-10-13T13:31:43.074" v="30008" actId="478"/>
          <ac:spMkLst>
            <pc:docMk/>
            <pc:sldMk cId="477232862" sldId="553"/>
            <ac:spMk id="277" creationId="{79D55B0A-E9E4-05A2-E192-9B1412C9B513}"/>
          </ac:spMkLst>
        </pc:spChg>
        <pc:spChg chg="del">
          <ac:chgData name="Robert de Groote" userId="2ce5265b-80a0-4fb8-a62a-8035e9b0c45a" providerId="ADAL" clId="{20F04FD4-9900-4063-95EE-CD816832BC31}" dt="2025-10-13T13:31:43.074" v="30008" actId="478"/>
          <ac:spMkLst>
            <pc:docMk/>
            <pc:sldMk cId="477232862" sldId="553"/>
            <ac:spMk id="286" creationId="{2B437601-030A-9C7E-929E-D3CFA00123FD}"/>
          </ac:spMkLst>
        </pc:spChg>
        <pc:spChg chg="del">
          <ac:chgData name="Robert de Groote" userId="2ce5265b-80a0-4fb8-a62a-8035e9b0c45a" providerId="ADAL" clId="{20F04FD4-9900-4063-95EE-CD816832BC31}" dt="2025-10-13T13:31:38.673" v="30007" actId="478"/>
          <ac:spMkLst>
            <pc:docMk/>
            <pc:sldMk cId="477232862" sldId="553"/>
            <ac:spMk id="287" creationId="{D9572873-9C39-CD3F-C8CD-8630708604EE}"/>
          </ac:spMkLst>
        </pc:spChg>
      </pc:sldChg>
      <pc:sldChg chg="addSp delSp modSp new mod setBg modClrScheme setClrOvrMap chgLayout">
        <pc:chgData name="Robert de Groote" userId="2ce5265b-80a0-4fb8-a62a-8035e9b0c45a" providerId="ADAL" clId="{20F04FD4-9900-4063-95EE-CD816832BC31}" dt="2025-10-11T12:19:43.892" v="18051" actId="26606"/>
        <pc:sldMkLst>
          <pc:docMk/>
          <pc:sldMk cId="992736774" sldId="554"/>
        </pc:sldMkLst>
        <pc:spChg chg="add mod ord">
          <ac:chgData name="Robert de Groote" userId="2ce5265b-80a0-4fb8-a62a-8035e9b0c45a" providerId="ADAL" clId="{20F04FD4-9900-4063-95EE-CD816832BC31}" dt="2025-10-11T12:19:43.892" v="18051" actId="26606"/>
          <ac:spMkLst>
            <pc:docMk/>
            <pc:sldMk cId="992736774" sldId="554"/>
            <ac:spMk id="4" creationId="{CEF0A1AF-071B-32EB-4F03-BC89E98187FA}"/>
          </ac:spMkLst>
        </pc:spChg>
        <pc:spChg chg="add mod ord">
          <ac:chgData name="Robert de Groote" userId="2ce5265b-80a0-4fb8-a62a-8035e9b0c45a" providerId="ADAL" clId="{20F04FD4-9900-4063-95EE-CD816832BC31}" dt="2025-10-11T12:19:43.892" v="18051" actId="26606"/>
          <ac:spMkLst>
            <pc:docMk/>
            <pc:sldMk cId="992736774" sldId="554"/>
            <ac:spMk id="5" creationId="{A1582589-B00F-79BA-7053-9E3B8C1D2602}"/>
          </ac:spMkLst>
        </pc:spChg>
        <pc:spChg chg="add del">
          <ac:chgData name="Robert de Groote" userId="2ce5265b-80a0-4fb8-a62a-8035e9b0c45a" providerId="ADAL" clId="{20F04FD4-9900-4063-95EE-CD816832BC31}" dt="2025-10-11T12:19:43.892" v="18051" actId="26606"/>
          <ac:spMkLst>
            <pc:docMk/>
            <pc:sldMk cId="992736774" sldId="554"/>
            <ac:spMk id="13" creationId="{46B9231A-B34B-4A29-A6AC-532E1EE81575}"/>
          </ac:spMkLst>
        </pc:spChg>
        <pc:picChg chg="add mod">
          <ac:chgData name="Robert de Groote" userId="2ce5265b-80a0-4fb8-a62a-8035e9b0c45a" providerId="ADAL" clId="{20F04FD4-9900-4063-95EE-CD816832BC31}" dt="2025-10-11T12:19:43.892" v="18051" actId="26606"/>
          <ac:picMkLst>
            <pc:docMk/>
            <pc:sldMk cId="992736774" sldId="554"/>
            <ac:picMk id="7" creationId="{A9180167-A83C-E22A-6922-5A0FBF5B7554}"/>
          </ac:picMkLst>
        </pc:picChg>
        <pc:cxnChg chg="add del">
          <ac:chgData name="Robert de Groote" userId="2ce5265b-80a0-4fb8-a62a-8035e9b0c45a" providerId="ADAL" clId="{20F04FD4-9900-4063-95EE-CD816832BC31}" dt="2025-10-11T12:19:43.892" v="18051" actId="26606"/>
          <ac:cxnSpMkLst>
            <pc:docMk/>
            <pc:sldMk cId="992736774" sldId="554"/>
            <ac:cxnSpMk id="11" creationId="{118E06E4-607B-144B-382B-AD3D06B1EE8C}"/>
          </ac:cxnSpMkLst>
        </pc:cxnChg>
        <pc:cxnChg chg="add del">
          <ac:chgData name="Robert de Groote" userId="2ce5265b-80a0-4fb8-a62a-8035e9b0c45a" providerId="ADAL" clId="{20F04FD4-9900-4063-95EE-CD816832BC31}" dt="2025-10-11T12:19:43.892" v="18051" actId="26606"/>
          <ac:cxnSpMkLst>
            <pc:docMk/>
            <pc:sldMk cId="992736774" sldId="554"/>
            <ac:cxnSpMk id="15" creationId="{F0CE0765-E93C-4D37-9D5F-D464EFB10FA7}"/>
          </ac:cxnSpMkLst>
        </pc:cxnChg>
      </pc:sldChg>
      <pc:sldChg chg="addSp delSp modSp add mod addAnim delAnim modAnim">
        <pc:chgData name="Robert de Groote" userId="2ce5265b-80a0-4fb8-a62a-8035e9b0c45a" providerId="ADAL" clId="{20F04FD4-9900-4063-95EE-CD816832BC31}" dt="2025-10-13T14:04:24.510" v="30486"/>
        <pc:sldMkLst>
          <pc:docMk/>
          <pc:sldMk cId="4011644570" sldId="555"/>
        </pc:sldMkLst>
        <pc:spChg chg="mod">
          <ac:chgData name="Robert de Groote" userId="2ce5265b-80a0-4fb8-a62a-8035e9b0c45a" providerId="ADAL" clId="{20F04FD4-9900-4063-95EE-CD816832BC31}" dt="2025-10-13T09:16:12.810" v="24768" actId="108"/>
          <ac:spMkLst>
            <pc:docMk/>
            <pc:sldMk cId="4011644570" sldId="555"/>
            <ac:spMk id="3" creationId="{ECAB70EC-4AC4-A1F1-9F8A-F2BFB7923396}"/>
          </ac:spMkLst>
        </pc:spChg>
        <pc:spChg chg="mod ord topLvl">
          <ac:chgData name="Robert de Groote" userId="2ce5265b-80a0-4fb8-a62a-8035e9b0c45a" providerId="ADAL" clId="{20F04FD4-9900-4063-95EE-CD816832BC31}" dt="2025-10-11T12:44:05.478" v="19638" actId="962"/>
          <ac:spMkLst>
            <pc:docMk/>
            <pc:sldMk cId="4011644570" sldId="555"/>
            <ac:spMk id="5" creationId="{2322DA73-DD46-F18C-5B2B-19B65BD8884D}"/>
          </ac:spMkLst>
        </pc:spChg>
        <pc:spChg chg="mod ord topLvl">
          <ac:chgData name="Robert de Groote" userId="2ce5265b-80a0-4fb8-a62a-8035e9b0c45a" providerId="ADAL" clId="{20F04FD4-9900-4063-95EE-CD816832BC31}" dt="2025-10-11T12:44:08.848" v="19639" actId="962"/>
          <ac:spMkLst>
            <pc:docMk/>
            <pc:sldMk cId="4011644570" sldId="555"/>
            <ac:spMk id="6" creationId="{2ECE93C7-6B04-05EB-1DF5-61E4438EF540}"/>
          </ac:spMkLst>
        </pc:spChg>
        <pc:spChg chg="mod topLvl">
          <ac:chgData name="Robert de Groote" userId="2ce5265b-80a0-4fb8-a62a-8035e9b0c45a" providerId="ADAL" clId="{20F04FD4-9900-4063-95EE-CD816832BC31}" dt="2025-10-11T12:44:13.288" v="19640" actId="962"/>
          <ac:spMkLst>
            <pc:docMk/>
            <pc:sldMk cId="4011644570" sldId="555"/>
            <ac:spMk id="7" creationId="{58936AD7-F044-8563-2039-A18991CAC24F}"/>
          </ac:spMkLst>
        </pc:spChg>
        <pc:spChg chg="mod topLvl">
          <ac:chgData name="Robert de Groote" userId="2ce5265b-80a0-4fb8-a62a-8035e9b0c45a" providerId="ADAL" clId="{20F04FD4-9900-4063-95EE-CD816832BC31}" dt="2025-10-11T12:44:17.018" v="19641" actId="962"/>
          <ac:spMkLst>
            <pc:docMk/>
            <pc:sldMk cId="4011644570" sldId="555"/>
            <ac:spMk id="8" creationId="{A0DD85E8-9871-2C0F-755C-619F1FAA71DC}"/>
          </ac:spMkLst>
        </pc:spChg>
        <pc:spChg chg="mod topLvl">
          <ac:chgData name="Robert de Groote" userId="2ce5265b-80a0-4fb8-a62a-8035e9b0c45a" providerId="ADAL" clId="{20F04FD4-9900-4063-95EE-CD816832BC31}" dt="2025-10-11T12:44:20.658" v="19642" actId="962"/>
          <ac:spMkLst>
            <pc:docMk/>
            <pc:sldMk cId="4011644570" sldId="555"/>
            <ac:spMk id="9" creationId="{F32A9EF8-DA5F-9251-CAF3-C1855A496B41}"/>
          </ac:spMkLst>
        </pc:spChg>
        <pc:spChg chg="mod ord topLvl">
          <ac:chgData name="Robert de Groote" userId="2ce5265b-80a0-4fb8-a62a-8035e9b0c45a" providerId="ADAL" clId="{20F04FD4-9900-4063-95EE-CD816832BC31}" dt="2025-10-11T12:44:25.768" v="19644" actId="13244"/>
          <ac:spMkLst>
            <pc:docMk/>
            <pc:sldMk cId="4011644570" sldId="555"/>
            <ac:spMk id="14" creationId="{D6381505-57BC-5636-9491-A0093BB156E1}"/>
          </ac:spMkLst>
        </pc:spChg>
        <pc:spChg chg="mod ord topLvl">
          <ac:chgData name="Robert de Groote" userId="2ce5265b-80a0-4fb8-a62a-8035e9b0c45a" providerId="ADAL" clId="{20F04FD4-9900-4063-95EE-CD816832BC31}" dt="2025-10-11T12:44:31.318" v="19646" actId="13244"/>
          <ac:spMkLst>
            <pc:docMk/>
            <pc:sldMk cId="4011644570" sldId="555"/>
            <ac:spMk id="20" creationId="{D958A75F-2765-FCF7-FFAE-A6C82F0E4262}"/>
          </ac:spMkLst>
        </pc:spChg>
        <pc:spChg chg="add mod">
          <ac:chgData name="Robert de Groote" userId="2ce5265b-80a0-4fb8-a62a-8035e9b0c45a" providerId="ADAL" clId="{20F04FD4-9900-4063-95EE-CD816832BC31}" dt="2025-10-11T12:38:57.271" v="18903" actId="1076"/>
          <ac:spMkLst>
            <pc:docMk/>
            <pc:sldMk cId="4011644570" sldId="555"/>
            <ac:spMk id="52" creationId="{93DE955E-3B26-069E-B649-D0EDE1626C6B}"/>
          </ac:spMkLst>
        </pc:spChg>
        <pc:spChg chg="add mod">
          <ac:chgData name="Robert de Groote" userId="2ce5265b-80a0-4fb8-a62a-8035e9b0c45a" providerId="ADAL" clId="{20F04FD4-9900-4063-95EE-CD816832BC31}" dt="2025-10-11T13:32:51.213" v="19754" actId="962"/>
          <ac:spMkLst>
            <pc:docMk/>
            <pc:sldMk cId="4011644570" sldId="555"/>
            <ac:spMk id="53" creationId="{21043387-517D-C437-5A5A-1612C7D22126}"/>
          </ac:spMkLst>
        </pc:spChg>
        <pc:spChg chg="add mod">
          <ac:chgData name="Robert de Groote" userId="2ce5265b-80a0-4fb8-a62a-8035e9b0c45a" providerId="ADAL" clId="{20F04FD4-9900-4063-95EE-CD816832BC31}" dt="2025-10-11T13:32:58.858" v="19755" actId="962"/>
          <ac:spMkLst>
            <pc:docMk/>
            <pc:sldMk cId="4011644570" sldId="555"/>
            <ac:spMk id="54" creationId="{75A5CA51-9F54-1054-11DC-EE25C2844B7B}"/>
          </ac:spMkLst>
        </pc:spChg>
        <pc:spChg chg="add mod">
          <ac:chgData name="Robert de Groote" userId="2ce5265b-80a0-4fb8-a62a-8035e9b0c45a" providerId="ADAL" clId="{20F04FD4-9900-4063-95EE-CD816832BC31}" dt="2025-10-11T13:33:03.347" v="19756" actId="962"/>
          <ac:spMkLst>
            <pc:docMk/>
            <pc:sldMk cId="4011644570" sldId="555"/>
            <ac:spMk id="55" creationId="{06E20908-7F3B-80D1-67AB-AB95E1F55677}"/>
          </ac:spMkLst>
        </pc:spChg>
        <pc:spChg chg="add mod">
          <ac:chgData name="Robert de Groote" userId="2ce5265b-80a0-4fb8-a62a-8035e9b0c45a" providerId="ADAL" clId="{20F04FD4-9900-4063-95EE-CD816832BC31}" dt="2025-10-11T13:33:07.203" v="19757" actId="962"/>
          <ac:spMkLst>
            <pc:docMk/>
            <pc:sldMk cId="4011644570" sldId="555"/>
            <ac:spMk id="56" creationId="{4DD23C76-2785-3950-2AF8-72D2B87DEA97}"/>
          </ac:spMkLst>
        </pc:spChg>
        <pc:spChg chg="add mod">
          <ac:chgData name="Robert de Groote" userId="2ce5265b-80a0-4fb8-a62a-8035e9b0c45a" providerId="ADAL" clId="{20F04FD4-9900-4063-95EE-CD816832BC31}" dt="2025-10-11T13:33:10.837" v="19758" actId="962"/>
          <ac:spMkLst>
            <pc:docMk/>
            <pc:sldMk cId="4011644570" sldId="555"/>
            <ac:spMk id="57" creationId="{7CCD2084-65BB-335E-5AC6-383E2E1196E6}"/>
          </ac:spMkLst>
        </pc:spChg>
        <pc:spChg chg="add mod">
          <ac:chgData name="Robert de Groote" userId="2ce5265b-80a0-4fb8-a62a-8035e9b0c45a" providerId="ADAL" clId="{20F04FD4-9900-4063-95EE-CD816832BC31}" dt="2025-10-11T13:33:15.307" v="19759" actId="962"/>
          <ac:spMkLst>
            <pc:docMk/>
            <pc:sldMk cId="4011644570" sldId="555"/>
            <ac:spMk id="58" creationId="{5D7228AB-EF9F-D98C-465C-85FB5606A08B}"/>
          </ac:spMkLst>
        </pc:spChg>
        <pc:spChg chg="add mod">
          <ac:chgData name="Robert de Groote" userId="2ce5265b-80a0-4fb8-a62a-8035e9b0c45a" providerId="ADAL" clId="{20F04FD4-9900-4063-95EE-CD816832BC31}" dt="2025-10-11T13:33:18.727" v="19760" actId="962"/>
          <ac:spMkLst>
            <pc:docMk/>
            <pc:sldMk cId="4011644570" sldId="555"/>
            <ac:spMk id="59" creationId="{D9A204C6-4B08-71EA-BAE2-D496ACF95B32}"/>
          </ac:spMkLst>
        </pc:spChg>
        <pc:spChg chg="add mod">
          <ac:chgData name="Robert de Groote" userId="2ce5265b-80a0-4fb8-a62a-8035e9b0c45a" providerId="ADAL" clId="{20F04FD4-9900-4063-95EE-CD816832BC31}" dt="2025-10-11T13:33:21.849" v="19761" actId="962"/>
          <ac:spMkLst>
            <pc:docMk/>
            <pc:sldMk cId="4011644570" sldId="555"/>
            <ac:spMk id="60" creationId="{0820166D-1780-36B6-E101-EF4A81F69C27}"/>
          </ac:spMkLst>
        </pc:spChg>
        <pc:spChg chg="add mod">
          <ac:chgData name="Robert de Groote" userId="2ce5265b-80a0-4fb8-a62a-8035e9b0c45a" providerId="ADAL" clId="{20F04FD4-9900-4063-95EE-CD816832BC31}" dt="2025-10-11T13:33:25.507" v="19762" actId="962"/>
          <ac:spMkLst>
            <pc:docMk/>
            <pc:sldMk cId="4011644570" sldId="555"/>
            <ac:spMk id="61" creationId="{164BF08F-C435-3301-272C-A50600BA1989}"/>
          </ac:spMkLst>
        </pc:spChg>
        <pc:spChg chg="add mod">
          <ac:chgData name="Robert de Groote" userId="2ce5265b-80a0-4fb8-a62a-8035e9b0c45a" providerId="ADAL" clId="{20F04FD4-9900-4063-95EE-CD816832BC31}" dt="2025-10-11T13:33:29.067" v="19763" actId="962"/>
          <ac:spMkLst>
            <pc:docMk/>
            <pc:sldMk cId="4011644570" sldId="555"/>
            <ac:spMk id="62" creationId="{3785F625-052B-8A5A-BCBA-251C2034133D}"/>
          </ac:spMkLst>
        </pc:spChg>
        <pc:spChg chg="add mod">
          <ac:chgData name="Robert de Groote" userId="2ce5265b-80a0-4fb8-a62a-8035e9b0c45a" providerId="ADAL" clId="{20F04FD4-9900-4063-95EE-CD816832BC31}" dt="2025-10-11T12:40:56.153" v="18935" actId="20577"/>
          <ac:spMkLst>
            <pc:docMk/>
            <pc:sldMk cId="4011644570" sldId="555"/>
            <ac:spMk id="69" creationId="{B8143CC8-446D-A185-697D-872427001CC8}"/>
          </ac:spMkLst>
        </pc:spChg>
        <pc:spChg chg="add mod">
          <ac:chgData name="Robert de Groote" userId="2ce5265b-80a0-4fb8-a62a-8035e9b0c45a" providerId="ADAL" clId="{20F04FD4-9900-4063-95EE-CD816832BC31}" dt="2025-10-11T12:40:53.528" v="18934" actId="1076"/>
          <ac:spMkLst>
            <pc:docMk/>
            <pc:sldMk cId="4011644570" sldId="555"/>
            <ac:spMk id="70" creationId="{1D8DC80B-57E4-C157-38F3-40794FB06B36}"/>
          </ac:spMkLst>
        </pc:spChg>
        <pc:spChg chg="add mod">
          <ac:chgData name="Robert de Groote" userId="2ce5265b-80a0-4fb8-a62a-8035e9b0c45a" providerId="ADAL" clId="{20F04FD4-9900-4063-95EE-CD816832BC31}" dt="2025-10-11T12:43:29.538" v="18972" actId="1076"/>
          <ac:spMkLst>
            <pc:docMk/>
            <pc:sldMk cId="4011644570" sldId="555"/>
            <ac:spMk id="71" creationId="{B7C40A65-67CB-0B69-6F98-DC97109F31A6}"/>
          </ac:spMkLst>
        </pc:spChg>
        <pc:spChg chg="add mod">
          <ac:chgData name="Robert de Groote" userId="2ce5265b-80a0-4fb8-a62a-8035e9b0c45a" providerId="ADAL" clId="{20F04FD4-9900-4063-95EE-CD816832BC31}" dt="2025-10-11T12:41:56.458" v="18948" actId="20577"/>
          <ac:spMkLst>
            <pc:docMk/>
            <pc:sldMk cId="4011644570" sldId="555"/>
            <ac:spMk id="72" creationId="{7491A307-48AE-E3E4-8F04-8E94E0CCA0BC}"/>
          </ac:spMkLst>
        </pc:spChg>
        <pc:spChg chg="add mod">
          <ac:chgData name="Robert de Groote" userId="2ce5265b-80a0-4fb8-a62a-8035e9b0c45a" providerId="ADAL" clId="{20F04FD4-9900-4063-95EE-CD816832BC31}" dt="2025-10-11T12:42:08.860" v="18951" actId="20577"/>
          <ac:spMkLst>
            <pc:docMk/>
            <pc:sldMk cId="4011644570" sldId="555"/>
            <ac:spMk id="73" creationId="{5AC8C542-3AA9-14A8-03FE-561D21545702}"/>
          </ac:spMkLst>
        </pc:spChg>
        <pc:spChg chg="add mod">
          <ac:chgData name="Robert de Groote" userId="2ce5265b-80a0-4fb8-a62a-8035e9b0c45a" providerId="ADAL" clId="{20F04FD4-9900-4063-95EE-CD816832BC31}" dt="2025-10-11T12:42:15.508" v="18953" actId="1076"/>
          <ac:spMkLst>
            <pc:docMk/>
            <pc:sldMk cId="4011644570" sldId="555"/>
            <ac:spMk id="74" creationId="{9E68FF8A-EF39-BCBC-33B2-0D9EA581A2B0}"/>
          </ac:spMkLst>
        </pc:spChg>
        <pc:spChg chg="add mod">
          <ac:chgData name="Robert de Groote" userId="2ce5265b-80a0-4fb8-a62a-8035e9b0c45a" providerId="ADAL" clId="{20F04FD4-9900-4063-95EE-CD816832BC31}" dt="2025-10-11T12:42:25.344" v="18956" actId="20577"/>
          <ac:spMkLst>
            <pc:docMk/>
            <pc:sldMk cId="4011644570" sldId="555"/>
            <ac:spMk id="75" creationId="{392050E7-4658-0423-564F-B6AE0EB6F932}"/>
          </ac:spMkLst>
        </pc:spChg>
        <pc:spChg chg="add mod">
          <ac:chgData name="Robert de Groote" userId="2ce5265b-80a0-4fb8-a62a-8035e9b0c45a" providerId="ADAL" clId="{20F04FD4-9900-4063-95EE-CD816832BC31}" dt="2025-10-11T12:42:45.178" v="18960" actId="20577"/>
          <ac:spMkLst>
            <pc:docMk/>
            <pc:sldMk cId="4011644570" sldId="555"/>
            <ac:spMk id="76" creationId="{CDA91E14-5067-661E-1000-6EBE4F5F043F}"/>
          </ac:spMkLst>
        </pc:spChg>
        <pc:spChg chg="add mod">
          <ac:chgData name="Robert de Groote" userId="2ce5265b-80a0-4fb8-a62a-8035e9b0c45a" providerId="ADAL" clId="{20F04FD4-9900-4063-95EE-CD816832BC31}" dt="2025-10-11T12:42:55.363" v="18963" actId="20577"/>
          <ac:spMkLst>
            <pc:docMk/>
            <pc:sldMk cId="4011644570" sldId="555"/>
            <ac:spMk id="77" creationId="{5BCD0877-D136-D568-F52D-352369B689D6}"/>
          </ac:spMkLst>
        </pc:spChg>
        <pc:spChg chg="add mod">
          <ac:chgData name="Robert de Groote" userId="2ce5265b-80a0-4fb8-a62a-8035e9b0c45a" providerId="ADAL" clId="{20F04FD4-9900-4063-95EE-CD816832BC31}" dt="2025-10-11T12:43:04.548" v="18967" actId="20577"/>
          <ac:spMkLst>
            <pc:docMk/>
            <pc:sldMk cId="4011644570" sldId="555"/>
            <ac:spMk id="78" creationId="{DC448B0D-79A1-4AAA-9FDC-299145F31331}"/>
          </ac:spMkLst>
        </pc:spChg>
        <pc:spChg chg="add mod">
          <ac:chgData name="Robert de Groote" userId="2ce5265b-80a0-4fb8-a62a-8035e9b0c45a" providerId="ADAL" clId="{20F04FD4-9900-4063-95EE-CD816832BC31}" dt="2025-10-11T12:43:12.618" v="18971" actId="20577"/>
          <ac:spMkLst>
            <pc:docMk/>
            <pc:sldMk cId="4011644570" sldId="555"/>
            <ac:spMk id="79" creationId="{54BBFD14-39E1-3326-DB05-98BE5E428C4D}"/>
          </ac:spMkLst>
        </pc:spChg>
        <pc:spChg chg="add mod">
          <ac:chgData name="Robert de Groote" userId="2ce5265b-80a0-4fb8-a62a-8035e9b0c45a" providerId="ADAL" clId="{20F04FD4-9900-4063-95EE-CD816832BC31}" dt="2025-10-11T15:15:48.379" v="23609" actId="1076"/>
          <ac:spMkLst>
            <pc:docMk/>
            <pc:sldMk cId="4011644570" sldId="555"/>
            <ac:spMk id="88" creationId="{45C81F2E-7770-E4EA-EDDF-EDAA8A2696F7}"/>
          </ac:spMkLst>
        </pc:spChg>
        <pc:spChg chg="add mod">
          <ac:chgData name="Robert de Groote" userId="2ce5265b-80a0-4fb8-a62a-8035e9b0c45a" providerId="ADAL" clId="{20F04FD4-9900-4063-95EE-CD816832BC31}" dt="2025-10-11T15:15:44.432" v="23608" actId="113"/>
          <ac:spMkLst>
            <pc:docMk/>
            <pc:sldMk cId="4011644570" sldId="555"/>
            <ac:spMk id="116" creationId="{1E916535-20BA-A499-0A42-AC6F9F072D16}"/>
          </ac:spMkLst>
        </pc:spChg>
        <pc:cxnChg chg="mod topLvl">
          <ac:chgData name="Robert de Groote" userId="2ce5265b-80a0-4fb8-a62a-8035e9b0c45a" providerId="ADAL" clId="{20F04FD4-9900-4063-95EE-CD816832BC31}" dt="2025-10-11T13:31:41.747" v="19746" actId="962"/>
          <ac:cxnSpMkLst>
            <pc:docMk/>
            <pc:sldMk cId="4011644570" sldId="555"/>
            <ac:cxnSpMk id="10" creationId="{888DC723-D3F5-D36A-553B-619A0E5189E9}"/>
          </ac:cxnSpMkLst>
        </pc:cxnChg>
        <pc:cxnChg chg="mod">
          <ac:chgData name="Robert de Groote" userId="2ce5265b-80a0-4fb8-a62a-8035e9b0c45a" providerId="ADAL" clId="{20F04FD4-9900-4063-95EE-CD816832BC31}" dt="2025-10-11T13:31:34.019" v="19744" actId="962"/>
          <ac:cxnSpMkLst>
            <pc:docMk/>
            <pc:sldMk cId="4011644570" sldId="555"/>
            <ac:cxnSpMk id="11" creationId="{DAA84747-8DAC-346D-9882-1C5DA25B7383}"/>
          </ac:cxnSpMkLst>
        </pc:cxnChg>
        <pc:cxnChg chg="mod">
          <ac:chgData name="Robert de Groote" userId="2ce5265b-80a0-4fb8-a62a-8035e9b0c45a" providerId="ADAL" clId="{20F04FD4-9900-4063-95EE-CD816832BC31}" dt="2025-10-11T13:31:37.747" v="19745" actId="962"/>
          <ac:cxnSpMkLst>
            <pc:docMk/>
            <pc:sldMk cId="4011644570" sldId="555"/>
            <ac:cxnSpMk id="12" creationId="{3FF4AB17-C211-9D43-A2D6-F71DC980CF42}"/>
          </ac:cxnSpMkLst>
        </pc:cxnChg>
        <pc:cxnChg chg="mod topLvl">
          <ac:chgData name="Robert de Groote" userId="2ce5265b-80a0-4fb8-a62a-8035e9b0c45a" providerId="ADAL" clId="{20F04FD4-9900-4063-95EE-CD816832BC31}" dt="2025-10-11T13:31:46.274" v="19747" actId="962"/>
          <ac:cxnSpMkLst>
            <pc:docMk/>
            <pc:sldMk cId="4011644570" sldId="555"/>
            <ac:cxnSpMk id="13" creationId="{15D2B0ED-3AE2-8806-697A-B271F046973D}"/>
          </ac:cxnSpMkLst>
        </pc:cxnChg>
        <pc:cxnChg chg="mod">
          <ac:chgData name="Robert de Groote" userId="2ce5265b-80a0-4fb8-a62a-8035e9b0c45a" providerId="ADAL" clId="{20F04FD4-9900-4063-95EE-CD816832BC31}" dt="2025-10-11T13:31:50.638" v="19748" actId="962"/>
          <ac:cxnSpMkLst>
            <pc:docMk/>
            <pc:sldMk cId="4011644570" sldId="555"/>
            <ac:cxnSpMk id="15" creationId="{C2BC8F9B-81CC-3C9A-D6A3-30B3C1D44491}"/>
          </ac:cxnSpMkLst>
        </pc:cxnChg>
        <pc:cxnChg chg="mod">
          <ac:chgData name="Robert de Groote" userId="2ce5265b-80a0-4fb8-a62a-8035e9b0c45a" providerId="ADAL" clId="{20F04FD4-9900-4063-95EE-CD816832BC31}" dt="2025-10-11T13:31:57.777" v="19749" actId="962"/>
          <ac:cxnSpMkLst>
            <pc:docMk/>
            <pc:sldMk cId="4011644570" sldId="555"/>
            <ac:cxnSpMk id="16" creationId="{68C68C58-AD02-3BD5-F5DB-BD4D0664D5D1}"/>
          </ac:cxnSpMkLst>
        </pc:cxnChg>
        <pc:cxnChg chg="mod">
          <ac:chgData name="Robert de Groote" userId="2ce5265b-80a0-4fb8-a62a-8035e9b0c45a" providerId="ADAL" clId="{20F04FD4-9900-4063-95EE-CD816832BC31}" dt="2025-10-11T13:32:01.818" v="19750" actId="962"/>
          <ac:cxnSpMkLst>
            <pc:docMk/>
            <pc:sldMk cId="4011644570" sldId="555"/>
            <ac:cxnSpMk id="17" creationId="{206BC93F-B487-1A6E-DE68-74852A72A36F}"/>
          </ac:cxnSpMkLst>
        </pc:cxnChg>
        <pc:cxnChg chg="mod">
          <ac:chgData name="Robert de Groote" userId="2ce5265b-80a0-4fb8-a62a-8035e9b0c45a" providerId="ADAL" clId="{20F04FD4-9900-4063-95EE-CD816832BC31}" dt="2025-10-11T13:32:07.309" v="19751" actId="962"/>
          <ac:cxnSpMkLst>
            <pc:docMk/>
            <pc:sldMk cId="4011644570" sldId="555"/>
            <ac:cxnSpMk id="18" creationId="{C1E2D0FD-42BA-920E-3336-B322335F33DD}"/>
          </ac:cxnSpMkLst>
        </pc:cxnChg>
        <pc:cxnChg chg="mod">
          <ac:chgData name="Robert de Groote" userId="2ce5265b-80a0-4fb8-a62a-8035e9b0c45a" providerId="ADAL" clId="{20F04FD4-9900-4063-95EE-CD816832BC31}" dt="2025-10-11T13:32:11.687" v="19752" actId="962"/>
          <ac:cxnSpMkLst>
            <pc:docMk/>
            <pc:sldMk cId="4011644570" sldId="555"/>
            <ac:cxnSpMk id="19" creationId="{E82CAFD3-8448-7FDA-6EAF-EAE1C5F749BD}"/>
          </ac:cxnSpMkLst>
        </pc:cxnChg>
        <pc:cxnChg chg="mod">
          <ac:chgData name="Robert de Groote" userId="2ce5265b-80a0-4fb8-a62a-8035e9b0c45a" providerId="ADAL" clId="{20F04FD4-9900-4063-95EE-CD816832BC31}" dt="2025-10-11T13:32:15.447" v="19753" actId="962"/>
          <ac:cxnSpMkLst>
            <pc:docMk/>
            <pc:sldMk cId="4011644570" sldId="555"/>
            <ac:cxnSpMk id="21" creationId="{6C01F0E5-DF8C-3EE2-774D-34B02F52E1E4}"/>
          </ac:cxnSpMkLst>
        </pc:cxnChg>
      </pc:sldChg>
      <pc:sldChg chg="delSp modSp add mod modAnim">
        <pc:chgData name="Robert de Groote" userId="2ce5265b-80a0-4fb8-a62a-8035e9b0c45a" providerId="ADAL" clId="{20F04FD4-9900-4063-95EE-CD816832BC31}" dt="2025-10-13T09:16:57.126" v="24785" actId="403"/>
        <pc:sldMkLst>
          <pc:docMk/>
          <pc:sldMk cId="3018607723" sldId="556"/>
        </pc:sldMkLst>
        <pc:spChg chg="mod">
          <ac:chgData name="Robert de Groote" userId="2ce5265b-80a0-4fb8-a62a-8035e9b0c45a" providerId="ADAL" clId="{20F04FD4-9900-4063-95EE-CD816832BC31}" dt="2025-10-11T13:48:33.172" v="20499" actId="6549"/>
          <ac:spMkLst>
            <pc:docMk/>
            <pc:sldMk cId="3018607723" sldId="556"/>
            <ac:spMk id="2" creationId="{C0EC34A8-1FAC-4DB6-5EBC-293FDC136281}"/>
          </ac:spMkLst>
        </pc:spChg>
        <pc:spChg chg="mod">
          <ac:chgData name="Robert de Groote" userId="2ce5265b-80a0-4fb8-a62a-8035e9b0c45a" providerId="ADAL" clId="{20F04FD4-9900-4063-95EE-CD816832BC31}" dt="2025-10-13T09:16:57.126" v="24785" actId="403"/>
          <ac:spMkLst>
            <pc:docMk/>
            <pc:sldMk cId="3018607723" sldId="556"/>
            <ac:spMk id="3" creationId="{578E5CDC-D640-8545-6013-1421D508FCCE}"/>
          </ac:spMkLst>
        </pc:spChg>
        <pc:spChg chg="mod">
          <ac:chgData name="Robert de Groote" userId="2ce5265b-80a0-4fb8-a62a-8035e9b0c45a" providerId="ADAL" clId="{20F04FD4-9900-4063-95EE-CD816832BC31}" dt="2025-10-11T13:48:14.646" v="20492" actId="207"/>
          <ac:spMkLst>
            <pc:docMk/>
            <pc:sldMk cId="3018607723" sldId="556"/>
            <ac:spMk id="53" creationId="{8C69D2D9-3689-D9F9-00F1-610158282EE8}"/>
          </ac:spMkLst>
        </pc:spChg>
        <pc:spChg chg="mod">
          <ac:chgData name="Robert de Groote" userId="2ce5265b-80a0-4fb8-a62a-8035e9b0c45a" providerId="ADAL" clId="{20F04FD4-9900-4063-95EE-CD816832BC31}" dt="2025-10-11T13:48:14.646" v="20492" actId="207"/>
          <ac:spMkLst>
            <pc:docMk/>
            <pc:sldMk cId="3018607723" sldId="556"/>
            <ac:spMk id="58" creationId="{43889F44-9C0E-00D6-D01A-281F4862E030}"/>
          </ac:spMkLst>
        </pc:spChg>
        <pc:spChg chg="mod">
          <ac:chgData name="Robert de Groote" userId="2ce5265b-80a0-4fb8-a62a-8035e9b0c45a" providerId="ADAL" clId="{20F04FD4-9900-4063-95EE-CD816832BC31}" dt="2025-10-11T13:48:14.646" v="20492" actId="207"/>
          <ac:spMkLst>
            <pc:docMk/>
            <pc:sldMk cId="3018607723" sldId="556"/>
            <ac:spMk id="60" creationId="{2A38806E-0ACD-927F-B4ED-34481C8575B0}"/>
          </ac:spMkLst>
        </pc:spChg>
        <pc:spChg chg="mod">
          <ac:chgData name="Robert de Groote" userId="2ce5265b-80a0-4fb8-a62a-8035e9b0c45a" providerId="ADAL" clId="{20F04FD4-9900-4063-95EE-CD816832BC31}" dt="2025-10-11T13:48:14.646" v="20492" actId="207"/>
          <ac:spMkLst>
            <pc:docMk/>
            <pc:sldMk cId="3018607723" sldId="556"/>
            <ac:spMk id="61" creationId="{095ABE7E-C838-770B-6991-7D976BD61A71}"/>
          </ac:spMkLst>
        </pc:spChg>
        <pc:cxnChg chg="mod">
          <ac:chgData name="Robert de Groote" userId="2ce5265b-80a0-4fb8-a62a-8035e9b0c45a" providerId="ADAL" clId="{20F04FD4-9900-4063-95EE-CD816832BC31}" dt="2025-10-11T13:46:49.261" v="20485" actId="208"/>
          <ac:cxnSpMkLst>
            <pc:docMk/>
            <pc:sldMk cId="3018607723" sldId="556"/>
            <ac:cxnSpMk id="10" creationId="{0A51D74A-6605-B8FE-9FE4-0A2D8A27F960}"/>
          </ac:cxnSpMkLst>
        </pc:cxnChg>
        <pc:cxnChg chg="mod">
          <ac:chgData name="Robert de Groote" userId="2ce5265b-80a0-4fb8-a62a-8035e9b0c45a" providerId="ADAL" clId="{20F04FD4-9900-4063-95EE-CD816832BC31}" dt="2025-10-11T13:48:02.227" v="20491" actId="208"/>
          <ac:cxnSpMkLst>
            <pc:docMk/>
            <pc:sldMk cId="3018607723" sldId="556"/>
            <ac:cxnSpMk id="11" creationId="{FA00FE76-78E3-7489-6CBF-A8ECB5EC1C06}"/>
          </ac:cxnSpMkLst>
        </pc:cxnChg>
        <pc:cxnChg chg="mod">
          <ac:chgData name="Robert de Groote" userId="2ce5265b-80a0-4fb8-a62a-8035e9b0c45a" providerId="ADAL" clId="{20F04FD4-9900-4063-95EE-CD816832BC31}" dt="2025-10-11T13:47:04.602" v="20489" actId="108"/>
          <ac:cxnSpMkLst>
            <pc:docMk/>
            <pc:sldMk cId="3018607723" sldId="556"/>
            <ac:cxnSpMk id="12" creationId="{A5CB3C83-BB13-932D-4064-149EEA6E1183}"/>
          </ac:cxnSpMkLst>
        </pc:cxnChg>
        <pc:cxnChg chg="mod">
          <ac:chgData name="Robert de Groote" userId="2ce5265b-80a0-4fb8-a62a-8035e9b0c45a" providerId="ADAL" clId="{20F04FD4-9900-4063-95EE-CD816832BC31}" dt="2025-10-11T13:48:02.227" v="20491" actId="208"/>
          <ac:cxnSpMkLst>
            <pc:docMk/>
            <pc:sldMk cId="3018607723" sldId="556"/>
            <ac:cxnSpMk id="13" creationId="{26682F27-7534-A4F7-F04E-4AD5C5B0D395}"/>
          </ac:cxnSpMkLst>
        </pc:cxnChg>
        <pc:cxnChg chg="mod">
          <ac:chgData name="Robert de Groote" userId="2ce5265b-80a0-4fb8-a62a-8035e9b0c45a" providerId="ADAL" clId="{20F04FD4-9900-4063-95EE-CD816832BC31}" dt="2025-10-11T13:47:03.607" v="20488" actId="108"/>
          <ac:cxnSpMkLst>
            <pc:docMk/>
            <pc:sldMk cId="3018607723" sldId="556"/>
            <ac:cxnSpMk id="15" creationId="{507AA3EE-2FE3-2ABD-24C6-7E5E81164EBA}"/>
          </ac:cxnSpMkLst>
        </pc:cxnChg>
        <pc:cxnChg chg="mod">
          <ac:chgData name="Robert de Groote" userId="2ce5265b-80a0-4fb8-a62a-8035e9b0c45a" providerId="ADAL" clId="{20F04FD4-9900-4063-95EE-CD816832BC31}" dt="2025-10-11T13:47:06.707" v="20490" actId="108"/>
          <ac:cxnSpMkLst>
            <pc:docMk/>
            <pc:sldMk cId="3018607723" sldId="556"/>
            <ac:cxnSpMk id="16" creationId="{5FCBBAE3-F11B-B567-2CD1-30522B227C67}"/>
          </ac:cxnSpMkLst>
        </pc:cxnChg>
        <pc:cxnChg chg="mod">
          <ac:chgData name="Robert de Groote" userId="2ce5265b-80a0-4fb8-a62a-8035e9b0c45a" providerId="ADAL" clId="{20F04FD4-9900-4063-95EE-CD816832BC31}" dt="2025-10-11T13:48:02.227" v="20491" actId="208"/>
          <ac:cxnSpMkLst>
            <pc:docMk/>
            <pc:sldMk cId="3018607723" sldId="556"/>
            <ac:cxnSpMk id="17" creationId="{E0E2AF89-7A9D-D8E9-F6F0-6C980FF2FA72}"/>
          </ac:cxnSpMkLst>
        </pc:cxnChg>
        <pc:cxnChg chg="mod">
          <ac:chgData name="Robert de Groote" userId="2ce5265b-80a0-4fb8-a62a-8035e9b0c45a" providerId="ADAL" clId="{20F04FD4-9900-4063-95EE-CD816832BC31}" dt="2025-10-11T13:48:02.227" v="20491" actId="208"/>
          <ac:cxnSpMkLst>
            <pc:docMk/>
            <pc:sldMk cId="3018607723" sldId="556"/>
            <ac:cxnSpMk id="18" creationId="{828C4968-4C21-4D83-D445-8A6E85A0AFC2}"/>
          </ac:cxnSpMkLst>
        </pc:cxnChg>
        <pc:cxnChg chg="mod">
          <ac:chgData name="Robert de Groote" userId="2ce5265b-80a0-4fb8-a62a-8035e9b0c45a" providerId="ADAL" clId="{20F04FD4-9900-4063-95EE-CD816832BC31}" dt="2025-10-11T13:47:01.387" v="20486" actId="108"/>
          <ac:cxnSpMkLst>
            <pc:docMk/>
            <pc:sldMk cId="3018607723" sldId="556"/>
            <ac:cxnSpMk id="19" creationId="{F638AFB9-C0B4-1ADC-4915-0F8191E00D01}"/>
          </ac:cxnSpMkLst>
        </pc:cxnChg>
        <pc:cxnChg chg="mod">
          <ac:chgData name="Robert de Groote" userId="2ce5265b-80a0-4fb8-a62a-8035e9b0c45a" providerId="ADAL" clId="{20F04FD4-9900-4063-95EE-CD816832BC31}" dt="2025-10-11T13:47:02.297" v="20487" actId="108"/>
          <ac:cxnSpMkLst>
            <pc:docMk/>
            <pc:sldMk cId="3018607723" sldId="556"/>
            <ac:cxnSpMk id="21" creationId="{AD4AC91D-AFC8-127F-A693-74A1A0984CB8}"/>
          </ac:cxnSpMkLst>
        </pc:cxnChg>
      </pc:sldChg>
      <pc:sldChg chg="addSp delSp modSp add mod modTransition modAnim">
        <pc:chgData name="Robert de Groote" userId="2ce5265b-80a0-4fb8-a62a-8035e9b0c45a" providerId="ADAL" clId="{20F04FD4-9900-4063-95EE-CD816832BC31}" dt="2025-10-13T14:05:58.101" v="30529"/>
        <pc:sldMkLst>
          <pc:docMk/>
          <pc:sldMk cId="1211499288" sldId="557"/>
        </pc:sldMkLst>
        <pc:spChg chg="mod">
          <ac:chgData name="Robert de Groote" userId="2ce5265b-80a0-4fb8-a62a-8035e9b0c45a" providerId="ADAL" clId="{20F04FD4-9900-4063-95EE-CD816832BC31}" dt="2025-10-13T09:17:19.482" v="24787"/>
          <ac:spMkLst>
            <pc:docMk/>
            <pc:sldMk cId="1211499288" sldId="557"/>
            <ac:spMk id="3" creationId="{ADD77911-1BC2-AB1C-A362-39348CB4D597}"/>
          </ac:spMkLst>
        </pc:spChg>
        <pc:spChg chg="add mod">
          <ac:chgData name="Robert de Groote" userId="2ce5265b-80a0-4fb8-a62a-8035e9b0c45a" providerId="ADAL" clId="{20F04FD4-9900-4063-95EE-CD816832BC31}" dt="2025-10-13T14:05:56.122" v="30528" actId="14100"/>
          <ac:spMkLst>
            <pc:docMk/>
            <pc:sldMk cId="1211499288" sldId="557"/>
            <ac:spMk id="4" creationId="{A580C6EA-38C2-1D08-3412-6170B9FBF8AC}"/>
          </ac:spMkLst>
        </pc:spChg>
        <pc:spChg chg="mod">
          <ac:chgData name="Robert de Groote" userId="2ce5265b-80a0-4fb8-a62a-8035e9b0c45a" providerId="ADAL" clId="{20F04FD4-9900-4063-95EE-CD816832BC31}" dt="2025-10-11T13:55:06.427" v="20708" actId="1076"/>
          <ac:spMkLst>
            <pc:docMk/>
            <pc:sldMk cId="1211499288" sldId="557"/>
            <ac:spMk id="5" creationId="{A799CFBF-0D75-51CD-8159-14F64C48D5DB}"/>
          </ac:spMkLst>
        </pc:spChg>
        <pc:spChg chg="mod">
          <ac:chgData name="Robert de Groote" userId="2ce5265b-80a0-4fb8-a62a-8035e9b0c45a" providerId="ADAL" clId="{20F04FD4-9900-4063-95EE-CD816832BC31}" dt="2025-10-11T13:54:30.617" v="20697" actId="1076"/>
          <ac:spMkLst>
            <pc:docMk/>
            <pc:sldMk cId="1211499288" sldId="557"/>
            <ac:spMk id="6" creationId="{BC1CED09-261D-209E-3754-C1FF3F6AC960}"/>
          </ac:spMkLst>
        </pc:spChg>
        <pc:spChg chg="mod">
          <ac:chgData name="Robert de Groote" userId="2ce5265b-80a0-4fb8-a62a-8035e9b0c45a" providerId="ADAL" clId="{20F04FD4-9900-4063-95EE-CD816832BC31}" dt="2025-10-11T13:53:55.326" v="20686" actId="1076"/>
          <ac:spMkLst>
            <pc:docMk/>
            <pc:sldMk cId="1211499288" sldId="557"/>
            <ac:spMk id="7" creationId="{051B9F2F-D563-CD6C-7958-B9CE10AC6B85}"/>
          </ac:spMkLst>
        </pc:spChg>
        <pc:spChg chg="mod">
          <ac:chgData name="Robert de Groote" userId="2ce5265b-80a0-4fb8-a62a-8035e9b0c45a" providerId="ADAL" clId="{20F04FD4-9900-4063-95EE-CD816832BC31}" dt="2025-10-11T13:54:33.564" v="20698" actId="1076"/>
          <ac:spMkLst>
            <pc:docMk/>
            <pc:sldMk cId="1211499288" sldId="557"/>
            <ac:spMk id="8" creationId="{50BF8129-E27B-B6D6-3072-FCB938720AD2}"/>
          </ac:spMkLst>
        </pc:spChg>
        <pc:spChg chg="mod">
          <ac:chgData name="Robert de Groote" userId="2ce5265b-80a0-4fb8-a62a-8035e9b0c45a" providerId="ADAL" clId="{20F04FD4-9900-4063-95EE-CD816832BC31}" dt="2025-10-11T13:54:18.466" v="20692" actId="1076"/>
          <ac:spMkLst>
            <pc:docMk/>
            <pc:sldMk cId="1211499288" sldId="557"/>
            <ac:spMk id="9" creationId="{FC257451-D1CF-29D1-9DF0-FDDA6C3B9EE9}"/>
          </ac:spMkLst>
        </pc:spChg>
        <pc:spChg chg="mod">
          <ac:chgData name="Robert de Groote" userId="2ce5265b-80a0-4fb8-a62a-8035e9b0c45a" providerId="ADAL" clId="{20F04FD4-9900-4063-95EE-CD816832BC31}" dt="2025-10-11T13:54:39.146" v="20700" actId="1076"/>
          <ac:spMkLst>
            <pc:docMk/>
            <pc:sldMk cId="1211499288" sldId="557"/>
            <ac:spMk id="14" creationId="{A535DF23-4128-319C-D0E2-BA6E5E512D64}"/>
          </ac:spMkLst>
        </pc:spChg>
        <pc:spChg chg="mod">
          <ac:chgData name="Robert de Groote" userId="2ce5265b-80a0-4fb8-a62a-8035e9b0c45a" providerId="ADAL" clId="{20F04FD4-9900-4063-95EE-CD816832BC31}" dt="2025-10-11T13:54:10.850" v="20690" actId="1076"/>
          <ac:spMkLst>
            <pc:docMk/>
            <pc:sldMk cId="1211499288" sldId="557"/>
            <ac:spMk id="20" creationId="{68A9B41A-E646-BC67-2EF4-1809D18B72BD}"/>
          </ac:spMkLst>
        </pc:spChg>
        <pc:spChg chg="mod">
          <ac:chgData name="Robert de Groote" userId="2ce5265b-80a0-4fb8-a62a-8035e9b0c45a" providerId="ADAL" clId="{20F04FD4-9900-4063-95EE-CD816832BC31}" dt="2025-10-11T13:55:08.476" v="20709" actId="1076"/>
          <ac:spMkLst>
            <pc:docMk/>
            <pc:sldMk cId="1211499288" sldId="557"/>
            <ac:spMk id="54" creationId="{9CA3E328-ED0C-EC24-5DA4-6C74DD6322EA}"/>
          </ac:spMkLst>
        </pc:spChg>
        <pc:spChg chg="mod">
          <ac:chgData name="Robert de Groote" userId="2ce5265b-80a0-4fb8-a62a-8035e9b0c45a" providerId="ADAL" clId="{20F04FD4-9900-4063-95EE-CD816832BC31}" dt="2025-10-11T13:54:12.846" v="20691" actId="1076"/>
          <ac:spMkLst>
            <pc:docMk/>
            <pc:sldMk cId="1211499288" sldId="557"/>
            <ac:spMk id="55" creationId="{60650CFB-B908-767B-2449-FB4862C4B951}"/>
          </ac:spMkLst>
        </pc:spChg>
        <pc:spChg chg="mod">
          <ac:chgData name="Robert de Groote" userId="2ce5265b-80a0-4fb8-a62a-8035e9b0c45a" providerId="ADAL" clId="{20F04FD4-9900-4063-95EE-CD816832BC31}" dt="2025-10-11T13:54:18.466" v="20692" actId="1076"/>
          <ac:spMkLst>
            <pc:docMk/>
            <pc:sldMk cId="1211499288" sldId="557"/>
            <ac:spMk id="56" creationId="{A957255F-7EC5-76D5-2888-AD7BDF3EA34C}"/>
          </ac:spMkLst>
        </pc:spChg>
        <pc:spChg chg="mod">
          <ac:chgData name="Robert de Groote" userId="2ce5265b-80a0-4fb8-a62a-8035e9b0c45a" providerId="ADAL" clId="{20F04FD4-9900-4063-95EE-CD816832BC31}" dt="2025-10-11T13:54:28.419" v="20696" actId="1076"/>
          <ac:spMkLst>
            <pc:docMk/>
            <pc:sldMk cId="1211499288" sldId="557"/>
            <ac:spMk id="57" creationId="{0B25FBF8-C199-9E02-792D-DF7EB5B4A11B}"/>
          </ac:spMkLst>
        </pc:spChg>
        <pc:spChg chg="mod">
          <ac:chgData name="Robert de Groote" userId="2ce5265b-80a0-4fb8-a62a-8035e9b0c45a" providerId="ADAL" clId="{20F04FD4-9900-4063-95EE-CD816832BC31}" dt="2025-10-11T13:54:36.479" v="20699" actId="1076"/>
          <ac:spMkLst>
            <pc:docMk/>
            <pc:sldMk cId="1211499288" sldId="557"/>
            <ac:spMk id="59" creationId="{CF44E083-AE4A-2452-F48F-92C300693ECD}"/>
          </ac:spMkLst>
        </pc:spChg>
        <pc:spChg chg="mod">
          <ac:chgData name="Robert de Groote" userId="2ce5265b-80a0-4fb8-a62a-8035e9b0c45a" providerId="ADAL" clId="{20F04FD4-9900-4063-95EE-CD816832BC31}" dt="2025-10-11T13:54:45.961" v="20703" actId="1076"/>
          <ac:spMkLst>
            <pc:docMk/>
            <pc:sldMk cId="1211499288" sldId="557"/>
            <ac:spMk id="62" creationId="{FF33BB52-6950-4A5F-B19C-F3E04792C8EA}"/>
          </ac:spMkLst>
        </pc:spChg>
        <pc:spChg chg="mod">
          <ac:chgData name="Robert de Groote" userId="2ce5265b-80a0-4fb8-a62a-8035e9b0c45a" providerId="ADAL" clId="{20F04FD4-9900-4063-95EE-CD816832BC31}" dt="2025-10-11T13:55:49.326" v="21060" actId="17032"/>
          <ac:spMkLst>
            <pc:docMk/>
            <pc:sldMk cId="1211499288" sldId="557"/>
            <ac:spMk id="100" creationId="{787883BF-F826-89A5-B68B-73AFA1EB4782}"/>
          </ac:spMkLst>
        </pc:spChg>
        <pc:spChg chg="add mod">
          <ac:chgData name="Robert de Groote" userId="2ce5265b-80a0-4fb8-a62a-8035e9b0c45a" providerId="ADAL" clId="{20F04FD4-9900-4063-95EE-CD816832BC31}" dt="2025-10-11T13:55:54.057" v="21061" actId="108"/>
          <ac:spMkLst>
            <pc:docMk/>
            <pc:sldMk cId="1211499288" sldId="557"/>
            <ac:spMk id="101" creationId="{D45F4A13-2C68-8B80-778A-BEB5DB57606A}"/>
          </ac:spMkLst>
        </pc:spChg>
        <pc:spChg chg="add mod">
          <ac:chgData name="Robert de Groote" userId="2ce5265b-80a0-4fb8-a62a-8035e9b0c45a" providerId="ADAL" clId="{20F04FD4-9900-4063-95EE-CD816832BC31}" dt="2025-10-11T13:55:54.867" v="21062" actId="108"/>
          <ac:spMkLst>
            <pc:docMk/>
            <pc:sldMk cId="1211499288" sldId="557"/>
            <ac:spMk id="102" creationId="{CE465A33-2482-E2E7-AECC-70DC031AE2FD}"/>
          </ac:spMkLst>
        </pc:spChg>
        <pc:spChg chg="mod">
          <ac:chgData name="Robert de Groote" userId="2ce5265b-80a0-4fb8-a62a-8035e9b0c45a" providerId="ADAL" clId="{20F04FD4-9900-4063-95EE-CD816832BC31}" dt="2025-10-11T13:55:56.882" v="21065" actId="108"/>
          <ac:spMkLst>
            <pc:docMk/>
            <pc:sldMk cId="1211499288" sldId="557"/>
            <ac:spMk id="103" creationId="{19113310-0086-D5EF-23F4-FF79B50E265B}"/>
          </ac:spMkLst>
        </pc:spChg>
        <pc:spChg chg="mod">
          <ac:chgData name="Robert de Groote" userId="2ce5265b-80a0-4fb8-a62a-8035e9b0c45a" providerId="ADAL" clId="{20F04FD4-9900-4063-95EE-CD816832BC31}" dt="2025-10-11T13:55:56.086" v="21064" actId="108"/>
          <ac:spMkLst>
            <pc:docMk/>
            <pc:sldMk cId="1211499288" sldId="557"/>
            <ac:spMk id="104" creationId="{7567106B-74EF-3199-5E6A-F9A45CB26BA0}"/>
          </ac:spMkLst>
        </pc:spChg>
        <pc:spChg chg="add mod">
          <ac:chgData name="Robert de Groote" userId="2ce5265b-80a0-4fb8-a62a-8035e9b0c45a" providerId="ADAL" clId="{20F04FD4-9900-4063-95EE-CD816832BC31}" dt="2025-10-11T13:55:57.497" v="21066" actId="108"/>
          <ac:spMkLst>
            <pc:docMk/>
            <pc:sldMk cId="1211499288" sldId="557"/>
            <ac:spMk id="105" creationId="{B8BE015E-768F-DFE9-BB67-6F8C8EF30FF6}"/>
          </ac:spMkLst>
        </pc:spChg>
        <pc:spChg chg="add mod">
          <ac:chgData name="Robert de Groote" userId="2ce5265b-80a0-4fb8-a62a-8035e9b0c45a" providerId="ADAL" clId="{20F04FD4-9900-4063-95EE-CD816832BC31}" dt="2025-10-11T13:55:55.501" v="21063" actId="108"/>
          <ac:spMkLst>
            <pc:docMk/>
            <pc:sldMk cId="1211499288" sldId="557"/>
            <ac:spMk id="106" creationId="{80DAFB53-0FB4-DB51-BCAE-560AF18A6711}"/>
          </ac:spMkLst>
        </pc:spChg>
        <pc:spChg chg="mod">
          <ac:chgData name="Robert de Groote" userId="2ce5265b-80a0-4fb8-a62a-8035e9b0c45a" providerId="ADAL" clId="{20F04FD4-9900-4063-95EE-CD816832BC31}" dt="2025-10-11T14:01:15.195" v="21121" actId="108"/>
          <ac:spMkLst>
            <pc:docMk/>
            <pc:sldMk cId="1211499288" sldId="557"/>
            <ac:spMk id="117" creationId="{B18ADE72-69E6-F1CA-5FAD-4C794B18613E}"/>
          </ac:spMkLst>
        </pc:spChg>
        <pc:spChg chg="add mod">
          <ac:chgData name="Robert de Groote" userId="2ce5265b-80a0-4fb8-a62a-8035e9b0c45a" providerId="ADAL" clId="{20F04FD4-9900-4063-95EE-CD816832BC31}" dt="2025-10-11T13:55:39.664" v="21051"/>
          <ac:spMkLst>
            <pc:docMk/>
            <pc:sldMk cId="1211499288" sldId="557"/>
            <ac:spMk id="118" creationId="{2FED5584-5159-406D-A857-774B3EF89982}"/>
          </ac:spMkLst>
        </pc:spChg>
        <pc:spChg chg="add mod">
          <ac:chgData name="Robert de Groote" userId="2ce5265b-80a0-4fb8-a62a-8035e9b0c45a" providerId="ADAL" clId="{20F04FD4-9900-4063-95EE-CD816832BC31}" dt="2025-10-11T13:58:53.156" v="21101" actId="20577"/>
          <ac:spMkLst>
            <pc:docMk/>
            <pc:sldMk cId="1211499288" sldId="557"/>
            <ac:spMk id="119" creationId="{5BC813BE-323A-D7D2-1F16-C650B61F921E}"/>
          </ac:spMkLst>
        </pc:spChg>
        <pc:spChg chg="add mod">
          <ac:chgData name="Robert de Groote" userId="2ce5265b-80a0-4fb8-a62a-8035e9b0c45a" providerId="ADAL" clId="{20F04FD4-9900-4063-95EE-CD816832BC31}" dt="2025-10-11T13:55:39.667" v="21053"/>
          <ac:spMkLst>
            <pc:docMk/>
            <pc:sldMk cId="1211499288" sldId="557"/>
            <ac:spMk id="120" creationId="{5AE5DE13-7197-E47E-78DF-CD7D1DD13DC6}"/>
          </ac:spMkLst>
        </pc:spChg>
        <pc:spChg chg="mod">
          <ac:chgData name="Robert de Groote" userId="2ce5265b-80a0-4fb8-a62a-8035e9b0c45a" providerId="ADAL" clId="{20F04FD4-9900-4063-95EE-CD816832BC31}" dt="2025-10-11T13:55:39.667" v="21054"/>
          <ac:spMkLst>
            <pc:docMk/>
            <pc:sldMk cId="1211499288" sldId="557"/>
            <ac:spMk id="121" creationId="{800DF050-B267-0E4A-D8FE-B10CB1CCFC1A}"/>
          </ac:spMkLst>
        </pc:spChg>
        <pc:spChg chg="add mod">
          <ac:chgData name="Robert de Groote" userId="2ce5265b-80a0-4fb8-a62a-8035e9b0c45a" providerId="ADAL" clId="{20F04FD4-9900-4063-95EE-CD816832BC31}" dt="2025-10-11T14:01:39.746" v="21126" actId="108"/>
          <ac:spMkLst>
            <pc:docMk/>
            <pc:sldMk cId="1211499288" sldId="557"/>
            <ac:spMk id="122" creationId="{F8071C22-814E-C34B-DC97-D65FC3AF9FD8}"/>
          </ac:spMkLst>
        </pc:spChg>
        <pc:spChg chg="mod">
          <ac:chgData name="Robert de Groote" userId="2ce5265b-80a0-4fb8-a62a-8035e9b0c45a" providerId="ADAL" clId="{20F04FD4-9900-4063-95EE-CD816832BC31}" dt="2025-10-11T13:55:39.667" v="21056"/>
          <ac:spMkLst>
            <pc:docMk/>
            <pc:sldMk cId="1211499288" sldId="557"/>
            <ac:spMk id="123" creationId="{3C4E723A-5B24-3E64-046E-CE78FD490D2F}"/>
          </ac:spMkLst>
        </pc:spChg>
        <pc:spChg chg="add mod">
          <ac:chgData name="Robert de Groote" userId="2ce5265b-80a0-4fb8-a62a-8035e9b0c45a" providerId="ADAL" clId="{20F04FD4-9900-4063-95EE-CD816832BC31}" dt="2025-10-11T14:01:38.227" v="21125" actId="108"/>
          <ac:spMkLst>
            <pc:docMk/>
            <pc:sldMk cId="1211499288" sldId="557"/>
            <ac:spMk id="124" creationId="{191E9761-F488-A6C3-5F14-10EDD1E1F4A4}"/>
          </ac:spMkLst>
        </pc:spChg>
        <pc:spChg chg="add mod">
          <ac:chgData name="Robert de Groote" userId="2ce5265b-80a0-4fb8-a62a-8035e9b0c45a" providerId="ADAL" clId="{20F04FD4-9900-4063-95EE-CD816832BC31}" dt="2025-10-11T14:01:17.686" v="21122" actId="108"/>
          <ac:spMkLst>
            <pc:docMk/>
            <pc:sldMk cId="1211499288" sldId="557"/>
            <ac:spMk id="125" creationId="{C5F7463E-D22A-9F57-05DC-256B7B28FDFC}"/>
          </ac:spMkLst>
        </pc:spChg>
        <pc:spChg chg="mod">
          <ac:chgData name="Robert de Groote" userId="2ce5265b-80a0-4fb8-a62a-8035e9b0c45a" providerId="ADAL" clId="{20F04FD4-9900-4063-95EE-CD816832BC31}" dt="2025-10-11T14:01:37.626" v="21124" actId="108"/>
          <ac:spMkLst>
            <pc:docMk/>
            <pc:sldMk cId="1211499288" sldId="557"/>
            <ac:spMk id="126" creationId="{37FD70FE-EF7F-A39D-7933-D26B7CE5F52B}"/>
          </ac:spMkLst>
        </pc:spChg>
        <pc:cxnChg chg="mod">
          <ac:chgData name="Robert de Groote" userId="2ce5265b-80a0-4fb8-a62a-8035e9b0c45a" providerId="ADAL" clId="{20F04FD4-9900-4063-95EE-CD816832BC31}" dt="2025-10-11T13:55:06.427" v="20708" actId="1076"/>
          <ac:cxnSpMkLst>
            <pc:docMk/>
            <pc:sldMk cId="1211499288" sldId="557"/>
            <ac:cxnSpMk id="10" creationId="{91213FA0-23F1-2A06-7CC1-755E92DDBA6C}"/>
          </ac:cxnSpMkLst>
        </pc:cxnChg>
        <pc:cxnChg chg="mod">
          <ac:chgData name="Robert de Groote" userId="2ce5265b-80a0-4fb8-a62a-8035e9b0c45a" providerId="ADAL" clId="{20F04FD4-9900-4063-95EE-CD816832BC31}" dt="2025-10-11T13:54:33.564" v="20698" actId="1076"/>
          <ac:cxnSpMkLst>
            <pc:docMk/>
            <pc:sldMk cId="1211499288" sldId="557"/>
            <ac:cxnSpMk id="12" creationId="{22F6176F-EA2D-DEB2-B1B6-8D9298E6A25A}"/>
          </ac:cxnSpMkLst>
        </pc:cxnChg>
        <pc:cxnChg chg="mod">
          <ac:chgData name="Robert de Groote" userId="2ce5265b-80a0-4fb8-a62a-8035e9b0c45a" providerId="ADAL" clId="{20F04FD4-9900-4063-95EE-CD816832BC31}" dt="2025-10-11T13:54:30.617" v="20697" actId="1076"/>
          <ac:cxnSpMkLst>
            <pc:docMk/>
            <pc:sldMk cId="1211499288" sldId="557"/>
            <ac:cxnSpMk id="15" creationId="{00415D63-0161-AD26-0D29-2912973E59FB}"/>
          </ac:cxnSpMkLst>
        </pc:cxnChg>
        <pc:cxnChg chg="mod">
          <ac:chgData name="Robert de Groote" userId="2ce5265b-80a0-4fb8-a62a-8035e9b0c45a" providerId="ADAL" clId="{20F04FD4-9900-4063-95EE-CD816832BC31}" dt="2025-10-11T13:54:43.599" v="20702" actId="14100"/>
          <ac:cxnSpMkLst>
            <pc:docMk/>
            <pc:sldMk cId="1211499288" sldId="557"/>
            <ac:cxnSpMk id="16" creationId="{75E2E929-7657-28F1-95F9-605569BE7F16}"/>
          </ac:cxnSpMkLst>
        </pc:cxnChg>
        <pc:cxnChg chg="mod">
          <ac:chgData name="Robert de Groote" userId="2ce5265b-80a0-4fb8-a62a-8035e9b0c45a" providerId="ADAL" clId="{20F04FD4-9900-4063-95EE-CD816832BC31}" dt="2025-10-11T13:54:10.850" v="20690" actId="1076"/>
          <ac:cxnSpMkLst>
            <pc:docMk/>
            <pc:sldMk cId="1211499288" sldId="557"/>
            <ac:cxnSpMk id="19" creationId="{4A614651-F7DB-DF70-0642-FEFE250116C2}"/>
          </ac:cxnSpMkLst>
        </pc:cxnChg>
        <pc:cxnChg chg="mod">
          <ac:chgData name="Robert de Groote" userId="2ce5265b-80a0-4fb8-a62a-8035e9b0c45a" providerId="ADAL" clId="{20F04FD4-9900-4063-95EE-CD816832BC31}" dt="2025-10-11T13:54:10.850" v="20690" actId="1076"/>
          <ac:cxnSpMkLst>
            <pc:docMk/>
            <pc:sldMk cId="1211499288" sldId="557"/>
            <ac:cxnSpMk id="21" creationId="{BE034295-3A06-D8BA-3CCF-E62DB16AABFB}"/>
          </ac:cxnSpMkLst>
        </pc:cxnChg>
        <pc:cxnChg chg="mod">
          <ac:chgData name="Robert de Groote" userId="2ce5265b-80a0-4fb8-a62a-8035e9b0c45a" providerId="ADAL" clId="{20F04FD4-9900-4063-95EE-CD816832BC31}" dt="2025-10-11T13:57:23.526" v="21086" actId="108"/>
          <ac:cxnSpMkLst>
            <pc:docMk/>
            <pc:sldMk cId="1211499288" sldId="557"/>
            <ac:cxnSpMk id="107" creationId="{6CBF45DB-305B-1C08-4C40-D69F7E632260}"/>
          </ac:cxnSpMkLst>
        </pc:cxnChg>
        <pc:cxnChg chg="mod">
          <ac:chgData name="Robert de Groote" userId="2ce5265b-80a0-4fb8-a62a-8035e9b0c45a" providerId="ADAL" clId="{20F04FD4-9900-4063-95EE-CD816832BC31}" dt="2025-10-11T13:57:18.983" v="21085"/>
          <ac:cxnSpMkLst>
            <pc:docMk/>
            <pc:sldMk cId="1211499288" sldId="557"/>
            <ac:cxnSpMk id="108" creationId="{4E8191F9-0B66-69AE-73DB-D369BED9060D}"/>
          </ac:cxnSpMkLst>
        </pc:cxnChg>
        <pc:cxnChg chg="mod">
          <ac:chgData name="Robert de Groote" userId="2ce5265b-80a0-4fb8-a62a-8035e9b0c45a" providerId="ADAL" clId="{20F04FD4-9900-4063-95EE-CD816832BC31}" dt="2025-10-11T13:57:31.726" v="21092" actId="108"/>
          <ac:cxnSpMkLst>
            <pc:docMk/>
            <pc:sldMk cId="1211499288" sldId="557"/>
            <ac:cxnSpMk id="109" creationId="{63A1185C-1A02-9C2D-6D1E-6CA69CDED9D4}"/>
          </ac:cxnSpMkLst>
        </pc:cxnChg>
        <pc:cxnChg chg="mod">
          <ac:chgData name="Robert de Groote" userId="2ce5265b-80a0-4fb8-a62a-8035e9b0c45a" providerId="ADAL" clId="{20F04FD4-9900-4063-95EE-CD816832BC31}" dt="2025-10-11T14:01:47.702" v="21127" actId="108"/>
          <ac:cxnSpMkLst>
            <pc:docMk/>
            <pc:sldMk cId="1211499288" sldId="557"/>
            <ac:cxnSpMk id="110" creationId="{B8A0368B-5F71-4A29-C54C-63FAF519F6C2}"/>
          </ac:cxnSpMkLst>
        </pc:cxnChg>
        <pc:cxnChg chg="mod">
          <ac:chgData name="Robert de Groote" userId="2ce5265b-80a0-4fb8-a62a-8035e9b0c45a" providerId="ADAL" clId="{20F04FD4-9900-4063-95EE-CD816832BC31}" dt="2025-10-11T13:57:30.526" v="21091" actId="108"/>
          <ac:cxnSpMkLst>
            <pc:docMk/>
            <pc:sldMk cId="1211499288" sldId="557"/>
            <ac:cxnSpMk id="111" creationId="{2F09435E-58B6-3742-1485-1848FC015CB3}"/>
          </ac:cxnSpMkLst>
        </pc:cxnChg>
        <pc:cxnChg chg="mod">
          <ac:chgData name="Robert de Groote" userId="2ce5265b-80a0-4fb8-a62a-8035e9b0c45a" providerId="ADAL" clId="{20F04FD4-9900-4063-95EE-CD816832BC31}" dt="2025-10-11T14:01:51.012" v="21130" actId="108"/>
          <ac:cxnSpMkLst>
            <pc:docMk/>
            <pc:sldMk cId="1211499288" sldId="557"/>
            <ac:cxnSpMk id="112" creationId="{74F0A0F9-DC7B-08AC-6EDD-A5AC1EB00BD2}"/>
          </ac:cxnSpMkLst>
        </pc:cxnChg>
        <pc:cxnChg chg="mod">
          <ac:chgData name="Robert de Groote" userId="2ce5265b-80a0-4fb8-a62a-8035e9b0c45a" providerId="ADAL" clId="{20F04FD4-9900-4063-95EE-CD816832BC31}" dt="2025-10-11T13:57:28.558" v="21090" actId="108"/>
          <ac:cxnSpMkLst>
            <pc:docMk/>
            <pc:sldMk cId="1211499288" sldId="557"/>
            <ac:cxnSpMk id="113" creationId="{94BB9A19-D867-C833-2285-59E30446B038}"/>
          </ac:cxnSpMkLst>
        </pc:cxnChg>
        <pc:cxnChg chg="mod">
          <ac:chgData name="Robert de Groote" userId="2ce5265b-80a0-4fb8-a62a-8035e9b0c45a" providerId="ADAL" clId="{20F04FD4-9900-4063-95EE-CD816832BC31}" dt="2025-10-11T14:01:50.095" v="21129" actId="108"/>
          <ac:cxnSpMkLst>
            <pc:docMk/>
            <pc:sldMk cId="1211499288" sldId="557"/>
            <ac:cxnSpMk id="114" creationId="{A0FF34AE-CC5D-6C8D-FC46-368C6779E1FE}"/>
          </ac:cxnSpMkLst>
        </pc:cxnChg>
        <pc:cxnChg chg="mod">
          <ac:chgData name="Robert de Groote" userId="2ce5265b-80a0-4fb8-a62a-8035e9b0c45a" providerId="ADAL" clId="{20F04FD4-9900-4063-95EE-CD816832BC31}" dt="2025-10-11T13:57:24.496" v="21087" actId="108"/>
          <ac:cxnSpMkLst>
            <pc:docMk/>
            <pc:sldMk cId="1211499288" sldId="557"/>
            <ac:cxnSpMk id="115" creationId="{544617F5-CC06-86FF-7A4D-2221C598A67F}"/>
          </ac:cxnSpMkLst>
        </pc:cxnChg>
        <pc:cxnChg chg="mod">
          <ac:chgData name="Robert de Groote" userId="2ce5265b-80a0-4fb8-a62a-8035e9b0c45a" providerId="ADAL" clId="{20F04FD4-9900-4063-95EE-CD816832BC31}" dt="2025-10-11T14:01:49.103" v="21128" actId="108"/>
          <ac:cxnSpMkLst>
            <pc:docMk/>
            <pc:sldMk cId="1211499288" sldId="557"/>
            <ac:cxnSpMk id="116" creationId="{0EDBF0BD-6DA6-471F-948C-368AA2DE4139}"/>
          </ac:cxnSpMkLst>
        </pc:cxnChg>
      </pc:sldChg>
      <pc:sldChg chg="addSp delSp modSp add mod modTransition modAnim">
        <pc:chgData name="Robert de Groote" userId="2ce5265b-80a0-4fb8-a62a-8035e9b0c45a" providerId="ADAL" clId="{20F04FD4-9900-4063-95EE-CD816832BC31}" dt="2025-10-13T09:17:12.581" v="24786"/>
        <pc:sldMkLst>
          <pc:docMk/>
          <pc:sldMk cId="2482543137" sldId="558"/>
        </pc:sldMkLst>
        <pc:spChg chg="mod">
          <ac:chgData name="Robert de Groote" userId="2ce5265b-80a0-4fb8-a62a-8035e9b0c45a" providerId="ADAL" clId="{20F04FD4-9900-4063-95EE-CD816832BC31}" dt="2025-10-13T09:17:12.581" v="24786"/>
          <ac:spMkLst>
            <pc:docMk/>
            <pc:sldMk cId="2482543137" sldId="558"/>
            <ac:spMk id="3" creationId="{578E5CDC-D640-8545-6013-1421D508FCCE}"/>
          </ac:spMkLst>
        </pc:spChg>
        <pc:grpChg chg="add mod">
          <ac:chgData name="Robert de Groote" userId="2ce5265b-80a0-4fb8-a62a-8035e9b0c45a" providerId="ADAL" clId="{20F04FD4-9900-4063-95EE-CD816832BC31}" dt="2025-10-11T13:55:18.627" v="20813"/>
          <ac:grpSpMkLst>
            <pc:docMk/>
            <pc:sldMk cId="2482543137" sldId="558"/>
            <ac:grpSpMk id="25" creationId="{2DA3E805-D371-FE92-E13E-BC572F19699F}"/>
          </ac:grpSpMkLst>
        </pc:grpChg>
        <pc:grpChg chg="add mod">
          <ac:chgData name="Robert de Groote" userId="2ce5265b-80a0-4fb8-a62a-8035e9b0c45a" providerId="ADAL" clId="{20F04FD4-9900-4063-95EE-CD816832BC31}" dt="2025-10-11T13:55:18.657" v="20842"/>
          <ac:grpSpMkLst>
            <pc:docMk/>
            <pc:sldMk cId="2482543137" sldId="558"/>
            <ac:grpSpMk id="28" creationId="{EEEEFBAC-843B-35DF-4F68-B4464642D9BC}"/>
          </ac:grpSpMkLst>
        </pc:grpChg>
        <pc:grpChg chg="add mod">
          <ac:chgData name="Robert de Groote" userId="2ce5265b-80a0-4fb8-a62a-8035e9b0c45a" providerId="ADAL" clId="{20F04FD4-9900-4063-95EE-CD816832BC31}" dt="2025-10-11T13:55:18.688" v="20871"/>
          <ac:grpSpMkLst>
            <pc:docMk/>
            <pc:sldMk cId="2482543137" sldId="558"/>
            <ac:grpSpMk id="31" creationId="{C0EADACE-AB4A-77E8-9B21-9699201F5664}"/>
          </ac:grpSpMkLst>
        </pc:grpChg>
        <pc:grpChg chg="add mod">
          <ac:chgData name="Robert de Groote" userId="2ce5265b-80a0-4fb8-a62a-8035e9b0c45a" providerId="ADAL" clId="{20F04FD4-9900-4063-95EE-CD816832BC31}" dt="2025-10-11T13:55:18.720" v="20900"/>
          <ac:grpSpMkLst>
            <pc:docMk/>
            <pc:sldMk cId="2482543137" sldId="558"/>
            <ac:grpSpMk id="34" creationId="{BC990248-37A2-96C2-3B90-10D93DF142CA}"/>
          </ac:grpSpMkLst>
        </pc:grpChg>
        <pc:grpChg chg="add mod">
          <ac:chgData name="Robert de Groote" userId="2ce5265b-80a0-4fb8-a62a-8035e9b0c45a" providerId="ADAL" clId="{20F04FD4-9900-4063-95EE-CD816832BC31}" dt="2025-10-11T13:55:18.752" v="20929"/>
          <ac:grpSpMkLst>
            <pc:docMk/>
            <pc:sldMk cId="2482543137" sldId="558"/>
            <ac:grpSpMk id="37" creationId="{E1D024EB-B4A4-B04D-4E1E-3D6F8DD1A484}"/>
          </ac:grpSpMkLst>
        </pc:grpChg>
        <pc:grpChg chg="add mod">
          <ac:chgData name="Robert de Groote" userId="2ce5265b-80a0-4fb8-a62a-8035e9b0c45a" providerId="ADAL" clId="{20F04FD4-9900-4063-95EE-CD816832BC31}" dt="2025-10-11T13:55:18.786" v="20958"/>
          <ac:grpSpMkLst>
            <pc:docMk/>
            <pc:sldMk cId="2482543137" sldId="558"/>
            <ac:grpSpMk id="40" creationId="{6531C3DF-BFC6-6C5D-A279-6BC3B7E66242}"/>
          </ac:grpSpMkLst>
        </pc:grpChg>
        <pc:picChg chg="add mod ord">
          <ac:chgData name="Robert de Groote" userId="2ce5265b-80a0-4fb8-a62a-8035e9b0c45a" providerId="ADAL" clId="{20F04FD4-9900-4063-95EE-CD816832BC31}" dt="2025-10-11T13:55:18.799" v="20997"/>
          <ac:picMkLst>
            <pc:docMk/>
            <pc:sldMk cId="2482543137" sldId="558"/>
            <ac:picMk id="22" creationId="{F60FD0A8-5DE1-4510-8F3B-057508507CB8}"/>
          </ac:picMkLst>
        </pc:picChg>
        <pc:cxnChg chg="mod">
          <ac:chgData name="Robert de Groote" userId="2ce5265b-80a0-4fb8-a62a-8035e9b0c45a" providerId="ADAL" clId="{20F04FD4-9900-4063-95EE-CD816832BC31}" dt="2025-10-11T13:55:18.594" v="20805"/>
          <ac:cxnSpMkLst>
            <pc:docMk/>
            <pc:sldMk cId="2482543137" sldId="558"/>
            <ac:cxnSpMk id="10" creationId="{0A51D74A-6605-B8FE-9FE4-0A2D8A27F960}"/>
          </ac:cxnSpMkLst>
        </pc:cxnChg>
        <pc:cxnChg chg="mod">
          <ac:chgData name="Robert de Groote" userId="2ce5265b-80a0-4fb8-a62a-8035e9b0c45a" providerId="ADAL" clId="{20F04FD4-9900-4063-95EE-CD816832BC31}" dt="2025-10-11T13:55:18.636" v="20834"/>
          <ac:cxnSpMkLst>
            <pc:docMk/>
            <pc:sldMk cId="2482543137" sldId="558"/>
            <ac:cxnSpMk id="12" creationId="{A5CB3C83-BB13-932D-4064-149EEA6E1183}"/>
          </ac:cxnSpMkLst>
        </pc:cxnChg>
        <pc:cxnChg chg="mod">
          <ac:chgData name="Robert de Groote" userId="2ce5265b-80a0-4fb8-a62a-8035e9b0c45a" providerId="ADAL" clId="{20F04FD4-9900-4063-95EE-CD816832BC31}" dt="2025-10-11T13:55:18.667" v="20863"/>
          <ac:cxnSpMkLst>
            <pc:docMk/>
            <pc:sldMk cId="2482543137" sldId="558"/>
            <ac:cxnSpMk id="15" creationId="{507AA3EE-2FE3-2ABD-24C6-7E5E81164EBA}"/>
          </ac:cxnSpMkLst>
        </pc:cxnChg>
        <pc:cxnChg chg="mod">
          <ac:chgData name="Robert de Groote" userId="2ce5265b-80a0-4fb8-a62a-8035e9b0c45a" providerId="ADAL" clId="{20F04FD4-9900-4063-95EE-CD816832BC31}" dt="2025-10-11T13:55:18.696" v="20892"/>
          <ac:cxnSpMkLst>
            <pc:docMk/>
            <pc:sldMk cId="2482543137" sldId="558"/>
            <ac:cxnSpMk id="16" creationId="{5FCBBAE3-F11B-B567-2CD1-30522B227C67}"/>
          </ac:cxnSpMkLst>
        </pc:cxnChg>
        <pc:cxnChg chg="mod">
          <ac:chgData name="Robert de Groote" userId="2ce5265b-80a0-4fb8-a62a-8035e9b0c45a" providerId="ADAL" clId="{20F04FD4-9900-4063-95EE-CD816832BC31}" dt="2025-10-11T13:55:18.726" v="20921"/>
          <ac:cxnSpMkLst>
            <pc:docMk/>
            <pc:sldMk cId="2482543137" sldId="558"/>
            <ac:cxnSpMk id="19" creationId="{F638AFB9-C0B4-1ADC-4915-0F8191E00D01}"/>
          </ac:cxnSpMkLst>
        </pc:cxnChg>
        <pc:cxnChg chg="mod">
          <ac:chgData name="Robert de Groote" userId="2ce5265b-80a0-4fb8-a62a-8035e9b0c45a" providerId="ADAL" clId="{20F04FD4-9900-4063-95EE-CD816832BC31}" dt="2025-10-11T13:55:18.761" v="20950"/>
          <ac:cxnSpMkLst>
            <pc:docMk/>
            <pc:sldMk cId="2482543137" sldId="558"/>
            <ac:cxnSpMk id="21" creationId="{AD4AC91D-AFC8-127F-A693-74A1A0984CB8}"/>
          </ac:cxnSpMkLst>
        </pc:cxnChg>
        <pc:cxnChg chg="add mod">
          <ac:chgData name="Robert de Groote" userId="2ce5265b-80a0-4fb8-a62a-8035e9b0c45a" providerId="ADAL" clId="{20F04FD4-9900-4063-95EE-CD816832BC31}" dt="2025-10-11T13:55:18.594" v="20805"/>
          <ac:cxnSpMkLst>
            <pc:docMk/>
            <pc:sldMk cId="2482543137" sldId="558"/>
            <ac:cxnSpMk id="23" creationId="{3B7D587D-06D0-111A-F32D-F1E54335643D}"/>
          </ac:cxnSpMkLst>
        </pc:cxnChg>
        <pc:cxnChg chg="add mod">
          <ac:chgData name="Robert de Groote" userId="2ce5265b-80a0-4fb8-a62a-8035e9b0c45a" providerId="ADAL" clId="{20F04FD4-9900-4063-95EE-CD816832BC31}" dt="2025-10-11T13:55:18.636" v="20834"/>
          <ac:cxnSpMkLst>
            <pc:docMk/>
            <pc:sldMk cId="2482543137" sldId="558"/>
            <ac:cxnSpMk id="26" creationId="{A793D7CF-A619-9973-E6D2-40C7EDE08BF2}"/>
          </ac:cxnSpMkLst>
        </pc:cxnChg>
        <pc:cxnChg chg="add mod">
          <ac:chgData name="Robert de Groote" userId="2ce5265b-80a0-4fb8-a62a-8035e9b0c45a" providerId="ADAL" clId="{20F04FD4-9900-4063-95EE-CD816832BC31}" dt="2025-10-11T13:55:18.667" v="20863"/>
          <ac:cxnSpMkLst>
            <pc:docMk/>
            <pc:sldMk cId="2482543137" sldId="558"/>
            <ac:cxnSpMk id="29" creationId="{E536949B-88B9-FC2F-03F4-A79DC93C8A8D}"/>
          </ac:cxnSpMkLst>
        </pc:cxnChg>
        <pc:cxnChg chg="add mod">
          <ac:chgData name="Robert de Groote" userId="2ce5265b-80a0-4fb8-a62a-8035e9b0c45a" providerId="ADAL" clId="{20F04FD4-9900-4063-95EE-CD816832BC31}" dt="2025-10-11T13:55:18.696" v="20892"/>
          <ac:cxnSpMkLst>
            <pc:docMk/>
            <pc:sldMk cId="2482543137" sldId="558"/>
            <ac:cxnSpMk id="32" creationId="{486F84F6-84ED-B5F6-A5C0-F3BB6582EE32}"/>
          </ac:cxnSpMkLst>
        </pc:cxnChg>
        <pc:cxnChg chg="add mod">
          <ac:chgData name="Robert de Groote" userId="2ce5265b-80a0-4fb8-a62a-8035e9b0c45a" providerId="ADAL" clId="{20F04FD4-9900-4063-95EE-CD816832BC31}" dt="2025-10-11T13:55:18.726" v="20921"/>
          <ac:cxnSpMkLst>
            <pc:docMk/>
            <pc:sldMk cId="2482543137" sldId="558"/>
            <ac:cxnSpMk id="35" creationId="{352F7C29-CF61-E727-1391-C3BB6B9AFD24}"/>
          </ac:cxnSpMkLst>
        </pc:cxnChg>
        <pc:cxnChg chg="add mod">
          <ac:chgData name="Robert de Groote" userId="2ce5265b-80a0-4fb8-a62a-8035e9b0c45a" providerId="ADAL" clId="{20F04FD4-9900-4063-95EE-CD816832BC31}" dt="2025-10-11T13:55:18.761" v="20950"/>
          <ac:cxnSpMkLst>
            <pc:docMk/>
            <pc:sldMk cId="2482543137" sldId="558"/>
            <ac:cxnSpMk id="38" creationId="{23B3EBC4-2837-90D8-0628-87FB8D6E7F13}"/>
          </ac:cxnSpMkLst>
        </pc:cxnChg>
      </pc:sldChg>
      <pc:sldChg chg="addSp modSp add del mod modTransition">
        <pc:chgData name="Robert de Groote" userId="2ce5265b-80a0-4fb8-a62a-8035e9b0c45a" providerId="ADAL" clId="{20F04FD4-9900-4063-95EE-CD816832BC31}" dt="2025-10-13T12:48:12.106" v="28129" actId="47"/>
        <pc:sldMkLst>
          <pc:docMk/>
          <pc:sldMk cId="1676707803" sldId="559"/>
        </pc:sldMkLst>
      </pc:sldChg>
      <pc:sldChg chg="addSp delSp modSp add mod addAnim delAnim modAnim">
        <pc:chgData name="Robert de Groote" userId="2ce5265b-80a0-4fb8-a62a-8035e9b0c45a" providerId="ADAL" clId="{20F04FD4-9900-4063-95EE-CD816832BC31}" dt="2025-10-13T16:50:31.977" v="31266" actId="14100"/>
        <pc:sldMkLst>
          <pc:docMk/>
          <pc:sldMk cId="3766395714" sldId="560"/>
        </pc:sldMkLst>
        <pc:spChg chg="mod">
          <ac:chgData name="Robert de Groote" userId="2ce5265b-80a0-4fb8-a62a-8035e9b0c45a" providerId="ADAL" clId="{20F04FD4-9900-4063-95EE-CD816832BC31}" dt="2025-10-11T15:06:23.578" v="23273" actId="20577"/>
          <ac:spMkLst>
            <pc:docMk/>
            <pc:sldMk cId="3766395714" sldId="560"/>
            <ac:spMk id="2" creationId="{47140453-0A11-CB3F-0D8F-EB8FC656DC51}"/>
          </ac:spMkLst>
        </pc:spChg>
        <pc:spChg chg="mod">
          <ac:chgData name="Robert de Groote" userId="2ce5265b-80a0-4fb8-a62a-8035e9b0c45a" providerId="ADAL" clId="{20F04FD4-9900-4063-95EE-CD816832BC31}" dt="2025-10-13T16:50:31.977" v="31266" actId="14100"/>
          <ac:spMkLst>
            <pc:docMk/>
            <pc:sldMk cId="3766395714" sldId="560"/>
            <ac:spMk id="3" creationId="{BE204A00-E70D-50B0-DA7B-D3D1348F7A08}"/>
          </ac:spMkLst>
        </pc:spChg>
        <pc:spChg chg="mod ord">
          <ac:chgData name="Robert de Groote" userId="2ce5265b-80a0-4fb8-a62a-8035e9b0c45a" providerId="ADAL" clId="{20F04FD4-9900-4063-95EE-CD816832BC31}" dt="2025-10-11T15:03:06.349" v="23190"/>
          <ac:spMkLst>
            <pc:docMk/>
            <pc:sldMk cId="3766395714" sldId="560"/>
            <ac:spMk id="22" creationId="{51095D8B-FF3D-2EA1-976D-DF52CDA16228}"/>
          </ac:spMkLst>
        </pc:spChg>
        <pc:spChg chg="mod ord">
          <ac:chgData name="Robert de Groote" userId="2ce5265b-80a0-4fb8-a62a-8035e9b0c45a" providerId="ADAL" clId="{20F04FD4-9900-4063-95EE-CD816832BC31}" dt="2025-10-11T15:03:06.349" v="23190"/>
          <ac:spMkLst>
            <pc:docMk/>
            <pc:sldMk cId="3766395714" sldId="560"/>
            <ac:spMk id="23" creationId="{CC09669E-7B12-4CB5-E961-15B7DBCE6776}"/>
          </ac:spMkLst>
        </pc:spChg>
        <pc:spChg chg="mod ord">
          <ac:chgData name="Robert de Groote" userId="2ce5265b-80a0-4fb8-a62a-8035e9b0c45a" providerId="ADAL" clId="{20F04FD4-9900-4063-95EE-CD816832BC31}" dt="2025-10-11T15:03:06.349" v="23190"/>
          <ac:spMkLst>
            <pc:docMk/>
            <pc:sldMk cId="3766395714" sldId="560"/>
            <ac:spMk id="31" creationId="{CE6E2750-734A-17D3-C6C2-067BEA43A373}"/>
          </ac:spMkLst>
        </pc:spChg>
        <pc:spChg chg="mod">
          <ac:chgData name="Robert de Groote" userId="2ce5265b-80a0-4fb8-a62a-8035e9b0c45a" providerId="ADAL" clId="{20F04FD4-9900-4063-95EE-CD816832BC31}" dt="2025-10-11T14:52:19.272" v="21655" actId="962"/>
          <ac:spMkLst>
            <pc:docMk/>
            <pc:sldMk cId="3766395714" sldId="560"/>
            <ac:spMk id="32" creationId="{2F7E382D-12C2-FC9E-4C44-6B58893AF31C}"/>
          </ac:spMkLst>
        </pc:spChg>
        <pc:spChg chg="add mod">
          <ac:chgData name="Robert de Groote" userId="2ce5265b-80a0-4fb8-a62a-8035e9b0c45a" providerId="ADAL" clId="{20F04FD4-9900-4063-95EE-CD816832BC31}" dt="2025-10-11T15:04:44.566" v="23246" actId="2711"/>
          <ac:spMkLst>
            <pc:docMk/>
            <pc:sldMk cId="3766395714" sldId="560"/>
            <ac:spMk id="35" creationId="{8EE2BF5C-A19B-CA5A-B718-2C3042B02586}"/>
          </ac:spMkLst>
        </pc:spChg>
        <pc:spChg chg="add mod">
          <ac:chgData name="Robert de Groote" userId="2ce5265b-80a0-4fb8-a62a-8035e9b0c45a" providerId="ADAL" clId="{20F04FD4-9900-4063-95EE-CD816832BC31}" dt="2025-10-11T15:05:04.548" v="23252" actId="20577"/>
          <ac:spMkLst>
            <pc:docMk/>
            <pc:sldMk cId="3766395714" sldId="560"/>
            <ac:spMk id="36" creationId="{258C82DA-6A3B-7B7C-5CCB-0A47032784DA}"/>
          </ac:spMkLst>
        </pc:spChg>
        <pc:spChg chg="add mod">
          <ac:chgData name="Robert de Groote" userId="2ce5265b-80a0-4fb8-a62a-8035e9b0c45a" providerId="ADAL" clId="{20F04FD4-9900-4063-95EE-CD816832BC31}" dt="2025-10-11T15:10:20.785" v="23430" actId="14100"/>
          <ac:spMkLst>
            <pc:docMk/>
            <pc:sldMk cId="3766395714" sldId="560"/>
            <ac:spMk id="37" creationId="{13F78C3F-4E2D-0402-3919-2FC762577C4D}"/>
          </ac:spMkLst>
        </pc:spChg>
        <pc:cxnChg chg="mod">
          <ac:chgData name="Robert de Groote" userId="2ce5265b-80a0-4fb8-a62a-8035e9b0c45a" providerId="ADAL" clId="{20F04FD4-9900-4063-95EE-CD816832BC31}" dt="2025-10-11T14:53:14.762" v="21666" actId="962"/>
          <ac:cxnSpMkLst>
            <pc:docMk/>
            <pc:sldMk cId="3766395714" sldId="560"/>
            <ac:cxnSpMk id="24" creationId="{8B0A7E19-B1D3-6808-33FA-96A881D06B19}"/>
          </ac:cxnSpMkLst>
        </pc:cxnChg>
        <pc:cxnChg chg="mod">
          <ac:chgData name="Robert de Groote" userId="2ce5265b-80a0-4fb8-a62a-8035e9b0c45a" providerId="ADAL" clId="{20F04FD4-9900-4063-95EE-CD816832BC31}" dt="2025-10-11T15:03:06.269" v="22946" actId="1076"/>
          <ac:cxnSpMkLst>
            <pc:docMk/>
            <pc:sldMk cId="3766395714" sldId="560"/>
            <ac:cxnSpMk id="25" creationId="{0417C88A-462F-B00B-A995-7BE33A5BD9C5}"/>
          </ac:cxnSpMkLst>
        </pc:cxnChg>
        <pc:cxnChg chg="mod">
          <ac:chgData name="Robert de Groote" userId="2ce5265b-80a0-4fb8-a62a-8035e9b0c45a" providerId="ADAL" clId="{20F04FD4-9900-4063-95EE-CD816832BC31}" dt="2025-10-11T15:03:06.279" v="22987" actId="1076"/>
          <ac:cxnSpMkLst>
            <pc:docMk/>
            <pc:sldMk cId="3766395714" sldId="560"/>
            <ac:cxnSpMk id="39" creationId="{C6E659AF-41BD-D804-63BF-6A85597CF516}"/>
          </ac:cxnSpMkLst>
        </pc:cxnChg>
        <pc:cxnChg chg="mod">
          <ac:chgData name="Robert de Groote" userId="2ce5265b-80a0-4fb8-a62a-8035e9b0c45a" providerId="ADAL" clId="{20F04FD4-9900-4063-95EE-CD816832BC31}" dt="2025-10-11T15:03:06.292" v="23028" actId="1076"/>
          <ac:cxnSpMkLst>
            <pc:docMk/>
            <pc:sldMk cId="3766395714" sldId="560"/>
            <ac:cxnSpMk id="42" creationId="{A6A23B3B-FE1A-D1AB-4AE9-DCB27B8BF0E0}"/>
          </ac:cxnSpMkLst>
        </pc:cxnChg>
        <pc:cxnChg chg="mod">
          <ac:chgData name="Robert de Groote" userId="2ce5265b-80a0-4fb8-a62a-8035e9b0c45a" providerId="ADAL" clId="{20F04FD4-9900-4063-95EE-CD816832BC31}" dt="2025-10-11T15:03:06.292" v="23028" actId="1076"/>
          <ac:cxnSpMkLst>
            <pc:docMk/>
            <pc:sldMk cId="3766395714" sldId="560"/>
            <ac:cxnSpMk id="46" creationId="{877668A9-6F96-FB35-EDC2-0F436BECEAD2}"/>
          </ac:cxnSpMkLst>
        </pc:cxnChg>
        <pc:cxnChg chg="mod">
          <ac:chgData name="Robert de Groote" userId="2ce5265b-80a0-4fb8-a62a-8035e9b0c45a" providerId="ADAL" clId="{20F04FD4-9900-4063-95EE-CD816832BC31}" dt="2025-10-11T15:03:06.279" v="22987" actId="1076"/>
          <ac:cxnSpMkLst>
            <pc:docMk/>
            <pc:sldMk cId="3766395714" sldId="560"/>
            <ac:cxnSpMk id="50" creationId="{D601BFC2-43D5-A43C-5EED-D8DB6C518FB8}"/>
          </ac:cxnSpMkLst>
        </pc:cxnChg>
        <pc:cxnChg chg="mod">
          <ac:chgData name="Robert de Groote" userId="2ce5265b-80a0-4fb8-a62a-8035e9b0c45a" providerId="ADAL" clId="{20F04FD4-9900-4063-95EE-CD816832BC31}" dt="2025-10-11T15:03:06.292" v="23028" actId="1076"/>
          <ac:cxnSpMkLst>
            <pc:docMk/>
            <pc:sldMk cId="3766395714" sldId="560"/>
            <ac:cxnSpMk id="53" creationId="{09153060-83A6-A0A8-B704-988BE52EB149}"/>
          </ac:cxnSpMkLst>
        </pc:cxnChg>
        <pc:cxnChg chg="mod">
          <ac:chgData name="Robert de Groote" userId="2ce5265b-80a0-4fb8-a62a-8035e9b0c45a" providerId="ADAL" clId="{20F04FD4-9900-4063-95EE-CD816832BC31}" dt="2025-10-11T15:03:06.279" v="22987" actId="1076"/>
          <ac:cxnSpMkLst>
            <pc:docMk/>
            <pc:sldMk cId="3766395714" sldId="560"/>
            <ac:cxnSpMk id="56" creationId="{8234BD1B-158B-E32B-93D2-C4CF9CC3C19C}"/>
          </ac:cxnSpMkLst>
        </pc:cxnChg>
      </pc:sldChg>
      <pc:sldChg chg="modSp add del mod">
        <pc:chgData name="Robert de Groote" userId="2ce5265b-80a0-4fb8-a62a-8035e9b0c45a" providerId="ADAL" clId="{20F04FD4-9900-4063-95EE-CD816832BC31}" dt="2025-10-11T16:51:39.313" v="24245" actId="47"/>
        <pc:sldMkLst>
          <pc:docMk/>
          <pc:sldMk cId="1678616566" sldId="561"/>
        </pc:sldMkLst>
      </pc:sldChg>
      <pc:sldChg chg="modSp add del mod">
        <pc:chgData name="Robert de Groote" userId="2ce5265b-80a0-4fb8-a62a-8035e9b0c45a" providerId="ADAL" clId="{20F04FD4-9900-4063-95EE-CD816832BC31}" dt="2025-10-13T12:34:09.735" v="27591" actId="47"/>
        <pc:sldMkLst>
          <pc:docMk/>
          <pc:sldMk cId="2236736231" sldId="561"/>
        </pc:sldMkLst>
      </pc:sldChg>
      <pc:sldChg chg="modSp add del mod">
        <pc:chgData name="Robert de Groote" userId="2ce5265b-80a0-4fb8-a62a-8035e9b0c45a" providerId="ADAL" clId="{20F04FD4-9900-4063-95EE-CD816832BC31}" dt="2025-10-13T12:34:21.749" v="27592" actId="47"/>
        <pc:sldMkLst>
          <pc:docMk/>
          <pc:sldMk cId="418208231" sldId="562"/>
        </pc:sldMkLst>
      </pc:sldChg>
      <pc:sldChg chg="add del">
        <pc:chgData name="Robert de Groote" userId="2ce5265b-80a0-4fb8-a62a-8035e9b0c45a" providerId="ADAL" clId="{20F04FD4-9900-4063-95EE-CD816832BC31}" dt="2025-10-13T12:34:07.334" v="27590" actId="47"/>
        <pc:sldMkLst>
          <pc:docMk/>
          <pc:sldMk cId="4105569619" sldId="563"/>
        </pc:sldMkLst>
      </pc:sldChg>
      <pc:sldChg chg="add del">
        <pc:chgData name="Robert de Groote" userId="2ce5265b-80a0-4fb8-a62a-8035e9b0c45a" providerId="ADAL" clId="{20F04FD4-9900-4063-95EE-CD816832BC31}" dt="2025-10-13T12:34:06.086" v="27589" actId="47"/>
        <pc:sldMkLst>
          <pc:docMk/>
          <pc:sldMk cId="2369980340" sldId="564"/>
        </pc:sldMkLst>
      </pc:sldChg>
      <pc:sldChg chg="add del">
        <pc:chgData name="Robert de Groote" userId="2ce5265b-80a0-4fb8-a62a-8035e9b0c45a" providerId="ADAL" clId="{20F04FD4-9900-4063-95EE-CD816832BC31}" dt="2025-10-13T09:57:51.542" v="26017" actId="47"/>
        <pc:sldMkLst>
          <pc:docMk/>
          <pc:sldMk cId="3953110189" sldId="564"/>
        </pc:sldMkLst>
      </pc:sldChg>
      <pc:sldChg chg="addSp delSp modSp add mod delAnim modAnim">
        <pc:chgData name="Robert de Groote" userId="2ce5265b-80a0-4fb8-a62a-8035e9b0c45a" providerId="ADAL" clId="{20F04FD4-9900-4063-95EE-CD816832BC31}" dt="2025-10-13T17:42:20.424" v="32079"/>
        <pc:sldMkLst>
          <pc:docMk/>
          <pc:sldMk cId="2060240471" sldId="565"/>
        </pc:sldMkLst>
        <pc:spChg chg="mod">
          <ac:chgData name="Robert de Groote" userId="2ce5265b-80a0-4fb8-a62a-8035e9b0c45a" providerId="ADAL" clId="{20F04FD4-9900-4063-95EE-CD816832BC31}" dt="2025-10-13T12:43:21.578" v="28002" actId="20577"/>
          <ac:spMkLst>
            <pc:docMk/>
            <pc:sldMk cId="2060240471" sldId="565"/>
            <ac:spMk id="2" creationId="{36B630B1-8B05-2F4B-D854-BFFE2AC38189}"/>
          </ac:spMkLst>
        </pc:spChg>
        <pc:spChg chg="mod">
          <ac:chgData name="Robert de Groote" userId="2ce5265b-80a0-4fb8-a62a-8035e9b0c45a" providerId="ADAL" clId="{20F04FD4-9900-4063-95EE-CD816832BC31}" dt="2025-10-13T12:42:17.223" v="27941" actId="14100"/>
          <ac:spMkLst>
            <pc:docMk/>
            <pc:sldMk cId="2060240471" sldId="565"/>
            <ac:spMk id="3" creationId="{1ED546D6-5107-049A-0BD5-1CCE5D7BB4B9}"/>
          </ac:spMkLst>
        </pc:spChg>
        <pc:spChg chg="add mod">
          <ac:chgData name="Robert de Groote" userId="2ce5265b-80a0-4fb8-a62a-8035e9b0c45a" providerId="ADAL" clId="{20F04FD4-9900-4063-95EE-CD816832BC31}" dt="2025-10-13T11:18:16.038" v="27345" actId="1076"/>
          <ac:spMkLst>
            <pc:docMk/>
            <pc:sldMk cId="2060240471" sldId="565"/>
            <ac:spMk id="5" creationId="{05CFA375-971E-AA34-DAC0-3705D6C22AAC}"/>
          </ac:spMkLst>
        </pc:spChg>
        <pc:spChg chg="add mod">
          <ac:chgData name="Robert de Groote" userId="2ce5265b-80a0-4fb8-a62a-8035e9b0c45a" providerId="ADAL" clId="{20F04FD4-9900-4063-95EE-CD816832BC31}" dt="2025-10-13T12:41:59.100" v="27917" actId="14100"/>
          <ac:spMkLst>
            <pc:docMk/>
            <pc:sldMk cId="2060240471" sldId="565"/>
            <ac:spMk id="9" creationId="{940EF69A-BC8B-3B10-8B3E-0614D5ABD526}"/>
          </ac:spMkLst>
        </pc:spChg>
        <pc:spChg chg="add mod">
          <ac:chgData name="Robert de Groote" userId="2ce5265b-80a0-4fb8-a62a-8035e9b0c45a" providerId="ADAL" clId="{20F04FD4-9900-4063-95EE-CD816832BC31}" dt="2025-10-13T17:40:50.767" v="32057"/>
          <ac:spMkLst>
            <pc:docMk/>
            <pc:sldMk cId="2060240471" sldId="565"/>
            <ac:spMk id="11" creationId="{F1677FF5-5BCB-C3E8-42A4-BBE613C13D1F}"/>
          </ac:spMkLst>
        </pc:spChg>
        <pc:spChg chg="add mod">
          <ac:chgData name="Robert de Groote" userId="2ce5265b-80a0-4fb8-a62a-8035e9b0c45a" providerId="ADAL" clId="{20F04FD4-9900-4063-95EE-CD816832BC31}" dt="2025-10-13T17:41:00.159" v="32062"/>
          <ac:spMkLst>
            <pc:docMk/>
            <pc:sldMk cId="2060240471" sldId="565"/>
            <ac:spMk id="12" creationId="{51AA7CF3-4F17-B996-5795-2A9536BA8BAC}"/>
          </ac:spMkLst>
        </pc:spChg>
        <pc:spChg chg="add mod">
          <ac:chgData name="Robert de Groote" userId="2ce5265b-80a0-4fb8-a62a-8035e9b0c45a" providerId="ADAL" clId="{20F04FD4-9900-4063-95EE-CD816832BC31}" dt="2025-10-13T17:41:00.159" v="32063"/>
          <ac:spMkLst>
            <pc:docMk/>
            <pc:sldMk cId="2060240471" sldId="565"/>
            <ac:spMk id="13" creationId="{609B6A29-0910-5D83-6C9E-522BF9AB6DC0}"/>
          </ac:spMkLst>
        </pc:spChg>
        <pc:spChg chg="add mod">
          <ac:chgData name="Robert de Groote" userId="2ce5265b-80a0-4fb8-a62a-8035e9b0c45a" providerId="ADAL" clId="{20F04FD4-9900-4063-95EE-CD816832BC31}" dt="2025-10-13T17:41:00.159" v="32064"/>
          <ac:spMkLst>
            <pc:docMk/>
            <pc:sldMk cId="2060240471" sldId="565"/>
            <ac:spMk id="14" creationId="{76BD12BF-1E7B-120F-8DDD-42C7D05407E1}"/>
          </ac:spMkLst>
        </pc:spChg>
        <pc:spChg chg="mod">
          <ac:chgData name="Robert de Groote" userId="2ce5265b-80a0-4fb8-a62a-8035e9b0c45a" providerId="ADAL" clId="{20F04FD4-9900-4063-95EE-CD816832BC31}" dt="2025-10-13T11:19:29.759" v="27349" actId="20577"/>
          <ac:spMkLst>
            <pc:docMk/>
            <pc:sldMk cId="2060240471" sldId="565"/>
            <ac:spMk id="48" creationId="{9792F1DB-FD16-384A-B717-226AF61EF9B5}"/>
          </ac:spMkLst>
        </pc:spChg>
        <pc:spChg chg="mod">
          <ac:chgData name="Robert de Groote" userId="2ce5265b-80a0-4fb8-a62a-8035e9b0c45a" providerId="ADAL" clId="{20F04FD4-9900-4063-95EE-CD816832BC31}" dt="2025-10-13T11:19:26.240" v="27347" actId="20577"/>
          <ac:spMkLst>
            <pc:docMk/>
            <pc:sldMk cId="2060240471" sldId="565"/>
            <ac:spMk id="49" creationId="{DDB64720-71DA-2818-0964-F09460CEB7B0}"/>
          </ac:spMkLst>
        </pc:spChg>
        <pc:spChg chg="mod">
          <ac:chgData name="Robert de Groote" userId="2ce5265b-80a0-4fb8-a62a-8035e9b0c45a" providerId="ADAL" clId="{20F04FD4-9900-4063-95EE-CD816832BC31}" dt="2025-10-13T11:13:18.243" v="27333" actId="20577"/>
          <ac:spMkLst>
            <pc:docMk/>
            <pc:sldMk cId="2060240471" sldId="565"/>
            <ac:spMk id="62" creationId="{EAC3067D-3D14-5B6B-5F6E-C8D7B13BFF69}"/>
          </ac:spMkLst>
        </pc:spChg>
        <pc:spChg chg="mod">
          <ac:chgData name="Robert de Groote" userId="2ce5265b-80a0-4fb8-a62a-8035e9b0c45a" providerId="ADAL" clId="{20F04FD4-9900-4063-95EE-CD816832BC31}" dt="2025-10-13T11:13:23.399" v="27335" actId="20577"/>
          <ac:spMkLst>
            <pc:docMk/>
            <pc:sldMk cId="2060240471" sldId="565"/>
            <ac:spMk id="63" creationId="{28EAF2FC-0633-5887-99B5-F69D9B3AB49E}"/>
          </ac:spMkLst>
        </pc:spChg>
        <pc:spChg chg="mod">
          <ac:chgData name="Robert de Groote" userId="2ce5265b-80a0-4fb8-a62a-8035e9b0c45a" providerId="ADAL" clId="{20F04FD4-9900-4063-95EE-CD816832BC31}" dt="2025-10-13T11:13:26.647" v="27337" actId="20577"/>
          <ac:spMkLst>
            <pc:docMk/>
            <pc:sldMk cId="2060240471" sldId="565"/>
            <ac:spMk id="66" creationId="{FB0B22D9-91A3-2601-45CF-7430DD508415}"/>
          </ac:spMkLst>
        </pc:spChg>
        <pc:spChg chg="mod">
          <ac:chgData name="Robert de Groote" userId="2ce5265b-80a0-4fb8-a62a-8035e9b0c45a" providerId="ADAL" clId="{20F04FD4-9900-4063-95EE-CD816832BC31}" dt="2025-10-13T11:12:13.945" v="27323" actId="1076"/>
          <ac:spMkLst>
            <pc:docMk/>
            <pc:sldMk cId="2060240471" sldId="565"/>
            <ac:spMk id="67" creationId="{387D6FC5-4EF0-7AF5-E2FB-142A4A6FF99D}"/>
          </ac:spMkLst>
        </pc:spChg>
        <pc:spChg chg="del">
          <ac:chgData name="Robert de Groote" userId="2ce5265b-80a0-4fb8-a62a-8035e9b0c45a" providerId="ADAL" clId="{20F04FD4-9900-4063-95EE-CD816832BC31}" dt="2025-10-13T11:06:37.897" v="27141" actId="478"/>
          <ac:spMkLst>
            <pc:docMk/>
            <pc:sldMk cId="2060240471" sldId="565"/>
            <ac:spMk id="84" creationId="{323BC975-073B-DB89-438B-F4AE3669F4D4}"/>
          </ac:spMkLst>
        </pc:spChg>
        <pc:spChg chg="del">
          <ac:chgData name="Robert de Groote" userId="2ce5265b-80a0-4fb8-a62a-8035e9b0c45a" providerId="ADAL" clId="{20F04FD4-9900-4063-95EE-CD816832BC31}" dt="2025-10-13T11:06:38.494" v="27142" actId="478"/>
          <ac:spMkLst>
            <pc:docMk/>
            <pc:sldMk cId="2060240471" sldId="565"/>
            <ac:spMk id="85" creationId="{79011002-72AA-C5B5-DEBD-242E0E8C4236}"/>
          </ac:spMkLst>
        </pc:spChg>
        <pc:spChg chg="del">
          <ac:chgData name="Robert de Groote" userId="2ce5265b-80a0-4fb8-a62a-8035e9b0c45a" providerId="ADAL" clId="{20F04FD4-9900-4063-95EE-CD816832BC31}" dt="2025-10-13T11:06:41.323" v="27143" actId="478"/>
          <ac:spMkLst>
            <pc:docMk/>
            <pc:sldMk cId="2060240471" sldId="565"/>
            <ac:spMk id="86" creationId="{1BBEA7F2-910F-6DBE-6403-5C78FECE5531}"/>
          </ac:spMkLst>
        </pc:spChg>
        <pc:spChg chg="del">
          <ac:chgData name="Robert de Groote" userId="2ce5265b-80a0-4fb8-a62a-8035e9b0c45a" providerId="ADAL" clId="{20F04FD4-9900-4063-95EE-CD816832BC31}" dt="2025-10-13T11:06:46.869" v="27145" actId="478"/>
          <ac:spMkLst>
            <pc:docMk/>
            <pc:sldMk cId="2060240471" sldId="565"/>
            <ac:spMk id="87" creationId="{973990AE-941D-B3C5-2FC6-BF7956362D02}"/>
          </ac:spMkLst>
        </pc:spChg>
        <pc:spChg chg="del">
          <ac:chgData name="Robert de Groote" userId="2ce5265b-80a0-4fb8-a62a-8035e9b0c45a" providerId="ADAL" clId="{20F04FD4-9900-4063-95EE-CD816832BC31}" dt="2025-10-13T11:06:44.419" v="27144" actId="478"/>
          <ac:spMkLst>
            <pc:docMk/>
            <pc:sldMk cId="2060240471" sldId="565"/>
            <ac:spMk id="88" creationId="{92BE418E-5B1C-89B1-DAF5-8583AE9A748C}"/>
          </ac:spMkLst>
        </pc:spChg>
        <pc:spChg chg="del">
          <ac:chgData name="Robert de Groote" userId="2ce5265b-80a0-4fb8-a62a-8035e9b0c45a" providerId="ADAL" clId="{20F04FD4-9900-4063-95EE-CD816832BC31}" dt="2025-10-13T11:06:36.161" v="27140" actId="478"/>
          <ac:spMkLst>
            <pc:docMk/>
            <pc:sldMk cId="2060240471" sldId="565"/>
            <ac:spMk id="91" creationId="{BD7B41B0-F97A-88BF-BE1C-6E1C8F233309}"/>
          </ac:spMkLst>
        </pc:spChg>
      </pc:sldChg>
      <pc:sldChg chg="delSp modSp add mod modAnim">
        <pc:chgData name="Robert de Groote" userId="2ce5265b-80a0-4fb8-a62a-8035e9b0c45a" providerId="ADAL" clId="{20F04FD4-9900-4063-95EE-CD816832BC31}" dt="2025-10-13T14:16:57.736" v="30789"/>
        <pc:sldMkLst>
          <pc:docMk/>
          <pc:sldMk cId="2207497138" sldId="566"/>
        </pc:sldMkLst>
        <pc:spChg chg="mod">
          <ac:chgData name="Robert de Groote" userId="2ce5265b-80a0-4fb8-a62a-8035e9b0c45a" providerId="ADAL" clId="{20F04FD4-9900-4063-95EE-CD816832BC31}" dt="2025-10-13T14:16:03.953" v="30781" actId="113"/>
          <ac:spMkLst>
            <pc:docMk/>
            <pc:sldMk cId="2207497138" sldId="566"/>
            <ac:spMk id="3" creationId="{4E5B6B44-AFFA-CB0E-6106-BAE65FF98F6A}"/>
          </ac:spMkLst>
        </pc:spChg>
        <pc:spChg chg="del">
          <ac:chgData name="Robert de Groote" userId="2ce5265b-80a0-4fb8-a62a-8035e9b0c45a" providerId="ADAL" clId="{20F04FD4-9900-4063-95EE-CD816832BC31}" dt="2025-10-13T13:10:46.862" v="29308" actId="478"/>
          <ac:spMkLst>
            <pc:docMk/>
            <pc:sldMk cId="2207497138" sldId="566"/>
            <ac:spMk id="4" creationId="{E6DB3CC9-DD17-D209-ADF2-DEF85FC90331}"/>
          </ac:spMkLst>
        </pc:spChg>
        <pc:spChg chg="del">
          <ac:chgData name="Robert de Groote" userId="2ce5265b-80a0-4fb8-a62a-8035e9b0c45a" providerId="ADAL" clId="{20F04FD4-9900-4063-95EE-CD816832BC31}" dt="2025-10-13T13:10:47.840" v="29309" actId="478"/>
          <ac:spMkLst>
            <pc:docMk/>
            <pc:sldMk cId="2207497138" sldId="566"/>
            <ac:spMk id="5" creationId="{C1877E8B-99F8-DC72-2522-274D85F5E325}"/>
          </ac:spMkLst>
        </pc:spChg>
        <pc:spChg chg="del">
          <ac:chgData name="Robert de Groote" userId="2ce5265b-80a0-4fb8-a62a-8035e9b0c45a" providerId="ADAL" clId="{20F04FD4-9900-4063-95EE-CD816832BC31}" dt="2025-10-13T13:10:48.857" v="29310" actId="478"/>
          <ac:spMkLst>
            <pc:docMk/>
            <pc:sldMk cId="2207497138" sldId="566"/>
            <ac:spMk id="6" creationId="{4C922466-7494-415E-A868-2B2D89FA9BF7}"/>
          </ac:spMkLst>
        </pc:spChg>
        <pc:spChg chg="del">
          <ac:chgData name="Robert de Groote" userId="2ce5265b-80a0-4fb8-a62a-8035e9b0c45a" providerId="ADAL" clId="{20F04FD4-9900-4063-95EE-CD816832BC31}" dt="2025-10-13T13:09:50.561" v="29175" actId="478"/>
          <ac:spMkLst>
            <pc:docMk/>
            <pc:sldMk cId="2207497138" sldId="566"/>
            <ac:spMk id="7" creationId="{B3A3167C-AF61-7BA7-647B-3E88B5B3F6A2}"/>
          </ac:spMkLst>
        </pc:spChg>
        <pc:spChg chg="del">
          <ac:chgData name="Robert de Groote" userId="2ce5265b-80a0-4fb8-a62a-8035e9b0c45a" providerId="ADAL" clId="{20F04FD4-9900-4063-95EE-CD816832BC31}" dt="2025-10-13T13:09:50.561" v="29175" actId="478"/>
          <ac:spMkLst>
            <pc:docMk/>
            <pc:sldMk cId="2207497138" sldId="566"/>
            <ac:spMk id="8" creationId="{ADEE8680-3972-E321-A579-AB78F0738FFC}"/>
          </ac:spMkLst>
        </pc:spChg>
        <pc:spChg chg="del">
          <ac:chgData name="Robert de Groote" userId="2ce5265b-80a0-4fb8-a62a-8035e9b0c45a" providerId="ADAL" clId="{20F04FD4-9900-4063-95EE-CD816832BC31}" dt="2025-10-13T13:09:50.561" v="29175" actId="478"/>
          <ac:spMkLst>
            <pc:docMk/>
            <pc:sldMk cId="2207497138" sldId="566"/>
            <ac:spMk id="9" creationId="{66F294F0-7948-C1D5-02EA-F3F88169303F}"/>
          </ac:spMkLst>
        </pc:spChg>
        <pc:spChg chg="del">
          <ac:chgData name="Robert de Groote" userId="2ce5265b-80a0-4fb8-a62a-8035e9b0c45a" providerId="ADAL" clId="{20F04FD4-9900-4063-95EE-CD816832BC31}" dt="2025-10-13T13:10:50.830" v="29311" actId="478"/>
          <ac:spMkLst>
            <pc:docMk/>
            <pc:sldMk cId="2207497138" sldId="566"/>
            <ac:spMk id="10" creationId="{691F016C-13CC-DC68-6A68-AEC029CA790A}"/>
          </ac:spMkLst>
        </pc:spChg>
        <pc:spChg chg="del">
          <ac:chgData name="Robert de Groote" userId="2ce5265b-80a0-4fb8-a62a-8035e9b0c45a" providerId="ADAL" clId="{20F04FD4-9900-4063-95EE-CD816832BC31}" dt="2025-10-13T13:10:50.830" v="29311" actId="478"/>
          <ac:spMkLst>
            <pc:docMk/>
            <pc:sldMk cId="2207497138" sldId="566"/>
            <ac:spMk id="11" creationId="{4C01A50C-CAB3-286D-2366-CE186CFC15F9}"/>
          </ac:spMkLst>
        </pc:spChg>
        <pc:spChg chg="del">
          <ac:chgData name="Robert de Groote" userId="2ce5265b-80a0-4fb8-a62a-8035e9b0c45a" providerId="ADAL" clId="{20F04FD4-9900-4063-95EE-CD816832BC31}" dt="2025-10-13T13:10:50.830" v="29311" actId="478"/>
          <ac:spMkLst>
            <pc:docMk/>
            <pc:sldMk cId="2207497138" sldId="566"/>
            <ac:spMk id="12" creationId="{9D47E647-4B25-A533-A622-A329B5B6ED35}"/>
          </ac:spMkLst>
        </pc:spChg>
        <pc:spChg chg="del">
          <ac:chgData name="Robert de Groote" userId="2ce5265b-80a0-4fb8-a62a-8035e9b0c45a" providerId="ADAL" clId="{20F04FD4-9900-4063-95EE-CD816832BC31}" dt="2025-10-13T13:10:50.830" v="29311" actId="478"/>
          <ac:spMkLst>
            <pc:docMk/>
            <pc:sldMk cId="2207497138" sldId="566"/>
            <ac:spMk id="13" creationId="{090F82EE-401F-C463-399D-A9CEBB772AD4}"/>
          </ac:spMkLst>
        </pc:spChg>
        <pc:spChg chg="del">
          <ac:chgData name="Robert de Groote" userId="2ce5265b-80a0-4fb8-a62a-8035e9b0c45a" providerId="ADAL" clId="{20F04FD4-9900-4063-95EE-CD816832BC31}" dt="2025-10-13T13:10:50.830" v="29311" actId="478"/>
          <ac:spMkLst>
            <pc:docMk/>
            <pc:sldMk cId="2207497138" sldId="566"/>
            <ac:spMk id="14" creationId="{C10081DC-3E87-2216-F86B-76646AB57D07}"/>
          </ac:spMkLst>
        </pc:spChg>
        <pc:spChg chg="del">
          <ac:chgData name="Robert de Groote" userId="2ce5265b-80a0-4fb8-a62a-8035e9b0c45a" providerId="ADAL" clId="{20F04FD4-9900-4063-95EE-CD816832BC31}" dt="2025-10-13T13:10:50.830" v="29311" actId="478"/>
          <ac:spMkLst>
            <pc:docMk/>
            <pc:sldMk cId="2207497138" sldId="566"/>
            <ac:spMk id="15" creationId="{085C5BF1-9D7E-2CF1-E2AF-B4D3397FB22C}"/>
          </ac:spMkLst>
        </pc:spChg>
        <pc:spChg chg="del">
          <ac:chgData name="Robert de Groote" userId="2ce5265b-80a0-4fb8-a62a-8035e9b0c45a" providerId="ADAL" clId="{20F04FD4-9900-4063-95EE-CD816832BC31}" dt="2025-10-13T13:09:56.607" v="29176" actId="478"/>
          <ac:spMkLst>
            <pc:docMk/>
            <pc:sldMk cId="2207497138" sldId="566"/>
            <ac:spMk id="34" creationId="{34F654D0-7C6E-B389-471C-A0C299DFE86C}"/>
          </ac:spMkLst>
        </pc:spChg>
        <pc:spChg chg="del">
          <ac:chgData name="Robert de Groote" userId="2ce5265b-80a0-4fb8-a62a-8035e9b0c45a" providerId="ADAL" clId="{20F04FD4-9900-4063-95EE-CD816832BC31}" dt="2025-10-13T13:09:50.561" v="29175" actId="478"/>
          <ac:spMkLst>
            <pc:docMk/>
            <pc:sldMk cId="2207497138" sldId="566"/>
            <ac:spMk id="35" creationId="{0E3C8D02-E840-D225-FA7A-497CA8D31CD6}"/>
          </ac:spMkLst>
        </pc:spChg>
        <pc:spChg chg="del">
          <ac:chgData name="Robert de Groote" userId="2ce5265b-80a0-4fb8-a62a-8035e9b0c45a" providerId="ADAL" clId="{20F04FD4-9900-4063-95EE-CD816832BC31}" dt="2025-10-13T13:09:50.561" v="29175" actId="478"/>
          <ac:spMkLst>
            <pc:docMk/>
            <pc:sldMk cId="2207497138" sldId="566"/>
            <ac:spMk id="36" creationId="{DF5E1EA3-A574-1494-143C-5079C4809171}"/>
          </ac:spMkLst>
        </pc:spChg>
        <pc:spChg chg="del">
          <ac:chgData name="Robert de Groote" userId="2ce5265b-80a0-4fb8-a62a-8035e9b0c45a" providerId="ADAL" clId="{20F04FD4-9900-4063-95EE-CD816832BC31}" dt="2025-10-13T13:09:50.561" v="29175" actId="478"/>
          <ac:spMkLst>
            <pc:docMk/>
            <pc:sldMk cId="2207497138" sldId="566"/>
            <ac:spMk id="37" creationId="{F9BBE7E1-D84C-5E2B-0512-2B8F67213087}"/>
          </ac:spMkLst>
        </pc:spChg>
        <pc:spChg chg="del">
          <ac:chgData name="Robert de Groote" userId="2ce5265b-80a0-4fb8-a62a-8035e9b0c45a" providerId="ADAL" clId="{20F04FD4-9900-4063-95EE-CD816832BC31}" dt="2025-10-13T13:09:40.611" v="29173" actId="478"/>
          <ac:spMkLst>
            <pc:docMk/>
            <pc:sldMk cId="2207497138" sldId="566"/>
            <ac:spMk id="56" creationId="{9D81A9BE-725C-3390-0789-6FC49126301E}"/>
          </ac:spMkLst>
        </pc:spChg>
        <pc:spChg chg="mod">
          <ac:chgData name="Robert de Groote" userId="2ce5265b-80a0-4fb8-a62a-8035e9b0c45a" providerId="ADAL" clId="{20F04FD4-9900-4063-95EE-CD816832BC31}" dt="2025-10-13T13:10:44.829" v="29307" actId="1076"/>
          <ac:spMkLst>
            <pc:docMk/>
            <pc:sldMk cId="2207497138" sldId="566"/>
            <ac:spMk id="83" creationId="{9DA41A7B-8BC3-7E8C-32DA-BC8667498F77}"/>
          </ac:spMkLst>
        </pc:spChg>
        <pc:spChg chg="mod">
          <ac:chgData name="Robert de Groote" userId="2ce5265b-80a0-4fb8-a62a-8035e9b0c45a" providerId="ADAL" clId="{20F04FD4-9900-4063-95EE-CD816832BC31}" dt="2025-10-13T13:10:41.295" v="29306" actId="1076"/>
          <ac:spMkLst>
            <pc:docMk/>
            <pc:sldMk cId="2207497138" sldId="566"/>
            <ac:spMk id="85" creationId="{815B5FE5-7422-17DE-E408-B0D5F091A3B5}"/>
          </ac:spMkLst>
        </pc:spChg>
      </pc:sldChg>
      <pc:sldChg chg="addSp delSp modSp add mod delAnim modAnim">
        <pc:chgData name="Robert de Groote" userId="2ce5265b-80a0-4fb8-a62a-8035e9b0c45a" providerId="ADAL" clId="{20F04FD4-9900-4063-95EE-CD816832BC31}" dt="2025-10-13T17:18:14.742" v="31954"/>
        <pc:sldMkLst>
          <pc:docMk/>
          <pc:sldMk cId="2641136477" sldId="567"/>
        </pc:sldMkLst>
        <pc:spChg chg="mod">
          <ac:chgData name="Robert de Groote" userId="2ce5265b-80a0-4fb8-a62a-8035e9b0c45a" providerId="ADAL" clId="{20F04FD4-9900-4063-95EE-CD816832BC31}" dt="2025-10-13T17:17:57.269" v="31946"/>
          <ac:spMkLst>
            <pc:docMk/>
            <pc:sldMk cId="2641136477" sldId="567"/>
            <ac:spMk id="2" creationId="{CF8129DD-911E-235D-144D-9BAA91A8B5C3}"/>
          </ac:spMkLst>
        </pc:spChg>
        <pc:spChg chg="mod">
          <ac:chgData name="Robert de Groote" userId="2ce5265b-80a0-4fb8-a62a-8035e9b0c45a" providerId="ADAL" clId="{20F04FD4-9900-4063-95EE-CD816832BC31}" dt="2025-10-13T17:18:14.742" v="31954"/>
          <ac:spMkLst>
            <pc:docMk/>
            <pc:sldMk cId="2641136477" sldId="567"/>
            <ac:spMk id="3" creationId="{2542A616-26E8-4D0A-0EB3-D9FDBF08D8C3}"/>
          </ac:spMkLst>
        </pc:spChg>
        <pc:spChg chg="mod">
          <ac:chgData name="Robert de Groote" userId="2ce5265b-80a0-4fb8-a62a-8035e9b0c45a" providerId="ADAL" clId="{20F04FD4-9900-4063-95EE-CD816832BC31}" dt="2025-10-13T13:42:18.327" v="30292" actId="108"/>
          <ac:spMkLst>
            <pc:docMk/>
            <pc:sldMk cId="2641136477" sldId="567"/>
            <ac:spMk id="4" creationId="{5204A77B-2616-0877-F2D3-9451368A4439}"/>
          </ac:spMkLst>
        </pc:spChg>
        <pc:spChg chg="mod">
          <ac:chgData name="Robert de Groote" userId="2ce5265b-80a0-4fb8-a62a-8035e9b0c45a" providerId="ADAL" clId="{20F04FD4-9900-4063-95EE-CD816832BC31}" dt="2025-10-13T13:42:19.081" v="30293" actId="108"/>
          <ac:spMkLst>
            <pc:docMk/>
            <pc:sldMk cId="2641136477" sldId="567"/>
            <ac:spMk id="5" creationId="{5A167384-587F-B10C-F6D0-4FF301863450}"/>
          </ac:spMkLst>
        </pc:spChg>
        <pc:spChg chg="mod">
          <ac:chgData name="Robert de Groote" userId="2ce5265b-80a0-4fb8-a62a-8035e9b0c45a" providerId="ADAL" clId="{20F04FD4-9900-4063-95EE-CD816832BC31}" dt="2025-10-13T13:42:17.201" v="30291" actId="108"/>
          <ac:spMkLst>
            <pc:docMk/>
            <pc:sldMk cId="2641136477" sldId="567"/>
            <ac:spMk id="7" creationId="{FD65D2C3-FB59-6837-1C34-E1287754F66B}"/>
          </ac:spMkLst>
        </pc:spChg>
        <pc:spChg chg="ord">
          <ac:chgData name="Robert de Groote" userId="2ce5265b-80a0-4fb8-a62a-8035e9b0c45a" providerId="ADAL" clId="{20F04FD4-9900-4063-95EE-CD816832BC31}" dt="2025-10-13T17:14:02.864" v="31921" actId="167"/>
          <ac:spMkLst>
            <pc:docMk/>
            <pc:sldMk cId="2641136477" sldId="567"/>
            <ac:spMk id="8" creationId="{A8BFAFF8-C0D8-11E4-C3C0-15B375D502C1}"/>
          </ac:spMkLst>
        </pc:spChg>
        <pc:spChg chg="mod">
          <ac:chgData name="Robert de Groote" userId="2ce5265b-80a0-4fb8-a62a-8035e9b0c45a" providerId="ADAL" clId="{20F04FD4-9900-4063-95EE-CD816832BC31}" dt="2025-10-13T13:42:16.384" v="30290" actId="108"/>
          <ac:spMkLst>
            <pc:docMk/>
            <pc:sldMk cId="2641136477" sldId="567"/>
            <ac:spMk id="11" creationId="{E2AE07BF-163F-4F62-1F84-79EE9C539A5F}"/>
          </ac:spMkLst>
        </pc:spChg>
        <pc:spChg chg="mod">
          <ac:chgData name="Robert de Groote" userId="2ce5265b-80a0-4fb8-a62a-8035e9b0c45a" providerId="ADAL" clId="{20F04FD4-9900-4063-95EE-CD816832BC31}" dt="2025-10-13T13:42:19.969" v="30294" actId="108"/>
          <ac:spMkLst>
            <pc:docMk/>
            <pc:sldMk cId="2641136477" sldId="567"/>
            <ac:spMk id="12" creationId="{EE6D469C-85C3-E272-DE4C-4B8FB9282351}"/>
          </ac:spMkLst>
        </pc:spChg>
        <pc:spChg chg="mod">
          <ac:chgData name="Robert de Groote" userId="2ce5265b-80a0-4fb8-a62a-8035e9b0c45a" providerId="ADAL" clId="{20F04FD4-9900-4063-95EE-CD816832BC31}" dt="2025-10-13T13:42:20.941" v="30295" actId="108"/>
          <ac:spMkLst>
            <pc:docMk/>
            <pc:sldMk cId="2641136477" sldId="567"/>
            <ac:spMk id="13" creationId="{22F31DA2-AA91-C5C0-176C-D60DC7272C82}"/>
          </ac:spMkLst>
        </pc:spChg>
        <pc:spChg chg="mod">
          <ac:chgData name="Robert de Groote" userId="2ce5265b-80a0-4fb8-a62a-8035e9b0c45a" providerId="ADAL" clId="{20F04FD4-9900-4063-95EE-CD816832BC31}" dt="2025-10-13T13:42:21.839" v="30296" actId="108"/>
          <ac:spMkLst>
            <pc:docMk/>
            <pc:sldMk cId="2641136477" sldId="567"/>
            <ac:spMk id="14" creationId="{99C5D844-080F-6D42-9C80-B053CC11EDB6}"/>
          </ac:spMkLst>
        </pc:spChg>
        <pc:spChg chg="del">
          <ac:chgData name="Robert de Groote" userId="2ce5265b-80a0-4fb8-a62a-8035e9b0c45a" providerId="ADAL" clId="{20F04FD4-9900-4063-95EE-CD816832BC31}" dt="2025-10-13T13:31:31.402" v="30005" actId="478"/>
          <ac:spMkLst>
            <pc:docMk/>
            <pc:sldMk cId="2641136477" sldId="567"/>
            <ac:spMk id="24" creationId="{6608E506-667F-7C72-48C1-321C9D50AE02}"/>
          </ac:spMkLst>
        </pc:spChg>
        <pc:spChg chg="del">
          <ac:chgData name="Robert de Groote" userId="2ce5265b-80a0-4fb8-a62a-8035e9b0c45a" providerId="ADAL" clId="{20F04FD4-9900-4063-95EE-CD816832BC31}" dt="2025-10-13T13:31:31.402" v="30005" actId="478"/>
          <ac:spMkLst>
            <pc:docMk/>
            <pc:sldMk cId="2641136477" sldId="567"/>
            <ac:spMk id="25" creationId="{346E2131-88C4-E3D6-15CF-ECA8ADAC9FEC}"/>
          </ac:spMkLst>
        </pc:spChg>
        <pc:spChg chg="del">
          <ac:chgData name="Robert de Groote" userId="2ce5265b-80a0-4fb8-a62a-8035e9b0c45a" providerId="ADAL" clId="{20F04FD4-9900-4063-95EE-CD816832BC31}" dt="2025-10-13T13:31:31.402" v="30005" actId="478"/>
          <ac:spMkLst>
            <pc:docMk/>
            <pc:sldMk cId="2641136477" sldId="567"/>
            <ac:spMk id="28" creationId="{B5CFE9DA-E1B0-3ECB-94A0-52A3F53BE493}"/>
          </ac:spMkLst>
        </pc:spChg>
        <pc:spChg chg="mod">
          <ac:chgData name="Robert de Groote" userId="2ce5265b-80a0-4fb8-a62a-8035e9b0c45a" providerId="ADAL" clId="{20F04FD4-9900-4063-95EE-CD816832BC31}" dt="2025-10-13T17:13:54.326" v="31913"/>
          <ac:spMkLst>
            <pc:docMk/>
            <pc:sldMk cId="2641136477" sldId="567"/>
            <ac:spMk id="43" creationId="{EBBE8B82-6B52-ED49-5DFB-3756A5C80048}"/>
          </ac:spMkLst>
        </pc:spChg>
        <pc:spChg chg="del">
          <ac:chgData name="Robert de Groote" userId="2ce5265b-80a0-4fb8-a62a-8035e9b0c45a" providerId="ADAL" clId="{20F04FD4-9900-4063-95EE-CD816832BC31}" dt="2025-10-13T13:31:31.402" v="30005" actId="478"/>
          <ac:spMkLst>
            <pc:docMk/>
            <pc:sldMk cId="2641136477" sldId="567"/>
            <ac:spMk id="50" creationId="{4E78FC34-2EFB-8080-D489-C04DE38B9241}"/>
          </ac:spMkLst>
        </pc:spChg>
        <pc:spChg chg="del">
          <ac:chgData name="Robert de Groote" userId="2ce5265b-80a0-4fb8-a62a-8035e9b0c45a" providerId="ADAL" clId="{20F04FD4-9900-4063-95EE-CD816832BC31}" dt="2025-10-13T13:31:31.402" v="30005" actId="478"/>
          <ac:spMkLst>
            <pc:docMk/>
            <pc:sldMk cId="2641136477" sldId="567"/>
            <ac:spMk id="51" creationId="{4D416B7F-B311-E931-3B3F-672FE0E77FFB}"/>
          </ac:spMkLst>
        </pc:spChg>
        <pc:spChg chg="mod ord">
          <ac:chgData name="Robert de Groote" userId="2ce5265b-80a0-4fb8-a62a-8035e9b0c45a" providerId="ADAL" clId="{20F04FD4-9900-4063-95EE-CD816832BC31}" dt="2025-10-13T13:21:41.197" v="29547"/>
          <ac:spMkLst>
            <pc:docMk/>
            <pc:sldMk cId="2641136477" sldId="567"/>
            <ac:spMk id="54" creationId="{5C3F936D-3139-68AC-FB96-F6537D26FBE2}"/>
          </ac:spMkLst>
        </pc:spChg>
        <pc:spChg chg="add del mod ord">
          <ac:chgData name="Robert de Groote" userId="2ce5265b-80a0-4fb8-a62a-8035e9b0c45a" providerId="ADAL" clId="{20F04FD4-9900-4063-95EE-CD816832BC31}" dt="2025-10-13T13:31:31.402" v="30005" actId="478"/>
          <ac:spMkLst>
            <pc:docMk/>
            <pc:sldMk cId="2641136477" sldId="567"/>
            <ac:spMk id="55" creationId="{61777DB3-BFF9-2330-3D70-9BBC8AF18CBB}"/>
          </ac:spMkLst>
        </pc:spChg>
        <pc:spChg chg="add del mod ord">
          <ac:chgData name="Robert de Groote" userId="2ce5265b-80a0-4fb8-a62a-8035e9b0c45a" providerId="ADAL" clId="{20F04FD4-9900-4063-95EE-CD816832BC31}" dt="2025-10-13T13:21:41.135" v="29516"/>
          <ac:spMkLst>
            <pc:docMk/>
            <pc:sldMk cId="2641136477" sldId="567"/>
            <ac:spMk id="56" creationId="{BA5F8A38-8E2A-6E08-A046-30E67BCF2F9A}"/>
          </ac:spMkLst>
        </pc:spChg>
        <pc:spChg chg="add del mod ord">
          <ac:chgData name="Robert de Groote" userId="2ce5265b-80a0-4fb8-a62a-8035e9b0c45a" providerId="ADAL" clId="{20F04FD4-9900-4063-95EE-CD816832BC31}" dt="2025-10-13T13:21:41.135" v="29516"/>
          <ac:spMkLst>
            <pc:docMk/>
            <pc:sldMk cId="2641136477" sldId="567"/>
            <ac:spMk id="57" creationId="{27645D4E-CE86-D639-1944-87EB824C2C4B}"/>
          </ac:spMkLst>
        </pc:spChg>
        <pc:spChg chg="del">
          <ac:chgData name="Robert de Groote" userId="2ce5265b-80a0-4fb8-a62a-8035e9b0c45a" providerId="ADAL" clId="{20F04FD4-9900-4063-95EE-CD816832BC31}" dt="2025-10-13T13:31:31.402" v="30005" actId="478"/>
          <ac:spMkLst>
            <pc:docMk/>
            <pc:sldMk cId="2641136477" sldId="567"/>
            <ac:spMk id="58" creationId="{3F5BC755-EC13-C388-3C07-9B419C35F568}"/>
          </ac:spMkLst>
        </pc:spChg>
        <pc:spChg chg="add del mod">
          <ac:chgData name="Robert de Groote" userId="2ce5265b-80a0-4fb8-a62a-8035e9b0c45a" providerId="ADAL" clId="{20F04FD4-9900-4063-95EE-CD816832BC31}" dt="2025-10-13T13:21:41.056" v="29457"/>
          <ac:spMkLst>
            <pc:docMk/>
            <pc:sldMk cId="2641136477" sldId="567"/>
            <ac:spMk id="59" creationId="{68C367DB-355B-4637-30A7-C9375FDFF696}"/>
          </ac:spMkLst>
        </pc:spChg>
        <pc:spChg chg="add del mod">
          <ac:chgData name="Robert de Groote" userId="2ce5265b-80a0-4fb8-a62a-8035e9b0c45a" providerId="ADAL" clId="{20F04FD4-9900-4063-95EE-CD816832BC31}" dt="2025-10-13T13:21:41.103" v="29466"/>
          <ac:spMkLst>
            <pc:docMk/>
            <pc:sldMk cId="2641136477" sldId="567"/>
            <ac:spMk id="60" creationId="{E566103B-E927-7426-FF46-16B3FC3E7F85}"/>
          </ac:spMkLst>
        </pc:spChg>
        <pc:spChg chg="add del mod ord">
          <ac:chgData name="Robert de Groote" userId="2ce5265b-80a0-4fb8-a62a-8035e9b0c45a" providerId="ADAL" clId="{20F04FD4-9900-4063-95EE-CD816832BC31}" dt="2025-10-13T13:21:41.197" v="29561"/>
          <ac:spMkLst>
            <pc:docMk/>
            <pc:sldMk cId="2641136477" sldId="567"/>
            <ac:spMk id="61" creationId="{0B83C0B5-1EB6-45C5-2F61-779D483BE700}"/>
          </ac:spMkLst>
        </pc:spChg>
        <pc:spChg chg="add del mod ord">
          <ac:chgData name="Robert de Groote" userId="2ce5265b-80a0-4fb8-a62a-8035e9b0c45a" providerId="ADAL" clId="{20F04FD4-9900-4063-95EE-CD816832BC31}" dt="2025-10-13T13:21:41.197" v="29561"/>
          <ac:spMkLst>
            <pc:docMk/>
            <pc:sldMk cId="2641136477" sldId="567"/>
            <ac:spMk id="62" creationId="{A317A14D-4563-A741-0E23-1AF12972610A}"/>
          </ac:spMkLst>
        </pc:spChg>
        <pc:spChg chg="add del mod">
          <ac:chgData name="Robert de Groote" userId="2ce5265b-80a0-4fb8-a62a-8035e9b0c45a" providerId="ADAL" clId="{20F04FD4-9900-4063-95EE-CD816832BC31}" dt="2025-10-13T13:21:41.166" v="29526"/>
          <ac:spMkLst>
            <pc:docMk/>
            <pc:sldMk cId="2641136477" sldId="567"/>
            <ac:spMk id="63" creationId="{FBB42C7B-CADE-D41B-7BF7-724A246B57D1}"/>
          </ac:spMkLst>
        </pc:spChg>
        <pc:spChg chg="add del mod">
          <ac:chgData name="Robert de Groote" userId="2ce5265b-80a0-4fb8-a62a-8035e9b0c45a" providerId="ADAL" clId="{20F04FD4-9900-4063-95EE-CD816832BC31}" dt="2025-10-13T13:21:41.182" v="29535"/>
          <ac:spMkLst>
            <pc:docMk/>
            <pc:sldMk cId="2641136477" sldId="567"/>
            <ac:spMk id="256" creationId="{B3420FFD-6C61-8297-0B6A-BC7F8FA07B23}"/>
          </ac:spMkLst>
        </pc:spChg>
        <pc:spChg chg="add mod">
          <ac:chgData name="Robert de Groote" userId="2ce5265b-80a0-4fb8-a62a-8035e9b0c45a" providerId="ADAL" clId="{20F04FD4-9900-4063-95EE-CD816832BC31}" dt="2025-10-13T13:32:46.204" v="30050"/>
          <ac:spMkLst>
            <pc:docMk/>
            <pc:sldMk cId="2641136477" sldId="567"/>
            <ac:spMk id="257" creationId="{8D94B644-F460-21D4-0B5A-0B78F401A332}"/>
          </ac:spMkLst>
        </pc:spChg>
        <pc:spChg chg="add mod">
          <ac:chgData name="Robert de Groote" userId="2ce5265b-80a0-4fb8-a62a-8035e9b0c45a" providerId="ADAL" clId="{20F04FD4-9900-4063-95EE-CD816832BC31}" dt="2025-10-13T13:32:46.204" v="30051"/>
          <ac:spMkLst>
            <pc:docMk/>
            <pc:sldMk cId="2641136477" sldId="567"/>
            <ac:spMk id="258" creationId="{A5D028A9-F042-305A-69C9-AA26A65F7352}"/>
          </ac:spMkLst>
        </pc:spChg>
        <pc:spChg chg="del">
          <ac:chgData name="Robert de Groote" userId="2ce5265b-80a0-4fb8-a62a-8035e9b0c45a" providerId="ADAL" clId="{20F04FD4-9900-4063-95EE-CD816832BC31}" dt="2025-10-13T13:31:31.402" v="30005" actId="478"/>
          <ac:spMkLst>
            <pc:docMk/>
            <pc:sldMk cId="2641136477" sldId="567"/>
            <ac:spMk id="259" creationId="{CA663607-3F0A-C14B-EEDB-B55B9CB2403D}"/>
          </ac:spMkLst>
        </pc:spChg>
        <pc:spChg chg="add mod">
          <ac:chgData name="Robert de Groote" userId="2ce5265b-80a0-4fb8-a62a-8035e9b0c45a" providerId="ADAL" clId="{20F04FD4-9900-4063-95EE-CD816832BC31}" dt="2025-10-13T13:32:46.204" v="30052"/>
          <ac:spMkLst>
            <pc:docMk/>
            <pc:sldMk cId="2641136477" sldId="567"/>
            <ac:spMk id="260" creationId="{E4EDD05C-F63A-A713-150B-086E8B6F90B0}"/>
          </ac:spMkLst>
        </pc:spChg>
        <pc:spChg chg="add mod">
          <ac:chgData name="Robert de Groote" userId="2ce5265b-80a0-4fb8-a62a-8035e9b0c45a" providerId="ADAL" clId="{20F04FD4-9900-4063-95EE-CD816832BC31}" dt="2025-10-13T13:32:46.204" v="30053"/>
          <ac:spMkLst>
            <pc:docMk/>
            <pc:sldMk cId="2641136477" sldId="567"/>
            <ac:spMk id="261" creationId="{D33075C3-7267-6048-F615-0327B698085A}"/>
          </ac:spMkLst>
        </pc:spChg>
        <pc:spChg chg="add mod">
          <ac:chgData name="Robert de Groote" userId="2ce5265b-80a0-4fb8-a62a-8035e9b0c45a" providerId="ADAL" clId="{20F04FD4-9900-4063-95EE-CD816832BC31}" dt="2025-10-13T13:32:46.204" v="30054"/>
          <ac:spMkLst>
            <pc:docMk/>
            <pc:sldMk cId="2641136477" sldId="567"/>
            <ac:spMk id="262" creationId="{BF40C5D8-6144-E6F5-5981-D489AB73DA7F}"/>
          </ac:spMkLst>
        </pc:spChg>
        <pc:spChg chg="add mod">
          <ac:chgData name="Robert de Groote" userId="2ce5265b-80a0-4fb8-a62a-8035e9b0c45a" providerId="ADAL" clId="{20F04FD4-9900-4063-95EE-CD816832BC31}" dt="2025-10-13T13:32:46.204" v="30055"/>
          <ac:spMkLst>
            <pc:docMk/>
            <pc:sldMk cId="2641136477" sldId="567"/>
            <ac:spMk id="263" creationId="{1D248586-1554-9C4D-E2B3-893B12D545EE}"/>
          </ac:spMkLst>
        </pc:spChg>
        <pc:spChg chg="add mod">
          <ac:chgData name="Robert de Groote" userId="2ce5265b-80a0-4fb8-a62a-8035e9b0c45a" providerId="ADAL" clId="{20F04FD4-9900-4063-95EE-CD816832BC31}" dt="2025-10-13T13:32:46.204" v="30056"/>
          <ac:spMkLst>
            <pc:docMk/>
            <pc:sldMk cId="2641136477" sldId="567"/>
            <ac:spMk id="264" creationId="{B080FCA9-E87F-1D64-B2F3-046A49129857}"/>
          </ac:spMkLst>
        </pc:spChg>
        <pc:spChg chg="add mod">
          <ac:chgData name="Robert de Groote" userId="2ce5265b-80a0-4fb8-a62a-8035e9b0c45a" providerId="ADAL" clId="{20F04FD4-9900-4063-95EE-CD816832BC31}" dt="2025-10-13T13:32:46.204" v="30057"/>
          <ac:spMkLst>
            <pc:docMk/>
            <pc:sldMk cId="2641136477" sldId="567"/>
            <ac:spMk id="265" creationId="{51065470-7635-A339-79A7-852A82374147}"/>
          </ac:spMkLst>
        </pc:spChg>
        <pc:spChg chg="add mod">
          <ac:chgData name="Robert de Groote" userId="2ce5265b-80a0-4fb8-a62a-8035e9b0c45a" providerId="ADAL" clId="{20F04FD4-9900-4063-95EE-CD816832BC31}" dt="2025-10-13T13:32:46.204" v="30058"/>
          <ac:spMkLst>
            <pc:docMk/>
            <pc:sldMk cId="2641136477" sldId="567"/>
            <ac:spMk id="266" creationId="{9E20C803-A64B-20E4-D7B6-43595913FF05}"/>
          </ac:spMkLst>
        </pc:spChg>
        <pc:spChg chg="add del mod">
          <ac:chgData name="Robert de Groote" userId="2ce5265b-80a0-4fb8-a62a-8035e9b0c45a" providerId="ADAL" clId="{20F04FD4-9900-4063-95EE-CD816832BC31}" dt="2025-10-13T13:35:25.031" v="30227" actId="478"/>
          <ac:spMkLst>
            <pc:docMk/>
            <pc:sldMk cId="2641136477" sldId="567"/>
            <ac:spMk id="267" creationId="{D13AB49F-E67A-16D4-CFFC-5E570F2B6BCB}"/>
          </ac:spMkLst>
        </pc:spChg>
        <pc:spChg chg="del">
          <ac:chgData name="Robert de Groote" userId="2ce5265b-80a0-4fb8-a62a-8035e9b0c45a" providerId="ADAL" clId="{20F04FD4-9900-4063-95EE-CD816832BC31}" dt="2025-10-13T13:31:31.402" v="30005" actId="478"/>
          <ac:spMkLst>
            <pc:docMk/>
            <pc:sldMk cId="2641136477" sldId="567"/>
            <ac:spMk id="268" creationId="{D6E5CB29-DE36-6B89-ECA0-52E647F192FB}"/>
          </ac:spMkLst>
        </pc:spChg>
        <pc:spChg chg="add mod ord">
          <ac:chgData name="Robert de Groote" userId="2ce5265b-80a0-4fb8-a62a-8035e9b0c45a" providerId="ADAL" clId="{20F04FD4-9900-4063-95EE-CD816832BC31}" dt="2025-10-13T17:13:59.470" v="31920" actId="167"/>
          <ac:spMkLst>
            <pc:docMk/>
            <pc:sldMk cId="2641136477" sldId="567"/>
            <ac:spMk id="269" creationId="{36F1E6BD-66EC-8B06-C77D-57A9F77B4428}"/>
          </ac:spMkLst>
        </pc:spChg>
        <pc:spChg chg="add del mod">
          <ac:chgData name="Robert de Groote" userId="2ce5265b-80a0-4fb8-a62a-8035e9b0c45a" providerId="ADAL" clId="{20F04FD4-9900-4063-95EE-CD816832BC31}" dt="2025-10-13T17:13:54.326" v="31919"/>
          <ac:spMkLst>
            <pc:docMk/>
            <pc:sldMk cId="2641136477" sldId="567"/>
            <ac:spMk id="270" creationId="{60B9361D-7D6D-986B-AAE1-88BE8FDD160C}"/>
          </ac:spMkLst>
        </pc:spChg>
        <pc:spChg chg="add del mod">
          <ac:chgData name="Robert de Groote" userId="2ce5265b-80a0-4fb8-a62a-8035e9b0c45a" providerId="ADAL" clId="{20F04FD4-9900-4063-95EE-CD816832BC31}" dt="2025-10-13T17:13:54.326" v="31919"/>
          <ac:spMkLst>
            <pc:docMk/>
            <pc:sldMk cId="2641136477" sldId="567"/>
            <ac:spMk id="271" creationId="{3917EDCC-8620-A85A-717F-7A16B75BA314}"/>
          </ac:spMkLst>
        </pc:spChg>
        <pc:spChg chg="add del mod">
          <ac:chgData name="Robert de Groote" userId="2ce5265b-80a0-4fb8-a62a-8035e9b0c45a" providerId="ADAL" clId="{20F04FD4-9900-4063-95EE-CD816832BC31}" dt="2025-10-13T17:13:54.215" v="31878"/>
          <ac:spMkLst>
            <pc:docMk/>
            <pc:sldMk cId="2641136477" sldId="567"/>
            <ac:spMk id="272" creationId="{19600FD7-5680-B595-5C0C-B8383506898E}"/>
          </ac:spMkLst>
        </pc:spChg>
        <pc:spChg chg="add del mod">
          <ac:chgData name="Robert de Groote" userId="2ce5265b-80a0-4fb8-a62a-8035e9b0c45a" providerId="ADAL" clId="{20F04FD4-9900-4063-95EE-CD816832BC31}" dt="2025-10-13T17:13:54.264" v="31887"/>
          <ac:spMkLst>
            <pc:docMk/>
            <pc:sldMk cId="2641136477" sldId="567"/>
            <ac:spMk id="273" creationId="{9A41A024-6EAF-F1AD-84B6-4ECDB1706169}"/>
          </ac:spMkLst>
        </pc:spChg>
        <pc:spChg chg="add del mod">
          <ac:chgData name="Robert de Groote" userId="2ce5265b-80a0-4fb8-a62a-8035e9b0c45a" providerId="ADAL" clId="{20F04FD4-9900-4063-95EE-CD816832BC31}" dt="2025-10-13T17:13:54.280" v="31896"/>
          <ac:spMkLst>
            <pc:docMk/>
            <pc:sldMk cId="2641136477" sldId="567"/>
            <ac:spMk id="274" creationId="{0EF990CC-C9B4-34C4-240F-D0E771D38A46}"/>
          </ac:spMkLst>
        </pc:spChg>
        <pc:spChg chg="add del mod">
          <ac:chgData name="Robert de Groote" userId="2ce5265b-80a0-4fb8-a62a-8035e9b0c45a" providerId="ADAL" clId="{20F04FD4-9900-4063-95EE-CD816832BC31}" dt="2025-10-13T17:13:54.294" v="31905"/>
          <ac:spMkLst>
            <pc:docMk/>
            <pc:sldMk cId="2641136477" sldId="567"/>
            <ac:spMk id="275" creationId="{470B0D9C-961E-2A56-A3D5-A9C88D84EBA8}"/>
          </ac:spMkLst>
        </pc:spChg>
        <pc:spChg chg="del">
          <ac:chgData name="Robert de Groote" userId="2ce5265b-80a0-4fb8-a62a-8035e9b0c45a" providerId="ADAL" clId="{20F04FD4-9900-4063-95EE-CD816832BC31}" dt="2025-10-13T13:31:31.402" v="30005" actId="478"/>
          <ac:spMkLst>
            <pc:docMk/>
            <pc:sldMk cId="2641136477" sldId="567"/>
            <ac:spMk id="287" creationId="{CB4CDE37-4A66-C04E-8A98-0913DBB39FBB}"/>
          </ac:spMkLst>
        </pc:spChg>
      </pc:sldChg>
      <pc:sldChg chg="addSp delSp modSp add mod modAnim">
        <pc:chgData name="Robert de Groote" userId="2ce5265b-80a0-4fb8-a62a-8035e9b0c45a" providerId="ADAL" clId="{20F04FD4-9900-4063-95EE-CD816832BC31}" dt="2025-10-13T17:18:18.633" v="31955"/>
        <pc:sldMkLst>
          <pc:docMk/>
          <pc:sldMk cId="2640742283" sldId="568"/>
        </pc:sldMkLst>
        <pc:spChg chg="mod">
          <ac:chgData name="Robert de Groote" userId="2ce5265b-80a0-4fb8-a62a-8035e9b0c45a" providerId="ADAL" clId="{20F04FD4-9900-4063-95EE-CD816832BC31}" dt="2025-10-13T17:17:59.022" v="31947"/>
          <ac:spMkLst>
            <pc:docMk/>
            <pc:sldMk cId="2640742283" sldId="568"/>
            <ac:spMk id="2" creationId="{2C2A8604-5F14-6B55-C477-E32B62FFEC9F}"/>
          </ac:spMkLst>
        </pc:spChg>
        <pc:spChg chg="mod">
          <ac:chgData name="Robert de Groote" userId="2ce5265b-80a0-4fb8-a62a-8035e9b0c45a" providerId="ADAL" clId="{20F04FD4-9900-4063-95EE-CD816832BC31}" dt="2025-10-13T17:18:18.633" v="31955"/>
          <ac:spMkLst>
            <pc:docMk/>
            <pc:sldMk cId="2640742283" sldId="568"/>
            <ac:spMk id="3" creationId="{D8C54C22-4E02-1CA0-97E7-0D7A2CFF77FA}"/>
          </ac:spMkLst>
        </pc:spChg>
        <pc:spChg chg="mod">
          <ac:chgData name="Robert de Groote" userId="2ce5265b-80a0-4fb8-a62a-8035e9b0c45a" providerId="ADAL" clId="{20F04FD4-9900-4063-95EE-CD816832BC31}" dt="2025-10-13T13:42:26.670" v="30299" actId="108"/>
          <ac:spMkLst>
            <pc:docMk/>
            <pc:sldMk cId="2640742283" sldId="568"/>
            <ac:spMk id="4" creationId="{D1A16FAA-46BC-F1A7-478E-BC5824D2BADC}"/>
          </ac:spMkLst>
        </pc:spChg>
        <pc:spChg chg="mod">
          <ac:chgData name="Robert de Groote" userId="2ce5265b-80a0-4fb8-a62a-8035e9b0c45a" providerId="ADAL" clId="{20F04FD4-9900-4063-95EE-CD816832BC31}" dt="2025-10-13T13:42:27.380" v="30300" actId="108"/>
          <ac:spMkLst>
            <pc:docMk/>
            <pc:sldMk cId="2640742283" sldId="568"/>
            <ac:spMk id="5" creationId="{78863748-A45F-FCA8-1526-75211066B28C}"/>
          </ac:spMkLst>
        </pc:spChg>
        <pc:spChg chg="mod">
          <ac:chgData name="Robert de Groote" userId="2ce5265b-80a0-4fb8-a62a-8035e9b0c45a" providerId="ADAL" clId="{20F04FD4-9900-4063-95EE-CD816832BC31}" dt="2025-10-13T13:42:25.932" v="30298" actId="108"/>
          <ac:spMkLst>
            <pc:docMk/>
            <pc:sldMk cId="2640742283" sldId="568"/>
            <ac:spMk id="7" creationId="{9935BC38-052C-FB1B-B42E-B532D54079B2}"/>
          </ac:spMkLst>
        </pc:spChg>
        <pc:spChg chg="mod">
          <ac:chgData name="Robert de Groote" userId="2ce5265b-80a0-4fb8-a62a-8035e9b0c45a" providerId="ADAL" clId="{20F04FD4-9900-4063-95EE-CD816832BC31}" dt="2025-10-13T13:42:24.926" v="30297" actId="108"/>
          <ac:spMkLst>
            <pc:docMk/>
            <pc:sldMk cId="2640742283" sldId="568"/>
            <ac:spMk id="11" creationId="{F9417BC5-7273-EBB9-42DA-4D75FE74DDB4}"/>
          </ac:spMkLst>
        </pc:spChg>
        <pc:spChg chg="mod">
          <ac:chgData name="Robert de Groote" userId="2ce5265b-80a0-4fb8-a62a-8035e9b0c45a" providerId="ADAL" clId="{20F04FD4-9900-4063-95EE-CD816832BC31}" dt="2025-10-13T13:42:28.494" v="30301" actId="108"/>
          <ac:spMkLst>
            <pc:docMk/>
            <pc:sldMk cId="2640742283" sldId="568"/>
            <ac:spMk id="12" creationId="{5A81169E-7D00-25B0-73E9-4B3469A4815A}"/>
          </ac:spMkLst>
        </pc:spChg>
        <pc:spChg chg="mod">
          <ac:chgData name="Robert de Groote" userId="2ce5265b-80a0-4fb8-a62a-8035e9b0c45a" providerId="ADAL" clId="{20F04FD4-9900-4063-95EE-CD816832BC31}" dt="2025-10-13T13:42:29.236" v="30302" actId="108"/>
          <ac:spMkLst>
            <pc:docMk/>
            <pc:sldMk cId="2640742283" sldId="568"/>
            <ac:spMk id="13" creationId="{C331D9BC-98CC-9F2E-9EEA-E2EFD28BD7AF}"/>
          </ac:spMkLst>
        </pc:spChg>
        <pc:spChg chg="mod">
          <ac:chgData name="Robert de Groote" userId="2ce5265b-80a0-4fb8-a62a-8035e9b0c45a" providerId="ADAL" clId="{20F04FD4-9900-4063-95EE-CD816832BC31}" dt="2025-10-13T13:42:29.985" v="30303" actId="108"/>
          <ac:spMkLst>
            <pc:docMk/>
            <pc:sldMk cId="2640742283" sldId="568"/>
            <ac:spMk id="14" creationId="{7CB9C88A-AA67-3E3E-1EDD-6E8642904F81}"/>
          </ac:spMkLst>
        </pc:spChg>
        <pc:spChg chg="mod">
          <ac:chgData name="Robert de Groote" userId="2ce5265b-80a0-4fb8-a62a-8035e9b0c45a" providerId="ADAL" clId="{20F04FD4-9900-4063-95EE-CD816832BC31}" dt="2025-10-13T13:42:32.057" v="30304" actId="108"/>
          <ac:spMkLst>
            <pc:docMk/>
            <pc:sldMk cId="2640742283" sldId="568"/>
            <ac:spMk id="15" creationId="{8E642F48-C856-D1A8-5FDC-B52AAD2A4986}"/>
          </ac:spMkLst>
        </pc:spChg>
        <pc:spChg chg="del">
          <ac:chgData name="Robert de Groote" userId="2ce5265b-80a0-4fb8-a62a-8035e9b0c45a" providerId="ADAL" clId="{20F04FD4-9900-4063-95EE-CD816832BC31}" dt="2025-10-13T13:31:35.748" v="30006" actId="478"/>
          <ac:spMkLst>
            <pc:docMk/>
            <pc:sldMk cId="2640742283" sldId="568"/>
            <ac:spMk id="28" creationId="{1EDD0C7D-EE0C-CDC3-04B5-4FA25BDBE354}"/>
          </ac:spMkLst>
        </pc:spChg>
        <pc:spChg chg="mod">
          <ac:chgData name="Robert de Groote" userId="2ce5265b-80a0-4fb8-a62a-8035e9b0c45a" providerId="ADAL" clId="{20F04FD4-9900-4063-95EE-CD816832BC31}" dt="2025-10-13T13:23:25.038" v="29667" actId="20577"/>
          <ac:spMkLst>
            <pc:docMk/>
            <pc:sldMk cId="2640742283" sldId="568"/>
            <ac:spMk id="43" creationId="{1D08DBBA-54AB-2BAC-0D99-2C66778F2843}"/>
          </ac:spMkLst>
        </pc:spChg>
        <pc:spChg chg="del">
          <ac:chgData name="Robert de Groote" userId="2ce5265b-80a0-4fb8-a62a-8035e9b0c45a" providerId="ADAL" clId="{20F04FD4-9900-4063-95EE-CD816832BC31}" dt="2025-10-13T13:31:35.748" v="30006" actId="478"/>
          <ac:spMkLst>
            <pc:docMk/>
            <pc:sldMk cId="2640742283" sldId="568"/>
            <ac:spMk id="52" creationId="{C4687881-EABD-2BB1-62DC-BBD90FA222C5}"/>
          </ac:spMkLst>
        </pc:spChg>
        <pc:spChg chg="del">
          <ac:chgData name="Robert de Groote" userId="2ce5265b-80a0-4fb8-a62a-8035e9b0c45a" providerId="ADAL" clId="{20F04FD4-9900-4063-95EE-CD816832BC31}" dt="2025-10-13T13:31:35.748" v="30006" actId="478"/>
          <ac:spMkLst>
            <pc:docMk/>
            <pc:sldMk cId="2640742283" sldId="568"/>
            <ac:spMk id="53" creationId="{D6CF72EF-FD88-3B78-5778-8ADA943FDF52}"/>
          </ac:spMkLst>
        </pc:spChg>
        <pc:spChg chg="del">
          <ac:chgData name="Robert de Groote" userId="2ce5265b-80a0-4fb8-a62a-8035e9b0c45a" providerId="ADAL" clId="{20F04FD4-9900-4063-95EE-CD816832BC31}" dt="2025-10-13T13:31:35.748" v="30006" actId="478"/>
          <ac:spMkLst>
            <pc:docMk/>
            <pc:sldMk cId="2640742283" sldId="568"/>
            <ac:spMk id="54" creationId="{9232E09E-F6B6-05BF-4E41-E6EF83DFBF9C}"/>
          </ac:spMkLst>
        </pc:spChg>
        <pc:spChg chg="mod ord">
          <ac:chgData name="Robert de Groote" userId="2ce5265b-80a0-4fb8-a62a-8035e9b0c45a" providerId="ADAL" clId="{20F04FD4-9900-4063-95EE-CD816832BC31}" dt="2025-10-13T13:22:05.808" v="29642"/>
          <ac:spMkLst>
            <pc:docMk/>
            <pc:sldMk cId="2640742283" sldId="568"/>
            <ac:spMk id="55" creationId="{9E073A95-9855-E6AE-6822-1ABD6FBF5261}"/>
          </ac:spMkLst>
        </pc:spChg>
        <pc:spChg chg="add mod ord">
          <ac:chgData name="Robert de Groote" userId="2ce5265b-80a0-4fb8-a62a-8035e9b0c45a" providerId="ADAL" clId="{20F04FD4-9900-4063-95EE-CD816832BC31}" dt="2025-10-13T13:22:05.808" v="29652"/>
          <ac:spMkLst>
            <pc:docMk/>
            <pc:sldMk cId="2640742283" sldId="568"/>
            <ac:spMk id="56" creationId="{09B65D55-35D6-9AEB-3337-459EC2C30EBF}"/>
          </ac:spMkLst>
        </pc:spChg>
        <pc:spChg chg="add del mod ord">
          <ac:chgData name="Robert de Groote" userId="2ce5265b-80a0-4fb8-a62a-8035e9b0c45a" providerId="ADAL" clId="{20F04FD4-9900-4063-95EE-CD816832BC31}" dt="2025-10-13T13:22:05.714" v="29611"/>
          <ac:spMkLst>
            <pc:docMk/>
            <pc:sldMk cId="2640742283" sldId="568"/>
            <ac:spMk id="57" creationId="{55BC5EB7-FDB6-F591-D867-DD1AF05871DA}"/>
          </ac:spMkLst>
        </pc:spChg>
        <pc:spChg chg="del">
          <ac:chgData name="Robert de Groote" userId="2ce5265b-80a0-4fb8-a62a-8035e9b0c45a" providerId="ADAL" clId="{20F04FD4-9900-4063-95EE-CD816832BC31}" dt="2025-10-13T13:31:35.748" v="30006" actId="478"/>
          <ac:spMkLst>
            <pc:docMk/>
            <pc:sldMk cId="2640742283" sldId="568"/>
            <ac:spMk id="58" creationId="{626ACD1F-A068-6339-7DF6-DF48A0355731}"/>
          </ac:spMkLst>
        </pc:spChg>
        <pc:spChg chg="add del mod ord">
          <ac:chgData name="Robert de Groote" userId="2ce5265b-80a0-4fb8-a62a-8035e9b0c45a" providerId="ADAL" clId="{20F04FD4-9900-4063-95EE-CD816832BC31}" dt="2025-10-13T13:22:05.714" v="29611"/>
          <ac:spMkLst>
            <pc:docMk/>
            <pc:sldMk cId="2640742283" sldId="568"/>
            <ac:spMk id="59" creationId="{C4A49610-9194-D036-8D65-A83D824D9382}"/>
          </ac:spMkLst>
        </pc:spChg>
        <pc:spChg chg="add del mod">
          <ac:chgData name="Robert de Groote" userId="2ce5265b-80a0-4fb8-a62a-8035e9b0c45a" providerId="ADAL" clId="{20F04FD4-9900-4063-95EE-CD816832BC31}" dt="2025-10-13T13:22:05.635" v="29576"/>
          <ac:spMkLst>
            <pc:docMk/>
            <pc:sldMk cId="2640742283" sldId="568"/>
            <ac:spMk id="60" creationId="{F1F2E965-A0CA-AE73-828D-BDD7CABA38F1}"/>
          </ac:spMkLst>
        </pc:spChg>
        <pc:spChg chg="add del mod">
          <ac:chgData name="Robert de Groote" userId="2ce5265b-80a0-4fb8-a62a-8035e9b0c45a" providerId="ADAL" clId="{20F04FD4-9900-4063-95EE-CD816832BC31}" dt="2025-10-13T13:22:05.676" v="29585"/>
          <ac:spMkLst>
            <pc:docMk/>
            <pc:sldMk cId="2640742283" sldId="568"/>
            <ac:spMk id="61" creationId="{B1D54BC6-9445-1889-10F3-12D5AB94681B}"/>
          </ac:spMkLst>
        </pc:spChg>
        <pc:spChg chg="add del mod ord">
          <ac:chgData name="Robert de Groote" userId="2ce5265b-80a0-4fb8-a62a-8035e9b0c45a" providerId="ADAL" clId="{20F04FD4-9900-4063-95EE-CD816832BC31}" dt="2025-10-13T13:22:05.808" v="29656"/>
          <ac:spMkLst>
            <pc:docMk/>
            <pc:sldMk cId="2640742283" sldId="568"/>
            <ac:spMk id="62" creationId="{76955676-C5C9-6956-4C54-067BA99F21D4}"/>
          </ac:spMkLst>
        </pc:spChg>
        <pc:spChg chg="add del mod ord">
          <ac:chgData name="Robert de Groote" userId="2ce5265b-80a0-4fb8-a62a-8035e9b0c45a" providerId="ADAL" clId="{20F04FD4-9900-4063-95EE-CD816832BC31}" dt="2025-10-13T13:22:05.808" v="29656"/>
          <ac:spMkLst>
            <pc:docMk/>
            <pc:sldMk cId="2640742283" sldId="568"/>
            <ac:spMk id="63" creationId="{E5AB87C2-1614-7A31-452F-F7B551D39C6C}"/>
          </ac:spMkLst>
        </pc:spChg>
        <pc:spChg chg="add del mod">
          <ac:chgData name="Robert de Groote" userId="2ce5265b-80a0-4fb8-a62a-8035e9b0c45a" providerId="ADAL" clId="{20F04FD4-9900-4063-95EE-CD816832BC31}" dt="2025-10-13T13:22:05.745" v="29621"/>
          <ac:spMkLst>
            <pc:docMk/>
            <pc:sldMk cId="2640742283" sldId="568"/>
            <ac:spMk id="256" creationId="{3D4CE855-B0E7-65CA-413D-494C2A090558}"/>
          </ac:spMkLst>
        </pc:spChg>
        <pc:spChg chg="add del mod">
          <ac:chgData name="Robert de Groote" userId="2ce5265b-80a0-4fb8-a62a-8035e9b0c45a" providerId="ADAL" clId="{20F04FD4-9900-4063-95EE-CD816832BC31}" dt="2025-10-13T13:22:05.777" v="29630"/>
          <ac:spMkLst>
            <pc:docMk/>
            <pc:sldMk cId="2640742283" sldId="568"/>
            <ac:spMk id="257" creationId="{A3870842-4F3A-97CD-AAE3-7823AC32800D}"/>
          </ac:spMkLst>
        </pc:spChg>
        <pc:spChg chg="add mod">
          <ac:chgData name="Robert de Groote" userId="2ce5265b-80a0-4fb8-a62a-8035e9b0c45a" providerId="ADAL" clId="{20F04FD4-9900-4063-95EE-CD816832BC31}" dt="2025-10-13T13:32:42.506" v="30029"/>
          <ac:spMkLst>
            <pc:docMk/>
            <pc:sldMk cId="2640742283" sldId="568"/>
            <ac:spMk id="258" creationId="{FED70A11-70CA-2656-4BDD-5299D0F529E0}"/>
          </ac:spMkLst>
        </pc:spChg>
        <pc:spChg chg="del">
          <ac:chgData name="Robert de Groote" userId="2ce5265b-80a0-4fb8-a62a-8035e9b0c45a" providerId="ADAL" clId="{20F04FD4-9900-4063-95EE-CD816832BC31}" dt="2025-10-13T13:31:35.748" v="30006" actId="478"/>
          <ac:spMkLst>
            <pc:docMk/>
            <pc:sldMk cId="2640742283" sldId="568"/>
            <ac:spMk id="259" creationId="{BD86F1C2-B932-2FD1-2B28-7E6E6DF2136F}"/>
          </ac:spMkLst>
        </pc:spChg>
        <pc:spChg chg="add mod">
          <ac:chgData name="Robert de Groote" userId="2ce5265b-80a0-4fb8-a62a-8035e9b0c45a" providerId="ADAL" clId="{20F04FD4-9900-4063-95EE-CD816832BC31}" dt="2025-10-13T13:32:42.506" v="30030"/>
          <ac:spMkLst>
            <pc:docMk/>
            <pc:sldMk cId="2640742283" sldId="568"/>
            <ac:spMk id="260" creationId="{A738D519-127B-5831-793C-B324CAA97A63}"/>
          </ac:spMkLst>
        </pc:spChg>
        <pc:spChg chg="add mod">
          <ac:chgData name="Robert de Groote" userId="2ce5265b-80a0-4fb8-a62a-8035e9b0c45a" providerId="ADAL" clId="{20F04FD4-9900-4063-95EE-CD816832BC31}" dt="2025-10-13T13:32:42.506" v="30031"/>
          <ac:spMkLst>
            <pc:docMk/>
            <pc:sldMk cId="2640742283" sldId="568"/>
            <ac:spMk id="261" creationId="{3524D2C3-5641-3D33-0904-12E23BD89514}"/>
          </ac:spMkLst>
        </pc:spChg>
        <pc:spChg chg="add mod">
          <ac:chgData name="Robert de Groote" userId="2ce5265b-80a0-4fb8-a62a-8035e9b0c45a" providerId="ADAL" clId="{20F04FD4-9900-4063-95EE-CD816832BC31}" dt="2025-10-13T13:32:42.506" v="30032"/>
          <ac:spMkLst>
            <pc:docMk/>
            <pc:sldMk cId="2640742283" sldId="568"/>
            <ac:spMk id="262" creationId="{141D93DD-8CFC-3A82-2907-45648383ECE0}"/>
          </ac:spMkLst>
        </pc:spChg>
        <pc:spChg chg="add mod">
          <ac:chgData name="Robert de Groote" userId="2ce5265b-80a0-4fb8-a62a-8035e9b0c45a" providerId="ADAL" clId="{20F04FD4-9900-4063-95EE-CD816832BC31}" dt="2025-10-13T13:32:42.506" v="30033"/>
          <ac:spMkLst>
            <pc:docMk/>
            <pc:sldMk cId="2640742283" sldId="568"/>
            <ac:spMk id="263" creationId="{FA271C0C-54A0-FBCB-604D-08877F179870}"/>
          </ac:spMkLst>
        </pc:spChg>
        <pc:spChg chg="add mod">
          <ac:chgData name="Robert de Groote" userId="2ce5265b-80a0-4fb8-a62a-8035e9b0c45a" providerId="ADAL" clId="{20F04FD4-9900-4063-95EE-CD816832BC31}" dt="2025-10-13T13:32:42.506" v="30034"/>
          <ac:spMkLst>
            <pc:docMk/>
            <pc:sldMk cId="2640742283" sldId="568"/>
            <ac:spMk id="264" creationId="{F9A938DD-7AB8-780D-3915-BDE083B17E08}"/>
          </ac:spMkLst>
        </pc:spChg>
        <pc:spChg chg="add mod">
          <ac:chgData name="Robert de Groote" userId="2ce5265b-80a0-4fb8-a62a-8035e9b0c45a" providerId="ADAL" clId="{20F04FD4-9900-4063-95EE-CD816832BC31}" dt="2025-10-13T13:32:42.506" v="30035"/>
          <ac:spMkLst>
            <pc:docMk/>
            <pc:sldMk cId="2640742283" sldId="568"/>
            <ac:spMk id="265" creationId="{124BC698-CD30-D49C-0418-32312C45CDC7}"/>
          </ac:spMkLst>
        </pc:spChg>
        <pc:spChg chg="add mod">
          <ac:chgData name="Robert de Groote" userId="2ce5265b-80a0-4fb8-a62a-8035e9b0c45a" providerId="ADAL" clId="{20F04FD4-9900-4063-95EE-CD816832BC31}" dt="2025-10-13T13:32:42.506" v="30036"/>
          <ac:spMkLst>
            <pc:docMk/>
            <pc:sldMk cId="2640742283" sldId="568"/>
            <ac:spMk id="266" creationId="{B2753559-E0D2-6731-8339-75FCAB9909AC}"/>
          </ac:spMkLst>
        </pc:spChg>
        <pc:spChg chg="add mod">
          <ac:chgData name="Robert de Groote" userId="2ce5265b-80a0-4fb8-a62a-8035e9b0c45a" providerId="ADAL" clId="{20F04FD4-9900-4063-95EE-CD816832BC31}" dt="2025-10-13T13:32:42.506" v="30037"/>
          <ac:spMkLst>
            <pc:docMk/>
            <pc:sldMk cId="2640742283" sldId="568"/>
            <ac:spMk id="267" creationId="{DDF420F4-A58F-4278-646B-A6D3A6F354AF}"/>
          </ac:spMkLst>
        </pc:spChg>
        <pc:spChg chg="del">
          <ac:chgData name="Robert de Groote" userId="2ce5265b-80a0-4fb8-a62a-8035e9b0c45a" providerId="ADAL" clId="{20F04FD4-9900-4063-95EE-CD816832BC31}" dt="2025-10-13T13:31:35.748" v="30006" actId="478"/>
          <ac:spMkLst>
            <pc:docMk/>
            <pc:sldMk cId="2640742283" sldId="568"/>
            <ac:spMk id="268" creationId="{7E2519F7-C705-6C58-0128-A78814921DC3}"/>
          </ac:spMkLst>
        </pc:spChg>
        <pc:spChg chg="add mod">
          <ac:chgData name="Robert de Groote" userId="2ce5265b-80a0-4fb8-a62a-8035e9b0c45a" providerId="ADAL" clId="{20F04FD4-9900-4063-95EE-CD816832BC31}" dt="2025-10-13T13:32:42.506" v="30038"/>
          <ac:spMkLst>
            <pc:docMk/>
            <pc:sldMk cId="2640742283" sldId="568"/>
            <ac:spMk id="269" creationId="{2A289B02-865D-FA33-70CE-E18D2CF66D7E}"/>
          </ac:spMkLst>
        </pc:spChg>
        <pc:spChg chg="add mod">
          <ac:chgData name="Robert de Groote" userId="2ce5265b-80a0-4fb8-a62a-8035e9b0c45a" providerId="ADAL" clId="{20F04FD4-9900-4063-95EE-CD816832BC31}" dt="2025-10-13T17:12:58.362" v="31849" actId="14100"/>
          <ac:spMkLst>
            <pc:docMk/>
            <pc:sldMk cId="2640742283" sldId="568"/>
            <ac:spMk id="270" creationId="{86594B43-7E85-2F32-0779-ACAD2F123CE3}"/>
          </ac:spMkLst>
        </pc:spChg>
        <pc:spChg chg="del">
          <ac:chgData name="Robert de Groote" userId="2ce5265b-80a0-4fb8-a62a-8035e9b0c45a" providerId="ADAL" clId="{20F04FD4-9900-4063-95EE-CD816832BC31}" dt="2025-10-13T13:31:35.748" v="30006" actId="478"/>
          <ac:spMkLst>
            <pc:docMk/>
            <pc:sldMk cId="2640742283" sldId="568"/>
            <ac:spMk id="277" creationId="{5E6571B9-30EA-1F4F-1F64-C0532E253929}"/>
          </ac:spMkLst>
        </pc:spChg>
        <pc:spChg chg="del">
          <ac:chgData name="Robert de Groote" userId="2ce5265b-80a0-4fb8-a62a-8035e9b0c45a" providerId="ADAL" clId="{20F04FD4-9900-4063-95EE-CD816832BC31}" dt="2025-10-13T13:31:35.748" v="30006" actId="478"/>
          <ac:spMkLst>
            <pc:docMk/>
            <pc:sldMk cId="2640742283" sldId="568"/>
            <ac:spMk id="286" creationId="{E0299665-E361-9949-EEFC-E716413DEC47}"/>
          </ac:spMkLst>
        </pc:spChg>
        <pc:spChg chg="del">
          <ac:chgData name="Robert de Groote" userId="2ce5265b-80a0-4fb8-a62a-8035e9b0c45a" providerId="ADAL" clId="{20F04FD4-9900-4063-95EE-CD816832BC31}" dt="2025-10-13T13:31:35.748" v="30006" actId="478"/>
          <ac:spMkLst>
            <pc:docMk/>
            <pc:sldMk cId="2640742283" sldId="568"/>
            <ac:spMk id="287" creationId="{974FBE52-CF56-9532-E07A-400F8E057C0B}"/>
          </ac:spMkLst>
        </pc:spChg>
        <pc:cxnChg chg="mod">
          <ac:chgData name="Robert de Groote" userId="2ce5265b-80a0-4fb8-a62a-8035e9b0c45a" providerId="ADAL" clId="{20F04FD4-9900-4063-95EE-CD816832BC31}" dt="2025-10-13T13:23:30.850" v="29668" actId="108"/>
          <ac:cxnSpMkLst>
            <pc:docMk/>
            <pc:sldMk cId="2640742283" sldId="568"/>
            <ac:cxnSpMk id="10" creationId="{0111CE9D-7DFC-605E-2621-BD2B7C6512B2}"/>
          </ac:cxnSpMkLst>
        </pc:cxnChg>
        <pc:cxnChg chg="mod">
          <ac:chgData name="Robert de Groote" userId="2ce5265b-80a0-4fb8-a62a-8035e9b0c45a" providerId="ADAL" clId="{20F04FD4-9900-4063-95EE-CD816832BC31}" dt="2025-10-13T13:23:13.408" v="29665" actId="108"/>
          <ac:cxnSpMkLst>
            <pc:docMk/>
            <pc:sldMk cId="2640742283" sldId="568"/>
            <ac:cxnSpMk id="19" creationId="{186DD329-B1BC-0802-10B7-FCADF0369C65}"/>
          </ac:cxnSpMkLst>
        </pc:cxnChg>
      </pc:sldChg>
      <pc:sldChg chg="addSp modSp add modAnim">
        <pc:chgData name="Robert de Groote" userId="2ce5265b-80a0-4fb8-a62a-8035e9b0c45a" providerId="ADAL" clId="{20F04FD4-9900-4063-95EE-CD816832BC31}" dt="2025-10-13T17:36:49.514" v="32045"/>
        <pc:sldMkLst>
          <pc:docMk/>
          <pc:sldMk cId="755999518" sldId="569"/>
        </pc:sldMkLst>
        <pc:spChg chg="add mod">
          <ac:chgData name="Robert de Groote" userId="2ce5265b-80a0-4fb8-a62a-8035e9b0c45a" providerId="ADAL" clId="{20F04FD4-9900-4063-95EE-CD816832BC31}" dt="2025-10-13T17:36:48.323" v="32044"/>
          <ac:spMkLst>
            <pc:docMk/>
            <pc:sldMk cId="755999518" sldId="569"/>
            <ac:spMk id="43" creationId="{09C886AB-05DF-02D6-0761-1CDC14E3E32F}"/>
          </ac:spMkLst>
        </pc:spChg>
      </pc:sldChg>
      <pc:sldChg chg="add modAnim">
        <pc:chgData name="Robert de Groote" userId="2ce5265b-80a0-4fb8-a62a-8035e9b0c45a" providerId="ADAL" clId="{20F04FD4-9900-4063-95EE-CD816832BC31}" dt="2025-10-13T17:30:05.258" v="32003"/>
        <pc:sldMkLst>
          <pc:docMk/>
          <pc:sldMk cId="3697776483" sldId="570"/>
        </pc:sldMkLst>
      </pc:sldChg>
    </pc:docChg>
  </pc:docChgLst>
  <pc:docChgLst>
    <pc:chgData name="Robert de Groote" userId="2ce5265b-80a0-4fb8-a62a-8035e9b0c45a" providerId="ADAL" clId="{26C0FC0F-787E-4AFE-AA9A-4E52AC6E2AD8}"/>
    <pc:docChg chg="undo redo custSel addSld delSld modSld sldOrd">
      <pc:chgData name="Robert de Groote" userId="2ce5265b-80a0-4fb8-a62a-8035e9b0c45a" providerId="ADAL" clId="{26C0FC0F-787E-4AFE-AA9A-4E52AC6E2AD8}" dt="2025-09-19T13:42:16.091" v="26348" actId="207"/>
      <pc:docMkLst>
        <pc:docMk/>
      </pc:docMkLst>
      <pc:sldChg chg="modSp mod modAnim">
        <pc:chgData name="Robert de Groote" userId="2ce5265b-80a0-4fb8-a62a-8035e9b0c45a" providerId="ADAL" clId="{26C0FC0F-787E-4AFE-AA9A-4E52AC6E2AD8}" dt="2025-09-19T12:52:37.068" v="25925"/>
        <pc:sldMkLst>
          <pc:docMk/>
          <pc:sldMk cId="4099711276" sldId="256"/>
        </pc:sldMkLst>
        <pc:spChg chg="mod">
          <ac:chgData name="Robert de Groote" userId="2ce5265b-80a0-4fb8-a62a-8035e9b0c45a" providerId="ADAL" clId="{26C0FC0F-787E-4AFE-AA9A-4E52AC6E2AD8}" dt="2025-09-17T14:42:25.245" v="14" actId="20577"/>
          <ac:spMkLst>
            <pc:docMk/>
            <pc:sldMk cId="4099711276" sldId="256"/>
            <ac:spMk id="3" creationId="{B43DF9F7-8B56-49E7-9AFB-EB5E5B6EE430}"/>
          </ac:spMkLst>
        </pc:spChg>
      </pc:sldChg>
      <pc:sldChg chg="addSp modSp mod modAnim">
        <pc:chgData name="Robert de Groote" userId="2ce5265b-80a0-4fb8-a62a-8035e9b0c45a" providerId="ADAL" clId="{26C0FC0F-787E-4AFE-AA9A-4E52AC6E2AD8}" dt="2025-09-19T12:52:55.989" v="25928"/>
        <pc:sldMkLst>
          <pc:docMk/>
          <pc:sldMk cId="3346646082" sldId="257"/>
        </pc:sldMkLst>
        <pc:spChg chg="mod">
          <ac:chgData name="Robert de Groote" userId="2ce5265b-80a0-4fb8-a62a-8035e9b0c45a" providerId="ADAL" clId="{26C0FC0F-787E-4AFE-AA9A-4E52AC6E2AD8}" dt="2025-09-17T14:42:32.439" v="20" actId="20577"/>
          <ac:spMkLst>
            <pc:docMk/>
            <pc:sldMk cId="3346646082" sldId="257"/>
            <ac:spMk id="2" creationId="{205885D7-ABDF-C618-9CCD-413D088386B3}"/>
          </ac:spMkLst>
        </pc:spChg>
        <pc:spChg chg="mod">
          <ac:chgData name="Robert de Groote" userId="2ce5265b-80a0-4fb8-a62a-8035e9b0c45a" providerId="ADAL" clId="{26C0FC0F-787E-4AFE-AA9A-4E52AC6E2AD8}" dt="2025-09-19T12:52:46.039" v="25927" actId="27636"/>
          <ac:spMkLst>
            <pc:docMk/>
            <pc:sldMk cId="3346646082" sldId="257"/>
            <ac:spMk id="3" creationId="{81853582-0C43-5257-5530-A00EA0178D3B}"/>
          </ac:spMkLst>
        </pc:spChg>
      </pc:sldChg>
      <pc:sldChg chg="addSp delSp modSp mod setBg setClrOvrMap">
        <pc:chgData name="Robert de Groote" userId="2ce5265b-80a0-4fb8-a62a-8035e9b0c45a" providerId="ADAL" clId="{26C0FC0F-787E-4AFE-AA9A-4E52AC6E2AD8}" dt="2025-09-19T12:53:14.518" v="25954" actId="20577"/>
        <pc:sldMkLst>
          <pc:docMk/>
          <pc:sldMk cId="2437096053" sldId="260"/>
        </pc:sldMkLst>
      </pc:sldChg>
      <pc:sldChg chg="modSp del mod">
        <pc:chgData name="Robert de Groote" userId="2ce5265b-80a0-4fb8-a62a-8035e9b0c45a" providerId="ADAL" clId="{26C0FC0F-787E-4AFE-AA9A-4E52AC6E2AD8}" dt="2025-09-19T12:53:30.096" v="25955" actId="47"/>
        <pc:sldMkLst>
          <pc:docMk/>
          <pc:sldMk cId="2593846471" sldId="261"/>
        </pc:sldMkLst>
      </pc:sldChg>
      <pc:sldChg chg="del">
        <pc:chgData name="Robert de Groote" userId="2ce5265b-80a0-4fb8-a62a-8035e9b0c45a" providerId="ADAL" clId="{26C0FC0F-787E-4AFE-AA9A-4E52AC6E2AD8}" dt="2025-09-17T17:48:03.353" v="4603" actId="47"/>
        <pc:sldMkLst>
          <pc:docMk/>
          <pc:sldMk cId="3021126975" sldId="265"/>
        </pc:sldMkLst>
      </pc:sldChg>
      <pc:sldChg chg="modSp mod">
        <pc:chgData name="Robert de Groote" userId="2ce5265b-80a0-4fb8-a62a-8035e9b0c45a" providerId="ADAL" clId="{26C0FC0F-787E-4AFE-AA9A-4E52AC6E2AD8}" dt="2025-09-17T15:19:27.216" v="1825" actId="20577"/>
        <pc:sldMkLst>
          <pc:docMk/>
          <pc:sldMk cId="2050195976" sldId="266"/>
        </pc:sldMkLst>
      </pc:sldChg>
      <pc:sldChg chg="del">
        <pc:chgData name="Robert de Groote" userId="2ce5265b-80a0-4fb8-a62a-8035e9b0c45a" providerId="ADAL" clId="{26C0FC0F-787E-4AFE-AA9A-4E52AC6E2AD8}" dt="2025-09-17T17:48:04.401" v="4604" actId="47"/>
        <pc:sldMkLst>
          <pc:docMk/>
          <pc:sldMk cId="3359679964" sldId="268"/>
        </pc:sldMkLst>
      </pc:sldChg>
      <pc:sldChg chg="del">
        <pc:chgData name="Robert de Groote" userId="2ce5265b-80a0-4fb8-a62a-8035e9b0c45a" providerId="ADAL" clId="{26C0FC0F-787E-4AFE-AA9A-4E52AC6E2AD8}" dt="2025-09-17T17:48:09.215" v="4607" actId="47"/>
        <pc:sldMkLst>
          <pc:docMk/>
          <pc:sldMk cId="3909891326" sldId="272"/>
        </pc:sldMkLst>
      </pc:sldChg>
      <pc:sldChg chg="del">
        <pc:chgData name="Robert de Groote" userId="2ce5265b-80a0-4fb8-a62a-8035e9b0c45a" providerId="ADAL" clId="{26C0FC0F-787E-4AFE-AA9A-4E52AC6E2AD8}" dt="2025-09-17T14:58:26.052" v="804" actId="47"/>
        <pc:sldMkLst>
          <pc:docMk/>
          <pc:sldMk cId="4230653011" sldId="273"/>
        </pc:sldMkLst>
      </pc:sldChg>
      <pc:sldChg chg="modSp add del mod">
        <pc:chgData name="Robert de Groote" userId="2ce5265b-80a0-4fb8-a62a-8035e9b0c45a" providerId="ADAL" clId="{26C0FC0F-787E-4AFE-AA9A-4E52AC6E2AD8}" dt="2025-09-17T17:48:54.778" v="4632" actId="20577"/>
        <pc:sldMkLst>
          <pc:docMk/>
          <pc:sldMk cId="3657166026" sldId="274"/>
        </pc:sldMkLst>
      </pc:sldChg>
      <pc:sldChg chg="modSp mod">
        <pc:chgData name="Robert de Groote" userId="2ce5265b-80a0-4fb8-a62a-8035e9b0c45a" providerId="ADAL" clId="{26C0FC0F-787E-4AFE-AA9A-4E52AC6E2AD8}" dt="2025-09-17T16:41:08.426" v="3512" actId="20577"/>
        <pc:sldMkLst>
          <pc:docMk/>
          <pc:sldMk cId="1598828328" sldId="275"/>
        </pc:sldMkLst>
        <pc:spChg chg="mod">
          <ac:chgData name="Robert de Groote" userId="2ce5265b-80a0-4fb8-a62a-8035e9b0c45a" providerId="ADAL" clId="{26C0FC0F-787E-4AFE-AA9A-4E52AC6E2AD8}" dt="2025-09-17T16:39:58.645" v="3382" actId="20577"/>
          <ac:spMkLst>
            <pc:docMk/>
            <pc:sldMk cId="1598828328" sldId="275"/>
            <ac:spMk id="2" creationId="{DDFF7A87-E58D-3848-03BB-187C4750BC30}"/>
          </ac:spMkLst>
        </pc:spChg>
        <pc:spChg chg="mod">
          <ac:chgData name="Robert de Groote" userId="2ce5265b-80a0-4fb8-a62a-8035e9b0c45a" providerId="ADAL" clId="{26C0FC0F-787E-4AFE-AA9A-4E52AC6E2AD8}" dt="2025-09-17T16:41:08.426" v="3512" actId="20577"/>
          <ac:spMkLst>
            <pc:docMk/>
            <pc:sldMk cId="1598828328" sldId="275"/>
            <ac:spMk id="3" creationId="{6DCA8270-DE95-7954-F4CE-BC121EC30AD1}"/>
          </ac:spMkLst>
        </pc:spChg>
      </pc:sldChg>
      <pc:sldChg chg="del">
        <pc:chgData name="Robert de Groote" userId="2ce5265b-80a0-4fb8-a62a-8035e9b0c45a" providerId="ADAL" clId="{26C0FC0F-787E-4AFE-AA9A-4E52AC6E2AD8}" dt="2025-09-17T17:48:20.276" v="4608" actId="47"/>
        <pc:sldMkLst>
          <pc:docMk/>
          <pc:sldMk cId="1258586967" sldId="276"/>
        </pc:sldMkLst>
      </pc:sldChg>
      <pc:sldChg chg="del">
        <pc:chgData name="Robert de Groote" userId="2ce5265b-80a0-4fb8-a62a-8035e9b0c45a" providerId="ADAL" clId="{26C0FC0F-787E-4AFE-AA9A-4E52AC6E2AD8}" dt="2025-09-17T17:48:21.074" v="4609" actId="47"/>
        <pc:sldMkLst>
          <pc:docMk/>
          <pc:sldMk cId="3755024446" sldId="277"/>
        </pc:sldMkLst>
      </pc:sldChg>
      <pc:sldChg chg="del">
        <pc:chgData name="Robert de Groote" userId="2ce5265b-80a0-4fb8-a62a-8035e9b0c45a" providerId="ADAL" clId="{26C0FC0F-787E-4AFE-AA9A-4E52AC6E2AD8}" dt="2025-09-17T17:48:21.825" v="4610" actId="47"/>
        <pc:sldMkLst>
          <pc:docMk/>
          <pc:sldMk cId="2214709890" sldId="278"/>
        </pc:sldMkLst>
      </pc:sldChg>
      <pc:sldChg chg="add del">
        <pc:chgData name="Robert de Groote" userId="2ce5265b-80a0-4fb8-a62a-8035e9b0c45a" providerId="ADAL" clId="{26C0FC0F-787E-4AFE-AA9A-4E52AC6E2AD8}" dt="2025-09-17T17:48:46.097" v="4615" actId="47"/>
        <pc:sldMkLst>
          <pc:docMk/>
          <pc:sldMk cId="2729225412" sldId="279"/>
        </pc:sldMkLst>
      </pc:sldChg>
      <pc:sldChg chg="del">
        <pc:chgData name="Robert de Groote" userId="2ce5265b-80a0-4fb8-a62a-8035e9b0c45a" providerId="ADAL" clId="{26C0FC0F-787E-4AFE-AA9A-4E52AC6E2AD8}" dt="2025-09-17T17:48:08.543" v="4606" actId="47"/>
        <pc:sldMkLst>
          <pc:docMk/>
          <pc:sldMk cId="2288260186" sldId="280"/>
        </pc:sldMkLst>
      </pc:sldChg>
      <pc:sldChg chg="del">
        <pc:chgData name="Robert de Groote" userId="2ce5265b-80a0-4fb8-a62a-8035e9b0c45a" providerId="ADAL" clId="{26C0FC0F-787E-4AFE-AA9A-4E52AC6E2AD8}" dt="2025-09-17T17:48:05.837" v="4605" actId="47"/>
        <pc:sldMkLst>
          <pc:docMk/>
          <pc:sldMk cId="942638718" sldId="281"/>
        </pc:sldMkLst>
      </pc:sldChg>
      <pc:sldChg chg="addSp delSp modSp add del mod modTransition delAnim modAnim">
        <pc:chgData name="Robert de Groote" userId="2ce5265b-80a0-4fb8-a62a-8035e9b0c45a" providerId="ADAL" clId="{26C0FC0F-787E-4AFE-AA9A-4E52AC6E2AD8}" dt="2025-09-18T12:43:50.405" v="8960" actId="47"/>
        <pc:sldMkLst>
          <pc:docMk/>
          <pc:sldMk cId="3914987431" sldId="282"/>
        </pc:sldMkLst>
      </pc:sldChg>
      <pc:sldChg chg="addSp delSp modSp add mod modAnim">
        <pc:chgData name="Robert de Groote" userId="2ce5265b-80a0-4fb8-a62a-8035e9b0c45a" providerId="ADAL" clId="{26C0FC0F-787E-4AFE-AA9A-4E52AC6E2AD8}" dt="2025-09-19T13:00:43.661" v="25987"/>
        <pc:sldMkLst>
          <pc:docMk/>
          <pc:sldMk cId="2713723776" sldId="283"/>
        </pc:sldMkLst>
      </pc:sldChg>
      <pc:sldChg chg="addSp modSp add mod modAnim">
        <pc:chgData name="Robert de Groote" userId="2ce5265b-80a0-4fb8-a62a-8035e9b0c45a" providerId="ADAL" clId="{26C0FC0F-787E-4AFE-AA9A-4E52AC6E2AD8}" dt="2025-09-19T13:03:56.151" v="26068"/>
        <pc:sldMkLst>
          <pc:docMk/>
          <pc:sldMk cId="4168458889" sldId="284"/>
        </pc:sldMkLst>
      </pc:sldChg>
      <pc:sldChg chg="modSp add del mod">
        <pc:chgData name="Robert de Groote" userId="2ce5265b-80a0-4fb8-a62a-8035e9b0c45a" providerId="ADAL" clId="{26C0FC0F-787E-4AFE-AA9A-4E52AC6E2AD8}" dt="2025-09-19T08:45:27.459" v="23038" actId="47"/>
        <pc:sldMkLst>
          <pc:docMk/>
          <pc:sldMk cId="2494582434" sldId="285"/>
        </pc:sldMkLst>
      </pc:sldChg>
      <pc:sldChg chg="addSp delSp modSp add mod addAnim delAnim modAnim">
        <pc:chgData name="Robert de Groote" userId="2ce5265b-80a0-4fb8-a62a-8035e9b0c45a" providerId="ADAL" clId="{26C0FC0F-787E-4AFE-AA9A-4E52AC6E2AD8}" dt="2025-09-19T13:40:12.964" v="26245"/>
        <pc:sldMkLst>
          <pc:docMk/>
          <pc:sldMk cId="613819666" sldId="286"/>
        </pc:sldMkLst>
      </pc:sldChg>
      <pc:sldChg chg="addSp delSp modSp add mod modTransition delAnim modAnim">
        <pc:chgData name="Robert de Groote" userId="2ce5265b-80a0-4fb8-a62a-8035e9b0c45a" providerId="ADAL" clId="{26C0FC0F-787E-4AFE-AA9A-4E52AC6E2AD8}" dt="2025-09-18T15:00:59.521" v="16143"/>
        <pc:sldMkLst>
          <pc:docMk/>
          <pc:sldMk cId="2283501042" sldId="287"/>
        </pc:sldMkLst>
      </pc:sldChg>
      <pc:sldChg chg="addSp delSp modSp add mod addAnim delAnim modAnim">
        <pc:chgData name="Robert de Groote" userId="2ce5265b-80a0-4fb8-a62a-8035e9b0c45a" providerId="ADAL" clId="{26C0FC0F-787E-4AFE-AA9A-4E52AC6E2AD8}" dt="2025-09-18T11:26:38.490" v="4838" actId="165"/>
        <pc:sldMkLst>
          <pc:docMk/>
          <pc:sldMk cId="2799843916" sldId="288"/>
        </pc:sldMkLst>
      </pc:sldChg>
      <pc:sldChg chg="modSp add del mod">
        <pc:chgData name="Robert de Groote" userId="2ce5265b-80a0-4fb8-a62a-8035e9b0c45a" providerId="ADAL" clId="{26C0FC0F-787E-4AFE-AA9A-4E52AC6E2AD8}" dt="2025-09-18T12:43:57.610" v="8962" actId="47"/>
        <pc:sldMkLst>
          <pc:docMk/>
          <pc:sldMk cId="197997870" sldId="289"/>
        </pc:sldMkLst>
      </pc:sldChg>
      <pc:sldChg chg="modSp add del mod">
        <pc:chgData name="Robert de Groote" userId="2ce5265b-80a0-4fb8-a62a-8035e9b0c45a" providerId="ADAL" clId="{26C0FC0F-787E-4AFE-AA9A-4E52AC6E2AD8}" dt="2025-09-18T14:29:46.582" v="13870" actId="47"/>
        <pc:sldMkLst>
          <pc:docMk/>
          <pc:sldMk cId="2009157358" sldId="290"/>
        </pc:sldMkLst>
      </pc:sldChg>
      <pc:sldChg chg="addSp modSp add mod modAnim">
        <pc:chgData name="Robert de Groote" userId="2ce5265b-80a0-4fb8-a62a-8035e9b0c45a" providerId="ADAL" clId="{26C0FC0F-787E-4AFE-AA9A-4E52AC6E2AD8}" dt="2025-09-19T12:56:03.682" v="25958" actId="15"/>
        <pc:sldMkLst>
          <pc:docMk/>
          <pc:sldMk cId="1850556459" sldId="291"/>
        </pc:sldMkLst>
      </pc:sldChg>
      <pc:sldChg chg="modSp add del mod">
        <pc:chgData name="Robert de Groote" userId="2ce5265b-80a0-4fb8-a62a-8035e9b0c45a" providerId="ADAL" clId="{26C0FC0F-787E-4AFE-AA9A-4E52AC6E2AD8}" dt="2025-09-18T14:29:48.472" v="13871" actId="47"/>
        <pc:sldMkLst>
          <pc:docMk/>
          <pc:sldMk cId="4090434141" sldId="292"/>
        </pc:sldMkLst>
      </pc:sldChg>
      <pc:sldChg chg="addSp delSp modSp add mod modAnim">
        <pc:chgData name="Robert de Groote" userId="2ce5265b-80a0-4fb8-a62a-8035e9b0c45a" providerId="ADAL" clId="{26C0FC0F-787E-4AFE-AA9A-4E52AC6E2AD8}" dt="2025-09-19T12:59:37.514" v="25980"/>
        <pc:sldMkLst>
          <pc:docMk/>
          <pc:sldMk cId="874727719" sldId="293"/>
        </pc:sldMkLst>
      </pc:sldChg>
      <pc:sldChg chg="addSp delSp modSp add mod delAnim modAnim">
        <pc:chgData name="Robert de Groote" userId="2ce5265b-80a0-4fb8-a62a-8035e9b0c45a" providerId="ADAL" clId="{26C0FC0F-787E-4AFE-AA9A-4E52AC6E2AD8}" dt="2025-09-19T13:06:04.735" v="26095"/>
        <pc:sldMkLst>
          <pc:docMk/>
          <pc:sldMk cId="95491915" sldId="294"/>
        </pc:sldMkLst>
      </pc:sldChg>
      <pc:sldChg chg="addSp modSp add mod modAnim">
        <pc:chgData name="Robert de Groote" userId="2ce5265b-80a0-4fb8-a62a-8035e9b0c45a" providerId="ADAL" clId="{26C0FC0F-787E-4AFE-AA9A-4E52AC6E2AD8}" dt="2025-09-19T13:33:41.443" v="26194" actId="14100"/>
        <pc:sldMkLst>
          <pc:docMk/>
          <pc:sldMk cId="4076454938" sldId="295"/>
        </pc:sldMkLst>
      </pc:sldChg>
      <pc:sldChg chg="modSp add mod">
        <pc:chgData name="Robert de Groote" userId="2ce5265b-80a0-4fb8-a62a-8035e9b0c45a" providerId="ADAL" clId="{26C0FC0F-787E-4AFE-AA9A-4E52AC6E2AD8}" dt="2025-09-17T16:45:37.379" v="3903" actId="20577"/>
        <pc:sldMkLst>
          <pc:docMk/>
          <pc:sldMk cId="2588820184" sldId="296"/>
        </pc:sldMkLst>
      </pc:sldChg>
      <pc:sldChg chg="modSp add mod">
        <pc:chgData name="Robert de Groote" userId="2ce5265b-80a0-4fb8-a62a-8035e9b0c45a" providerId="ADAL" clId="{26C0FC0F-787E-4AFE-AA9A-4E52AC6E2AD8}" dt="2025-09-17T16:45:10.826" v="3829" actId="20577"/>
        <pc:sldMkLst>
          <pc:docMk/>
          <pc:sldMk cId="1033322806" sldId="297"/>
        </pc:sldMkLst>
      </pc:sldChg>
      <pc:sldChg chg="modSp add mod">
        <pc:chgData name="Robert de Groote" userId="2ce5265b-80a0-4fb8-a62a-8035e9b0c45a" providerId="ADAL" clId="{26C0FC0F-787E-4AFE-AA9A-4E52AC6E2AD8}" dt="2025-09-17T16:47:07.788" v="4048" actId="6549"/>
        <pc:sldMkLst>
          <pc:docMk/>
          <pc:sldMk cId="248389283" sldId="298"/>
        </pc:sldMkLst>
      </pc:sldChg>
      <pc:sldChg chg="modSp add mod">
        <pc:chgData name="Robert de Groote" userId="2ce5265b-80a0-4fb8-a62a-8035e9b0c45a" providerId="ADAL" clId="{26C0FC0F-787E-4AFE-AA9A-4E52AC6E2AD8}" dt="2025-09-17T16:46:50.272" v="4018" actId="20577"/>
        <pc:sldMkLst>
          <pc:docMk/>
          <pc:sldMk cId="2383517423" sldId="299"/>
        </pc:sldMkLst>
      </pc:sldChg>
      <pc:sldChg chg="modSp add del mod ord">
        <pc:chgData name="Robert de Groote" userId="2ce5265b-80a0-4fb8-a62a-8035e9b0c45a" providerId="ADAL" clId="{26C0FC0F-787E-4AFE-AA9A-4E52AC6E2AD8}" dt="2025-09-18T15:03:11.283" v="16190"/>
        <pc:sldMkLst>
          <pc:docMk/>
          <pc:sldMk cId="881715533" sldId="300"/>
        </pc:sldMkLst>
      </pc:sldChg>
      <pc:sldChg chg="addSp delSp modSp add mod modTransition modAnim">
        <pc:chgData name="Robert de Groote" userId="2ce5265b-80a0-4fb8-a62a-8035e9b0c45a" providerId="ADAL" clId="{26C0FC0F-787E-4AFE-AA9A-4E52AC6E2AD8}" dt="2025-09-18T11:29:00.345" v="5108"/>
        <pc:sldMkLst>
          <pc:docMk/>
          <pc:sldMk cId="1365433860" sldId="301"/>
        </pc:sldMkLst>
      </pc:sldChg>
      <pc:sldChg chg="addSp delSp modSp add del mod modTransition delAnim modAnim">
        <pc:chgData name="Robert de Groote" userId="2ce5265b-80a0-4fb8-a62a-8035e9b0c45a" providerId="ADAL" clId="{26C0FC0F-787E-4AFE-AA9A-4E52AC6E2AD8}" dt="2025-09-17T17:43:58.320" v="4369" actId="47"/>
        <pc:sldMkLst>
          <pc:docMk/>
          <pc:sldMk cId="3695370766" sldId="302"/>
        </pc:sldMkLst>
      </pc:sldChg>
      <pc:sldChg chg="addSp modSp add mod modTransition">
        <pc:chgData name="Robert de Groote" userId="2ce5265b-80a0-4fb8-a62a-8035e9b0c45a" providerId="ADAL" clId="{26C0FC0F-787E-4AFE-AA9A-4E52AC6E2AD8}" dt="2025-09-17T17:42:36.527" v="4367"/>
        <pc:sldMkLst>
          <pc:docMk/>
          <pc:sldMk cId="117013265" sldId="303"/>
        </pc:sldMkLst>
      </pc:sldChg>
      <pc:sldChg chg="addSp delSp modSp add del mod modTransition delAnim modAnim">
        <pc:chgData name="Robert de Groote" userId="2ce5265b-80a0-4fb8-a62a-8035e9b0c45a" providerId="ADAL" clId="{26C0FC0F-787E-4AFE-AA9A-4E52AC6E2AD8}" dt="2025-09-18T11:27:04.889" v="4843" actId="47"/>
        <pc:sldMkLst>
          <pc:docMk/>
          <pc:sldMk cId="885263434" sldId="304"/>
        </pc:sldMkLst>
      </pc:sldChg>
      <pc:sldChg chg="addSp delSp modSp add mod modTransition addAnim delAnim modAnim">
        <pc:chgData name="Robert de Groote" userId="2ce5265b-80a0-4fb8-a62a-8035e9b0c45a" providerId="ADAL" clId="{26C0FC0F-787E-4AFE-AA9A-4E52AC6E2AD8}" dt="2025-09-18T11:27:22.269" v="5084" actId="478"/>
        <pc:sldMkLst>
          <pc:docMk/>
          <pc:sldMk cId="3184350671" sldId="304"/>
        </pc:sldMkLst>
      </pc:sldChg>
      <pc:sldChg chg="addSp delSp modSp add del mod modTransition addAnim delAnim modAnim">
        <pc:chgData name="Robert de Groote" userId="2ce5265b-80a0-4fb8-a62a-8035e9b0c45a" providerId="ADAL" clId="{26C0FC0F-787E-4AFE-AA9A-4E52AC6E2AD8}" dt="2025-09-18T12:26:20.220" v="8085" actId="6549"/>
        <pc:sldMkLst>
          <pc:docMk/>
          <pc:sldMk cId="3788273648" sldId="305"/>
        </pc:sldMkLst>
      </pc:sldChg>
      <pc:sldChg chg="addSp delSp modSp add mod modTransition modAnim">
        <pc:chgData name="Robert de Groote" userId="2ce5265b-80a0-4fb8-a62a-8035e9b0c45a" providerId="ADAL" clId="{26C0FC0F-787E-4AFE-AA9A-4E52AC6E2AD8}" dt="2025-09-18T11:34:11.691" v="6570"/>
        <pc:sldMkLst>
          <pc:docMk/>
          <pc:sldMk cId="2415291721" sldId="306"/>
        </pc:sldMkLst>
      </pc:sldChg>
      <pc:sldChg chg="addSp delSp modSp add del mod">
        <pc:chgData name="Robert de Groote" userId="2ce5265b-80a0-4fb8-a62a-8035e9b0c45a" providerId="ADAL" clId="{26C0FC0F-787E-4AFE-AA9A-4E52AC6E2AD8}" dt="2025-09-18T11:47:14.928" v="7391"/>
        <pc:sldMkLst>
          <pc:docMk/>
          <pc:sldMk cId="140628198" sldId="307"/>
        </pc:sldMkLst>
      </pc:sldChg>
      <pc:sldChg chg="add del">
        <pc:chgData name="Robert de Groote" userId="2ce5265b-80a0-4fb8-a62a-8035e9b0c45a" providerId="ADAL" clId="{26C0FC0F-787E-4AFE-AA9A-4E52AC6E2AD8}" dt="2025-09-18T12:03:26.929" v="7484" actId="2890"/>
        <pc:sldMkLst>
          <pc:docMk/>
          <pc:sldMk cId="1617434593" sldId="307"/>
        </pc:sldMkLst>
      </pc:sldChg>
      <pc:sldChg chg="addSp delSp modSp add del mod">
        <pc:chgData name="Robert de Groote" userId="2ce5265b-80a0-4fb8-a62a-8035e9b0c45a" providerId="ADAL" clId="{26C0FC0F-787E-4AFE-AA9A-4E52AC6E2AD8}" dt="2025-09-18T11:45:39.497" v="6986"/>
        <pc:sldMkLst>
          <pc:docMk/>
          <pc:sldMk cId="1730917247" sldId="307"/>
        </pc:sldMkLst>
      </pc:sldChg>
      <pc:sldChg chg="addSp delSp modSp add del mod">
        <pc:chgData name="Robert de Groote" userId="2ce5265b-80a0-4fb8-a62a-8035e9b0c45a" providerId="ADAL" clId="{26C0FC0F-787E-4AFE-AA9A-4E52AC6E2AD8}" dt="2025-09-18T11:46:35.231" v="7192"/>
        <pc:sldMkLst>
          <pc:docMk/>
          <pc:sldMk cId="2444021462" sldId="307"/>
        </pc:sldMkLst>
      </pc:sldChg>
      <pc:sldChg chg="add del modTransition">
        <pc:chgData name="Robert de Groote" userId="2ce5265b-80a0-4fb8-a62a-8035e9b0c45a" providerId="ADAL" clId="{26C0FC0F-787E-4AFE-AA9A-4E52AC6E2AD8}" dt="2025-09-18T12:43:52.394" v="8961" actId="47"/>
        <pc:sldMkLst>
          <pc:docMk/>
          <pc:sldMk cId="2454140950" sldId="307"/>
        </pc:sldMkLst>
      </pc:sldChg>
      <pc:sldChg chg="addSp delSp modSp add del mod">
        <pc:chgData name="Robert de Groote" userId="2ce5265b-80a0-4fb8-a62a-8035e9b0c45a" providerId="ADAL" clId="{26C0FC0F-787E-4AFE-AA9A-4E52AC6E2AD8}" dt="2025-09-18T11:46:48.402" v="7197" actId="2696"/>
        <pc:sldMkLst>
          <pc:docMk/>
          <pc:sldMk cId="2556776572" sldId="307"/>
        </pc:sldMkLst>
      </pc:sldChg>
      <pc:sldChg chg="addSp delSp modSp add del mod modTransition modAnim">
        <pc:chgData name="Robert de Groote" userId="2ce5265b-80a0-4fb8-a62a-8035e9b0c45a" providerId="ADAL" clId="{26C0FC0F-787E-4AFE-AA9A-4E52AC6E2AD8}" dt="2025-09-18T11:45:39.497" v="6986"/>
        <pc:sldMkLst>
          <pc:docMk/>
          <pc:sldMk cId="42093778" sldId="308"/>
        </pc:sldMkLst>
      </pc:sldChg>
      <pc:sldChg chg="add del">
        <pc:chgData name="Robert de Groote" userId="2ce5265b-80a0-4fb8-a62a-8035e9b0c45a" providerId="ADAL" clId="{26C0FC0F-787E-4AFE-AA9A-4E52AC6E2AD8}" dt="2025-09-18T11:46:35.231" v="7192"/>
        <pc:sldMkLst>
          <pc:docMk/>
          <pc:sldMk cId="342574506" sldId="308"/>
        </pc:sldMkLst>
      </pc:sldChg>
      <pc:sldChg chg="add del">
        <pc:chgData name="Robert de Groote" userId="2ce5265b-80a0-4fb8-a62a-8035e9b0c45a" providerId="ADAL" clId="{26C0FC0F-787E-4AFE-AA9A-4E52AC6E2AD8}" dt="2025-09-18T12:20:13.027" v="7648" actId="47"/>
        <pc:sldMkLst>
          <pc:docMk/>
          <pc:sldMk cId="848356659" sldId="308"/>
        </pc:sldMkLst>
      </pc:sldChg>
      <pc:sldChg chg="addSp delSp modSp add del mod modTransition delAnim modAnim">
        <pc:chgData name="Robert de Groote" userId="2ce5265b-80a0-4fb8-a62a-8035e9b0c45a" providerId="ADAL" clId="{26C0FC0F-787E-4AFE-AA9A-4E52AC6E2AD8}" dt="2025-09-18T12:19:49.168" v="7645" actId="47"/>
        <pc:sldMkLst>
          <pc:docMk/>
          <pc:sldMk cId="2068359823" sldId="308"/>
        </pc:sldMkLst>
      </pc:sldChg>
      <pc:sldChg chg="addSp delSp modSp add mod modAnim">
        <pc:chgData name="Robert de Groote" userId="2ce5265b-80a0-4fb8-a62a-8035e9b0c45a" providerId="ADAL" clId="{26C0FC0F-787E-4AFE-AA9A-4E52AC6E2AD8}" dt="2025-09-18T12:28:04.587" v="8318"/>
        <pc:sldMkLst>
          <pc:docMk/>
          <pc:sldMk cId="2375782824" sldId="308"/>
        </pc:sldMkLst>
      </pc:sldChg>
      <pc:sldChg chg="add del modAnim">
        <pc:chgData name="Robert de Groote" userId="2ce5265b-80a0-4fb8-a62a-8035e9b0c45a" providerId="ADAL" clId="{26C0FC0F-787E-4AFE-AA9A-4E52AC6E2AD8}" dt="2025-09-18T12:17:53.236" v="7605" actId="47"/>
        <pc:sldMkLst>
          <pc:docMk/>
          <pc:sldMk cId="3432135103" sldId="308"/>
        </pc:sldMkLst>
      </pc:sldChg>
      <pc:sldChg chg="add del">
        <pc:chgData name="Robert de Groote" userId="2ce5265b-80a0-4fb8-a62a-8035e9b0c45a" providerId="ADAL" clId="{26C0FC0F-787E-4AFE-AA9A-4E52AC6E2AD8}" dt="2025-09-18T11:47:14.928" v="7391"/>
        <pc:sldMkLst>
          <pc:docMk/>
          <pc:sldMk cId="3952600698" sldId="308"/>
        </pc:sldMkLst>
      </pc:sldChg>
      <pc:sldChg chg="addSp delSp modSp add del mod modTransition delAnim modAnim">
        <pc:chgData name="Robert de Groote" userId="2ce5265b-80a0-4fb8-a62a-8035e9b0c45a" providerId="ADAL" clId="{26C0FC0F-787E-4AFE-AA9A-4E52AC6E2AD8}" dt="2025-09-18T12:21:23.815" v="7780" actId="47"/>
        <pc:sldMkLst>
          <pc:docMk/>
          <pc:sldMk cId="4132812892" sldId="308"/>
        </pc:sldMkLst>
      </pc:sldChg>
      <pc:sldChg chg="addSp delSp modSp add del mod modTransition addAnim delAnim modAnim">
        <pc:chgData name="Robert de Groote" userId="2ce5265b-80a0-4fb8-a62a-8035e9b0c45a" providerId="ADAL" clId="{26C0FC0F-787E-4AFE-AA9A-4E52AC6E2AD8}" dt="2025-09-18T11:46:35.231" v="7192"/>
        <pc:sldMkLst>
          <pc:docMk/>
          <pc:sldMk cId="2112824529" sldId="309"/>
        </pc:sldMkLst>
      </pc:sldChg>
      <pc:sldChg chg="modSp add mod modTransition">
        <pc:chgData name="Robert de Groote" userId="2ce5265b-80a0-4fb8-a62a-8035e9b0c45a" providerId="ADAL" clId="{26C0FC0F-787E-4AFE-AA9A-4E52AC6E2AD8}" dt="2025-09-18T12:29:39.959" v="8528" actId="20577"/>
        <pc:sldMkLst>
          <pc:docMk/>
          <pc:sldMk cId="2340356800" sldId="309"/>
        </pc:sldMkLst>
      </pc:sldChg>
      <pc:sldChg chg="addSp delSp modSp add del mod modTransition addAnim delAnim modAnim">
        <pc:chgData name="Robert de Groote" userId="2ce5265b-80a0-4fb8-a62a-8035e9b0c45a" providerId="ADAL" clId="{26C0FC0F-787E-4AFE-AA9A-4E52AC6E2AD8}" dt="2025-09-18T11:47:14.928" v="7391"/>
        <pc:sldMkLst>
          <pc:docMk/>
          <pc:sldMk cId="2632289950" sldId="309"/>
        </pc:sldMkLst>
      </pc:sldChg>
      <pc:sldChg chg="addSp delSp modSp add mod delAnim modAnim">
        <pc:chgData name="Robert de Groote" userId="2ce5265b-80a0-4fb8-a62a-8035e9b0c45a" providerId="ADAL" clId="{26C0FC0F-787E-4AFE-AA9A-4E52AC6E2AD8}" dt="2025-09-18T12:43:30.263" v="8959"/>
        <pc:sldMkLst>
          <pc:docMk/>
          <pc:sldMk cId="3708548468" sldId="310"/>
        </pc:sldMkLst>
      </pc:sldChg>
      <pc:sldChg chg="addSp delSp modSp add del mod modTransition delAnim modAnim">
        <pc:chgData name="Robert de Groote" userId="2ce5265b-80a0-4fb8-a62a-8035e9b0c45a" providerId="ADAL" clId="{26C0FC0F-787E-4AFE-AA9A-4E52AC6E2AD8}" dt="2025-09-18T12:28:13.176" v="8319" actId="47"/>
        <pc:sldMkLst>
          <pc:docMk/>
          <pc:sldMk cId="4137551178" sldId="310"/>
        </pc:sldMkLst>
      </pc:sldChg>
      <pc:sldChg chg="modSp add del mod">
        <pc:chgData name="Robert de Groote" userId="2ce5265b-80a0-4fb8-a62a-8035e9b0c45a" providerId="ADAL" clId="{26C0FC0F-787E-4AFE-AA9A-4E52AC6E2AD8}" dt="2025-09-18T12:54:22.123" v="9397" actId="47"/>
        <pc:sldMkLst>
          <pc:docMk/>
          <pc:sldMk cId="2307875831" sldId="311"/>
        </pc:sldMkLst>
      </pc:sldChg>
      <pc:sldChg chg="addSp delSp modSp add mod ord delAnim modAnim">
        <pc:chgData name="Robert de Groote" userId="2ce5265b-80a0-4fb8-a62a-8035e9b0c45a" providerId="ADAL" clId="{26C0FC0F-787E-4AFE-AA9A-4E52AC6E2AD8}" dt="2025-09-18T13:04:34.255" v="9633"/>
        <pc:sldMkLst>
          <pc:docMk/>
          <pc:sldMk cId="4224142537" sldId="311"/>
        </pc:sldMkLst>
      </pc:sldChg>
      <pc:sldChg chg="delSp modSp add mod modAnim">
        <pc:chgData name="Robert de Groote" userId="2ce5265b-80a0-4fb8-a62a-8035e9b0c45a" providerId="ADAL" clId="{26C0FC0F-787E-4AFE-AA9A-4E52AC6E2AD8}" dt="2025-09-18T13:24:14.412" v="10532"/>
        <pc:sldMkLst>
          <pc:docMk/>
          <pc:sldMk cId="2383432657" sldId="312"/>
        </pc:sldMkLst>
      </pc:sldChg>
      <pc:sldChg chg="delSp modSp add mod modTransition modAnim">
        <pc:chgData name="Robert de Groote" userId="2ce5265b-80a0-4fb8-a62a-8035e9b0c45a" providerId="ADAL" clId="{26C0FC0F-787E-4AFE-AA9A-4E52AC6E2AD8}" dt="2025-09-18T13:23:53.078" v="10526"/>
        <pc:sldMkLst>
          <pc:docMk/>
          <pc:sldMk cId="2332392631" sldId="313"/>
        </pc:sldMkLst>
      </pc:sldChg>
      <pc:sldChg chg="addSp delSp modSp add mod modTransition delAnim modAnim">
        <pc:chgData name="Robert de Groote" userId="2ce5265b-80a0-4fb8-a62a-8035e9b0c45a" providerId="ADAL" clId="{26C0FC0F-787E-4AFE-AA9A-4E52AC6E2AD8}" dt="2025-09-18T13:23:15.902" v="10514" actId="207"/>
        <pc:sldMkLst>
          <pc:docMk/>
          <pc:sldMk cId="3733322326" sldId="314"/>
        </pc:sldMkLst>
      </pc:sldChg>
      <pc:sldChg chg="addSp modSp add mod modAnim">
        <pc:chgData name="Robert de Groote" userId="2ce5265b-80a0-4fb8-a62a-8035e9b0c45a" providerId="ADAL" clId="{26C0FC0F-787E-4AFE-AA9A-4E52AC6E2AD8}" dt="2025-09-18T13:56:02.349" v="10803"/>
        <pc:sldMkLst>
          <pc:docMk/>
          <pc:sldMk cId="3288259036" sldId="315"/>
        </pc:sldMkLst>
      </pc:sldChg>
      <pc:sldChg chg="addSp delSp modSp add mod modTransition delAnim modAnim">
        <pc:chgData name="Robert de Groote" userId="2ce5265b-80a0-4fb8-a62a-8035e9b0c45a" providerId="ADAL" clId="{26C0FC0F-787E-4AFE-AA9A-4E52AC6E2AD8}" dt="2025-09-19T12:57:54.153" v="25965" actId="20577"/>
        <pc:sldMkLst>
          <pc:docMk/>
          <pc:sldMk cId="1910636752" sldId="316"/>
        </pc:sldMkLst>
      </pc:sldChg>
      <pc:sldChg chg="addSp delSp modSp add mod modAnim">
        <pc:chgData name="Robert de Groote" userId="2ce5265b-80a0-4fb8-a62a-8035e9b0c45a" providerId="ADAL" clId="{26C0FC0F-787E-4AFE-AA9A-4E52AC6E2AD8}" dt="2025-09-18T14:51:41.583" v="15616" actId="20577"/>
        <pc:sldMkLst>
          <pc:docMk/>
          <pc:sldMk cId="10263876" sldId="317"/>
        </pc:sldMkLst>
      </pc:sldChg>
      <pc:sldChg chg="modSp add modTransition modAnim">
        <pc:chgData name="Robert de Groote" userId="2ce5265b-80a0-4fb8-a62a-8035e9b0c45a" providerId="ADAL" clId="{26C0FC0F-787E-4AFE-AA9A-4E52AC6E2AD8}" dt="2025-09-19T12:58:49.105" v="25967"/>
        <pc:sldMkLst>
          <pc:docMk/>
          <pc:sldMk cId="45731821" sldId="318"/>
        </pc:sldMkLst>
      </pc:sldChg>
      <pc:sldChg chg="addSp modSp add del mod modTransition modAnim">
        <pc:chgData name="Robert de Groote" userId="2ce5265b-80a0-4fb8-a62a-8035e9b0c45a" providerId="ADAL" clId="{26C0FC0F-787E-4AFE-AA9A-4E52AC6E2AD8}" dt="2025-09-18T14:57:35.923" v="16099" actId="2890"/>
        <pc:sldMkLst>
          <pc:docMk/>
          <pc:sldMk cId="1276102998" sldId="319"/>
        </pc:sldMkLst>
      </pc:sldChg>
      <pc:sldChg chg="addSp delSp modSp add del mod modTransition delAnim modAnim">
        <pc:chgData name="Robert de Groote" userId="2ce5265b-80a0-4fb8-a62a-8035e9b0c45a" providerId="ADAL" clId="{26C0FC0F-787E-4AFE-AA9A-4E52AC6E2AD8}" dt="2025-09-18T14:37:14.033" v="14814" actId="47"/>
        <pc:sldMkLst>
          <pc:docMk/>
          <pc:sldMk cId="2651593556" sldId="319"/>
        </pc:sldMkLst>
      </pc:sldChg>
      <pc:sldChg chg="delSp modSp add del mod modTransition">
        <pc:chgData name="Robert de Groote" userId="2ce5265b-80a0-4fb8-a62a-8035e9b0c45a" providerId="ADAL" clId="{26C0FC0F-787E-4AFE-AA9A-4E52AC6E2AD8}" dt="2025-09-18T15:18:08.656" v="17742" actId="47"/>
        <pc:sldMkLst>
          <pc:docMk/>
          <pc:sldMk cId="3412264307" sldId="319"/>
        </pc:sldMkLst>
      </pc:sldChg>
      <pc:sldChg chg="addSp delSp modSp add mod modTransition">
        <pc:chgData name="Robert de Groote" userId="2ce5265b-80a0-4fb8-a62a-8035e9b0c45a" providerId="ADAL" clId="{26C0FC0F-787E-4AFE-AA9A-4E52AC6E2AD8}" dt="2025-09-19T13:00:15.401" v="25984" actId="14100"/>
        <pc:sldMkLst>
          <pc:docMk/>
          <pc:sldMk cId="2947786956" sldId="320"/>
        </pc:sldMkLst>
      </pc:sldChg>
      <pc:sldChg chg="addSp delSp modSp add mod modTransition delAnim modAnim">
        <pc:chgData name="Robert de Groote" userId="2ce5265b-80a0-4fb8-a62a-8035e9b0c45a" providerId="ADAL" clId="{26C0FC0F-787E-4AFE-AA9A-4E52AC6E2AD8}" dt="2025-09-19T13:00:07.858" v="25982" actId="14100"/>
        <pc:sldMkLst>
          <pc:docMk/>
          <pc:sldMk cId="1992519415" sldId="321"/>
        </pc:sldMkLst>
      </pc:sldChg>
      <pc:sldChg chg="addSp delSp modSp add del mod modTransition modAnim">
        <pc:chgData name="Robert de Groote" userId="2ce5265b-80a0-4fb8-a62a-8035e9b0c45a" providerId="ADAL" clId="{26C0FC0F-787E-4AFE-AA9A-4E52AC6E2AD8}" dt="2025-09-18T15:16:51.148" v="17550" actId="2890"/>
        <pc:sldMkLst>
          <pc:docMk/>
          <pc:sldMk cId="2220892477" sldId="321"/>
        </pc:sldMkLst>
      </pc:sldChg>
      <pc:sldChg chg="modSp add mod ord">
        <pc:chgData name="Robert de Groote" userId="2ce5265b-80a0-4fb8-a62a-8035e9b0c45a" providerId="ADAL" clId="{26C0FC0F-787E-4AFE-AA9A-4E52AC6E2AD8}" dt="2025-09-18T15:23:32.773" v="17879" actId="20577"/>
        <pc:sldMkLst>
          <pc:docMk/>
          <pc:sldMk cId="4213126683" sldId="322"/>
        </pc:sldMkLst>
      </pc:sldChg>
      <pc:sldChg chg="addSp delSp modSp add mod modAnim">
        <pc:chgData name="Robert de Groote" userId="2ce5265b-80a0-4fb8-a62a-8035e9b0c45a" providerId="ADAL" clId="{26C0FC0F-787E-4AFE-AA9A-4E52AC6E2AD8}" dt="2025-09-19T13:01:00.254" v="25989"/>
        <pc:sldMkLst>
          <pc:docMk/>
          <pc:sldMk cId="2231015180" sldId="323"/>
        </pc:sldMkLst>
      </pc:sldChg>
      <pc:sldChg chg="addSp delSp modSp add mod addAnim delAnim modAnim">
        <pc:chgData name="Robert de Groote" userId="2ce5265b-80a0-4fb8-a62a-8035e9b0c45a" providerId="ADAL" clId="{26C0FC0F-787E-4AFE-AA9A-4E52AC6E2AD8}" dt="2025-09-18T17:46:05.411" v="22282"/>
        <pc:sldMkLst>
          <pc:docMk/>
          <pc:sldMk cId="916894152" sldId="324"/>
        </pc:sldMkLst>
      </pc:sldChg>
      <pc:sldChg chg="addSp delSp modSp add mod delAnim modAnim modShow">
        <pc:chgData name="Robert de Groote" userId="2ce5265b-80a0-4fb8-a62a-8035e9b0c45a" providerId="ADAL" clId="{26C0FC0F-787E-4AFE-AA9A-4E52AC6E2AD8}" dt="2025-09-19T13:25:19.239" v="26096" actId="729"/>
        <pc:sldMkLst>
          <pc:docMk/>
          <pc:sldMk cId="220472505" sldId="325"/>
        </pc:sldMkLst>
      </pc:sldChg>
      <pc:sldChg chg="modSp add mod">
        <pc:chgData name="Robert de Groote" userId="2ce5265b-80a0-4fb8-a62a-8035e9b0c45a" providerId="ADAL" clId="{26C0FC0F-787E-4AFE-AA9A-4E52AC6E2AD8}" dt="2025-09-19T13:42:16.091" v="26348" actId="207"/>
        <pc:sldMkLst>
          <pc:docMk/>
          <pc:sldMk cId="3008100289" sldId="326"/>
        </pc:sldMkLst>
      </pc:sldChg>
      <pc:sldChg chg="addSp delSp modSp add mod modAnim">
        <pc:chgData name="Robert de Groote" userId="2ce5265b-80a0-4fb8-a62a-8035e9b0c45a" providerId="ADAL" clId="{26C0FC0F-787E-4AFE-AA9A-4E52AC6E2AD8}" dt="2025-09-19T13:01:39.085" v="25994"/>
        <pc:sldMkLst>
          <pc:docMk/>
          <pc:sldMk cId="3863058989" sldId="327"/>
        </pc:sldMkLst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45610A-17B4-4656-93CF-E1D9982860F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40080" y="1371599"/>
            <a:ext cx="6675120" cy="2951825"/>
          </a:xfrm>
        </p:spPr>
        <p:txBody>
          <a:bodyPr anchor="t">
            <a:normAutofit/>
          </a:bodyPr>
          <a:lstStyle>
            <a:lvl1pPr algn="l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451C80B-DFD6-415B-BA5B-E56E510CD12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40080" y="4584879"/>
            <a:ext cx="6675120" cy="1287887"/>
          </a:xfrm>
        </p:spPr>
        <p:txBody>
          <a:bodyPr anchor="b">
            <a:normAutofit/>
          </a:bodyPr>
          <a:lstStyle>
            <a:lvl1pPr marL="0" indent="0" algn="l">
              <a:lnSpc>
                <a:spcPct val="130000"/>
              </a:lnSpc>
              <a:buNone/>
              <a:defRPr sz="1800" b="1" cap="all" spc="300" baseline="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7A2065B-06FF-4991-9F8A-4BE25457B4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44479B-705B-4489-957E-7E8A228BDFA0}" type="datetime1">
              <a:rPr lang="en-US" smtClean="0"/>
              <a:t>10/13/2025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20DF2FA-C604-45D8-A633-11D3742EC1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2EE5DA9-2D04-4850-AB9F-BD35381650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43218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08B246-6A68-46BE-9DBD-614FA8CF4E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E47706-8D18-4093-A7C1-F30D7543CED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C7C8FC-AAEA-4AB6-9DB5-2503F58F0E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89F774-3FA6-43B8-9241-99959C8FD463}" type="datetime1">
              <a:rPr lang="en-US" smtClean="0"/>
              <a:t>10/13/2025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8B1616B-3F08-4869-A522-773C38940F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E030CE6-9124-4B3A-A912-AE16B5C340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227433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71BB59B6-79B9-97F5-AC3B-DF65899D39D8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6C78885-57B2-4930-BD7D-CBF916EDF1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1291366"/>
            <a:ext cx="9214884" cy="3159974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BE495E4-2F8B-4CC7-88AC-A312067E60D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40080" y="5018567"/>
            <a:ext cx="7907079" cy="1073889"/>
          </a:xfrm>
        </p:spPr>
        <p:txBody>
          <a:bodyPr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585CC9-BAD3-4807-90BB-97DA2D6A6B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504452-5DCC-4FE2-A5C9-8A5EF6714D65}" type="datetime1">
              <a:rPr lang="en-US" smtClean="0"/>
              <a:t>10/13/2025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F108CEF-165F-4D7E-9666-5CD0156B49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0EBC3D-3277-4D34-9F67-71040C21E3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FF05EAE5-4812-F718-6D75-9627884180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716281" y="4715234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4810553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B477A4-4D01-45B6-9563-0BF13BA72F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E17E00-96AC-45F0-82B2-9F601E9B93C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40080" y="2633472"/>
            <a:ext cx="5212080" cy="35661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2BA30CD-95C0-427B-A571-A7D8A53278F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18928" y="2633472"/>
            <a:ext cx="5212080" cy="35661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6F67CAC-53E4-44AF-BEAC-8FFB96F05A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79ABC2-0180-4F3A-A895-A85BC724D472}" type="datetime1">
              <a:rPr lang="en-US" smtClean="0"/>
              <a:t>10/13/2025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83D9F3A-E7F0-45E7-AFA8-0D4A669EC1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C5F008B-58BB-45FF-923F-5909DAB49D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840694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97B549-9E51-42E0-992A-73E7759577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79" y="1371599"/>
            <a:ext cx="10890929" cy="93975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81A5FDC-7C4B-45FB-8462-E2CE79919F3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40079" y="2311352"/>
            <a:ext cx="5212080" cy="695373"/>
          </a:xfrm>
        </p:spPr>
        <p:txBody>
          <a:bodyPr anchor="b">
            <a:normAutofit/>
          </a:bodyPr>
          <a:lstStyle>
            <a:lvl1pPr marL="0" indent="0">
              <a:buNone/>
              <a:defRPr sz="1800" b="1" cap="all" spc="3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BD8B686-2E92-45B9-A3D7-9DCAA0C50B3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40079" y="3006725"/>
            <a:ext cx="5212080" cy="319125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6ADB526-4A44-47B6-8D14-93202E590AA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318928" y="2311352"/>
            <a:ext cx="5212080" cy="695373"/>
          </a:xfrm>
        </p:spPr>
        <p:txBody>
          <a:bodyPr anchor="b">
            <a:normAutofit/>
          </a:bodyPr>
          <a:lstStyle>
            <a:lvl1pPr marL="0" indent="0">
              <a:buNone/>
              <a:defRPr sz="1800" b="1" cap="all" spc="3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74177CA-5C13-4311-BFD3-B98FBD942DA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318928" y="3006725"/>
            <a:ext cx="5212080" cy="319125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DEA255A-4CB5-40CA-B756-1AA5E27C20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EEA9BA-4E8F-439E-BEA4-91FBA01E3F5F}" type="datetime1">
              <a:rPr lang="en-US" smtClean="0"/>
              <a:t>10/13/2025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F3072C4-10F1-49B8-B0BF-69204EDDCF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A5ACC97-44C1-4887-909B-E6732D3C1F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428592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27D313-943A-47E0-8A7A-DFFBCC297A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3AC25A7-81C8-4AA1-AD9F-C78A451FDE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15BF18-0007-481C-AA29-413124BC3EE7}" type="datetime1">
              <a:rPr lang="en-US" smtClean="0"/>
              <a:t>10/13/2025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EF54740-6022-46B2-9C55-B60E965168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89497C9-6B5E-46D6-8FE9-0A5E0CF7F9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405803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" name="Rectangle 4">
            <a:extLst>
              <a:ext uri="{FF2B5EF4-FFF2-40B4-BE49-F238E27FC236}">
                <a16:creationId xmlns:a16="http://schemas.microsoft.com/office/drawing/2014/main" id="{149F9F0F-FB8C-5565-247C-BDCC156B5CAF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2740D3C-270A-401A-810C-2F86BBBB87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BE9870-3748-43AD-B547-02A075CB4A1D}" type="datetime1">
              <a:rPr lang="en-US" smtClean="0"/>
              <a:t>10/13/2025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DCBE9F8-1765-4F36-A4DE-1DB136025A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790CF9E-A6C6-4873-ADBE-7A2939319E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640565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08CDF8-00AD-4441-A6D5-9D7A659EB6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1371600"/>
            <a:ext cx="3859397" cy="1451723"/>
          </a:xfrm>
        </p:spPr>
        <p:txBody>
          <a:bodyPr anchor="t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C330AF-CB7E-420A-AE8A-E02E9032588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36519" y="1031001"/>
            <a:ext cx="6594490" cy="5166360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43257AD-2422-4CDA-9C55-700F4B5BF25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40080" y="2972168"/>
            <a:ext cx="3859397" cy="3226826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51B7454-C1CC-46F2-A6FB-1FE786C48F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E7897-33C5-4F1A-9307-D068E37F3DC7}" type="datetime1">
              <a:rPr lang="en-US" smtClean="0"/>
              <a:t>10/13/2025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9077DBE-6CC7-421B-AB5E-341E20BD92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D6EAB8F-7526-4CDB-B782-FAD8B3E70B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93022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31647F-5A61-44C9-81DC-331C9AE5DD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1371600"/>
            <a:ext cx="3859397" cy="1451723"/>
          </a:xfrm>
        </p:spPr>
        <p:txBody>
          <a:bodyPr anchor="t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1627A0F-F1B8-49BE-A0FF-7FE16E3BDCC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4937760" y="1033271"/>
            <a:ext cx="6592824" cy="516636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86D1BD6-1519-4431-9FAF-7D4F4129972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40080" y="2972167"/>
            <a:ext cx="3859397" cy="322682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5A587A0-353B-42C2-BA96-B1ADEDF642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E171BA-CC09-47C8-A6DF-F5C5CB59CEEC}" type="datetime1">
              <a:rPr lang="en-US" smtClean="0"/>
              <a:t>10/13/2025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4D5A88E-3957-4B76-B1BE-4164029217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5F7C5FD-E56A-4C66-8F23-087F95A2FD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766085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5E4BB7-3F30-4C31-9BB2-8EC24FC0A1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ECF4134-70F5-4EE6-88BE-49D129630CD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19EABC7-C044-44DE-B303-55A0581DA1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7B66AD-7C08-490A-ADA4-B47E10FB2407}" type="datetime1">
              <a:rPr lang="en-US" smtClean="0"/>
              <a:t>10/13/2025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4A63E1-5BC5-402E-9916-BAB84BCF0B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A2EF915-AF64-4ECC-8B1A-B7E6A89B79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041039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31CB3635-47E1-90D8-B693-DA85A66B383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Vertical Title 1">
            <a:extLst>
              <a:ext uri="{FF2B5EF4-FFF2-40B4-BE49-F238E27FC236}">
                <a16:creationId xmlns:a16="http://schemas.microsoft.com/office/drawing/2014/main" id="{6EB09414-2AA1-4D8E-A00A-C092FBC92D9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209219" y="640079"/>
            <a:ext cx="1811773" cy="5536884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42C3A78-37C5-46D0-9DF4-CB78AF883C2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40080" y="640080"/>
            <a:ext cx="8412422" cy="553688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D8705E-925D-4F57-8268-107CE3CF4C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B95027-4255-49E7-9841-CD21BCC99996}" type="datetime1">
              <a:rPr lang="en-US" smtClean="0"/>
              <a:t>10/13/2025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0FE207E-070D-4EC8-A44C-21F1815FDA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15D01D1-C266-4161-A820-C084B98013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3230604F-219C-2DEE-830E-27274CC2FE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rot="5400000">
            <a:off x="10872154" y="1192438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7683134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AB4E786-7636-4278-8595-D365D28A79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79" y="1371601"/>
            <a:ext cx="10890929" cy="109728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A740849-7059-4C70-992B-5304D2EE9BA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40080" y="2633472"/>
            <a:ext cx="10890928" cy="356616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9FEBF6-CEA6-4332-87B3-697807571C8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4008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b="1" cap="all" spc="300" baseline="0">
                <a:solidFill>
                  <a:schemeClr val="tx1"/>
                </a:solidFill>
              </a:defRPr>
            </a:lvl1pPr>
          </a:lstStyle>
          <a:p>
            <a:fld id="{7DA38F49-B3E2-4BF0-BEC7-C30D34ABBB8D}" type="datetime1">
              <a:rPr lang="en-US" smtClean="0"/>
              <a:t>10/13/2025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6BAF94-621C-43E1-BA0C-410A6899031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767622" y="6356350"/>
            <a:ext cx="404037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1" cap="all" spc="300" baseline="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7D19E5-9E16-48C9-AAE2-0C70679A8D7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807995" y="6356350"/>
            <a:ext cx="72301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1" cap="all" spc="300" baseline="0">
                <a:solidFill>
                  <a:schemeClr val="tx1"/>
                </a:solidFill>
              </a:defRPr>
            </a:lvl1pPr>
          </a:lstStyle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118E06E4-607B-144B-382B-AD3D06B1EE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713232" y="1031001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4129394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8" r:id="rId1"/>
    <p:sldLayoutId id="2147483679" r:id="rId2"/>
    <p:sldLayoutId id="2147483680" r:id="rId3"/>
    <p:sldLayoutId id="2147483681" r:id="rId4"/>
    <p:sldLayoutId id="2147483682" r:id="rId5"/>
    <p:sldLayoutId id="2147483676" r:id="rId6"/>
    <p:sldLayoutId id="2147483672" r:id="rId7"/>
    <p:sldLayoutId id="2147483673" r:id="rId8"/>
    <p:sldLayoutId id="2147483674" r:id="rId9"/>
    <p:sldLayoutId id="2147483675" r:id="rId10"/>
    <p:sldLayoutId id="2147483677" r:id="rId11"/>
  </p:sldLayoutIdLst>
  <p:hf sldNum="0" hdr="0" ftr="0" dt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0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SzPct val="87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93776" indent="-228600" algn="l" defTabSz="914400" rtl="0" eaLnBrk="1" latinLnBrk="0" hangingPunct="1">
        <a:lnSpc>
          <a:spcPct val="120000"/>
        </a:lnSpc>
        <a:spcBef>
          <a:spcPts val="500"/>
        </a:spcBef>
        <a:buSzPct val="87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228600" algn="l" defTabSz="914400" rtl="0" eaLnBrk="1" latinLnBrk="0" hangingPunct="1">
        <a:lnSpc>
          <a:spcPct val="120000"/>
        </a:lnSpc>
        <a:spcBef>
          <a:spcPts val="500"/>
        </a:spcBef>
        <a:buSzPct val="87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051560" indent="-285750" algn="l" defTabSz="914400" rtl="0" eaLnBrk="1" latinLnBrk="0" hangingPunct="1">
        <a:lnSpc>
          <a:spcPct val="120000"/>
        </a:lnSpc>
        <a:spcBef>
          <a:spcPts val="500"/>
        </a:spcBef>
        <a:buSzPct val="87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298448" indent="-228600" algn="l" defTabSz="914400" rtl="0" eaLnBrk="1" latinLnBrk="0" hangingPunct="1">
        <a:lnSpc>
          <a:spcPct val="120000"/>
        </a:lnSpc>
        <a:spcBef>
          <a:spcPts val="500"/>
        </a:spcBef>
        <a:buSzPct val="87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tmp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Relationship Id="rId9" Type="http://schemas.openxmlformats.org/officeDocument/2006/relationships/image" Target="../media/image14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7" Type="http://schemas.openxmlformats.org/officeDocument/2006/relationships/image" Target="../media/image15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7.png"/><Relationship Id="rId4" Type="http://schemas.openxmlformats.org/officeDocument/2006/relationships/image" Target="../media/image9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png"/><Relationship Id="rId13" Type="http://schemas.openxmlformats.org/officeDocument/2006/relationships/image" Target="../media/image31.png"/><Relationship Id="rId3" Type="http://schemas.openxmlformats.org/officeDocument/2006/relationships/image" Target="../media/image21.png"/><Relationship Id="rId7" Type="http://schemas.openxmlformats.org/officeDocument/2006/relationships/image" Target="../media/image25.png"/><Relationship Id="rId12" Type="http://schemas.openxmlformats.org/officeDocument/2006/relationships/image" Target="../media/image30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4.png"/><Relationship Id="rId11" Type="http://schemas.openxmlformats.org/officeDocument/2006/relationships/image" Target="../media/image29.png"/><Relationship Id="rId5" Type="http://schemas.openxmlformats.org/officeDocument/2006/relationships/image" Target="../media/image23.png"/><Relationship Id="rId10" Type="http://schemas.openxmlformats.org/officeDocument/2006/relationships/image" Target="../media/image28.png"/><Relationship Id="rId4" Type="http://schemas.openxmlformats.org/officeDocument/2006/relationships/image" Target="../media/image22.png"/><Relationship Id="rId9" Type="http://schemas.openxmlformats.org/officeDocument/2006/relationships/image" Target="../media/image27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4.png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jpeg"/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1.png"/><Relationship Id="rId4" Type="http://schemas.openxmlformats.org/officeDocument/2006/relationships/image" Target="../media/image40.png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hyperlink" Target="https://en.wikipedia.org/wiki/Ackermann_function" TargetMode="External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19F9BF86-FE94-4517-B97D-026C7515E5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F7A168E-AC13-4A71-A98B-B3F92DC01C6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537528" y="1032764"/>
            <a:ext cx="4308672" cy="3224045"/>
          </a:xfrm>
        </p:spPr>
        <p:txBody>
          <a:bodyPr anchor="b">
            <a:normAutofit/>
          </a:bodyPr>
          <a:lstStyle/>
          <a:p>
            <a:r>
              <a:rPr lang="en-US" sz="5800" dirty="0">
                <a:latin typeface="Arial" panose="020B0604020202020204" pitchFamily="34" charset="0"/>
                <a:cs typeface="Arial" panose="020B0604020202020204" pitchFamily="34" charset="0"/>
              </a:rPr>
              <a:t>Algorithms &amp; Data Structures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43DF9F7-8B56-49E7-9AFB-EB5E5B6EE43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535756" y="5046281"/>
            <a:ext cx="4308672" cy="1172408"/>
          </a:xfrm>
        </p:spPr>
        <p:txBody>
          <a:bodyPr anchor="t">
            <a:norm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Week 7</a:t>
            </a: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Weighted graphs</a:t>
            </a:r>
          </a:p>
        </p:txBody>
      </p:sp>
      <p:pic>
        <p:nvPicPr>
          <p:cNvPr id="4" name="Picture 3" descr="3D abstract blue and gold cube illustration">
            <a:extLst>
              <a:ext uri="{FF2B5EF4-FFF2-40B4-BE49-F238E27FC236}">
                <a16:creationId xmlns:a16="http://schemas.microsoft.com/office/drawing/2014/main" id="{F7415E3B-A5AE-B6FB-D62A-33D555E1871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1245" r="28115"/>
          <a:stretch>
            <a:fillRect/>
          </a:stretch>
        </p:blipFill>
        <p:spPr>
          <a:xfrm>
            <a:off x="20" y="10"/>
            <a:ext cx="6931132" cy="6857990"/>
          </a:xfrm>
          <a:prstGeom prst="rect">
            <a:avLst/>
          </a:prstGeom>
        </p:spPr>
      </p:pic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6CA391F1-4B2C-521B-F6A5-52C74B30349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675848" y="4711579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9971127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5885D7-ABDF-C618-9CCD-413D088386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Last week we </a:t>
            </a:r>
            <a:r>
              <a:rPr lang="nl-NL" dirty="0" err="1"/>
              <a:t>discussed</a:t>
            </a:r>
            <a:r>
              <a:rPr lang="nl-NL" dirty="0"/>
              <a:t>…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853582-0C43-5257-5530-A00EA0178D3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0080" y="2633471"/>
            <a:ext cx="10890928" cy="3948397"/>
          </a:xfrm>
        </p:spPr>
        <p:txBody>
          <a:bodyPr>
            <a:normAutofit/>
          </a:bodyPr>
          <a:lstStyle/>
          <a:p>
            <a:r>
              <a:rPr lang="nl-NL" b="1" dirty="0" err="1"/>
              <a:t>Graphs</a:t>
            </a:r>
            <a:endParaRPr lang="nl-NL" b="1" dirty="0"/>
          </a:p>
          <a:p>
            <a:pPr lvl="1"/>
            <a:r>
              <a:rPr lang="nl-NL" b="1" dirty="0" err="1"/>
              <a:t>Adjacency</a:t>
            </a:r>
            <a:r>
              <a:rPr lang="nl-NL" b="1" dirty="0"/>
              <a:t> list </a:t>
            </a:r>
            <a:r>
              <a:rPr lang="nl-NL" b="1" dirty="0" err="1"/>
              <a:t>representation</a:t>
            </a:r>
            <a:endParaRPr lang="nl-NL" b="1" dirty="0"/>
          </a:p>
          <a:p>
            <a:pPr lvl="1"/>
            <a:r>
              <a:rPr lang="nl-NL" b="1" dirty="0" err="1"/>
              <a:t>Traversal</a:t>
            </a:r>
            <a:endParaRPr lang="nl-NL" b="1" dirty="0"/>
          </a:p>
          <a:p>
            <a:pPr lvl="2"/>
            <a:r>
              <a:rPr lang="nl-NL" b="1" dirty="0" err="1"/>
              <a:t>depth</a:t>
            </a:r>
            <a:r>
              <a:rPr lang="nl-NL" b="1" dirty="0"/>
              <a:t>-first – </a:t>
            </a:r>
            <a:r>
              <a:rPr lang="nl-NL" b="1" dirty="0" err="1"/>
              <a:t>using</a:t>
            </a:r>
            <a:r>
              <a:rPr lang="nl-NL" b="1" dirty="0"/>
              <a:t> a (call) stack</a:t>
            </a:r>
          </a:p>
          <a:p>
            <a:pPr lvl="2"/>
            <a:r>
              <a:rPr lang="nl-NL" b="1" dirty="0" err="1"/>
              <a:t>breadth</a:t>
            </a:r>
            <a:r>
              <a:rPr lang="nl-NL" b="1" dirty="0"/>
              <a:t>-first – </a:t>
            </a:r>
            <a:r>
              <a:rPr lang="nl-NL" b="1" dirty="0" err="1"/>
              <a:t>using</a:t>
            </a:r>
            <a:r>
              <a:rPr lang="nl-NL" b="1" dirty="0"/>
              <a:t> a queue</a:t>
            </a:r>
          </a:p>
          <a:p>
            <a:pPr lvl="1"/>
            <a:r>
              <a:rPr lang="nl-NL" b="1" dirty="0" err="1"/>
              <a:t>Topological</a:t>
            </a:r>
            <a:r>
              <a:rPr lang="nl-NL" b="1" dirty="0"/>
              <a:t> </a:t>
            </a:r>
            <a:r>
              <a:rPr lang="nl-NL" b="1" dirty="0" err="1"/>
              <a:t>sorting</a:t>
            </a:r>
            <a:endParaRPr lang="nl-NL" b="1" dirty="0"/>
          </a:p>
          <a:p>
            <a:pPr lvl="2"/>
            <a:r>
              <a:rPr lang="nl-NL" b="1" dirty="0"/>
              <a:t>Pre &amp; post ordering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1642AD48-0ED9-99C3-D676-53C50CDFE601}"/>
              </a:ext>
            </a:extLst>
          </p:cNvPr>
          <p:cNvGrpSpPr/>
          <p:nvPr/>
        </p:nvGrpSpPr>
        <p:grpSpPr>
          <a:xfrm>
            <a:off x="6745428" y="2633472"/>
            <a:ext cx="3681668" cy="3066480"/>
            <a:chOff x="8049127" y="2633472"/>
            <a:chExt cx="3681668" cy="3066480"/>
          </a:xfrm>
        </p:grpSpPr>
        <p:sp>
          <p:nvSpPr>
            <p:cNvPr id="5" name="Oval 4">
              <a:extLst>
                <a:ext uri="{FF2B5EF4-FFF2-40B4-BE49-F238E27FC236}">
                  <a16:creationId xmlns:a16="http://schemas.microsoft.com/office/drawing/2014/main" id="{7AC763D7-96D3-43FE-226A-B8033393181C}"/>
                </a:ext>
              </a:extLst>
            </p:cNvPr>
            <p:cNvSpPr/>
            <p:nvPr/>
          </p:nvSpPr>
          <p:spPr>
            <a:xfrm>
              <a:off x="8049127" y="3215447"/>
              <a:ext cx="427106" cy="427106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lumMod val="67000"/>
                  </a:schemeClr>
                </a:gs>
                <a:gs pos="48000">
                  <a:schemeClr val="accent5">
                    <a:lumMod val="97000"/>
                    <a:lumOff val="3000"/>
                  </a:schemeClr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lin ang="16200000" scaled="1"/>
              <a:tileRect/>
            </a:gra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nl-NL" dirty="0">
                  <a:latin typeface="Aptos" panose="020B0004020202020204" pitchFamily="34" charset="0"/>
                </a:rPr>
                <a:t>A</a:t>
              </a:r>
            </a:p>
          </p:txBody>
        </p:sp>
        <p:sp>
          <p:nvSpPr>
            <p:cNvPr id="6" name="Oval 5">
              <a:extLst>
                <a:ext uri="{FF2B5EF4-FFF2-40B4-BE49-F238E27FC236}">
                  <a16:creationId xmlns:a16="http://schemas.microsoft.com/office/drawing/2014/main" id="{A484C106-1166-B5A2-180B-D52E57F5667A}"/>
                </a:ext>
              </a:extLst>
            </p:cNvPr>
            <p:cNvSpPr/>
            <p:nvPr/>
          </p:nvSpPr>
          <p:spPr>
            <a:xfrm>
              <a:off x="8842551" y="2678879"/>
              <a:ext cx="427106" cy="427106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lumMod val="67000"/>
                  </a:schemeClr>
                </a:gs>
                <a:gs pos="48000">
                  <a:schemeClr val="accent5">
                    <a:lumMod val="97000"/>
                    <a:lumOff val="3000"/>
                  </a:schemeClr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lin ang="16200000" scaled="1"/>
              <a:tileRect/>
            </a:gra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nl-NL" dirty="0">
                  <a:latin typeface="Aptos" panose="020B0004020202020204" pitchFamily="34" charset="0"/>
                </a:rPr>
                <a:t>B</a:t>
              </a:r>
            </a:p>
          </p:txBody>
        </p:sp>
        <p:sp>
          <p:nvSpPr>
            <p:cNvPr id="7" name="Oval 6">
              <a:extLst>
                <a:ext uri="{FF2B5EF4-FFF2-40B4-BE49-F238E27FC236}">
                  <a16:creationId xmlns:a16="http://schemas.microsoft.com/office/drawing/2014/main" id="{E93BA488-42F8-787D-92C2-95FD6D20AB4D}"/>
                </a:ext>
              </a:extLst>
            </p:cNvPr>
            <p:cNvSpPr/>
            <p:nvPr/>
          </p:nvSpPr>
          <p:spPr>
            <a:xfrm>
              <a:off x="8842551" y="4424635"/>
              <a:ext cx="427106" cy="427106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lumMod val="67000"/>
                  </a:schemeClr>
                </a:gs>
                <a:gs pos="48000">
                  <a:schemeClr val="accent5">
                    <a:lumMod val="97000"/>
                    <a:lumOff val="3000"/>
                  </a:schemeClr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lin ang="16200000" scaled="1"/>
              <a:tileRect/>
            </a:gra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nl-NL">
                  <a:latin typeface="Aptos" panose="020B0004020202020204" pitchFamily="34" charset="0"/>
                </a:rPr>
                <a:t>C</a:t>
              </a:r>
              <a:endParaRPr lang="nl-NL" dirty="0">
                <a:latin typeface="Aptos" panose="020B0004020202020204" pitchFamily="34" charset="0"/>
              </a:endParaRPr>
            </a:p>
          </p:txBody>
        </p:sp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F81258F9-D169-90DD-26EB-B2D03B1A073C}"/>
                </a:ext>
              </a:extLst>
            </p:cNvPr>
            <p:cNvSpPr/>
            <p:nvPr/>
          </p:nvSpPr>
          <p:spPr>
            <a:xfrm>
              <a:off x="10286673" y="2633472"/>
              <a:ext cx="427106" cy="427106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lumMod val="67000"/>
                  </a:schemeClr>
                </a:gs>
                <a:gs pos="48000">
                  <a:schemeClr val="accent5">
                    <a:lumMod val="97000"/>
                    <a:lumOff val="3000"/>
                  </a:schemeClr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lin ang="16200000" scaled="1"/>
              <a:tileRect/>
            </a:gra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nl-NL" dirty="0">
                  <a:latin typeface="Aptos" panose="020B0004020202020204" pitchFamily="34" charset="0"/>
                </a:rPr>
                <a:t>D</a:t>
              </a:r>
            </a:p>
          </p:txBody>
        </p:sp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8EDD9FF7-1D59-6532-150F-9FCD2394752C}"/>
                </a:ext>
              </a:extLst>
            </p:cNvPr>
            <p:cNvSpPr/>
            <p:nvPr/>
          </p:nvSpPr>
          <p:spPr>
            <a:xfrm>
              <a:off x="10651231" y="4211082"/>
              <a:ext cx="427106" cy="427106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lumMod val="67000"/>
                  </a:schemeClr>
                </a:gs>
                <a:gs pos="48000">
                  <a:schemeClr val="accent5">
                    <a:lumMod val="97000"/>
                    <a:lumOff val="3000"/>
                  </a:schemeClr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lin ang="16200000" scaled="1"/>
              <a:tileRect/>
            </a:gra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nl-NL" dirty="0">
                  <a:latin typeface="Aptos" panose="020B0004020202020204" pitchFamily="34" charset="0"/>
                </a:rPr>
                <a:t>E</a:t>
              </a:r>
            </a:p>
          </p:txBody>
        </p:sp>
        <p:cxnSp>
          <p:nvCxnSpPr>
            <p:cNvPr id="10" name="Straight Arrow Connector 9">
              <a:extLst>
                <a:ext uri="{FF2B5EF4-FFF2-40B4-BE49-F238E27FC236}">
                  <a16:creationId xmlns:a16="http://schemas.microsoft.com/office/drawing/2014/main" id="{2B52283F-9775-6CB9-1946-D9B5D24069AF}"/>
                </a:ext>
              </a:extLst>
            </p:cNvPr>
            <p:cNvCxnSpPr>
              <a:cxnSpLocks/>
              <a:stCxn id="5" idx="5"/>
              <a:endCxn id="7" idx="1"/>
            </p:cNvCxnSpPr>
            <p:nvPr/>
          </p:nvCxnSpPr>
          <p:spPr>
            <a:xfrm>
              <a:off x="8413685" y="3580005"/>
              <a:ext cx="491414" cy="907178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1" name="Straight Arrow Connector 10">
              <a:extLst>
                <a:ext uri="{FF2B5EF4-FFF2-40B4-BE49-F238E27FC236}">
                  <a16:creationId xmlns:a16="http://schemas.microsoft.com/office/drawing/2014/main" id="{BDA07B23-6ED3-E880-8391-85E0F8BCDC1C}"/>
                </a:ext>
              </a:extLst>
            </p:cNvPr>
            <p:cNvCxnSpPr>
              <a:cxnSpLocks/>
              <a:stCxn id="5" idx="7"/>
              <a:endCxn id="6" idx="3"/>
            </p:cNvCxnSpPr>
            <p:nvPr/>
          </p:nvCxnSpPr>
          <p:spPr>
            <a:xfrm flipV="1">
              <a:off x="8413685" y="3043437"/>
              <a:ext cx="491414" cy="234558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2" name="Straight Arrow Connector 11">
              <a:extLst>
                <a:ext uri="{FF2B5EF4-FFF2-40B4-BE49-F238E27FC236}">
                  <a16:creationId xmlns:a16="http://schemas.microsoft.com/office/drawing/2014/main" id="{E0F686CA-1425-5D74-A0E6-2ADF8C96DB8C}"/>
                </a:ext>
              </a:extLst>
            </p:cNvPr>
            <p:cNvCxnSpPr>
              <a:cxnSpLocks/>
              <a:stCxn id="6" idx="6"/>
              <a:endCxn id="8" idx="2"/>
            </p:cNvCxnSpPr>
            <p:nvPr/>
          </p:nvCxnSpPr>
          <p:spPr>
            <a:xfrm flipV="1">
              <a:off x="9269657" y="2847025"/>
              <a:ext cx="1017016" cy="45407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3" name="Straight Arrow Connector 12">
              <a:extLst>
                <a:ext uri="{FF2B5EF4-FFF2-40B4-BE49-F238E27FC236}">
                  <a16:creationId xmlns:a16="http://schemas.microsoft.com/office/drawing/2014/main" id="{F5C92FB9-2FF4-B374-997D-A817D3DC8341}"/>
                </a:ext>
              </a:extLst>
            </p:cNvPr>
            <p:cNvCxnSpPr>
              <a:cxnSpLocks/>
              <a:stCxn id="7" idx="0"/>
              <a:endCxn id="6" idx="4"/>
            </p:cNvCxnSpPr>
            <p:nvPr/>
          </p:nvCxnSpPr>
          <p:spPr>
            <a:xfrm flipV="1">
              <a:off x="9056104" y="3105985"/>
              <a:ext cx="0" cy="1318650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D954A861-1BB3-FAC1-0E8D-29DA57D006B4}"/>
                </a:ext>
              </a:extLst>
            </p:cNvPr>
            <p:cNvSpPr/>
            <p:nvPr/>
          </p:nvSpPr>
          <p:spPr>
            <a:xfrm>
              <a:off x="11303689" y="2715172"/>
              <a:ext cx="427106" cy="427106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lumMod val="67000"/>
                  </a:schemeClr>
                </a:gs>
                <a:gs pos="48000">
                  <a:schemeClr val="accent5">
                    <a:lumMod val="97000"/>
                    <a:lumOff val="3000"/>
                  </a:schemeClr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lin ang="16200000" scaled="1"/>
              <a:tileRect/>
            </a:gra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nl-NL" dirty="0">
                  <a:latin typeface="Aptos" panose="020B0004020202020204" pitchFamily="34" charset="0"/>
                </a:rPr>
                <a:t>F</a:t>
              </a:r>
            </a:p>
          </p:txBody>
        </p:sp>
        <p:cxnSp>
          <p:nvCxnSpPr>
            <p:cNvPr id="15" name="Straight Arrow Connector 14">
              <a:extLst>
                <a:ext uri="{FF2B5EF4-FFF2-40B4-BE49-F238E27FC236}">
                  <a16:creationId xmlns:a16="http://schemas.microsoft.com/office/drawing/2014/main" id="{C8EA0836-CB5D-E236-6022-81A9A28A84EB}"/>
                </a:ext>
              </a:extLst>
            </p:cNvPr>
            <p:cNvCxnSpPr>
              <a:cxnSpLocks/>
              <a:stCxn id="8" idx="3"/>
              <a:endCxn id="7" idx="7"/>
            </p:cNvCxnSpPr>
            <p:nvPr/>
          </p:nvCxnSpPr>
          <p:spPr>
            <a:xfrm flipH="1">
              <a:off x="9207109" y="2998030"/>
              <a:ext cx="1142112" cy="1489153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6" name="Straight Arrow Connector 15">
              <a:extLst>
                <a:ext uri="{FF2B5EF4-FFF2-40B4-BE49-F238E27FC236}">
                  <a16:creationId xmlns:a16="http://schemas.microsoft.com/office/drawing/2014/main" id="{424D8BEB-FAF4-9D14-F024-D9403ECE6087}"/>
                </a:ext>
              </a:extLst>
            </p:cNvPr>
            <p:cNvCxnSpPr>
              <a:cxnSpLocks/>
              <a:stCxn id="8" idx="6"/>
              <a:endCxn id="14" idx="2"/>
            </p:cNvCxnSpPr>
            <p:nvPr/>
          </p:nvCxnSpPr>
          <p:spPr>
            <a:xfrm>
              <a:off x="10713779" y="2847025"/>
              <a:ext cx="589910" cy="81700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7" name="Straight Arrow Connector 16">
              <a:extLst>
                <a:ext uri="{FF2B5EF4-FFF2-40B4-BE49-F238E27FC236}">
                  <a16:creationId xmlns:a16="http://schemas.microsoft.com/office/drawing/2014/main" id="{9229571F-C7EA-CF58-7AA0-44A0FB544030}"/>
                </a:ext>
              </a:extLst>
            </p:cNvPr>
            <p:cNvCxnSpPr>
              <a:cxnSpLocks/>
              <a:stCxn id="14" idx="3"/>
              <a:endCxn id="9" idx="7"/>
            </p:cNvCxnSpPr>
            <p:nvPr/>
          </p:nvCxnSpPr>
          <p:spPr>
            <a:xfrm flipH="1">
              <a:off x="11015789" y="3079730"/>
              <a:ext cx="350448" cy="1193900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8" name="Straight Arrow Connector 17">
              <a:extLst>
                <a:ext uri="{FF2B5EF4-FFF2-40B4-BE49-F238E27FC236}">
                  <a16:creationId xmlns:a16="http://schemas.microsoft.com/office/drawing/2014/main" id="{31DF9E01-C916-8099-63E8-977DC088B6A1}"/>
                </a:ext>
              </a:extLst>
            </p:cNvPr>
            <p:cNvCxnSpPr>
              <a:cxnSpLocks/>
              <a:stCxn id="9" idx="0"/>
              <a:endCxn id="8" idx="4"/>
            </p:cNvCxnSpPr>
            <p:nvPr/>
          </p:nvCxnSpPr>
          <p:spPr>
            <a:xfrm flipH="1" flipV="1">
              <a:off x="10500226" y="3060578"/>
              <a:ext cx="364558" cy="1150504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9" name="Straight Arrow Connector 18">
              <a:extLst>
                <a:ext uri="{FF2B5EF4-FFF2-40B4-BE49-F238E27FC236}">
                  <a16:creationId xmlns:a16="http://schemas.microsoft.com/office/drawing/2014/main" id="{1456EDCC-6D16-8E6D-7B44-E7A7F91D214C}"/>
                </a:ext>
              </a:extLst>
            </p:cNvPr>
            <p:cNvCxnSpPr>
              <a:cxnSpLocks/>
              <a:stCxn id="7" idx="5"/>
              <a:endCxn id="20" idx="1"/>
            </p:cNvCxnSpPr>
            <p:nvPr/>
          </p:nvCxnSpPr>
          <p:spPr>
            <a:xfrm>
              <a:off x="9207109" y="4789193"/>
              <a:ext cx="482599" cy="546201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20" name="Oval 19">
              <a:extLst>
                <a:ext uri="{FF2B5EF4-FFF2-40B4-BE49-F238E27FC236}">
                  <a16:creationId xmlns:a16="http://schemas.microsoft.com/office/drawing/2014/main" id="{63B8446A-6703-3120-D8ED-26A247DACA92}"/>
                </a:ext>
              </a:extLst>
            </p:cNvPr>
            <p:cNvSpPr/>
            <p:nvPr/>
          </p:nvSpPr>
          <p:spPr>
            <a:xfrm>
              <a:off x="9627160" y="5272846"/>
              <a:ext cx="427106" cy="427106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lumMod val="67000"/>
                  </a:schemeClr>
                </a:gs>
                <a:gs pos="48000">
                  <a:schemeClr val="accent5">
                    <a:lumMod val="97000"/>
                    <a:lumOff val="3000"/>
                  </a:schemeClr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lin ang="16200000" scaled="1"/>
              <a:tileRect/>
            </a:gra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nl-NL" dirty="0">
                  <a:latin typeface="Aptos" panose="020B0004020202020204" pitchFamily="34" charset="0"/>
                </a:rPr>
                <a:t>G</a:t>
              </a:r>
            </a:p>
          </p:txBody>
        </p:sp>
        <p:cxnSp>
          <p:nvCxnSpPr>
            <p:cNvPr id="21" name="Straight Arrow Connector 20">
              <a:extLst>
                <a:ext uri="{FF2B5EF4-FFF2-40B4-BE49-F238E27FC236}">
                  <a16:creationId xmlns:a16="http://schemas.microsoft.com/office/drawing/2014/main" id="{63790216-7A21-AA4D-A8B7-04FD0387A4DD}"/>
                </a:ext>
              </a:extLst>
            </p:cNvPr>
            <p:cNvCxnSpPr>
              <a:cxnSpLocks/>
              <a:stCxn id="20" idx="7"/>
              <a:endCxn id="9" idx="3"/>
            </p:cNvCxnSpPr>
            <p:nvPr/>
          </p:nvCxnSpPr>
          <p:spPr>
            <a:xfrm flipV="1">
              <a:off x="9991718" y="4575640"/>
              <a:ext cx="722061" cy="759754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34664608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118E06E4-607B-144B-382B-AD3D06B1EE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13232" y="1031001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19F9BF86-FE94-4517-B97D-026C7515E5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BCF905B-B888-7CB9-B60B-19CDD28C7CD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7985" b="1654"/>
          <a:stretch>
            <a:fillRect/>
          </a:stretch>
        </p:blipFill>
        <p:spPr>
          <a:xfrm>
            <a:off x="20" y="10"/>
            <a:ext cx="12191979" cy="6857989"/>
          </a:xfrm>
          <a:prstGeom prst="rect">
            <a:avLst/>
          </a:prstGeom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id="{9E9D00D9-C4F5-471E-BE2C-126CB112A6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406" y="0"/>
            <a:ext cx="8543515" cy="6858000"/>
          </a:xfrm>
          <a:prstGeom prst="rect">
            <a:avLst/>
          </a:prstGeom>
          <a:gradFill flip="none" rotWithShape="1">
            <a:gsLst>
              <a:gs pos="0">
                <a:srgbClr val="000000">
                  <a:alpha val="0"/>
                </a:srgbClr>
              </a:gs>
              <a:gs pos="58000">
                <a:srgbClr val="000000">
                  <a:alpha val="55000"/>
                </a:srgbClr>
              </a:gs>
              <a:gs pos="93000">
                <a:srgbClr val="000000">
                  <a:alpha val="64000"/>
                </a:srgbClr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9FF972C-5C2B-451E-F465-6B4A193587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914400"/>
            <a:ext cx="6747548" cy="3427867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b="1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Graph algorithms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3CEE79C-77C4-CFD6-DB93-4920799A702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50970" y="5253051"/>
            <a:ext cx="4892948" cy="812923"/>
          </a:xfrm>
        </p:spPr>
        <p:txBody>
          <a:bodyPr vert="horz" lIns="91440" tIns="45720" rIns="91440" bIns="45720" rtlCol="0" anchor="t">
            <a:normAutofit/>
          </a:bodyPr>
          <a:lstStyle/>
          <a:p>
            <a:pPr>
              <a:lnSpc>
                <a:spcPct val="130000"/>
              </a:lnSpc>
            </a:pPr>
            <a:r>
              <a:rPr lang="en-US" sz="1800" b="1" cap="all" spc="300" dirty="0">
                <a:solidFill>
                  <a:srgbClr val="FFFFFF"/>
                </a:solidFill>
              </a:rPr>
              <a:t>Minimizing costs &amp; distances</a:t>
            </a: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97CC2FE6-3AD0-4131-B4BC-1F4D65E25E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23209" y="4861206"/>
            <a:ext cx="978862" cy="0"/>
          </a:xfrm>
          <a:prstGeom prst="line">
            <a:avLst/>
          </a:prstGeom>
          <a:ln w="762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1778401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E44205-107F-755D-C406-E10167AEE3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661E8F-370E-5759-3AF8-B4FD87715F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 err="1"/>
              <a:t>This</a:t>
            </a:r>
            <a:r>
              <a:rPr lang="nl-NL" dirty="0"/>
              <a:t> week: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74A1EB-741E-3F35-26FC-9DC47C76563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0080" y="2633471"/>
            <a:ext cx="5452890" cy="3948397"/>
          </a:xfrm>
        </p:spPr>
        <p:txBody>
          <a:bodyPr>
            <a:normAutofit/>
          </a:bodyPr>
          <a:lstStyle/>
          <a:p>
            <a:r>
              <a:rPr lang="nl-NL" b="1" dirty="0" err="1">
                <a:latin typeface="Aptos" panose="020B0004020202020204" pitchFamily="34" charset="0"/>
              </a:rPr>
              <a:t>Weighted</a:t>
            </a:r>
            <a:r>
              <a:rPr lang="nl-NL" b="1" dirty="0"/>
              <a:t> </a:t>
            </a:r>
            <a:r>
              <a:rPr lang="nl-NL" b="1" dirty="0" err="1"/>
              <a:t>graphs</a:t>
            </a:r>
            <a:endParaRPr lang="nl-NL" b="1" dirty="0"/>
          </a:p>
          <a:p>
            <a:pPr lvl="1"/>
            <a:r>
              <a:rPr lang="nl-NL" b="1" dirty="0" err="1"/>
              <a:t>Shortest</a:t>
            </a:r>
            <a:r>
              <a:rPr lang="nl-NL" b="1" dirty="0"/>
              <a:t> </a:t>
            </a:r>
            <a:r>
              <a:rPr lang="nl-NL" b="1" dirty="0" err="1"/>
              <a:t>paths</a:t>
            </a:r>
            <a:r>
              <a:rPr lang="nl-NL" b="1" dirty="0"/>
              <a:t> &amp; </a:t>
            </a:r>
            <a:r>
              <a:rPr lang="nl-NL" b="1" dirty="0" err="1"/>
              <a:t>topological</a:t>
            </a:r>
            <a:r>
              <a:rPr lang="nl-NL" b="1" dirty="0"/>
              <a:t> </a:t>
            </a:r>
            <a:r>
              <a:rPr lang="nl-NL" b="1" dirty="0" err="1"/>
              <a:t>sorting</a:t>
            </a:r>
            <a:endParaRPr lang="nl-NL" b="1" dirty="0"/>
          </a:p>
          <a:p>
            <a:pPr lvl="1"/>
            <a:r>
              <a:rPr lang="nl-NL" sz="2000" b="1" dirty="0">
                <a:latin typeface="Aptos" panose="020B0004020202020204" pitchFamily="34" charset="0"/>
              </a:rPr>
              <a:t>Dijkstra’s</a:t>
            </a:r>
            <a:r>
              <a:rPr lang="nl-NL" b="1" dirty="0"/>
              <a:t> </a:t>
            </a:r>
            <a:r>
              <a:rPr lang="nl-NL" b="1" dirty="0" err="1"/>
              <a:t>algorithm</a:t>
            </a:r>
            <a:endParaRPr lang="nl-NL" b="1" dirty="0"/>
          </a:p>
          <a:p>
            <a:pPr lvl="1"/>
            <a:r>
              <a:rPr lang="nl-NL" sz="2000" b="1" dirty="0">
                <a:latin typeface="Aptos" panose="020B0004020202020204" pitchFamily="34" charset="0"/>
              </a:rPr>
              <a:t>Minimum</a:t>
            </a:r>
            <a:r>
              <a:rPr lang="nl-NL" b="1" dirty="0"/>
              <a:t> </a:t>
            </a:r>
            <a:r>
              <a:rPr lang="nl-NL" sz="2000" b="1" dirty="0">
                <a:latin typeface="Aptos" panose="020B0004020202020204" pitchFamily="34" charset="0"/>
              </a:rPr>
              <a:t>spanning</a:t>
            </a:r>
            <a:r>
              <a:rPr lang="nl-NL" b="1" dirty="0"/>
              <a:t> </a:t>
            </a:r>
            <a:r>
              <a:rPr lang="nl-NL" sz="2000" b="1" dirty="0">
                <a:latin typeface="Aptos" panose="020B0004020202020204" pitchFamily="34" charset="0"/>
              </a:rPr>
              <a:t>trees</a:t>
            </a:r>
          </a:p>
          <a:p>
            <a:pPr lvl="2"/>
            <a:r>
              <a:rPr lang="nl-NL" sz="2000" b="1" dirty="0" err="1">
                <a:latin typeface="Aptos" panose="020B0004020202020204" pitchFamily="34" charset="0"/>
              </a:rPr>
              <a:t>Prim’s</a:t>
            </a:r>
            <a:r>
              <a:rPr lang="nl-NL" b="1" dirty="0"/>
              <a:t> </a:t>
            </a:r>
            <a:r>
              <a:rPr lang="nl-NL" b="1" dirty="0" err="1"/>
              <a:t>algorithm</a:t>
            </a:r>
            <a:endParaRPr lang="nl-NL" b="1" dirty="0"/>
          </a:p>
          <a:p>
            <a:pPr lvl="2"/>
            <a:r>
              <a:rPr lang="nl-NL" sz="2000" b="1" dirty="0" err="1">
                <a:latin typeface="Aptos" panose="020B0004020202020204" pitchFamily="34" charset="0"/>
              </a:rPr>
              <a:t>Kruskal’s</a:t>
            </a:r>
            <a:r>
              <a:rPr lang="nl-NL" b="1" dirty="0"/>
              <a:t> </a:t>
            </a:r>
            <a:r>
              <a:rPr lang="nl-NL" b="1" dirty="0" err="1"/>
              <a:t>algorithm</a:t>
            </a:r>
            <a:endParaRPr lang="nl-NL" b="1" dirty="0"/>
          </a:p>
          <a:p>
            <a:pPr lvl="1"/>
            <a:r>
              <a:rPr lang="nl-NL" b="1" dirty="0"/>
              <a:t>The </a:t>
            </a:r>
            <a:r>
              <a:rPr lang="nl-NL" sz="2000" b="1" dirty="0">
                <a:latin typeface="Aptos" panose="020B0004020202020204" pitchFamily="34" charset="0"/>
              </a:rPr>
              <a:t>Disjoint-set</a:t>
            </a:r>
            <a:r>
              <a:rPr lang="nl-NL" b="1" dirty="0"/>
              <a:t> data </a:t>
            </a:r>
            <a:r>
              <a:rPr lang="nl-NL" b="1" dirty="0" err="1"/>
              <a:t>structure</a:t>
            </a:r>
            <a:endParaRPr lang="nl-NL" b="1" dirty="0"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8AFD8091-7DB7-3FF6-BCD5-C370A34AA709}"/>
              </a:ext>
            </a:extLst>
          </p:cNvPr>
          <p:cNvGrpSpPr/>
          <p:nvPr/>
        </p:nvGrpSpPr>
        <p:grpSpPr>
          <a:xfrm>
            <a:off x="6745428" y="2633472"/>
            <a:ext cx="3681668" cy="3066480"/>
            <a:chOff x="8049127" y="2633472"/>
            <a:chExt cx="3681668" cy="3066480"/>
          </a:xfrm>
        </p:grpSpPr>
        <p:sp>
          <p:nvSpPr>
            <p:cNvPr id="5" name="Oval 4">
              <a:extLst>
                <a:ext uri="{FF2B5EF4-FFF2-40B4-BE49-F238E27FC236}">
                  <a16:creationId xmlns:a16="http://schemas.microsoft.com/office/drawing/2014/main" id="{79E66F2F-126F-D2B2-3C2F-40202EDB18B2}"/>
                </a:ext>
              </a:extLst>
            </p:cNvPr>
            <p:cNvSpPr/>
            <p:nvPr/>
          </p:nvSpPr>
          <p:spPr>
            <a:xfrm>
              <a:off x="8049127" y="3215447"/>
              <a:ext cx="427106" cy="427106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lumMod val="67000"/>
                  </a:schemeClr>
                </a:gs>
                <a:gs pos="48000">
                  <a:schemeClr val="accent5">
                    <a:lumMod val="97000"/>
                    <a:lumOff val="3000"/>
                  </a:schemeClr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lin ang="16200000" scaled="1"/>
              <a:tileRect/>
            </a:gra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nl-NL" dirty="0">
                  <a:latin typeface="Aptos" panose="020B0004020202020204" pitchFamily="34" charset="0"/>
                </a:rPr>
                <a:t>A</a:t>
              </a:r>
            </a:p>
          </p:txBody>
        </p:sp>
        <p:sp>
          <p:nvSpPr>
            <p:cNvPr id="6" name="Oval 5">
              <a:extLst>
                <a:ext uri="{FF2B5EF4-FFF2-40B4-BE49-F238E27FC236}">
                  <a16:creationId xmlns:a16="http://schemas.microsoft.com/office/drawing/2014/main" id="{97384207-52F5-D189-5A32-E9914D9DEF69}"/>
                </a:ext>
              </a:extLst>
            </p:cNvPr>
            <p:cNvSpPr/>
            <p:nvPr/>
          </p:nvSpPr>
          <p:spPr>
            <a:xfrm>
              <a:off x="8842551" y="2678879"/>
              <a:ext cx="427106" cy="427106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lumMod val="67000"/>
                  </a:schemeClr>
                </a:gs>
                <a:gs pos="48000">
                  <a:schemeClr val="accent5">
                    <a:lumMod val="97000"/>
                    <a:lumOff val="3000"/>
                  </a:schemeClr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lin ang="16200000" scaled="1"/>
              <a:tileRect/>
            </a:gra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nl-NL" dirty="0">
                  <a:latin typeface="Aptos" panose="020B0004020202020204" pitchFamily="34" charset="0"/>
                </a:rPr>
                <a:t>B</a:t>
              </a:r>
            </a:p>
          </p:txBody>
        </p:sp>
        <p:sp>
          <p:nvSpPr>
            <p:cNvPr id="7" name="Oval 6">
              <a:extLst>
                <a:ext uri="{FF2B5EF4-FFF2-40B4-BE49-F238E27FC236}">
                  <a16:creationId xmlns:a16="http://schemas.microsoft.com/office/drawing/2014/main" id="{2C5F4106-0A79-C754-B06E-EC48C6C93B17}"/>
                </a:ext>
              </a:extLst>
            </p:cNvPr>
            <p:cNvSpPr/>
            <p:nvPr/>
          </p:nvSpPr>
          <p:spPr>
            <a:xfrm>
              <a:off x="8842551" y="4424635"/>
              <a:ext cx="427106" cy="427106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lumMod val="67000"/>
                  </a:schemeClr>
                </a:gs>
                <a:gs pos="48000">
                  <a:schemeClr val="accent5">
                    <a:lumMod val="97000"/>
                    <a:lumOff val="3000"/>
                  </a:schemeClr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lin ang="16200000" scaled="1"/>
              <a:tileRect/>
            </a:gra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nl-NL">
                  <a:latin typeface="Aptos" panose="020B0004020202020204" pitchFamily="34" charset="0"/>
                </a:rPr>
                <a:t>C</a:t>
              </a:r>
              <a:endParaRPr lang="nl-NL" dirty="0">
                <a:latin typeface="Aptos" panose="020B0004020202020204" pitchFamily="34" charset="0"/>
              </a:endParaRPr>
            </a:p>
          </p:txBody>
        </p:sp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F562B813-C0F4-5D8F-4EE6-43772B4CC937}"/>
                </a:ext>
              </a:extLst>
            </p:cNvPr>
            <p:cNvSpPr/>
            <p:nvPr/>
          </p:nvSpPr>
          <p:spPr>
            <a:xfrm>
              <a:off x="10286673" y="2633472"/>
              <a:ext cx="427106" cy="427106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lumMod val="67000"/>
                  </a:schemeClr>
                </a:gs>
                <a:gs pos="48000">
                  <a:schemeClr val="accent5">
                    <a:lumMod val="97000"/>
                    <a:lumOff val="3000"/>
                  </a:schemeClr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lin ang="16200000" scaled="1"/>
              <a:tileRect/>
            </a:gra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nl-NL" dirty="0">
                  <a:latin typeface="Aptos" panose="020B0004020202020204" pitchFamily="34" charset="0"/>
                </a:rPr>
                <a:t>D</a:t>
              </a:r>
            </a:p>
          </p:txBody>
        </p:sp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744C1B35-D5BA-5C9E-360D-BA81B1F0E432}"/>
                </a:ext>
              </a:extLst>
            </p:cNvPr>
            <p:cNvSpPr/>
            <p:nvPr/>
          </p:nvSpPr>
          <p:spPr>
            <a:xfrm>
              <a:off x="10651231" y="4211082"/>
              <a:ext cx="427106" cy="427106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lumMod val="67000"/>
                  </a:schemeClr>
                </a:gs>
                <a:gs pos="48000">
                  <a:schemeClr val="accent5">
                    <a:lumMod val="97000"/>
                    <a:lumOff val="3000"/>
                  </a:schemeClr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lin ang="16200000" scaled="1"/>
              <a:tileRect/>
            </a:gra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nl-NL" dirty="0">
                  <a:latin typeface="Aptos" panose="020B0004020202020204" pitchFamily="34" charset="0"/>
                </a:rPr>
                <a:t>E</a:t>
              </a:r>
            </a:p>
          </p:txBody>
        </p:sp>
        <p:cxnSp>
          <p:nvCxnSpPr>
            <p:cNvPr id="10" name="Straight Arrow Connector 9">
              <a:extLst>
                <a:ext uri="{FF2B5EF4-FFF2-40B4-BE49-F238E27FC236}">
                  <a16:creationId xmlns:a16="http://schemas.microsoft.com/office/drawing/2014/main" id="{7356635D-0923-2EFE-C2E5-56384CACAD68}"/>
                </a:ext>
              </a:extLst>
            </p:cNvPr>
            <p:cNvCxnSpPr>
              <a:cxnSpLocks/>
              <a:stCxn id="5" idx="5"/>
              <a:endCxn id="7" idx="1"/>
            </p:cNvCxnSpPr>
            <p:nvPr/>
          </p:nvCxnSpPr>
          <p:spPr>
            <a:xfrm>
              <a:off x="8413685" y="3580005"/>
              <a:ext cx="491414" cy="907178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1" name="Straight Arrow Connector 10">
              <a:extLst>
                <a:ext uri="{FF2B5EF4-FFF2-40B4-BE49-F238E27FC236}">
                  <a16:creationId xmlns:a16="http://schemas.microsoft.com/office/drawing/2014/main" id="{85D0FCDE-B82A-6BF8-1394-48D77E9409E9}"/>
                </a:ext>
              </a:extLst>
            </p:cNvPr>
            <p:cNvCxnSpPr>
              <a:cxnSpLocks/>
              <a:stCxn id="5" idx="7"/>
              <a:endCxn id="6" idx="3"/>
            </p:cNvCxnSpPr>
            <p:nvPr/>
          </p:nvCxnSpPr>
          <p:spPr>
            <a:xfrm flipV="1">
              <a:off x="8413685" y="3043437"/>
              <a:ext cx="491414" cy="234558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2" name="Straight Arrow Connector 11">
              <a:extLst>
                <a:ext uri="{FF2B5EF4-FFF2-40B4-BE49-F238E27FC236}">
                  <a16:creationId xmlns:a16="http://schemas.microsoft.com/office/drawing/2014/main" id="{05FFBB08-6ED1-DB0E-953B-582D481EF3B4}"/>
                </a:ext>
              </a:extLst>
            </p:cNvPr>
            <p:cNvCxnSpPr>
              <a:cxnSpLocks/>
              <a:stCxn id="6" idx="6"/>
              <a:endCxn id="8" idx="2"/>
            </p:cNvCxnSpPr>
            <p:nvPr/>
          </p:nvCxnSpPr>
          <p:spPr>
            <a:xfrm flipV="1">
              <a:off x="9269657" y="2847025"/>
              <a:ext cx="1017016" cy="45407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3" name="Straight Arrow Connector 12">
              <a:extLst>
                <a:ext uri="{FF2B5EF4-FFF2-40B4-BE49-F238E27FC236}">
                  <a16:creationId xmlns:a16="http://schemas.microsoft.com/office/drawing/2014/main" id="{32BF7575-D4BC-6C2D-9DA4-B6A691BFBE15}"/>
                </a:ext>
              </a:extLst>
            </p:cNvPr>
            <p:cNvCxnSpPr>
              <a:cxnSpLocks/>
              <a:stCxn id="7" idx="0"/>
              <a:endCxn id="6" idx="4"/>
            </p:cNvCxnSpPr>
            <p:nvPr/>
          </p:nvCxnSpPr>
          <p:spPr>
            <a:xfrm flipV="1">
              <a:off x="9056104" y="3105985"/>
              <a:ext cx="0" cy="1318650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CF248E60-0804-309A-21D5-628AA9C1DDE4}"/>
                </a:ext>
              </a:extLst>
            </p:cNvPr>
            <p:cNvSpPr/>
            <p:nvPr/>
          </p:nvSpPr>
          <p:spPr>
            <a:xfrm>
              <a:off x="11303689" y="2715172"/>
              <a:ext cx="427106" cy="427106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lumMod val="67000"/>
                  </a:schemeClr>
                </a:gs>
                <a:gs pos="48000">
                  <a:schemeClr val="accent5">
                    <a:lumMod val="97000"/>
                    <a:lumOff val="3000"/>
                  </a:schemeClr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lin ang="16200000" scaled="1"/>
              <a:tileRect/>
            </a:gra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nl-NL" dirty="0">
                  <a:latin typeface="Aptos" panose="020B0004020202020204" pitchFamily="34" charset="0"/>
                </a:rPr>
                <a:t>F</a:t>
              </a:r>
            </a:p>
          </p:txBody>
        </p:sp>
        <p:cxnSp>
          <p:nvCxnSpPr>
            <p:cNvPr id="15" name="Straight Arrow Connector 14">
              <a:extLst>
                <a:ext uri="{FF2B5EF4-FFF2-40B4-BE49-F238E27FC236}">
                  <a16:creationId xmlns:a16="http://schemas.microsoft.com/office/drawing/2014/main" id="{1E3FCFE1-B8CE-EC7D-33D3-8ADC6B32D162}"/>
                </a:ext>
              </a:extLst>
            </p:cNvPr>
            <p:cNvCxnSpPr>
              <a:cxnSpLocks/>
              <a:stCxn id="8" idx="3"/>
              <a:endCxn id="7" idx="7"/>
            </p:cNvCxnSpPr>
            <p:nvPr/>
          </p:nvCxnSpPr>
          <p:spPr>
            <a:xfrm flipH="1">
              <a:off x="9207109" y="2998030"/>
              <a:ext cx="1142112" cy="1489153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6" name="Straight Arrow Connector 15">
              <a:extLst>
                <a:ext uri="{FF2B5EF4-FFF2-40B4-BE49-F238E27FC236}">
                  <a16:creationId xmlns:a16="http://schemas.microsoft.com/office/drawing/2014/main" id="{5FAA39E0-C62D-7404-39C3-8BBF5187ACEB}"/>
                </a:ext>
              </a:extLst>
            </p:cNvPr>
            <p:cNvCxnSpPr>
              <a:cxnSpLocks/>
              <a:stCxn id="8" idx="6"/>
              <a:endCxn id="14" idx="2"/>
            </p:cNvCxnSpPr>
            <p:nvPr/>
          </p:nvCxnSpPr>
          <p:spPr>
            <a:xfrm>
              <a:off x="10713779" y="2847025"/>
              <a:ext cx="589910" cy="81700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7" name="Straight Arrow Connector 16">
              <a:extLst>
                <a:ext uri="{FF2B5EF4-FFF2-40B4-BE49-F238E27FC236}">
                  <a16:creationId xmlns:a16="http://schemas.microsoft.com/office/drawing/2014/main" id="{8E0C60C2-B01C-58F8-583C-93C2EB19E19D}"/>
                </a:ext>
              </a:extLst>
            </p:cNvPr>
            <p:cNvCxnSpPr>
              <a:cxnSpLocks/>
              <a:stCxn id="14" idx="3"/>
              <a:endCxn id="9" idx="7"/>
            </p:cNvCxnSpPr>
            <p:nvPr/>
          </p:nvCxnSpPr>
          <p:spPr>
            <a:xfrm flipH="1">
              <a:off x="11015789" y="3079730"/>
              <a:ext cx="350448" cy="1193900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8" name="Straight Arrow Connector 17">
              <a:extLst>
                <a:ext uri="{FF2B5EF4-FFF2-40B4-BE49-F238E27FC236}">
                  <a16:creationId xmlns:a16="http://schemas.microsoft.com/office/drawing/2014/main" id="{A83C5DF7-3B59-11C6-FA83-5D75C5C52A61}"/>
                </a:ext>
              </a:extLst>
            </p:cNvPr>
            <p:cNvCxnSpPr>
              <a:cxnSpLocks/>
              <a:stCxn id="9" idx="0"/>
              <a:endCxn id="8" idx="4"/>
            </p:cNvCxnSpPr>
            <p:nvPr/>
          </p:nvCxnSpPr>
          <p:spPr>
            <a:xfrm flipH="1" flipV="1">
              <a:off x="10500226" y="3060578"/>
              <a:ext cx="364558" cy="1150504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9" name="Straight Arrow Connector 18">
              <a:extLst>
                <a:ext uri="{FF2B5EF4-FFF2-40B4-BE49-F238E27FC236}">
                  <a16:creationId xmlns:a16="http://schemas.microsoft.com/office/drawing/2014/main" id="{3047EA3C-958D-D09B-2EC0-438868A2666B}"/>
                </a:ext>
              </a:extLst>
            </p:cNvPr>
            <p:cNvCxnSpPr>
              <a:cxnSpLocks/>
              <a:stCxn id="7" idx="5"/>
              <a:endCxn id="20" idx="1"/>
            </p:cNvCxnSpPr>
            <p:nvPr/>
          </p:nvCxnSpPr>
          <p:spPr>
            <a:xfrm>
              <a:off x="9207109" y="4789193"/>
              <a:ext cx="482599" cy="546201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20" name="Oval 19">
              <a:extLst>
                <a:ext uri="{FF2B5EF4-FFF2-40B4-BE49-F238E27FC236}">
                  <a16:creationId xmlns:a16="http://schemas.microsoft.com/office/drawing/2014/main" id="{FCE25C69-2806-D6CD-6CAB-C25E2DBA5E93}"/>
                </a:ext>
              </a:extLst>
            </p:cNvPr>
            <p:cNvSpPr/>
            <p:nvPr/>
          </p:nvSpPr>
          <p:spPr>
            <a:xfrm>
              <a:off x="9627160" y="5272846"/>
              <a:ext cx="427106" cy="427106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lumMod val="67000"/>
                  </a:schemeClr>
                </a:gs>
                <a:gs pos="48000">
                  <a:schemeClr val="accent5">
                    <a:lumMod val="97000"/>
                    <a:lumOff val="3000"/>
                  </a:schemeClr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lin ang="16200000" scaled="1"/>
              <a:tileRect/>
            </a:gra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nl-NL" dirty="0">
                  <a:latin typeface="Aptos" panose="020B0004020202020204" pitchFamily="34" charset="0"/>
                </a:rPr>
                <a:t>G</a:t>
              </a:r>
            </a:p>
          </p:txBody>
        </p:sp>
        <p:cxnSp>
          <p:nvCxnSpPr>
            <p:cNvPr id="21" name="Straight Arrow Connector 20">
              <a:extLst>
                <a:ext uri="{FF2B5EF4-FFF2-40B4-BE49-F238E27FC236}">
                  <a16:creationId xmlns:a16="http://schemas.microsoft.com/office/drawing/2014/main" id="{594EA7CF-A86E-DBD6-FBE4-4FC0D9EBAEE5}"/>
                </a:ext>
              </a:extLst>
            </p:cNvPr>
            <p:cNvCxnSpPr>
              <a:cxnSpLocks/>
              <a:stCxn id="20" idx="7"/>
              <a:endCxn id="9" idx="3"/>
            </p:cNvCxnSpPr>
            <p:nvPr/>
          </p:nvCxnSpPr>
          <p:spPr>
            <a:xfrm flipV="1">
              <a:off x="9991718" y="4575640"/>
              <a:ext cx="722061" cy="759754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32" name="Group 31">
            <a:extLst>
              <a:ext uri="{FF2B5EF4-FFF2-40B4-BE49-F238E27FC236}">
                <a16:creationId xmlns:a16="http://schemas.microsoft.com/office/drawing/2014/main" id="{436C41EB-3DD7-97B7-4D88-9814A6B0F90B}"/>
              </a:ext>
            </a:extLst>
          </p:cNvPr>
          <p:cNvGrpSpPr/>
          <p:nvPr/>
        </p:nvGrpSpPr>
        <p:grpSpPr>
          <a:xfrm>
            <a:off x="7000323" y="2480080"/>
            <a:ext cx="3354790" cy="2792766"/>
            <a:chOff x="7000323" y="2480080"/>
            <a:chExt cx="3354790" cy="2792766"/>
          </a:xfrm>
        </p:grpSpPr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02B5C36F-75C4-664D-E1AB-F32CF72AF34E}"/>
                </a:ext>
              </a:extLst>
            </p:cNvPr>
            <p:cNvSpPr txBox="1"/>
            <p:nvPr/>
          </p:nvSpPr>
          <p:spPr>
            <a:xfrm>
              <a:off x="8209816" y="2523101"/>
              <a:ext cx="30809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nl-NL" b="1" dirty="0">
                  <a:latin typeface="Aptos" panose="020B0004020202020204" pitchFamily="34" charset="0"/>
                </a:rPr>
                <a:t>3</a:t>
              </a:r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804CF921-5962-3669-D8E4-0AF2B3CA23BB}"/>
                </a:ext>
              </a:extLst>
            </p:cNvPr>
            <p:cNvSpPr txBox="1"/>
            <p:nvPr/>
          </p:nvSpPr>
          <p:spPr>
            <a:xfrm>
              <a:off x="7073223" y="2833439"/>
              <a:ext cx="30809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nl-NL" b="1" dirty="0">
                  <a:latin typeface="Aptos" panose="020B0004020202020204" pitchFamily="34" charset="0"/>
                </a:rPr>
                <a:t>1</a:t>
              </a:r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1B484CED-2562-C045-B022-4132F0D1DA6D}"/>
                </a:ext>
              </a:extLst>
            </p:cNvPr>
            <p:cNvSpPr txBox="1"/>
            <p:nvPr/>
          </p:nvSpPr>
          <p:spPr>
            <a:xfrm>
              <a:off x="7000323" y="3855197"/>
              <a:ext cx="30809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nl-NL" b="1" dirty="0">
                  <a:latin typeface="Aptos" panose="020B0004020202020204" pitchFamily="34" charset="0"/>
                </a:rPr>
                <a:t>6</a:t>
              </a:r>
            </a:p>
          </p:txBody>
        </p: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C8E54872-92BB-8038-54F5-F49025C911F6}"/>
                </a:ext>
              </a:extLst>
            </p:cNvPr>
            <p:cNvSpPr txBox="1"/>
            <p:nvPr/>
          </p:nvSpPr>
          <p:spPr>
            <a:xfrm>
              <a:off x="7737743" y="3485865"/>
              <a:ext cx="43152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nl-NL" b="1" dirty="0">
                  <a:latin typeface="Aptos" panose="020B0004020202020204" pitchFamily="34" charset="0"/>
                </a:rPr>
                <a:t>10</a:t>
              </a:r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1E175A4D-A03D-B675-F878-8B13BFF10EE7}"/>
                </a:ext>
              </a:extLst>
            </p:cNvPr>
            <p:cNvSpPr txBox="1"/>
            <p:nvPr/>
          </p:nvSpPr>
          <p:spPr>
            <a:xfrm>
              <a:off x="8362512" y="3765310"/>
              <a:ext cx="38664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nl-NL" b="1" dirty="0">
                  <a:latin typeface="Aptos" panose="020B0004020202020204" pitchFamily="34" charset="0"/>
                </a:rPr>
                <a:t>-2</a:t>
              </a:r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5185A1CA-08F6-F855-EF37-E228886A6EC4}"/>
                </a:ext>
              </a:extLst>
            </p:cNvPr>
            <p:cNvSpPr txBox="1"/>
            <p:nvPr/>
          </p:nvSpPr>
          <p:spPr>
            <a:xfrm>
              <a:off x="8096120" y="4739577"/>
              <a:ext cx="43152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nl-NL" b="1" dirty="0">
                  <a:latin typeface="Aptos" panose="020B0004020202020204" pitchFamily="34" charset="0"/>
                </a:rPr>
                <a:t>42</a:t>
              </a:r>
            </a:p>
          </p:txBody>
        </p: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CFFB2190-229C-080C-1E62-F437476EA933}"/>
                </a:ext>
              </a:extLst>
            </p:cNvPr>
            <p:cNvSpPr txBox="1"/>
            <p:nvPr/>
          </p:nvSpPr>
          <p:spPr>
            <a:xfrm>
              <a:off x="9045522" y="4903514"/>
              <a:ext cx="30809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nl-NL" b="1" dirty="0">
                  <a:latin typeface="Aptos" panose="020B0004020202020204" pitchFamily="34" charset="0"/>
                </a:rPr>
                <a:t>7</a:t>
              </a:r>
            </a:p>
          </p:txBody>
        </p: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4FB47695-E69F-F226-7E21-17632E75479D}"/>
                </a:ext>
              </a:extLst>
            </p:cNvPr>
            <p:cNvSpPr txBox="1"/>
            <p:nvPr/>
          </p:nvSpPr>
          <p:spPr>
            <a:xfrm>
              <a:off x="9534930" y="2480080"/>
              <a:ext cx="43152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nl-NL" b="1" dirty="0">
                  <a:latin typeface="Aptos" panose="020B0004020202020204" pitchFamily="34" charset="0"/>
                </a:rPr>
                <a:t>17</a:t>
              </a:r>
            </a:p>
          </p:txBody>
        </p: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CC98CA52-8774-3C4A-B764-F8DF031B08BE}"/>
                </a:ext>
              </a:extLst>
            </p:cNvPr>
            <p:cNvSpPr txBox="1"/>
            <p:nvPr/>
          </p:nvSpPr>
          <p:spPr>
            <a:xfrm>
              <a:off x="9923585" y="3531057"/>
              <a:ext cx="43152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nl-NL" b="1" dirty="0">
                  <a:latin typeface="Aptos" panose="020B0004020202020204" pitchFamily="34" charset="0"/>
                </a:rPr>
                <a:t>11</a:t>
              </a:r>
            </a:p>
          </p:txBody>
        </p: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000F8CB1-1B3B-BFBF-6763-86CCA6492413}"/>
                </a:ext>
              </a:extLst>
            </p:cNvPr>
            <p:cNvSpPr txBox="1"/>
            <p:nvPr/>
          </p:nvSpPr>
          <p:spPr>
            <a:xfrm>
              <a:off x="9010770" y="3550739"/>
              <a:ext cx="37151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nl-NL" b="1" dirty="0">
                  <a:latin typeface="Aptos" panose="020B0004020202020204" pitchFamily="34" charset="0"/>
                </a:rPr>
                <a:t>-1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7400701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500"/>
                            </p:stCondLst>
                            <p:childTnLst>
                              <p:par>
                                <p:cTn id="2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1000"/>
                            </p:stCondLst>
                            <p:childTnLst>
                              <p:par>
                                <p:cTn id="2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73AAD5-23C4-2A2A-AB75-0FBE5D3646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FF7A87-E58D-3848-03BB-187C4750BC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 err="1"/>
              <a:t>Weighted</a:t>
            </a:r>
            <a:r>
              <a:rPr lang="nl-NL" dirty="0"/>
              <a:t> </a:t>
            </a:r>
            <a:r>
              <a:rPr lang="nl-NL" dirty="0" err="1"/>
              <a:t>graphs</a:t>
            </a:r>
            <a:r>
              <a:rPr lang="nl-NL" dirty="0"/>
              <a:t> in real life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CA8270-DE95-7954-F4CE-BC121EC30AD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0079" y="2633472"/>
            <a:ext cx="5801187" cy="397052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nl-NL" dirty="0" err="1"/>
              <a:t>Weights</a:t>
            </a:r>
            <a:r>
              <a:rPr lang="nl-NL" dirty="0"/>
              <a:t> </a:t>
            </a:r>
            <a:r>
              <a:rPr lang="nl-NL" dirty="0" err="1"/>
              <a:t>can</a:t>
            </a:r>
            <a:r>
              <a:rPr lang="nl-NL" dirty="0"/>
              <a:t> </a:t>
            </a:r>
            <a:r>
              <a:rPr lang="nl-NL" dirty="0" err="1"/>
              <a:t>be</a:t>
            </a:r>
            <a:r>
              <a:rPr lang="nl-NL" dirty="0"/>
              <a:t>:</a:t>
            </a:r>
          </a:p>
          <a:p>
            <a:r>
              <a:rPr lang="nl-NL" dirty="0" err="1"/>
              <a:t>Distances</a:t>
            </a:r>
            <a:r>
              <a:rPr lang="nl-NL" dirty="0"/>
              <a:t> in </a:t>
            </a:r>
            <a:r>
              <a:rPr lang="nl-NL" dirty="0" err="1"/>
              <a:t>maps</a:t>
            </a:r>
            <a:r>
              <a:rPr lang="nl-NL" dirty="0"/>
              <a:t> </a:t>
            </a:r>
            <a:r>
              <a:rPr lang="nl-NL" dirty="0" err="1"/>
              <a:t>for</a:t>
            </a:r>
            <a:r>
              <a:rPr lang="nl-NL" dirty="0"/>
              <a:t> </a:t>
            </a:r>
            <a:r>
              <a:rPr lang="nl-NL" dirty="0" err="1"/>
              <a:t>navigation</a:t>
            </a:r>
            <a:endParaRPr lang="nl-NL" dirty="0"/>
          </a:p>
          <a:p>
            <a:r>
              <a:rPr lang="nl-NL" dirty="0" err="1"/>
              <a:t>Costs</a:t>
            </a:r>
            <a:r>
              <a:rPr lang="nl-NL" dirty="0"/>
              <a:t>: Flight ticket </a:t>
            </a:r>
            <a:r>
              <a:rPr lang="nl-NL" dirty="0" err="1"/>
              <a:t>prices</a:t>
            </a:r>
            <a:r>
              <a:rPr lang="nl-NL" dirty="0"/>
              <a:t>, </a:t>
            </a:r>
            <a:r>
              <a:rPr lang="nl-NL" dirty="0" err="1"/>
              <a:t>Fuel</a:t>
            </a:r>
            <a:r>
              <a:rPr lang="nl-NL" dirty="0"/>
              <a:t> </a:t>
            </a:r>
            <a:r>
              <a:rPr lang="nl-NL" dirty="0" err="1"/>
              <a:t>cost</a:t>
            </a:r>
            <a:r>
              <a:rPr lang="nl-NL" dirty="0"/>
              <a:t>, Travel time</a:t>
            </a:r>
          </a:p>
          <a:p>
            <a:r>
              <a:rPr lang="nl-NL" dirty="0" err="1"/>
              <a:t>Duration</a:t>
            </a:r>
            <a:r>
              <a:rPr lang="nl-NL" dirty="0"/>
              <a:t> of </a:t>
            </a:r>
            <a:r>
              <a:rPr lang="nl-NL" dirty="0" err="1"/>
              <a:t>tasks</a:t>
            </a:r>
            <a:r>
              <a:rPr lang="nl-NL" dirty="0"/>
              <a:t> in project </a:t>
            </a:r>
            <a:r>
              <a:rPr lang="nl-NL" dirty="0" err="1"/>
              <a:t>scheduling</a:t>
            </a:r>
            <a:endParaRPr lang="nl-NL" dirty="0"/>
          </a:p>
          <a:p>
            <a:r>
              <a:rPr lang="nl-NL" dirty="0"/>
              <a:t>Exchange </a:t>
            </a:r>
            <a:r>
              <a:rPr lang="nl-NL" dirty="0" err="1"/>
              <a:t>rates</a:t>
            </a:r>
            <a:r>
              <a:rPr lang="nl-NL" dirty="0"/>
              <a:t> in </a:t>
            </a:r>
            <a:r>
              <a:rPr lang="nl-NL" dirty="0" err="1"/>
              <a:t>currency</a:t>
            </a:r>
            <a:r>
              <a:rPr lang="nl-NL" dirty="0"/>
              <a:t> </a:t>
            </a:r>
            <a:r>
              <a:rPr lang="nl-NL" dirty="0" err="1"/>
              <a:t>conversions</a:t>
            </a:r>
            <a:endParaRPr lang="nl-NL" dirty="0"/>
          </a:p>
          <a:p>
            <a:pPr marL="0" indent="0">
              <a:buNone/>
            </a:pPr>
            <a:endParaRPr lang="nl-NL" dirty="0"/>
          </a:p>
          <a:p>
            <a:pPr marL="0" indent="0">
              <a:buNone/>
            </a:pPr>
            <a:r>
              <a:rPr lang="nl-NL" dirty="0" err="1"/>
              <a:t>Many</a:t>
            </a:r>
            <a:r>
              <a:rPr lang="nl-NL" dirty="0"/>
              <a:t> </a:t>
            </a:r>
            <a:r>
              <a:rPr lang="nl-NL" dirty="0" err="1"/>
              <a:t>algorithms</a:t>
            </a:r>
            <a:r>
              <a:rPr lang="nl-NL" dirty="0"/>
              <a:t> </a:t>
            </a:r>
            <a:r>
              <a:rPr lang="nl-NL" dirty="0" err="1"/>
              <a:t>compute</a:t>
            </a:r>
            <a:r>
              <a:rPr lang="nl-NL" dirty="0"/>
              <a:t> “</a:t>
            </a:r>
            <a:r>
              <a:rPr lang="nl-NL" dirty="0" err="1"/>
              <a:t>optimal</a:t>
            </a:r>
            <a:r>
              <a:rPr lang="nl-NL" dirty="0"/>
              <a:t>” </a:t>
            </a:r>
            <a:r>
              <a:rPr lang="nl-NL" dirty="0" err="1"/>
              <a:t>ways</a:t>
            </a:r>
            <a:r>
              <a:rPr lang="nl-NL" dirty="0"/>
              <a:t> of </a:t>
            </a:r>
            <a:r>
              <a:rPr lang="nl-NL" dirty="0" err="1"/>
              <a:t>connecting</a:t>
            </a:r>
            <a:r>
              <a:rPr lang="nl-NL" dirty="0"/>
              <a:t> </a:t>
            </a:r>
            <a:r>
              <a:rPr lang="nl-NL" dirty="0" err="1"/>
              <a:t>nodes</a:t>
            </a:r>
            <a:r>
              <a:rPr lang="nl-NL" dirty="0"/>
              <a:t> &amp; </a:t>
            </a:r>
            <a:r>
              <a:rPr lang="nl-NL" dirty="0" err="1"/>
              <a:t>edges</a:t>
            </a:r>
            <a:endParaRPr lang="nl-NL" dirty="0"/>
          </a:p>
        </p:txBody>
      </p:sp>
      <p:grpSp>
        <p:nvGrpSpPr>
          <p:cNvPr id="165" name="Group 164">
            <a:extLst>
              <a:ext uri="{FF2B5EF4-FFF2-40B4-BE49-F238E27FC236}">
                <a16:creationId xmlns:a16="http://schemas.microsoft.com/office/drawing/2014/main" id="{BBFAA019-A967-CA70-5CBB-AFB619AD1DD9}"/>
              </a:ext>
            </a:extLst>
          </p:cNvPr>
          <p:cNvGrpSpPr/>
          <p:nvPr/>
        </p:nvGrpSpPr>
        <p:grpSpPr>
          <a:xfrm>
            <a:off x="6345267" y="2633472"/>
            <a:ext cx="4840299" cy="2348330"/>
            <a:chOff x="1945744" y="4533172"/>
            <a:chExt cx="4840299" cy="2348330"/>
          </a:xfrm>
        </p:grpSpPr>
        <p:grpSp>
          <p:nvGrpSpPr>
            <p:cNvPr id="85" name="Group 84">
              <a:extLst>
                <a:ext uri="{FF2B5EF4-FFF2-40B4-BE49-F238E27FC236}">
                  <a16:creationId xmlns:a16="http://schemas.microsoft.com/office/drawing/2014/main" id="{03603B25-18C5-5D29-A9D7-905045D4A256}"/>
                </a:ext>
              </a:extLst>
            </p:cNvPr>
            <p:cNvGrpSpPr/>
            <p:nvPr/>
          </p:nvGrpSpPr>
          <p:grpSpPr>
            <a:xfrm>
              <a:off x="5652015" y="5961923"/>
              <a:ext cx="1134028" cy="919579"/>
              <a:chOff x="5731867" y="4258388"/>
              <a:chExt cx="1134028" cy="919579"/>
            </a:xfrm>
          </p:grpSpPr>
          <p:pic>
            <p:nvPicPr>
              <p:cNvPr id="55" name="Graphic 54" descr="City with solid fill">
                <a:extLst>
                  <a:ext uri="{FF2B5EF4-FFF2-40B4-BE49-F238E27FC236}">
                    <a16:creationId xmlns:a16="http://schemas.microsoft.com/office/drawing/2014/main" id="{0B36BB26-2691-1C9C-19C5-C0B439CD824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p:blipFill>
            <p:spPr>
              <a:xfrm>
                <a:off x="6008368" y="4258388"/>
                <a:ext cx="581025" cy="581025"/>
              </a:xfrm>
              <a:prstGeom prst="rect">
                <a:avLst/>
              </a:prstGeom>
            </p:spPr>
          </p:pic>
          <p:sp>
            <p:nvSpPr>
              <p:cNvPr id="60" name="TextBox 59">
                <a:extLst>
                  <a:ext uri="{FF2B5EF4-FFF2-40B4-BE49-F238E27FC236}">
                    <a16:creationId xmlns:a16="http://schemas.microsoft.com/office/drawing/2014/main" id="{44DA05CD-D8CC-A557-D74C-B94AB51009D2}"/>
                  </a:ext>
                </a:extLst>
              </p:cNvPr>
              <p:cNvSpPr txBox="1"/>
              <p:nvPr/>
            </p:nvSpPr>
            <p:spPr>
              <a:xfrm>
                <a:off x="5731867" y="4839413"/>
                <a:ext cx="1134028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nl-NL" sz="1600" dirty="0">
                    <a:latin typeface="Aptos" panose="020B0004020202020204" pitchFamily="34" charset="0"/>
                  </a:rPr>
                  <a:t>Maastricht</a:t>
                </a:r>
              </a:p>
            </p:txBody>
          </p:sp>
        </p:grpSp>
        <p:grpSp>
          <p:nvGrpSpPr>
            <p:cNvPr id="84" name="Group 83">
              <a:extLst>
                <a:ext uri="{FF2B5EF4-FFF2-40B4-BE49-F238E27FC236}">
                  <a16:creationId xmlns:a16="http://schemas.microsoft.com/office/drawing/2014/main" id="{D91C3B84-7E16-D1D3-C019-57CA0274D588}"/>
                </a:ext>
              </a:extLst>
            </p:cNvPr>
            <p:cNvGrpSpPr/>
            <p:nvPr/>
          </p:nvGrpSpPr>
          <p:grpSpPr>
            <a:xfrm>
              <a:off x="3382927" y="4709301"/>
              <a:ext cx="781496" cy="919579"/>
              <a:chOff x="4955995" y="4655552"/>
              <a:chExt cx="781496" cy="919579"/>
            </a:xfrm>
          </p:grpSpPr>
          <p:pic>
            <p:nvPicPr>
              <p:cNvPr id="16" name="Graphic 15" descr="City with solid fill">
                <a:extLst>
                  <a:ext uri="{FF2B5EF4-FFF2-40B4-BE49-F238E27FC236}">
                    <a16:creationId xmlns:a16="http://schemas.microsoft.com/office/drawing/2014/main" id="{6AB6D0FF-6C89-FC57-D72C-B94C703FB07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p:blipFill>
            <p:spPr>
              <a:xfrm>
                <a:off x="5056230" y="4655552"/>
                <a:ext cx="581025" cy="581025"/>
              </a:xfrm>
              <a:prstGeom prst="rect">
                <a:avLst/>
              </a:prstGeom>
            </p:spPr>
          </p:pic>
          <p:sp>
            <p:nvSpPr>
              <p:cNvPr id="59" name="TextBox 58">
                <a:extLst>
                  <a:ext uri="{FF2B5EF4-FFF2-40B4-BE49-F238E27FC236}">
                    <a16:creationId xmlns:a16="http://schemas.microsoft.com/office/drawing/2014/main" id="{568EF183-028C-3338-00DA-CFB0B6B0CE46}"/>
                  </a:ext>
                </a:extLst>
              </p:cNvPr>
              <p:cNvSpPr txBox="1"/>
              <p:nvPr/>
            </p:nvSpPr>
            <p:spPr>
              <a:xfrm>
                <a:off x="4955995" y="5236577"/>
                <a:ext cx="781496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nl-NL" sz="1600" dirty="0">
                    <a:latin typeface="Aptos" panose="020B0004020202020204" pitchFamily="34" charset="0"/>
                  </a:rPr>
                  <a:t>Leiden</a:t>
                </a:r>
              </a:p>
            </p:txBody>
          </p:sp>
        </p:grpSp>
        <p:grpSp>
          <p:nvGrpSpPr>
            <p:cNvPr id="83" name="Group 82">
              <a:extLst>
                <a:ext uri="{FF2B5EF4-FFF2-40B4-BE49-F238E27FC236}">
                  <a16:creationId xmlns:a16="http://schemas.microsoft.com/office/drawing/2014/main" id="{1EEB3123-F199-61F0-7C01-AB5E4689BB9D}"/>
                </a:ext>
              </a:extLst>
            </p:cNvPr>
            <p:cNvGrpSpPr/>
            <p:nvPr/>
          </p:nvGrpSpPr>
          <p:grpSpPr>
            <a:xfrm>
              <a:off x="1945744" y="5301380"/>
              <a:ext cx="1051891" cy="919579"/>
              <a:chOff x="3819168" y="5668495"/>
              <a:chExt cx="1051891" cy="919579"/>
            </a:xfrm>
          </p:grpSpPr>
          <p:pic>
            <p:nvPicPr>
              <p:cNvPr id="53" name="Graphic 52" descr="City with solid fill">
                <a:extLst>
                  <a:ext uri="{FF2B5EF4-FFF2-40B4-BE49-F238E27FC236}">
                    <a16:creationId xmlns:a16="http://schemas.microsoft.com/office/drawing/2014/main" id="{BEFB320A-11BB-B16C-8397-A570122DE4C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p:blipFill>
            <p:spPr>
              <a:xfrm>
                <a:off x="4054601" y="5668495"/>
                <a:ext cx="581025" cy="581025"/>
              </a:xfrm>
              <a:prstGeom prst="rect">
                <a:avLst/>
              </a:prstGeom>
            </p:spPr>
          </p:pic>
          <p:sp>
            <p:nvSpPr>
              <p:cNvPr id="58" name="TextBox 57">
                <a:extLst>
                  <a:ext uri="{FF2B5EF4-FFF2-40B4-BE49-F238E27FC236}">
                    <a16:creationId xmlns:a16="http://schemas.microsoft.com/office/drawing/2014/main" id="{A9BFCDBD-8410-3202-DA81-BC30133BAFD5}"/>
                  </a:ext>
                </a:extLst>
              </p:cNvPr>
              <p:cNvSpPr txBox="1"/>
              <p:nvPr/>
            </p:nvSpPr>
            <p:spPr>
              <a:xfrm>
                <a:off x="3819168" y="6249520"/>
                <a:ext cx="1051891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nl-NL" sz="1600" dirty="0">
                    <a:latin typeface="Aptos" panose="020B0004020202020204" pitchFamily="34" charset="0"/>
                  </a:rPr>
                  <a:t>Den Haag</a:t>
                </a:r>
              </a:p>
            </p:txBody>
          </p:sp>
        </p:grpSp>
        <p:grpSp>
          <p:nvGrpSpPr>
            <p:cNvPr id="82" name="Group 81">
              <a:extLst>
                <a:ext uri="{FF2B5EF4-FFF2-40B4-BE49-F238E27FC236}">
                  <a16:creationId xmlns:a16="http://schemas.microsoft.com/office/drawing/2014/main" id="{CF1211FA-F675-15BC-4889-214A181C32F5}"/>
                </a:ext>
              </a:extLst>
            </p:cNvPr>
            <p:cNvGrpSpPr/>
            <p:nvPr/>
          </p:nvGrpSpPr>
          <p:grpSpPr>
            <a:xfrm>
              <a:off x="4307636" y="5700401"/>
              <a:ext cx="850297" cy="919579"/>
              <a:chOff x="5380339" y="5710098"/>
              <a:chExt cx="850297" cy="919579"/>
            </a:xfrm>
          </p:grpSpPr>
          <p:pic>
            <p:nvPicPr>
              <p:cNvPr id="52" name="Graphic 51" descr="City with solid fill">
                <a:extLst>
                  <a:ext uri="{FF2B5EF4-FFF2-40B4-BE49-F238E27FC236}">
                    <a16:creationId xmlns:a16="http://schemas.microsoft.com/office/drawing/2014/main" id="{AA530C31-4BF6-5CE6-CF74-B2C55196115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p:blipFill>
            <p:spPr>
              <a:xfrm>
                <a:off x="5514975" y="5710098"/>
                <a:ext cx="581025" cy="581025"/>
              </a:xfrm>
              <a:prstGeom prst="rect">
                <a:avLst/>
              </a:prstGeom>
            </p:spPr>
          </p:pic>
          <p:sp>
            <p:nvSpPr>
              <p:cNvPr id="57" name="TextBox 56">
                <a:extLst>
                  <a:ext uri="{FF2B5EF4-FFF2-40B4-BE49-F238E27FC236}">
                    <a16:creationId xmlns:a16="http://schemas.microsoft.com/office/drawing/2014/main" id="{CCED7C18-89FC-8BDD-5A25-80C0A1FA0369}"/>
                  </a:ext>
                </a:extLst>
              </p:cNvPr>
              <p:cNvSpPr txBox="1"/>
              <p:nvPr/>
            </p:nvSpPr>
            <p:spPr>
              <a:xfrm>
                <a:off x="5380339" y="6291123"/>
                <a:ext cx="850297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nl-NL" sz="1600" dirty="0">
                    <a:latin typeface="Aptos" panose="020B0004020202020204" pitchFamily="34" charset="0"/>
                  </a:rPr>
                  <a:t>Utrecht</a:t>
                </a:r>
              </a:p>
            </p:txBody>
          </p:sp>
        </p:grpSp>
        <p:grpSp>
          <p:nvGrpSpPr>
            <p:cNvPr id="81" name="Group 80">
              <a:extLst>
                <a:ext uri="{FF2B5EF4-FFF2-40B4-BE49-F238E27FC236}">
                  <a16:creationId xmlns:a16="http://schemas.microsoft.com/office/drawing/2014/main" id="{8D981586-A4A4-0055-ABF4-83F5C9EAC863}"/>
                </a:ext>
              </a:extLst>
            </p:cNvPr>
            <p:cNvGrpSpPr/>
            <p:nvPr/>
          </p:nvGrpSpPr>
          <p:grpSpPr>
            <a:xfrm>
              <a:off x="5544676" y="4533172"/>
              <a:ext cx="1063112" cy="919579"/>
              <a:chOff x="6718683" y="5724852"/>
              <a:chExt cx="1063112" cy="919579"/>
            </a:xfrm>
          </p:grpSpPr>
          <p:pic>
            <p:nvPicPr>
              <p:cNvPr id="54" name="Graphic 53" descr="City with solid fill">
                <a:extLst>
                  <a:ext uri="{FF2B5EF4-FFF2-40B4-BE49-F238E27FC236}">
                    <a16:creationId xmlns:a16="http://schemas.microsoft.com/office/drawing/2014/main" id="{88FFB1FA-BC75-853B-C5B8-B6B75D2FC0A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p:blipFill>
            <p:spPr>
              <a:xfrm>
                <a:off x="6959726" y="5724852"/>
                <a:ext cx="581025" cy="581025"/>
              </a:xfrm>
              <a:prstGeom prst="rect">
                <a:avLst/>
              </a:prstGeom>
            </p:spPr>
          </p:pic>
          <p:sp>
            <p:nvSpPr>
              <p:cNvPr id="56" name="TextBox 55">
                <a:extLst>
                  <a:ext uri="{FF2B5EF4-FFF2-40B4-BE49-F238E27FC236}">
                    <a16:creationId xmlns:a16="http://schemas.microsoft.com/office/drawing/2014/main" id="{7E7F2E11-6D47-EC83-BA0F-81FD621C93DF}"/>
                  </a:ext>
                </a:extLst>
              </p:cNvPr>
              <p:cNvSpPr txBox="1"/>
              <p:nvPr/>
            </p:nvSpPr>
            <p:spPr>
              <a:xfrm>
                <a:off x="6718683" y="6305877"/>
                <a:ext cx="1063112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nl-NL" sz="1600" dirty="0">
                    <a:latin typeface="Aptos" panose="020B0004020202020204" pitchFamily="34" charset="0"/>
                  </a:rPr>
                  <a:t>Enschede</a:t>
                </a:r>
              </a:p>
            </p:txBody>
          </p:sp>
        </p:grpSp>
        <p:cxnSp>
          <p:nvCxnSpPr>
            <p:cNvPr id="137" name="Straight Connector 136">
              <a:extLst>
                <a:ext uri="{FF2B5EF4-FFF2-40B4-BE49-F238E27FC236}">
                  <a16:creationId xmlns:a16="http://schemas.microsoft.com/office/drawing/2014/main" id="{1C128283-BA24-1FA0-7FE0-53FAB38F2CEA}"/>
                </a:ext>
              </a:extLst>
            </p:cNvPr>
            <p:cNvCxnSpPr/>
            <p:nvPr/>
          </p:nvCxnSpPr>
          <p:spPr>
            <a:xfrm flipV="1">
              <a:off x="4164423" y="4999813"/>
              <a:ext cx="1487592" cy="90192"/>
            </a:xfrm>
            <a:prstGeom prst="line">
              <a:avLst/>
            </a:prstGeom>
            <a:ln w="5715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38" name="Straight Connector 137">
              <a:extLst>
                <a:ext uri="{FF2B5EF4-FFF2-40B4-BE49-F238E27FC236}">
                  <a16:creationId xmlns:a16="http://schemas.microsoft.com/office/drawing/2014/main" id="{20FE4D84-C650-922E-EB57-0CAEF7F9359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857500" y="5299202"/>
              <a:ext cx="523592" cy="379872"/>
            </a:xfrm>
            <a:prstGeom prst="line">
              <a:avLst/>
            </a:prstGeom>
            <a:ln w="5715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41" name="Straight Connector 140">
              <a:extLst>
                <a:ext uri="{FF2B5EF4-FFF2-40B4-BE49-F238E27FC236}">
                  <a16:creationId xmlns:a16="http://schemas.microsoft.com/office/drawing/2014/main" id="{0CF406EE-8C72-749F-80BF-65856EDECE1E}"/>
                </a:ext>
              </a:extLst>
            </p:cNvPr>
            <p:cNvCxnSpPr>
              <a:cxnSpLocks/>
              <a:stCxn id="58" idx="3"/>
            </p:cNvCxnSpPr>
            <p:nvPr/>
          </p:nvCxnSpPr>
          <p:spPr>
            <a:xfrm>
              <a:off x="2997635" y="6051682"/>
              <a:ext cx="1357601" cy="129672"/>
            </a:xfrm>
            <a:prstGeom prst="line">
              <a:avLst/>
            </a:prstGeom>
            <a:ln w="5715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44" name="Straight Connector 143">
              <a:extLst>
                <a:ext uri="{FF2B5EF4-FFF2-40B4-BE49-F238E27FC236}">
                  <a16:creationId xmlns:a16="http://schemas.microsoft.com/office/drawing/2014/main" id="{DFC120C1-FCB5-6A96-8BD6-A232DC3B40A8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137682" y="5332450"/>
              <a:ext cx="401050" cy="367951"/>
            </a:xfrm>
            <a:prstGeom prst="line">
              <a:avLst/>
            </a:prstGeom>
            <a:ln w="5715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48" name="Straight Connector 147">
              <a:extLst>
                <a:ext uri="{FF2B5EF4-FFF2-40B4-BE49-F238E27FC236}">
                  <a16:creationId xmlns:a16="http://schemas.microsoft.com/office/drawing/2014/main" id="{9FB4DDD1-B722-580F-91AE-AA512D785078}"/>
                </a:ext>
              </a:extLst>
            </p:cNvPr>
            <p:cNvCxnSpPr>
              <a:cxnSpLocks/>
              <a:endCxn id="56" idx="2"/>
            </p:cNvCxnSpPr>
            <p:nvPr/>
          </p:nvCxnSpPr>
          <p:spPr>
            <a:xfrm flipH="1" flipV="1">
              <a:off x="6076232" y="5452751"/>
              <a:ext cx="29932" cy="509172"/>
            </a:xfrm>
            <a:prstGeom prst="line">
              <a:avLst/>
            </a:prstGeom>
            <a:ln w="5715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52" name="Straight Connector 151">
              <a:extLst>
                <a:ext uri="{FF2B5EF4-FFF2-40B4-BE49-F238E27FC236}">
                  <a16:creationId xmlns:a16="http://schemas.microsoft.com/office/drawing/2014/main" id="{46523764-70F2-57B0-51E0-6AF920FD65AB}"/>
                </a:ext>
              </a:extLst>
            </p:cNvPr>
            <p:cNvCxnSpPr>
              <a:cxnSpLocks/>
              <a:stCxn id="55" idx="1"/>
            </p:cNvCxnSpPr>
            <p:nvPr/>
          </p:nvCxnSpPr>
          <p:spPr>
            <a:xfrm flipH="1" flipV="1">
              <a:off x="5083325" y="6199632"/>
              <a:ext cx="845191" cy="52804"/>
            </a:xfrm>
            <a:prstGeom prst="line">
              <a:avLst/>
            </a:prstGeom>
            <a:ln w="5715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55" name="Straight Connector 154">
              <a:extLst>
                <a:ext uri="{FF2B5EF4-FFF2-40B4-BE49-F238E27FC236}">
                  <a16:creationId xmlns:a16="http://schemas.microsoft.com/office/drawing/2014/main" id="{996DDF87-082A-873C-AA30-FB17C453712B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064206" y="5405854"/>
              <a:ext cx="587809" cy="536992"/>
            </a:xfrm>
            <a:prstGeom prst="line">
              <a:avLst/>
            </a:prstGeom>
            <a:ln w="5715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158" name="TextBox 157">
              <a:extLst>
                <a:ext uri="{FF2B5EF4-FFF2-40B4-BE49-F238E27FC236}">
                  <a16:creationId xmlns:a16="http://schemas.microsoft.com/office/drawing/2014/main" id="{0799523F-7F92-657E-3D83-4749B1D08A35}"/>
                </a:ext>
              </a:extLst>
            </p:cNvPr>
            <p:cNvSpPr txBox="1"/>
            <p:nvPr/>
          </p:nvSpPr>
          <p:spPr>
            <a:xfrm>
              <a:off x="6085543" y="5583426"/>
              <a:ext cx="473206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nl-NL" sz="1400" dirty="0">
                  <a:latin typeface="Aptos" panose="020B0004020202020204" pitchFamily="34" charset="0"/>
                </a:rPr>
                <a:t>240</a:t>
              </a:r>
            </a:p>
          </p:txBody>
        </p:sp>
        <p:sp>
          <p:nvSpPr>
            <p:cNvPr id="159" name="TextBox 158">
              <a:extLst>
                <a:ext uri="{FF2B5EF4-FFF2-40B4-BE49-F238E27FC236}">
                  <a16:creationId xmlns:a16="http://schemas.microsoft.com/office/drawing/2014/main" id="{E9E0299B-505E-8EDC-3469-866A9A19A6FB}"/>
                </a:ext>
              </a:extLst>
            </p:cNvPr>
            <p:cNvSpPr txBox="1"/>
            <p:nvPr/>
          </p:nvSpPr>
          <p:spPr>
            <a:xfrm>
              <a:off x="5293487" y="5626437"/>
              <a:ext cx="473207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nl-NL" sz="1400" dirty="0">
                  <a:latin typeface="Aptos" panose="020B0004020202020204" pitchFamily="34" charset="0"/>
                </a:rPr>
                <a:t>140</a:t>
              </a:r>
            </a:p>
          </p:txBody>
        </p:sp>
        <p:sp>
          <p:nvSpPr>
            <p:cNvPr id="160" name="TextBox 159">
              <a:extLst>
                <a:ext uri="{FF2B5EF4-FFF2-40B4-BE49-F238E27FC236}">
                  <a16:creationId xmlns:a16="http://schemas.microsoft.com/office/drawing/2014/main" id="{AC791624-3700-ABC7-E91F-F80F5901357D}"/>
                </a:ext>
              </a:extLst>
            </p:cNvPr>
            <p:cNvSpPr txBox="1"/>
            <p:nvPr/>
          </p:nvSpPr>
          <p:spPr>
            <a:xfrm>
              <a:off x="5244969" y="6269063"/>
              <a:ext cx="473207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nl-NL" sz="1400" dirty="0">
                  <a:latin typeface="Aptos" panose="020B0004020202020204" pitchFamily="34" charset="0"/>
                </a:rPr>
                <a:t>180</a:t>
              </a:r>
            </a:p>
          </p:txBody>
        </p:sp>
        <p:sp>
          <p:nvSpPr>
            <p:cNvPr id="161" name="TextBox 160">
              <a:extLst>
                <a:ext uri="{FF2B5EF4-FFF2-40B4-BE49-F238E27FC236}">
                  <a16:creationId xmlns:a16="http://schemas.microsoft.com/office/drawing/2014/main" id="{B754036B-373D-DB12-171D-ACFC72E1094E}"/>
                </a:ext>
              </a:extLst>
            </p:cNvPr>
            <p:cNvSpPr txBox="1"/>
            <p:nvPr/>
          </p:nvSpPr>
          <p:spPr>
            <a:xfrm>
              <a:off x="4538732" y="4741614"/>
              <a:ext cx="473207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nl-NL" sz="1400" dirty="0">
                  <a:latin typeface="Aptos" panose="020B0004020202020204" pitchFamily="34" charset="0"/>
                </a:rPr>
                <a:t>200</a:t>
              </a:r>
            </a:p>
          </p:txBody>
        </p:sp>
        <p:sp>
          <p:nvSpPr>
            <p:cNvPr id="162" name="TextBox 161">
              <a:extLst>
                <a:ext uri="{FF2B5EF4-FFF2-40B4-BE49-F238E27FC236}">
                  <a16:creationId xmlns:a16="http://schemas.microsoft.com/office/drawing/2014/main" id="{76F92EEB-A47A-C133-C862-DA7A17E54EC1}"/>
                </a:ext>
              </a:extLst>
            </p:cNvPr>
            <p:cNvSpPr txBox="1"/>
            <p:nvPr/>
          </p:nvSpPr>
          <p:spPr>
            <a:xfrm>
              <a:off x="4411400" y="5366573"/>
              <a:ext cx="377027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nl-NL" sz="1400" dirty="0">
                  <a:latin typeface="Aptos" panose="020B0004020202020204" pitchFamily="34" charset="0"/>
                </a:rPr>
                <a:t>80</a:t>
              </a:r>
            </a:p>
          </p:txBody>
        </p:sp>
        <p:sp>
          <p:nvSpPr>
            <p:cNvPr id="163" name="TextBox 162">
              <a:extLst>
                <a:ext uri="{FF2B5EF4-FFF2-40B4-BE49-F238E27FC236}">
                  <a16:creationId xmlns:a16="http://schemas.microsoft.com/office/drawing/2014/main" id="{0D14B3C1-5EB6-BA3F-7CA1-AF7F754946E5}"/>
                </a:ext>
              </a:extLst>
            </p:cNvPr>
            <p:cNvSpPr txBox="1"/>
            <p:nvPr/>
          </p:nvSpPr>
          <p:spPr>
            <a:xfrm>
              <a:off x="3469109" y="6098546"/>
              <a:ext cx="377027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nl-NL" sz="1400" dirty="0">
                  <a:latin typeface="Aptos" panose="020B0004020202020204" pitchFamily="34" charset="0"/>
                </a:rPr>
                <a:t>70</a:t>
              </a:r>
            </a:p>
          </p:txBody>
        </p:sp>
        <p:sp>
          <p:nvSpPr>
            <p:cNvPr id="164" name="TextBox 163">
              <a:extLst>
                <a:ext uri="{FF2B5EF4-FFF2-40B4-BE49-F238E27FC236}">
                  <a16:creationId xmlns:a16="http://schemas.microsoft.com/office/drawing/2014/main" id="{044EB97E-7FA7-F387-6E5F-11107E021FDF}"/>
                </a:ext>
              </a:extLst>
            </p:cNvPr>
            <p:cNvSpPr txBox="1"/>
            <p:nvPr/>
          </p:nvSpPr>
          <p:spPr>
            <a:xfrm>
              <a:off x="2830504" y="5212684"/>
              <a:ext cx="377027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nl-NL" sz="1400" dirty="0">
                  <a:latin typeface="Aptos" panose="020B0004020202020204" pitchFamily="34" charset="0"/>
                </a:rPr>
                <a:t>20</a:t>
              </a:r>
            </a:p>
          </p:txBody>
        </p:sp>
      </p:grpSp>
      <p:sp>
        <p:nvSpPr>
          <p:cNvPr id="185" name="TextBox 184">
            <a:extLst>
              <a:ext uri="{FF2B5EF4-FFF2-40B4-BE49-F238E27FC236}">
                <a16:creationId xmlns:a16="http://schemas.microsoft.com/office/drawing/2014/main" id="{06E8E4C8-6D1D-0C4D-A695-6B8D36845915}"/>
              </a:ext>
            </a:extLst>
          </p:cNvPr>
          <p:cNvSpPr txBox="1"/>
          <p:nvPr/>
        </p:nvSpPr>
        <p:spPr>
          <a:xfrm>
            <a:off x="6717768" y="5011112"/>
            <a:ext cx="2839688" cy="369332"/>
          </a:xfrm>
          <a:prstGeom prst="rect">
            <a:avLst/>
          </a:prstGeom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nl-NL" b="1" dirty="0" err="1">
                <a:latin typeface="Aptos" panose="020B0004020202020204" pitchFamily="34" charset="0"/>
              </a:rPr>
              <a:t>Cities</a:t>
            </a:r>
            <a:r>
              <a:rPr lang="nl-NL" dirty="0">
                <a:latin typeface="Aptos" panose="020B0004020202020204" pitchFamily="34" charset="0"/>
              </a:rPr>
              <a:t> </a:t>
            </a:r>
            <a:r>
              <a:rPr lang="nl-NL" dirty="0" err="1">
                <a:latin typeface="Aptos" panose="020B0004020202020204" pitchFamily="34" charset="0"/>
              </a:rPr>
              <a:t>connected</a:t>
            </a:r>
            <a:r>
              <a:rPr lang="nl-NL" dirty="0">
                <a:latin typeface="Aptos" panose="020B0004020202020204" pitchFamily="34" charset="0"/>
              </a:rPr>
              <a:t> </a:t>
            </a:r>
            <a:r>
              <a:rPr lang="nl-NL" dirty="0" err="1">
                <a:latin typeface="Aptos" panose="020B0004020202020204" pitchFamily="34" charset="0"/>
              </a:rPr>
              <a:t>by</a:t>
            </a:r>
            <a:r>
              <a:rPr lang="nl-NL" dirty="0">
                <a:latin typeface="Aptos" panose="020B0004020202020204" pitchFamily="34" charset="0"/>
              </a:rPr>
              <a:t> </a:t>
            </a:r>
            <a:r>
              <a:rPr lang="nl-NL" b="1" dirty="0" err="1">
                <a:latin typeface="Aptos" panose="020B0004020202020204" pitchFamily="34" charset="0"/>
              </a:rPr>
              <a:t>roads</a:t>
            </a:r>
            <a:endParaRPr lang="nl-NL" b="1" dirty="0"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988283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1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500"/>
                            </p:stCondLst>
                            <p:childTnLst>
                              <p:par>
                                <p:cTn id="22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1000"/>
                            </p:stCondLst>
                            <p:childTnLst>
                              <p:par>
                                <p:cTn id="26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5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99EE1DE0-0041-4029-0246-AB4578F8AA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CA3233-DEA1-A406-1301-7747EA1370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 err="1"/>
              <a:t>Minimizing</a:t>
            </a:r>
            <a:r>
              <a:rPr lang="nl-NL" dirty="0"/>
              <a:t> </a:t>
            </a:r>
            <a:r>
              <a:rPr lang="nl-NL" dirty="0" err="1"/>
              <a:t>costs</a:t>
            </a:r>
            <a:r>
              <a:rPr lang="nl-NL" dirty="0"/>
              <a:t> / </a:t>
            </a:r>
            <a:r>
              <a:rPr lang="nl-NL" dirty="0" err="1"/>
              <a:t>distances</a:t>
            </a:r>
            <a:endParaRPr lang="nl-N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B2393B-4C42-8E5B-AB3F-357F5FA07E6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0081" y="2633472"/>
            <a:ext cx="6776751" cy="4224528"/>
          </a:xfrm>
        </p:spPr>
        <p:txBody>
          <a:bodyPr>
            <a:normAutofit/>
          </a:bodyPr>
          <a:lstStyle/>
          <a:p>
            <a:r>
              <a:rPr lang="nl-NL" dirty="0" err="1">
                <a:latin typeface="Aptos" panose="020B0004020202020204" pitchFamily="34" charset="0"/>
              </a:rPr>
              <a:t>There</a:t>
            </a:r>
            <a:r>
              <a:rPr lang="nl-NL" dirty="0">
                <a:latin typeface="Aptos" panose="020B0004020202020204" pitchFamily="34" charset="0"/>
              </a:rPr>
              <a:t> </a:t>
            </a:r>
            <a:r>
              <a:rPr lang="nl-NL" dirty="0" err="1">
                <a:latin typeface="Aptos" panose="020B0004020202020204" pitchFamily="34" charset="0"/>
              </a:rPr>
              <a:t>may</a:t>
            </a:r>
            <a:r>
              <a:rPr lang="nl-NL" dirty="0">
                <a:latin typeface="Aptos" panose="020B0004020202020204" pitchFamily="34" charset="0"/>
              </a:rPr>
              <a:t> </a:t>
            </a:r>
            <a:r>
              <a:rPr lang="nl-NL" dirty="0" err="1">
                <a:latin typeface="Aptos" panose="020B0004020202020204" pitchFamily="34" charset="0"/>
              </a:rPr>
              <a:t>be</a:t>
            </a:r>
            <a:r>
              <a:rPr lang="nl-NL" dirty="0">
                <a:latin typeface="Aptos" panose="020B0004020202020204" pitchFamily="34" charset="0"/>
              </a:rPr>
              <a:t> </a:t>
            </a:r>
            <a:r>
              <a:rPr lang="nl-NL" dirty="0" err="1">
                <a:latin typeface="Aptos" panose="020B0004020202020204" pitchFamily="34" charset="0"/>
              </a:rPr>
              <a:t>many</a:t>
            </a:r>
            <a:r>
              <a:rPr lang="nl-NL" dirty="0">
                <a:latin typeface="Aptos" panose="020B0004020202020204" pitchFamily="34" charset="0"/>
              </a:rPr>
              <a:t> </a:t>
            </a:r>
            <a:r>
              <a:rPr lang="nl-NL" b="1" dirty="0" err="1">
                <a:latin typeface="Aptos" panose="020B0004020202020204" pitchFamily="34" charset="0"/>
              </a:rPr>
              <a:t>many</a:t>
            </a:r>
            <a:r>
              <a:rPr lang="nl-NL" dirty="0">
                <a:latin typeface="Aptos" panose="020B0004020202020204" pitchFamily="34" charset="0"/>
              </a:rPr>
              <a:t> </a:t>
            </a:r>
            <a:r>
              <a:rPr lang="nl-NL" dirty="0" err="1">
                <a:latin typeface="Aptos" panose="020B0004020202020204" pitchFamily="34" charset="0"/>
              </a:rPr>
              <a:t>paths</a:t>
            </a:r>
            <a:r>
              <a:rPr lang="nl-NL" dirty="0">
                <a:latin typeface="Aptos" panose="020B0004020202020204" pitchFamily="34" charset="0"/>
              </a:rPr>
              <a:t> </a:t>
            </a:r>
            <a:r>
              <a:rPr lang="nl-NL" dirty="0" err="1">
                <a:latin typeface="Aptos" panose="020B0004020202020204" pitchFamily="34" charset="0"/>
              </a:rPr>
              <a:t>between</a:t>
            </a:r>
            <a:r>
              <a:rPr lang="nl-NL" dirty="0">
                <a:latin typeface="Aptos" panose="020B0004020202020204" pitchFamily="34" charset="0"/>
              </a:rPr>
              <a:t> </a:t>
            </a:r>
            <a:r>
              <a:rPr lang="nl-NL" dirty="0" err="1">
                <a:latin typeface="Aptos" panose="020B0004020202020204" pitchFamily="34" charset="0"/>
              </a:rPr>
              <a:t>two</a:t>
            </a:r>
            <a:r>
              <a:rPr lang="nl-NL" dirty="0">
                <a:latin typeface="Aptos" panose="020B0004020202020204" pitchFamily="34" charset="0"/>
              </a:rPr>
              <a:t> </a:t>
            </a:r>
            <a:r>
              <a:rPr lang="nl-NL" dirty="0" err="1">
                <a:latin typeface="Aptos" panose="020B0004020202020204" pitchFamily="34" charset="0"/>
              </a:rPr>
              <a:t>nodes</a:t>
            </a:r>
            <a:r>
              <a:rPr lang="nl-NL" dirty="0">
                <a:latin typeface="Aptos" panose="020B0004020202020204" pitchFamily="34" charset="0"/>
              </a:rPr>
              <a:t> – </a:t>
            </a:r>
            <a:r>
              <a:rPr lang="nl-NL" dirty="0" err="1">
                <a:latin typeface="Aptos" panose="020B0004020202020204" pitchFamily="34" charset="0"/>
              </a:rPr>
              <a:t>which</a:t>
            </a:r>
            <a:r>
              <a:rPr lang="nl-NL" dirty="0">
                <a:latin typeface="Aptos" panose="020B0004020202020204" pitchFamily="34" charset="0"/>
              </a:rPr>
              <a:t> </a:t>
            </a:r>
            <a:r>
              <a:rPr lang="nl-NL" dirty="0" err="1">
                <a:latin typeface="Aptos" panose="020B0004020202020204" pitchFamily="34" charset="0"/>
              </a:rPr>
              <a:t>ones</a:t>
            </a:r>
            <a:r>
              <a:rPr lang="nl-NL" dirty="0">
                <a:latin typeface="Aptos" panose="020B0004020202020204" pitchFamily="34" charset="0"/>
              </a:rPr>
              <a:t> is </a:t>
            </a:r>
            <a:r>
              <a:rPr lang="nl-NL" dirty="0" err="1">
                <a:latin typeface="Aptos" panose="020B0004020202020204" pitchFamily="34" charset="0"/>
              </a:rPr>
              <a:t>the</a:t>
            </a:r>
            <a:r>
              <a:rPr lang="nl-NL" dirty="0">
                <a:latin typeface="Aptos" panose="020B0004020202020204" pitchFamily="34" charset="0"/>
              </a:rPr>
              <a:t> </a:t>
            </a:r>
            <a:r>
              <a:rPr lang="nl-NL" dirty="0" err="1">
                <a:latin typeface="Aptos" panose="020B0004020202020204" pitchFamily="34" charset="0"/>
              </a:rPr>
              <a:t>shortest</a:t>
            </a:r>
            <a:r>
              <a:rPr lang="nl-NL" dirty="0">
                <a:latin typeface="Aptos" panose="020B0004020202020204" pitchFamily="34" charset="0"/>
              </a:rPr>
              <a:t>?</a:t>
            </a:r>
          </a:p>
          <a:p>
            <a:r>
              <a:rPr lang="nl-NL" dirty="0" err="1">
                <a:latin typeface="Aptos" panose="020B0004020202020204" pitchFamily="34" charset="0"/>
              </a:rPr>
              <a:t>Finding</a:t>
            </a:r>
            <a:r>
              <a:rPr lang="nl-NL" dirty="0">
                <a:latin typeface="Aptos" panose="020B0004020202020204" pitchFamily="34" charset="0"/>
              </a:rPr>
              <a:t> </a:t>
            </a:r>
            <a:r>
              <a:rPr lang="nl-NL" dirty="0" err="1">
                <a:latin typeface="Aptos" panose="020B0004020202020204" pitchFamily="34" charset="0"/>
              </a:rPr>
              <a:t>the</a:t>
            </a:r>
            <a:r>
              <a:rPr lang="nl-NL" dirty="0">
                <a:latin typeface="Aptos" panose="020B0004020202020204" pitchFamily="34" charset="0"/>
              </a:rPr>
              <a:t> </a:t>
            </a:r>
            <a:r>
              <a:rPr lang="nl-NL" dirty="0" err="1">
                <a:latin typeface="Aptos" panose="020B0004020202020204" pitchFamily="34" charset="0"/>
              </a:rPr>
              <a:t>shortest</a:t>
            </a:r>
            <a:r>
              <a:rPr lang="nl-NL" dirty="0">
                <a:latin typeface="Aptos" panose="020B0004020202020204" pitchFamily="34" charset="0"/>
              </a:rPr>
              <a:t> </a:t>
            </a:r>
            <a:r>
              <a:rPr lang="nl-NL" dirty="0" err="1">
                <a:latin typeface="Aptos" panose="020B0004020202020204" pitchFamily="34" charset="0"/>
              </a:rPr>
              <a:t>path</a:t>
            </a:r>
            <a:r>
              <a:rPr lang="nl-NL" dirty="0">
                <a:latin typeface="Aptos" panose="020B0004020202020204" pitchFamily="34" charset="0"/>
              </a:rPr>
              <a:t> </a:t>
            </a:r>
            <a:r>
              <a:rPr lang="nl-NL" dirty="0" err="1">
                <a:latin typeface="Aptos" panose="020B0004020202020204" pitchFamily="34" charset="0"/>
              </a:rPr>
              <a:t>between</a:t>
            </a:r>
            <a:r>
              <a:rPr lang="nl-NL" dirty="0">
                <a:latin typeface="Aptos" panose="020B0004020202020204" pitchFamily="34" charset="0"/>
              </a:rPr>
              <a:t> </a:t>
            </a:r>
            <a:r>
              <a:rPr lang="nl-NL" dirty="0" err="1">
                <a:latin typeface="Aptos" panose="020B0004020202020204" pitchFamily="34" charset="0"/>
              </a:rPr>
              <a:t>two</a:t>
            </a:r>
            <a:r>
              <a:rPr lang="nl-NL" dirty="0">
                <a:latin typeface="Aptos" panose="020B0004020202020204" pitchFamily="34" charset="0"/>
              </a:rPr>
              <a:t> </a:t>
            </a:r>
            <a:r>
              <a:rPr lang="nl-NL" dirty="0" err="1">
                <a:latin typeface="Aptos" panose="020B0004020202020204" pitchFamily="34" charset="0"/>
              </a:rPr>
              <a:t>nodes</a:t>
            </a:r>
            <a:endParaRPr lang="nl-NL" dirty="0">
              <a:latin typeface="Aptos" panose="020B0004020202020204" pitchFamily="34" charset="0"/>
            </a:endParaRPr>
          </a:p>
          <a:p>
            <a:pPr lvl="1"/>
            <a:r>
              <a:rPr lang="nl-NL" dirty="0" err="1">
                <a:latin typeface="Aptos" panose="020B0004020202020204" pitchFamily="34" charset="0"/>
              </a:rPr>
              <a:t>Navigation</a:t>
            </a:r>
            <a:endParaRPr lang="nl-NL" dirty="0">
              <a:latin typeface="Aptos" panose="020B0004020202020204" pitchFamily="34" charset="0"/>
            </a:endParaRPr>
          </a:p>
          <a:p>
            <a:endParaRPr lang="nl-NL" dirty="0"/>
          </a:p>
          <a:p>
            <a:r>
              <a:rPr lang="nl-NL" dirty="0" err="1"/>
              <a:t>Finding</a:t>
            </a:r>
            <a:r>
              <a:rPr lang="nl-NL" dirty="0"/>
              <a:t> </a:t>
            </a:r>
            <a:r>
              <a:rPr lang="nl-NL" dirty="0" err="1"/>
              <a:t>the</a:t>
            </a:r>
            <a:r>
              <a:rPr lang="nl-NL" dirty="0"/>
              <a:t> </a:t>
            </a:r>
            <a:r>
              <a:rPr lang="nl-NL" dirty="0" err="1"/>
              <a:t>shortest</a:t>
            </a:r>
            <a:r>
              <a:rPr lang="nl-NL" dirty="0"/>
              <a:t> route </a:t>
            </a:r>
            <a:r>
              <a:rPr lang="nl-NL" dirty="0" err="1"/>
              <a:t>connecting</a:t>
            </a:r>
            <a:r>
              <a:rPr lang="nl-NL" dirty="0"/>
              <a:t> </a:t>
            </a:r>
            <a:r>
              <a:rPr lang="nl-NL" dirty="0" err="1"/>
              <a:t>all</a:t>
            </a:r>
            <a:r>
              <a:rPr lang="nl-NL" dirty="0"/>
              <a:t> </a:t>
            </a:r>
            <a:r>
              <a:rPr lang="nl-NL" dirty="0" err="1"/>
              <a:t>nodes</a:t>
            </a:r>
            <a:endParaRPr lang="nl-NL" dirty="0"/>
          </a:p>
          <a:p>
            <a:pPr lvl="1"/>
            <a:r>
              <a:rPr lang="nl-NL" dirty="0" err="1">
                <a:latin typeface="Aptos" panose="020B0004020202020204" pitchFamily="34" charset="0"/>
              </a:rPr>
              <a:t>Cycle</a:t>
            </a:r>
            <a:r>
              <a:rPr lang="nl-NL" dirty="0">
                <a:latin typeface="Aptos" panose="020B0004020202020204" pitchFamily="34" charset="0"/>
              </a:rPr>
              <a:t>-free </a:t>
            </a:r>
            <a:r>
              <a:rPr lang="nl-NL" dirty="0" err="1">
                <a:latin typeface="Aptos" panose="020B0004020202020204" pitchFamily="34" charset="0"/>
              </a:rPr>
              <a:t>communication</a:t>
            </a:r>
            <a:r>
              <a:rPr lang="nl-NL" dirty="0">
                <a:latin typeface="Aptos" panose="020B0004020202020204" pitchFamily="34" charset="0"/>
              </a:rPr>
              <a:t> </a:t>
            </a:r>
            <a:r>
              <a:rPr lang="nl-NL" dirty="0" err="1">
                <a:latin typeface="Aptos" panose="020B0004020202020204" pitchFamily="34" charset="0"/>
              </a:rPr>
              <a:t>network</a:t>
            </a:r>
            <a:endParaRPr lang="nl-NL" dirty="0">
              <a:latin typeface="Aptos" panose="020B0004020202020204" pitchFamily="34" charset="0"/>
            </a:endParaRPr>
          </a:p>
          <a:p>
            <a:pPr lvl="1"/>
            <a:r>
              <a:rPr lang="nl-NL" dirty="0">
                <a:latin typeface="Aptos" panose="020B0004020202020204" pitchFamily="34" charset="0"/>
              </a:rPr>
              <a:t>STP protocol</a:t>
            </a:r>
          </a:p>
          <a:p>
            <a:pPr lvl="1"/>
            <a:r>
              <a:rPr lang="nl-NL" dirty="0" err="1">
                <a:latin typeface="Aptos" panose="020B0004020202020204" pitchFamily="34" charset="0"/>
              </a:rPr>
              <a:t>Travelling</a:t>
            </a:r>
            <a:r>
              <a:rPr lang="nl-NL" dirty="0">
                <a:latin typeface="Aptos" panose="020B0004020202020204" pitchFamily="34" charset="0"/>
              </a:rPr>
              <a:t> salesman </a:t>
            </a:r>
            <a:r>
              <a:rPr lang="nl-NL" dirty="0" err="1">
                <a:latin typeface="Aptos" panose="020B0004020202020204" pitchFamily="34" charset="0"/>
              </a:rPr>
              <a:t>problem</a:t>
            </a:r>
            <a:endParaRPr lang="nl-NL" dirty="0">
              <a:latin typeface="Aptos" panose="020B0004020202020204" pitchFamily="34" charset="0"/>
            </a:endParaRPr>
          </a:p>
          <a:p>
            <a:pPr lvl="1"/>
            <a:endParaRPr lang="nl-NL" dirty="0">
              <a:latin typeface="Aptos" panose="020B0004020202020204" pitchFamily="34" charset="0"/>
            </a:endParaRPr>
          </a:p>
          <a:p>
            <a:pPr lvl="1"/>
            <a:endParaRPr lang="nl-NL" dirty="0">
              <a:latin typeface="Aptos" panose="020B0004020202020204" pitchFamily="34" charset="0"/>
            </a:endParaRPr>
          </a:p>
        </p:txBody>
      </p:sp>
      <p:sp>
        <p:nvSpPr>
          <p:cNvPr id="21" name="A">
            <a:extLst>
              <a:ext uri="{FF2B5EF4-FFF2-40B4-BE49-F238E27FC236}">
                <a16:creationId xmlns:a16="http://schemas.microsoft.com/office/drawing/2014/main" id="{7BDAA090-5805-E615-B9BB-87D405B27761}"/>
              </a:ext>
            </a:extLst>
          </p:cNvPr>
          <p:cNvSpPr/>
          <p:nvPr/>
        </p:nvSpPr>
        <p:spPr>
          <a:xfrm>
            <a:off x="7760865" y="4002769"/>
            <a:ext cx="427106" cy="427106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dirty="0">
                <a:latin typeface="Aptos" panose="020B0004020202020204" pitchFamily="34" charset="0"/>
              </a:rPr>
              <a:t>A</a:t>
            </a:r>
          </a:p>
        </p:txBody>
      </p:sp>
      <p:sp>
        <p:nvSpPr>
          <p:cNvPr id="22" name="B">
            <a:extLst>
              <a:ext uri="{FF2B5EF4-FFF2-40B4-BE49-F238E27FC236}">
                <a16:creationId xmlns:a16="http://schemas.microsoft.com/office/drawing/2014/main" id="{9AF20DFE-18BC-209D-75F6-903DED6E1F9C}"/>
              </a:ext>
            </a:extLst>
          </p:cNvPr>
          <p:cNvSpPr/>
          <p:nvPr/>
        </p:nvSpPr>
        <p:spPr>
          <a:xfrm>
            <a:off x="11103902" y="4002769"/>
            <a:ext cx="427106" cy="427106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dirty="0">
                <a:latin typeface="Aptos" panose="020B0004020202020204" pitchFamily="34" charset="0"/>
              </a:rPr>
              <a:t>B</a:t>
            </a:r>
          </a:p>
        </p:txBody>
      </p:sp>
      <p:sp>
        <p:nvSpPr>
          <p:cNvPr id="23" name="C">
            <a:extLst>
              <a:ext uri="{FF2B5EF4-FFF2-40B4-BE49-F238E27FC236}">
                <a16:creationId xmlns:a16="http://schemas.microsoft.com/office/drawing/2014/main" id="{BAFDC12B-5E0E-D9AC-812B-438BB8895074}"/>
              </a:ext>
            </a:extLst>
          </p:cNvPr>
          <p:cNvSpPr/>
          <p:nvPr/>
        </p:nvSpPr>
        <p:spPr>
          <a:xfrm>
            <a:off x="9432384" y="2603962"/>
            <a:ext cx="427106" cy="427106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dirty="0">
                <a:latin typeface="Aptos" panose="020B0004020202020204" pitchFamily="34" charset="0"/>
              </a:rPr>
              <a:t>C</a:t>
            </a:r>
          </a:p>
        </p:txBody>
      </p:sp>
      <p:cxnSp>
        <p:nvCxnSpPr>
          <p:cNvPr id="24" name="AC">
            <a:extLst>
              <a:ext uri="{FF2B5EF4-FFF2-40B4-BE49-F238E27FC236}">
                <a16:creationId xmlns:a16="http://schemas.microsoft.com/office/drawing/2014/main" id="{C269A14F-E777-512E-98F7-797B14820388}"/>
              </a:ext>
            </a:extLst>
          </p:cNvPr>
          <p:cNvCxnSpPr>
            <a:cxnSpLocks/>
            <a:stCxn id="21" idx="5"/>
            <a:endCxn id="32" idx="1"/>
          </p:cNvCxnSpPr>
          <p:nvPr/>
        </p:nvCxnSpPr>
        <p:spPr>
          <a:xfrm>
            <a:off x="8125423" y="4367327"/>
            <a:ext cx="1369509" cy="1096798"/>
          </a:xfrm>
          <a:prstGeom prst="straightConnector1">
            <a:avLst/>
          </a:prstGeom>
          <a:ln w="381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5" name="AB">
            <a:extLst>
              <a:ext uri="{FF2B5EF4-FFF2-40B4-BE49-F238E27FC236}">
                <a16:creationId xmlns:a16="http://schemas.microsoft.com/office/drawing/2014/main" id="{7DDCFD21-102C-8535-7109-B9E09ECE6EAC}"/>
              </a:ext>
            </a:extLst>
          </p:cNvPr>
          <p:cNvCxnSpPr>
            <a:cxnSpLocks/>
            <a:stCxn id="32" idx="7"/>
            <a:endCxn id="22" idx="3"/>
          </p:cNvCxnSpPr>
          <p:nvPr/>
        </p:nvCxnSpPr>
        <p:spPr>
          <a:xfrm flipV="1">
            <a:off x="9796942" y="4367327"/>
            <a:ext cx="1369508" cy="1096798"/>
          </a:xfrm>
          <a:prstGeom prst="straightConnector1">
            <a:avLst/>
          </a:prstGeom>
          <a:ln w="381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6" name="cAB">
            <a:extLst>
              <a:ext uri="{FF2B5EF4-FFF2-40B4-BE49-F238E27FC236}">
                <a16:creationId xmlns:a16="http://schemas.microsoft.com/office/drawing/2014/main" id="{5A5231B1-41CE-2527-A959-E58E81D752FE}"/>
              </a:ext>
            </a:extLst>
          </p:cNvPr>
          <p:cNvSpPr txBox="1"/>
          <p:nvPr/>
        </p:nvSpPr>
        <p:spPr>
          <a:xfrm>
            <a:off x="8656128" y="3059668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>
              <a:defRPr b="1">
                <a:latin typeface="Aptos" panose="020B0004020202020204" pitchFamily="34" charset="0"/>
              </a:defRPr>
            </a:lvl1pPr>
          </a:lstStyle>
          <a:p>
            <a:r>
              <a:rPr lang="nl-NL" dirty="0"/>
              <a:t>6</a:t>
            </a:r>
          </a:p>
        </p:txBody>
      </p:sp>
      <p:sp>
        <p:nvSpPr>
          <p:cNvPr id="27" name="cAC">
            <a:extLst>
              <a:ext uri="{FF2B5EF4-FFF2-40B4-BE49-F238E27FC236}">
                <a16:creationId xmlns:a16="http://schemas.microsoft.com/office/drawing/2014/main" id="{BEF40DB8-AC29-1EEB-FC05-1987665B2A27}"/>
              </a:ext>
            </a:extLst>
          </p:cNvPr>
          <p:cNvSpPr txBox="1"/>
          <p:nvPr/>
        </p:nvSpPr>
        <p:spPr>
          <a:xfrm>
            <a:off x="8473251" y="4843619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NL" b="1" dirty="0">
                <a:latin typeface="Aptos" panose="020B0004020202020204" pitchFamily="34" charset="0"/>
              </a:rPr>
              <a:t>2</a:t>
            </a:r>
          </a:p>
        </p:txBody>
      </p:sp>
      <p:sp>
        <p:nvSpPr>
          <p:cNvPr id="28" name="cCB">
            <a:extLst>
              <a:ext uri="{FF2B5EF4-FFF2-40B4-BE49-F238E27FC236}">
                <a16:creationId xmlns:a16="http://schemas.microsoft.com/office/drawing/2014/main" id="{8D01254C-C201-7A39-107E-5C21F53BDC8F}"/>
              </a:ext>
            </a:extLst>
          </p:cNvPr>
          <p:cNvSpPr txBox="1"/>
          <p:nvPr/>
        </p:nvSpPr>
        <p:spPr>
          <a:xfrm>
            <a:off x="10417172" y="4915726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>
              <a:defRPr b="1">
                <a:latin typeface="Aptos" panose="020B0004020202020204" pitchFamily="34" charset="0"/>
              </a:defRPr>
            </a:lvl1pPr>
          </a:lstStyle>
          <a:p>
            <a:r>
              <a:rPr lang="nl-NL" dirty="0"/>
              <a:t>7</a:t>
            </a:r>
          </a:p>
        </p:txBody>
      </p:sp>
      <p:sp>
        <p:nvSpPr>
          <p:cNvPr id="31" name="C">
            <a:extLst>
              <a:ext uri="{FF2B5EF4-FFF2-40B4-BE49-F238E27FC236}">
                <a16:creationId xmlns:a16="http://schemas.microsoft.com/office/drawing/2014/main" id="{6340D2F6-862E-270F-0F06-7C73A514C15D}"/>
              </a:ext>
            </a:extLst>
          </p:cNvPr>
          <p:cNvSpPr/>
          <p:nvPr/>
        </p:nvSpPr>
        <p:spPr>
          <a:xfrm>
            <a:off x="9432384" y="4002769"/>
            <a:ext cx="427106" cy="427106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dirty="0">
                <a:latin typeface="Aptos" panose="020B0004020202020204" pitchFamily="34" charset="0"/>
              </a:rPr>
              <a:t>D</a:t>
            </a:r>
          </a:p>
        </p:txBody>
      </p:sp>
      <p:sp>
        <p:nvSpPr>
          <p:cNvPr id="32" name="C">
            <a:extLst>
              <a:ext uri="{FF2B5EF4-FFF2-40B4-BE49-F238E27FC236}">
                <a16:creationId xmlns:a16="http://schemas.microsoft.com/office/drawing/2014/main" id="{5E64E350-1205-52BD-27EE-BCD36D425636}"/>
              </a:ext>
            </a:extLst>
          </p:cNvPr>
          <p:cNvSpPr/>
          <p:nvPr/>
        </p:nvSpPr>
        <p:spPr>
          <a:xfrm>
            <a:off x="9432384" y="5401577"/>
            <a:ext cx="427106" cy="427106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dirty="0">
                <a:latin typeface="Aptos" panose="020B0004020202020204" pitchFamily="34" charset="0"/>
              </a:rPr>
              <a:t>E</a:t>
            </a:r>
          </a:p>
        </p:txBody>
      </p:sp>
      <p:cxnSp>
        <p:nvCxnSpPr>
          <p:cNvPr id="39" name="AB">
            <a:extLst>
              <a:ext uri="{FF2B5EF4-FFF2-40B4-BE49-F238E27FC236}">
                <a16:creationId xmlns:a16="http://schemas.microsoft.com/office/drawing/2014/main" id="{8B30B483-3D51-6925-CAF9-20A5D30A8367}"/>
              </a:ext>
            </a:extLst>
          </p:cNvPr>
          <p:cNvCxnSpPr>
            <a:cxnSpLocks/>
            <a:stCxn id="31" idx="6"/>
            <a:endCxn id="22" idx="2"/>
          </p:cNvCxnSpPr>
          <p:nvPr/>
        </p:nvCxnSpPr>
        <p:spPr>
          <a:xfrm>
            <a:off x="9859490" y="4216322"/>
            <a:ext cx="1244412" cy="0"/>
          </a:xfrm>
          <a:prstGeom prst="straightConnector1">
            <a:avLst/>
          </a:prstGeom>
          <a:ln w="381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2" name="AB">
            <a:extLst>
              <a:ext uri="{FF2B5EF4-FFF2-40B4-BE49-F238E27FC236}">
                <a16:creationId xmlns:a16="http://schemas.microsoft.com/office/drawing/2014/main" id="{C36C8DC6-CF10-88A7-C306-8B3BE79324D6}"/>
              </a:ext>
            </a:extLst>
          </p:cNvPr>
          <p:cNvCxnSpPr>
            <a:cxnSpLocks/>
            <a:stCxn id="23" idx="5"/>
            <a:endCxn id="22" idx="1"/>
          </p:cNvCxnSpPr>
          <p:nvPr/>
        </p:nvCxnSpPr>
        <p:spPr>
          <a:xfrm>
            <a:off x="9796942" y="2968520"/>
            <a:ext cx="1369508" cy="1096797"/>
          </a:xfrm>
          <a:prstGeom prst="straightConnector1">
            <a:avLst/>
          </a:prstGeom>
          <a:ln w="381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6" name="AB">
            <a:extLst>
              <a:ext uri="{FF2B5EF4-FFF2-40B4-BE49-F238E27FC236}">
                <a16:creationId xmlns:a16="http://schemas.microsoft.com/office/drawing/2014/main" id="{A0B78DEC-AA6F-5B46-205E-E439B62E701B}"/>
              </a:ext>
            </a:extLst>
          </p:cNvPr>
          <p:cNvCxnSpPr>
            <a:cxnSpLocks/>
            <a:stCxn id="21" idx="7"/>
            <a:endCxn id="23" idx="3"/>
          </p:cNvCxnSpPr>
          <p:nvPr/>
        </p:nvCxnSpPr>
        <p:spPr>
          <a:xfrm flipV="1">
            <a:off x="8125423" y="2968520"/>
            <a:ext cx="1369509" cy="1096797"/>
          </a:xfrm>
          <a:prstGeom prst="straightConnector1">
            <a:avLst/>
          </a:prstGeom>
          <a:ln w="381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0" name="AB">
            <a:extLst>
              <a:ext uri="{FF2B5EF4-FFF2-40B4-BE49-F238E27FC236}">
                <a16:creationId xmlns:a16="http://schemas.microsoft.com/office/drawing/2014/main" id="{4D3DF38D-95B8-8C85-4B8B-43A0BD30CD04}"/>
              </a:ext>
            </a:extLst>
          </p:cNvPr>
          <p:cNvCxnSpPr>
            <a:cxnSpLocks/>
            <a:stCxn id="21" idx="6"/>
            <a:endCxn id="31" idx="2"/>
          </p:cNvCxnSpPr>
          <p:nvPr/>
        </p:nvCxnSpPr>
        <p:spPr>
          <a:xfrm>
            <a:off x="8187971" y="4216322"/>
            <a:ext cx="1244413" cy="0"/>
          </a:xfrm>
          <a:prstGeom prst="straightConnector1">
            <a:avLst/>
          </a:prstGeom>
          <a:ln w="381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3" name="AB">
            <a:extLst>
              <a:ext uri="{FF2B5EF4-FFF2-40B4-BE49-F238E27FC236}">
                <a16:creationId xmlns:a16="http://schemas.microsoft.com/office/drawing/2014/main" id="{0D7E162F-BC6D-BFEB-A538-73E9E7FFB09C}"/>
              </a:ext>
            </a:extLst>
          </p:cNvPr>
          <p:cNvCxnSpPr>
            <a:cxnSpLocks/>
            <a:stCxn id="31" idx="0"/>
            <a:endCxn id="23" idx="4"/>
          </p:cNvCxnSpPr>
          <p:nvPr/>
        </p:nvCxnSpPr>
        <p:spPr>
          <a:xfrm flipV="1">
            <a:off x="9645937" y="3031068"/>
            <a:ext cx="0" cy="971701"/>
          </a:xfrm>
          <a:prstGeom prst="straightConnector1">
            <a:avLst/>
          </a:prstGeom>
          <a:ln w="381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6" name="AB">
            <a:extLst>
              <a:ext uri="{FF2B5EF4-FFF2-40B4-BE49-F238E27FC236}">
                <a16:creationId xmlns:a16="http://schemas.microsoft.com/office/drawing/2014/main" id="{1CFEAA7A-A9A9-227A-F926-4BAA416A18EE}"/>
              </a:ext>
            </a:extLst>
          </p:cNvPr>
          <p:cNvCxnSpPr>
            <a:cxnSpLocks/>
            <a:stCxn id="32" idx="0"/>
            <a:endCxn id="31" idx="4"/>
          </p:cNvCxnSpPr>
          <p:nvPr/>
        </p:nvCxnSpPr>
        <p:spPr>
          <a:xfrm flipV="1">
            <a:off x="9645937" y="4429875"/>
            <a:ext cx="0" cy="971702"/>
          </a:xfrm>
          <a:prstGeom prst="straightConnector1">
            <a:avLst/>
          </a:prstGeom>
          <a:ln w="381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80" name="cAC">
            <a:extLst>
              <a:ext uri="{FF2B5EF4-FFF2-40B4-BE49-F238E27FC236}">
                <a16:creationId xmlns:a16="http://schemas.microsoft.com/office/drawing/2014/main" id="{D6046663-51F0-2325-D8EB-6F96047DFEF7}"/>
              </a:ext>
            </a:extLst>
          </p:cNvPr>
          <p:cNvSpPr txBox="1"/>
          <p:nvPr/>
        </p:nvSpPr>
        <p:spPr>
          <a:xfrm>
            <a:off x="8806072" y="3864314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NL" b="1" dirty="0">
                <a:latin typeface="Aptos" panose="020B0004020202020204" pitchFamily="34" charset="0"/>
              </a:rPr>
              <a:t>4</a:t>
            </a:r>
          </a:p>
        </p:txBody>
      </p:sp>
      <p:sp>
        <p:nvSpPr>
          <p:cNvPr id="81" name="cAC">
            <a:extLst>
              <a:ext uri="{FF2B5EF4-FFF2-40B4-BE49-F238E27FC236}">
                <a16:creationId xmlns:a16="http://schemas.microsoft.com/office/drawing/2014/main" id="{A6365A05-633C-91B8-4FA3-658F1431B46B}"/>
              </a:ext>
            </a:extLst>
          </p:cNvPr>
          <p:cNvSpPr txBox="1"/>
          <p:nvPr/>
        </p:nvSpPr>
        <p:spPr>
          <a:xfrm>
            <a:off x="9645936" y="3414967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NL" b="1" dirty="0">
                <a:latin typeface="Aptos" panose="020B0004020202020204" pitchFamily="34" charset="0"/>
              </a:rPr>
              <a:t>2</a:t>
            </a:r>
          </a:p>
        </p:txBody>
      </p:sp>
      <p:sp>
        <p:nvSpPr>
          <p:cNvPr id="82" name="cAC">
            <a:extLst>
              <a:ext uri="{FF2B5EF4-FFF2-40B4-BE49-F238E27FC236}">
                <a16:creationId xmlns:a16="http://schemas.microsoft.com/office/drawing/2014/main" id="{E701F72D-B53E-DDF2-0CAF-30542D38895A}"/>
              </a:ext>
            </a:extLst>
          </p:cNvPr>
          <p:cNvSpPr txBox="1"/>
          <p:nvPr/>
        </p:nvSpPr>
        <p:spPr>
          <a:xfrm>
            <a:off x="10437488" y="3147586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NL" b="1" dirty="0">
                <a:latin typeface="Aptos" panose="020B0004020202020204" pitchFamily="34" charset="0"/>
              </a:rPr>
              <a:t>3</a:t>
            </a:r>
          </a:p>
        </p:txBody>
      </p:sp>
      <p:sp>
        <p:nvSpPr>
          <p:cNvPr id="83" name="cAC">
            <a:extLst>
              <a:ext uri="{FF2B5EF4-FFF2-40B4-BE49-F238E27FC236}">
                <a16:creationId xmlns:a16="http://schemas.microsoft.com/office/drawing/2014/main" id="{1D934EF0-9971-2245-88D8-57DB61F1B839}"/>
              </a:ext>
            </a:extLst>
          </p:cNvPr>
          <p:cNvSpPr txBox="1"/>
          <p:nvPr/>
        </p:nvSpPr>
        <p:spPr>
          <a:xfrm>
            <a:off x="10187820" y="3888687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NL" b="1" dirty="0">
                <a:latin typeface="Aptos" panose="020B0004020202020204" pitchFamily="34" charset="0"/>
              </a:rPr>
              <a:t>6</a:t>
            </a:r>
          </a:p>
        </p:txBody>
      </p:sp>
      <p:sp>
        <p:nvSpPr>
          <p:cNvPr id="84" name="cAC">
            <a:extLst>
              <a:ext uri="{FF2B5EF4-FFF2-40B4-BE49-F238E27FC236}">
                <a16:creationId xmlns:a16="http://schemas.microsoft.com/office/drawing/2014/main" id="{CC59588B-1C72-1253-7575-5406B738437E}"/>
              </a:ext>
            </a:extLst>
          </p:cNvPr>
          <p:cNvSpPr txBox="1"/>
          <p:nvPr/>
        </p:nvSpPr>
        <p:spPr>
          <a:xfrm>
            <a:off x="9326276" y="4643258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NL" b="1" dirty="0">
                <a:latin typeface="Aptos" panose="020B0004020202020204" pitchFamily="34" charset="0"/>
              </a:rPr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17763249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mph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2F2F2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CDB563-2008-97D0-926A-AD4DFAE647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140453-0A11-CB3F-0D8F-EB8FC656DC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 err="1"/>
              <a:t>Shortest</a:t>
            </a:r>
            <a:r>
              <a:rPr lang="nl-NL" dirty="0"/>
              <a:t> </a:t>
            </a:r>
            <a:r>
              <a:rPr lang="nl-NL" dirty="0" err="1"/>
              <a:t>Paths</a:t>
            </a:r>
            <a:endParaRPr lang="nl-N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E204A00-E70D-50B0-DA7B-D3D1348F7A0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0081" y="2633473"/>
            <a:ext cx="6788656" cy="4320780"/>
          </a:xfrm>
        </p:spPr>
        <p:txBody>
          <a:bodyPr>
            <a:normAutofit/>
          </a:bodyPr>
          <a:lstStyle/>
          <a:p>
            <a:r>
              <a:rPr lang="nl-NL" dirty="0" err="1"/>
              <a:t>There</a:t>
            </a:r>
            <a:r>
              <a:rPr lang="nl-NL" dirty="0"/>
              <a:t> are </a:t>
            </a:r>
            <a:r>
              <a:rPr lang="nl-NL" dirty="0" err="1"/>
              <a:t>many</a:t>
            </a:r>
            <a:r>
              <a:rPr lang="nl-NL" dirty="0"/>
              <a:t> </a:t>
            </a:r>
            <a:r>
              <a:rPr lang="nl-NL" b="1" dirty="0" err="1">
                <a:latin typeface="Aptos" panose="020B0004020202020204" pitchFamily="34" charset="0"/>
              </a:rPr>
              <a:t>paths</a:t>
            </a:r>
            <a:r>
              <a:rPr lang="nl-NL" dirty="0"/>
              <a:t> </a:t>
            </a:r>
            <a:r>
              <a:rPr lang="nl-NL" dirty="0" err="1"/>
              <a:t>between</a:t>
            </a:r>
            <a:r>
              <a:rPr lang="nl-NL" dirty="0"/>
              <a:t> A </a:t>
            </a:r>
            <a:r>
              <a:rPr lang="nl-NL" dirty="0" err="1"/>
              <a:t>and</a:t>
            </a:r>
            <a:r>
              <a:rPr lang="nl-NL" dirty="0"/>
              <a:t> B – </a:t>
            </a:r>
            <a:r>
              <a:rPr lang="nl-NL" dirty="0" err="1"/>
              <a:t>which</a:t>
            </a:r>
            <a:r>
              <a:rPr lang="nl-NL" dirty="0"/>
              <a:t> </a:t>
            </a:r>
            <a:r>
              <a:rPr lang="nl-NL" dirty="0" err="1"/>
              <a:t>one</a:t>
            </a:r>
            <a:r>
              <a:rPr lang="nl-NL" dirty="0"/>
              <a:t> is </a:t>
            </a:r>
            <a:r>
              <a:rPr lang="nl-NL" dirty="0" err="1"/>
              <a:t>the</a:t>
            </a:r>
            <a:r>
              <a:rPr lang="nl-NL" dirty="0"/>
              <a:t> </a:t>
            </a:r>
            <a:r>
              <a:rPr lang="nl-NL" b="1" dirty="0" err="1">
                <a:latin typeface="Aptos" panose="020B0004020202020204" pitchFamily="34" charset="0"/>
              </a:rPr>
              <a:t>shortest</a:t>
            </a:r>
            <a:r>
              <a:rPr lang="nl-NL" dirty="0"/>
              <a:t>?</a:t>
            </a:r>
          </a:p>
          <a:p>
            <a:r>
              <a:rPr lang="nl-NL" dirty="0"/>
              <a:t>Follow </a:t>
            </a:r>
            <a:r>
              <a:rPr lang="nl-NL" dirty="0" err="1"/>
              <a:t>paths</a:t>
            </a:r>
            <a:r>
              <a:rPr lang="nl-NL" dirty="0"/>
              <a:t> </a:t>
            </a:r>
            <a:r>
              <a:rPr lang="nl-NL" dirty="0" err="1"/>
              <a:t>from</a:t>
            </a:r>
            <a:r>
              <a:rPr lang="nl-NL" dirty="0"/>
              <a:t> A &amp; </a:t>
            </a:r>
            <a:r>
              <a:rPr lang="nl-NL" b="1" dirty="0">
                <a:latin typeface="Aptos" panose="020B0004020202020204" pitchFamily="34" charset="0"/>
              </a:rPr>
              <a:t>update</a:t>
            </a:r>
            <a:r>
              <a:rPr lang="nl-NL" dirty="0"/>
              <a:t> </a:t>
            </a:r>
            <a:r>
              <a:rPr lang="nl-NL" b="1" dirty="0" err="1">
                <a:latin typeface="Aptos" panose="020B0004020202020204" pitchFamily="34" charset="0"/>
              </a:rPr>
              <a:t>distances</a:t>
            </a:r>
            <a:r>
              <a:rPr lang="nl-NL" dirty="0"/>
              <a:t> on </a:t>
            </a:r>
            <a:r>
              <a:rPr lang="nl-NL" dirty="0" err="1"/>
              <a:t>the</a:t>
            </a:r>
            <a:r>
              <a:rPr lang="nl-NL" dirty="0"/>
              <a:t> go</a:t>
            </a:r>
          </a:p>
          <a:p>
            <a:endParaRPr lang="nl-NL" dirty="0"/>
          </a:p>
          <a:p>
            <a:r>
              <a:rPr lang="nl-NL" dirty="0"/>
              <a:t>We </a:t>
            </a:r>
            <a:r>
              <a:rPr lang="nl-NL" dirty="0" err="1"/>
              <a:t>might</a:t>
            </a:r>
            <a:r>
              <a:rPr lang="nl-NL" dirty="0"/>
              <a:t> </a:t>
            </a:r>
            <a:r>
              <a:rPr lang="nl-NL" dirty="0" err="1"/>
              <a:t>need</a:t>
            </a:r>
            <a:r>
              <a:rPr lang="nl-NL" dirty="0"/>
              <a:t> </a:t>
            </a:r>
            <a:r>
              <a:rPr lang="nl-NL" dirty="0" err="1"/>
              <a:t>to</a:t>
            </a:r>
            <a:r>
              <a:rPr lang="nl-NL" dirty="0"/>
              <a:t> follow </a:t>
            </a:r>
            <a:r>
              <a:rPr lang="nl-NL" dirty="0" err="1"/>
              <a:t>the</a:t>
            </a:r>
            <a:r>
              <a:rPr lang="nl-NL" dirty="0"/>
              <a:t> </a:t>
            </a:r>
            <a:r>
              <a:rPr lang="nl-NL" dirty="0" err="1"/>
              <a:t>same</a:t>
            </a:r>
            <a:r>
              <a:rPr lang="nl-NL" dirty="0"/>
              <a:t> </a:t>
            </a:r>
            <a:r>
              <a:rPr lang="nl-NL" dirty="0" err="1"/>
              <a:t>edge</a:t>
            </a:r>
            <a:r>
              <a:rPr lang="nl-NL" dirty="0"/>
              <a:t> over </a:t>
            </a:r>
            <a:r>
              <a:rPr lang="nl-NL" dirty="0" err="1"/>
              <a:t>and</a:t>
            </a:r>
            <a:r>
              <a:rPr lang="nl-NL" dirty="0"/>
              <a:t> over </a:t>
            </a:r>
            <a:r>
              <a:rPr lang="nl-NL" dirty="0" err="1"/>
              <a:t>again</a:t>
            </a:r>
            <a:endParaRPr lang="nl-NL" dirty="0"/>
          </a:p>
          <a:p>
            <a:r>
              <a:rPr lang="nl-NL" dirty="0"/>
              <a:t>How </a:t>
            </a:r>
            <a:r>
              <a:rPr lang="nl-NL" dirty="0" err="1"/>
              <a:t>to</a:t>
            </a:r>
            <a:r>
              <a:rPr lang="nl-NL" dirty="0"/>
              <a:t> </a:t>
            </a:r>
            <a:r>
              <a:rPr lang="nl-NL" dirty="0" err="1"/>
              <a:t>prevent</a:t>
            </a:r>
            <a:r>
              <a:rPr lang="nl-NL" dirty="0"/>
              <a:t> </a:t>
            </a:r>
            <a:r>
              <a:rPr lang="nl-NL" dirty="0" err="1"/>
              <a:t>this</a:t>
            </a:r>
            <a:r>
              <a:rPr lang="nl-NL" dirty="0"/>
              <a:t>?</a:t>
            </a:r>
          </a:p>
          <a:p>
            <a:pPr lvl="1"/>
            <a:r>
              <a:rPr lang="nl-NL" sz="2000" dirty="0"/>
              <a:t>Keep track of (</a:t>
            </a:r>
            <a:r>
              <a:rPr lang="nl-NL" sz="2000" dirty="0" err="1"/>
              <a:t>shortest</a:t>
            </a:r>
            <a:r>
              <a:rPr lang="nl-NL" sz="2000" dirty="0"/>
              <a:t>) </a:t>
            </a:r>
            <a:r>
              <a:rPr lang="nl-NL" sz="2000" dirty="0" err="1"/>
              <a:t>distances</a:t>
            </a:r>
            <a:r>
              <a:rPr lang="nl-NL" sz="2000" dirty="0"/>
              <a:t> </a:t>
            </a:r>
            <a:r>
              <a:rPr lang="nl-NL" sz="2000" dirty="0" err="1"/>
              <a:t>from</a:t>
            </a:r>
            <a:r>
              <a:rPr lang="nl-NL" sz="2000" dirty="0"/>
              <a:t> A </a:t>
            </a:r>
            <a:r>
              <a:rPr lang="nl-NL" sz="2000" dirty="0" err="1"/>
              <a:t>to</a:t>
            </a:r>
            <a:r>
              <a:rPr lang="nl-NL" sz="2000" dirty="0"/>
              <a:t> </a:t>
            </a:r>
            <a:r>
              <a:rPr lang="nl-NL" sz="2000" b="1" dirty="0">
                <a:latin typeface="Aptos" panose="020B0004020202020204" pitchFamily="34" charset="0"/>
              </a:rPr>
              <a:t>ALL</a:t>
            </a:r>
            <a:r>
              <a:rPr lang="nl-NL" sz="2000" dirty="0"/>
              <a:t> </a:t>
            </a:r>
            <a:r>
              <a:rPr lang="nl-NL" sz="2000" dirty="0" err="1"/>
              <a:t>nodes</a:t>
            </a:r>
            <a:endParaRPr lang="nl-NL" sz="2000" dirty="0"/>
          </a:p>
        </p:txBody>
      </p:sp>
      <p:sp>
        <p:nvSpPr>
          <p:cNvPr id="21" name="A">
            <a:extLst>
              <a:ext uri="{FF2B5EF4-FFF2-40B4-BE49-F238E27FC236}">
                <a16:creationId xmlns:a16="http://schemas.microsoft.com/office/drawing/2014/main" id="{138047FF-A534-14DB-9BF5-66591AF296AF}"/>
              </a:ext>
            </a:extLst>
          </p:cNvPr>
          <p:cNvSpPr/>
          <p:nvPr/>
        </p:nvSpPr>
        <p:spPr>
          <a:xfrm>
            <a:off x="7760865" y="4002769"/>
            <a:ext cx="427106" cy="427106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dirty="0">
                <a:latin typeface="Aptos" panose="020B0004020202020204" pitchFamily="34" charset="0"/>
              </a:rPr>
              <a:t>A</a:t>
            </a:r>
          </a:p>
        </p:txBody>
      </p:sp>
      <p:sp>
        <p:nvSpPr>
          <p:cNvPr id="22" name="B">
            <a:extLst>
              <a:ext uri="{FF2B5EF4-FFF2-40B4-BE49-F238E27FC236}">
                <a16:creationId xmlns:a16="http://schemas.microsoft.com/office/drawing/2014/main" id="{51095D8B-FF3D-2EA1-976D-DF52CDA16228}"/>
              </a:ext>
            </a:extLst>
          </p:cNvPr>
          <p:cNvSpPr/>
          <p:nvPr/>
        </p:nvSpPr>
        <p:spPr>
          <a:xfrm>
            <a:off x="11103902" y="4002769"/>
            <a:ext cx="427106" cy="427106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dirty="0">
                <a:latin typeface="Aptos" panose="020B0004020202020204" pitchFamily="34" charset="0"/>
              </a:rPr>
              <a:t>B</a:t>
            </a:r>
          </a:p>
        </p:txBody>
      </p:sp>
      <p:sp>
        <p:nvSpPr>
          <p:cNvPr id="23" name="C">
            <a:extLst>
              <a:ext uri="{FF2B5EF4-FFF2-40B4-BE49-F238E27FC236}">
                <a16:creationId xmlns:a16="http://schemas.microsoft.com/office/drawing/2014/main" id="{CC09669E-7B12-4CB5-E961-15B7DBCE6776}"/>
              </a:ext>
            </a:extLst>
          </p:cNvPr>
          <p:cNvSpPr/>
          <p:nvPr/>
        </p:nvSpPr>
        <p:spPr>
          <a:xfrm>
            <a:off x="9432384" y="2603962"/>
            <a:ext cx="427106" cy="427106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dirty="0">
                <a:latin typeface="Aptos" panose="020B0004020202020204" pitchFamily="34" charset="0"/>
              </a:rPr>
              <a:t>C</a:t>
            </a:r>
          </a:p>
        </p:txBody>
      </p:sp>
      <p:cxnSp>
        <p:nvCxnSpPr>
          <p:cNvPr id="24" name="AE">
            <a:extLst>
              <a:ext uri="{FF2B5EF4-FFF2-40B4-BE49-F238E27FC236}">
                <a16:creationId xmlns:a16="http://schemas.microsoft.com/office/drawing/2014/main" id="{8B0A7E19-B1D3-6808-33FA-96A881D06B19}"/>
              </a:ext>
            </a:extLst>
          </p:cNvPr>
          <p:cNvCxnSpPr>
            <a:cxnSpLocks/>
            <a:stCxn id="21" idx="5"/>
            <a:endCxn id="32" idx="1"/>
          </p:cNvCxnSpPr>
          <p:nvPr/>
        </p:nvCxnSpPr>
        <p:spPr>
          <a:xfrm>
            <a:off x="8125423" y="4367327"/>
            <a:ext cx="1369509" cy="1096798"/>
          </a:xfrm>
          <a:prstGeom prst="straightConnector1">
            <a:avLst/>
          </a:prstGeom>
          <a:ln w="381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5" name="BE">
            <a:extLst>
              <a:ext uri="{FF2B5EF4-FFF2-40B4-BE49-F238E27FC236}">
                <a16:creationId xmlns:a16="http://schemas.microsoft.com/office/drawing/2014/main" id="{0417C88A-462F-B00B-A995-7BE33A5BD9C5}"/>
              </a:ext>
            </a:extLst>
          </p:cNvPr>
          <p:cNvCxnSpPr>
            <a:cxnSpLocks/>
            <a:stCxn id="32" idx="7"/>
            <a:endCxn id="22" idx="3"/>
          </p:cNvCxnSpPr>
          <p:nvPr/>
        </p:nvCxnSpPr>
        <p:spPr>
          <a:xfrm flipV="1">
            <a:off x="9796942" y="4367327"/>
            <a:ext cx="1369508" cy="1096798"/>
          </a:xfrm>
          <a:prstGeom prst="straightConnector1">
            <a:avLst/>
          </a:prstGeom>
          <a:ln w="381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6" name="cAB">
            <a:extLst>
              <a:ext uri="{FF2B5EF4-FFF2-40B4-BE49-F238E27FC236}">
                <a16:creationId xmlns:a16="http://schemas.microsoft.com/office/drawing/2014/main" id="{94DA4FD4-5981-86E4-8DBF-DCDDEA9E0499}"/>
              </a:ext>
            </a:extLst>
          </p:cNvPr>
          <p:cNvSpPr txBox="1"/>
          <p:nvPr/>
        </p:nvSpPr>
        <p:spPr>
          <a:xfrm>
            <a:off x="8656128" y="3059668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>
              <a:defRPr b="1">
                <a:latin typeface="Aptos" panose="020B0004020202020204" pitchFamily="34" charset="0"/>
              </a:defRPr>
            </a:lvl1pPr>
          </a:lstStyle>
          <a:p>
            <a:r>
              <a:rPr lang="nl-NL" dirty="0"/>
              <a:t>6</a:t>
            </a:r>
          </a:p>
        </p:txBody>
      </p:sp>
      <p:sp>
        <p:nvSpPr>
          <p:cNvPr id="27" name="cAC">
            <a:extLst>
              <a:ext uri="{FF2B5EF4-FFF2-40B4-BE49-F238E27FC236}">
                <a16:creationId xmlns:a16="http://schemas.microsoft.com/office/drawing/2014/main" id="{C002D2F7-898F-270E-97BF-F7502B8495D5}"/>
              </a:ext>
            </a:extLst>
          </p:cNvPr>
          <p:cNvSpPr txBox="1"/>
          <p:nvPr/>
        </p:nvSpPr>
        <p:spPr>
          <a:xfrm>
            <a:off x="8473251" y="4843619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NL" b="1" dirty="0">
                <a:latin typeface="Aptos" panose="020B0004020202020204" pitchFamily="34" charset="0"/>
              </a:rPr>
              <a:t>2</a:t>
            </a:r>
          </a:p>
        </p:txBody>
      </p:sp>
      <p:sp>
        <p:nvSpPr>
          <p:cNvPr id="28" name="cCB">
            <a:extLst>
              <a:ext uri="{FF2B5EF4-FFF2-40B4-BE49-F238E27FC236}">
                <a16:creationId xmlns:a16="http://schemas.microsoft.com/office/drawing/2014/main" id="{E699B38E-5B76-C049-5F4F-C73051D840B5}"/>
              </a:ext>
            </a:extLst>
          </p:cNvPr>
          <p:cNvSpPr txBox="1"/>
          <p:nvPr/>
        </p:nvSpPr>
        <p:spPr>
          <a:xfrm>
            <a:off x="10417172" y="4915726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>
              <a:defRPr b="1">
                <a:latin typeface="Aptos" panose="020B0004020202020204" pitchFamily="34" charset="0"/>
              </a:defRPr>
            </a:lvl1pPr>
          </a:lstStyle>
          <a:p>
            <a:r>
              <a:rPr lang="nl-NL" dirty="0"/>
              <a:t>7</a:t>
            </a:r>
          </a:p>
        </p:txBody>
      </p:sp>
      <p:sp>
        <p:nvSpPr>
          <p:cNvPr id="31" name="D">
            <a:extLst>
              <a:ext uri="{FF2B5EF4-FFF2-40B4-BE49-F238E27FC236}">
                <a16:creationId xmlns:a16="http://schemas.microsoft.com/office/drawing/2014/main" id="{CE6E2750-734A-17D3-C6C2-067BEA43A373}"/>
              </a:ext>
            </a:extLst>
          </p:cNvPr>
          <p:cNvSpPr/>
          <p:nvPr/>
        </p:nvSpPr>
        <p:spPr>
          <a:xfrm>
            <a:off x="9432384" y="4002769"/>
            <a:ext cx="427106" cy="427106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dirty="0">
                <a:latin typeface="Aptos" panose="020B0004020202020204" pitchFamily="34" charset="0"/>
              </a:rPr>
              <a:t>D</a:t>
            </a:r>
          </a:p>
        </p:txBody>
      </p:sp>
      <p:sp>
        <p:nvSpPr>
          <p:cNvPr id="32" name="E">
            <a:extLst>
              <a:ext uri="{FF2B5EF4-FFF2-40B4-BE49-F238E27FC236}">
                <a16:creationId xmlns:a16="http://schemas.microsoft.com/office/drawing/2014/main" id="{2F7E382D-12C2-FC9E-4C44-6B58893AF31C}"/>
              </a:ext>
            </a:extLst>
          </p:cNvPr>
          <p:cNvSpPr/>
          <p:nvPr/>
        </p:nvSpPr>
        <p:spPr>
          <a:xfrm>
            <a:off x="9432384" y="5401577"/>
            <a:ext cx="427106" cy="427106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dirty="0">
                <a:latin typeface="Aptos" panose="020B0004020202020204" pitchFamily="34" charset="0"/>
              </a:rPr>
              <a:t>E</a:t>
            </a:r>
          </a:p>
        </p:txBody>
      </p:sp>
      <p:cxnSp>
        <p:nvCxnSpPr>
          <p:cNvPr id="39" name="BD">
            <a:extLst>
              <a:ext uri="{FF2B5EF4-FFF2-40B4-BE49-F238E27FC236}">
                <a16:creationId xmlns:a16="http://schemas.microsoft.com/office/drawing/2014/main" id="{C6E659AF-41BD-D804-63BF-6A85597CF516}"/>
              </a:ext>
            </a:extLst>
          </p:cNvPr>
          <p:cNvCxnSpPr>
            <a:cxnSpLocks/>
            <a:stCxn id="31" idx="6"/>
            <a:endCxn id="22" idx="2"/>
          </p:cNvCxnSpPr>
          <p:nvPr/>
        </p:nvCxnSpPr>
        <p:spPr>
          <a:xfrm>
            <a:off x="9859490" y="4216322"/>
            <a:ext cx="1244412" cy="0"/>
          </a:xfrm>
          <a:prstGeom prst="straightConnector1">
            <a:avLst/>
          </a:prstGeom>
          <a:ln w="381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2" name="BC">
            <a:extLst>
              <a:ext uri="{FF2B5EF4-FFF2-40B4-BE49-F238E27FC236}">
                <a16:creationId xmlns:a16="http://schemas.microsoft.com/office/drawing/2014/main" id="{A6A23B3B-FE1A-D1AB-4AE9-DCB27B8BF0E0}"/>
              </a:ext>
            </a:extLst>
          </p:cNvPr>
          <p:cNvCxnSpPr>
            <a:cxnSpLocks/>
            <a:stCxn id="23" idx="5"/>
            <a:endCxn id="22" idx="1"/>
          </p:cNvCxnSpPr>
          <p:nvPr/>
        </p:nvCxnSpPr>
        <p:spPr>
          <a:xfrm>
            <a:off x="9796942" y="2968520"/>
            <a:ext cx="1369508" cy="1096797"/>
          </a:xfrm>
          <a:prstGeom prst="straightConnector1">
            <a:avLst/>
          </a:prstGeom>
          <a:ln w="381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6" name="AC">
            <a:extLst>
              <a:ext uri="{FF2B5EF4-FFF2-40B4-BE49-F238E27FC236}">
                <a16:creationId xmlns:a16="http://schemas.microsoft.com/office/drawing/2014/main" id="{877668A9-6F96-FB35-EDC2-0F436BECEAD2}"/>
              </a:ext>
            </a:extLst>
          </p:cNvPr>
          <p:cNvCxnSpPr>
            <a:cxnSpLocks/>
            <a:stCxn id="21" idx="7"/>
            <a:endCxn id="23" idx="3"/>
          </p:cNvCxnSpPr>
          <p:nvPr/>
        </p:nvCxnSpPr>
        <p:spPr>
          <a:xfrm flipV="1">
            <a:off x="8125423" y="2968520"/>
            <a:ext cx="1369509" cy="1096797"/>
          </a:xfrm>
          <a:prstGeom prst="straightConnector1">
            <a:avLst/>
          </a:prstGeom>
          <a:ln w="381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0" name="AD">
            <a:extLst>
              <a:ext uri="{FF2B5EF4-FFF2-40B4-BE49-F238E27FC236}">
                <a16:creationId xmlns:a16="http://schemas.microsoft.com/office/drawing/2014/main" id="{D601BFC2-43D5-A43C-5EED-D8DB6C518FB8}"/>
              </a:ext>
            </a:extLst>
          </p:cNvPr>
          <p:cNvCxnSpPr>
            <a:cxnSpLocks/>
            <a:stCxn id="21" idx="6"/>
            <a:endCxn id="31" idx="2"/>
          </p:cNvCxnSpPr>
          <p:nvPr/>
        </p:nvCxnSpPr>
        <p:spPr>
          <a:xfrm>
            <a:off x="8187971" y="4216322"/>
            <a:ext cx="1244413" cy="0"/>
          </a:xfrm>
          <a:prstGeom prst="straightConnector1">
            <a:avLst/>
          </a:prstGeom>
          <a:ln w="381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3" name="CD">
            <a:extLst>
              <a:ext uri="{FF2B5EF4-FFF2-40B4-BE49-F238E27FC236}">
                <a16:creationId xmlns:a16="http://schemas.microsoft.com/office/drawing/2014/main" id="{09153060-83A6-A0A8-B704-988BE52EB149}"/>
              </a:ext>
            </a:extLst>
          </p:cNvPr>
          <p:cNvCxnSpPr>
            <a:cxnSpLocks/>
            <a:stCxn id="31" idx="0"/>
            <a:endCxn id="23" idx="4"/>
          </p:cNvCxnSpPr>
          <p:nvPr/>
        </p:nvCxnSpPr>
        <p:spPr>
          <a:xfrm flipV="1">
            <a:off x="9645937" y="3031068"/>
            <a:ext cx="0" cy="971701"/>
          </a:xfrm>
          <a:prstGeom prst="straightConnector1">
            <a:avLst/>
          </a:prstGeom>
          <a:ln w="381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6" name="DE">
            <a:extLst>
              <a:ext uri="{FF2B5EF4-FFF2-40B4-BE49-F238E27FC236}">
                <a16:creationId xmlns:a16="http://schemas.microsoft.com/office/drawing/2014/main" id="{8234BD1B-158B-E32B-93D2-C4CF9CC3C19C}"/>
              </a:ext>
            </a:extLst>
          </p:cNvPr>
          <p:cNvCxnSpPr>
            <a:cxnSpLocks/>
            <a:stCxn id="32" idx="0"/>
            <a:endCxn id="31" idx="4"/>
          </p:cNvCxnSpPr>
          <p:nvPr/>
        </p:nvCxnSpPr>
        <p:spPr>
          <a:xfrm flipV="1">
            <a:off x="9645937" y="4429875"/>
            <a:ext cx="0" cy="971702"/>
          </a:xfrm>
          <a:prstGeom prst="straightConnector1">
            <a:avLst/>
          </a:prstGeom>
          <a:ln w="381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80" name="cAC">
            <a:extLst>
              <a:ext uri="{FF2B5EF4-FFF2-40B4-BE49-F238E27FC236}">
                <a16:creationId xmlns:a16="http://schemas.microsoft.com/office/drawing/2014/main" id="{1ECD8810-825F-034A-62A2-D037AE32C579}"/>
              </a:ext>
            </a:extLst>
          </p:cNvPr>
          <p:cNvSpPr txBox="1"/>
          <p:nvPr/>
        </p:nvSpPr>
        <p:spPr>
          <a:xfrm>
            <a:off x="8806072" y="3864314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NL" b="1" dirty="0">
                <a:latin typeface="Aptos" panose="020B0004020202020204" pitchFamily="34" charset="0"/>
              </a:rPr>
              <a:t>4</a:t>
            </a:r>
          </a:p>
        </p:txBody>
      </p:sp>
      <p:sp>
        <p:nvSpPr>
          <p:cNvPr id="81" name="cAC">
            <a:extLst>
              <a:ext uri="{FF2B5EF4-FFF2-40B4-BE49-F238E27FC236}">
                <a16:creationId xmlns:a16="http://schemas.microsoft.com/office/drawing/2014/main" id="{E4F8813E-DB3E-3005-FC62-3109E45CAEB1}"/>
              </a:ext>
            </a:extLst>
          </p:cNvPr>
          <p:cNvSpPr txBox="1"/>
          <p:nvPr/>
        </p:nvSpPr>
        <p:spPr>
          <a:xfrm>
            <a:off x="9645936" y="3414967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NL" b="1" dirty="0">
                <a:latin typeface="Aptos" panose="020B0004020202020204" pitchFamily="34" charset="0"/>
              </a:rPr>
              <a:t>2</a:t>
            </a:r>
          </a:p>
        </p:txBody>
      </p:sp>
      <p:sp>
        <p:nvSpPr>
          <p:cNvPr id="82" name="cAC">
            <a:extLst>
              <a:ext uri="{FF2B5EF4-FFF2-40B4-BE49-F238E27FC236}">
                <a16:creationId xmlns:a16="http://schemas.microsoft.com/office/drawing/2014/main" id="{70793149-C3A4-AF69-5EFE-A19A315DE493}"/>
              </a:ext>
            </a:extLst>
          </p:cNvPr>
          <p:cNvSpPr txBox="1"/>
          <p:nvPr/>
        </p:nvSpPr>
        <p:spPr>
          <a:xfrm>
            <a:off x="10437488" y="3147586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NL" b="1" dirty="0">
                <a:latin typeface="Aptos" panose="020B0004020202020204" pitchFamily="34" charset="0"/>
              </a:rPr>
              <a:t>3</a:t>
            </a:r>
          </a:p>
        </p:txBody>
      </p:sp>
      <p:sp>
        <p:nvSpPr>
          <p:cNvPr id="83" name="cAC">
            <a:extLst>
              <a:ext uri="{FF2B5EF4-FFF2-40B4-BE49-F238E27FC236}">
                <a16:creationId xmlns:a16="http://schemas.microsoft.com/office/drawing/2014/main" id="{E6036F70-4337-2C33-13D9-3739772925E0}"/>
              </a:ext>
            </a:extLst>
          </p:cNvPr>
          <p:cNvSpPr txBox="1"/>
          <p:nvPr/>
        </p:nvSpPr>
        <p:spPr>
          <a:xfrm>
            <a:off x="10187820" y="3888687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NL" b="1" dirty="0">
                <a:latin typeface="Aptos" panose="020B0004020202020204" pitchFamily="34" charset="0"/>
              </a:rPr>
              <a:t>6</a:t>
            </a:r>
          </a:p>
        </p:txBody>
      </p:sp>
      <p:sp>
        <p:nvSpPr>
          <p:cNvPr id="84" name="cAC">
            <a:extLst>
              <a:ext uri="{FF2B5EF4-FFF2-40B4-BE49-F238E27FC236}">
                <a16:creationId xmlns:a16="http://schemas.microsoft.com/office/drawing/2014/main" id="{A0AFB480-A7B3-08E9-EB0B-7E3BB3D7D739}"/>
              </a:ext>
            </a:extLst>
          </p:cNvPr>
          <p:cNvSpPr txBox="1"/>
          <p:nvPr/>
        </p:nvSpPr>
        <p:spPr>
          <a:xfrm>
            <a:off x="9326276" y="4643258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NL" b="1" dirty="0">
                <a:latin typeface="Aptos" panose="020B0004020202020204" pitchFamily="34" charset="0"/>
              </a:rPr>
              <a:t>1</a:t>
            </a:r>
          </a:p>
        </p:txBody>
      </p:sp>
      <p:sp>
        <p:nvSpPr>
          <p:cNvPr id="35" name="Speech Bubble: Oval 34">
            <a:extLst>
              <a:ext uri="{FF2B5EF4-FFF2-40B4-BE49-F238E27FC236}">
                <a16:creationId xmlns:a16="http://schemas.microsoft.com/office/drawing/2014/main" id="{8EE2BF5C-A19B-CA5A-B718-2C3042B02586}"/>
              </a:ext>
            </a:extLst>
          </p:cNvPr>
          <p:cNvSpPr/>
          <p:nvPr/>
        </p:nvSpPr>
        <p:spPr>
          <a:xfrm>
            <a:off x="10086381" y="1368987"/>
            <a:ext cx="1776755" cy="1177108"/>
          </a:xfrm>
          <a:prstGeom prst="wedgeEllipseCallout">
            <a:avLst>
              <a:gd name="adj1" fmla="val 18880"/>
              <a:gd name="adj2" fmla="val 154216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dirty="0" err="1">
                <a:latin typeface="Aptos" panose="020B0004020202020204" pitchFamily="34" charset="0"/>
              </a:rPr>
              <a:t>Path</a:t>
            </a:r>
            <a:r>
              <a:rPr lang="nl-NL" dirty="0">
                <a:latin typeface="Aptos" panose="020B0004020202020204" pitchFamily="34" charset="0"/>
              </a:rPr>
              <a:t> ADB is 10</a:t>
            </a:r>
          </a:p>
        </p:txBody>
      </p:sp>
      <p:sp>
        <p:nvSpPr>
          <p:cNvPr id="36" name="Speech Bubble: Oval 35">
            <a:extLst>
              <a:ext uri="{FF2B5EF4-FFF2-40B4-BE49-F238E27FC236}">
                <a16:creationId xmlns:a16="http://schemas.microsoft.com/office/drawing/2014/main" id="{258C82DA-6A3B-7B7C-5CCB-0A47032784DA}"/>
              </a:ext>
            </a:extLst>
          </p:cNvPr>
          <p:cNvSpPr/>
          <p:nvPr/>
        </p:nvSpPr>
        <p:spPr>
          <a:xfrm>
            <a:off x="10341869" y="5464124"/>
            <a:ext cx="1776755" cy="1177108"/>
          </a:xfrm>
          <a:prstGeom prst="wedgeEllipseCallout">
            <a:avLst>
              <a:gd name="adj1" fmla="val 6691"/>
              <a:gd name="adj2" fmla="val -121759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dirty="0" err="1">
                <a:latin typeface="Aptos" panose="020B0004020202020204" pitchFamily="34" charset="0"/>
              </a:rPr>
              <a:t>Path</a:t>
            </a:r>
            <a:r>
              <a:rPr lang="nl-NL" dirty="0">
                <a:latin typeface="Aptos" panose="020B0004020202020204" pitchFamily="34" charset="0"/>
              </a:rPr>
              <a:t> ACDB is 14</a:t>
            </a:r>
          </a:p>
        </p:txBody>
      </p:sp>
      <p:sp>
        <p:nvSpPr>
          <p:cNvPr id="37" name="Speech Bubble: Oval 36">
            <a:extLst>
              <a:ext uri="{FF2B5EF4-FFF2-40B4-BE49-F238E27FC236}">
                <a16:creationId xmlns:a16="http://schemas.microsoft.com/office/drawing/2014/main" id="{13F78C3F-4E2D-0402-3919-2FC762577C4D}"/>
              </a:ext>
            </a:extLst>
          </p:cNvPr>
          <p:cNvSpPr/>
          <p:nvPr/>
        </p:nvSpPr>
        <p:spPr>
          <a:xfrm>
            <a:off x="6350093" y="1293041"/>
            <a:ext cx="2750163" cy="1424305"/>
          </a:xfrm>
          <a:prstGeom prst="wedgeEllipseCallout">
            <a:avLst>
              <a:gd name="adj1" fmla="val 62727"/>
              <a:gd name="adj2" fmla="val 132613"/>
            </a:avLst>
          </a:prstGeom>
          <a:noFill/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r>
              <a:rPr lang="nl-NL" dirty="0">
                <a:latin typeface="Aptos" panose="020B0004020202020204" pitchFamily="34" charset="0"/>
              </a:rPr>
              <a:t>We </a:t>
            </a:r>
            <a:r>
              <a:rPr lang="nl-NL" dirty="0" err="1">
                <a:latin typeface="Aptos" panose="020B0004020202020204" pitchFamily="34" charset="0"/>
              </a:rPr>
              <a:t>already</a:t>
            </a:r>
            <a:r>
              <a:rPr lang="nl-NL" dirty="0">
                <a:latin typeface="Aptos" panose="020B0004020202020204" pitchFamily="34" charset="0"/>
              </a:rPr>
              <a:t> found a </a:t>
            </a:r>
            <a:r>
              <a:rPr lang="nl-NL" dirty="0" err="1">
                <a:latin typeface="Aptos" panose="020B0004020202020204" pitchFamily="34" charset="0"/>
              </a:rPr>
              <a:t>path</a:t>
            </a:r>
            <a:r>
              <a:rPr lang="nl-NL" dirty="0">
                <a:latin typeface="Aptos" panose="020B0004020202020204" pitchFamily="34" charset="0"/>
              </a:rPr>
              <a:t> </a:t>
            </a:r>
            <a:r>
              <a:rPr lang="nl-NL" dirty="0" err="1">
                <a:latin typeface="Aptos" panose="020B0004020202020204" pitchFamily="34" charset="0"/>
              </a:rPr>
              <a:t>to</a:t>
            </a:r>
            <a:r>
              <a:rPr lang="nl-NL" dirty="0">
                <a:latin typeface="Aptos" panose="020B0004020202020204" pitchFamily="34" charset="0"/>
              </a:rPr>
              <a:t> D of </a:t>
            </a:r>
            <a:r>
              <a:rPr lang="nl-NL" dirty="0" err="1">
                <a:latin typeface="Aptos" panose="020B0004020202020204" pitchFamily="34" charset="0"/>
              </a:rPr>
              <a:t>length</a:t>
            </a:r>
            <a:r>
              <a:rPr lang="nl-NL" dirty="0">
                <a:latin typeface="Aptos" panose="020B0004020202020204" pitchFamily="34" charset="0"/>
              </a:rPr>
              <a:t> 4!</a:t>
            </a:r>
          </a:p>
        </p:txBody>
      </p:sp>
    </p:spTree>
    <p:extLst>
      <p:ext uri="{BB962C8B-B14F-4D97-AF65-F5344CB8AC3E}">
        <p14:creationId xmlns:p14="http://schemas.microsoft.com/office/powerpoint/2010/main" val="37663957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7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" dur="25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F2F2F2"/>
                                      </p:to>
                                    </p:animClr>
                                    <p:set>
                                      <p:cBhvr>
                                        <p:cTn id="7" dur="25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" presetID="7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9" dur="25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F2F2F2"/>
                                      </p:to>
                                    </p:animClr>
                                    <p:set>
                                      <p:cBhvr>
                                        <p:cTn id="10" dur="25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7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2" dur="25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F2F2F2"/>
                                      </p:to>
                                    </p:animClr>
                                    <p:set>
                                      <p:cBhvr>
                                        <p:cTn id="13" dur="25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7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5" dur="25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F2F2F2"/>
                                      </p:to>
                                    </p:animClr>
                                    <p:set>
                                      <p:cBhvr>
                                        <p:cTn id="16" dur="25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7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8" dur="25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F2F2F2"/>
                                      </p:to>
                                    </p:animClr>
                                    <p:set>
                                      <p:cBhvr>
                                        <p:cTn id="19" dur="25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" presetID="7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1" dur="25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F2F2F2"/>
                                      </p:to>
                                    </p:animClr>
                                    <p:set>
                                      <p:cBhvr>
                                        <p:cTn id="22" dur="25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7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4" dur="25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F2F2F2"/>
                                      </p:to>
                                    </p:animClr>
                                    <p:set>
                                      <p:cBhvr>
                                        <p:cTn id="25" dur="25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" presetID="7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7" dur="25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F2F2F2"/>
                                      </p:to>
                                    </p:animClr>
                                    <p:set>
                                      <p:cBhvr>
                                        <p:cTn id="28" dur="25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0" dur="2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D8D8D8"/>
                                      </p:to>
                                    </p:animClr>
                                    <p:set>
                                      <p:cBhvr>
                                        <p:cTn id="31" dur="2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2" dur="2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4" dur="25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D8D8D8"/>
                                      </p:to>
                                    </p:animClr>
                                    <p:set>
                                      <p:cBhvr>
                                        <p:cTn id="35" dur="25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6" dur="25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8" dur="25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D8D8D8"/>
                                      </p:to>
                                    </p:animClr>
                                    <p:set>
                                      <p:cBhvr>
                                        <p:cTn id="39" dur="25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40" dur="25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2" dur="25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D8D8D8"/>
                                      </p:to>
                                    </p:animClr>
                                    <p:set>
                                      <p:cBhvr>
                                        <p:cTn id="43" dur="25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44" dur="25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7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8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000000"/>
                                      </p:to>
                                    </p:animClr>
                                    <p:set>
                                      <p:cBhvr>
                                        <p:cTn id="49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0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1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BF8ED1"/>
                                      </p:to>
                                    </p:animClr>
                                    <p:set>
                                      <p:cBhvr>
                                        <p:cTn id="52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53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7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7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000000"/>
                                      </p:to>
                                    </p:animClr>
                                    <p:set>
                                      <p:cBhvr>
                                        <p:cTn id="58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0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BF8ED1"/>
                                      </p:to>
                                    </p:animClr>
                                    <p:set>
                                      <p:cBhvr>
                                        <p:cTn id="61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62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3" fill="hold">
                            <p:stCondLst>
                              <p:cond delay="500"/>
                            </p:stCondLst>
                            <p:childTnLst>
                              <p:par>
                                <p:cTn id="6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7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70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F2F2F2"/>
                                      </p:to>
                                    </p:animClr>
                                    <p:set>
                                      <p:cBhvr>
                                        <p:cTn id="71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2" presetID="7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73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F2F2F2"/>
                                      </p:to>
                                    </p:animClr>
                                    <p:set>
                                      <p:cBhvr>
                                        <p:cTn id="74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76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D8D8D8"/>
                                      </p:to>
                                    </p:animClr>
                                    <p:set>
                                      <p:cBhvr>
                                        <p:cTn id="77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78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80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D8D8D8"/>
                                      </p:to>
                                    </p:animClr>
                                    <p:set>
                                      <p:cBhvr>
                                        <p:cTn id="81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82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7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86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000000"/>
                                      </p:to>
                                    </p:animClr>
                                    <p:set>
                                      <p:cBhvr>
                                        <p:cTn id="87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8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89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BF8ED1"/>
                                      </p:to>
                                    </p:animClr>
                                    <p:set>
                                      <p:cBhvr>
                                        <p:cTn id="90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91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2" fill="hold">
                      <p:stCondLst>
                        <p:cond delay="indefinite"/>
                      </p:stCondLst>
                      <p:childTnLst>
                        <p:par>
                          <p:cTn id="93" fill="hold">
                            <p:stCondLst>
                              <p:cond delay="0"/>
                            </p:stCondLst>
                            <p:childTnLst>
                              <p:par>
                                <p:cTn id="94" presetID="7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95" dur="5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000000"/>
                                      </p:to>
                                    </p:animClr>
                                    <p:set>
                                      <p:cBhvr>
                                        <p:cTn id="96" dur="5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7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98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BF8ED1"/>
                                      </p:to>
                                    </p:animClr>
                                    <p:set>
                                      <p:cBhvr>
                                        <p:cTn id="99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00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1" fill="hold">
                      <p:stCondLst>
                        <p:cond delay="indefinite"/>
                      </p:stCondLst>
                      <p:childTnLst>
                        <p:par>
                          <p:cTn id="102" fill="hold">
                            <p:stCondLst>
                              <p:cond delay="0"/>
                            </p:stCondLst>
                            <p:childTnLst>
                              <p:par>
                                <p:cTn id="103" presetID="7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04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000000"/>
                                      </p:to>
                                    </p:animClr>
                                    <p:set>
                                      <p:cBhvr>
                                        <p:cTn id="105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6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07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BF8ED1"/>
                                      </p:to>
                                    </p:animClr>
                                    <p:set>
                                      <p:cBhvr>
                                        <p:cTn id="108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09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3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4" fill="hold">
                      <p:stCondLst>
                        <p:cond delay="indefinite"/>
                      </p:stCondLst>
                      <p:childTnLst>
                        <p:par>
                          <p:cTn id="115" fill="hold">
                            <p:stCondLst>
                              <p:cond delay="0"/>
                            </p:stCondLst>
                            <p:childTnLst>
                              <p:par>
                                <p:cTn id="11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8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1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2" fill="hold">
                      <p:stCondLst>
                        <p:cond delay="indefinite"/>
                      </p:stCondLst>
                      <p:childTnLst>
                        <p:par>
                          <p:cTn id="123" fill="hold">
                            <p:stCondLst>
                              <p:cond delay="0"/>
                            </p:stCondLst>
                            <p:childTnLst>
                              <p:par>
                                <p:cTn id="1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6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7" fill="hold">
                      <p:stCondLst>
                        <p:cond delay="indefinite"/>
                      </p:stCondLst>
                      <p:childTnLst>
                        <p:par>
                          <p:cTn id="128" fill="hold">
                            <p:stCondLst>
                              <p:cond delay="0"/>
                            </p:stCondLst>
                            <p:childTnLst>
                              <p:par>
                                <p:cTn id="12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1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5" grpId="0" animBg="1"/>
      <p:bldP spid="36" grpId="0" animBg="1"/>
      <p:bldP spid="37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BFBF6E-2C75-4A4E-11F4-14D862AD51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536144-E20E-523D-7694-B2AC3E8D52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 err="1"/>
              <a:t>Shortest</a:t>
            </a:r>
            <a:r>
              <a:rPr lang="nl-NL" dirty="0"/>
              <a:t> </a:t>
            </a:r>
            <a:r>
              <a:rPr lang="nl-NL" dirty="0" err="1"/>
              <a:t>paths</a:t>
            </a:r>
            <a:r>
              <a:rPr lang="nl-NL" dirty="0"/>
              <a:t> – </a:t>
            </a:r>
            <a:r>
              <a:rPr lang="nl-NL" dirty="0" err="1"/>
              <a:t>directed</a:t>
            </a:r>
            <a:r>
              <a:rPr lang="nl-NL" dirty="0"/>
              <a:t> </a:t>
            </a:r>
            <a:r>
              <a:rPr lang="nl-NL" dirty="0" err="1"/>
              <a:t>acyclic</a:t>
            </a:r>
            <a:r>
              <a:rPr lang="nl-NL" dirty="0"/>
              <a:t> </a:t>
            </a:r>
            <a:r>
              <a:rPr lang="nl-NL" dirty="0" err="1"/>
              <a:t>graphs</a:t>
            </a:r>
            <a:endParaRPr lang="nl-N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CAB70EC-4AC4-A1F1-9F8A-F2BFB792339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0081" y="2633472"/>
            <a:ext cx="5628372" cy="4379720"/>
          </a:xfrm>
        </p:spPr>
        <p:txBody>
          <a:bodyPr>
            <a:normAutofit/>
          </a:bodyPr>
          <a:lstStyle/>
          <a:p>
            <a:r>
              <a:rPr lang="nl-NL" dirty="0" err="1"/>
              <a:t>If</a:t>
            </a:r>
            <a:r>
              <a:rPr lang="nl-NL" dirty="0"/>
              <a:t> </a:t>
            </a:r>
            <a:r>
              <a:rPr lang="nl-NL" dirty="0" err="1"/>
              <a:t>there</a:t>
            </a:r>
            <a:r>
              <a:rPr lang="nl-NL" dirty="0"/>
              <a:t> are no </a:t>
            </a:r>
            <a:r>
              <a:rPr lang="nl-NL" b="1" dirty="0" err="1">
                <a:latin typeface="Aptos" panose="020B0004020202020204" pitchFamily="34" charset="0"/>
              </a:rPr>
              <a:t>cycles</a:t>
            </a:r>
            <a:r>
              <a:rPr lang="nl-NL" dirty="0"/>
              <a:t>, </a:t>
            </a:r>
            <a:r>
              <a:rPr lang="nl-NL" dirty="0" err="1"/>
              <a:t>then</a:t>
            </a:r>
            <a:r>
              <a:rPr lang="nl-NL" dirty="0"/>
              <a:t> </a:t>
            </a:r>
            <a:r>
              <a:rPr lang="nl-NL" dirty="0" err="1"/>
              <a:t>for</a:t>
            </a:r>
            <a:r>
              <a:rPr lang="nl-NL" dirty="0"/>
              <a:t> </a:t>
            </a:r>
            <a:r>
              <a:rPr lang="nl-NL" dirty="0" err="1"/>
              <a:t>every</a:t>
            </a:r>
            <a:r>
              <a:rPr lang="nl-NL" dirty="0"/>
              <a:t> node we </a:t>
            </a:r>
            <a:r>
              <a:rPr lang="nl-NL" dirty="0" err="1"/>
              <a:t>can</a:t>
            </a:r>
            <a:r>
              <a:rPr lang="nl-NL" dirty="0"/>
              <a:t> </a:t>
            </a:r>
            <a:r>
              <a:rPr lang="nl-NL" dirty="0" err="1"/>
              <a:t>identify</a:t>
            </a:r>
            <a:r>
              <a:rPr lang="nl-NL" dirty="0"/>
              <a:t> </a:t>
            </a:r>
            <a:r>
              <a:rPr lang="nl-NL" dirty="0" err="1"/>
              <a:t>its</a:t>
            </a:r>
            <a:r>
              <a:rPr lang="nl-NL" dirty="0"/>
              <a:t> “upstream” </a:t>
            </a:r>
            <a:r>
              <a:rPr lang="nl-NL" dirty="0" err="1"/>
              <a:t>nodes</a:t>
            </a:r>
            <a:endParaRPr lang="nl-NL" dirty="0"/>
          </a:p>
          <a:p>
            <a:r>
              <a:rPr lang="nl-NL" dirty="0" err="1"/>
              <a:t>Visit</a:t>
            </a:r>
            <a:r>
              <a:rPr lang="nl-NL" dirty="0"/>
              <a:t> </a:t>
            </a:r>
            <a:r>
              <a:rPr lang="nl-NL" dirty="0" err="1"/>
              <a:t>nodes</a:t>
            </a:r>
            <a:r>
              <a:rPr lang="nl-NL" dirty="0"/>
              <a:t> in </a:t>
            </a:r>
            <a:r>
              <a:rPr lang="nl-NL" b="1" dirty="0" err="1">
                <a:latin typeface="Aptos" panose="020B0004020202020204" pitchFamily="34" charset="0"/>
              </a:rPr>
              <a:t>topological</a:t>
            </a:r>
            <a:r>
              <a:rPr lang="nl-NL" dirty="0"/>
              <a:t> </a:t>
            </a:r>
            <a:r>
              <a:rPr lang="nl-NL" b="1" dirty="0">
                <a:latin typeface="Aptos" panose="020B0004020202020204" pitchFamily="34" charset="0"/>
              </a:rPr>
              <a:t>order</a:t>
            </a:r>
            <a:r>
              <a:rPr lang="nl-NL" dirty="0"/>
              <a:t>!</a:t>
            </a:r>
          </a:p>
          <a:p>
            <a:endParaRPr lang="nl-NL" dirty="0">
              <a:latin typeface="Aptos" panose="020B0004020202020204" pitchFamily="34" charset="0"/>
            </a:endParaRPr>
          </a:p>
          <a:p>
            <a:endParaRPr lang="nl-NL" dirty="0">
              <a:latin typeface="Aptos" panose="020B0004020202020204" pitchFamily="34" charset="0"/>
            </a:endParaRPr>
          </a:p>
          <a:p>
            <a:endParaRPr lang="nl-NL" dirty="0">
              <a:latin typeface="Aptos" panose="020B0004020202020204" pitchFamily="34" charset="0"/>
            </a:endParaRPr>
          </a:p>
          <a:p>
            <a:endParaRPr lang="nl-NL" dirty="0">
              <a:latin typeface="Aptos" panose="020B0004020202020204" pitchFamily="34" charset="0"/>
            </a:endParaRPr>
          </a:p>
          <a:p>
            <a:r>
              <a:rPr lang="nl-NL" dirty="0"/>
              <a:t>Time</a:t>
            </a:r>
            <a:r>
              <a:rPr lang="nl-NL" dirty="0">
                <a:latin typeface="Aptos" panose="020B0004020202020204" pitchFamily="34" charset="0"/>
              </a:rPr>
              <a:t> </a:t>
            </a:r>
            <a:r>
              <a:rPr lang="nl-NL" dirty="0" err="1"/>
              <a:t>complexity</a:t>
            </a:r>
            <a:r>
              <a:rPr lang="nl-NL" dirty="0"/>
              <a:t>?</a:t>
            </a:r>
          </a:p>
        </p:txBody>
      </p:sp>
      <p:sp>
        <p:nvSpPr>
          <p:cNvPr id="5" name="A">
            <a:extLst>
              <a:ext uri="{FF2B5EF4-FFF2-40B4-BE49-F238E27FC236}">
                <a16:creationId xmlns:a16="http://schemas.microsoft.com/office/drawing/2014/main" id="{2322DA73-DD46-F18C-5B2B-19B65BD8884D}"/>
              </a:ext>
            </a:extLst>
          </p:cNvPr>
          <p:cNvSpPr/>
          <p:nvPr/>
        </p:nvSpPr>
        <p:spPr>
          <a:xfrm>
            <a:off x="6822402" y="3274131"/>
            <a:ext cx="427106" cy="427106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dirty="0">
                <a:latin typeface="Aptos" panose="020B0004020202020204" pitchFamily="34" charset="0"/>
              </a:rPr>
              <a:t>A</a:t>
            </a:r>
          </a:p>
        </p:txBody>
      </p:sp>
      <p:sp>
        <p:nvSpPr>
          <p:cNvPr id="6" name="B">
            <a:extLst>
              <a:ext uri="{FF2B5EF4-FFF2-40B4-BE49-F238E27FC236}">
                <a16:creationId xmlns:a16="http://schemas.microsoft.com/office/drawing/2014/main" id="{2ECE93C7-6B04-05EB-1DF5-61E4438EF540}"/>
              </a:ext>
            </a:extLst>
          </p:cNvPr>
          <p:cNvSpPr/>
          <p:nvPr/>
        </p:nvSpPr>
        <p:spPr>
          <a:xfrm>
            <a:off x="8253003" y="2892432"/>
            <a:ext cx="427106" cy="427106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dirty="0">
                <a:latin typeface="Aptos" panose="020B0004020202020204" pitchFamily="34" charset="0"/>
              </a:rPr>
              <a:t>B</a:t>
            </a:r>
          </a:p>
        </p:txBody>
      </p:sp>
      <p:sp>
        <p:nvSpPr>
          <p:cNvPr id="7" name="C">
            <a:extLst>
              <a:ext uri="{FF2B5EF4-FFF2-40B4-BE49-F238E27FC236}">
                <a16:creationId xmlns:a16="http://schemas.microsoft.com/office/drawing/2014/main" id="{58936AD7-F044-8563-2039-A18991CAC24F}"/>
              </a:ext>
            </a:extLst>
          </p:cNvPr>
          <p:cNvSpPr/>
          <p:nvPr/>
        </p:nvSpPr>
        <p:spPr>
          <a:xfrm>
            <a:off x="8253003" y="4638188"/>
            <a:ext cx="427106" cy="427106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dirty="0">
                <a:latin typeface="Aptos" panose="020B0004020202020204" pitchFamily="34" charset="0"/>
              </a:rPr>
              <a:t>C</a:t>
            </a:r>
          </a:p>
        </p:txBody>
      </p:sp>
      <p:sp>
        <p:nvSpPr>
          <p:cNvPr id="8" name="D">
            <a:extLst>
              <a:ext uri="{FF2B5EF4-FFF2-40B4-BE49-F238E27FC236}">
                <a16:creationId xmlns:a16="http://schemas.microsoft.com/office/drawing/2014/main" id="{A0DD85E8-9871-2C0F-755C-619F1FAA71DC}"/>
              </a:ext>
            </a:extLst>
          </p:cNvPr>
          <p:cNvSpPr/>
          <p:nvPr/>
        </p:nvSpPr>
        <p:spPr>
          <a:xfrm>
            <a:off x="9697125" y="2847025"/>
            <a:ext cx="427106" cy="427106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dirty="0">
                <a:latin typeface="Aptos" panose="020B0004020202020204" pitchFamily="34" charset="0"/>
              </a:rPr>
              <a:t>D</a:t>
            </a:r>
          </a:p>
        </p:txBody>
      </p:sp>
      <p:sp>
        <p:nvSpPr>
          <p:cNvPr id="9" name="E">
            <a:extLst>
              <a:ext uri="{FF2B5EF4-FFF2-40B4-BE49-F238E27FC236}">
                <a16:creationId xmlns:a16="http://schemas.microsoft.com/office/drawing/2014/main" id="{F32A9EF8-DA5F-9251-CAF3-C1855A496B41}"/>
              </a:ext>
            </a:extLst>
          </p:cNvPr>
          <p:cNvSpPr/>
          <p:nvPr/>
        </p:nvSpPr>
        <p:spPr>
          <a:xfrm>
            <a:off x="10086548" y="4535934"/>
            <a:ext cx="427106" cy="427106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dirty="0">
                <a:latin typeface="Aptos" panose="020B0004020202020204" pitchFamily="34" charset="0"/>
              </a:rPr>
              <a:t>E</a:t>
            </a:r>
          </a:p>
        </p:txBody>
      </p:sp>
      <p:sp>
        <p:nvSpPr>
          <p:cNvPr id="14" name="F">
            <a:extLst>
              <a:ext uri="{FF2B5EF4-FFF2-40B4-BE49-F238E27FC236}">
                <a16:creationId xmlns:a16="http://schemas.microsoft.com/office/drawing/2014/main" id="{D6381505-57BC-5636-9491-A0093BB156E1}"/>
              </a:ext>
            </a:extLst>
          </p:cNvPr>
          <p:cNvSpPr/>
          <p:nvPr/>
        </p:nvSpPr>
        <p:spPr>
          <a:xfrm>
            <a:off x="11228660" y="3215447"/>
            <a:ext cx="427106" cy="427106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dirty="0">
                <a:latin typeface="Aptos" panose="020B0004020202020204" pitchFamily="34" charset="0"/>
              </a:rPr>
              <a:t>F</a:t>
            </a:r>
          </a:p>
        </p:txBody>
      </p:sp>
      <p:sp>
        <p:nvSpPr>
          <p:cNvPr id="20" name="G">
            <a:extLst>
              <a:ext uri="{FF2B5EF4-FFF2-40B4-BE49-F238E27FC236}">
                <a16:creationId xmlns:a16="http://schemas.microsoft.com/office/drawing/2014/main" id="{D958A75F-2765-FCF7-FFAE-A6C82F0E4262}"/>
              </a:ext>
            </a:extLst>
          </p:cNvPr>
          <p:cNvSpPr/>
          <p:nvPr/>
        </p:nvSpPr>
        <p:spPr>
          <a:xfrm>
            <a:off x="9100160" y="5486399"/>
            <a:ext cx="427106" cy="427106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dirty="0">
                <a:latin typeface="Aptos" panose="020B0004020202020204" pitchFamily="34" charset="0"/>
              </a:rPr>
              <a:t>G</a:t>
            </a:r>
          </a:p>
        </p:txBody>
      </p:sp>
      <p:cxnSp>
        <p:nvCxnSpPr>
          <p:cNvPr id="10" name="AC">
            <a:extLst>
              <a:ext uri="{FF2B5EF4-FFF2-40B4-BE49-F238E27FC236}">
                <a16:creationId xmlns:a16="http://schemas.microsoft.com/office/drawing/2014/main" id="{888DC723-D3F5-D36A-553B-619A0E5189E9}"/>
              </a:ext>
            </a:extLst>
          </p:cNvPr>
          <p:cNvCxnSpPr>
            <a:cxnSpLocks/>
            <a:stCxn id="5" idx="5"/>
            <a:endCxn id="7" idx="1"/>
          </p:cNvCxnSpPr>
          <p:nvPr/>
        </p:nvCxnSpPr>
        <p:spPr>
          <a:xfrm>
            <a:off x="7186960" y="3638689"/>
            <a:ext cx="1128591" cy="1062047"/>
          </a:xfrm>
          <a:prstGeom prst="straightConnector1">
            <a:avLst/>
          </a:prstGeom>
          <a:ln w="38100">
            <a:solidFill>
              <a:schemeClr val="bg1">
                <a:lumMod val="85000"/>
              </a:schemeClr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" name="AB">
            <a:extLst>
              <a:ext uri="{FF2B5EF4-FFF2-40B4-BE49-F238E27FC236}">
                <a16:creationId xmlns:a16="http://schemas.microsoft.com/office/drawing/2014/main" id="{DAA84747-8DAC-346D-9882-1C5DA25B7383}"/>
              </a:ext>
            </a:extLst>
          </p:cNvPr>
          <p:cNvCxnSpPr>
            <a:cxnSpLocks/>
            <a:stCxn id="5" idx="7"/>
            <a:endCxn id="6" idx="2"/>
          </p:cNvCxnSpPr>
          <p:nvPr/>
        </p:nvCxnSpPr>
        <p:spPr>
          <a:xfrm flipV="1">
            <a:off x="7186960" y="3105985"/>
            <a:ext cx="1066043" cy="230694"/>
          </a:xfrm>
          <a:prstGeom prst="straightConnector1">
            <a:avLst/>
          </a:prstGeom>
          <a:ln w="38100">
            <a:solidFill>
              <a:schemeClr val="bg1">
                <a:lumMod val="85000"/>
              </a:schemeClr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2" name="BD">
            <a:extLst>
              <a:ext uri="{FF2B5EF4-FFF2-40B4-BE49-F238E27FC236}">
                <a16:creationId xmlns:a16="http://schemas.microsoft.com/office/drawing/2014/main" id="{3FF4AB17-C211-9D43-A2D6-F71DC980CF42}"/>
              </a:ext>
            </a:extLst>
          </p:cNvPr>
          <p:cNvCxnSpPr>
            <a:cxnSpLocks/>
            <a:stCxn id="6" idx="6"/>
            <a:endCxn id="8" idx="2"/>
          </p:cNvCxnSpPr>
          <p:nvPr/>
        </p:nvCxnSpPr>
        <p:spPr>
          <a:xfrm flipV="1">
            <a:off x="8680109" y="3060578"/>
            <a:ext cx="1017016" cy="45407"/>
          </a:xfrm>
          <a:prstGeom prst="straightConnector1">
            <a:avLst/>
          </a:prstGeom>
          <a:ln w="38100">
            <a:solidFill>
              <a:schemeClr val="bg1">
                <a:lumMod val="85000"/>
              </a:schemeClr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" name="CB">
            <a:extLst>
              <a:ext uri="{FF2B5EF4-FFF2-40B4-BE49-F238E27FC236}">
                <a16:creationId xmlns:a16="http://schemas.microsoft.com/office/drawing/2014/main" id="{15D2B0ED-3AE2-8806-697A-B271F046973D}"/>
              </a:ext>
            </a:extLst>
          </p:cNvPr>
          <p:cNvCxnSpPr>
            <a:cxnSpLocks/>
            <a:stCxn id="7" idx="0"/>
            <a:endCxn id="6" idx="4"/>
          </p:cNvCxnSpPr>
          <p:nvPr/>
        </p:nvCxnSpPr>
        <p:spPr>
          <a:xfrm flipV="1">
            <a:off x="8466556" y="3319538"/>
            <a:ext cx="0" cy="1318650"/>
          </a:xfrm>
          <a:prstGeom prst="straightConnector1">
            <a:avLst/>
          </a:prstGeom>
          <a:ln w="38100">
            <a:solidFill>
              <a:schemeClr val="bg1">
                <a:lumMod val="85000"/>
              </a:schemeClr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5" name="EB">
            <a:extLst>
              <a:ext uri="{FF2B5EF4-FFF2-40B4-BE49-F238E27FC236}">
                <a16:creationId xmlns:a16="http://schemas.microsoft.com/office/drawing/2014/main" id="{C2BC8F9B-81CC-3C9A-D6A3-30B3C1D44491}"/>
              </a:ext>
            </a:extLst>
          </p:cNvPr>
          <p:cNvCxnSpPr>
            <a:cxnSpLocks/>
            <a:stCxn id="9" idx="1"/>
            <a:endCxn id="6" idx="5"/>
          </p:cNvCxnSpPr>
          <p:nvPr/>
        </p:nvCxnSpPr>
        <p:spPr>
          <a:xfrm flipH="1" flipV="1">
            <a:off x="8617561" y="3256990"/>
            <a:ext cx="1531535" cy="1341492"/>
          </a:xfrm>
          <a:prstGeom prst="straightConnector1">
            <a:avLst/>
          </a:prstGeom>
          <a:ln w="38100">
            <a:solidFill>
              <a:schemeClr val="bg1">
                <a:lumMod val="85000"/>
              </a:schemeClr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6" name="DF">
            <a:extLst>
              <a:ext uri="{FF2B5EF4-FFF2-40B4-BE49-F238E27FC236}">
                <a16:creationId xmlns:a16="http://schemas.microsoft.com/office/drawing/2014/main" id="{68C68C58-AD02-3BD5-F5DB-BD4D0664D5D1}"/>
              </a:ext>
            </a:extLst>
          </p:cNvPr>
          <p:cNvCxnSpPr>
            <a:cxnSpLocks/>
            <a:stCxn id="8" idx="6"/>
            <a:endCxn id="14" idx="2"/>
          </p:cNvCxnSpPr>
          <p:nvPr/>
        </p:nvCxnSpPr>
        <p:spPr>
          <a:xfrm>
            <a:off x="10124231" y="3060578"/>
            <a:ext cx="1104429" cy="368422"/>
          </a:xfrm>
          <a:prstGeom prst="straightConnector1">
            <a:avLst/>
          </a:prstGeom>
          <a:ln w="38100">
            <a:solidFill>
              <a:schemeClr val="bg1">
                <a:lumMod val="85000"/>
              </a:schemeClr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7" name="EF">
            <a:extLst>
              <a:ext uri="{FF2B5EF4-FFF2-40B4-BE49-F238E27FC236}">
                <a16:creationId xmlns:a16="http://schemas.microsoft.com/office/drawing/2014/main" id="{206BC93F-B487-1A6E-DE68-74852A72A36F}"/>
              </a:ext>
            </a:extLst>
          </p:cNvPr>
          <p:cNvCxnSpPr>
            <a:cxnSpLocks/>
            <a:stCxn id="9" idx="7"/>
            <a:endCxn id="14" idx="3"/>
          </p:cNvCxnSpPr>
          <p:nvPr/>
        </p:nvCxnSpPr>
        <p:spPr>
          <a:xfrm flipV="1">
            <a:off x="10451106" y="3580005"/>
            <a:ext cx="840102" cy="1018477"/>
          </a:xfrm>
          <a:prstGeom prst="straightConnector1">
            <a:avLst/>
          </a:prstGeom>
          <a:ln w="38100">
            <a:solidFill>
              <a:schemeClr val="bg1">
                <a:lumMod val="85000"/>
              </a:schemeClr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8" name="ED">
            <a:extLst>
              <a:ext uri="{FF2B5EF4-FFF2-40B4-BE49-F238E27FC236}">
                <a16:creationId xmlns:a16="http://schemas.microsoft.com/office/drawing/2014/main" id="{C1E2D0FD-42BA-920E-3336-B322335F33DD}"/>
              </a:ext>
            </a:extLst>
          </p:cNvPr>
          <p:cNvCxnSpPr>
            <a:cxnSpLocks/>
            <a:stCxn id="9" idx="0"/>
            <a:endCxn id="8" idx="4"/>
          </p:cNvCxnSpPr>
          <p:nvPr/>
        </p:nvCxnSpPr>
        <p:spPr>
          <a:xfrm flipH="1" flipV="1">
            <a:off x="9910678" y="3274131"/>
            <a:ext cx="389423" cy="1261803"/>
          </a:xfrm>
          <a:prstGeom prst="straightConnector1">
            <a:avLst/>
          </a:prstGeom>
          <a:ln w="38100">
            <a:solidFill>
              <a:schemeClr val="bg1">
                <a:lumMod val="85000"/>
              </a:schemeClr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9" name="CG">
            <a:extLst>
              <a:ext uri="{FF2B5EF4-FFF2-40B4-BE49-F238E27FC236}">
                <a16:creationId xmlns:a16="http://schemas.microsoft.com/office/drawing/2014/main" id="{E82CAFD3-8448-7FDA-6EAF-EAE1C5F749BD}"/>
              </a:ext>
            </a:extLst>
          </p:cNvPr>
          <p:cNvCxnSpPr>
            <a:cxnSpLocks/>
            <a:stCxn id="7" idx="5"/>
            <a:endCxn id="20" idx="1"/>
          </p:cNvCxnSpPr>
          <p:nvPr/>
        </p:nvCxnSpPr>
        <p:spPr>
          <a:xfrm>
            <a:off x="8617561" y="5002746"/>
            <a:ext cx="545147" cy="546201"/>
          </a:xfrm>
          <a:prstGeom prst="straightConnector1">
            <a:avLst/>
          </a:prstGeom>
          <a:ln w="38100">
            <a:solidFill>
              <a:schemeClr val="bg1">
                <a:lumMod val="85000"/>
              </a:schemeClr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1" name="GE">
            <a:extLst>
              <a:ext uri="{FF2B5EF4-FFF2-40B4-BE49-F238E27FC236}">
                <a16:creationId xmlns:a16="http://schemas.microsoft.com/office/drawing/2014/main" id="{6C01F0E5-DF8C-3EE2-774D-34B02F52E1E4}"/>
              </a:ext>
            </a:extLst>
          </p:cNvPr>
          <p:cNvCxnSpPr>
            <a:cxnSpLocks/>
            <a:stCxn id="20" idx="7"/>
            <a:endCxn id="9" idx="3"/>
          </p:cNvCxnSpPr>
          <p:nvPr/>
        </p:nvCxnSpPr>
        <p:spPr>
          <a:xfrm flipV="1">
            <a:off x="9464718" y="4900492"/>
            <a:ext cx="684378" cy="648455"/>
          </a:xfrm>
          <a:prstGeom prst="straightConnector1">
            <a:avLst/>
          </a:prstGeom>
          <a:ln w="38100">
            <a:solidFill>
              <a:schemeClr val="bg1">
                <a:lumMod val="85000"/>
              </a:schemeClr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2" name="TextBox 51">
            <a:extLst>
              <a:ext uri="{FF2B5EF4-FFF2-40B4-BE49-F238E27FC236}">
                <a16:creationId xmlns:a16="http://schemas.microsoft.com/office/drawing/2014/main" id="{93DE955E-3B26-069E-B649-D0EDE1626C6B}"/>
              </a:ext>
            </a:extLst>
          </p:cNvPr>
          <p:cNvSpPr txBox="1"/>
          <p:nvPr/>
        </p:nvSpPr>
        <p:spPr>
          <a:xfrm>
            <a:off x="7326472" y="6297302"/>
            <a:ext cx="372428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NL" dirty="0" err="1">
                <a:latin typeface="Aptos" panose="020B0004020202020204" pitchFamily="34" charset="0"/>
              </a:rPr>
              <a:t>Topological</a:t>
            </a:r>
            <a:r>
              <a:rPr lang="nl-NL" dirty="0">
                <a:latin typeface="Aptos" panose="020B0004020202020204" pitchFamily="34" charset="0"/>
              </a:rPr>
              <a:t> order: </a:t>
            </a:r>
            <a:r>
              <a:rPr lang="nl-NL" b="1" dirty="0">
                <a:latin typeface="Aptos" panose="020B0004020202020204" pitchFamily="34" charset="0"/>
              </a:rPr>
              <a:t>A</a:t>
            </a:r>
            <a:r>
              <a:rPr lang="nl-NL" dirty="0">
                <a:latin typeface="Aptos" panose="020B0004020202020204" pitchFamily="34" charset="0"/>
              </a:rPr>
              <a:t>, </a:t>
            </a:r>
            <a:r>
              <a:rPr lang="nl-NL" b="1" dirty="0">
                <a:latin typeface="Aptos" panose="020B0004020202020204" pitchFamily="34" charset="0"/>
              </a:rPr>
              <a:t>C</a:t>
            </a:r>
            <a:r>
              <a:rPr lang="nl-NL" dirty="0">
                <a:latin typeface="Aptos" panose="020B0004020202020204" pitchFamily="34" charset="0"/>
              </a:rPr>
              <a:t>, </a:t>
            </a:r>
            <a:r>
              <a:rPr lang="nl-NL" b="1" dirty="0">
                <a:latin typeface="Aptos" panose="020B0004020202020204" pitchFamily="34" charset="0"/>
              </a:rPr>
              <a:t>G</a:t>
            </a:r>
            <a:r>
              <a:rPr lang="nl-NL" dirty="0">
                <a:latin typeface="Aptos" panose="020B0004020202020204" pitchFamily="34" charset="0"/>
              </a:rPr>
              <a:t>, </a:t>
            </a:r>
            <a:r>
              <a:rPr lang="nl-NL" b="1" dirty="0">
                <a:latin typeface="Aptos" panose="020B0004020202020204" pitchFamily="34" charset="0"/>
              </a:rPr>
              <a:t>E</a:t>
            </a:r>
            <a:r>
              <a:rPr lang="nl-NL" dirty="0">
                <a:latin typeface="Aptos" panose="020B0004020202020204" pitchFamily="34" charset="0"/>
              </a:rPr>
              <a:t>, </a:t>
            </a:r>
            <a:r>
              <a:rPr lang="nl-NL" b="1" dirty="0">
                <a:latin typeface="Aptos" panose="020B0004020202020204" pitchFamily="34" charset="0"/>
              </a:rPr>
              <a:t>B</a:t>
            </a:r>
            <a:r>
              <a:rPr lang="nl-NL" dirty="0">
                <a:latin typeface="Aptos" panose="020B0004020202020204" pitchFamily="34" charset="0"/>
              </a:rPr>
              <a:t>, </a:t>
            </a:r>
            <a:r>
              <a:rPr lang="nl-NL" b="1" dirty="0">
                <a:latin typeface="Aptos" panose="020B0004020202020204" pitchFamily="34" charset="0"/>
              </a:rPr>
              <a:t>D</a:t>
            </a:r>
            <a:r>
              <a:rPr lang="nl-NL" dirty="0">
                <a:latin typeface="Aptos" panose="020B0004020202020204" pitchFamily="34" charset="0"/>
              </a:rPr>
              <a:t>, </a:t>
            </a:r>
            <a:r>
              <a:rPr lang="nl-NL" b="1" dirty="0">
                <a:latin typeface="Aptos" panose="020B0004020202020204" pitchFamily="34" charset="0"/>
              </a:rPr>
              <a:t>F</a:t>
            </a:r>
          </a:p>
        </p:txBody>
      </p:sp>
      <p:sp>
        <p:nvSpPr>
          <p:cNvPr id="53" name="cAB">
            <a:extLst>
              <a:ext uri="{FF2B5EF4-FFF2-40B4-BE49-F238E27FC236}">
                <a16:creationId xmlns:a16="http://schemas.microsoft.com/office/drawing/2014/main" id="{21043387-517D-C437-5A5A-1612C7D22126}"/>
              </a:ext>
            </a:extLst>
          </p:cNvPr>
          <p:cNvSpPr txBox="1"/>
          <p:nvPr/>
        </p:nvSpPr>
        <p:spPr>
          <a:xfrm>
            <a:off x="7543800" y="2892432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NL" b="1" dirty="0">
                <a:latin typeface="Aptos" panose="020B0004020202020204" pitchFamily="34" charset="0"/>
              </a:rPr>
              <a:t>7</a:t>
            </a:r>
          </a:p>
        </p:txBody>
      </p:sp>
      <p:sp>
        <p:nvSpPr>
          <p:cNvPr id="54" name="cAC">
            <a:extLst>
              <a:ext uri="{FF2B5EF4-FFF2-40B4-BE49-F238E27FC236}">
                <a16:creationId xmlns:a16="http://schemas.microsoft.com/office/drawing/2014/main" id="{75A5CA51-9F54-1054-11DC-EE25C2844B7B}"/>
              </a:ext>
            </a:extLst>
          </p:cNvPr>
          <p:cNvSpPr txBox="1"/>
          <p:nvPr/>
        </p:nvSpPr>
        <p:spPr>
          <a:xfrm>
            <a:off x="7317033" y="3970631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NL" b="1" dirty="0">
                <a:latin typeface="Aptos" panose="020B0004020202020204" pitchFamily="34" charset="0"/>
              </a:rPr>
              <a:t>2</a:t>
            </a:r>
          </a:p>
        </p:txBody>
      </p:sp>
      <p:sp>
        <p:nvSpPr>
          <p:cNvPr id="55" name="cCG">
            <a:extLst>
              <a:ext uri="{FF2B5EF4-FFF2-40B4-BE49-F238E27FC236}">
                <a16:creationId xmlns:a16="http://schemas.microsoft.com/office/drawing/2014/main" id="{06E20908-7F3B-80D1-67AB-AB95E1F55677}"/>
              </a:ext>
            </a:extLst>
          </p:cNvPr>
          <p:cNvSpPr txBox="1"/>
          <p:nvPr/>
        </p:nvSpPr>
        <p:spPr>
          <a:xfrm>
            <a:off x="8466556" y="5177228"/>
            <a:ext cx="3715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NL" b="1" dirty="0">
                <a:latin typeface="Aptos" panose="020B0004020202020204" pitchFamily="34" charset="0"/>
              </a:rPr>
              <a:t>-1</a:t>
            </a:r>
          </a:p>
        </p:txBody>
      </p:sp>
      <p:sp>
        <p:nvSpPr>
          <p:cNvPr id="56" name="cGE">
            <a:extLst>
              <a:ext uri="{FF2B5EF4-FFF2-40B4-BE49-F238E27FC236}">
                <a16:creationId xmlns:a16="http://schemas.microsoft.com/office/drawing/2014/main" id="{4DD23C76-2785-3950-2AF8-72D2B87DEA97}"/>
              </a:ext>
            </a:extLst>
          </p:cNvPr>
          <p:cNvSpPr txBox="1"/>
          <p:nvPr/>
        </p:nvSpPr>
        <p:spPr>
          <a:xfrm>
            <a:off x="9715036" y="5224719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NL" b="1" dirty="0">
                <a:latin typeface="Aptos" panose="020B0004020202020204" pitchFamily="34" charset="0"/>
              </a:rPr>
              <a:t>1</a:t>
            </a:r>
          </a:p>
        </p:txBody>
      </p:sp>
      <p:sp>
        <p:nvSpPr>
          <p:cNvPr id="57" name="cEB">
            <a:extLst>
              <a:ext uri="{FF2B5EF4-FFF2-40B4-BE49-F238E27FC236}">
                <a16:creationId xmlns:a16="http://schemas.microsoft.com/office/drawing/2014/main" id="{7CCD2084-65BB-335E-5AC6-383E2E1196E6}"/>
              </a:ext>
            </a:extLst>
          </p:cNvPr>
          <p:cNvSpPr txBox="1"/>
          <p:nvPr/>
        </p:nvSpPr>
        <p:spPr>
          <a:xfrm>
            <a:off x="9265931" y="3602865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NL" b="1" dirty="0">
                <a:latin typeface="Aptos" panose="020B0004020202020204" pitchFamily="34" charset="0"/>
              </a:rPr>
              <a:t>3</a:t>
            </a:r>
          </a:p>
        </p:txBody>
      </p:sp>
      <p:sp>
        <p:nvSpPr>
          <p:cNvPr id="58" name="cCB">
            <a:extLst>
              <a:ext uri="{FF2B5EF4-FFF2-40B4-BE49-F238E27FC236}">
                <a16:creationId xmlns:a16="http://schemas.microsoft.com/office/drawing/2014/main" id="{5D7228AB-EF9F-D98C-465C-85FB5606A08B}"/>
              </a:ext>
            </a:extLst>
          </p:cNvPr>
          <p:cNvSpPr txBox="1"/>
          <p:nvPr/>
        </p:nvSpPr>
        <p:spPr>
          <a:xfrm>
            <a:off x="8161502" y="3716618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NL" b="1" dirty="0">
                <a:latin typeface="Aptos" panose="020B0004020202020204" pitchFamily="34" charset="0"/>
              </a:rPr>
              <a:t>4</a:t>
            </a:r>
          </a:p>
        </p:txBody>
      </p:sp>
      <p:sp>
        <p:nvSpPr>
          <p:cNvPr id="59" name="cBD">
            <a:extLst>
              <a:ext uri="{FF2B5EF4-FFF2-40B4-BE49-F238E27FC236}">
                <a16:creationId xmlns:a16="http://schemas.microsoft.com/office/drawing/2014/main" id="{D9A204C6-4B08-71EA-BAE2-D496ACF95B32}"/>
              </a:ext>
            </a:extLst>
          </p:cNvPr>
          <p:cNvSpPr txBox="1"/>
          <p:nvPr/>
        </p:nvSpPr>
        <p:spPr>
          <a:xfrm>
            <a:off x="8973196" y="2707948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NL" b="1" dirty="0">
                <a:latin typeface="Aptos" panose="020B0004020202020204" pitchFamily="34" charset="0"/>
              </a:rPr>
              <a:t>4</a:t>
            </a:r>
          </a:p>
        </p:txBody>
      </p:sp>
      <p:sp>
        <p:nvSpPr>
          <p:cNvPr id="60" name="cED">
            <a:extLst>
              <a:ext uri="{FF2B5EF4-FFF2-40B4-BE49-F238E27FC236}">
                <a16:creationId xmlns:a16="http://schemas.microsoft.com/office/drawing/2014/main" id="{0820166D-1780-36B6-E101-EF4A81F69C27}"/>
              </a:ext>
            </a:extLst>
          </p:cNvPr>
          <p:cNvSpPr txBox="1"/>
          <p:nvPr/>
        </p:nvSpPr>
        <p:spPr>
          <a:xfrm>
            <a:off x="10084337" y="3639362"/>
            <a:ext cx="4315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NL" b="1" dirty="0">
                <a:latin typeface="Aptos" panose="020B0004020202020204" pitchFamily="34" charset="0"/>
              </a:rPr>
              <a:t>10</a:t>
            </a:r>
          </a:p>
        </p:txBody>
      </p:sp>
      <p:sp>
        <p:nvSpPr>
          <p:cNvPr id="61" name="cEF">
            <a:extLst>
              <a:ext uri="{FF2B5EF4-FFF2-40B4-BE49-F238E27FC236}">
                <a16:creationId xmlns:a16="http://schemas.microsoft.com/office/drawing/2014/main" id="{164BF08F-C435-3301-272C-A50600BA1989}"/>
              </a:ext>
            </a:extLst>
          </p:cNvPr>
          <p:cNvSpPr txBox="1"/>
          <p:nvPr/>
        </p:nvSpPr>
        <p:spPr>
          <a:xfrm>
            <a:off x="10785300" y="4149413"/>
            <a:ext cx="4315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NL" b="1" dirty="0">
                <a:latin typeface="Aptos" panose="020B0004020202020204" pitchFamily="34" charset="0"/>
              </a:rPr>
              <a:t>12</a:t>
            </a:r>
          </a:p>
        </p:txBody>
      </p:sp>
      <p:sp>
        <p:nvSpPr>
          <p:cNvPr id="62" name="cDF">
            <a:extLst>
              <a:ext uri="{FF2B5EF4-FFF2-40B4-BE49-F238E27FC236}">
                <a16:creationId xmlns:a16="http://schemas.microsoft.com/office/drawing/2014/main" id="{3785F625-052B-8A5A-BCBA-251C2034133D}"/>
              </a:ext>
            </a:extLst>
          </p:cNvPr>
          <p:cNvSpPr txBox="1"/>
          <p:nvPr/>
        </p:nvSpPr>
        <p:spPr>
          <a:xfrm>
            <a:off x="10522396" y="2875912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NL" b="1" dirty="0">
                <a:latin typeface="Aptos" panose="020B0004020202020204" pitchFamily="34" charset="0"/>
              </a:rPr>
              <a:t>2</a:t>
            </a:r>
          </a:p>
        </p:txBody>
      </p:sp>
      <p:sp>
        <p:nvSpPr>
          <p:cNvPr id="69" name="Rectangle: Rounded Corners 68">
            <a:extLst>
              <a:ext uri="{FF2B5EF4-FFF2-40B4-BE49-F238E27FC236}">
                <a16:creationId xmlns:a16="http://schemas.microsoft.com/office/drawing/2014/main" id="{B8143CC8-446D-A185-697D-872427001CC8}"/>
              </a:ext>
            </a:extLst>
          </p:cNvPr>
          <p:cNvSpPr/>
          <p:nvPr/>
        </p:nvSpPr>
        <p:spPr>
          <a:xfrm>
            <a:off x="6807149" y="2867529"/>
            <a:ext cx="309604" cy="361790"/>
          </a:xfrm>
          <a:prstGeom prst="round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nl-NL" b="1" dirty="0">
                <a:latin typeface="Aptos" panose="020B0004020202020204" pitchFamily="34" charset="0"/>
              </a:rPr>
              <a:t>0</a:t>
            </a:r>
          </a:p>
        </p:txBody>
      </p:sp>
      <p:sp>
        <p:nvSpPr>
          <p:cNvPr id="70" name="Rectangle: Rounded Corners 69">
            <a:extLst>
              <a:ext uri="{FF2B5EF4-FFF2-40B4-BE49-F238E27FC236}">
                <a16:creationId xmlns:a16="http://schemas.microsoft.com/office/drawing/2014/main" id="{1D8DC80B-57E4-C157-38F3-40794FB06B36}"/>
              </a:ext>
            </a:extLst>
          </p:cNvPr>
          <p:cNvSpPr/>
          <p:nvPr/>
        </p:nvSpPr>
        <p:spPr>
          <a:xfrm>
            <a:off x="6961951" y="-586755"/>
            <a:ext cx="309604" cy="361790"/>
          </a:xfrm>
          <a:prstGeom prst="round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nl-NL" b="1" dirty="0">
                <a:latin typeface="Aptos" panose="020B0004020202020204" pitchFamily="34" charset="0"/>
              </a:rPr>
              <a:t>7</a:t>
            </a:r>
          </a:p>
        </p:txBody>
      </p:sp>
      <p:sp>
        <p:nvSpPr>
          <p:cNvPr id="71" name="Rectangle: Rounded Corners 70">
            <a:extLst>
              <a:ext uri="{FF2B5EF4-FFF2-40B4-BE49-F238E27FC236}">
                <a16:creationId xmlns:a16="http://schemas.microsoft.com/office/drawing/2014/main" id="{B7C40A65-67CB-0B69-6F98-DC97109F31A6}"/>
              </a:ext>
            </a:extLst>
          </p:cNvPr>
          <p:cNvSpPr/>
          <p:nvPr/>
        </p:nvSpPr>
        <p:spPr>
          <a:xfrm>
            <a:off x="7403261" y="-586755"/>
            <a:ext cx="309604" cy="361790"/>
          </a:xfrm>
          <a:prstGeom prst="round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nl-NL" b="1" dirty="0">
                <a:latin typeface="Aptos" panose="020B0004020202020204" pitchFamily="34" charset="0"/>
              </a:rPr>
              <a:t>6</a:t>
            </a:r>
          </a:p>
        </p:txBody>
      </p:sp>
      <p:sp>
        <p:nvSpPr>
          <p:cNvPr id="72" name="Rectangle: Rounded Corners 71">
            <a:extLst>
              <a:ext uri="{FF2B5EF4-FFF2-40B4-BE49-F238E27FC236}">
                <a16:creationId xmlns:a16="http://schemas.microsoft.com/office/drawing/2014/main" id="{7491A307-48AE-E3E4-8F04-8E94E0CCA0BC}"/>
              </a:ext>
            </a:extLst>
          </p:cNvPr>
          <p:cNvSpPr/>
          <p:nvPr/>
        </p:nvSpPr>
        <p:spPr>
          <a:xfrm>
            <a:off x="6659656" y="7013192"/>
            <a:ext cx="309604" cy="361790"/>
          </a:xfrm>
          <a:prstGeom prst="round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nl-NL" b="1" dirty="0">
                <a:latin typeface="Aptos" panose="020B0004020202020204" pitchFamily="34" charset="0"/>
              </a:rPr>
              <a:t>2</a:t>
            </a:r>
          </a:p>
        </p:txBody>
      </p:sp>
      <p:sp>
        <p:nvSpPr>
          <p:cNvPr id="73" name="Rectangle: Rounded Corners 72">
            <a:extLst>
              <a:ext uri="{FF2B5EF4-FFF2-40B4-BE49-F238E27FC236}">
                <a16:creationId xmlns:a16="http://schemas.microsoft.com/office/drawing/2014/main" id="{5AC8C542-3AA9-14A8-03FE-561D21545702}"/>
              </a:ext>
            </a:extLst>
          </p:cNvPr>
          <p:cNvSpPr/>
          <p:nvPr/>
        </p:nvSpPr>
        <p:spPr>
          <a:xfrm>
            <a:off x="9281294" y="7013192"/>
            <a:ext cx="309604" cy="361790"/>
          </a:xfrm>
          <a:prstGeom prst="round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nl-NL" b="1" dirty="0">
                <a:latin typeface="Aptos" panose="020B0004020202020204" pitchFamily="34" charset="0"/>
              </a:rPr>
              <a:t>1</a:t>
            </a:r>
          </a:p>
        </p:txBody>
      </p:sp>
      <p:sp>
        <p:nvSpPr>
          <p:cNvPr id="74" name="Rectangle: Rounded Corners 73">
            <a:extLst>
              <a:ext uri="{FF2B5EF4-FFF2-40B4-BE49-F238E27FC236}">
                <a16:creationId xmlns:a16="http://schemas.microsoft.com/office/drawing/2014/main" id="{9E68FF8A-EF39-BCBC-33B2-0D9EA581A2B0}"/>
              </a:ext>
            </a:extLst>
          </p:cNvPr>
          <p:cNvSpPr/>
          <p:nvPr/>
        </p:nvSpPr>
        <p:spPr>
          <a:xfrm>
            <a:off x="10630498" y="7013192"/>
            <a:ext cx="309604" cy="361790"/>
          </a:xfrm>
          <a:prstGeom prst="round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nl-NL" b="1" dirty="0">
                <a:latin typeface="Aptos" panose="020B0004020202020204" pitchFamily="34" charset="0"/>
              </a:rPr>
              <a:t>2</a:t>
            </a:r>
          </a:p>
        </p:txBody>
      </p:sp>
      <p:sp>
        <p:nvSpPr>
          <p:cNvPr id="75" name="Rectangle: Rounded Corners 74">
            <a:extLst>
              <a:ext uri="{FF2B5EF4-FFF2-40B4-BE49-F238E27FC236}">
                <a16:creationId xmlns:a16="http://schemas.microsoft.com/office/drawing/2014/main" id="{392050E7-4658-0423-564F-B6AE0EB6F932}"/>
              </a:ext>
            </a:extLst>
          </p:cNvPr>
          <p:cNvSpPr/>
          <p:nvPr/>
        </p:nvSpPr>
        <p:spPr>
          <a:xfrm>
            <a:off x="8225257" y="-586755"/>
            <a:ext cx="309604" cy="361790"/>
          </a:xfrm>
          <a:prstGeom prst="round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nl-NL" b="1" dirty="0">
                <a:latin typeface="Aptos" panose="020B0004020202020204" pitchFamily="34" charset="0"/>
              </a:rPr>
              <a:t>5</a:t>
            </a:r>
          </a:p>
        </p:txBody>
      </p:sp>
      <p:sp>
        <p:nvSpPr>
          <p:cNvPr id="76" name="Rectangle: Rounded Corners 75">
            <a:extLst>
              <a:ext uri="{FF2B5EF4-FFF2-40B4-BE49-F238E27FC236}">
                <a16:creationId xmlns:a16="http://schemas.microsoft.com/office/drawing/2014/main" id="{CDA91E14-5067-661E-1000-6EBE4F5F043F}"/>
              </a:ext>
            </a:extLst>
          </p:cNvPr>
          <p:cNvSpPr/>
          <p:nvPr/>
        </p:nvSpPr>
        <p:spPr>
          <a:xfrm>
            <a:off x="9542323" y="-586755"/>
            <a:ext cx="309604" cy="361790"/>
          </a:xfrm>
          <a:prstGeom prst="round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nl-NL" b="1" dirty="0">
                <a:latin typeface="Aptos" panose="020B0004020202020204" pitchFamily="34" charset="0"/>
              </a:rPr>
              <a:t>12</a:t>
            </a:r>
          </a:p>
        </p:txBody>
      </p:sp>
      <p:sp>
        <p:nvSpPr>
          <p:cNvPr id="77" name="Rectangle: Rounded Corners 76">
            <a:extLst>
              <a:ext uri="{FF2B5EF4-FFF2-40B4-BE49-F238E27FC236}">
                <a16:creationId xmlns:a16="http://schemas.microsoft.com/office/drawing/2014/main" id="{5BCD0877-D136-D568-F52D-352369B689D6}"/>
              </a:ext>
            </a:extLst>
          </p:cNvPr>
          <p:cNvSpPr/>
          <p:nvPr/>
        </p:nvSpPr>
        <p:spPr>
          <a:xfrm>
            <a:off x="9132385" y="-586755"/>
            <a:ext cx="309604" cy="361790"/>
          </a:xfrm>
          <a:prstGeom prst="round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nl-NL" b="1" dirty="0">
                <a:latin typeface="Aptos" panose="020B0004020202020204" pitchFamily="34" charset="0"/>
              </a:rPr>
              <a:t>9</a:t>
            </a:r>
          </a:p>
        </p:txBody>
      </p:sp>
      <p:sp>
        <p:nvSpPr>
          <p:cNvPr id="78" name="Rectangle: Rounded Corners 77">
            <a:extLst>
              <a:ext uri="{FF2B5EF4-FFF2-40B4-BE49-F238E27FC236}">
                <a16:creationId xmlns:a16="http://schemas.microsoft.com/office/drawing/2014/main" id="{DC448B0D-79A1-4AAA-9FDC-299145F31331}"/>
              </a:ext>
            </a:extLst>
          </p:cNvPr>
          <p:cNvSpPr/>
          <p:nvPr/>
        </p:nvSpPr>
        <p:spPr>
          <a:xfrm>
            <a:off x="10922394" y="-689009"/>
            <a:ext cx="309604" cy="361790"/>
          </a:xfrm>
          <a:prstGeom prst="round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nl-NL" b="1" dirty="0">
                <a:latin typeface="Aptos" panose="020B0004020202020204" pitchFamily="34" charset="0"/>
              </a:rPr>
              <a:t>14</a:t>
            </a:r>
          </a:p>
        </p:txBody>
      </p:sp>
      <p:sp>
        <p:nvSpPr>
          <p:cNvPr id="79" name="Rectangle: Rounded Corners 78">
            <a:extLst>
              <a:ext uri="{FF2B5EF4-FFF2-40B4-BE49-F238E27FC236}">
                <a16:creationId xmlns:a16="http://schemas.microsoft.com/office/drawing/2014/main" id="{54BBFD14-39E1-3326-DB05-98BE5E428C4D}"/>
              </a:ext>
            </a:extLst>
          </p:cNvPr>
          <p:cNvSpPr/>
          <p:nvPr/>
        </p:nvSpPr>
        <p:spPr>
          <a:xfrm>
            <a:off x="11435184" y="-689009"/>
            <a:ext cx="309604" cy="361790"/>
          </a:xfrm>
          <a:prstGeom prst="round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nl-NL" b="1" dirty="0">
                <a:latin typeface="Aptos" panose="020B0004020202020204" pitchFamily="34" charset="0"/>
              </a:rPr>
              <a:t>11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8" name="Rectangle: Rounded Corners 87">
                <a:extLst>
                  <a:ext uri="{FF2B5EF4-FFF2-40B4-BE49-F238E27FC236}">
                    <a16:creationId xmlns:a16="http://schemas.microsoft.com/office/drawing/2014/main" id="{45C81F2E-7770-E4EA-EDDF-EDAA8A2696F7}"/>
                  </a:ext>
                </a:extLst>
              </p:cNvPr>
              <p:cNvSpPr/>
              <p:nvPr/>
            </p:nvSpPr>
            <p:spPr>
              <a:xfrm>
                <a:off x="3152273" y="5913505"/>
                <a:ext cx="1419726" cy="546201"/>
              </a:xfrm>
              <a:prstGeom prst="roundRect">
                <a:avLst/>
              </a:prstGeom>
              <a:noFill/>
              <a:ln w="9525" cap="flat" cmpd="sng" algn="ctr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accen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nl-NL" sz="2000" b="1" i="1" dirty="0" smtClean="0">
                          <a:latin typeface="Cambria Math" panose="02040503050406030204" pitchFamily="18" charset="0"/>
                        </a:rPr>
                        <m:t>𝑶</m:t>
                      </m:r>
                      <m:d>
                        <m:dPr>
                          <m:ctrlPr>
                            <a:rPr lang="nl-NL" sz="2000" b="1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nl-NL" sz="2000" b="1" i="1" dirty="0" err="1" smtClean="0">
                              <a:latin typeface="Cambria Math" panose="02040503050406030204" pitchFamily="18" charset="0"/>
                            </a:rPr>
                            <m:t>𝒎</m:t>
                          </m:r>
                          <m:r>
                            <a:rPr lang="nl-NL" sz="2000" b="1" i="1" dirty="0" err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nl-NL" sz="2000" b="1" i="1" dirty="0" err="1" smtClean="0">
                              <a:latin typeface="Cambria Math" panose="02040503050406030204" pitchFamily="18" charset="0"/>
                            </a:rPr>
                            <m:t>𝒏</m:t>
                          </m:r>
                        </m:e>
                      </m:d>
                    </m:oMath>
                  </m:oMathPara>
                </a14:m>
                <a:endParaRPr lang="nl-NL" sz="2000" b="1" dirty="0"/>
              </a:p>
            </p:txBody>
          </p:sp>
        </mc:Choice>
        <mc:Fallback xmlns="">
          <p:sp>
            <p:nvSpPr>
              <p:cNvPr id="88" name="Rectangle: Rounded Corners 87">
                <a:extLst>
                  <a:ext uri="{FF2B5EF4-FFF2-40B4-BE49-F238E27FC236}">
                    <a16:creationId xmlns:a16="http://schemas.microsoft.com/office/drawing/2014/main" id="{45C81F2E-7770-E4EA-EDDF-EDAA8A2696F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52273" y="5913505"/>
                <a:ext cx="1419726" cy="546201"/>
              </a:xfrm>
              <a:prstGeom prst="roundRect">
                <a:avLst/>
              </a:prstGeom>
              <a:blipFill>
                <a:blip r:embed="rId2"/>
                <a:stretch>
                  <a:fillRect/>
                </a:stretch>
              </a:blipFill>
              <a:ln w="9525" cap="flat" cmpd="sng" algn="ctr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r>
                  <a:rPr lang="nl-N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6" name="Rectangle: Rounded Corners 115">
            <a:extLst>
              <a:ext uri="{FF2B5EF4-FFF2-40B4-BE49-F238E27FC236}">
                <a16:creationId xmlns:a16="http://schemas.microsoft.com/office/drawing/2014/main" id="{1E916535-20BA-A499-0A42-AC6F9F072D16}"/>
              </a:ext>
            </a:extLst>
          </p:cNvPr>
          <p:cNvSpPr/>
          <p:nvPr/>
        </p:nvSpPr>
        <p:spPr>
          <a:xfrm>
            <a:off x="736074" y="4221453"/>
            <a:ext cx="5338011" cy="1056068"/>
          </a:xfrm>
          <a:prstGeom prst="roundRect">
            <a:avLst/>
          </a:prstGeom>
          <a:noFill/>
          <a:ln w="57150" cap="flat" cmpd="sng" algn="ctr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5"/>
          </a:fontRef>
        </p:style>
        <p:txBody>
          <a:bodyPr rtlCol="0" anchor="ctr"/>
          <a:lstStyle/>
          <a:p>
            <a:pPr algn="ctr"/>
            <a:r>
              <a:rPr lang="nl-NL" sz="2000" dirty="0" err="1">
                <a:solidFill>
                  <a:schemeClr val="tx1"/>
                </a:solidFill>
                <a:latin typeface="Aptos" panose="020B0004020202020204" pitchFamily="34" charset="0"/>
              </a:rPr>
              <a:t>Upon</a:t>
            </a:r>
            <a:r>
              <a:rPr lang="nl-NL" sz="2000" dirty="0">
                <a:solidFill>
                  <a:schemeClr val="tx1"/>
                </a:solidFill>
                <a:latin typeface="Aptos" panose="020B0004020202020204" pitchFamily="34" charset="0"/>
              </a:rPr>
              <a:t> </a:t>
            </a:r>
            <a:r>
              <a:rPr lang="nl-NL" sz="2000" b="1" dirty="0" err="1">
                <a:solidFill>
                  <a:schemeClr val="tx1"/>
                </a:solidFill>
                <a:latin typeface="Aptos" panose="020B0004020202020204" pitchFamily="34" charset="0"/>
              </a:rPr>
              <a:t>visiting</a:t>
            </a:r>
            <a:r>
              <a:rPr lang="nl-NL" sz="2000" dirty="0">
                <a:solidFill>
                  <a:schemeClr val="tx1"/>
                </a:solidFill>
                <a:latin typeface="Aptos" panose="020B0004020202020204" pitchFamily="34" charset="0"/>
              </a:rPr>
              <a:t> a node, we are </a:t>
            </a:r>
            <a:r>
              <a:rPr lang="nl-NL" sz="2000" b="1" i="1" dirty="0" err="1">
                <a:solidFill>
                  <a:schemeClr val="tx1"/>
                </a:solidFill>
                <a:latin typeface="Aptos" panose="020B0004020202020204" pitchFamily="34" charset="0"/>
              </a:rPr>
              <a:t>certain</a:t>
            </a:r>
            <a:r>
              <a:rPr lang="nl-NL" sz="2000" dirty="0">
                <a:solidFill>
                  <a:schemeClr val="tx1"/>
                </a:solidFill>
                <a:latin typeface="Aptos" panose="020B0004020202020204" pitchFamily="34" charset="0"/>
              </a:rPr>
              <a:t> </a:t>
            </a:r>
            <a:r>
              <a:rPr lang="nl-NL" sz="2000" dirty="0" err="1">
                <a:solidFill>
                  <a:schemeClr val="tx1"/>
                </a:solidFill>
                <a:latin typeface="Aptos" panose="020B0004020202020204" pitchFamily="34" charset="0"/>
              </a:rPr>
              <a:t>that</a:t>
            </a:r>
            <a:r>
              <a:rPr lang="nl-NL" sz="2000" dirty="0">
                <a:solidFill>
                  <a:schemeClr val="tx1"/>
                </a:solidFill>
                <a:latin typeface="Aptos" panose="020B0004020202020204" pitchFamily="34" charset="0"/>
              </a:rPr>
              <a:t> </a:t>
            </a:r>
            <a:r>
              <a:rPr lang="nl-NL" sz="2000" dirty="0" err="1">
                <a:solidFill>
                  <a:schemeClr val="tx1"/>
                </a:solidFill>
                <a:latin typeface="Aptos" panose="020B0004020202020204" pitchFamily="34" charset="0"/>
              </a:rPr>
              <a:t>its</a:t>
            </a:r>
            <a:r>
              <a:rPr lang="nl-NL" sz="2000" dirty="0">
                <a:solidFill>
                  <a:schemeClr val="tx1"/>
                </a:solidFill>
                <a:latin typeface="Aptos" panose="020B0004020202020204" pitchFamily="34" charset="0"/>
              </a:rPr>
              <a:t> </a:t>
            </a:r>
            <a:r>
              <a:rPr lang="nl-NL" sz="2000" b="1" dirty="0" err="1">
                <a:solidFill>
                  <a:schemeClr val="tx1"/>
                </a:solidFill>
                <a:latin typeface="Aptos" panose="020B0004020202020204" pitchFamily="34" charset="0"/>
              </a:rPr>
              <a:t>current</a:t>
            </a:r>
            <a:r>
              <a:rPr lang="nl-NL" sz="2000" dirty="0">
                <a:solidFill>
                  <a:schemeClr val="tx1"/>
                </a:solidFill>
                <a:latin typeface="Aptos" panose="020B0004020202020204" pitchFamily="34" charset="0"/>
              </a:rPr>
              <a:t> </a:t>
            </a:r>
            <a:r>
              <a:rPr lang="nl-NL" sz="2000" dirty="0" err="1">
                <a:solidFill>
                  <a:schemeClr val="tx1"/>
                </a:solidFill>
                <a:latin typeface="Aptos" panose="020B0004020202020204" pitchFamily="34" charset="0"/>
              </a:rPr>
              <a:t>distance</a:t>
            </a:r>
            <a:r>
              <a:rPr lang="nl-NL" sz="2000" dirty="0">
                <a:solidFill>
                  <a:schemeClr val="tx1"/>
                </a:solidFill>
                <a:latin typeface="Aptos" panose="020B0004020202020204" pitchFamily="34" charset="0"/>
              </a:rPr>
              <a:t> is </a:t>
            </a:r>
            <a:r>
              <a:rPr lang="nl-NL" sz="2000" dirty="0" err="1">
                <a:solidFill>
                  <a:schemeClr val="tx1"/>
                </a:solidFill>
                <a:latin typeface="Aptos" panose="020B0004020202020204" pitchFamily="34" charset="0"/>
              </a:rPr>
              <a:t>the</a:t>
            </a:r>
            <a:r>
              <a:rPr lang="nl-NL" sz="2000" dirty="0">
                <a:solidFill>
                  <a:schemeClr val="tx1"/>
                </a:solidFill>
                <a:latin typeface="Aptos" panose="020B0004020202020204" pitchFamily="34" charset="0"/>
              </a:rPr>
              <a:t> </a:t>
            </a:r>
            <a:r>
              <a:rPr lang="nl-NL" sz="2000" b="1" dirty="0" err="1">
                <a:solidFill>
                  <a:schemeClr val="tx1"/>
                </a:solidFill>
                <a:latin typeface="Aptos" panose="020B0004020202020204" pitchFamily="34" charset="0"/>
              </a:rPr>
              <a:t>shortest</a:t>
            </a:r>
            <a:endParaRPr lang="nl-NL" sz="2000" b="1" dirty="0">
              <a:solidFill>
                <a:schemeClr val="tx1"/>
              </a:solidFill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116445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1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0070C0"/>
                                      </p:to>
                                    </p:animClr>
                                    <p:set>
                                      <p:cBhvr>
                                        <p:cTn id="22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7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0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000000"/>
                                      </p:to>
                                    </p:animClr>
                                    <p:set>
                                      <p:cBhvr>
                                        <p:cTn id="31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42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95833E-6 -7.40741E-7 L 0.11315 0.45556 " pathEditMode="relative" rAng="0" ptsTypes="AA">
                                      <p:cBhvr>
                                        <p:cTn id="35" dur="500" fill="hold"/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5586" y="22917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7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2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000000"/>
                                      </p:to>
                                    </p:animClr>
                                    <p:set>
                                      <p:cBhvr>
                                        <p:cTn id="43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42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4.16667E-6 -4.07407E-6 L 0.11575 -0.28402 " pathEditMode="relative" rAng="0" ptsTypes="AA">
                                      <p:cBhvr>
                                        <p:cTn id="47" dur="500" fill="hold"/>
                                        <p:tgtEl>
                                          <p:spTgt spid="7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5859" y="-14375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1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0070C0"/>
                                      </p:to>
                                    </p:animClr>
                                    <p:set>
                                      <p:cBhvr>
                                        <p:cTn id="5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5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7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7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000000"/>
                                      </p:to>
                                    </p:animClr>
                                    <p:set>
                                      <p:cBhvr>
                                        <p:cTn id="58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42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1.66667E-6 -7.40741E-7 L 0.07709 0.45556 " pathEditMode="relative" rAng="0" ptsTypes="AA">
                                      <p:cBhvr>
                                        <p:cTn id="65" dur="500" fill="hold"/>
                                        <p:tgtEl>
                                          <p:spTgt spid="7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854" y="22917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7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9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000000"/>
                                      </p:to>
                                    </p:animClr>
                                    <p:set>
                                      <p:cBhvr>
                                        <p:cTn id="70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42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1.66667E-6 -4.07407E-6 L 0.01016 -0.16389 " pathEditMode="relative" rAng="0" ptsTypes="AA">
                                      <p:cBhvr>
                                        <p:cTn id="77" dur="500" fill="hold"/>
                                        <p:tgtEl>
                                          <p:spTgt spid="7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638" y="-7731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81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0070C0"/>
                                      </p:to>
                                    </p:animClr>
                                    <p:set>
                                      <p:cBhvr>
                                        <p:cTn id="82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83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>
                      <p:stCondLst>
                        <p:cond delay="indefinite"/>
                      </p:stCondLst>
                      <p:childTnLst>
                        <p:par>
                          <p:cTn id="85" fill="hold">
                            <p:stCondLst>
                              <p:cond delay="0"/>
                            </p:stCondLst>
                            <p:childTnLst>
                              <p:par>
                                <p:cTn id="86" presetID="7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87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000000"/>
                                      </p:to>
                                    </p:animClr>
                                    <p:set>
                                      <p:cBhvr>
                                        <p:cTn id="88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2" fill="hold">
                            <p:stCondLst>
                              <p:cond delay="500"/>
                            </p:stCondLst>
                            <p:childTnLst>
                              <p:par>
                                <p:cTn id="93" presetID="42" presetClass="path" presetSubtype="0" accel="50000" decel="5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4.79167E-6 -4.07407E-6 L -0.00898 -0.31736 " pathEditMode="relative" rAng="0" ptsTypes="AA">
                                      <p:cBhvr>
                                        <p:cTn id="94" dur="500" fill="hold"/>
                                        <p:tgtEl>
                                          <p:spTgt spid="7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495" y="-15995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97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9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0070C0"/>
                                      </p:to>
                                    </p:animClr>
                                    <p:set>
                                      <p:cBhvr>
                                        <p:cTn id="99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00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1" fill="hold">
                      <p:stCondLst>
                        <p:cond delay="indefinite"/>
                      </p:stCondLst>
                      <p:childTnLst>
                        <p:par>
                          <p:cTn id="102" fill="hold">
                            <p:stCondLst>
                              <p:cond delay="0"/>
                            </p:stCondLst>
                            <p:childTnLst>
                              <p:par>
                                <p:cTn id="103" presetID="7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04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000000"/>
                                      </p:to>
                                    </p:animClr>
                                    <p:set>
                                      <p:cBhvr>
                                        <p:cTn id="105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8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9" fill="hold">
                      <p:stCondLst>
                        <p:cond delay="indefinite"/>
                      </p:stCondLst>
                      <p:childTnLst>
                        <p:par>
                          <p:cTn id="110" fill="hold">
                            <p:stCondLst>
                              <p:cond delay="0"/>
                            </p:stCondLst>
                            <p:childTnLst>
                              <p:par>
                                <p:cTn id="111" presetID="42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4.16667E-7 -7.40741E-7 L 0.00964 0.45555 " pathEditMode="relative" rAng="0" ptsTypes="AA">
                                      <p:cBhvr>
                                        <p:cTn id="112" dur="500" fill="hold"/>
                                        <p:tgtEl>
                                          <p:spTgt spid="7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638" y="22685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7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16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000000"/>
                                      </p:to>
                                    </p:animClr>
                                    <p:set>
                                      <p:cBhvr>
                                        <p:cTn id="117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0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1" fill="hold">
                            <p:stCondLst>
                              <p:cond delay="500"/>
                            </p:stCondLst>
                            <p:childTnLst>
                              <p:par>
                                <p:cTn id="122" presetID="42" presetClass="path" presetSubtype="0" accel="50000" decel="5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2.5E-6 -7.40741E-7 L 0.01901 0.44445 " pathEditMode="relative" rAng="0" ptsTypes="AA">
                                      <p:cBhvr>
                                        <p:cTn id="123" dur="500" fill="hold"/>
                                        <p:tgtEl>
                                          <p:spTgt spid="7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977" y="22153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4" fill="hold">
                      <p:stCondLst>
                        <p:cond delay="indefinite"/>
                      </p:stCondLst>
                      <p:childTnLst>
                        <p:par>
                          <p:cTn id="125" fill="hold">
                            <p:stCondLst>
                              <p:cond delay="0"/>
                            </p:stCondLst>
                            <p:childTnLst>
                              <p:par>
                                <p:cTn id="126" presetID="7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27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000000"/>
                                      </p:to>
                                    </p:animClr>
                                    <p:set>
                                      <p:cBhvr>
                                        <p:cTn id="128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1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2" fill="hold">
                            <p:stCondLst>
                              <p:cond delay="500"/>
                            </p:stCondLst>
                            <p:childTnLst>
                              <p:par>
                                <p:cTn id="133" presetID="42" presetClass="path" presetSubtype="0" accel="50000" decel="5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54167E-6 4.07407E-6 L 0.05 0.51644 " pathEditMode="relative" rAng="0" ptsTypes="AA">
                                      <p:cBhvr>
                                        <p:cTn id="134" dur="500" fill="hold"/>
                                        <p:tgtEl>
                                          <p:spTgt spid="7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409" y="26019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5" fill="hold">
                      <p:stCondLst>
                        <p:cond delay="indefinite"/>
                      </p:stCondLst>
                      <p:childTnLst>
                        <p:par>
                          <p:cTn id="136" fill="hold">
                            <p:stCondLst>
                              <p:cond delay="0"/>
                            </p:stCondLst>
                            <p:childTnLst>
                              <p:par>
                                <p:cTn id="137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3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0070C0"/>
                                      </p:to>
                                    </p:animClr>
                                    <p:set>
                                      <p:cBhvr>
                                        <p:cTn id="139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40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1" fill="hold">
                      <p:stCondLst>
                        <p:cond delay="indefinite"/>
                      </p:stCondLst>
                      <p:childTnLst>
                        <p:par>
                          <p:cTn id="142" fill="hold">
                            <p:stCondLst>
                              <p:cond delay="0"/>
                            </p:stCondLst>
                            <p:childTnLst>
                              <p:par>
                                <p:cTn id="143" presetID="7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44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000000"/>
                                      </p:to>
                                    </p:animClr>
                                    <p:set>
                                      <p:cBhvr>
                                        <p:cTn id="145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8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9" fill="hold">
                      <p:stCondLst>
                        <p:cond delay="indefinite"/>
                      </p:stCondLst>
                      <p:childTnLst>
                        <p:par>
                          <p:cTn id="150" fill="hold">
                            <p:stCondLst>
                              <p:cond delay="0"/>
                            </p:stCondLst>
                            <p:childTnLst>
                              <p:par>
                                <p:cTn id="151" presetID="42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1.25E-6 -7.40741E-7 L 0.0526 0.44444 " pathEditMode="relative" rAng="0" ptsTypes="AA">
                                      <p:cBhvr>
                                        <p:cTn id="152" dur="500" fill="hold"/>
                                        <p:tgtEl>
                                          <p:spTgt spid="7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656" y="2213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3" fill="hold">
                      <p:stCondLst>
                        <p:cond delay="indefinite"/>
                      </p:stCondLst>
                      <p:childTnLst>
                        <p:par>
                          <p:cTn id="154" fill="hold">
                            <p:stCondLst>
                              <p:cond delay="0"/>
                            </p:stCondLst>
                            <p:childTnLst>
                              <p:par>
                                <p:cTn id="155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56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0070C0"/>
                                      </p:to>
                                    </p:animClr>
                                    <p:set>
                                      <p:cBhvr>
                                        <p:cTn id="15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5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9" fill="hold">
                      <p:stCondLst>
                        <p:cond delay="indefinite"/>
                      </p:stCondLst>
                      <p:childTnLst>
                        <p:par>
                          <p:cTn id="160" fill="hold">
                            <p:stCondLst>
                              <p:cond delay="0"/>
                            </p:stCondLst>
                            <p:childTnLst>
                              <p:par>
                                <p:cTn id="161" presetID="7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62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000000"/>
                                      </p:to>
                                    </p:animClr>
                                    <p:set>
                                      <p:cBhvr>
                                        <p:cTn id="163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6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7" fill="hold">
                      <p:stCondLst>
                        <p:cond delay="indefinite"/>
                      </p:stCondLst>
                      <p:childTnLst>
                        <p:par>
                          <p:cTn id="168" fill="hold">
                            <p:stCondLst>
                              <p:cond delay="0"/>
                            </p:stCondLst>
                            <p:childTnLst>
                              <p:par>
                                <p:cTn id="169" presetID="42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8.33333E-7 4.07407E-6 L 0.00794 0.51643 " pathEditMode="relative" rAng="0" ptsTypes="AA">
                                      <p:cBhvr>
                                        <p:cTn id="170" dur="500" fill="hold"/>
                                        <p:tgtEl>
                                          <p:spTgt spid="7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599" y="26134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1" fill="hold">
                      <p:stCondLst>
                        <p:cond delay="indefinite"/>
                      </p:stCondLst>
                      <p:childTnLst>
                        <p:par>
                          <p:cTn id="172" fill="hold">
                            <p:stCondLst>
                              <p:cond delay="0"/>
                            </p:stCondLst>
                            <p:childTnLst>
                              <p:par>
                                <p:cTn id="173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74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0070C0"/>
                                      </p:to>
                                    </p:animClr>
                                    <p:set>
                                      <p:cBhvr>
                                        <p:cTn id="175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76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7" fill="hold">
                      <p:stCondLst>
                        <p:cond delay="indefinite"/>
                      </p:stCondLst>
                      <p:childTnLst>
                        <p:par>
                          <p:cTn id="178" fill="hold">
                            <p:stCondLst>
                              <p:cond delay="0"/>
                            </p:stCondLst>
                            <p:childTnLst>
                              <p:par>
                                <p:cTn id="17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1" dur="500"/>
                                        <p:tgtEl>
                                          <p:spTgt spid="1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2" fill="hold">
                      <p:stCondLst>
                        <p:cond delay="indefinite"/>
                      </p:stCondLst>
                      <p:childTnLst>
                        <p:par>
                          <p:cTn id="183" fill="hold">
                            <p:stCondLst>
                              <p:cond delay="0"/>
                            </p:stCondLst>
                            <p:childTnLst>
                              <p:par>
                                <p:cTn id="18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6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7" fill="hold">
                      <p:stCondLst>
                        <p:cond delay="indefinite"/>
                      </p:stCondLst>
                      <p:childTnLst>
                        <p:par>
                          <p:cTn id="188" fill="hold">
                            <p:stCondLst>
                              <p:cond delay="0"/>
                            </p:stCondLst>
                            <p:childTnLst>
                              <p:par>
                                <p:cTn id="18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1" dur="500"/>
                                        <p:tgtEl>
                                          <p:spTgt spid="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2" grpId="0"/>
      <p:bldP spid="53" grpId="0"/>
      <p:bldP spid="54" grpId="0"/>
      <p:bldP spid="55" grpId="0"/>
      <p:bldP spid="56" grpId="0"/>
      <p:bldP spid="57" grpId="0"/>
      <p:bldP spid="58" grpId="0"/>
      <p:bldP spid="59" grpId="0"/>
      <p:bldP spid="60" grpId="0"/>
      <p:bldP spid="61" grpId="0"/>
      <p:bldP spid="62" grpId="0"/>
      <p:bldP spid="69" grpId="0" animBg="1"/>
      <p:bldP spid="70" grpId="0" animBg="1"/>
      <p:bldP spid="71" grpId="0" animBg="1"/>
      <p:bldP spid="72" grpId="0" animBg="1"/>
      <p:bldP spid="73" grpId="0" animBg="1"/>
      <p:bldP spid="74" grpId="0" animBg="1"/>
      <p:bldP spid="75" grpId="0" animBg="1"/>
      <p:bldP spid="76" grpId="0" animBg="1"/>
      <p:bldP spid="77" grpId="0" animBg="1"/>
      <p:bldP spid="78" grpId="0" animBg="1"/>
      <p:bldP spid="79" grpId="0" animBg="1"/>
      <p:bldP spid="88" grpId="0" animBg="1"/>
      <p:bldP spid="116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PSlideStart_202510111555184767_0a933ac">
    <p:spTree>
      <p:nvGrpSpPr>
        <p:cNvPr id="1" name="">
          <a:extLst>
            <a:ext uri="{FF2B5EF4-FFF2-40B4-BE49-F238E27FC236}">
              <a16:creationId xmlns:a16="http://schemas.microsoft.com/office/drawing/2014/main" id="{BC8E9515-A34B-1F79-FE38-6CD0475513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EC34A8-1FAC-4DB6-5EBC-293FDC1362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 err="1"/>
              <a:t>Shortest</a:t>
            </a:r>
            <a:r>
              <a:rPr lang="nl-NL" dirty="0"/>
              <a:t> </a:t>
            </a:r>
            <a:r>
              <a:rPr lang="nl-NL" dirty="0" err="1"/>
              <a:t>path</a:t>
            </a:r>
            <a:r>
              <a:rPr lang="nl-NL" dirty="0"/>
              <a:t> trees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8E5CDC-D640-8545-6013-1421D508FCC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0081" y="2633472"/>
            <a:ext cx="5901430" cy="1965010"/>
          </a:xfrm>
        </p:spPr>
        <p:txBody>
          <a:bodyPr>
            <a:normAutofit/>
          </a:bodyPr>
          <a:lstStyle/>
          <a:p>
            <a:r>
              <a:rPr lang="nl-NL" dirty="0" err="1"/>
              <a:t>Shortest</a:t>
            </a:r>
            <a:r>
              <a:rPr lang="nl-NL" dirty="0">
                <a:latin typeface="Aptos" panose="020B0004020202020204" pitchFamily="34" charset="0"/>
              </a:rPr>
              <a:t> </a:t>
            </a:r>
            <a:r>
              <a:rPr lang="nl-NL" dirty="0" err="1"/>
              <a:t>paths</a:t>
            </a:r>
            <a:r>
              <a:rPr lang="nl-NL" dirty="0">
                <a:latin typeface="Aptos" panose="020B0004020202020204" pitchFamily="34" charset="0"/>
              </a:rPr>
              <a:t> </a:t>
            </a:r>
            <a:r>
              <a:rPr lang="nl-NL" dirty="0"/>
              <a:t>form a </a:t>
            </a:r>
            <a:r>
              <a:rPr lang="nl-NL" b="1" i="1" dirty="0">
                <a:latin typeface="Aptos" panose="020B0004020202020204" pitchFamily="34" charset="0"/>
              </a:rPr>
              <a:t>tree</a:t>
            </a:r>
            <a:endParaRPr lang="nl-NL" b="1" dirty="0">
              <a:latin typeface="Aptos" panose="020B0004020202020204" pitchFamily="34" charset="0"/>
            </a:endParaRPr>
          </a:p>
          <a:p>
            <a:pPr lvl="1"/>
            <a:r>
              <a:rPr lang="nl-NL" sz="2000" dirty="0"/>
              <a:t>Every node has </a:t>
            </a:r>
            <a:r>
              <a:rPr lang="nl-NL" sz="2000" dirty="0" err="1"/>
              <a:t>one</a:t>
            </a:r>
            <a:r>
              <a:rPr lang="nl-NL" sz="2000" dirty="0"/>
              <a:t> “</a:t>
            </a:r>
            <a:r>
              <a:rPr lang="nl-NL" sz="2000" dirty="0" err="1"/>
              <a:t>parent</a:t>
            </a:r>
            <a:r>
              <a:rPr lang="nl-NL" sz="2000" dirty="0"/>
              <a:t>”</a:t>
            </a:r>
          </a:p>
          <a:p>
            <a:pPr lvl="1"/>
            <a:r>
              <a:rPr lang="nl-NL" sz="2000" dirty="0" err="1"/>
              <a:t>Path</a:t>
            </a:r>
            <a:r>
              <a:rPr lang="nl-NL" dirty="0">
                <a:latin typeface="Aptos" panose="020B0004020202020204" pitchFamily="34" charset="0"/>
              </a:rPr>
              <a:t> </a:t>
            </a:r>
            <a:r>
              <a:rPr lang="nl-NL" sz="2000" dirty="0" err="1"/>
              <a:t>from</a:t>
            </a:r>
            <a:r>
              <a:rPr lang="nl-NL" dirty="0">
                <a:latin typeface="Aptos" panose="020B0004020202020204" pitchFamily="34" charset="0"/>
              </a:rPr>
              <a:t> </a:t>
            </a:r>
            <a:r>
              <a:rPr lang="nl-NL" sz="2000" b="1" dirty="0">
                <a:latin typeface="Aptos" panose="020B0004020202020204" pitchFamily="34" charset="0"/>
              </a:rPr>
              <a:t>root</a:t>
            </a:r>
            <a:r>
              <a:rPr lang="nl-NL" dirty="0">
                <a:latin typeface="Aptos" panose="020B0004020202020204" pitchFamily="34" charset="0"/>
              </a:rPr>
              <a:t> </a:t>
            </a:r>
            <a:r>
              <a:rPr lang="nl-NL" sz="2200" dirty="0"/>
              <a:t>node</a:t>
            </a:r>
            <a:r>
              <a:rPr lang="nl-NL" dirty="0">
                <a:latin typeface="Aptos" panose="020B0004020202020204" pitchFamily="34" charset="0"/>
              </a:rPr>
              <a:t> </a:t>
            </a:r>
            <a:r>
              <a:rPr lang="nl-NL" sz="2200" dirty="0"/>
              <a:t>is </a:t>
            </a:r>
            <a:r>
              <a:rPr lang="nl-NL" sz="2200" dirty="0" err="1"/>
              <a:t>the</a:t>
            </a:r>
            <a:r>
              <a:rPr lang="nl-NL" sz="2200" dirty="0"/>
              <a:t> </a:t>
            </a:r>
            <a:r>
              <a:rPr lang="nl-NL" sz="2200" dirty="0" err="1"/>
              <a:t>shortest</a:t>
            </a:r>
            <a:r>
              <a:rPr lang="nl-NL" sz="2200" dirty="0"/>
              <a:t> </a:t>
            </a:r>
            <a:r>
              <a:rPr lang="nl-NL" sz="2200" dirty="0" err="1"/>
              <a:t>path</a:t>
            </a:r>
            <a:endParaRPr lang="nl-NL" sz="2200" dirty="0"/>
          </a:p>
        </p:txBody>
      </p:sp>
      <p:sp>
        <p:nvSpPr>
          <p:cNvPr id="5" name="A">
            <a:extLst>
              <a:ext uri="{FF2B5EF4-FFF2-40B4-BE49-F238E27FC236}">
                <a16:creationId xmlns:a16="http://schemas.microsoft.com/office/drawing/2014/main" id="{0096DAEC-4077-E62D-0581-CB88E7C699C4}"/>
              </a:ext>
            </a:extLst>
          </p:cNvPr>
          <p:cNvSpPr/>
          <p:nvPr/>
        </p:nvSpPr>
        <p:spPr>
          <a:xfrm>
            <a:off x="6822402" y="3274131"/>
            <a:ext cx="427106" cy="427106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dirty="0">
                <a:latin typeface="Aptos" panose="020B0004020202020204" pitchFamily="34" charset="0"/>
              </a:rPr>
              <a:t>A</a:t>
            </a:r>
          </a:p>
        </p:txBody>
      </p:sp>
      <p:sp>
        <p:nvSpPr>
          <p:cNvPr id="6" name="B">
            <a:extLst>
              <a:ext uri="{FF2B5EF4-FFF2-40B4-BE49-F238E27FC236}">
                <a16:creationId xmlns:a16="http://schemas.microsoft.com/office/drawing/2014/main" id="{D3031436-398A-72B6-52E7-C206A615CE9A}"/>
              </a:ext>
            </a:extLst>
          </p:cNvPr>
          <p:cNvSpPr/>
          <p:nvPr/>
        </p:nvSpPr>
        <p:spPr>
          <a:xfrm>
            <a:off x="8253003" y="2892432"/>
            <a:ext cx="427106" cy="427106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dirty="0">
                <a:latin typeface="Aptos" panose="020B0004020202020204" pitchFamily="34" charset="0"/>
              </a:rPr>
              <a:t>B</a:t>
            </a:r>
          </a:p>
        </p:txBody>
      </p:sp>
      <p:sp>
        <p:nvSpPr>
          <p:cNvPr id="7" name="C">
            <a:extLst>
              <a:ext uri="{FF2B5EF4-FFF2-40B4-BE49-F238E27FC236}">
                <a16:creationId xmlns:a16="http://schemas.microsoft.com/office/drawing/2014/main" id="{8C61B352-56E2-DDA0-FD8F-8A15027FCA5D}"/>
              </a:ext>
            </a:extLst>
          </p:cNvPr>
          <p:cNvSpPr/>
          <p:nvPr/>
        </p:nvSpPr>
        <p:spPr>
          <a:xfrm>
            <a:off x="8253003" y="4638188"/>
            <a:ext cx="427106" cy="427106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dirty="0">
                <a:latin typeface="Aptos" panose="020B0004020202020204" pitchFamily="34" charset="0"/>
              </a:rPr>
              <a:t>C</a:t>
            </a:r>
          </a:p>
        </p:txBody>
      </p:sp>
      <p:sp>
        <p:nvSpPr>
          <p:cNvPr id="8" name="D">
            <a:extLst>
              <a:ext uri="{FF2B5EF4-FFF2-40B4-BE49-F238E27FC236}">
                <a16:creationId xmlns:a16="http://schemas.microsoft.com/office/drawing/2014/main" id="{D6FFDF24-B290-3E1C-0592-FDC3C82710EF}"/>
              </a:ext>
            </a:extLst>
          </p:cNvPr>
          <p:cNvSpPr/>
          <p:nvPr/>
        </p:nvSpPr>
        <p:spPr>
          <a:xfrm>
            <a:off x="9697125" y="2847025"/>
            <a:ext cx="427106" cy="427106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dirty="0">
                <a:latin typeface="Aptos" panose="020B0004020202020204" pitchFamily="34" charset="0"/>
              </a:rPr>
              <a:t>D</a:t>
            </a:r>
          </a:p>
        </p:txBody>
      </p:sp>
      <p:sp>
        <p:nvSpPr>
          <p:cNvPr id="9" name="E">
            <a:extLst>
              <a:ext uri="{FF2B5EF4-FFF2-40B4-BE49-F238E27FC236}">
                <a16:creationId xmlns:a16="http://schemas.microsoft.com/office/drawing/2014/main" id="{26810641-1106-5893-298F-EF15E4444CF3}"/>
              </a:ext>
            </a:extLst>
          </p:cNvPr>
          <p:cNvSpPr/>
          <p:nvPr/>
        </p:nvSpPr>
        <p:spPr>
          <a:xfrm>
            <a:off x="10086548" y="4535934"/>
            <a:ext cx="427106" cy="427106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dirty="0">
                <a:latin typeface="Aptos" panose="020B0004020202020204" pitchFamily="34" charset="0"/>
              </a:rPr>
              <a:t>E</a:t>
            </a:r>
          </a:p>
        </p:txBody>
      </p:sp>
      <p:sp>
        <p:nvSpPr>
          <p:cNvPr id="14" name="F">
            <a:extLst>
              <a:ext uri="{FF2B5EF4-FFF2-40B4-BE49-F238E27FC236}">
                <a16:creationId xmlns:a16="http://schemas.microsoft.com/office/drawing/2014/main" id="{839E3175-C83D-AA62-CA6B-40347D5E51EF}"/>
              </a:ext>
            </a:extLst>
          </p:cNvPr>
          <p:cNvSpPr/>
          <p:nvPr/>
        </p:nvSpPr>
        <p:spPr>
          <a:xfrm>
            <a:off x="11228660" y="3215447"/>
            <a:ext cx="427106" cy="427106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dirty="0">
                <a:latin typeface="Aptos" panose="020B0004020202020204" pitchFamily="34" charset="0"/>
              </a:rPr>
              <a:t>F</a:t>
            </a:r>
          </a:p>
        </p:txBody>
      </p:sp>
      <p:sp>
        <p:nvSpPr>
          <p:cNvPr id="20" name="G">
            <a:extLst>
              <a:ext uri="{FF2B5EF4-FFF2-40B4-BE49-F238E27FC236}">
                <a16:creationId xmlns:a16="http://schemas.microsoft.com/office/drawing/2014/main" id="{CD7CC299-5B1C-DCB4-3D7F-5245DBEA654B}"/>
              </a:ext>
            </a:extLst>
          </p:cNvPr>
          <p:cNvSpPr/>
          <p:nvPr/>
        </p:nvSpPr>
        <p:spPr>
          <a:xfrm>
            <a:off x="9100160" y="5486399"/>
            <a:ext cx="427106" cy="427106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dirty="0">
                <a:latin typeface="Aptos" panose="020B0004020202020204" pitchFamily="34" charset="0"/>
              </a:rPr>
              <a:t>G</a:t>
            </a:r>
          </a:p>
        </p:txBody>
      </p:sp>
      <p:cxnSp>
        <p:nvCxnSpPr>
          <p:cNvPr id="10" name="AC">
            <a:extLst>
              <a:ext uri="{FF2B5EF4-FFF2-40B4-BE49-F238E27FC236}">
                <a16:creationId xmlns:a16="http://schemas.microsoft.com/office/drawing/2014/main" id="{0A51D74A-6605-B8FE-9FE4-0A2D8A27F960}"/>
              </a:ext>
            </a:extLst>
          </p:cNvPr>
          <p:cNvCxnSpPr>
            <a:cxnSpLocks/>
            <a:stCxn id="5" idx="5"/>
            <a:endCxn id="7" idx="1"/>
          </p:cNvCxnSpPr>
          <p:nvPr/>
        </p:nvCxnSpPr>
        <p:spPr>
          <a:xfrm>
            <a:off x="7186960" y="3638689"/>
            <a:ext cx="1128591" cy="1062047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" name="AB">
            <a:extLst>
              <a:ext uri="{FF2B5EF4-FFF2-40B4-BE49-F238E27FC236}">
                <a16:creationId xmlns:a16="http://schemas.microsoft.com/office/drawing/2014/main" id="{FA00FE76-78E3-7489-6CBF-A8ECB5EC1C06}"/>
              </a:ext>
            </a:extLst>
          </p:cNvPr>
          <p:cNvCxnSpPr>
            <a:cxnSpLocks/>
            <a:stCxn id="5" idx="7"/>
            <a:endCxn id="6" idx="2"/>
          </p:cNvCxnSpPr>
          <p:nvPr/>
        </p:nvCxnSpPr>
        <p:spPr>
          <a:xfrm flipV="1">
            <a:off x="7186960" y="3105985"/>
            <a:ext cx="1066043" cy="230694"/>
          </a:xfrm>
          <a:prstGeom prst="straightConnector1">
            <a:avLst/>
          </a:prstGeom>
          <a:ln w="38100">
            <a:solidFill>
              <a:schemeClr val="bg1">
                <a:lumMod val="95000"/>
              </a:schemeClr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2" name="BD">
            <a:extLst>
              <a:ext uri="{FF2B5EF4-FFF2-40B4-BE49-F238E27FC236}">
                <a16:creationId xmlns:a16="http://schemas.microsoft.com/office/drawing/2014/main" id="{A5CB3C83-BB13-932D-4064-149EEA6E1183}"/>
              </a:ext>
            </a:extLst>
          </p:cNvPr>
          <p:cNvCxnSpPr>
            <a:cxnSpLocks/>
            <a:stCxn id="6" idx="6"/>
            <a:endCxn id="8" idx="2"/>
          </p:cNvCxnSpPr>
          <p:nvPr/>
        </p:nvCxnSpPr>
        <p:spPr>
          <a:xfrm flipV="1">
            <a:off x="8680109" y="3060578"/>
            <a:ext cx="1017016" cy="45407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" name="CB">
            <a:extLst>
              <a:ext uri="{FF2B5EF4-FFF2-40B4-BE49-F238E27FC236}">
                <a16:creationId xmlns:a16="http://schemas.microsoft.com/office/drawing/2014/main" id="{26682F27-7534-A4F7-F04E-4AD5C5B0D395}"/>
              </a:ext>
            </a:extLst>
          </p:cNvPr>
          <p:cNvCxnSpPr>
            <a:cxnSpLocks/>
            <a:stCxn id="7" idx="0"/>
            <a:endCxn id="6" idx="4"/>
          </p:cNvCxnSpPr>
          <p:nvPr/>
        </p:nvCxnSpPr>
        <p:spPr>
          <a:xfrm flipV="1">
            <a:off x="8466556" y="3319538"/>
            <a:ext cx="0" cy="1318650"/>
          </a:xfrm>
          <a:prstGeom prst="straightConnector1">
            <a:avLst/>
          </a:prstGeom>
          <a:ln w="38100">
            <a:solidFill>
              <a:schemeClr val="bg1">
                <a:lumMod val="95000"/>
              </a:schemeClr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5" name="EB">
            <a:extLst>
              <a:ext uri="{FF2B5EF4-FFF2-40B4-BE49-F238E27FC236}">
                <a16:creationId xmlns:a16="http://schemas.microsoft.com/office/drawing/2014/main" id="{507AA3EE-2FE3-2ABD-24C6-7E5E81164EBA}"/>
              </a:ext>
            </a:extLst>
          </p:cNvPr>
          <p:cNvCxnSpPr>
            <a:cxnSpLocks/>
            <a:stCxn id="9" idx="1"/>
            <a:endCxn id="6" idx="5"/>
          </p:cNvCxnSpPr>
          <p:nvPr/>
        </p:nvCxnSpPr>
        <p:spPr>
          <a:xfrm flipH="1" flipV="1">
            <a:off x="8617561" y="3256990"/>
            <a:ext cx="1531535" cy="1341492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6" name="DF">
            <a:extLst>
              <a:ext uri="{FF2B5EF4-FFF2-40B4-BE49-F238E27FC236}">
                <a16:creationId xmlns:a16="http://schemas.microsoft.com/office/drawing/2014/main" id="{5FCBBAE3-F11B-B567-2CD1-30522B227C67}"/>
              </a:ext>
            </a:extLst>
          </p:cNvPr>
          <p:cNvCxnSpPr>
            <a:cxnSpLocks/>
            <a:stCxn id="8" idx="6"/>
            <a:endCxn id="14" idx="2"/>
          </p:cNvCxnSpPr>
          <p:nvPr/>
        </p:nvCxnSpPr>
        <p:spPr>
          <a:xfrm>
            <a:off x="10124231" y="3060578"/>
            <a:ext cx="1104429" cy="368422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7" name="EF">
            <a:extLst>
              <a:ext uri="{FF2B5EF4-FFF2-40B4-BE49-F238E27FC236}">
                <a16:creationId xmlns:a16="http://schemas.microsoft.com/office/drawing/2014/main" id="{E0E2AF89-7A9D-D8E9-F6F0-6C980FF2FA72}"/>
              </a:ext>
            </a:extLst>
          </p:cNvPr>
          <p:cNvCxnSpPr>
            <a:cxnSpLocks/>
            <a:stCxn id="9" idx="7"/>
            <a:endCxn id="14" idx="3"/>
          </p:cNvCxnSpPr>
          <p:nvPr/>
        </p:nvCxnSpPr>
        <p:spPr>
          <a:xfrm flipV="1">
            <a:off x="10451106" y="3580005"/>
            <a:ext cx="840102" cy="1018477"/>
          </a:xfrm>
          <a:prstGeom prst="straightConnector1">
            <a:avLst/>
          </a:prstGeom>
          <a:ln w="38100">
            <a:solidFill>
              <a:schemeClr val="bg1">
                <a:lumMod val="95000"/>
              </a:schemeClr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8" name="ED">
            <a:extLst>
              <a:ext uri="{FF2B5EF4-FFF2-40B4-BE49-F238E27FC236}">
                <a16:creationId xmlns:a16="http://schemas.microsoft.com/office/drawing/2014/main" id="{828C4968-4C21-4D83-D445-8A6E85A0AFC2}"/>
              </a:ext>
            </a:extLst>
          </p:cNvPr>
          <p:cNvCxnSpPr>
            <a:cxnSpLocks/>
            <a:stCxn id="9" idx="0"/>
            <a:endCxn id="8" idx="4"/>
          </p:cNvCxnSpPr>
          <p:nvPr/>
        </p:nvCxnSpPr>
        <p:spPr>
          <a:xfrm flipH="1" flipV="1">
            <a:off x="9910678" y="3274131"/>
            <a:ext cx="389423" cy="1261803"/>
          </a:xfrm>
          <a:prstGeom prst="straightConnector1">
            <a:avLst/>
          </a:prstGeom>
          <a:ln w="38100">
            <a:solidFill>
              <a:schemeClr val="bg1">
                <a:lumMod val="95000"/>
              </a:schemeClr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9" name="CG">
            <a:extLst>
              <a:ext uri="{FF2B5EF4-FFF2-40B4-BE49-F238E27FC236}">
                <a16:creationId xmlns:a16="http://schemas.microsoft.com/office/drawing/2014/main" id="{F638AFB9-C0B4-1ADC-4915-0F8191E00D01}"/>
              </a:ext>
            </a:extLst>
          </p:cNvPr>
          <p:cNvCxnSpPr>
            <a:cxnSpLocks/>
            <a:stCxn id="7" idx="5"/>
            <a:endCxn id="20" idx="1"/>
          </p:cNvCxnSpPr>
          <p:nvPr/>
        </p:nvCxnSpPr>
        <p:spPr>
          <a:xfrm>
            <a:off x="8617561" y="5002746"/>
            <a:ext cx="545147" cy="546201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1" name="GE">
            <a:extLst>
              <a:ext uri="{FF2B5EF4-FFF2-40B4-BE49-F238E27FC236}">
                <a16:creationId xmlns:a16="http://schemas.microsoft.com/office/drawing/2014/main" id="{AD4AC91D-AFC8-127F-A693-74A1A0984CB8}"/>
              </a:ext>
            </a:extLst>
          </p:cNvPr>
          <p:cNvCxnSpPr>
            <a:cxnSpLocks/>
            <a:stCxn id="20" idx="7"/>
            <a:endCxn id="9" idx="3"/>
          </p:cNvCxnSpPr>
          <p:nvPr/>
        </p:nvCxnSpPr>
        <p:spPr>
          <a:xfrm flipV="1">
            <a:off x="9464718" y="4900492"/>
            <a:ext cx="684378" cy="648455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3" name="cAB">
            <a:extLst>
              <a:ext uri="{FF2B5EF4-FFF2-40B4-BE49-F238E27FC236}">
                <a16:creationId xmlns:a16="http://schemas.microsoft.com/office/drawing/2014/main" id="{8C69D2D9-3689-D9F9-00F1-610158282EE8}"/>
              </a:ext>
            </a:extLst>
          </p:cNvPr>
          <p:cNvSpPr txBox="1"/>
          <p:nvPr/>
        </p:nvSpPr>
        <p:spPr>
          <a:xfrm>
            <a:off x="7543800" y="2892432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NL" b="1" dirty="0">
                <a:solidFill>
                  <a:schemeClr val="bg1">
                    <a:lumMod val="85000"/>
                  </a:schemeClr>
                </a:solidFill>
                <a:latin typeface="Aptos" panose="020B0004020202020204" pitchFamily="34" charset="0"/>
              </a:rPr>
              <a:t>7</a:t>
            </a:r>
          </a:p>
        </p:txBody>
      </p:sp>
      <p:sp>
        <p:nvSpPr>
          <p:cNvPr id="54" name="cAC">
            <a:extLst>
              <a:ext uri="{FF2B5EF4-FFF2-40B4-BE49-F238E27FC236}">
                <a16:creationId xmlns:a16="http://schemas.microsoft.com/office/drawing/2014/main" id="{7C4FFDA7-5C0A-8911-7260-29A70B67E230}"/>
              </a:ext>
            </a:extLst>
          </p:cNvPr>
          <p:cNvSpPr txBox="1"/>
          <p:nvPr/>
        </p:nvSpPr>
        <p:spPr>
          <a:xfrm>
            <a:off x="7317033" y="3970631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NL" b="1" dirty="0">
                <a:latin typeface="Aptos" panose="020B0004020202020204" pitchFamily="34" charset="0"/>
              </a:rPr>
              <a:t>2</a:t>
            </a:r>
          </a:p>
        </p:txBody>
      </p:sp>
      <p:sp>
        <p:nvSpPr>
          <p:cNvPr id="55" name="cCG">
            <a:extLst>
              <a:ext uri="{FF2B5EF4-FFF2-40B4-BE49-F238E27FC236}">
                <a16:creationId xmlns:a16="http://schemas.microsoft.com/office/drawing/2014/main" id="{47024403-D67C-4AC9-1F88-D2F52BEF9F60}"/>
              </a:ext>
            </a:extLst>
          </p:cNvPr>
          <p:cNvSpPr txBox="1"/>
          <p:nvPr/>
        </p:nvSpPr>
        <p:spPr>
          <a:xfrm>
            <a:off x="8466556" y="5177228"/>
            <a:ext cx="3715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NL" b="1" dirty="0">
                <a:latin typeface="Aptos" panose="020B0004020202020204" pitchFamily="34" charset="0"/>
              </a:rPr>
              <a:t>-1</a:t>
            </a:r>
          </a:p>
        </p:txBody>
      </p:sp>
      <p:sp>
        <p:nvSpPr>
          <p:cNvPr id="56" name="cGE">
            <a:extLst>
              <a:ext uri="{FF2B5EF4-FFF2-40B4-BE49-F238E27FC236}">
                <a16:creationId xmlns:a16="http://schemas.microsoft.com/office/drawing/2014/main" id="{6EEE86E9-9C46-B62A-B8C7-F424A1FE58CA}"/>
              </a:ext>
            </a:extLst>
          </p:cNvPr>
          <p:cNvSpPr txBox="1"/>
          <p:nvPr/>
        </p:nvSpPr>
        <p:spPr>
          <a:xfrm>
            <a:off x="9715036" y="5224719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NL" b="1" dirty="0">
                <a:latin typeface="Aptos" panose="020B0004020202020204" pitchFamily="34" charset="0"/>
              </a:rPr>
              <a:t>1</a:t>
            </a:r>
          </a:p>
        </p:txBody>
      </p:sp>
      <p:sp>
        <p:nvSpPr>
          <p:cNvPr id="57" name="cEB">
            <a:extLst>
              <a:ext uri="{FF2B5EF4-FFF2-40B4-BE49-F238E27FC236}">
                <a16:creationId xmlns:a16="http://schemas.microsoft.com/office/drawing/2014/main" id="{D55F38C7-A9EE-0D3E-3D51-19D259E46048}"/>
              </a:ext>
            </a:extLst>
          </p:cNvPr>
          <p:cNvSpPr txBox="1"/>
          <p:nvPr/>
        </p:nvSpPr>
        <p:spPr>
          <a:xfrm>
            <a:off x="9265931" y="3602865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NL" b="1" dirty="0">
                <a:latin typeface="Aptos" panose="020B0004020202020204" pitchFamily="34" charset="0"/>
              </a:rPr>
              <a:t>3</a:t>
            </a:r>
          </a:p>
        </p:txBody>
      </p:sp>
      <p:sp>
        <p:nvSpPr>
          <p:cNvPr id="58" name="cCB">
            <a:extLst>
              <a:ext uri="{FF2B5EF4-FFF2-40B4-BE49-F238E27FC236}">
                <a16:creationId xmlns:a16="http://schemas.microsoft.com/office/drawing/2014/main" id="{43889F44-9C0E-00D6-D01A-281F4862E030}"/>
              </a:ext>
            </a:extLst>
          </p:cNvPr>
          <p:cNvSpPr txBox="1"/>
          <p:nvPr/>
        </p:nvSpPr>
        <p:spPr>
          <a:xfrm>
            <a:off x="8161502" y="3716618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NL" b="1" dirty="0">
                <a:solidFill>
                  <a:schemeClr val="bg1">
                    <a:lumMod val="85000"/>
                  </a:schemeClr>
                </a:solidFill>
                <a:latin typeface="Aptos" panose="020B0004020202020204" pitchFamily="34" charset="0"/>
              </a:rPr>
              <a:t>4</a:t>
            </a:r>
          </a:p>
        </p:txBody>
      </p:sp>
      <p:sp>
        <p:nvSpPr>
          <p:cNvPr id="59" name="cBD">
            <a:extLst>
              <a:ext uri="{FF2B5EF4-FFF2-40B4-BE49-F238E27FC236}">
                <a16:creationId xmlns:a16="http://schemas.microsoft.com/office/drawing/2014/main" id="{6CA48A07-6E7B-9F70-B550-D7349C4F8160}"/>
              </a:ext>
            </a:extLst>
          </p:cNvPr>
          <p:cNvSpPr txBox="1"/>
          <p:nvPr/>
        </p:nvSpPr>
        <p:spPr>
          <a:xfrm>
            <a:off x="8973196" y="2707948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NL" b="1" dirty="0">
                <a:latin typeface="Aptos" panose="020B0004020202020204" pitchFamily="34" charset="0"/>
              </a:rPr>
              <a:t>4</a:t>
            </a:r>
          </a:p>
        </p:txBody>
      </p:sp>
      <p:sp>
        <p:nvSpPr>
          <p:cNvPr id="60" name="cED">
            <a:extLst>
              <a:ext uri="{FF2B5EF4-FFF2-40B4-BE49-F238E27FC236}">
                <a16:creationId xmlns:a16="http://schemas.microsoft.com/office/drawing/2014/main" id="{2A38806E-0ACD-927F-B4ED-34481C8575B0}"/>
              </a:ext>
            </a:extLst>
          </p:cNvPr>
          <p:cNvSpPr txBox="1"/>
          <p:nvPr/>
        </p:nvSpPr>
        <p:spPr>
          <a:xfrm>
            <a:off x="10084337" y="3639362"/>
            <a:ext cx="4315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NL" b="1" dirty="0">
                <a:solidFill>
                  <a:schemeClr val="bg1">
                    <a:lumMod val="85000"/>
                  </a:schemeClr>
                </a:solidFill>
                <a:latin typeface="Aptos" panose="020B0004020202020204" pitchFamily="34" charset="0"/>
              </a:rPr>
              <a:t>10</a:t>
            </a:r>
          </a:p>
        </p:txBody>
      </p:sp>
      <p:sp>
        <p:nvSpPr>
          <p:cNvPr id="61" name="cEF">
            <a:extLst>
              <a:ext uri="{FF2B5EF4-FFF2-40B4-BE49-F238E27FC236}">
                <a16:creationId xmlns:a16="http://schemas.microsoft.com/office/drawing/2014/main" id="{095ABE7E-C838-770B-6991-7D976BD61A71}"/>
              </a:ext>
            </a:extLst>
          </p:cNvPr>
          <p:cNvSpPr txBox="1"/>
          <p:nvPr/>
        </p:nvSpPr>
        <p:spPr>
          <a:xfrm>
            <a:off x="10785300" y="4149413"/>
            <a:ext cx="4315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NL" b="1" dirty="0">
                <a:solidFill>
                  <a:schemeClr val="bg1">
                    <a:lumMod val="85000"/>
                  </a:schemeClr>
                </a:solidFill>
                <a:latin typeface="Aptos" panose="020B0004020202020204" pitchFamily="34" charset="0"/>
              </a:rPr>
              <a:t>12</a:t>
            </a:r>
          </a:p>
        </p:txBody>
      </p:sp>
      <p:sp>
        <p:nvSpPr>
          <p:cNvPr id="62" name="cDF">
            <a:extLst>
              <a:ext uri="{FF2B5EF4-FFF2-40B4-BE49-F238E27FC236}">
                <a16:creationId xmlns:a16="http://schemas.microsoft.com/office/drawing/2014/main" id="{45216C08-8C8D-FCD0-FAB4-AC7DEBC6CF03}"/>
              </a:ext>
            </a:extLst>
          </p:cNvPr>
          <p:cNvSpPr txBox="1"/>
          <p:nvPr/>
        </p:nvSpPr>
        <p:spPr>
          <a:xfrm>
            <a:off x="10522396" y="2875912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NL" b="1" dirty="0">
                <a:latin typeface="Aptos" panose="020B0004020202020204" pitchFamily="34" charset="0"/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301860772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PSlideAnimated202510111555183563">
    <p:spTree>
      <p:nvGrpSpPr>
        <p:cNvPr id="1" name="">
          <a:extLst>
            <a:ext uri="{FF2B5EF4-FFF2-40B4-BE49-F238E27FC236}">
              <a16:creationId xmlns:a16="http://schemas.microsoft.com/office/drawing/2014/main" id="{BC8E9515-A34B-1F79-FE38-6CD0475513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EC34A8-1FAC-4DB6-5EBC-293FDC1362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 err="1"/>
              <a:t>Shortest</a:t>
            </a:r>
            <a:r>
              <a:rPr lang="nl-NL" dirty="0"/>
              <a:t> </a:t>
            </a:r>
            <a:r>
              <a:rPr lang="nl-NL" dirty="0" err="1"/>
              <a:t>path</a:t>
            </a:r>
            <a:r>
              <a:rPr lang="nl-NL" dirty="0"/>
              <a:t> trees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8E5CDC-D640-8545-6013-1421D508FCC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0081" y="2633472"/>
            <a:ext cx="5628372" cy="1375222"/>
          </a:xfrm>
        </p:spPr>
        <p:txBody>
          <a:bodyPr>
            <a:normAutofit/>
          </a:bodyPr>
          <a:lstStyle/>
          <a:p>
            <a:r>
              <a:rPr lang="nl-NL" dirty="0" err="1"/>
              <a:t>Shortest</a:t>
            </a:r>
            <a:r>
              <a:rPr lang="nl-NL" dirty="0">
                <a:latin typeface="Aptos" panose="020B0004020202020204" pitchFamily="34" charset="0"/>
              </a:rPr>
              <a:t> </a:t>
            </a:r>
            <a:r>
              <a:rPr lang="nl-NL" dirty="0" err="1"/>
              <a:t>paths</a:t>
            </a:r>
            <a:r>
              <a:rPr lang="nl-NL" dirty="0">
                <a:latin typeface="Aptos" panose="020B0004020202020204" pitchFamily="34" charset="0"/>
              </a:rPr>
              <a:t> </a:t>
            </a:r>
            <a:r>
              <a:rPr lang="nl-NL" dirty="0"/>
              <a:t>form a </a:t>
            </a:r>
            <a:r>
              <a:rPr lang="nl-NL" b="1" i="1" dirty="0">
                <a:latin typeface="Aptos" panose="020B0004020202020204" pitchFamily="34" charset="0"/>
              </a:rPr>
              <a:t>tree</a:t>
            </a:r>
            <a:endParaRPr lang="nl-NL" b="1" dirty="0">
              <a:latin typeface="Aptos" panose="020B0004020202020204" pitchFamily="34" charset="0"/>
            </a:endParaRPr>
          </a:p>
          <a:p>
            <a:pPr lvl="1"/>
            <a:r>
              <a:rPr lang="nl-NL" sz="2000" dirty="0"/>
              <a:t>Every node has </a:t>
            </a:r>
            <a:r>
              <a:rPr lang="nl-NL" sz="2000" dirty="0" err="1"/>
              <a:t>one</a:t>
            </a:r>
            <a:r>
              <a:rPr lang="nl-NL" sz="2000" dirty="0"/>
              <a:t> “</a:t>
            </a:r>
            <a:r>
              <a:rPr lang="nl-NL" sz="2000" dirty="0" err="1"/>
              <a:t>parent</a:t>
            </a:r>
            <a:r>
              <a:rPr lang="nl-NL" sz="2000" dirty="0"/>
              <a:t>”</a:t>
            </a:r>
          </a:p>
          <a:p>
            <a:pPr lvl="1"/>
            <a:r>
              <a:rPr lang="nl-NL" sz="2000" dirty="0" err="1"/>
              <a:t>Path</a:t>
            </a:r>
            <a:r>
              <a:rPr lang="nl-NL" dirty="0">
                <a:latin typeface="Aptos" panose="020B0004020202020204" pitchFamily="34" charset="0"/>
              </a:rPr>
              <a:t> </a:t>
            </a:r>
            <a:r>
              <a:rPr lang="nl-NL" sz="2000" dirty="0" err="1"/>
              <a:t>from</a:t>
            </a:r>
            <a:r>
              <a:rPr lang="nl-NL" dirty="0">
                <a:latin typeface="Aptos" panose="020B0004020202020204" pitchFamily="34" charset="0"/>
              </a:rPr>
              <a:t> </a:t>
            </a:r>
            <a:r>
              <a:rPr lang="nl-NL" sz="2000" b="1" dirty="0">
                <a:latin typeface="Aptos" panose="020B0004020202020204" pitchFamily="34" charset="0"/>
              </a:rPr>
              <a:t>root</a:t>
            </a:r>
            <a:r>
              <a:rPr lang="nl-NL" dirty="0">
                <a:latin typeface="Aptos" panose="020B0004020202020204" pitchFamily="34" charset="0"/>
              </a:rPr>
              <a:t> </a:t>
            </a:r>
            <a:r>
              <a:rPr lang="nl-NL" sz="2200" dirty="0"/>
              <a:t>node</a:t>
            </a:r>
            <a:r>
              <a:rPr lang="nl-NL" dirty="0">
                <a:latin typeface="Aptos" panose="020B0004020202020204" pitchFamily="34" charset="0"/>
              </a:rPr>
              <a:t> </a:t>
            </a:r>
            <a:r>
              <a:rPr lang="nl-NL" sz="2200" dirty="0"/>
              <a:t>is </a:t>
            </a:r>
            <a:r>
              <a:rPr lang="nl-NL" sz="2200" dirty="0" err="1"/>
              <a:t>the</a:t>
            </a:r>
            <a:r>
              <a:rPr lang="nl-NL" sz="2200" dirty="0"/>
              <a:t> </a:t>
            </a:r>
            <a:r>
              <a:rPr lang="nl-NL" sz="2200" dirty="0" err="1"/>
              <a:t>shortest</a:t>
            </a:r>
            <a:r>
              <a:rPr lang="nl-NL" sz="2200" dirty="0"/>
              <a:t> </a:t>
            </a:r>
            <a:r>
              <a:rPr lang="nl-NL" sz="2200" dirty="0" err="1"/>
              <a:t>path</a:t>
            </a:r>
            <a:endParaRPr lang="nl-NL" sz="2200" dirty="0"/>
          </a:p>
        </p:txBody>
      </p:sp>
      <p:sp>
        <p:nvSpPr>
          <p:cNvPr id="5" name="A">
            <a:extLst>
              <a:ext uri="{FF2B5EF4-FFF2-40B4-BE49-F238E27FC236}">
                <a16:creationId xmlns:a16="http://schemas.microsoft.com/office/drawing/2014/main" id="{0096DAEC-4077-E62D-0581-CB88E7C699C4}"/>
              </a:ext>
            </a:extLst>
          </p:cNvPr>
          <p:cNvSpPr/>
          <p:nvPr/>
        </p:nvSpPr>
        <p:spPr>
          <a:xfrm>
            <a:off x="6822402" y="3274131"/>
            <a:ext cx="427106" cy="427106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dirty="0">
                <a:latin typeface="Aptos" panose="020B0004020202020204" pitchFamily="34" charset="0"/>
              </a:rPr>
              <a:t>A</a:t>
            </a:r>
          </a:p>
        </p:txBody>
      </p:sp>
      <p:sp>
        <p:nvSpPr>
          <p:cNvPr id="6" name="B">
            <a:extLst>
              <a:ext uri="{FF2B5EF4-FFF2-40B4-BE49-F238E27FC236}">
                <a16:creationId xmlns:a16="http://schemas.microsoft.com/office/drawing/2014/main" id="{D3031436-398A-72B6-52E7-C206A615CE9A}"/>
              </a:ext>
            </a:extLst>
          </p:cNvPr>
          <p:cNvSpPr/>
          <p:nvPr/>
        </p:nvSpPr>
        <p:spPr>
          <a:xfrm>
            <a:off x="8253003" y="2892432"/>
            <a:ext cx="427106" cy="427106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dirty="0">
                <a:latin typeface="Aptos" panose="020B0004020202020204" pitchFamily="34" charset="0"/>
              </a:rPr>
              <a:t>B</a:t>
            </a:r>
          </a:p>
        </p:txBody>
      </p:sp>
      <p:sp>
        <p:nvSpPr>
          <p:cNvPr id="7" name="C">
            <a:extLst>
              <a:ext uri="{FF2B5EF4-FFF2-40B4-BE49-F238E27FC236}">
                <a16:creationId xmlns:a16="http://schemas.microsoft.com/office/drawing/2014/main" id="{8C61B352-56E2-DDA0-FD8F-8A15027FCA5D}"/>
              </a:ext>
            </a:extLst>
          </p:cNvPr>
          <p:cNvSpPr/>
          <p:nvPr/>
        </p:nvSpPr>
        <p:spPr>
          <a:xfrm>
            <a:off x="8253003" y="4638188"/>
            <a:ext cx="427106" cy="427106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dirty="0">
                <a:latin typeface="Aptos" panose="020B0004020202020204" pitchFamily="34" charset="0"/>
              </a:rPr>
              <a:t>C</a:t>
            </a:r>
          </a:p>
        </p:txBody>
      </p:sp>
      <p:sp>
        <p:nvSpPr>
          <p:cNvPr id="8" name="D">
            <a:extLst>
              <a:ext uri="{FF2B5EF4-FFF2-40B4-BE49-F238E27FC236}">
                <a16:creationId xmlns:a16="http://schemas.microsoft.com/office/drawing/2014/main" id="{D6FFDF24-B290-3E1C-0592-FDC3C82710EF}"/>
              </a:ext>
            </a:extLst>
          </p:cNvPr>
          <p:cNvSpPr/>
          <p:nvPr/>
        </p:nvSpPr>
        <p:spPr>
          <a:xfrm>
            <a:off x="9697125" y="2847025"/>
            <a:ext cx="427106" cy="427106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dirty="0">
                <a:latin typeface="Aptos" panose="020B0004020202020204" pitchFamily="34" charset="0"/>
              </a:rPr>
              <a:t>D</a:t>
            </a:r>
          </a:p>
        </p:txBody>
      </p:sp>
      <p:sp>
        <p:nvSpPr>
          <p:cNvPr id="9" name="E">
            <a:extLst>
              <a:ext uri="{FF2B5EF4-FFF2-40B4-BE49-F238E27FC236}">
                <a16:creationId xmlns:a16="http://schemas.microsoft.com/office/drawing/2014/main" id="{26810641-1106-5893-298F-EF15E4444CF3}"/>
              </a:ext>
            </a:extLst>
          </p:cNvPr>
          <p:cNvSpPr/>
          <p:nvPr/>
        </p:nvSpPr>
        <p:spPr>
          <a:xfrm>
            <a:off x="10086548" y="4535934"/>
            <a:ext cx="427106" cy="427106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dirty="0">
                <a:latin typeface="Aptos" panose="020B0004020202020204" pitchFamily="34" charset="0"/>
              </a:rPr>
              <a:t>E</a:t>
            </a:r>
          </a:p>
        </p:txBody>
      </p:sp>
      <p:sp>
        <p:nvSpPr>
          <p:cNvPr id="14" name="F">
            <a:extLst>
              <a:ext uri="{FF2B5EF4-FFF2-40B4-BE49-F238E27FC236}">
                <a16:creationId xmlns:a16="http://schemas.microsoft.com/office/drawing/2014/main" id="{839E3175-C83D-AA62-CA6B-40347D5E51EF}"/>
              </a:ext>
            </a:extLst>
          </p:cNvPr>
          <p:cNvSpPr/>
          <p:nvPr/>
        </p:nvSpPr>
        <p:spPr>
          <a:xfrm>
            <a:off x="11228660" y="3215447"/>
            <a:ext cx="427106" cy="427106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dirty="0">
                <a:latin typeface="Aptos" panose="020B0004020202020204" pitchFamily="34" charset="0"/>
              </a:rPr>
              <a:t>F</a:t>
            </a:r>
          </a:p>
        </p:txBody>
      </p:sp>
      <p:sp>
        <p:nvSpPr>
          <p:cNvPr id="20" name="G">
            <a:extLst>
              <a:ext uri="{FF2B5EF4-FFF2-40B4-BE49-F238E27FC236}">
                <a16:creationId xmlns:a16="http://schemas.microsoft.com/office/drawing/2014/main" id="{CD7CC299-5B1C-DCB4-3D7F-5245DBEA654B}"/>
              </a:ext>
            </a:extLst>
          </p:cNvPr>
          <p:cNvSpPr/>
          <p:nvPr/>
        </p:nvSpPr>
        <p:spPr>
          <a:xfrm>
            <a:off x="9100160" y="5486399"/>
            <a:ext cx="427106" cy="427106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dirty="0">
                <a:latin typeface="Aptos" panose="020B0004020202020204" pitchFamily="34" charset="0"/>
              </a:rPr>
              <a:t>G</a:t>
            </a:r>
          </a:p>
        </p:txBody>
      </p:sp>
      <p:cxnSp>
        <p:nvCxnSpPr>
          <p:cNvPr id="11" name="AB">
            <a:extLst>
              <a:ext uri="{FF2B5EF4-FFF2-40B4-BE49-F238E27FC236}">
                <a16:creationId xmlns:a16="http://schemas.microsoft.com/office/drawing/2014/main" id="{FA00FE76-78E3-7489-6CBF-A8ECB5EC1C06}"/>
              </a:ext>
            </a:extLst>
          </p:cNvPr>
          <p:cNvCxnSpPr>
            <a:cxnSpLocks/>
            <a:stCxn id="5" idx="7"/>
            <a:endCxn id="6" idx="2"/>
          </p:cNvCxnSpPr>
          <p:nvPr/>
        </p:nvCxnSpPr>
        <p:spPr>
          <a:xfrm flipV="1">
            <a:off x="7186960" y="3105985"/>
            <a:ext cx="1066043" cy="230694"/>
          </a:xfrm>
          <a:prstGeom prst="straightConnector1">
            <a:avLst/>
          </a:prstGeom>
          <a:ln w="38100">
            <a:solidFill>
              <a:schemeClr val="bg1">
                <a:lumMod val="95000"/>
              </a:schemeClr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" name="CB">
            <a:extLst>
              <a:ext uri="{FF2B5EF4-FFF2-40B4-BE49-F238E27FC236}">
                <a16:creationId xmlns:a16="http://schemas.microsoft.com/office/drawing/2014/main" id="{26682F27-7534-A4F7-F04E-4AD5C5B0D395}"/>
              </a:ext>
            </a:extLst>
          </p:cNvPr>
          <p:cNvCxnSpPr>
            <a:cxnSpLocks/>
            <a:stCxn id="7" idx="0"/>
            <a:endCxn id="6" idx="4"/>
          </p:cNvCxnSpPr>
          <p:nvPr/>
        </p:nvCxnSpPr>
        <p:spPr>
          <a:xfrm flipV="1">
            <a:off x="8466556" y="3319538"/>
            <a:ext cx="0" cy="1318650"/>
          </a:xfrm>
          <a:prstGeom prst="straightConnector1">
            <a:avLst/>
          </a:prstGeom>
          <a:ln w="38100">
            <a:solidFill>
              <a:schemeClr val="bg1">
                <a:lumMod val="95000"/>
              </a:schemeClr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7" name="EF">
            <a:extLst>
              <a:ext uri="{FF2B5EF4-FFF2-40B4-BE49-F238E27FC236}">
                <a16:creationId xmlns:a16="http://schemas.microsoft.com/office/drawing/2014/main" id="{E0E2AF89-7A9D-D8E9-F6F0-6C980FF2FA72}"/>
              </a:ext>
            </a:extLst>
          </p:cNvPr>
          <p:cNvCxnSpPr>
            <a:cxnSpLocks/>
            <a:stCxn id="9" idx="7"/>
            <a:endCxn id="14" idx="3"/>
          </p:cNvCxnSpPr>
          <p:nvPr/>
        </p:nvCxnSpPr>
        <p:spPr>
          <a:xfrm flipV="1">
            <a:off x="10451106" y="3580005"/>
            <a:ext cx="840102" cy="1018477"/>
          </a:xfrm>
          <a:prstGeom prst="straightConnector1">
            <a:avLst/>
          </a:prstGeom>
          <a:ln w="38100">
            <a:solidFill>
              <a:schemeClr val="bg1">
                <a:lumMod val="95000"/>
              </a:schemeClr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8" name="ED">
            <a:extLst>
              <a:ext uri="{FF2B5EF4-FFF2-40B4-BE49-F238E27FC236}">
                <a16:creationId xmlns:a16="http://schemas.microsoft.com/office/drawing/2014/main" id="{828C4968-4C21-4D83-D445-8A6E85A0AFC2}"/>
              </a:ext>
            </a:extLst>
          </p:cNvPr>
          <p:cNvCxnSpPr>
            <a:cxnSpLocks/>
            <a:stCxn id="9" idx="0"/>
            <a:endCxn id="8" idx="4"/>
          </p:cNvCxnSpPr>
          <p:nvPr/>
        </p:nvCxnSpPr>
        <p:spPr>
          <a:xfrm flipH="1" flipV="1">
            <a:off x="9910678" y="3274131"/>
            <a:ext cx="389423" cy="1261803"/>
          </a:xfrm>
          <a:prstGeom prst="straightConnector1">
            <a:avLst/>
          </a:prstGeom>
          <a:ln w="38100">
            <a:solidFill>
              <a:schemeClr val="bg1">
                <a:lumMod val="95000"/>
              </a:schemeClr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3" name="cAB">
            <a:extLst>
              <a:ext uri="{FF2B5EF4-FFF2-40B4-BE49-F238E27FC236}">
                <a16:creationId xmlns:a16="http://schemas.microsoft.com/office/drawing/2014/main" id="{8C69D2D9-3689-D9F9-00F1-610158282EE8}"/>
              </a:ext>
            </a:extLst>
          </p:cNvPr>
          <p:cNvSpPr txBox="1"/>
          <p:nvPr/>
        </p:nvSpPr>
        <p:spPr>
          <a:xfrm>
            <a:off x="7543800" y="2892432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NL" b="1" dirty="0">
                <a:solidFill>
                  <a:schemeClr val="bg1">
                    <a:lumMod val="85000"/>
                  </a:schemeClr>
                </a:solidFill>
                <a:latin typeface="Aptos" panose="020B0004020202020204" pitchFamily="34" charset="0"/>
              </a:rPr>
              <a:t>7</a:t>
            </a:r>
          </a:p>
        </p:txBody>
      </p:sp>
      <p:sp>
        <p:nvSpPr>
          <p:cNvPr id="54" name="cAC">
            <a:extLst>
              <a:ext uri="{FF2B5EF4-FFF2-40B4-BE49-F238E27FC236}">
                <a16:creationId xmlns:a16="http://schemas.microsoft.com/office/drawing/2014/main" id="{7C4FFDA7-5C0A-8911-7260-29A70B67E230}"/>
              </a:ext>
            </a:extLst>
          </p:cNvPr>
          <p:cNvSpPr txBox="1"/>
          <p:nvPr/>
        </p:nvSpPr>
        <p:spPr>
          <a:xfrm>
            <a:off x="7317033" y="3970631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NL" b="1" dirty="0">
                <a:latin typeface="Aptos" panose="020B0004020202020204" pitchFamily="34" charset="0"/>
              </a:rPr>
              <a:t>2</a:t>
            </a:r>
          </a:p>
        </p:txBody>
      </p:sp>
      <p:sp>
        <p:nvSpPr>
          <p:cNvPr id="55" name="cCG">
            <a:extLst>
              <a:ext uri="{FF2B5EF4-FFF2-40B4-BE49-F238E27FC236}">
                <a16:creationId xmlns:a16="http://schemas.microsoft.com/office/drawing/2014/main" id="{47024403-D67C-4AC9-1F88-D2F52BEF9F60}"/>
              </a:ext>
            </a:extLst>
          </p:cNvPr>
          <p:cNvSpPr txBox="1"/>
          <p:nvPr/>
        </p:nvSpPr>
        <p:spPr>
          <a:xfrm>
            <a:off x="8466556" y="5177228"/>
            <a:ext cx="3715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NL" b="1" dirty="0">
                <a:latin typeface="Aptos" panose="020B0004020202020204" pitchFamily="34" charset="0"/>
              </a:rPr>
              <a:t>-1</a:t>
            </a:r>
          </a:p>
        </p:txBody>
      </p:sp>
      <p:sp>
        <p:nvSpPr>
          <p:cNvPr id="56" name="cGE">
            <a:extLst>
              <a:ext uri="{FF2B5EF4-FFF2-40B4-BE49-F238E27FC236}">
                <a16:creationId xmlns:a16="http://schemas.microsoft.com/office/drawing/2014/main" id="{6EEE86E9-9C46-B62A-B8C7-F424A1FE58CA}"/>
              </a:ext>
            </a:extLst>
          </p:cNvPr>
          <p:cNvSpPr txBox="1"/>
          <p:nvPr/>
        </p:nvSpPr>
        <p:spPr>
          <a:xfrm>
            <a:off x="9715036" y="5224719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NL" b="1" dirty="0">
                <a:latin typeface="Aptos" panose="020B0004020202020204" pitchFamily="34" charset="0"/>
              </a:rPr>
              <a:t>1</a:t>
            </a:r>
          </a:p>
        </p:txBody>
      </p:sp>
      <p:sp>
        <p:nvSpPr>
          <p:cNvPr id="57" name="cEB">
            <a:extLst>
              <a:ext uri="{FF2B5EF4-FFF2-40B4-BE49-F238E27FC236}">
                <a16:creationId xmlns:a16="http://schemas.microsoft.com/office/drawing/2014/main" id="{D55F38C7-A9EE-0D3E-3D51-19D259E46048}"/>
              </a:ext>
            </a:extLst>
          </p:cNvPr>
          <p:cNvSpPr txBox="1"/>
          <p:nvPr/>
        </p:nvSpPr>
        <p:spPr>
          <a:xfrm>
            <a:off x="9265931" y="3602865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NL" b="1" dirty="0">
                <a:latin typeface="Aptos" panose="020B0004020202020204" pitchFamily="34" charset="0"/>
              </a:rPr>
              <a:t>3</a:t>
            </a:r>
          </a:p>
        </p:txBody>
      </p:sp>
      <p:sp>
        <p:nvSpPr>
          <p:cNvPr id="58" name="cCB">
            <a:extLst>
              <a:ext uri="{FF2B5EF4-FFF2-40B4-BE49-F238E27FC236}">
                <a16:creationId xmlns:a16="http://schemas.microsoft.com/office/drawing/2014/main" id="{43889F44-9C0E-00D6-D01A-281F4862E030}"/>
              </a:ext>
            </a:extLst>
          </p:cNvPr>
          <p:cNvSpPr txBox="1"/>
          <p:nvPr/>
        </p:nvSpPr>
        <p:spPr>
          <a:xfrm>
            <a:off x="8161502" y="3716618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NL" b="1" dirty="0">
                <a:solidFill>
                  <a:schemeClr val="bg1">
                    <a:lumMod val="85000"/>
                  </a:schemeClr>
                </a:solidFill>
                <a:latin typeface="Aptos" panose="020B0004020202020204" pitchFamily="34" charset="0"/>
              </a:rPr>
              <a:t>4</a:t>
            </a:r>
          </a:p>
        </p:txBody>
      </p:sp>
      <p:sp>
        <p:nvSpPr>
          <p:cNvPr id="59" name="cBD">
            <a:extLst>
              <a:ext uri="{FF2B5EF4-FFF2-40B4-BE49-F238E27FC236}">
                <a16:creationId xmlns:a16="http://schemas.microsoft.com/office/drawing/2014/main" id="{6CA48A07-6E7B-9F70-B550-D7349C4F8160}"/>
              </a:ext>
            </a:extLst>
          </p:cNvPr>
          <p:cNvSpPr txBox="1"/>
          <p:nvPr/>
        </p:nvSpPr>
        <p:spPr>
          <a:xfrm>
            <a:off x="8973196" y="2707948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NL" b="1" dirty="0">
                <a:latin typeface="Aptos" panose="020B0004020202020204" pitchFamily="34" charset="0"/>
              </a:rPr>
              <a:t>4</a:t>
            </a:r>
          </a:p>
        </p:txBody>
      </p:sp>
      <p:sp>
        <p:nvSpPr>
          <p:cNvPr id="60" name="cED">
            <a:extLst>
              <a:ext uri="{FF2B5EF4-FFF2-40B4-BE49-F238E27FC236}">
                <a16:creationId xmlns:a16="http://schemas.microsoft.com/office/drawing/2014/main" id="{2A38806E-0ACD-927F-B4ED-34481C8575B0}"/>
              </a:ext>
            </a:extLst>
          </p:cNvPr>
          <p:cNvSpPr txBox="1"/>
          <p:nvPr/>
        </p:nvSpPr>
        <p:spPr>
          <a:xfrm>
            <a:off x="10084337" y="3639362"/>
            <a:ext cx="4315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NL" b="1" dirty="0">
                <a:solidFill>
                  <a:schemeClr val="bg1">
                    <a:lumMod val="85000"/>
                  </a:schemeClr>
                </a:solidFill>
                <a:latin typeface="Aptos" panose="020B0004020202020204" pitchFamily="34" charset="0"/>
              </a:rPr>
              <a:t>10</a:t>
            </a:r>
          </a:p>
        </p:txBody>
      </p:sp>
      <p:sp>
        <p:nvSpPr>
          <p:cNvPr id="61" name="cEF">
            <a:extLst>
              <a:ext uri="{FF2B5EF4-FFF2-40B4-BE49-F238E27FC236}">
                <a16:creationId xmlns:a16="http://schemas.microsoft.com/office/drawing/2014/main" id="{095ABE7E-C838-770B-6991-7D976BD61A71}"/>
              </a:ext>
            </a:extLst>
          </p:cNvPr>
          <p:cNvSpPr txBox="1"/>
          <p:nvPr/>
        </p:nvSpPr>
        <p:spPr>
          <a:xfrm>
            <a:off x="10785300" y="4149413"/>
            <a:ext cx="4315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NL" b="1" dirty="0">
                <a:solidFill>
                  <a:schemeClr val="bg1">
                    <a:lumMod val="85000"/>
                  </a:schemeClr>
                </a:solidFill>
                <a:latin typeface="Aptos" panose="020B0004020202020204" pitchFamily="34" charset="0"/>
              </a:rPr>
              <a:t>12</a:t>
            </a:r>
          </a:p>
        </p:txBody>
      </p:sp>
      <p:sp>
        <p:nvSpPr>
          <p:cNvPr id="62" name="cDF">
            <a:extLst>
              <a:ext uri="{FF2B5EF4-FFF2-40B4-BE49-F238E27FC236}">
                <a16:creationId xmlns:a16="http://schemas.microsoft.com/office/drawing/2014/main" id="{45216C08-8C8D-FCD0-FAB4-AC7DEBC6CF03}"/>
              </a:ext>
            </a:extLst>
          </p:cNvPr>
          <p:cNvSpPr txBox="1"/>
          <p:nvPr/>
        </p:nvSpPr>
        <p:spPr>
          <a:xfrm>
            <a:off x="10522396" y="2875912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NL" b="1" dirty="0">
                <a:latin typeface="Aptos" panose="020B0004020202020204" pitchFamily="34" charset="0"/>
              </a:rPr>
              <a:t>2</a:t>
            </a:r>
          </a:p>
        </p:txBody>
      </p:sp>
      <p:grpSp>
        <p:nvGrpSpPr>
          <p:cNvPr id="25" name="Group 24">
            <a:extLst>
              <a:ext uri="{FF2B5EF4-FFF2-40B4-BE49-F238E27FC236}">
                <a16:creationId xmlns:a16="http://schemas.microsoft.com/office/drawing/2014/main" id="{2DA3E805-D371-FE92-E13E-BC572F19699F}"/>
              </a:ext>
            </a:extLst>
          </p:cNvPr>
          <p:cNvGrpSpPr>
            <a:grpSpLocks/>
          </p:cNvGrpSpPr>
          <p:nvPr/>
        </p:nvGrpSpPr>
        <p:grpSpPr>
          <a:xfrm>
            <a:off x="7186960" y="3638689"/>
            <a:ext cx="1128591" cy="1062047"/>
            <a:chOff x="7186960" y="3638689"/>
            <a:chExt cx="1128591" cy="1062047"/>
          </a:xfrm>
        </p:grpSpPr>
        <p:cxnSp>
          <p:nvCxnSpPr>
            <p:cNvPr id="10" name="AC">
              <a:extLst>
                <a:ext uri="{FF2B5EF4-FFF2-40B4-BE49-F238E27FC236}">
                  <a16:creationId xmlns:a16="http://schemas.microsoft.com/office/drawing/2014/main" id="{0A51D74A-6605-B8FE-9FE4-0A2D8A27F960}"/>
                </a:ext>
              </a:extLst>
            </p:cNvPr>
            <p:cNvCxnSpPr>
              <a:cxnSpLocks/>
              <a:stCxn id="5" idx="5"/>
              <a:endCxn id="7" idx="1"/>
            </p:cNvCxnSpPr>
            <p:nvPr/>
          </p:nvCxnSpPr>
          <p:spPr>
            <a:xfrm>
              <a:off x="7186960" y="3638689"/>
              <a:ext cx="1128591" cy="1062047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3" name="AC">
              <a:extLst>
                <a:ext uri="{FF2B5EF4-FFF2-40B4-BE49-F238E27FC236}">
                  <a16:creationId xmlns:a16="http://schemas.microsoft.com/office/drawing/2014/main" id="{3B7D587D-06D0-111A-F32D-F1E54335643D}"/>
                </a:ext>
              </a:extLst>
            </p:cNvPr>
            <p:cNvCxnSpPr>
              <a:cxnSpLocks/>
            </p:cNvCxnSpPr>
            <p:nvPr/>
          </p:nvCxnSpPr>
          <p:spPr>
            <a:xfrm rot="10800000">
              <a:off x="7186960" y="3638689"/>
              <a:ext cx="1128591" cy="1062047"/>
            </a:xfrm>
            <a:prstGeom prst="straightConnector1">
              <a:avLst/>
            </a:prstGeom>
            <a:ln w="38100" cap="flat" cmpd="sng" algn="ctr">
              <a:solidFill>
                <a:schemeClr val="tx1">
                  <a:alpha val="0"/>
                </a:schemeClr>
              </a:solidFill>
              <a:prstDash val="solid"/>
              <a:miter lim="800000"/>
              <a:headEnd type="none" w="med" len="med"/>
              <a:tailEnd type="triangl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28" name="Group 27">
            <a:extLst>
              <a:ext uri="{FF2B5EF4-FFF2-40B4-BE49-F238E27FC236}">
                <a16:creationId xmlns:a16="http://schemas.microsoft.com/office/drawing/2014/main" id="{EEEEFBAC-843B-35DF-4F68-B4464642D9BC}"/>
              </a:ext>
            </a:extLst>
          </p:cNvPr>
          <p:cNvGrpSpPr>
            <a:grpSpLocks/>
          </p:cNvGrpSpPr>
          <p:nvPr/>
        </p:nvGrpSpPr>
        <p:grpSpPr>
          <a:xfrm>
            <a:off x="8680109" y="3060578"/>
            <a:ext cx="1017016" cy="45407"/>
            <a:chOff x="8680109" y="3060578"/>
            <a:chExt cx="1017016" cy="45407"/>
          </a:xfrm>
        </p:grpSpPr>
        <p:cxnSp>
          <p:nvCxnSpPr>
            <p:cNvPr id="12" name="BD">
              <a:extLst>
                <a:ext uri="{FF2B5EF4-FFF2-40B4-BE49-F238E27FC236}">
                  <a16:creationId xmlns:a16="http://schemas.microsoft.com/office/drawing/2014/main" id="{A5CB3C83-BB13-932D-4064-149EEA6E1183}"/>
                </a:ext>
              </a:extLst>
            </p:cNvPr>
            <p:cNvCxnSpPr>
              <a:cxnSpLocks/>
              <a:stCxn id="6" idx="6"/>
              <a:endCxn id="8" idx="2"/>
            </p:cNvCxnSpPr>
            <p:nvPr/>
          </p:nvCxnSpPr>
          <p:spPr>
            <a:xfrm flipV="1">
              <a:off x="8680109" y="3060578"/>
              <a:ext cx="1017016" cy="45407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6" name="BD">
              <a:extLst>
                <a:ext uri="{FF2B5EF4-FFF2-40B4-BE49-F238E27FC236}">
                  <a16:creationId xmlns:a16="http://schemas.microsoft.com/office/drawing/2014/main" id="{A793D7CF-A619-9973-E6D2-40C7EDE08BF2}"/>
                </a:ext>
              </a:extLst>
            </p:cNvPr>
            <p:cNvCxnSpPr>
              <a:cxnSpLocks/>
            </p:cNvCxnSpPr>
            <p:nvPr/>
          </p:nvCxnSpPr>
          <p:spPr>
            <a:xfrm rot="10800000" flipV="1">
              <a:off x="8680109" y="3060578"/>
              <a:ext cx="1017016" cy="45407"/>
            </a:xfrm>
            <a:prstGeom prst="straightConnector1">
              <a:avLst/>
            </a:prstGeom>
            <a:ln w="38100" cap="flat" cmpd="sng" algn="ctr">
              <a:solidFill>
                <a:schemeClr val="tx1">
                  <a:alpha val="0"/>
                </a:schemeClr>
              </a:solidFill>
              <a:prstDash val="solid"/>
              <a:miter lim="800000"/>
              <a:headEnd type="none" w="med" len="med"/>
              <a:tailEnd type="triangl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31" name="Group 30">
            <a:extLst>
              <a:ext uri="{FF2B5EF4-FFF2-40B4-BE49-F238E27FC236}">
                <a16:creationId xmlns:a16="http://schemas.microsoft.com/office/drawing/2014/main" id="{C0EADACE-AB4A-77E8-9B21-9699201F5664}"/>
              </a:ext>
            </a:extLst>
          </p:cNvPr>
          <p:cNvGrpSpPr>
            <a:grpSpLocks/>
          </p:cNvGrpSpPr>
          <p:nvPr/>
        </p:nvGrpSpPr>
        <p:grpSpPr>
          <a:xfrm>
            <a:off x="8617561" y="3256990"/>
            <a:ext cx="1531535" cy="1341492"/>
            <a:chOff x="8617561" y="3256990"/>
            <a:chExt cx="1531535" cy="1341492"/>
          </a:xfrm>
        </p:grpSpPr>
        <p:cxnSp>
          <p:nvCxnSpPr>
            <p:cNvPr id="15" name="EB">
              <a:extLst>
                <a:ext uri="{FF2B5EF4-FFF2-40B4-BE49-F238E27FC236}">
                  <a16:creationId xmlns:a16="http://schemas.microsoft.com/office/drawing/2014/main" id="{507AA3EE-2FE3-2ABD-24C6-7E5E81164EBA}"/>
                </a:ext>
              </a:extLst>
            </p:cNvPr>
            <p:cNvCxnSpPr>
              <a:cxnSpLocks/>
              <a:stCxn id="9" idx="1"/>
              <a:endCxn id="6" idx="5"/>
            </p:cNvCxnSpPr>
            <p:nvPr/>
          </p:nvCxnSpPr>
          <p:spPr>
            <a:xfrm flipH="1" flipV="1">
              <a:off x="8617561" y="3256990"/>
              <a:ext cx="1531535" cy="1341492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9" name="EB">
              <a:extLst>
                <a:ext uri="{FF2B5EF4-FFF2-40B4-BE49-F238E27FC236}">
                  <a16:creationId xmlns:a16="http://schemas.microsoft.com/office/drawing/2014/main" id="{E536949B-88B9-FC2F-03F4-A79DC93C8A8D}"/>
                </a:ext>
              </a:extLst>
            </p:cNvPr>
            <p:cNvCxnSpPr>
              <a:cxnSpLocks/>
            </p:cNvCxnSpPr>
            <p:nvPr/>
          </p:nvCxnSpPr>
          <p:spPr>
            <a:xfrm rot="10800000" flipH="1" flipV="1">
              <a:off x="8617561" y="3256990"/>
              <a:ext cx="1531535" cy="1341492"/>
            </a:xfrm>
            <a:prstGeom prst="straightConnector1">
              <a:avLst/>
            </a:prstGeom>
            <a:ln w="38100" cap="flat" cmpd="sng" algn="ctr">
              <a:solidFill>
                <a:schemeClr val="tx1">
                  <a:alpha val="0"/>
                </a:schemeClr>
              </a:solidFill>
              <a:prstDash val="solid"/>
              <a:miter lim="800000"/>
              <a:headEnd type="none" w="med" len="med"/>
              <a:tailEnd type="triangl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34" name="Group 33">
            <a:extLst>
              <a:ext uri="{FF2B5EF4-FFF2-40B4-BE49-F238E27FC236}">
                <a16:creationId xmlns:a16="http://schemas.microsoft.com/office/drawing/2014/main" id="{BC990248-37A2-96C2-3B90-10D93DF142CA}"/>
              </a:ext>
            </a:extLst>
          </p:cNvPr>
          <p:cNvGrpSpPr>
            <a:grpSpLocks/>
          </p:cNvGrpSpPr>
          <p:nvPr/>
        </p:nvGrpSpPr>
        <p:grpSpPr>
          <a:xfrm>
            <a:off x="10124231" y="3060578"/>
            <a:ext cx="1104429" cy="368422"/>
            <a:chOff x="10124231" y="3060578"/>
            <a:chExt cx="1104429" cy="368422"/>
          </a:xfrm>
        </p:grpSpPr>
        <p:cxnSp>
          <p:nvCxnSpPr>
            <p:cNvPr id="16" name="DF">
              <a:extLst>
                <a:ext uri="{FF2B5EF4-FFF2-40B4-BE49-F238E27FC236}">
                  <a16:creationId xmlns:a16="http://schemas.microsoft.com/office/drawing/2014/main" id="{5FCBBAE3-F11B-B567-2CD1-30522B227C67}"/>
                </a:ext>
              </a:extLst>
            </p:cNvPr>
            <p:cNvCxnSpPr>
              <a:cxnSpLocks/>
              <a:stCxn id="8" idx="6"/>
              <a:endCxn id="14" idx="2"/>
            </p:cNvCxnSpPr>
            <p:nvPr/>
          </p:nvCxnSpPr>
          <p:spPr>
            <a:xfrm>
              <a:off x="10124231" y="3060578"/>
              <a:ext cx="1104429" cy="368422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2" name="DF">
              <a:extLst>
                <a:ext uri="{FF2B5EF4-FFF2-40B4-BE49-F238E27FC236}">
                  <a16:creationId xmlns:a16="http://schemas.microsoft.com/office/drawing/2014/main" id="{486F84F6-84ED-B5F6-A5C0-F3BB6582EE32}"/>
                </a:ext>
              </a:extLst>
            </p:cNvPr>
            <p:cNvCxnSpPr>
              <a:cxnSpLocks/>
            </p:cNvCxnSpPr>
            <p:nvPr/>
          </p:nvCxnSpPr>
          <p:spPr>
            <a:xfrm rot="10800000">
              <a:off x="10124231" y="3060578"/>
              <a:ext cx="1104429" cy="368422"/>
            </a:xfrm>
            <a:prstGeom prst="straightConnector1">
              <a:avLst/>
            </a:prstGeom>
            <a:ln w="38100" cap="flat" cmpd="sng" algn="ctr">
              <a:solidFill>
                <a:schemeClr val="tx1">
                  <a:alpha val="0"/>
                </a:schemeClr>
              </a:solidFill>
              <a:prstDash val="solid"/>
              <a:miter lim="800000"/>
              <a:headEnd type="none" w="med" len="med"/>
              <a:tailEnd type="triangl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37" name="Group 36">
            <a:extLst>
              <a:ext uri="{FF2B5EF4-FFF2-40B4-BE49-F238E27FC236}">
                <a16:creationId xmlns:a16="http://schemas.microsoft.com/office/drawing/2014/main" id="{E1D024EB-B4A4-B04D-4E1E-3D6F8DD1A484}"/>
              </a:ext>
            </a:extLst>
          </p:cNvPr>
          <p:cNvGrpSpPr>
            <a:grpSpLocks/>
          </p:cNvGrpSpPr>
          <p:nvPr/>
        </p:nvGrpSpPr>
        <p:grpSpPr>
          <a:xfrm>
            <a:off x="8617561" y="5002746"/>
            <a:ext cx="545147" cy="546201"/>
            <a:chOff x="8617561" y="5002746"/>
            <a:chExt cx="545147" cy="546201"/>
          </a:xfrm>
        </p:grpSpPr>
        <p:cxnSp>
          <p:nvCxnSpPr>
            <p:cNvPr id="19" name="CG">
              <a:extLst>
                <a:ext uri="{FF2B5EF4-FFF2-40B4-BE49-F238E27FC236}">
                  <a16:creationId xmlns:a16="http://schemas.microsoft.com/office/drawing/2014/main" id="{F638AFB9-C0B4-1ADC-4915-0F8191E00D01}"/>
                </a:ext>
              </a:extLst>
            </p:cNvPr>
            <p:cNvCxnSpPr>
              <a:cxnSpLocks/>
              <a:stCxn id="7" idx="5"/>
              <a:endCxn id="20" idx="1"/>
            </p:cNvCxnSpPr>
            <p:nvPr/>
          </p:nvCxnSpPr>
          <p:spPr>
            <a:xfrm>
              <a:off x="8617561" y="5002746"/>
              <a:ext cx="545147" cy="546201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5" name="CG">
              <a:extLst>
                <a:ext uri="{FF2B5EF4-FFF2-40B4-BE49-F238E27FC236}">
                  <a16:creationId xmlns:a16="http://schemas.microsoft.com/office/drawing/2014/main" id="{352F7C29-CF61-E727-1391-C3BB6B9AFD24}"/>
                </a:ext>
              </a:extLst>
            </p:cNvPr>
            <p:cNvCxnSpPr>
              <a:cxnSpLocks/>
            </p:cNvCxnSpPr>
            <p:nvPr/>
          </p:nvCxnSpPr>
          <p:spPr>
            <a:xfrm rot="10800000">
              <a:off x="8617561" y="5002746"/>
              <a:ext cx="545147" cy="546201"/>
            </a:xfrm>
            <a:prstGeom prst="straightConnector1">
              <a:avLst/>
            </a:prstGeom>
            <a:ln w="38100" cap="flat" cmpd="sng" algn="ctr">
              <a:solidFill>
                <a:schemeClr val="tx1">
                  <a:alpha val="0"/>
                </a:schemeClr>
              </a:solidFill>
              <a:prstDash val="solid"/>
              <a:miter lim="800000"/>
              <a:headEnd type="none" w="med" len="med"/>
              <a:tailEnd type="triangl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40" name="Group 39">
            <a:extLst>
              <a:ext uri="{FF2B5EF4-FFF2-40B4-BE49-F238E27FC236}">
                <a16:creationId xmlns:a16="http://schemas.microsoft.com/office/drawing/2014/main" id="{6531C3DF-BFC6-6C5D-A279-6BC3B7E66242}"/>
              </a:ext>
            </a:extLst>
          </p:cNvPr>
          <p:cNvGrpSpPr>
            <a:grpSpLocks/>
          </p:cNvGrpSpPr>
          <p:nvPr/>
        </p:nvGrpSpPr>
        <p:grpSpPr>
          <a:xfrm>
            <a:off x="9464718" y="4900492"/>
            <a:ext cx="684378" cy="648455"/>
            <a:chOff x="9464718" y="4900492"/>
            <a:chExt cx="684378" cy="648455"/>
          </a:xfrm>
        </p:grpSpPr>
        <p:cxnSp>
          <p:nvCxnSpPr>
            <p:cNvPr id="21" name="GE">
              <a:extLst>
                <a:ext uri="{FF2B5EF4-FFF2-40B4-BE49-F238E27FC236}">
                  <a16:creationId xmlns:a16="http://schemas.microsoft.com/office/drawing/2014/main" id="{AD4AC91D-AFC8-127F-A693-74A1A0984CB8}"/>
                </a:ext>
              </a:extLst>
            </p:cNvPr>
            <p:cNvCxnSpPr>
              <a:cxnSpLocks/>
              <a:stCxn id="20" idx="7"/>
              <a:endCxn id="9" idx="3"/>
            </p:cNvCxnSpPr>
            <p:nvPr/>
          </p:nvCxnSpPr>
          <p:spPr>
            <a:xfrm flipV="1">
              <a:off x="9464718" y="4900492"/>
              <a:ext cx="684378" cy="648455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8" name="GE">
              <a:extLst>
                <a:ext uri="{FF2B5EF4-FFF2-40B4-BE49-F238E27FC236}">
                  <a16:creationId xmlns:a16="http://schemas.microsoft.com/office/drawing/2014/main" id="{23B3EBC4-2837-90D8-0628-87FB8D6E7F13}"/>
                </a:ext>
              </a:extLst>
            </p:cNvPr>
            <p:cNvCxnSpPr>
              <a:cxnSpLocks/>
            </p:cNvCxnSpPr>
            <p:nvPr/>
          </p:nvCxnSpPr>
          <p:spPr>
            <a:xfrm rot="10800000" flipV="1">
              <a:off x="9464718" y="4900492"/>
              <a:ext cx="684378" cy="648455"/>
            </a:xfrm>
            <a:prstGeom prst="straightConnector1">
              <a:avLst/>
            </a:prstGeom>
            <a:ln w="38100" cap="flat" cmpd="sng" algn="ctr">
              <a:solidFill>
                <a:schemeClr val="tx1">
                  <a:alpha val="0"/>
                </a:schemeClr>
              </a:solidFill>
              <a:prstDash val="solid"/>
              <a:miter lim="800000"/>
              <a:headEnd type="none" w="med" len="med"/>
              <a:tailEnd type="triangl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pic>
        <p:nvPicPr>
          <p:cNvPr id="22" name="PPTIndicator202510111555185308">
            <a:extLst>
              <a:ext uri="{FF2B5EF4-FFF2-40B4-BE49-F238E27FC236}">
                <a16:creationId xmlns:a16="http://schemas.microsoft.com/office/drawing/2014/main" id="{F60FD0A8-5DE1-4510-8F3B-057508507CB8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68000" y="0"/>
            <a:ext cx="1524000" cy="1066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825431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0"/>
    </mc:Choice>
    <mc:Fallback xmlns="">
      <p:transition spd="slow" advClick="0" advTm="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3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6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9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2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5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8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1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42" presetClass="pat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C -0.26479 0.04344392 -0.26479 0.04344392 -0.52958 0.08688784 E" pathEditMode="relative" ptsTypes="">
                                      <p:cBhvr>
                                        <p:cTn id="3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35" presetID="42" presetClass="pat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C -0.2540622 0.1946806 -0.2540622 0.1946806 -0.5081244 0.3893611 E" pathEditMode="relative" ptsTypes="">
                                      <p:cBhvr>
                                        <p:cTn id="36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37" presetID="42" presetClass="pat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C -0.2878391 -0.03497817 -0.2878391 -0.03497817 -0.5756783 -0.06995635 E" pathEditMode="relative" ptsTypes="">
                                      <p:cBhvr>
                                        <p:cTn id="3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39" presetID="42" presetClass="pat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C -0.2735386 0.2097014 -0.2735386 0.2097014 -0.5470771 0.4194029 E" pathEditMode="relative" ptsTypes="">
                                      <p:cBhvr>
                                        <p:cTn id="40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1" presetID="42" presetClass="pat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C -0.3038197 0.04196441 -0.3038197 0.04196441 -0.6076393 0.08392882 E" pathEditMode="relative" ptsTypes="">
                                      <p:cBhvr>
                                        <p:cTn id="42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3" presetID="42" presetClass="pat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C -0.3611447 0.2240425 -0.3611447 0.2240425 -0.7222894 0.448085 E" pathEditMode="relative" ptsTypes="">
                                      <p:cBhvr>
                                        <p:cTn id="44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5" presetID="42" presetClass="pat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C -0.2892504 -0.0595444 -0.2892504 -0.0595444 -0.5785009 -0.1190888 E" pathEditMode="relative" ptsTypes="">
                                      <p:cBhvr>
                                        <p:cTn id="46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7" presetID="42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C -0.275032 -0.001271848 -0.275032 -0.001271848 -0.550064 -0.002543697 E" pathEditMode="relative" ptsTypes="">
                                      <p:cBhvr>
                                        <p:cTn id="48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9" presetID="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50" dur="500" fill="hold"/>
                                        <p:tgtEl>
                                          <p:spTgt spid="25"/>
                                        </p:tgtEl>
                                      </p:cBhvr>
                                      <p:by x="33710" y="33710"/>
                                    </p:animScale>
                                  </p:childTnLst>
                                </p:cTn>
                              </p:par>
                              <p:par>
                                <p:cTn id="51" presetID="8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-1680577">
                                      <p:cBhvr>
                                        <p:cTn id="52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53" presetID="42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C -0.2638004 0.202191 -0.2638004 0.202191 -0.5276007 0.4043821 E" pathEditMode="relative" ptsTypes="">
                                      <p:cBhvr>
                                        <p:cTn id="54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55" presetID="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56" dur="500" fill="hold"/>
                                        <p:tgtEl>
                                          <p:spTgt spid="28"/>
                                        </p:tgtEl>
                                      </p:cBhvr>
                                      <p:by x="55539" y="55539"/>
                                    </p:animScale>
                                  </p:childTnLst>
                                </p:cTn>
                              </p:par>
                              <p:par>
                                <p:cTn id="57" presetID="8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1143618">
                                      <p:cBhvr>
                                        <p:cTn id="58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59" presetID="42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C -0.2789409 0.1183225 -0.2789409 0.1183225 -0.5578819 0.236645 E" pathEditMode="relative" ptsTypes="">
                                      <p:cBhvr>
                                        <p:cTn id="60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61" presetID="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62" dur="500" fill="hold"/>
                                        <p:tgtEl>
                                          <p:spTgt spid="31"/>
                                        </p:tgtEl>
                                      </p:cBhvr>
                                      <p:by x="17263" y="17263"/>
                                    </p:animScale>
                                  </p:childTnLst>
                                </p:cTn>
                              </p:par>
                              <p:par>
                                <p:cTn id="63" presetID="8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-3979503">
                                      <p:cBhvr>
                                        <p:cTn id="64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65" presetID="42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C -0.3173416 0.216872 -0.3173416 0.216872 -0.6346833 0.433744 E" pathEditMode="relative" ptsTypes="">
                                      <p:cBhvr>
                                        <p:cTn id="66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67" presetID="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68" dur="500" fill="hold"/>
                                        <p:tgtEl>
                                          <p:spTgt spid="34"/>
                                        </p:tgtEl>
                                      </p:cBhvr>
                                      <p:by x="34445" y="34445"/>
                                    </p:animScale>
                                  </p:childTnLst>
                                </p:cTn>
                              </p:par>
                              <p:par>
                                <p:cTn id="69" presetID="8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7232925">
                                      <p:cBhvr>
                                        <p:cTn id="70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71" presetID="42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C -0.2885448 -0.0472613 -0.2885448 -0.0472613 -0.5770895 -0.0945226 E" pathEditMode="relative" ptsTypes="">
                                      <p:cBhvr>
                                        <p:cTn id="72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3" presetID="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74" dur="500" fill="hold"/>
                                        <p:tgtEl>
                                          <p:spTgt spid="37"/>
                                        </p:tgtEl>
                                      </p:cBhvr>
                                      <p:by x="71522" y="71522"/>
                                    </p:animScale>
                                  </p:childTnLst>
                                </p:cTn>
                              </p:par>
                              <p:par>
                                <p:cTn id="75" presetID="8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-1366567">
                                      <p:cBhvr>
                                        <p:cTn id="76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77" presetID="42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C -0.296535 -0.008789995 -0.296535 -0.008789995 -0.5930701 -0.01757999 E" pathEditMode="relative" ptsTypes="">
                                      <p:cBhvr>
                                        <p:cTn id="78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9" presetID="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80" dur="500" fill="hold"/>
                                        <p:tgtEl>
                                          <p:spTgt spid="40"/>
                                        </p:tgtEl>
                                      </p:cBhvr>
                                      <p:by x="37929" y="37929"/>
                                    </p:animScale>
                                  </p:childTnLst>
                                </p:cTn>
                              </p:par>
                              <p:par>
                                <p:cTn id="81" presetID="8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3988394">
                                      <p:cBhvr>
                                        <p:cTn id="82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83" presetID="42" presetClass="pat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C -0.2675592 0.01477503 -0.2675592 0.01477503 -0.5351184 0.02955006 E" pathEditMode="relative" ptsTypes="">
                                      <p:cBhvr>
                                        <p:cTn id="84" dur="5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85" presetID="42" presetClass="pat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C -0.277509 -0.06796005 -0.277509 -0.06796005 -0.5550181 -0.1359201 E" pathEditMode="relative" ptsTypes="">
                                      <p:cBhvr>
                                        <p:cTn id="86" dur="5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87" presetID="42" presetClass="pat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C -0.2917933 -0.03590574 -0.2917933 -0.03590574 -0.5835866 -0.07181147 E" pathEditMode="relative" ptsTypes="">
                                      <p:cBhvr>
                                        <p:cTn id="88" dur="5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89" presetID="42" presetClass="pat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C -0.2839588 0.1159576 -0.2839588 0.1159576 -0.5679175 0.2319151 E" pathEditMode="relative" ptsTypes="">
                                      <p:cBhvr>
                                        <p:cTn id="90" dur="5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1" presetID="42" presetClass="pat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C -0.2560117 0.2071888 -0.2560117 0.2071888 -0.5120234 0.4143776 E" pathEditMode="relative" ptsTypes="">
                                      <p:cBhvr>
                                        <p:cTn id="92" dur="5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3" presetID="42" presetClass="pat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C -0.3104958 0.2374397 -0.3104958 0.2374397 -0.6209916 0.4748794 E" pathEditMode="relative" ptsTypes="">
                                      <p:cBhvr>
                                        <p:cTn id="94" dur="5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  <p:bldP spid="8" grpId="0" animBg="1"/>
      <p:bldP spid="9" grpId="0" animBg="1"/>
      <p:bldP spid="14" grpId="0" animBg="1"/>
      <p:bldP spid="20" grpId="0" animBg="1"/>
      <p:bldP spid="53" grpId="0"/>
      <p:bldP spid="54" grpId="0"/>
      <p:bldP spid="55" grpId="0"/>
      <p:bldP spid="56" grpId="0"/>
      <p:bldP spid="57" grpId="0"/>
      <p:bldP spid="58" grpId="0"/>
      <p:bldP spid="59" grpId="0"/>
      <p:bldP spid="60" grpId="0"/>
      <p:bldP spid="61" grpId="0"/>
      <p:bldP spid="62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PSlideEnd_202510111555184767_be6a0e9">
    <p:spTree>
      <p:nvGrpSpPr>
        <p:cNvPr id="1" name="">
          <a:extLst>
            <a:ext uri="{FF2B5EF4-FFF2-40B4-BE49-F238E27FC236}">
              <a16:creationId xmlns:a16="http://schemas.microsoft.com/office/drawing/2014/main" id="{DB83C3AE-34D7-D449-50CB-B891437B85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8EA9CE-881B-D825-033D-D0EACEB010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 err="1"/>
              <a:t>Shortest</a:t>
            </a:r>
            <a:r>
              <a:rPr lang="nl-NL" dirty="0"/>
              <a:t> </a:t>
            </a:r>
            <a:r>
              <a:rPr lang="nl-NL" dirty="0" err="1"/>
              <a:t>path</a:t>
            </a:r>
            <a:r>
              <a:rPr lang="nl-NL" dirty="0"/>
              <a:t> trees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DD77911-1BC2-AB1C-A362-39348CB4D59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0081" y="2633472"/>
            <a:ext cx="5628372" cy="1375222"/>
          </a:xfrm>
        </p:spPr>
        <p:txBody>
          <a:bodyPr>
            <a:normAutofit/>
          </a:bodyPr>
          <a:lstStyle/>
          <a:p>
            <a:r>
              <a:rPr lang="nl-NL" dirty="0" err="1"/>
              <a:t>Shortest</a:t>
            </a:r>
            <a:r>
              <a:rPr lang="nl-NL" dirty="0">
                <a:latin typeface="Aptos" panose="020B0004020202020204" pitchFamily="34" charset="0"/>
              </a:rPr>
              <a:t> </a:t>
            </a:r>
            <a:r>
              <a:rPr lang="nl-NL" dirty="0" err="1"/>
              <a:t>paths</a:t>
            </a:r>
            <a:r>
              <a:rPr lang="nl-NL" dirty="0">
                <a:latin typeface="Aptos" panose="020B0004020202020204" pitchFamily="34" charset="0"/>
              </a:rPr>
              <a:t> </a:t>
            </a:r>
            <a:r>
              <a:rPr lang="nl-NL" dirty="0"/>
              <a:t>form a </a:t>
            </a:r>
            <a:r>
              <a:rPr lang="nl-NL" b="1" i="1" dirty="0">
                <a:latin typeface="Aptos" panose="020B0004020202020204" pitchFamily="34" charset="0"/>
              </a:rPr>
              <a:t>tree</a:t>
            </a:r>
            <a:endParaRPr lang="nl-NL" b="1" dirty="0">
              <a:latin typeface="Aptos" panose="020B0004020202020204" pitchFamily="34" charset="0"/>
            </a:endParaRPr>
          </a:p>
          <a:p>
            <a:pPr lvl="1"/>
            <a:r>
              <a:rPr lang="nl-NL" sz="2000" dirty="0"/>
              <a:t>Every node has </a:t>
            </a:r>
            <a:r>
              <a:rPr lang="nl-NL" sz="2000" dirty="0" err="1"/>
              <a:t>one</a:t>
            </a:r>
            <a:r>
              <a:rPr lang="nl-NL" sz="2000" dirty="0"/>
              <a:t> “</a:t>
            </a:r>
            <a:r>
              <a:rPr lang="nl-NL" sz="2000" dirty="0" err="1"/>
              <a:t>parent</a:t>
            </a:r>
            <a:r>
              <a:rPr lang="nl-NL" sz="2000" dirty="0"/>
              <a:t>”</a:t>
            </a:r>
          </a:p>
          <a:p>
            <a:pPr lvl="1"/>
            <a:r>
              <a:rPr lang="nl-NL" sz="2000" dirty="0" err="1"/>
              <a:t>Path</a:t>
            </a:r>
            <a:r>
              <a:rPr lang="nl-NL" dirty="0">
                <a:latin typeface="Aptos" panose="020B0004020202020204" pitchFamily="34" charset="0"/>
              </a:rPr>
              <a:t> </a:t>
            </a:r>
            <a:r>
              <a:rPr lang="nl-NL" sz="2000" dirty="0" err="1"/>
              <a:t>from</a:t>
            </a:r>
            <a:r>
              <a:rPr lang="nl-NL" dirty="0">
                <a:latin typeface="Aptos" panose="020B0004020202020204" pitchFamily="34" charset="0"/>
              </a:rPr>
              <a:t> </a:t>
            </a:r>
            <a:r>
              <a:rPr lang="nl-NL" sz="2000" b="1" dirty="0">
                <a:latin typeface="Aptos" panose="020B0004020202020204" pitchFamily="34" charset="0"/>
              </a:rPr>
              <a:t>root</a:t>
            </a:r>
            <a:r>
              <a:rPr lang="nl-NL" dirty="0">
                <a:latin typeface="Aptos" panose="020B0004020202020204" pitchFamily="34" charset="0"/>
              </a:rPr>
              <a:t> </a:t>
            </a:r>
            <a:r>
              <a:rPr lang="nl-NL" sz="2200" dirty="0"/>
              <a:t>node</a:t>
            </a:r>
            <a:r>
              <a:rPr lang="nl-NL" dirty="0">
                <a:latin typeface="Aptos" panose="020B0004020202020204" pitchFamily="34" charset="0"/>
              </a:rPr>
              <a:t> </a:t>
            </a:r>
            <a:r>
              <a:rPr lang="nl-NL" sz="2200" dirty="0"/>
              <a:t>is </a:t>
            </a:r>
            <a:r>
              <a:rPr lang="nl-NL" sz="2200" dirty="0" err="1"/>
              <a:t>the</a:t>
            </a:r>
            <a:r>
              <a:rPr lang="nl-NL" sz="2200" dirty="0"/>
              <a:t> </a:t>
            </a:r>
            <a:r>
              <a:rPr lang="nl-NL" sz="2200" dirty="0" err="1"/>
              <a:t>shortest</a:t>
            </a:r>
            <a:r>
              <a:rPr lang="nl-NL" sz="2200" dirty="0"/>
              <a:t> </a:t>
            </a:r>
            <a:r>
              <a:rPr lang="nl-NL" sz="2200" dirty="0" err="1"/>
              <a:t>path</a:t>
            </a:r>
            <a:endParaRPr lang="nl-NL" sz="2200" dirty="0"/>
          </a:p>
        </p:txBody>
      </p:sp>
      <p:sp>
        <p:nvSpPr>
          <p:cNvPr id="5" name="A">
            <a:extLst>
              <a:ext uri="{FF2B5EF4-FFF2-40B4-BE49-F238E27FC236}">
                <a16:creationId xmlns:a16="http://schemas.microsoft.com/office/drawing/2014/main" id="{A799CFBF-0D75-51CD-8159-14F64C48D5DB}"/>
              </a:ext>
            </a:extLst>
          </p:cNvPr>
          <p:cNvSpPr/>
          <p:nvPr/>
        </p:nvSpPr>
        <p:spPr>
          <a:xfrm>
            <a:off x="365763" y="3870008"/>
            <a:ext cx="427106" cy="427106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dirty="0">
                <a:latin typeface="Aptos" panose="020B0004020202020204" pitchFamily="34" charset="0"/>
              </a:rPr>
              <a:t>A</a:t>
            </a:r>
          </a:p>
        </p:txBody>
      </p:sp>
      <p:sp>
        <p:nvSpPr>
          <p:cNvPr id="6" name="B">
            <a:extLst>
              <a:ext uri="{FF2B5EF4-FFF2-40B4-BE49-F238E27FC236}">
                <a16:creationId xmlns:a16="http://schemas.microsoft.com/office/drawing/2014/main" id="{BC1CED09-261D-209E-3754-C1FF3F6AC960}"/>
              </a:ext>
            </a:extLst>
          </p:cNvPr>
          <p:cNvSpPr/>
          <p:nvPr/>
        </p:nvSpPr>
        <p:spPr>
          <a:xfrm>
            <a:off x="2057950" y="5562671"/>
            <a:ext cx="427106" cy="427106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dirty="0">
                <a:latin typeface="Aptos" panose="020B0004020202020204" pitchFamily="34" charset="0"/>
              </a:rPr>
              <a:t>B</a:t>
            </a:r>
          </a:p>
        </p:txBody>
      </p:sp>
      <p:sp>
        <p:nvSpPr>
          <p:cNvPr id="7" name="C">
            <a:extLst>
              <a:ext uri="{FF2B5EF4-FFF2-40B4-BE49-F238E27FC236}">
                <a16:creationId xmlns:a16="http://schemas.microsoft.com/office/drawing/2014/main" id="{051B9F2F-D563-CD6C-7958-B9CE10AC6B85}"/>
              </a:ext>
            </a:extLst>
          </p:cNvPr>
          <p:cNvSpPr/>
          <p:nvPr/>
        </p:nvSpPr>
        <p:spPr>
          <a:xfrm>
            <a:off x="1234333" y="4158427"/>
            <a:ext cx="427106" cy="427106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dirty="0">
                <a:latin typeface="Aptos" panose="020B0004020202020204" pitchFamily="34" charset="0"/>
              </a:rPr>
              <a:t>C</a:t>
            </a:r>
          </a:p>
        </p:txBody>
      </p:sp>
      <p:sp>
        <p:nvSpPr>
          <p:cNvPr id="8" name="D">
            <a:extLst>
              <a:ext uri="{FF2B5EF4-FFF2-40B4-BE49-F238E27FC236}">
                <a16:creationId xmlns:a16="http://schemas.microsoft.com/office/drawing/2014/main" id="{50BF8129-E27B-B6D6-3072-FCB938720AD2}"/>
              </a:ext>
            </a:extLst>
          </p:cNvPr>
          <p:cNvSpPr/>
          <p:nvPr/>
        </p:nvSpPr>
        <p:spPr>
          <a:xfrm>
            <a:off x="3027161" y="5723290"/>
            <a:ext cx="427106" cy="427106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dirty="0">
                <a:latin typeface="Aptos" panose="020B0004020202020204" pitchFamily="34" charset="0"/>
              </a:rPr>
              <a:t>D</a:t>
            </a:r>
          </a:p>
        </p:txBody>
      </p:sp>
      <p:sp>
        <p:nvSpPr>
          <p:cNvPr id="9" name="E">
            <a:extLst>
              <a:ext uri="{FF2B5EF4-FFF2-40B4-BE49-F238E27FC236}">
                <a16:creationId xmlns:a16="http://schemas.microsoft.com/office/drawing/2014/main" id="{FC257451-D1CF-29D1-9DF0-FDDA6C3B9EE9}"/>
              </a:ext>
            </a:extLst>
          </p:cNvPr>
          <p:cNvSpPr/>
          <p:nvPr/>
        </p:nvSpPr>
        <p:spPr>
          <a:xfrm>
            <a:off x="2678209" y="5111518"/>
            <a:ext cx="427106" cy="427106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dirty="0">
                <a:latin typeface="Aptos" panose="020B0004020202020204" pitchFamily="34" charset="0"/>
              </a:rPr>
              <a:t>E</a:t>
            </a:r>
          </a:p>
        </p:txBody>
      </p:sp>
      <p:sp>
        <p:nvSpPr>
          <p:cNvPr id="14" name="F">
            <a:extLst>
              <a:ext uri="{FF2B5EF4-FFF2-40B4-BE49-F238E27FC236}">
                <a16:creationId xmlns:a16="http://schemas.microsoft.com/office/drawing/2014/main" id="{A535DF23-4128-319C-D0E2-BA6E5E512D64}"/>
              </a:ext>
            </a:extLst>
          </p:cNvPr>
          <p:cNvSpPr/>
          <p:nvPr/>
        </p:nvSpPr>
        <p:spPr>
          <a:xfrm>
            <a:off x="2422508" y="6288414"/>
            <a:ext cx="427106" cy="427106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dirty="0">
                <a:latin typeface="Aptos" panose="020B0004020202020204" pitchFamily="34" charset="0"/>
              </a:rPr>
              <a:t>F</a:t>
            </a:r>
          </a:p>
        </p:txBody>
      </p:sp>
      <p:sp>
        <p:nvSpPr>
          <p:cNvPr id="20" name="G">
            <a:extLst>
              <a:ext uri="{FF2B5EF4-FFF2-40B4-BE49-F238E27FC236}">
                <a16:creationId xmlns:a16="http://schemas.microsoft.com/office/drawing/2014/main" id="{68A9B41A-E646-BC67-2EF4-1809D18B72BD}"/>
              </a:ext>
            </a:extLst>
          </p:cNvPr>
          <p:cNvSpPr/>
          <p:nvPr/>
        </p:nvSpPr>
        <p:spPr>
          <a:xfrm>
            <a:off x="2047077" y="4669688"/>
            <a:ext cx="427106" cy="427106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dirty="0">
                <a:latin typeface="Aptos" panose="020B0004020202020204" pitchFamily="34" charset="0"/>
              </a:rPr>
              <a:t>G</a:t>
            </a:r>
          </a:p>
        </p:txBody>
      </p:sp>
      <p:cxnSp>
        <p:nvCxnSpPr>
          <p:cNvPr id="10" name="AC">
            <a:extLst>
              <a:ext uri="{FF2B5EF4-FFF2-40B4-BE49-F238E27FC236}">
                <a16:creationId xmlns:a16="http://schemas.microsoft.com/office/drawing/2014/main" id="{91213FA0-23F1-2A06-7CC1-755E92DDBA6C}"/>
              </a:ext>
            </a:extLst>
          </p:cNvPr>
          <p:cNvCxnSpPr>
            <a:cxnSpLocks/>
            <a:stCxn id="5" idx="6"/>
            <a:endCxn id="7" idx="1"/>
          </p:cNvCxnSpPr>
          <p:nvPr/>
        </p:nvCxnSpPr>
        <p:spPr>
          <a:xfrm>
            <a:off x="792869" y="4083561"/>
            <a:ext cx="504012" cy="137414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2" name="BD">
            <a:extLst>
              <a:ext uri="{FF2B5EF4-FFF2-40B4-BE49-F238E27FC236}">
                <a16:creationId xmlns:a16="http://schemas.microsoft.com/office/drawing/2014/main" id="{22F6176F-EA2D-DEB2-B1B6-8D9298E6A25A}"/>
              </a:ext>
            </a:extLst>
          </p:cNvPr>
          <p:cNvCxnSpPr>
            <a:cxnSpLocks/>
            <a:stCxn id="6" idx="6"/>
            <a:endCxn id="8" idx="2"/>
          </p:cNvCxnSpPr>
          <p:nvPr/>
        </p:nvCxnSpPr>
        <p:spPr>
          <a:xfrm>
            <a:off x="2485056" y="5776224"/>
            <a:ext cx="542105" cy="160619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5" name="EB">
            <a:extLst>
              <a:ext uri="{FF2B5EF4-FFF2-40B4-BE49-F238E27FC236}">
                <a16:creationId xmlns:a16="http://schemas.microsoft.com/office/drawing/2014/main" id="{00415D63-0161-AD26-0D29-2912973E59FB}"/>
              </a:ext>
            </a:extLst>
          </p:cNvPr>
          <p:cNvCxnSpPr>
            <a:cxnSpLocks/>
            <a:stCxn id="9" idx="3"/>
            <a:endCxn id="6" idx="7"/>
          </p:cNvCxnSpPr>
          <p:nvPr/>
        </p:nvCxnSpPr>
        <p:spPr>
          <a:xfrm flipH="1">
            <a:off x="2422508" y="5476076"/>
            <a:ext cx="318249" cy="149143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6" name="DF">
            <a:extLst>
              <a:ext uri="{FF2B5EF4-FFF2-40B4-BE49-F238E27FC236}">
                <a16:creationId xmlns:a16="http://schemas.microsoft.com/office/drawing/2014/main" id="{75E2E929-7657-28F1-95F9-605569BE7F16}"/>
              </a:ext>
            </a:extLst>
          </p:cNvPr>
          <p:cNvCxnSpPr>
            <a:cxnSpLocks/>
            <a:stCxn id="8" idx="3"/>
            <a:endCxn id="14" idx="7"/>
          </p:cNvCxnSpPr>
          <p:nvPr/>
        </p:nvCxnSpPr>
        <p:spPr>
          <a:xfrm flipH="1">
            <a:off x="2787066" y="6087848"/>
            <a:ext cx="302643" cy="263114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9" name="CG">
            <a:extLst>
              <a:ext uri="{FF2B5EF4-FFF2-40B4-BE49-F238E27FC236}">
                <a16:creationId xmlns:a16="http://schemas.microsoft.com/office/drawing/2014/main" id="{4A614651-F7DB-DF70-0642-FEFE250116C2}"/>
              </a:ext>
            </a:extLst>
          </p:cNvPr>
          <p:cNvCxnSpPr>
            <a:cxnSpLocks/>
            <a:stCxn id="7" idx="5"/>
            <a:endCxn id="20" idx="1"/>
          </p:cNvCxnSpPr>
          <p:nvPr/>
        </p:nvCxnSpPr>
        <p:spPr>
          <a:xfrm>
            <a:off x="1598891" y="4522985"/>
            <a:ext cx="510734" cy="209251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1" name="GE">
            <a:extLst>
              <a:ext uri="{FF2B5EF4-FFF2-40B4-BE49-F238E27FC236}">
                <a16:creationId xmlns:a16="http://schemas.microsoft.com/office/drawing/2014/main" id="{BE034295-3A06-D8BA-3CCF-E62DB16AABFB}"/>
              </a:ext>
            </a:extLst>
          </p:cNvPr>
          <p:cNvCxnSpPr>
            <a:cxnSpLocks/>
            <a:stCxn id="20" idx="5"/>
            <a:endCxn id="9" idx="1"/>
          </p:cNvCxnSpPr>
          <p:nvPr/>
        </p:nvCxnSpPr>
        <p:spPr>
          <a:xfrm>
            <a:off x="2411635" y="5034246"/>
            <a:ext cx="329122" cy="13982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4" name="cAC">
            <a:extLst>
              <a:ext uri="{FF2B5EF4-FFF2-40B4-BE49-F238E27FC236}">
                <a16:creationId xmlns:a16="http://schemas.microsoft.com/office/drawing/2014/main" id="{9CA3E328-ED0C-EC24-5DA4-6C74DD6322EA}"/>
              </a:ext>
            </a:extLst>
          </p:cNvPr>
          <p:cNvSpPr txBox="1"/>
          <p:nvPr/>
        </p:nvSpPr>
        <p:spPr>
          <a:xfrm>
            <a:off x="792869" y="4173285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NL" b="1" dirty="0">
                <a:latin typeface="Aptos" panose="020B0004020202020204" pitchFamily="34" charset="0"/>
              </a:rPr>
              <a:t>2</a:t>
            </a:r>
          </a:p>
        </p:txBody>
      </p:sp>
      <p:sp>
        <p:nvSpPr>
          <p:cNvPr id="55" name="cCG">
            <a:extLst>
              <a:ext uri="{FF2B5EF4-FFF2-40B4-BE49-F238E27FC236}">
                <a16:creationId xmlns:a16="http://schemas.microsoft.com/office/drawing/2014/main" id="{60650CFB-B908-767B-2449-FB4862C4B951}"/>
              </a:ext>
            </a:extLst>
          </p:cNvPr>
          <p:cNvSpPr txBox="1"/>
          <p:nvPr/>
        </p:nvSpPr>
        <p:spPr>
          <a:xfrm>
            <a:off x="1699776" y="4245088"/>
            <a:ext cx="3715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NL" b="1" dirty="0">
                <a:latin typeface="Aptos" panose="020B0004020202020204" pitchFamily="34" charset="0"/>
              </a:rPr>
              <a:t>-1</a:t>
            </a:r>
          </a:p>
        </p:txBody>
      </p:sp>
      <p:sp>
        <p:nvSpPr>
          <p:cNvPr id="56" name="cGE">
            <a:extLst>
              <a:ext uri="{FF2B5EF4-FFF2-40B4-BE49-F238E27FC236}">
                <a16:creationId xmlns:a16="http://schemas.microsoft.com/office/drawing/2014/main" id="{A957255F-7EC5-76D5-2888-AD7BDF3EA34C}"/>
              </a:ext>
            </a:extLst>
          </p:cNvPr>
          <p:cNvSpPr txBox="1"/>
          <p:nvPr/>
        </p:nvSpPr>
        <p:spPr>
          <a:xfrm>
            <a:off x="2599947" y="4732236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NL" b="1" dirty="0">
                <a:latin typeface="Aptos" panose="020B0004020202020204" pitchFamily="34" charset="0"/>
              </a:rPr>
              <a:t>1</a:t>
            </a:r>
          </a:p>
        </p:txBody>
      </p:sp>
      <p:sp>
        <p:nvSpPr>
          <p:cNvPr id="57" name="cEB">
            <a:extLst>
              <a:ext uri="{FF2B5EF4-FFF2-40B4-BE49-F238E27FC236}">
                <a16:creationId xmlns:a16="http://schemas.microsoft.com/office/drawing/2014/main" id="{0B25FBF8-C199-9E02-792D-DF7EB5B4A11B}"/>
              </a:ext>
            </a:extLst>
          </p:cNvPr>
          <p:cNvSpPr txBox="1"/>
          <p:nvPr/>
        </p:nvSpPr>
        <p:spPr>
          <a:xfrm>
            <a:off x="2341881" y="5193339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NL" b="1" dirty="0">
                <a:latin typeface="Aptos" panose="020B0004020202020204" pitchFamily="34" charset="0"/>
              </a:rPr>
              <a:t>3</a:t>
            </a:r>
          </a:p>
        </p:txBody>
      </p:sp>
      <p:sp>
        <p:nvSpPr>
          <p:cNvPr id="59" name="cBD">
            <a:extLst>
              <a:ext uri="{FF2B5EF4-FFF2-40B4-BE49-F238E27FC236}">
                <a16:creationId xmlns:a16="http://schemas.microsoft.com/office/drawing/2014/main" id="{CF44E083-AE4A-2452-F48F-92C300693ECD}"/>
              </a:ext>
            </a:extLst>
          </p:cNvPr>
          <p:cNvSpPr txBox="1"/>
          <p:nvPr/>
        </p:nvSpPr>
        <p:spPr>
          <a:xfrm>
            <a:off x="2730606" y="5549750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NL" b="1" dirty="0">
                <a:latin typeface="Aptos" panose="020B0004020202020204" pitchFamily="34" charset="0"/>
              </a:rPr>
              <a:t>4</a:t>
            </a:r>
          </a:p>
        </p:txBody>
      </p:sp>
      <p:sp>
        <p:nvSpPr>
          <p:cNvPr id="62" name="cDF">
            <a:extLst>
              <a:ext uri="{FF2B5EF4-FFF2-40B4-BE49-F238E27FC236}">
                <a16:creationId xmlns:a16="http://schemas.microsoft.com/office/drawing/2014/main" id="{FF33BB52-6950-4A5F-B19C-F3E04792C8EA}"/>
              </a:ext>
            </a:extLst>
          </p:cNvPr>
          <p:cNvSpPr txBox="1"/>
          <p:nvPr/>
        </p:nvSpPr>
        <p:spPr>
          <a:xfrm>
            <a:off x="2951266" y="6132635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NL" b="1" dirty="0">
                <a:latin typeface="Aptos" panose="020B0004020202020204" pitchFamily="34" charset="0"/>
              </a:rPr>
              <a:t>2</a:t>
            </a:r>
          </a:p>
        </p:txBody>
      </p:sp>
      <p:sp>
        <p:nvSpPr>
          <p:cNvPr id="100" name="A">
            <a:extLst>
              <a:ext uri="{FF2B5EF4-FFF2-40B4-BE49-F238E27FC236}">
                <a16:creationId xmlns:a16="http://schemas.microsoft.com/office/drawing/2014/main" id="{787883BF-F826-89A5-B68B-73AFA1EB4782}"/>
              </a:ext>
            </a:extLst>
          </p:cNvPr>
          <p:cNvSpPr/>
          <p:nvPr/>
        </p:nvSpPr>
        <p:spPr>
          <a:xfrm>
            <a:off x="6822402" y="3274131"/>
            <a:ext cx="427106" cy="427106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dirty="0">
                <a:latin typeface="Aptos" panose="020B0004020202020204" pitchFamily="34" charset="0"/>
              </a:rPr>
              <a:t>A</a:t>
            </a:r>
          </a:p>
        </p:txBody>
      </p:sp>
      <p:sp>
        <p:nvSpPr>
          <p:cNvPr id="101" name="B">
            <a:extLst>
              <a:ext uri="{FF2B5EF4-FFF2-40B4-BE49-F238E27FC236}">
                <a16:creationId xmlns:a16="http://schemas.microsoft.com/office/drawing/2014/main" id="{D45F4A13-2C68-8B80-778A-BEB5DB57606A}"/>
              </a:ext>
            </a:extLst>
          </p:cNvPr>
          <p:cNvSpPr/>
          <p:nvPr/>
        </p:nvSpPr>
        <p:spPr>
          <a:xfrm>
            <a:off x="8253003" y="2892432"/>
            <a:ext cx="427106" cy="427106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dirty="0">
                <a:latin typeface="Aptos" panose="020B0004020202020204" pitchFamily="34" charset="0"/>
              </a:rPr>
              <a:t>B</a:t>
            </a:r>
          </a:p>
        </p:txBody>
      </p:sp>
      <p:sp>
        <p:nvSpPr>
          <p:cNvPr id="102" name="C">
            <a:extLst>
              <a:ext uri="{FF2B5EF4-FFF2-40B4-BE49-F238E27FC236}">
                <a16:creationId xmlns:a16="http://schemas.microsoft.com/office/drawing/2014/main" id="{CE465A33-2482-E2E7-AECC-70DC031AE2FD}"/>
              </a:ext>
            </a:extLst>
          </p:cNvPr>
          <p:cNvSpPr/>
          <p:nvPr/>
        </p:nvSpPr>
        <p:spPr>
          <a:xfrm>
            <a:off x="8253003" y="4638188"/>
            <a:ext cx="427106" cy="427106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dirty="0">
                <a:latin typeface="Aptos" panose="020B0004020202020204" pitchFamily="34" charset="0"/>
              </a:rPr>
              <a:t>C</a:t>
            </a:r>
          </a:p>
        </p:txBody>
      </p:sp>
      <p:sp>
        <p:nvSpPr>
          <p:cNvPr id="103" name="D">
            <a:extLst>
              <a:ext uri="{FF2B5EF4-FFF2-40B4-BE49-F238E27FC236}">
                <a16:creationId xmlns:a16="http://schemas.microsoft.com/office/drawing/2014/main" id="{19113310-0086-D5EF-23F4-FF79B50E265B}"/>
              </a:ext>
            </a:extLst>
          </p:cNvPr>
          <p:cNvSpPr/>
          <p:nvPr/>
        </p:nvSpPr>
        <p:spPr>
          <a:xfrm>
            <a:off x="9697125" y="2847025"/>
            <a:ext cx="427106" cy="427106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dirty="0">
                <a:latin typeface="Aptos" panose="020B0004020202020204" pitchFamily="34" charset="0"/>
              </a:rPr>
              <a:t>D</a:t>
            </a:r>
          </a:p>
        </p:txBody>
      </p:sp>
      <p:sp>
        <p:nvSpPr>
          <p:cNvPr id="104" name="E">
            <a:extLst>
              <a:ext uri="{FF2B5EF4-FFF2-40B4-BE49-F238E27FC236}">
                <a16:creationId xmlns:a16="http://schemas.microsoft.com/office/drawing/2014/main" id="{7567106B-74EF-3199-5E6A-F9A45CB26BA0}"/>
              </a:ext>
            </a:extLst>
          </p:cNvPr>
          <p:cNvSpPr/>
          <p:nvPr/>
        </p:nvSpPr>
        <p:spPr>
          <a:xfrm>
            <a:off x="10086548" y="4535934"/>
            <a:ext cx="427106" cy="427106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dirty="0">
                <a:latin typeface="Aptos" panose="020B0004020202020204" pitchFamily="34" charset="0"/>
              </a:rPr>
              <a:t>E</a:t>
            </a:r>
          </a:p>
        </p:txBody>
      </p:sp>
      <p:sp>
        <p:nvSpPr>
          <p:cNvPr id="105" name="F">
            <a:extLst>
              <a:ext uri="{FF2B5EF4-FFF2-40B4-BE49-F238E27FC236}">
                <a16:creationId xmlns:a16="http://schemas.microsoft.com/office/drawing/2014/main" id="{B8BE015E-768F-DFE9-BB67-6F8C8EF30FF6}"/>
              </a:ext>
            </a:extLst>
          </p:cNvPr>
          <p:cNvSpPr/>
          <p:nvPr/>
        </p:nvSpPr>
        <p:spPr>
          <a:xfrm>
            <a:off x="11228660" y="3215447"/>
            <a:ext cx="427106" cy="427106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dirty="0">
                <a:latin typeface="Aptos" panose="020B0004020202020204" pitchFamily="34" charset="0"/>
              </a:rPr>
              <a:t>F</a:t>
            </a:r>
          </a:p>
        </p:txBody>
      </p:sp>
      <p:sp>
        <p:nvSpPr>
          <p:cNvPr id="106" name="G">
            <a:extLst>
              <a:ext uri="{FF2B5EF4-FFF2-40B4-BE49-F238E27FC236}">
                <a16:creationId xmlns:a16="http://schemas.microsoft.com/office/drawing/2014/main" id="{80DAFB53-0FB4-DB51-BCAE-560AF18A6711}"/>
              </a:ext>
            </a:extLst>
          </p:cNvPr>
          <p:cNvSpPr/>
          <p:nvPr/>
        </p:nvSpPr>
        <p:spPr>
          <a:xfrm>
            <a:off x="9100160" y="5486399"/>
            <a:ext cx="427106" cy="427106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dirty="0">
                <a:latin typeface="Aptos" panose="020B0004020202020204" pitchFamily="34" charset="0"/>
              </a:rPr>
              <a:t>G</a:t>
            </a:r>
          </a:p>
        </p:txBody>
      </p:sp>
      <p:cxnSp>
        <p:nvCxnSpPr>
          <p:cNvPr id="107" name="AC">
            <a:extLst>
              <a:ext uri="{FF2B5EF4-FFF2-40B4-BE49-F238E27FC236}">
                <a16:creationId xmlns:a16="http://schemas.microsoft.com/office/drawing/2014/main" id="{6CBF45DB-305B-1C08-4C40-D69F7E632260}"/>
              </a:ext>
            </a:extLst>
          </p:cNvPr>
          <p:cNvCxnSpPr>
            <a:cxnSpLocks/>
            <a:stCxn id="100" idx="5"/>
            <a:endCxn id="102" idx="1"/>
          </p:cNvCxnSpPr>
          <p:nvPr/>
        </p:nvCxnSpPr>
        <p:spPr>
          <a:xfrm>
            <a:off x="7186960" y="3638689"/>
            <a:ext cx="1128591" cy="1062047"/>
          </a:xfrm>
          <a:prstGeom prst="straightConnector1">
            <a:avLst/>
          </a:prstGeom>
          <a:ln w="381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8" name="AB">
            <a:extLst>
              <a:ext uri="{FF2B5EF4-FFF2-40B4-BE49-F238E27FC236}">
                <a16:creationId xmlns:a16="http://schemas.microsoft.com/office/drawing/2014/main" id="{4E8191F9-0B66-69AE-73DB-D369BED9060D}"/>
              </a:ext>
            </a:extLst>
          </p:cNvPr>
          <p:cNvCxnSpPr>
            <a:cxnSpLocks/>
            <a:stCxn id="100" idx="7"/>
            <a:endCxn id="101" idx="2"/>
          </p:cNvCxnSpPr>
          <p:nvPr/>
        </p:nvCxnSpPr>
        <p:spPr>
          <a:xfrm flipV="1">
            <a:off x="7186960" y="3105985"/>
            <a:ext cx="1066043" cy="230694"/>
          </a:xfrm>
          <a:prstGeom prst="straightConnector1">
            <a:avLst/>
          </a:prstGeom>
          <a:ln w="381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9" name="BD">
            <a:extLst>
              <a:ext uri="{FF2B5EF4-FFF2-40B4-BE49-F238E27FC236}">
                <a16:creationId xmlns:a16="http://schemas.microsoft.com/office/drawing/2014/main" id="{63A1185C-1A02-9C2D-6D1E-6CA69CDED9D4}"/>
              </a:ext>
            </a:extLst>
          </p:cNvPr>
          <p:cNvCxnSpPr>
            <a:cxnSpLocks/>
            <a:stCxn id="101" idx="6"/>
            <a:endCxn id="103" idx="2"/>
          </p:cNvCxnSpPr>
          <p:nvPr/>
        </p:nvCxnSpPr>
        <p:spPr>
          <a:xfrm flipV="1">
            <a:off x="8680109" y="3060578"/>
            <a:ext cx="1017016" cy="45407"/>
          </a:xfrm>
          <a:prstGeom prst="straightConnector1">
            <a:avLst/>
          </a:prstGeom>
          <a:ln w="381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0" name="CB">
            <a:extLst>
              <a:ext uri="{FF2B5EF4-FFF2-40B4-BE49-F238E27FC236}">
                <a16:creationId xmlns:a16="http://schemas.microsoft.com/office/drawing/2014/main" id="{B8A0368B-5F71-4A29-C54C-63FAF519F6C2}"/>
              </a:ext>
            </a:extLst>
          </p:cNvPr>
          <p:cNvCxnSpPr>
            <a:cxnSpLocks/>
            <a:stCxn id="102" idx="0"/>
            <a:endCxn id="101" idx="4"/>
          </p:cNvCxnSpPr>
          <p:nvPr/>
        </p:nvCxnSpPr>
        <p:spPr>
          <a:xfrm flipV="1">
            <a:off x="8466556" y="3319538"/>
            <a:ext cx="0" cy="1318650"/>
          </a:xfrm>
          <a:prstGeom prst="straightConnector1">
            <a:avLst/>
          </a:prstGeom>
          <a:ln w="381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1" name="EB">
            <a:extLst>
              <a:ext uri="{FF2B5EF4-FFF2-40B4-BE49-F238E27FC236}">
                <a16:creationId xmlns:a16="http://schemas.microsoft.com/office/drawing/2014/main" id="{2F09435E-58B6-3742-1485-1848FC015CB3}"/>
              </a:ext>
            </a:extLst>
          </p:cNvPr>
          <p:cNvCxnSpPr>
            <a:cxnSpLocks/>
            <a:stCxn id="104" idx="1"/>
            <a:endCxn id="101" idx="5"/>
          </p:cNvCxnSpPr>
          <p:nvPr/>
        </p:nvCxnSpPr>
        <p:spPr>
          <a:xfrm flipH="1" flipV="1">
            <a:off x="8617561" y="3256990"/>
            <a:ext cx="1531535" cy="1341492"/>
          </a:xfrm>
          <a:prstGeom prst="straightConnector1">
            <a:avLst/>
          </a:prstGeom>
          <a:ln w="381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2" name="DF">
            <a:extLst>
              <a:ext uri="{FF2B5EF4-FFF2-40B4-BE49-F238E27FC236}">
                <a16:creationId xmlns:a16="http://schemas.microsoft.com/office/drawing/2014/main" id="{74F0A0F9-DC7B-08AC-6EDD-A5AC1EB00BD2}"/>
              </a:ext>
            </a:extLst>
          </p:cNvPr>
          <p:cNvCxnSpPr>
            <a:cxnSpLocks/>
            <a:stCxn id="103" idx="6"/>
            <a:endCxn id="105" idx="2"/>
          </p:cNvCxnSpPr>
          <p:nvPr/>
        </p:nvCxnSpPr>
        <p:spPr>
          <a:xfrm>
            <a:off x="10124231" y="3060578"/>
            <a:ext cx="1104429" cy="368422"/>
          </a:xfrm>
          <a:prstGeom prst="straightConnector1">
            <a:avLst/>
          </a:prstGeom>
          <a:ln w="381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3" name="EF">
            <a:extLst>
              <a:ext uri="{FF2B5EF4-FFF2-40B4-BE49-F238E27FC236}">
                <a16:creationId xmlns:a16="http://schemas.microsoft.com/office/drawing/2014/main" id="{94BB9A19-D867-C833-2285-59E30446B038}"/>
              </a:ext>
            </a:extLst>
          </p:cNvPr>
          <p:cNvCxnSpPr>
            <a:cxnSpLocks/>
            <a:stCxn id="104" idx="7"/>
            <a:endCxn id="105" idx="3"/>
          </p:cNvCxnSpPr>
          <p:nvPr/>
        </p:nvCxnSpPr>
        <p:spPr>
          <a:xfrm flipV="1">
            <a:off x="10451106" y="3580005"/>
            <a:ext cx="840102" cy="1018477"/>
          </a:xfrm>
          <a:prstGeom prst="straightConnector1">
            <a:avLst/>
          </a:prstGeom>
          <a:ln w="381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4" name="ED">
            <a:extLst>
              <a:ext uri="{FF2B5EF4-FFF2-40B4-BE49-F238E27FC236}">
                <a16:creationId xmlns:a16="http://schemas.microsoft.com/office/drawing/2014/main" id="{A0FF34AE-CC5D-6C8D-FC46-368C6779E1FE}"/>
              </a:ext>
            </a:extLst>
          </p:cNvPr>
          <p:cNvCxnSpPr>
            <a:cxnSpLocks/>
            <a:stCxn id="104" idx="0"/>
            <a:endCxn id="103" idx="4"/>
          </p:cNvCxnSpPr>
          <p:nvPr/>
        </p:nvCxnSpPr>
        <p:spPr>
          <a:xfrm flipH="1" flipV="1">
            <a:off x="9910678" y="3274131"/>
            <a:ext cx="389423" cy="1261803"/>
          </a:xfrm>
          <a:prstGeom prst="straightConnector1">
            <a:avLst/>
          </a:prstGeom>
          <a:ln w="381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5" name="CG">
            <a:extLst>
              <a:ext uri="{FF2B5EF4-FFF2-40B4-BE49-F238E27FC236}">
                <a16:creationId xmlns:a16="http://schemas.microsoft.com/office/drawing/2014/main" id="{544617F5-CC06-86FF-7A4D-2221C598A67F}"/>
              </a:ext>
            </a:extLst>
          </p:cNvPr>
          <p:cNvCxnSpPr>
            <a:cxnSpLocks/>
            <a:stCxn id="102" idx="5"/>
            <a:endCxn id="106" idx="1"/>
          </p:cNvCxnSpPr>
          <p:nvPr/>
        </p:nvCxnSpPr>
        <p:spPr>
          <a:xfrm>
            <a:off x="8617561" y="5002746"/>
            <a:ext cx="545147" cy="546201"/>
          </a:xfrm>
          <a:prstGeom prst="straightConnector1">
            <a:avLst/>
          </a:prstGeom>
          <a:ln w="381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6" name="GE">
            <a:extLst>
              <a:ext uri="{FF2B5EF4-FFF2-40B4-BE49-F238E27FC236}">
                <a16:creationId xmlns:a16="http://schemas.microsoft.com/office/drawing/2014/main" id="{0EDBF0BD-6DA6-471F-948C-368AA2DE4139}"/>
              </a:ext>
            </a:extLst>
          </p:cNvPr>
          <p:cNvCxnSpPr>
            <a:cxnSpLocks/>
            <a:stCxn id="106" idx="7"/>
            <a:endCxn id="104" idx="3"/>
          </p:cNvCxnSpPr>
          <p:nvPr/>
        </p:nvCxnSpPr>
        <p:spPr>
          <a:xfrm flipV="1">
            <a:off x="9464718" y="4900492"/>
            <a:ext cx="684378" cy="648455"/>
          </a:xfrm>
          <a:prstGeom prst="straightConnector1">
            <a:avLst/>
          </a:prstGeom>
          <a:ln w="381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17" name="cAB">
            <a:extLst>
              <a:ext uri="{FF2B5EF4-FFF2-40B4-BE49-F238E27FC236}">
                <a16:creationId xmlns:a16="http://schemas.microsoft.com/office/drawing/2014/main" id="{B18ADE72-69E6-F1CA-5FAD-4C794B18613E}"/>
              </a:ext>
            </a:extLst>
          </p:cNvPr>
          <p:cNvSpPr txBox="1"/>
          <p:nvPr/>
        </p:nvSpPr>
        <p:spPr>
          <a:xfrm>
            <a:off x="7543800" y="2892432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>
              <a:defRPr b="1">
                <a:latin typeface="Aptos" panose="020B0004020202020204" pitchFamily="34" charset="0"/>
              </a:defRPr>
            </a:lvl1pPr>
          </a:lstStyle>
          <a:p>
            <a:r>
              <a:rPr lang="nl-NL" dirty="0"/>
              <a:t>3</a:t>
            </a:r>
          </a:p>
        </p:txBody>
      </p:sp>
      <p:sp>
        <p:nvSpPr>
          <p:cNvPr id="118" name="cAC">
            <a:extLst>
              <a:ext uri="{FF2B5EF4-FFF2-40B4-BE49-F238E27FC236}">
                <a16:creationId xmlns:a16="http://schemas.microsoft.com/office/drawing/2014/main" id="{2FED5584-5159-406D-A857-774B3EF89982}"/>
              </a:ext>
            </a:extLst>
          </p:cNvPr>
          <p:cNvSpPr txBox="1"/>
          <p:nvPr/>
        </p:nvSpPr>
        <p:spPr>
          <a:xfrm>
            <a:off x="7317033" y="3970631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NL" b="1" dirty="0">
                <a:latin typeface="Aptos" panose="020B0004020202020204" pitchFamily="34" charset="0"/>
              </a:rPr>
              <a:t>2</a:t>
            </a:r>
          </a:p>
        </p:txBody>
      </p:sp>
      <p:sp>
        <p:nvSpPr>
          <p:cNvPr id="119" name="cCG">
            <a:extLst>
              <a:ext uri="{FF2B5EF4-FFF2-40B4-BE49-F238E27FC236}">
                <a16:creationId xmlns:a16="http://schemas.microsoft.com/office/drawing/2014/main" id="{5BC813BE-323A-D7D2-1F16-C650B61F921E}"/>
              </a:ext>
            </a:extLst>
          </p:cNvPr>
          <p:cNvSpPr txBox="1"/>
          <p:nvPr/>
        </p:nvSpPr>
        <p:spPr>
          <a:xfrm>
            <a:off x="8466556" y="5177228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NL" b="1" dirty="0">
                <a:latin typeface="Aptos" panose="020B0004020202020204" pitchFamily="34" charset="0"/>
              </a:rPr>
              <a:t>4</a:t>
            </a:r>
          </a:p>
        </p:txBody>
      </p:sp>
      <p:sp>
        <p:nvSpPr>
          <p:cNvPr id="120" name="cGE">
            <a:extLst>
              <a:ext uri="{FF2B5EF4-FFF2-40B4-BE49-F238E27FC236}">
                <a16:creationId xmlns:a16="http://schemas.microsoft.com/office/drawing/2014/main" id="{5AE5DE13-7197-E47E-78DF-CD7D1DD13DC6}"/>
              </a:ext>
            </a:extLst>
          </p:cNvPr>
          <p:cNvSpPr txBox="1"/>
          <p:nvPr/>
        </p:nvSpPr>
        <p:spPr>
          <a:xfrm>
            <a:off x="9715036" y="5224719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NL" b="1" dirty="0">
                <a:latin typeface="Aptos" panose="020B0004020202020204" pitchFamily="34" charset="0"/>
              </a:rPr>
              <a:t>1</a:t>
            </a:r>
          </a:p>
        </p:txBody>
      </p:sp>
      <p:sp>
        <p:nvSpPr>
          <p:cNvPr id="121" name="cEB">
            <a:extLst>
              <a:ext uri="{FF2B5EF4-FFF2-40B4-BE49-F238E27FC236}">
                <a16:creationId xmlns:a16="http://schemas.microsoft.com/office/drawing/2014/main" id="{800DF050-B267-0E4A-D8FE-B10CB1CCFC1A}"/>
              </a:ext>
            </a:extLst>
          </p:cNvPr>
          <p:cNvSpPr txBox="1"/>
          <p:nvPr/>
        </p:nvSpPr>
        <p:spPr>
          <a:xfrm>
            <a:off x="9265931" y="3602865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NL" b="1" dirty="0">
                <a:latin typeface="Aptos" panose="020B0004020202020204" pitchFamily="34" charset="0"/>
              </a:rPr>
              <a:t>3</a:t>
            </a:r>
          </a:p>
        </p:txBody>
      </p:sp>
      <p:sp>
        <p:nvSpPr>
          <p:cNvPr id="122" name="cCB">
            <a:extLst>
              <a:ext uri="{FF2B5EF4-FFF2-40B4-BE49-F238E27FC236}">
                <a16:creationId xmlns:a16="http://schemas.microsoft.com/office/drawing/2014/main" id="{F8071C22-814E-C34B-DC97-D65FC3AF9FD8}"/>
              </a:ext>
            </a:extLst>
          </p:cNvPr>
          <p:cNvSpPr txBox="1"/>
          <p:nvPr/>
        </p:nvSpPr>
        <p:spPr>
          <a:xfrm>
            <a:off x="8161502" y="3716618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>
              <a:defRPr b="1">
                <a:latin typeface="Aptos" panose="020B0004020202020204" pitchFamily="34" charset="0"/>
              </a:defRPr>
            </a:lvl1pPr>
          </a:lstStyle>
          <a:p>
            <a:r>
              <a:rPr lang="nl-NL" dirty="0"/>
              <a:t>8</a:t>
            </a:r>
          </a:p>
        </p:txBody>
      </p:sp>
      <p:sp>
        <p:nvSpPr>
          <p:cNvPr id="123" name="cBD">
            <a:extLst>
              <a:ext uri="{FF2B5EF4-FFF2-40B4-BE49-F238E27FC236}">
                <a16:creationId xmlns:a16="http://schemas.microsoft.com/office/drawing/2014/main" id="{3C4E723A-5B24-3E64-046E-CE78FD490D2F}"/>
              </a:ext>
            </a:extLst>
          </p:cNvPr>
          <p:cNvSpPr txBox="1"/>
          <p:nvPr/>
        </p:nvSpPr>
        <p:spPr>
          <a:xfrm>
            <a:off x="8973196" y="2707948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NL" b="1" dirty="0">
                <a:latin typeface="Aptos" panose="020B0004020202020204" pitchFamily="34" charset="0"/>
              </a:rPr>
              <a:t>4</a:t>
            </a:r>
          </a:p>
        </p:txBody>
      </p:sp>
      <p:sp>
        <p:nvSpPr>
          <p:cNvPr id="124" name="cED">
            <a:extLst>
              <a:ext uri="{FF2B5EF4-FFF2-40B4-BE49-F238E27FC236}">
                <a16:creationId xmlns:a16="http://schemas.microsoft.com/office/drawing/2014/main" id="{191E9761-F488-A6C3-5F14-10EDD1E1F4A4}"/>
              </a:ext>
            </a:extLst>
          </p:cNvPr>
          <p:cNvSpPr txBox="1"/>
          <p:nvPr/>
        </p:nvSpPr>
        <p:spPr>
          <a:xfrm>
            <a:off x="10084337" y="3639362"/>
            <a:ext cx="4315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>
              <a:defRPr b="1">
                <a:latin typeface="Aptos" panose="020B0004020202020204" pitchFamily="34" charset="0"/>
              </a:defRPr>
            </a:lvl1pPr>
          </a:lstStyle>
          <a:p>
            <a:r>
              <a:rPr lang="nl-NL" dirty="0"/>
              <a:t>10</a:t>
            </a:r>
          </a:p>
        </p:txBody>
      </p:sp>
      <p:sp>
        <p:nvSpPr>
          <p:cNvPr id="125" name="cEF">
            <a:extLst>
              <a:ext uri="{FF2B5EF4-FFF2-40B4-BE49-F238E27FC236}">
                <a16:creationId xmlns:a16="http://schemas.microsoft.com/office/drawing/2014/main" id="{C5F7463E-D22A-9F57-05DC-256B7B28FDFC}"/>
              </a:ext>
            </a:extLst>
          </p:cNvPr>
          <p:cNvSpPr txBox="1"/>
          <p:nvPr/>
        </p:nvSpPr>
        <p:spPr>
          <a:xfrm>
            <a:off x="10785300" y="4149413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>
              <a:defRPr b="1">
                <a:latin typeface="Aptos" panose="020B0004020202020204" pitchFamily="34" charset="0"/>
              </a:defRPr>
            </a:lvl1pPr>
          </a:lstStyle>
          <a:p>
            <a:r>
              <a:rPr lang="nl-NL" dirty="0"/>
              <a:t>2</a:t>
            </a:r>
          </a:p>
        </p:txBody>
      </p:sp>
      <p:sp>
        <p:nvSpPr>
          <p:cNvPr id="126" name="cDF">
            <a:extLst>
              <a:ext uri="{FF2B5EF4-FFF2-40B4-BE49-F238E27FC236}">
                <a16:creationId xmlns:a16="http://schemas.microsoft.com/office/drawing/2014/main" id="{37FD70FE-EF7F-A39D-7933-D26B7CE5F52B}"/>
              </a:ext>
            </a:extLst>
          </p:cNvPr>
          <p:cNvSpPr txBox="1"/>
          <p:nvPr/>
        </p:nvSpPr>
        <p:spPr>
          <a:xfrm>
            <a:off x="10522396" y="2875912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>
              <a:defRPr b="1">
                <a:latin typeface="Aptos" panose="020B0004020202020204" pitchFamily="34" charset="0"/>
              </a:defRPr>
            </a:lvl1pPr>
          </a:lstStyle>
          <a:p>
            <a:r>
              <a:rPr lang="nl-NL" dirty="0"/>
              <a:t>3</a:t>
            </a:r>
          </a:p>
        </p:txBody>
      </p:sp>
      <p:sp>
        <p:nvSpPr>
          <p:cNvPr id="4" name="Speech Bubble: Oval 3">
            <a:extLst>
              <a:ext uri="{FF2B5EF4-FFF2-40B4-BE49-F238E27FC236}">
                <a16:creationId xmlns:a16="http://schemas.microsoft.com/office/drawing/2014/main" id="{A580C6EA-38C2-1D08-3412-6170B9FBF8AC}"/>
              </a:ext>
            </a:extLst>
          </p:cNvPr>
          <p:cNvSpPr/>
          <p:nvPr/>
        </p:nvSpPr>
        <p:spPr>
          <a:xfrm>
            <a:off x="4190035" y="4900492"/>
            <a:ext cx="3760958" cy="1601475"/>
          </a:xfrm>
          <a:prstGeom prst="wedgeEllipseCallout">
            <a:avLst>
              <a:gd name="adj1" fmla="val 39949"/>
              <a:gd name="adj2" fmla="val -50943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dirty="0" err="1">
                <a:latin typeface="Aptos" panose="020B0004020202020204" pitchFamily="34" charset="0"/>
              </a:rPr>
              <a:t>This</a:t>
            </a:r>
            <a:r>
              <a:rPr lang="nl-NL" dirty="0">
                <a:latin typeface="Aptos" panose="020B0004020202020204" pitchFamily="34" charset="0"/>
              </a:rPr>
              <a:t> is </a:t>
            </a:r>
            <a:r>
              <a:rPr lang="nl-NL" dirty="0" err="1">
                <a:latin typeface="Aptos" panose="020B0004020202020204" pitchFamily="34" charset="0"/>
              </a:rPr>
              <a:t>the</a:t>
            </a:r>
            <a:r>
              <a:rPr lang="nl-NL" dirty="0">
                <a:latin typeface="Aptos" panose="020B0004020202020204" pitchFamily="34" charset="0"/>
              </a:rPr>
              <a:t> “</a:t>
            </a:r>
            <a:r>
              <a:rPr lang="nl-NL" dirty="0" err="1">
                <a:latin typeface="Aptos" panose="020B0004020202020204" pitchFamily="34" charset="0"/>
              </a:rPr>
              <a:t>shortest</a:t>
            </a:r>
            <a:r>
              <a:rPr lang="nl-NL" dirty="0">
                <a:latin typeface="Aptos" panose="020B0004020202020204" pitchFamily="34" charset="0"/>
              </a:rPr>
              <a:t> </a:t>
            </a:r>
            <a:r>
              <a:rPr lang="nl-NL" dirty="0" err="1">
                <a:latin typeface="Aptos" panose="020B0004020202020204" pitchFamily="34" charset="0"/>
              </a:rPr>
              <a:t>paths</a:t>
            </a:r>
            <a:r>
              <a:rPr lang="nl-NL" dirty="0">
                <a:latin typeface="Aptos" panose="020B0004020202020204" pitchFamily="34" charset="0"/>
              </a:rPr>
              <a:t> tree”</a:t>
            </a:r>
          </a:p>
        </p:txBody>
      </p:sp>
    </p:spTree>
    <p:extLst>
      <p:ext uri="{BB962C8B-B14F-4D97-AF65-F5344CB8AC3E}">
        <p14:creationId xmlns:p14="http://schemas.microsoft.com/office/powerpoint/2010/main" val="12114992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1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1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1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1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1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1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1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1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1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1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1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500"/>
                                        <p:tgtEl>
                                          <p:spTgt spid="1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1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500"/>
                                        <p:tgtEl>
                                          <p:spTgt spid="1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500"/>
                                        <p:tgtEl>
                                          <p:spTgt spid="1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500"/>
                                        <p:tgtEl>
                                          <p:spTgt spid="1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" fill="hold">
                      <p:stCondLst>
                        <p:cond delay="indefinite"/>
                      </p:stCondLst>
                      <p:childTnLst>
                        <p:par>
                          <p:cTn id="87" fill="hold">
                            <p:stCondLst>
                              <p:cond delay="0"/>
                            </p:stCondLst>
                            <p:childTnLst>
                              <p:par>
                                <p:cTn id="88" presetID="7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89" dur="500" fill="hold"/>
                                        <p:tgtEl>
                                          <p:spTgt spid="116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F2F2F2"/>
                                      </p:to>
                                    </p:animClr>
                                    <p:set>
                                      <p:cBhvr>
                                        <p:cTn id="90" dur="500" fill="hold"/>
                                        <p:tgtEl>
                                          <p:spTgt spid="116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1" presetID="7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92" dur="500" fill="hold"/>
                                        <p:tgtEl>
                                          <p:spTgt spid="110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F2F2F2"/>
                                      </p:to>
                                    </p:animClr>
                                    <p:set>
                                      <p:cBhvr>
                                        <p:cTn id="93" dur="500" fill="hold"/>
                                        <p:tgtEl>
                                          <p:spTgt spid="110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4" presetID="7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95" dur="500" fill="hold"/>
                                        <p:tgtEl>
                                          <p:spTgt spid="114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F2F2F2"/>
                                      </p:to>
                                    </p:animClr>
                                    <p:set>
                                      <p:cBhvr>
                                        <p:cTn id="96" dur="500" fill="hold"/>
                                        <p:tgtEl>
                                          <p:spTgt spid="114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7" presetID="7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98" dur="500" fill="hold"/>
                                        <p:tgtEl>
                                          <p:spTgt spid="112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F2F2F2"/>
                                      </p:to>
                                    </p:animClr>
                                    <p:set>
                                      <p:cBhvr>
                                        <p:cTn id="99" dur="500" fill="hold"/>
                                        <p:tgtEl>
                                          <p:spTgt spid="112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0" presetID="3" presetClass="emph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01" dur="500" fill="hold"/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2F2F2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02" presetID="3" presetClass="emph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03" dur="500" fill="hold"/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2F2F2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04" presetID="3" presetClass="emph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05" dur="500" fill="hold"/>
                                        <p:tgtEl>
                                          <p:spTgt spid="12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2F2F2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06" presetID="3" presetClass="emph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07" dur="500" fill="hold"/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2F2F2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0" grpId="0" animBg="1"/>
      <p:bldP spid="101" grpId="0" animBg="1"/>
      <p:bldP spid="102" grpId="0" animBg="1"/>
      <p:bldP spid="103" grpId="0" animBg="1"/>
      <p:bldP spid="104" grpId="0" animBg="1"/>
      <p:bldP spid="105" grpId="0" animBg="1"/>
      <p:bldP spid="106" grpId="0" animBg="1"/>
      <p:bldP spid="117" grpId="0"/>
      <p:bldP spid="118" grpId="0"/>
      <p:bldP spid="119" grpId="0"/>
      <p:bldP spid="120" grpId="0"/>
      <p:bldP spid="120" grpId="1"/>
      <p:bldP spid="121" grpId="0"/>
      <p:bldP spid="122" grpId="0"/>
      <p:bldP spid="122" grpId="1"/>
      <p:bldP spid="123" grpId="0"/>
      <p:bldP spid="124" grpId="0"/>
      <p:bldP spid="124" grpId="1"/>
      <p:bldP spid="125" grpId="0"/>
      <p:bldP spid="126" grpId="0"/>
      <p:bldP spid="126" grpId="1"/>
      <p:bldP spid="4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921C59-6A6C-C9B7-0E4C-41BA270B12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3761CD-D363-FACD-044D-8A3CE2395E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 err="1"/>
              <a:t>Shortest</a:t>
            </a:r>
            <a:r>
              <a:rPr lang="nl-NL" dirty="0"/>
              <a:t> </a:t>
            </a:r>
            <a:r>
              <a:rPr lang="nl-NL" dirty="0" err="1"/>
              <a:t>paths</a:t>
            </a:r>
            <a:r>
              <a:rPr lang="nl-NL" dirty="0"/>
              <a:t> – </a:t>
            </a:r>
            <a:r>
              <a:rPr lang="nl-NL" dirty="0" err="1"/>
              <a:t>undirected</a:t>
            </a:r>
            <a:r>
              <a:rPr lang="nl-NL" dirty="0"/>
              <a:t> </a:t>
            </a:r>
            <a:r>
              <a:rPr lang="nl-NL" dirty="0" err="1"/>
              <a:t>graphs</a:t>
            </a:r>
            <a:endParaRPr lang="nl-N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2046C1-949D-3E68-4475-7E8E6EC35F0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0081" y="2633472"/>
            <a:ext cx="5902121" cy="4224528"/>
          </a:xfrm>
        </p:spPr>
        <p:txBody>
          <a:bodyPr>
            <a:normAutofit lnSpcReduction="10000"/>
          </a:bodyPr>
          <a:lstStyle/>
          <a:p>
            <a:r>
              <a:rPr lang="nl-NL" dirty="0" err="1"/>
              <a:t>Shortest</a:t>
            </a:r>
            <a:r>
              <a:rPr lang="nl-NL" dirty="0"/>
              <a:t> </a:t>
            </a:r>
            <a:r>
              <a:rPr lang="nl-NL" dirty="0" err="1"/>
              <a:t>paths</a:t>
            </a:r>
            <a:r>
              <a:rPr lang="nl-NL" dirty="0"/>
              <a:t> </a:t>
            </a:r>
            <a:r>
              <a:rPr lang="nl-NL" dirty="0" err="1"/>
              <a:t>from</a:t>
            </a:r>
            <a:r>
              <a:rPr lang="nl-NL" dirty="0"/>
              <a:t> A</a:t>
            </a:r>
          </a:p>
          <a:p>
            <a:pPr lvl="1"/>
            <a:r>
              <a:rPr lang="nl-NL" sz="2000" dirty="0" err="1"/>
              <a:t>Explore</a:t>
            </a:r>
            <a:r>
              <a:rPr lang="nl-NL" sz="2000" dirty="0"/>
              <a:t> </a:t>
            </a:r>
            <a:r>
              <a:rPr lang="nl-NL" sz="2000" dirty="0" err="1"/>
              <a:t>all</a:t>
            </a:r>
            <a:r>
              <a:rPr lang="nl-NL" sz="2000" dirty="0"/>
              <a:t> </a:t>
            </a:r>
            <a:r>
              <a:rPr lang="nl-NL" sz="2000" dirty="0" err="1"/>
              <a:t>edges</a:t>
            </a:r>
            <a:r>
              <a:rPr lang="nl-NL" sz="2000" dirty="0"/>
              <a:t> </a:t>
            </a:r>
            <a:r>
              <a:rPr lang="nl-NL" sz="2000" dirty="0" err="1"/>
              <a:t>connected</a:t>
            </a:r>
            <a:r>
              <a:rPr lang="nl-NL" sz="2000" dirty="0"/>
              <a:t> </a:t>
            </a:r>
            <a:r>
              <a:rPr lang="nl-NL" sz="2000" dirty="0" err="1"/>
              <a:t>to</a:t>
            </a:r>
            <a:r>
              <a:rPr lang="nl-NL" sz="2000" dirty="0"/>
              <a:t> A</a:t>
            </a:r>
          </a:p>
          <a:p>
            <a:pPr lvl="1"/>
            <a:endParaRPr lang="nl-NL" sz="2000" dirty="0"/>
          </a:p>
          <a:p>
            <a:r>
              <a:rPr lang="nl-NL" dirty="0" err="1"/>
              <a:t>Now</a:t>
            </a:r>
            <a:r>
              <a:rPr lang="nl-NL" dirty="0"/>
              <a:t> </a:t>
            </a:r>
            <a:r>
              <a:rPr lang="nl-NL" dirty="0" err="1"/>
              <a:t>choose</a:t>
            </a:r>
            <a:r>
              <a:rPr lang="nl-NL" dirty="0"/>
              <a:t> a next node </a:t>
            </a:r>
            <a:r>
              <a:rPr lang="nl-NL" dirty="0" err="1"/>
              <a:t>to</a:t>
            </a:r>
            <a:r>
              <a:rPr lang="nl-NL" dirty="0"/>
              <a:t> </a:t>
            </a:r>
            <a:r>
              <a:rPr lang="nl-NL" dirty="0" err="1"/>
              <a:t>explore</a:t>
            </a:r>
            <a:r>
              <a:rPr lang="nl-NL" dirty="0"/>
              <a:t> </a:t>
            </a:r>
            <a:r>
              <a:rPr lang="nl-NL" dirty="0" err="1"/>
              <a:t>from</a:t>
            </a:r>
            <a:endParaRPr lang="nl-NL" dirty="0"/>
          </a:p>
          <a:p>
            <a:pPr lvl="1"/>
            <a:r>
              <a:rPr lang="nl-NL" sz="2000" dirty="0"/>
              <a:t>Does </a:t>
            </a:r>
            <a:r>
              <a:rPr lang="nl-NL" sz="2000" dirty="0" err="1"/>
              <a:t>it</a:t>
            </a:r>
            <a:r>
              <a:rPr lang="nl-NL" sz="2000" dirty="0"/>
              <a:t> make sense </a:t>
            </a:r>
            <a:r>
              <a:rPr lang="nl-NL" sz="2000" dirty="0" err="1"/>
              <a:t>to</a:t>
            </a:r>
            <a:r>
              <a:rPr lang="nl-NL" sz="2000" dirty="0"/>
              <a:t> </a:t>
            </a:r>
            <a:r>
              <a:rPr lang="nl-NL" sz="2000" dirty="0" err="1"/>
              <a:t>explore</a:t>
            </a:r>
            <a:r>
              <a:rPr lang="nl-NL" sz="2000" dirty="0"/>
              <a:t> </a:t>
            </a:r>
            <a:r>
              <a:rPr lang="nl-NL" sz="2000" dirty="0" err="1"/>
              <a:t>from</a:t>
            </a:r>
            <a:r>
              <a:rPr lang="nl-NL" sz="2000" dirty="0"/>
              <a:t> G?</a:t>
            </a:r>
          </a:p>
          <a:p>
            <a:pPr lvl="2"/>
            <a:r>
              <a:rPr lang="nl-NL" sz="1800" dirty="0"/>
              <a:t>No, </a:t>
            </a:r>
            <a:r>
              <a:rPr lang="nl-NL" sz="1800" dirty="0" err="1"/>
              <a:t>might</a:t>
            </a:r>
            <a:r>
              <a:rPr lang="nl-NL" sz="1800" dirty="0"/>
              <a:t> </a:t>
            </a:r>
            <a:r>
              <a:rPr lang="nl-NL" sz="1800" dirty="0" err="1"/>
              <a:t>be</a:t>
            </a:r>
            <a:r>
              <a:rPr lang="nl-NL" sz="1800" dirty="0"/>
              <a:t> a waste of effort</a:t>
            </a:r>
          </a:p>
          <a:p>
            <a:pPr lvl="1"/>
            <a:r>
              <a:rPr lang="nl-NL" sz="2000" dirty="0"/>
              <a:t>Does </a:t>
            </a:r>
            <a:r>
              <a:rPr lang="nl-NL" sz="2000" dirty="0" err="1"/>
              <a:t>it</a:t>
            </a:r>
            <a:r>
              <a:rPr lang="nl-NL" sz="2000" dirty="0"/>
              <a:t> make sense </a:t>
            </a:r>
            <a:r>
              <a:rPr lang="nl-NL" sz="2000" dirty="0" err="1"/>
              <a:t>to</a:t>
            </a:r>
            <a:r>
              <a:rPr lang="nl-NL" sz="2000" dirty="0"/>
              <a:t> </a:t>
            </a:r>
            <a:r>
              <a:rPr lang="nl-NL" sz="2000" dirty="0" err="1"/>
              <a:t>explore</a:t>
            </a:r>
            <a:r>
              <a:rPr lang="nl-NL" sz="2000" dirty="0"/>
              <a:t> </a:t>
            </a:r>
            <a:r>
              <a:rPr lang="nl-NL" sz="2000" dirty="0" err="1"/>
              <a:t>from</a:t>
            </a:r>
            <a:r>
              <a:rPr lang="nl-NL" sz="2000" dirty="0"/>
              <a:t> D?</a:t>
            </a:r>
          </a:p>
          <a:p>
            <a:pPr lvl="2"/>
            <a:r>
              <a:rPr lang="nl-NL" sz="2000" dirty="0"/>
              <a:t>Yes, D </a:t>
            </a:r>
            <a:r>
              <a:rPr lang="nl-NL" sz="2000" dirty="0" err="1"/>
              <a:t>can’t</a:t>
            </a:r>
            <a:r>
              <a:rPr lang="nl-NL" sz="2000" dirty="0"/>
              <a:t> </a:t>
            </a:r>
            <a:r>
              <a:rPr lang="nl-NL" sz="2000" dirty="0" err="1"/>
              <a:t>be</a:t>
            </a:r>
            <a:r>
              <a:rPr lang="nl-NL" sz="2000" dirty="0"/>
              <a:t> closer </a:t>
            </a:r>
            <a:r>
              <a:rPr lang="nl-NL" sz="2000" dirty="0" err="1"/>
              <a:t>to</a:t>
            </a:r>
            <a:r>
              <a:rPr lang="nl-NL" sz="2000" dirty="0"/>
              <a:t> A </a:t>
            </a:r>
            <a:r>
              <a:rPr lang="nl-NL" sz="2000" dirty="0" err="1"/>
              <a:t>than</a:t>
            </a:r>
            <a:r>
              <a:rPr lang="nl-NL" sz="2000" dirty="0"/>
              <a:t> 21</a:t>
            </a:r>
          </a:p>
          <a:p>
            <a:pPr lvl="2"/>
            <a:r>
              <a:rPr lang="nl-NL" sz="2000" dirty="0"/>
              <a:t>But </a:t>
            </a:r>
            <a:r>
              <a:rPr lang="nl-NL" sz="2000" dirty="0" err="1"/>
              <a:t>only</a:t>
            </a:r>
            <a:r>
              <a:rPr lang="nl-NL" sz="2000" dirty="0"/>
              <a:t> </a:t>
            </a:r>
            <a:r>
              <a:rPr lang="nl-NL" sz="2000" dirty="0" err="1"/>
              <a:t>if</a:t>
            </a:r>
            <a:r>
              <a:rPr lang="nl-NL" sz="2000" dirty="0"/>
              <a:t> </a:t>
            </a:r>
            <a:r>
              <a:rPr lang="nl-NL" sz="2000" dirty="0" err="1"/>
              <a:t>there</a:t>
            </a:r>
            <a:r>
              <a:rPr lang="nl-NL" sz="2000" dirty="0"/>
              <a:t> are no </a:t>
            </a:r>
            <a:r>
              <a:rPr lang="nl-NL" sz="2000" dirty="0" err="1"/>
              <a:t>negative</a:t>
            </a:r>
            <a:r>
              <a:rPr lang="nl-NL" sz="2000" dirty="0"/>
              <a:t> </a:t>
            </a:r>
            <a:r>
              <a:rPr lang="nl-NL" sz="2000" dirty="0" err="1"/>
              <a:t>edge</a:t>
            </a:r>
            <a:r>
              <a:rPr lang="nl-NL" sz="2000" dirty="0"/>
              <a:t> </a:t>
            </a:r>
            <a:r>
              <a:rPr lang="nl-NL" sz="2000" dirty="0" err="1"/>
              <a:t>weights</a:t>
            </a:r>
            <a:r>
              <a:rPr lang="nl-NL" sz="2000" dirty="0"/>
              <a:t>!</a:t>
            </a:r>
          </a:p>
        </p:txBody>
      </p:sp>
      <p:sp>
        <p:nvSpPr>
          <p:cNvPr id="4" name="Oval 6">
            <a:extLst>
              <a:ext uri="{FF2B5EF4-FFF2-40B4-BE49-F238E27FC236}">
                <a16:creationId xmlns:a16="http://schemas.microsoft.com/office/drawing/2014/main" id="{684DE7A3-F0C4-BF03-8DC9-44774185BF4D}"/>
              </a:ext>
            </a:extLst>
          </p:cNvPr>
          <p:cNvSpPr/>
          <p:nvPr/>
        </p:nvSpPr>
        <p:spPr>
          <a:xfrm>
            <a:off x="8235119" y="4229897"/>
            <a:ext cx="427106" cy="427106"/>
          </a:xfrm>
          <a:prstGeom prst="ellipse">
            <a:avLst/>
          </a:prstGeom>
          <a:ln/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nl-NL" dirty="0">
                <a:latin typeface="Aptos" panose="020B0004020202020204" pitchFamily="34" charset="0"/>
              </a:rPr>
              <a:t>A</a:t>
            </a:r>
            <a:endParaRPr lang="nl-NL" dirty="0">
              <a:solidFill>
                <a:schemeClr val="dk1"/>
              </a:solidFill>
              <a:latin typeface="Aptos" panose="020B0004020202020204" pitchFamily="34" charset="0"/>
            </a:endParaRPr>
          </a:p>
        </p:txBody>
      </p:sp>
      <p:sp>
        <p:nvSpPr>
          <p:cNvPr id="5" name="Oval 8">
            <a:extLst>
              <a:ext uri="{FF2B5EF4-FFF2-40B4-BE49-F238E27FC236}">
                <a16:creationId xmlns:a16="http://schemas.microsoft.com/office/drawing/2014/main" id="{EE2DE9EE-13DA-EDE3-F167-A7E84C1D5607}"/>
              </a:ext>
            </a:extLst>
          </p:cNvPr>
          <p:cNvSpPr/>
          <p:nvPr/>
        </p:nvSpPr>
        <p:spPr>
          <a:xfrm>
            <a:off x="10674484" y="4229897"/>
            <a:ext cx="427106" cy="427106"/>
          </a:xfrm>
          <a:prstGeom prst="ellipse">
            <a:avLst/>
          </a:prstGeom>
          <a:ln/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nl-NL" dirty="0">
                <a:solidFill>
                  <a:schemeClr val="dk1"/>
                </a:solidFill>
                <a:latin typeface="Aptos" panose="020B0004020202020204" pitchFamily="34" charset="0"/>
              </a:rPr>
              <a:t>E</a:t>
            </a:r>
          </a:p>
        </p:txBody>
      </p:sp>
      <p:cxnSp>
        <p:nvCxnSpPr>
          <p:cNvPr id="6" name="Straight Arrow Connector 18">
            <a:extLst>
              <a:ext uri="{FF2B5EF4-FFF2-40B4-BE49-F238E27FC236}">
                <a16:creationId xmlns:a16="http://schemas.microsoft.com/office/drawing/2014/main" id="{B49DDF46-2655-5CB8-5698-9D4955D17272}"/>
              </a:ext>
            </a:extLst>
          </p:cNvPr>
          <p:cNvCxnSpPr>
            <a:cxnSpLocks/>
            <a:stCxn id="7" idx="6"/>
            <a:endCxn id="4" idx="2"/>
          </p:cNvCxnSpPr>
          <p:nvPr/>
        </p:nvCxnSpPr>
        <p:spPr>
          <a:xfrm>
            <a:off x="6450112" y="4443450"/>
            <a:ext cx="1785007" cy="0"/>
          </a:xfrm>
          <a:prstGeom prst="straightConnector1">
            <a:avLst/>
          </a:prstGeom>
          <a:ln w="381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" name="Oval 19">
            <a:extLst>
              <a:ext uri="{FF2B5EF4-FFF2-40B4-BE49-F238E27FC236}">
                <a16:creationId xmlns:a16="http://schemas.microsoft.com/office/drawing/2014/main" id="{DBCB7E81-6F32-9F44-61DF-139EFEC73AD7}"/>
              </a:ext>
            </a:extLst>
          </p:cNvPr>
          <p:cNvSpPr/>
          <p:nvPr/>
        </p:nvSpPr>
        <p:spPr>
          <a:xfrm>
            <a:off x="6023006" y="4229897"/>
            <a:ext cx="427106" cy="427106"/>
          </a:xfrm>
          <a:prstGeom prst="ellipse">
            <a:avLst/>
          </a:prstGeom>
          <a:ln/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nl-NL" dirty="0">
                <a:solidFill>
                  <a:schemeClr val="dk1"/>
                </a:solidFill>
                <a:latin typeface="Aptos" panose="020B0004020202020204" pitchFamily="34" charset="0"/>
              </a:rPr>
              <a:t>J</a:t>
            </a:r>
          </a:p>
        </p:txBody>
      </p:sp>
      <p:sp>
        <p:nvSpPr>
          <p:cNvPr id="8" name="Oval 8">
            <a:extLst>
              <a:ext uri="{FF2B5EF4-FFF2-40B4-BE49-F238E27FC236}">
                <a16:creationId xmlns:a16="http://schemas.microsoft.com/office/drawing/2014/main" id="{D378B274-3666-09D7-F804-B1C12629CE29}"/>
              </a:ext>
            </a:extLst>
          </p:cNvPr>
          <p:cNvSpPr/>
          <p:nvPr/>
        </p:nvSpPr>
        <p:spPr>
          <a:xfrm>
            <a:off x="9354874" y="3301415"/>
            <a:ext cx="427106" cy="427106"/>
          </a:xfrm>
          <a:prstGeom prst="ellipse">
            <a:avLst/>
          </a:prstGeom>
          <a:ln/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nl-NL" dirty="0">
                <a:solidFill>
                  <a:schemeClr val="dk1"/>
                </a:solidFill>
                <a:latin typeface="Aptos" panose="020B0004020202020204" pitchFamily="34" charset="0"/>
              </a:rPr>
              <a:t>D</a:t>
            </a:r>
          </a:p>
        </p:txBody>
      </p:sp>
      <p:cxnSp>
        <p:nvCxnSpPr>
          <p:cNvPr id="9" name="Straight Arrow Connector 18">
            <a:extLst>
              <a:ext uri="{FF2B5EF4-FFF2-40B4-BE49-F238E27FC236}">
                <a16:creationId xmlns:a16="http://schemas.microsoft.com/office/drawing/2014/main" id="{D362C703-AE5D-D957-538F-9311065D877E}"/>
              </a:ext>
            </a:extLst>
          </p:cNvPr>
          <p:cNvCxnSpPr>
            <a:cxnSpLocks/>
            <a:stCxn id="4" idx="6"/>
            <a:endCxn id="5" idx="2"/>
          </p:cNvCxnSpPr>
          <p:nvPr/>
        </p:nvCxnSpPr>
        <p:spPr>
          <a:xfrm>
            <a:off x="8662225" y="4443450"/>
            <a:ext cx="2012259" cy="0"/>
          </a:xfrm>
          <a:prstGeom prst="straightConnector1">
            <a:avLst/>
          </a:prstGeom>
          <a:ln w="381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1" name="Oval 19">
            <a:extLst>
              <a:ext uri="{FF2B5EF4-FFF2-40B4-BE49-F238E27FC236}">
                <a16:creationId xmlns:a16="http://schemas.microsoft.com/office/drawing/2014/main" id="{C717259A-B6FE-174A-1FE7-065B48A52227}"/>
              </a:ext>
            </a:extLst>
          </p:cNvPr>
          <p:cNvSpPr/>
          <p:nvPr/>
        </p:nvSpPr>
        <p:spPr>
          <a:xfrm>
            <a:off x="6626756" y="2920861"/>
            <a:ext cx="427106" cy="427106"/>
          </a:xfrm>
          <a:prstGeom prst="ellipse">
            <a:avLst/>
          </a:prstGeom>
          <a:ln/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nl-NL" dirty="0">
                <a:latin typeface="Aptos" panose="020B0004020202020204" pitchFamily="34" charset="0"/>
              </a:rPr>
              <a:t>B</a:t>
            </a:r>
          </a:p>
        </p:txBody>
      </p:sp>
      <p:sp>
        <p:nvSpPr>
          <p:cNvPr id="12" name="Oval 19">
            <a:extLst>
              <a:ext uri="{FF2B5EF4-FFF2-40B4-BE49-F238E27FC236}">
                <a16:creationId xmlns:a16="http://schemas.microsoft.com/office/drawing/2014/main" id="{F54FCB26-F1D7-C41B-3DF3-CD2CA693CD9F}"/>
              </a:ext>
            </a:extLst>
          </p:cNvPr>
          <p:cNvSpPr/>
          <p:nvPr/>
        </p:nvSpPr>
        <p:spPr>
          <a:xfrm>
            <a:off x="7019222" y="5293649"/>
            <a:ext cx="427106" cy="427106"/>
          </a:xfrm>
          <a:prstGeom prst="ellipse">
            <a:avLst/>
          </a:prstGeom>
          <a:ln/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nl-NL" dirty="0">
                <a:solidFill>
                  <a:schemeClr val="dk1"/>
                </a:solidFill>
                <a:latin typeface="Aptos" panose="020B0004020202020204" pitchFamily="34" charset="0"/>
              </a:rPr>
              <a:t>H</a:t>
            </a:r>
          </a:p>
        </p:txBody>
      </p:sp>
      <p:sp>
        <p:nvSpPr>
          <p:cNvPr id="13" name="Oval 19">
            <a:extLst>
              <a:ext uri="{FF2B5EF4-FFF2-40B4-BE49-F238E27FC236}">
                <a16:creationId xmlns:a16="http://schemas.microsoft.com/office/drawing/2014/main" id="{09C59D6D-7A07-D60F-688F-C98966D47221}"/>
              </a:ext>
            </a:extLst>
          </p:cNvPr>
          <p:cNvSpPr/>
          <p:nvPr/>
        </p:nvSpPr>
        <p:spPr>
          <a:xfrm>
            <a:off x="8235119" y="5774518"/>
            <a:ext cx="427106" cy="427106"/>
          </a:xfrm>
          <a:prstGeom prst="ellipse">
            <a:avLst/>
          </a:prstGeom>
          <a:ln/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nl-NL" dirty="0">
                <a:solidFill>
                  <a:schemeClr val="dk1"/>
                </a:solidFill>
                <a:latin typeface="Aptos" panose="020B0004020202020204" pitchFamily="34" charset="0"/>
              </a:rPr>
              <a:t>G</a:t>
            </a:r>
          </a:p>
        </p:txBody>
      </p:sp>
      <p:sp>
        <p:nvSpPr>
          <p:cNvPr id="14" name="Oval 19">
            <a:extLst>
              <a:ext uri="{FF2B5EF4-FFF2-40B4-BE49-F238E27FC236}">
                <a16:creationId xmlns:a16="http://schemas.microsoft.com/office/drawing/2014/main" id="{7BC76298-3ABE-F987-0EBF-7856BFE567D6}"/>
              </a:ext>
            </a:extLst>
          </p:cNvPr>
          <p:cNvSpPr/>
          <p:nvPr/>
        </p:nvSpPr>
        <p:spPr>
          <a:xfrm>
            <a:off x="9745237" y="5347412"/>
            <a:ext cx="427106" cy="427106"/>
          </a:xfrm>
          <a:prstGeom prst="ellipse">
            <a:avLst/>
          </a:prstGeom>
          <a:ln/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nl-NL" dirty="0">
                <a:solidFill>
                  <a:schemeClr val="dk1"/>
                </a:solidFill>
                <a:latin typeface="Aptos" panose="020B0004020202020204" pitchFamily="34" charset="0"/>
              </a:rPr>
              <a:t>F</a:t>
            </a:r>
          </a:p>
        </p:txBody>
      </p:sp>
      <p:sp>
        <p:nvSpPr>
          <p:cNvPr id="15" name="Oval 19">
            <a:extLst>
              <a:ext uri="{FF2B5EF4-FFF2-40B4-BE49-F238E27FC236}">
                <a16:creationId xmlns:a16="http://schemas.microsoft.com/office/drawing/2014/main" id="{E0614882-7396-97DF-B6CB-25984E5ED994}"/>
              </a:ext>
            </a:extLst>
          </p:cNvPr>
          <p:cNvSpPr/>
          <p:nvPr/>
        </p:nvSpPr>
        <p:spPr>
          <a:xfrm>
            <a:off x="8235119" y="2685275"/>
            <a:ext cx="427106" cy="427106"/>
          </a:xfrm>
          <a:prstGeom prst="ellipse">
            <a:avLst/>
          </a:prstGeom>
          <a:ln/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nl-NL" dirty="0">
                <a:solidFill>
                  <a:schemeClr val="dk1"/>
                </a:solidFill>
                <a:latin typeface="Aptos" panose="020B0004020202020204" pitchFamily="34" charset="0"/>
              </a:rPr>
              <a:t>C</a:t>
            </a:r>
          </a:p>
        </p:txBody>
      </p:sp>
      <p:cxnSp>
        <p:nvCxnSpPr>
          <p:cNvPr id="16" name="Straight Arrow Connector 47">
            <a:extLst>
              <a:ext uri="{FF2B5EF4-FFF2-40B4-BE49-F238E27FC236}">
                <a16:creationId xmlns:a16="http://schemas.microsoft.com/office/drawing/2014/main" id="{FBD1FE41-99C6-1B74-D8DF-8C21629A523D}"/>
              </a:ext>
            </a:extLst>
          </p:cNvPr>
          <p:cNvCxnSpPr>
            <a:cxnSpLocks/>
            <a:stCxn id="4" idx="1"/>
            <a:endCxn id="11" idx="5"/>
          </p:cNvCxnSpPr>
          <p:nvPr/>
        </p:nvCxnSpPr>
        <p:spPr>
          <a:xfrm flipH="1" flipV="1">
            <a:off x="6991314" y="3285419"/>
            <a:ext cx="1306353" cy="1007026"/>
          </a:xfrm>
          <a:prstGeom prst="straightConnector1">
            <a:avLst/>
          </a:prstGeom>
          <a:ln w="381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8" name="Straight Arrow Connector 47">
            <a:extLst>
              <a:ext uri="{FF2B5EF4-FFF2-40B4-BE49-F238E27FC236}">
                <a16:creationId xmlns:a16="http://schemas.microsoft.com/office/drawing/2014/main" id="{61EDE57F-C09A-55E5-1347-A8E3D8A21AA5}"/>
              </a:ext>
            </a:extLst>
          </p:cNvPr>
          <p:cNvCxnSpPr>
            <a:cxnSpLocks/>
            <a:stCxn id="4" idx="0"/>
            <a:endCxn id="15" idx="4"/>
          </p:cNvCxnSpPr>
          <p:nvPr/>
        </p:nvCxnSpPr>
        <p:spPr>
          <a:xfrm flipV="1">
            <a:off x="8448672" y="3112381"/>
            <a:ext cx="0" cy="1117516"/>
          </a:xfrm>
          <a:prstGeom prst="straightConnector1">
            <a:avLst/>
          </a:prstGeom>
          <a:ln w="381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9" name="Straight Arrow Connector 47">
            <a:extLst>
              <a:ext uri="{FF2B5EF4-FFF2-40B4-BE49-F238E27FC236}">
                <a16:creationId xmlns:a16="http://schemas.microsoft.com/office/drawing/2014/main" id="{75B900BD-C1E6-D265-3BD4-A7DE23FC9932}"/>
              </a:ext>
            </a:extLst>
          </p:cNvPr>
          <p:cNvCxnSpPr>
            <a:cxnSpLocks/>
            <a:stCxn id="4" idx="7"/>
            <a:endCxn id="8" idx="3"/>
          </p:cNvCxnSpPr>
          <p:nvPr/>
        </p:nvCxnSpPr>
        <p:spPr>
          <a:xfrm flipV="1">
            <a:off x="8599677" y="3665973"/>
            <a:ext cx="817745" cy="626472"/>
          </a:xfrm>
          <a:prstGeom prst="straightConnector1">
            <a:avLst/>
          </a:prstGeom>
          <a:ln w="381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1" name="Straight Arrow Connector 47">
            <a:extLst>
              <a:ext uri="{FF2B5EF4-FFF2-40B4-BE49-F238E27FC236}">
                <a16:creationId xmlns:a16="http://schemas.microsoft.com/office/drawing/2014/main" id="{9266D405-F136-1B63-6CE9-3EE66EC42C21}"/>
              </a:ext>
            </a:extLst>
          </p:cNvPr>
          <p:cNvCxnSpPr>
            <a:cxnSpLocks/>
            <a:stCxn id="4" idx="4"/>
            <a:endCxn id="13" idx="0"/>
          </p:cNvCxnSpPr>
          <p:nvPr/>
        </p:nvCxnSpPr>
        <p:spPr>
          <a:xfrm>
            <a:off x="8448672" y="4657003"/>
            <a:ext cx="0" cy="1117515"/>
          </a:xfrm>
          <a:prstGeom prst="straightConnector1">
            <a:avLst/>
          </a:prstGeom>
          <a:ln w="381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2" name="Straight Arrow Connector 47">
            <a:extLst>
              <a:ext uri="{FF2B5EF4-FFF2-40B4-BE49-F238E27FC236}">
                <a16:creationId xmlns:a16="http://schemas.microsoft.com/office/drawing/2014/main" id="{4DAD4726-E828-C31F-9BEB-6EA7A04F4A99}"/>
              </a:ext>
            </a:extLst>
          </p:cNvPr>
          <p:cNvCxnSpPr>
            <a:cxnSpLocks/>
            <a:stCxn id="12" idx="7"/>
            <a:endCxn id="4" idx="3"/>
          </p:cNvCxnSpPr>
          <p:nvPr/>
        </p:nvCxnSpPr>
        <p:spPr>
          <a:xfrm flipV="1">
            <a:off x="7383780" y="4594455"/>
            <a:ext cx="913887" cy="761742"/>
          </a:xfrm>
          <a:prstGeom prst="straightConnector1">
            <a:avLst/>
          </a:prstGeom>
          <a:ln w="381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3" name="Straight Arrow Connector 47">
            <a:extLst>
              <a:ext uri="{FF2B5EF4-FFF2-40B4-BE49-F238E27FC236}">
                <a16:creationId xmlns:a16="http://schemas.microsoft.com/office/drawing/2014/main" id="{0FB112DE-C941-8B1D-9B2C-3CC43641DFB5}"/>
              </a:ext>
            </a:extLst>
          </p:cNvPr>
          <p:cNvCxnSpPr>
            <a:cxnSpLocks/>
            <a:stCxn id="4" idx="5"/>
            <a:endCxn id="14" idx="1"/>
          </p:cNvCxnSpPr>
          <p:nvPr/>
        </p:nvCxnSpPr>
        <p:spPr>
          <a:xfrm>
            <a:off x="8599677" y="4594455"/>
            <a:ext cx="1208108" cy="815505"/>
          </a:xfrm>
          <a:prstGeom prst="straightConnector1">
            <a:avLst/>
          </a:prstGeom>
          <a:ln w="381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9" name="TextBox 118">
            <a:extLst>
              <a:ext uri="{FF2B5EF4-FFF2-40B4-BE49-F238E27FC236}">
                <a16:creationId xmlns:a16="http://schemas.microsoft.com/office/drawing/2014/main" id="{5967B5F0-477B-CB90-6C55-3774B2308D37}"/>
              </a:ext>
            </a:extLst>
          </p:cNvPr>
          <p:cNvSpPr txBox="1"/>
          <p:nvPr/>
        </p:nvSpPr>
        <p:spPr>
          <a:xfrm>
            <a:off x="7482516" y="3379696"/>
            <a:ext cx="4315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NL" dirty="0">
                <a:latin typeface="Aptos" panose="020B0004020202020204" pitchFamily="34" charset="0"/>
              </a:rPr>
              <a:t>23</a:t>
            </a:r>
          </a:p>
        </p:txBody>
      </p:sp>
      <p:sp>
        <p:nvSpPr>
          <p:cNvPr id="33" name="TextBox 122">
            <a:extLst>
              <a:ext uri="{FF2B5EF4-FFF2-40B4-BE49-F238E27FC236}">
                <a16:creationId xmlns:a16="http://schemas.microsoft.com/office/drawing/2014/main" id="{35C7F91C-86E9-C8A1-2890-E1286AF53C51}"/>
              </a:ext>
            </a:extLst>
          </p:cNvPr>
          <p:cNvSpPr txBox="1"/>
          <p:nvPr/>
        </p:nvSpPr>
        <p:spPr>
          <a:xfrm>
            <a:off x="6633384" y="4110516"/>
            <a:ext cx="4315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NL" dirty="0">
                <a:latin typeface="Aptos" panose="020B0004020202020204" pitchFamily="34" charset="0"/>
              </a:rPr>
              <a:t>67</a:t>
            </a:r>
          </a:p>
        </p:txBody>
      </p:sp>
      <p:sp>
        <p:nvSpPr>
          <p:cNvPr id="37" name="TextBox 126">
            <a:extLst>
              <a:ext uri="{FF2B5EF4-FFF2-40B4-BE49-F238E27FC236}">
                <a16:creationId xmlns:a16="http://schemas.microsoft.com/office/drawing/2014/main" id="{E7AE76F7-5EDC-25BD-8C19-869E292FBB21}"/>
              </a:ext>
            </a:extLst>
          </p:cNvPr>
          <p:cNvSpPr txBox="1"/>
          <p:nvPr/>
        </p:nvSpPr>
        <p:spPr>
          <a:xfrm>
            <a:off x="7914044" y="5351423"/>
            <a:ext cx="5549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NL" dirty="0">
                <a:latin typeface="Aptos" panose="020B0004020202020204" pitchFamily="34" charset="0"/>
              </a:rPr>
              <a:t>105</a:t>
            </a:r>
          </a:p>
        </p:txBody>
      </p:sp>
      <p:sp>
        <p:nvSpPr>
          <p:cNvPr id="38" name="TextBox 127">
            <a:extLst>
              <a:ext uri="{FF2B5EF4-FFF2-40B4-BE49-F238E27FC236}">
                <a16:creationId xmlns:a16="http://schemas.microsoft.com/office/drawing/2014/main" id="{45D637EA-BBB5-53E7-27AB-4F5EC920E798}"/>
              </a:ext>
            </a:extLst>
          </p:cNvPr>
          <p:cNvSpPr txBox="1"/>
          <p:nvPr/>
        </p:nvSpPr>
        <p:spPr>
          <a:xfrm>
            <a:off x="10033637" y="4447406"/>
            <a:ext cx="4315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NL" dirty="0">
                <a:latin typeface="Aptos" panose="020B0004020202020204" pitchFamily="34" charset="0"/>
              </a:rPr>
              <a:t>42</a:t>
            </a:r>
          </a:p>
        </p:txBody>
      </p:sp>
      <p:sp>
        <p:nvSpPr>
          <p:cNvPr id="41" name="TextBox 130">
            <a:extLst>
              <a:ext uri="{FF2B5EF4-FFF2-40B4-BE49-F238E27FC236}">
                <a16:creationId xmlns:a16="http://schemas.microsoft.com/office/drawing/2014/main" id="{7AC21247-12DA-1BA3-4153-6874F3AD0A68}"/>
              </a:ext>
            </a:extLst>
          </p:cNvPr>
          <p:cNvSpPr txBox="1"/>
          <p:nvPr/>
        </p:nvSpPr>
        <p:spPr>
          <a:xfrm>
            <a:off x="8443275" y="3123843"/>
            <a:ext cx="4315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NL" dirty="0">
                <a:latin typeface="Aptos" panose="020B0004020202020204" pitchFamily="34" charset="0"/>
              </a:rPr>
              <a:t>46</a:t>
            </a:r>
          </a:p>
        </p:txBody>
      </p:sp>
      <p:sp>
        <p:nvSpPr>
          <p:cNvPr id="140" name="TextBox 130">
            <a:extLst>
              <a:ext uri="{FF2B5EF4-FFF2-40B4-BE49-F238E27FC236}">
                <a16:creationId xmlns:a16="http://schemas.microsoft.com/office/drawing/2014/main" id="{B13CECA3-3B2E-DA1C-6EEC-09A2A27BC602}"/>
              </a:ext>
            </a:extLst>
          </p:cNvPr>
          <p:cNvSpPr txBox="1"/>
          <p:nvPr/>
        </p:nvSpPr>
        <p:spPr>
          <a:xfrm>
            <a:off x="9200825" y="3767072"/>
            <a:ext cx="4315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NL" dirty="0">
                <a:latin typeface="Aptos" panose="020B0004020202020204" pitchFamily="34" charset="0"/>
              </a:rPr>
              <a:t>21</a:t>
            </a:r>
          </a:p>
        </p:txBody>
      </p:sp>
      <p:sp>
        <p:nvSpPr>
          <p:cNvPr id="141" name="TextBox 127">
            <a:extLst>
              <a:ext uri="{FF2B5EF4-FFF2-40B4-BE49-F238E27FC236}">
                <a16:creationId xmlns:a16="http://schemas.microsoft.com/office/drawing/2014/main" id="{FFAE1E81-CCC2-FE85-FFE5-259E951114E5}"/>
              </a:ext>
            </a:extLst>
          </p:cNvPr>
          <p:cNvSpPr txBox="1"/>
          <p:nvPr/>
        </p:nvSpPr>
        <p:spPr>
          <a:xfrm>
            <a:off x="9235251" y="5222907"/>
            <a:ext cx="4315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NL" dirty="0">
                <a:latin typeface="Aptos" panose="020B0004020202020204" pitchFamily="34" charset="0"/>
              </a:rPr>
              <a:t>27</a:t>
            </a:r>
          </a:p>
        </p:txBody>
      </p:sp>
      <p:sp>
        <p:nvSpPr>
          <p:cNvPr id="142" name="TextBox 126">
            <a:extLst>
              <a:ext uri="{FF2B5EF4-FFF2-40B4-BE49-F238E27FC236}">
                <a16:creationId xmlns:a16="http://schemas.microsoft.com/office/drawing/2014/main" id="{13230F22-0D4C-5439-8450-8AFD95B83A6C}"/>
              </a:ext>
            </a:extLst>
          </p:cNvPr>
          <p:cNvSpPr txBox="1"/>
          <p:nvPr/>
        </p:nvSpPr>
        <p:spPr>
          <a:xfrm>
            <a:off x="7314600" y="4817541"/>
            <a:ext cx="4315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NL" dirty="0">
                <a:latin typeface="Aptos" panose="020B0004020202020204" pitchFamily="34" charset="0"/>
              </a:rPr>
              <a:t>55</a:t>
            </a:r>
          </a:p>
        </p:txBody>
      </p:sp>
      <p:cxnSp>
        <p:nvCxnSpPr>
          <p:cNvPr id="144" name="Straight Connector 143">
            <a:extLst>
              <a:ext uri="{FF2B5EF4-FFF2-40B4-BE49-F238E27FC236}">
                <a16:creationId xmlns:a16="http://schemas.microsoft.com/office/drawing/2014/main" id="{364345BA-9A37-D368-5101-B8779613002F}"/>
              </a:ext>
            </a:extLst>
          </p:cNvPr>
          <p:cNvCxnSpPr>
            <a:stCxn id="11" idx="6"/>
          </p:cNvCxnSpPr>
          <p:nvPr/>
        </p:nvCxnSpPr>
        <p:spPr>
          <a:xfrm flipV="1">
            <a:off x="7053862" y="3112381"/>
            <a:ext cx="428654" cy="22033"/>
          </a:xfrm>
          <a:prstGeom prst="line">
            <a:avLst/>
          </a:prstGeom>
          <a:ln w="38100">
            <a:solidFill>
              <a:schemeClr val="bg1">
                <a:lumMod val="85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5" name="Straight Connector 144">
            <a:extLst>
              <a:ext uri="{FF2B5EF4-FFF2-40B4-BE49-F238E27FC236}">
                <a16:creationId xmlns:a16="http://schemas.microsoft.com/office/drawing/2014/main" id="{64FC646B-D2AF-32E9-D8BA-D4FF41EFD121}"/>
              </a:ext>
            </a:extLst>
          </p:cNvPr>
          <p:cNvCxnSpPr>
            <a:cxnSpLocks/>
            <a:stCxn id="11" idx="7"/>
          </p:cNvCxnSpPr>
          <p:nvPr/>
        </p:nvCxnSpPr>
        <p:spPr>
          <a:xfrm flipV="1">
            <a:off x="6991314" y="2779295"/>
            <a:ext cx="323286" cy="204114"/>
          </a:xfrm>
          <a:prstGeom prst="line">
            <a:avLst/>
          </a:prstGeom>
          <a:ln w="38100">
            <a:solidFill>
              <a:schemeClr val="bg1">
                <a:lumMod val="85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8" name="Straight Connector 147">
            <a:extLst>
              <a:ext uri="{FF2B5EF4-FFF2-40B4-BE49-F238E27FC236}">
                <a16:creationId xmlns:a16="http://schemas.microsoft.com/office/drawing/2014/main" id="{C151FD1B-9BFA-8783-ECCB-CABE6E6D64F5}"/>
              </a:ext>
            </a:extLst>
          </p:cNvPr>
          <p:cNvCxnSpPr>
            <a:cxnSpLocks/>
            <a:stCxn id="11" idx="0"/>
          </p:cNvCxnSpPr>
          <p:nvPr/>
        </p:nvCxnSpPr>
        <p:spPr>
          <a:xfrm flipV="1">
            <a:off x="6840309" y="2468881"/>
            <a:ext cx="0" cy="451980"/>
          </a:xfrm>
          <a:prstGeom prst="line">
            <a:avLst/>
          </a:prstGeom>
          <a:ln w="38100">
            <a:solidFill>
              <a:schemeClr val="bg1">
                <a:lumMod val="85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51" name="Straight Connector 150">
            <a:extLst>
              <a:ext uri="{FF2B5EF4-FFF2-40B4-BE49-F238E27FC236}">
                <a16:creationId xmlns:a16="http://schemas.microsoft.com/office/drawing/2014/main" id="{9A31920E-C7AC-4C38-8C30-A79733AA9135}"/>
              </a:ext>
            </a:extLst>
          </p:cNvPr>
          <p:cNvCxnSpPr>
            <a:cxnSpLocks/>
            <a:stCxn id="11" idx="1"/>
          </p:cNvCxnSpPr>
          <p:nvPr/>
        </p:nvCxnSpPr>
        <p:spPr>
          <a:xfrm flipH="1" flipV="1">
            <a:off x="6340642" y="2633472"/>
            <a:ext cx="348662" cy="349937"/>
          </a:xfrm>
          <a:prstGeom prst="line">
            <a:avLst/>
          </a:prstGeom>
          <a:ln w="38100">
            <a:solidFill>
              <a:schemeClr val="bg1">
                <a:lumMod val="85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54" name="Straight Connector 153">
            <a:extLst>
              <a:ext uri="{FF2B5EF4-FFF2-40B4-BE49-F238E27FC236}">
                <a16:creationId xmlns:a16="http://schemas.microsoft.com/office/drawing/2014/main" id="{C754E31A-421D-7A0E-1BDE-0318BC5F8E13}"/>
              </a:ext>
            </a:extLst>
          </p:cNvPr>
          <p:cNvCxnSpPr>
            <a:cxnSpLocks/>
            <a:stCxn id="11" idx="2"/>
          </p:cNvCxnSpPr>
          <p:nvPr/>
        </p:nvCxnSpPr>
        <p:spPr>
          <a:xfrm flipH="1">
            <a:off x="5998822" y="3134414"/>
            <a:ext cx="627934" cy="13586"/>
          </a:xfrm>
          <a:prstGeom prst="line">
            <a:avLst/>
          </a:prstGeom>
          <a:ln w="38100">
            <a:solidFill>
              <a:schemeClr val="bg1">
                <a:lumMod val="85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57" name="Straight Connector 156">
            <a:extLst>
              <a:ext uri="{FF2B5EF4-FFF2-40B4-BE49-F238E27FC236}">
                <a16:creationId xmlns:a16="http://schemas.microsoft.com/office/drawing/2014/main" id="{D5B77609-13D4-2790-DB5F-E41A41DCCDD5}"/>
              </a:ext>
            </a:extLst>
          </p:cNvPr>
          <p:cNvCxnSpPr>
            <a:cxnSpLocks/>
            <a:stCxn id="11" idx="3"/>
          </p:cNvCxnSpPr>
          <p:nvPr/>
        </p:nvCxnSpPr>
        <p:spPr>
          <a:xfrm flipH="1">
            <a:off x="6312789" y="3285419"/>
            <a:ext cx="376515" cy="305885"/>
          </a:xfrm>
          <a:prstGeom prst="line">
            <a:avLst/>
          </a:prstGeom>
          <a:ln w="38100">
            <a:solidFill>
              <a:schemeClr val="bg1">
                <a:lumMod val="85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60" name="Straight Connector 159">
            <a:extLst>
              <a:ext uri="{FF2B5EF4-FFF2-40B4-BE49-F238E27FC236}">
                <a16:creationId xmlns:a16="http://schemas.microsoft.com/office/drawing/2014/main" id="{EE28C08E-9E2E-A658-8686-7969A5372333}"/>
              </a:ext>
            </a:extLst>
          </p:cNvPr>
          <p:cNvCxnSpPr>
            <a:cxnSpLocks/>
            <a:stCxn id="11" idx="4"/>
          </p:cNvCxnSpPr>
          <p:nvPr/>
        </p:nvCxnSpPr>
        <p:spPr>
          <a:xfrm flipH="1">
            <a:off x="6809035" y="3347967"/>
            <a:ext cx="31274" cy="419105"/>
          </a:xfrm>
          <a:prstGeom prst="line">
            <a:avLst/>
          </a:prstGeom>
          <a:ln w="38100">
            <a:solidFill>
              <a:schemeClr val="bg1">
                <a:lumMod val="85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63" name="Straight Connector 162">
            <a:extLst>
              <a:ext uri="{FF2B5EF4-FFF2-40B4-BE49-F238E27FC236}">
                <a16:creationId xmlns:a16="http://schemas.microsoft.com/office/drawing/2014/main" id="{A9A51085-5530-A79E-8B1F-9A7972A1D5A3}"/>
              </a:ext>
            </a:extLst>
          </p:cNvPr>
          <p:cNvCxnSpPr>
            <a:cxnSpLocks/>
            <a:stCxn id="15" idx="2"/>
          </p:cNvCxnSpPr>
          <p:nvPr/>
        </p:nvCxnSpPr>
        <p:spPr>
          <a:xfrm flipH="1" flipV="1">
            <a:off x="7784526" y="2881352"/>
            <a:ext cx="450593" cy="17476"/>
          </a:xfrm>
          <a:prstGeom prst="line">
            <a:avLst/>
          </a:prstGeom>
          <a:ln w="38100">
            <a:solidFill>
              <a:schemeClr val="bg1">
                <a:lumMod val="85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66" name="Straight Connector 165">
            <a:extLst>
              <a:ext uri="{FF2B5EF4-FFF2-40B4-BE49-F238E27FC236}">
                <a16:creationId xmlns:a16="http://schemas.microsoft.com/office/drawing/2014/main" id="{2BF4A241-93D6-1CDF-6985-E6C60023F6C6}"/>
              </a:ext>
            </a:extLst>
          </p:cNvPr>
          <p:cNvCxnSpPr>
            <a:cxnSpLocks/>
            <a:endCxn id="15" idx="7"/>
          </p:cNvCxnSpPr>
          <p:nvPr/>
        </p:nvCxnSpPr>
        <p:spPr>
          <a:xfrm flipH="1">
            <a:off x="8599677" y="2432213"/>
            <a:ext cx="610933" cy="315610"/>
          </a:xfrm>
          <a:prstGeom prst="line">
            <a:avLst/>
          </a:prstGeom>
          <a:ln w="38100">
            <a:solidFill>
              <a:schemeClr val="bg1">
                <a:lumMod val="85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68" name="Straight Connector 167">
            <a:extLst>
              <a:ext uri="{FF2B5EF4-FFF2-40B4-BE49-F238E27FC236}">
                <a16:creationId xmlns:a16="http://schemas.microsoft.com/office/drawing/2014/main" id="{3BBBD63E-82B7-586B-8D34-FBCC50B76004}"/>
              </a:ext>
            </a:extLst>
          </p:cNvPr>
          <p:cNvCxnSpPr>
            <a:cxnSpLocks/>
            <a:endCxn id="15" idx="1"/>
          </p:cNvCxnSpPr>
          <p:nvPr/>
        </p:nvCxnSpPr>
        <p:spPr>
          <a:xfrm>
            <a:off x="8009822" y="2415781"/>
            <a:ext cx="287845" cy="332042"/>
          </a:xfrm>
          <a:prstGeom prst="line">
            <a:avLst/>
          </a:prstGeom>
          <a:ln w="38100">
            <a:solidFill>
              <a:schemeClr val="bg1">
                <a:lumMod val="85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71" name="Straight Connector 170">
            <a:extLst>
              <a:ext uri="{FF2B5EF4-FFF2-40B4-BE49-F238E27FC236}">
                <a16:creationId xmlns:a16="http://schemas.microsoft.com/office/drawing/2014/main" id="{02F9BD47-8916-F2FD-DB22-E4A3A0B30ED3}"/>
              </a:ext>
            </a:extLst>
          </p:cNvPr>
          <p:cNvCxnSpPr>
            <a:cxnSpLocks/>
            <a:endCxn id="15" idx="0"/>
          </p:cNvCxnSpPr>
          <p:nvPr/>
        </p:nvCxnSpPr>
        <p:spPr>
          <a:xfrm flipH="1">
            <a:off x="8448672" y="2309005"/>
            <a:ext cx="20332" cy="376270"/>
          </a:xfrm>
          <a:prstGeom prst="line">
            <a:avLst/>
          </a:prstGeom>
          <a:ln w="38100">
            <a:solidFill>
              <a:schemeClr val="bg1">
                <a:lumMod val="85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74" name="Straight Connector 173">
            <a:extLst>
              <a:ext uri="{FF2B5EF4-FFF2-40B4-BE49-F238E27FC236}">
                <a16:creationId xmlns:a16="http://schemas.microsoft.com/office/drawing/2014/main" id="{1924A12E-4E18-AD89-106A-C076341E1B43}"/>
              </a:ext>
            </a:extLst>
          </p:cNvPr>
          <p:cNvCxnSpPr>
            <a:cxnSpLocks/>
            <a:endCxn id="15" idx="6"/>
          </p:cNvCxnSpPr>
          <p:nvPr/>
        </p:nvCxnSpPr>
        <p:spPr>
          <a:xfrm flipH="1">
            <a:off x="8662225" y="2890090"/>
            <a:ext cx="493413" cy="8738"/>
          </a:xfrm>
          <a:prstGeom prst="line">
            <a:avLst/>
          </a:prstGeom>
          <a:ln w="38100">
            <a:solidFill>
              <a:schemeClr val="bg1">
                <a:lumMod val="85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82" name="Straight Connector 181">
            <a:extLst>
              <a:ext uri="{FF2B5EF4-FFF2-40B4-BE49-F238E27FC236}">
                <a16:creationId xmlns:a16="http://schemas.microsoft.com/office/drawing/2014/main" id="{E65B6AF3-100E-F333-FA89-406A5D1EC54C}"/>
              </a:ext>
            </a:extLst>
          </p:cNvPr>
          <p:cNvCxnSpPr>
            <a:cxnSpLocks/>
            <a:endCxn id="8" idx="5"/>
          </p:cNvCxnSpPr>
          <p:nvPr/>
        </p:nvCxnSpPr>
        <p:spPr>
          <a:xfrm flipH="1" flipV="1">
            <a:off x="9719432" y="3665973"/>
            <a:ext cx="529969" cy="283853"/>
          </a:xfrm>
          <a:prstGeom prst="line">
            <a:avLst/>
          </a:prstGeom>
          <a:ln w="38100">
            <a:solidFill>
              <a:schemeClr val="bg1">
                <a:lumMod val="85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85" name="Straight Connector 184">
            <a:extLst>
              <a:ext uri="{FF2B5EF4-FFF2-40B4-BE49-F238E27FC236}">
                <a16:creationId xmlns:a16="http://schemas.microsoft.com/office/drawing/2014/main" id="{294C4471-233A-CCB4-3FED-F67470164EE5}"/>
              </a:ext>
            </a:extLst>
          </p:cNvPr>
          <p:cNvCxnSpPr>
            <a:cxnSpLocks/>
            <a:endCxn id="8" idx="6"/>
          </p:cNvCxnSpPr>
          <p:nvPr/>
        </p:nvCxnSpPr>
        <p:spPr>
          <a:xfrm flipH="1">
            <a:off x="9781980" y="3452421"/>
            <a:ext cx="683185" cy="62547"/>
          </a:xfrm>
          <a:prstGeom prst="line">
            <a:avLst/>
          </a:prstGeom>
          <a:ln w="38100">
            <a:solidFill>
              <a:schemeClr val="bg1">
                <a:lumMod val="85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88" name="Straight Connector 187">
            <a:extLst>
              <a:ext uri="{FF2B5EF4-FFF2-40B4-BE49-F238E27FC236}">
                <a16:creationId xmlns:a16="http://schemas.microsoft.com/office/drawing/2014/main" id="{C1E0C8B3-69D1-CCDE-1BDD-3A86FE8E21B8}"/>
              </a:ext>
            </a:extLst>
          </p:cNvPr>
          <p:cNvCxnSpPr>
            <a:cxnSpLocks/>
            <a:endCxn id="8" idx="7"/>
          </p:cNvCxnSpPr>
          <p:nvPr/>
        </p:nvCxnSpPr>
        <p:spPr>
          <a:xfrm flipH="1">
            <a:off x="9719432" y="2999555"/>
            <a:ext cx="529969" cy="364408"/>
          </a:xfrm>
          <a:prstGeom prst="line">
            <a:avLst/>
          </a:prstGeom>
          <a:ln w="38100">
            <a:solidFill>
              <a:schemeClr val="bg1">
                <a:lumMod val="85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91" name="Straight Connector 190">
            <a:extLst>
              <a:ext uri="{FF2B5EF4-FFF2-40B4-BE49-F238E27FC236}">
                <a16:creationId xmlns:a16="http://schemas.microsoft.com/office/drawing/2014/main" id="{BFFDACDE-050E-762C-5510-D361F5B70946}"/>
              </a:ext>
            </a:extLst>
          </p:cNvPr>
          <p:cNvCxnSpPr>
            <a:cxnSpLocks/>
            <a:endCxn id="8" idx="0"/>
          </p:cNvCxnSpPr>
          <p:nvPr/>
        </p:nvCxnSpPr>
        <p:spPr>
          <a:xfrm flipH="1">
            <a:off x="9568427" y="3020227"/>
            <a:ext cx="30577" cy="281188"/>
          </a:xfrm>
          <a:prstGeom prst="line">
            <a:avLst/>
          </a:prstGeom>
          <a:ln w="38100">
            <a:solidFill>
              <a:schemeClr val="bg1">
                <a:lumMod val="85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95" name="Straight Connector 194">
            <a:extLst>
              <a:ext uri="{FF2B5EF4-FFF2-40B4-BE49-F238E27FC236}">
                <a16:creationId xmlns:a16="http://schemas.microsoft.com/office/drawing/2014/main" id="{0579A881-472C-1899-5E26-B8ECD609D560}"/>
              </a:ext>
            </a:extLst>
          </p:cNvPr>
          <p:cNvCxnSpPr>
            <a:cxnSpLocks/>
            <a:stCxn id="5" idx="0"/>
          </p:cNvCxnSpPr>
          <p:nvPr/>
        </p:nvCxnSpPr>
        <p:spPr>
          <a:xfrm flipV="1">
            <a:off x="10888037" y="3816978"/>
            <a:ext cx="0" cy="412919"/>
          </a:xfrm>
          <a:prstGeom prst="line">
            <a:avLst/>
          </a:prstGeom>
          <a:ln w="38100">
            <a:solidFill>
              <a:schemeClr val="bg1">
                <a:lumMod val="85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98" name="Straight Connector 197">
            <a:extLst>
              <a:ext uri="{FF2B5EF4-FFF2-40B4-BE49-F238E27FC236}">
                <a16:creationId xmlns:a16="http://schemas.microsoft.com/office/drawing/2014/main" id="{B3A87816-AC6E-A610-FAB2-C8D46A9E8DA4}"/>
              </a:ext>
            </a:extLst>
          </p:cNvPr>
          <p:cNvCxnSpPr>
            <a:cxnSpLocks/>
            <a:stCxn id="5" idx="6"/>
          </p:cNvCxnSpPr>
          <p:nvPr/>
        </p:nvCxnSpPr>
        <p:spPr>
          <a:xfrm>
            <a:off x="11101590" y="4443450"/>
            <a:ext cx="543022" cy="0"/>
          </a:xfrm>
          <a:prstGeom prst="line">
            <a:avLst/>
          </a:prstGeom>
          <a:ln w="38100">
            <a:solidFill>
              <a:schemeClr val="bg1">
                <a:lumMod val="85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01" name="Straight Connector 200">
            <a:extLst>
              <a:ext uri="{FF2B5EF4-FFF2-40B4-BE49-F238E27FC236}">
                <a16:creationId xmlns:a16="http://schemas.microsoft.com/office/drawing/2014/main" id="{36E545C1-72A3-E1D9-3A9A-B8F7A2275694}"/>
              </a:ext>
            </a:extLst>
          </p:cNvPr>
          <p:cNvCxnSpPr>
            <a:cxnSpLocks/>
            <a:stCxn id="5" idx="5"/>
          </p:cNvCxnSpPr>
          <p:nvPr/>
        </p:nvCxnSpPr>
        <p:spPr>
          <a:xfrm>
            <a:off x="11039042" y="4594455"/>
            <a:ext cx="491966" cy="407752"/>
          </a:xfrm>
          <a:prstGeom prst="line">
            <a:avLst/>
          </a:prstGeom>
          <a:ln w="38100">
            <a:solidFill>
              <a:schemeClr val="bg1">
                <a:lumMod val="85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04" name="Straight Connector 203">
            <a:extLst>
              <a:ext uri="{FF2B5EF4-FFF2-40B4-BE49-F238E27FC236}">
                <a16:creationId xmlns:a16="http://schemas.microsoft.com/office/drawing/2014/main" id="{9411648F-F8A4-F394-41A4-D869351A5E26}"/>
              </a:ext>
            </a:extLst>
          </p:cNvPr>
          <p:cNvCxnSpPr>
            <a:cxnSpLocks/>
            <a:stCxn id="5" idx="4"/>
          </p:cNvCxnSpPr>
          <p:nvPr/>
        </p:nvCxnSpPr>
        <p:spPr>
          <a:xfrm>
            <a:off x="10888037" y="4657003"/>
            <a:ext cx="0" cy="529870"/>
          </a:xfrm>
          <a:prstGeom prst="line">
            <a:avLst/>
          </a:prstGeom>
          <a:ln w="38100">
            <a:solidFill>
              <a:schemeClr val="bg1">
                <a:lumMod val="85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07" name="Straight Connector 206">
            <a:extLst>
              <a:ext uri="{FF2B5EF4-FFF2-40B4-BE49-F238E27FC236}">
                <a16:creationId xmlns:a16="http://schemas.microsoft.com/office/drawing/2014/main" id="{CD5B4A50-7A23-EAAF-91F3-0EFFFDAB7ED3}"/>
              </a:ext>
            </a:extLst>
          </p:cNvPr>
          <p:cNvCxnSpPr>
            <a:cxnSpLocks/>
            <a:stCxn id="5" idx="7"/>
          </p:cNvCxnSpPr>
          <p:nvPr/>
        </p:nvCxnSpPr>
        <p:spPr>
          <a:xfrm flipV="1">
            <a:off x="11039042" y="3964962"/>
            <a:ext cx="334059" cy="327483"/>
          </a:xfrm>
          <a:prstGeom prst="line">
            <a:avLst/>
          </a:prstGeom>
          <a:ln w="38100">
            <a:solidFill>
              <a:schemeClr val="bg1">
                <a:lumMod val="85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10" name="Straight Connector 209">
            <a:extLst>
              <a:ext uri="{FF2B5EF4-FFF2-40B4-BE49-F238E27FC236}">
                <a16:creationId xmlns:a16="http://schemas.microsoft.com/office/drawing/2014/main" id="{86FAB50F-C010-939F-F005-FBF4A59670A2}"/>
              </a:ext>
            </a:extLst>
          </p:cNvPr>
          <p:cNvCxnSpPr>
            <a:cxnSpLocks/>
            <a:stCxn id="14" idx="7"/>
          </p:cNvCxnSpPr>
          <p:nvPr/>
        </p:nvCxnSpPr>
        <p:spPr>
          <a:xfrm flipV="1">
            <a:off x="10109795" y="5222907"/>
            <a:ext cx="355370" cy="187053"/>
          </a:xfrm>
          <a:prstGeom prst="line">
            <a:avLst/>
          </a:prstGeom>
          <a:ln w="38100">
            <a:solidFill>
              <a:schemeClr val="bg1">
                <a:lumMod val="85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13" name="Straight Connector 212">
            <a:extLst>
              <a:ext uri="{FF2B5EF4-FFF2-40B4-BE49-F238E27FC236}">
                <a16:creationId xmlns:a16="http://schemas.microsoft.com/office/drawing/2014/main" id="{F2D33CEA-C270-B1A5-D53C-543193A656ED}"/>
              </a:ext>
            </a:extLst>
          </p:cNvPr>
          <p:cNvCxnSpPr>
            <a:cxnSpLocks/>
            <a:endCxn id="14" idx="4"/>
          </p:cNvCxnSpPr>
          <p:nvPr/>
        </p:nvCxnSpPr>
        <p:spPr>
          <a:xfrm flipV="1">
            <a:off x="9958790" y="5774518"/>
            <a:ext cx="0" cy="427106"/>
          </a:xfrm>
          <a:prstGeom prst="line">
            <a:avLst/>
          </a:prstGeom>
          <a:ln w="38100">
            <a:solidFill>
              <a:schemeClr val="bg1">
                <a:lumMod val="85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16" name="Straight Connector 215">
            <a:extLst>
              <a:ext uri="{FF2B5EF4-FFF2-40B4-BE49-F238E27FC236}">
                <a16:creationId xmlns:a16="http://schemas.microsoft.com/office/drawing/2014/main" id="{AE08B715-528C-3B2F-98AE-D136637C6FB6}"/>
              </a:ext>
            </a:extLst>
          </p:cNvPr>
          <p:cNvCxnSpPr>
            <a:cxnSpLocks/>
            <a:endCxn id="14" idx="5"/>
          </p:cNvCxnSpPr>
          <p:nvPr/>
        </p:nvCxnSpPr>
        <p:spPr>
          <a:xfrm flipH="1" flipV="1">
            <a:off x="10109795" y="5711970"/>
            <a:ext cx="265679" cy="399003"/>
          </a:xfrm>
          <a:prstGeom prst="line">
            <a:avLst/>
          </a:prstGeom>
          <a:ln w="38100">
            <a:solidFill>
              <a:schemeClr val="bg1">
                <a:lumMod val="85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19" name="Straight Connector 218">
            <a:extLst>
              <a:ext uri="{FF2B5EF4-FFF2-40B4-BE49-F238E27FC236}">
                <a16:creationId xmlns:a16="http://schemas.microsoft.com/office/drawing/2014/main" id="{FF13EE9F-89B4-8514-D28A-935835A6C9D4}"/>
              </a:ext>
            </a:extLst>
          </p:cNvPr>
          <p:cNvCxnSpPr>
            <a:cxnSpLocks/>
            <a:endCxn id="14" idx="6"/>
          </p:cNvCxnSpPr>
          <p:nvPr/>
        </p:nvCxnSpPr>
        <p:spPr>
          <a:xfrm flipH="1" flipV="1">
            <a:off x="10172343" y="5560965"/>
            <a:ext cx="260683" cy="24520"/>
          </a:xfrm>
          <a:prstGeom prst="line">
            <a:avLst/>
          </a:prstGeom>
          <a:ln w="38100">
            <a:solidFill>
              <a:schemeClr val="bg1">
                <a:lumMod val="85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22" name="Straight Connector 221">
            <a:extLst>
              <a:ext uri="{FF2B5EF4-FFF2-40B4-BE49-F238E27FC236}">
                <a16:creationId xmlns:a16="http://schemas.microsoft.com/office/drawing/2014/main" id="{AFA71FC1-457D-4CFB-4088-33C081FFF74E}"/>
              </a:ext>
            </a:extLst>
          </p:cNvPr>
          <p:cNvCxnSpPr>
            <a:cxnSpLocks/>
            <a:stCxn id="13" idx="5"/>
          </p:cNvCxnSpPr>
          <p:nvPr/>
        </p:nvCxnSpPr>
        <p:spPr>
          <a:xfrm>
            <a:off x="8599677" y="6139076"/>
            <a:ext cx="275126" cy="370008"/>
          </a:xfrm>
          <a:prstGeom prst="line">
            <a:avLst/>
          </a:prstGeom>
          <a:ln w="38100">
            <a:solidFill>
              <a:schemeClr val="bg1">
                <a:lumMod val="85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25" name="Straight Connector 224">
            <a:extLst>
              <a:ext uri="{FF2B5EF4-FFF2-40B4-BE49-F238E27FC236}">
                <a16:creationId xmlns:a16="http://schemas.microsoft.com/office/drawing/2014/main" id="{F4D4E792-5045-4512-B23E-9FA52EF60285}"/>
              </a:ext>
            </a:extLst>
          </p:cNvPr>
          <p:cNvCxnSpPr>
            <a:cxnSpLocks/>
            <a:endCxn id="13" idx="2"/>
          </p:cNvCxnSpPr>
          <p:nvPr/>
        </p:nvCxnSpPr>
        <p:spPr>
          <a:xfrm flipV="1">
            <a:off x="7784526" y="5988071"/>
            <a:ext cx="450593" cy="88457"/>
          </a:xfrm>
          <a:prstGeom prst="line">
            <a:avLst/>
          </a:prstGeom>
          <a:ln w="38100">
            <a:solidFill>
              <a:schemeClr val="bg1">
                <a:lumMod val="85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28" name="Straight Connector 227">
            <a:extLst>
              <a:ext uri="{FF2B5EF4-FFF2-40B4-BE49-F238E27FC236}">
                <a16:creationId xmlns:a16="http://schemas.microsoft.com/office/drawing/2014/main" id="{DB57321A-FDEC-2E15-77B7-8D4F554575D7}"/>
              </a:ext>
            </a:extLst>
          </p:cNvPr>
          <p:cNvCxnSpPr>
            <a:cxnSpLocks/>
            <a:endCxn id="12" idx="4"/>
          </p:cNvCxnSpPr>
          <p:nvPr/>
        </p:nvCxnSpPr>
        <p:spPr>
          <a:xfrm flipH="1" flipV="1">
            <a:off x="7232775" y="5720755"/>
            <a:ext cx="60745" cy="480869"/>
          </a:xfrm>
          <a:prstGeom prst="line">
            <a:avLst/>
          </a:prstGeom>
          <a:ln w="38100">
            <a:solidFill>
              <a:schemeClr val="bg1">
                <a:lumMod val="85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31" name="Straight Connector 230">
            <a:extLst>
              <a:ext uri="{FF2B5EF4-FFF2-40B4-BE49-F238E27FC236}">
                <a16:creationId xmlns:a16="http://schemas.microsoft.com/office/drawing/2014/main" id="{ADD83515-C4C1-43D0-44DC-B90B908FF29C}"/>
              </a:ext>
            </a:extLst>
          </p:cNvPr>
          <p:cNvCxnSpPr>
            <a:cxnSpLocks/>
            <a:stCxn id="12" idx="3"/>
          </p:cNvCxnSpPr>
          <p:nvPr/>
        </p:nvCxnSpPr>
        <p:spPr>
          <a:xfrm flipH="1">
            <a:off x="6779620" y="5658207"/>
            <a:ext cx="302150" cy="329864"/>
          </a:xfrm>
          <a:prstGeom prst="line">
            <a:avLst/>
          </a:prstGeom>
          <a:ln w="38100">
            <a:solidFill>
              <a:schemeClr val="bg1">
                <a:lumMod val="85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34" name="Straight Connector 233">
            <a:extLst>
              <a:ext uri="{FF2B5EF4-FFF2-40B4-BE49-F238E27FC236}">
                <a16:creationId xmlns:a16="http://schemas.microsoft.com/office/drawing/2014/main" id="{FB065249-7B12-67B7-9996-A174D3EFE394}"/>
              </a:ext>
            </a:extLst>
          </p:cNvPr>
          <p:cNvCxnSpPr>
            <a:cxnSpLocks/>
            <a:stCxn id="12" idx="2"/>
          </p:cNvCxnSpPr>
          <p:nvPr/>
        </p:nvCxnSpPr>
        <p:spPr>
          <a:xfrm flipH="1">
            <a:off x="6450112" y="5507202"/>
            <a:ext cx="569110" cy="66023"/>
          </a:xfrm>
          <a:prstGeom prst="line">
            <a:avLst/>
          </a:prstGeom>
          <a:ln w="38100">
            <a:solidFill>
              <a:schemeClr val="bg1">
                <a:lumMod val="85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37" name="Straight Connector 236">
            <a:extLst>
              <a:ext uri="{FF2B5EF4-FFF2-40B4-BE49-F238E27FC236}">
                <a16:creationId xmlns:a16="http://schemas.microsoft.com/office/drawing/2014/main" id="{EAD715EE-9BFB-6A15-D27F-A73B8477EB31}"/>
              </a:ext>
            </a:extLst>
          </p:cNvPr>
          <p:cNvCxnSpPr>
            <a:cxnSpLocks/>
            <a:stCxn id="12" idx="1"/>
          </p:cNvCxnSpPr>
          <p:nvPr/>
        </p:nvCxnSpPr>
        <p:spPr>
          <a:xfrm flipH="1" flipV="1">
            <a:off x="6779620" y="5207250"/>
            <a:ext cx="302150" cy="148947"/>
          </a:xfrm>
          <a:prstGeom prst="line">
            <a:avLst/>
          </a:prstGeom>
          <a:ln w="38100">
            <a:solidFill>
              <a:schemeClr val="bg1">
                <a:lumMod val="85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40" name="Straight Connector 239">
            <a:extLst>
              <a:ext uri="{FF2B5EF4-FFF2-40B4-BE49-F238E27FC236}">
                <a16:creationId xmlns:a16="http://schemas.microsoft.com/office/drawing/2014/main" id="{410645A4-70F9-7727-FE47-B8AA8C8747C5}"/>
              </a:ext>
            </a:extLst>
          </p:cNvPr>
          <p:cNvCxnSpPr>
            <a:cxnSpLocks/>
            <a:endCxn id="7" idx="4"/>
          </p:cNvCxnSpPr>
          <p:nvPr/>
        </p:nvCxnSpPr>
        <p:spPr>
          <a:xfrm flipV="1">
            <a:off x="6187115" y="4657003"/>
            <a:ext cx="49444" cy="460539"/>
          </a:xfrm>
          <a:prstGeom prst="line">
            <a:avLst/>
          </a:prstGeom>
          <a:ln w="38100">
            <a:solidFill>
              <a:schemeClr val="bg1">
                <a:lumMod val="85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43" name="Straight Connector 242">
            <a:extLst>
              <a:ext uri="{FF2B5EF4-FFF2-40B4-BE49-F238E27FC236}">
                <a16:creationId xmlns:a16="http://schemas.microsoft.com/office/drawing/2014/main" id="{CCC6ABE0-071A-201B-05EC-12C2D860DC7F}"/>
              </a:ext>
            </a:extLst>
          </p:cNvPr>
          <p:cNvCxnSpPr>
            <a:cxnSpLocks/>
            <a:endCxn id="7" idx="2"/>
          </p:cNvCxnSpPr>
          <p:nvPr/>
        </p:nvCxnSpPr>
        <p:spPr>
          <a:xfrm>
            <a:off x="5694915" y="4417548"/>
            <a:ext cx="328091" cy="25902"/>
          </a:xfrm>
          <a:prstGeom prst="line">
            <a:avLst/>
          </a:prstGeom>
          <a:ln w="38100">
            <a:solidFill>
              <a:schemeClr val="bg1">
                <a:lumMod val="85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46" name="Straight Connector 245">
            <a:extLst>
              <a:ext uri="{FF2B5EF4-FFF2-40B4-BE49-F238E27FC236}">
                <a16:creationId xmlns:a16="http://schemas.microsoft.com/office/drawing/2014/main" id="{6F83FCDF-955D-2722-510B-29F15FD0807C}"/>
              </a:ext>
            </a:extLst>
          </p:cNvPr>
          <p:cNvCxnSpPr>
            <a:cxnSpLocks/>
            <a:endCxn id="7" idx="1"/>
          </p:cNvCxnSpPr>
          <p:nvPr/>
        </p:nvCxnSpPr>
        <p:spPr>
          <a:xfrm>
            <a:off x="5845754" y="4128703"/>
            <a:ext cx="239800" cy="163742"/>
          </a:xfrm>
          <a:prstGeom prst="line">
            <a:avLst/>
          </a:prstGeom>
          <a:ln w="38100">
            <a:solidFill>
              <a:schemeClr val="bg1">
                <a:lumMod val="85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49" name="Straight Connector 248">
            <a:extLst>
              <a:ext uri="{FF2B5EF4-FFF2-40B4-BE49-F238E27FC236}">
                <a16:creationId xmlns:a16="http://schemas.microsoft.com/office/drawing/2014/main" id="{BC952D01-EA1A-55D8-C83E-09AF5D2AF3D2}"/>
              </a:ext>
            </a:extLst>
          </p:cNvPr>
          <p:cNvCxnSpPr>
            <a:cxnSpLocks/>
            <a:endCxn id="7" idx="0"/>
          </p:cNvCxnSpPr>
          <p:nvPr/>
        </p:nvCxnSpPr>
        <p:spPr>
          <a:xfrm>
            <a:off x="6116576" y="3871132"/>
            <a:ext cx="119983" cy="358765"/>
          </a:xfrm>
          <a:prstGeom prst="line">
            <a:avLst/>
          </a:prstGeom>
          <a:ln w="38100">
            <a:solidFill>
              <a:schemeClr val="bg1">
                <a:lumMod val="85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52" name="Straight Connector 251">
            <a:extLst>
              <a:ext uri="{FF2B5EF4-FFF2-40B4-BE49-F238E27FC236}">
                <a16:creationId xmlns:a16="http://schemas.microsoft.com/office/drawing/2014/main" id="{6300537B-230F-3E8B-34A0-C2A23805C97C}"/>
              </a:ext>
            </a:extLst>
          </p:cNvPr>
          <p:cNvCxnSpPr>
            <a:cxnSpLocks/>
            <a:endCxn id="7" idx="3"/>
          </p:cNvCxnSpPr>
          <p:nvPr/>
        </p:nvCxnSpPr>
        <p:spPr>
          <a:xfrm flipV="1">
            <a:off x="5796582" y="4594455"/>
            <a:ext cx="288972" cy="292817"/>
          </a:xfrm>
          <a:prstGeom prst="line">
            <a:avLst/>
          </a:prstGeom>
          <a:ln w="38100">
            <a:solidFill>
              <a:schemeClr val="bg1">
                <a:lumMod val="85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55" name="Straight Connector 254">
            <a:extLst>
              <a:ext uri="{FF2B5EF4-FFF2-40B4-BE49-F238E27FC236}">
                <a16:creationId xmlns:a16="http://schemas.microsoft.com/office/drawing/2014/main" id="{DB0F7BD8-0A11-8F92-37FF-45EE316FAE2B}"/>
              </a:ext>
            </a:extLst>
          </p:cNvPr>
          <p:cNvCxnSpPr>
            <a:cxnSpLocks/>
            <a:stCxn id="13" idx="4"/>
          </p:cNvCxnSpPr>
          <p:nvPr/>
        </p:nvCxnSpPr>
        <p:spPr>
          <a:xfrm>
            <a:off x="8448672" y="6201624"/>
            <a:ext cx="20332" cy="391681"/>
          </a:xfrm>
          <a:prstGeom prst="line">
            <a:avLst/>
          </a:prstGeom>
          <a:ln w="38100">
            <a:solidFill>
              <a:schemeClr val="bg1">
                <a:lumMod val="85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pSp>
        <p:nvGrpSpPr>
          <p:cNvPr id="30" name="Group 29">
            <a:extLst>
              <a:ext uri="{FF2B5EF4-FFF2-40B4-BE49-F238E27FC236}">
                <a16:creationId xmlns:a16="http://schemas.microsoft.com/office/drawing/2014/main" id="{AC975C57-6308-12DF-9C00-D8EA85AA781C}"/>
              </a:ext>
            </a:extLst>
          </p:cNvPr>
          <p:cNvGrpSpPr/>
          <p:nvPr/>
        </p:nvGrpSpPr>
        <p:grpSpPr>
          <a:xfrm>
            <a:off x="8662225" y="5711970"/>
            <a:ext cx="1145560" cy="508721"/>
            <a:chOff x="8662225" y="5711970"/>
            <a:chExt cx="1145560" cy="508721"/>
          </a:xfrm>
        </p:grpSpPr>
        <p:cxnSp>
          <p:nvCxnSpPr>
            <p:cNvPr id="10" name="Straight Arrow Connector 47">
              <a:extLst>
                <a:ext uri="{FF2B5EF4-FFF2-40B4-BE49-F238E27FC236}">
                  <a16:creationId xmlns:a16="http://schemas.microsoft.com/office/drawing/2014/main" id="{EE885E2E-DAB4-64EE-70C4-5BDD42AA18B0}"/>
                </a:ext>
              </a:extLst>
            </p:cNvPr>
            <p:cNvCxnSpPr>
              <a:cxnSpLocks/>
              <a:stCxn id="13" idx="6"/>
              <a:endCxn id="14" idx="3"/>
            </p:cNvCxnSpPr>
            <p:nvPr/>
          </p:nvCxnSpPr>
          <p:spPr>
            <a:xfrm flipV="1">
              <a:off x="8662225" y="5711970"/>
              <a:ext cx="1145560" cy="276101"/>
            </a:xfrm>
            <a:prstGeom prst="straightConnector1">
              <a:avLst/>
            </a:prstGeom>
            <a:ln w="38100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28" name="TextBox 127">
              <a:extLst>
                <a:ext uri="{FF2B5EF4-FFF2-40B4-BE49-F238E27FC236}">
                  <a16:creationId xmlns:a16="http://schemas.microsoft.com/office/drawing/2014/main" id="{9F4E4E30-5F46-14F6-8D99-BEEBACDA3096}"/>
                </a:ext>
              </a:extLst>
            </p:cNvPr>
            <p:cNvSpPr txBox="1"/>
            <p:nvPr/>
          </p:nvSpPr>
          <p:spPr>
            <a:xfrm>
              <a:off x="9142320" y="5851359"/>
              <a:ext cx="43152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nl-NL" dirty="0">
                  <a:latin typeface="Aptos" panose="020B0004020202020204" pitchFamily="34" charset="0"/>
                </a:rPr>
                <a:t>15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5565564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880556-DFCF-DFC3-5442-C21B9621B9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Oval 19">
            <a:extLst>
              <a:ext uri="{FF2B5EF4-FFF2-40B4-BE49-F238E27FC236}">
                <a16:creationId xmlns:a16="http://schemas.microsoft.com/office/drawing/2014/main" id="{A23CFBD0-280A-F26D-0A92-4A909DDE295D}"/>
              </a:ext>
            </a:extLst>
          </p:cNvPr>
          <p:cNvSpPr/>
          <p:nvPr/>
        </p:nvSpPr>
        <p:spPr>
          <a:xfrm>
            <a:off x="8204034" y="3888232"/>
            <a:ext cx="427106" cy="427106"/>
          </a:xfrm>
          <a:prstGeom prst="ellipse">
            <a:avLst/>
          </a:prstGeom>
          <a:ln/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nl-NL" dirty="0">
                <a:solidFill>
                  <a:schemeClr val="dk1"/>
                </a:solidFill>
                <a:latin typeface="Aptos" panose="020B0004020202020204" pitchFamily="34" charset="0"/>
              </a:rPr>
              <a:t>D</a:t>
            </a:r>
          </a:p>
        </p:txBody>
      </p:sp>
      <p:sp>
        <p:nvSpPr>
          <p:cNvPr id="15" name="Oval 19">
            <a:extLst>
              <a:ext uri="{FF2B5EF4-FFF2-40B4-BE49-F238E27FC236}">
                <a16:creationId xmlns:a16="http://schemas.microsoft.com/office/drawing/2014/main" id="{86AE170B-B250-A475-708A-5C1EAF919A9A}"/>
              </a:ext>
            </a:extLst>
          </p:cNvPr>
          <p:cNvSpPr/>
          <p:nvPr/>
        </p:nvSpPr>
        <p:spPr>
          <a:xfrm>
            <a:off x="9828248" y="2343610"/>
            <a:ext cx="427106" cy="427106"/>
          </a:xfrm>
          <a:prstGeom prst="ellipse">
            <a:avLst/>
          </a:prstGeom>
          <a:ln/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nl-NL" dirty="0">
                <a:solidFill>
                  <a:schemeClr val="dk1"/>
                </a:solidFill>
                <a:latin typeface="Aptos" panose="020B0004020202020204" pitchFamily="34" charset="0"/>
              </a:rPr>
              <a:t>B</a:t>
            </a:r>
          </a:p>
        </p:txBody>
      </p:sp>
      <p:sp>
        <p:nvSpPr>
          <p:cNvPr id="288" name="Rounded Rectangle 30">
            <a:extLst>
              <a:ext uri="{FF2B5EF4-FFF2-40B4-BE49-F238E27FC236}">
                <a16:creationId xmlns:a16="http://schemas.microsoft.com/office/drawing/2014/main" id="{644CB43A-F782-8A9B-113B-56BE1D98D53B}"/>
              </a:ext>
            </a:extLst>
          </p:cNvPr>
          <p:cNvSpPr/>
          <p:nvPr/>
        </p:nvSpPr>
        <p:spPr>
          <a:xfrm>
            <a:off x="10110745" y="2061189"/>
            <a:ext cx="318887" cy="350477"/>
          </a:xfrm>
          <a:prstGeom prst="roundRect">
            <a:avLst/>
          </a:prstGeom>
          <a:ln>
            <a:headEnd type="none" w="med" len="med"/>
            <a:tailEnd type="none" w="med" len="med"/>
          </a:ln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nl-NL" sz="1600" dirty="0">
                <a:latin typeface="Aptos" panose="020B0004020202020204" pitchFamily="34" charset="0"/>
              </a:rPr>
              <a:t>8</a:t>
            </a:r>
          </a:p>
        </p:txBody>
      </p:sp>
      <p:sp>
        <p:nvSpPr>
          <p:cNvPr id="289" name="Rounded Rectangle 47">
            <a:extLst>
              <a:ext uri="{FF2B5EF4-FFF2-40B4-BE49-F238E27FC236}">
                <a16:creationId xmlns:a16="http://schemas.microsoft.com/office/drawing/2014/main" id="{8FCDF867-52BA-85A3-E216-611725AF7BD7}"/>
              </a:ext>
            </a:extLst>
          </p:cNvPr>
          <p:cNvSpPr/>
          <p:nvPr/>
        </p:nvSpPr>
        <p:spPr>
          <a:xfrm>
            <a:off x="8512404" y="3653960"/>
            <a:ext cx="318887" cy="350477"/>
          </a:xfrm>
          <a:prstGeom prst="roundRect">
            <a:avLst/>
          </a:prstGeom>
          <a:ln>
            <a:headEnd type="none" w="med" len="med"/>
            <a:tailEnd type="none" w="med" len="med"/>
          </a:ln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nl-NL" sz="1600" dirty="0">
                <a:latin typeface="Aptos" panose="020B0004020202020204" pitchFamily="34" charset="0"/>
              </a:rPr>
              <a:t>2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3AFF962-877E-2D2C-A361-37A2A26C5F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 err="1"/>
              <a:t>Shortest</a:t>
            </a:r>
            <a:r>
              <a:rPr lang="nl-NL" dirty="0"/>
              <a:t> </a:t>
            </a:r>
            <a:r>
              <a:rPr lang="nl-NL" dirty="0" err="1"/>
              <a:t>paths</a:t>
            </a:r>
            <a:r>
              <a:rPr lang="nl-NL" dirty="0"/>
              <a:t> – Dijkstra’s </a:t>
            </a:r>
            <a:r>
              <a:rPr lang="nl-NL" dirty="0" err="1"/>
              <a:t>algorithm</a:t>
            </a:r>
            <a:endParaRPr lang="nl-N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272EB2A-D1D0-9B1D-6093-B20324CF601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0081" y="2633473"/>
            <a:ext cx="6707548" cy="2055958"/>
          </a:xfrm>
        </p:spPr>
        <p:txBody>
          <a:bodyPr>
            <a:normAutofit lnSpcReduction="10000"/>
          </a:bodyPr>
          <a:lstStyle/>
          <a:p>
            <a:r>
              <a:rPr lang="nl-NL" dirty="0"/>
              <a:t>Set </a:t>
            </a:r>
            <a:r>
              <a:rPr lang="nl-NL" dirty="0" err="1"/>
              <a:t>distance</a:t>
            </a:r>
            <a:r>
              <a:rPr lang="nl-NL" dirty="0"/>
              <a:t> of start node </a:t>
            </a:r>
            <a:r>
              <a:rPr lang="nl-NL" dirty="0" err="1"/>
              <a:t>to</a:t>
            </a:r>
            <a:r>
              <a:rPr lang="nl-NL" dirty="0"/>
              <a:t> zero &amp; </a:t>
            </a:r>
            <a:r>
              <a:rPr lang="nl-NL" dirty="0" err="1"/>
              <a:t>others</a:t>
            </a:r>
            <a:r>
              <a:rPr lang="nl-NL" dirty="0"/>
              <a:t> </a:t>
            </a:r>
            <a:r>
              <a:rPr lang="nl-NL" dirty="0" err="1"/>
              <a:t>to</a:t>
            </a:r>
            <a:r>
              <a:rPr lang="nl-NL" dirty="0"/>
              <a:t> “</a:t>
            </a:r>
            <a:r>
              <a:rPr lang="nl-NL" dirty="0" err="1"/>
              <a:t>extremely</a:t>
            </a:r>
            <a:r>
              <a:rPr lang="nl-NL" dirty="0"/>
              <a:t> far </a:t>
            </a:r>
            <a:r>
              <a:rPr lang="nl-NL" dirty="0" err="1"/>
              <a:t>away</a:t>
            </a:r>
            <a:r>
              <a:rPr lang="nl-NL" dirty="0"/>
              <a:t>”</a:t>
            </a:r>
          </a:p>
          <a:p>
            <a:r>
              <a:rPr lang="nl-NL" b="1" dirty="0" err="1">
                <a:latin typeface="Aptos" panose="020B0004020202020204" pitchFamily="34" charset="0"/>
              </a:rPr>
              <a:t>While</a:t>
            </a:r>
            <a:r>
              <a:rPr lang="nl-NL" dirty="0"/>
              <a:t> </a:t>
            </a:r>
            <a:r>
              <a:rPr lang="nl-NL" dirty="0" err="1"/>
              <a:t>there</a:t>
            </a:r>
            <a:r>
              <a:rPr lang="nl-NL" dirty="0"/>
              <a:t> are </a:t>
            </a:r>
            <a:r>
              <a:rPr lang="nl-NL" b="1" dirty="0" err="1">
                <a:latin typeface="Aptos" panose="020B0004020202020204" pitchFamily="34" charset="0"/>
              </a:rPr>
              <a:t>unvisited</a:t>
            </a:r>
            <a:r>
              <a:rPr lang="nl-NL" dirty="0"/>
              <a:t> </a:t>
            </a:r>
            <a:r>
              <a:rPr lang="nl-NL" dirty="0" err="1"/>
              <a:t>nodes</a:t>
            </a:r>
            <a:r>
              <a:rPr lang="nl-NL" dirty="0"/>
              <a:t>:</a:t>
            </a:r>
          </a:p>
          <a:p>
            <a:pPr lvl="1"/>
            <a:r>
              <a:rPr lang="nl-NL" sz="2000" dirty="0" err="1"/>
              <a:t>Find</a:t>
            </a:r>
            <a:r>
              <a:rPr lang="nl-NL" sz="2000" dirty="0"/>
              <a:t> </a:t>
            </a:r>
            <a:r>
              <a:rPr lang="nl-NL" sz="2000" dirty="0" err="1"/>
              <a:t>the</a:t>
            </a:r>
            <a:r>
              <a:rPr lang="nl-NL" sz="2000" dirty="0"/>
              <a:t> </a:t>
            </a:r>
            <a:r>
              <a:rPr lang="nl-NL" sz="2000" dirty="0" err="1"/>
              <a:t>one</a:t>
            </a:r>
            <a:r>
              <a:rPr lang="nl-NL" sz="2000" dirty="0"/>
              <a:t> </a:t>
            </a:r>
            <a:r>
              <a:rPr lang="nl-NL" sz="2000" dirty="0" err="1"/>
              <a:t>that</a:t>
            </a:r>
            <a:r>
              <a:rPr lang="nl-NL" sz="2000" dirty="0"/>
              <a:t> has </a:t>
            </a:r>
            <a:r>
              <a:rPr lang="nl-NL" sz="2000" dirty="0" err="1"/>
              <a:t>the</a:t>
            </a:r>
            <a:r>
              <a:rPr lang="nl-NL" sz="2000" dirty="0"/>
              <a:t> </a:t>
            </a:r>
            <a:r>
              <a:rPr lang="nl-NL" sz="2000" b="1" dirty="0" err="1">
                <a:latin typeface="Aptos" panose="020B0004020202020204" pitchFamily="34" charset="0"/>
              </a:rPr>
              <a:t>smallest</a:t>
            </a:r>
            <a:r>
              <a:rPr lang="nl-NL" sz="2000" dirty="0"/>
              <a:t> </a:t>
            </a:r>
            <a:r>
              <a:rPr lang="nl-NL" sz="2000" b="1" dirty="0" err="1">
                <a:latin typeface="Aptos" panose="020B0004020202020204" pitchFamily="34" charset="0"/>
              </a:rPr>
              <a:t>current</a:t>
            </a:r>
            <a:r>
              <a:rPr lang="nl-NL" sz="2000" dirty="0"/>
              <a:t> </a:t>
            </a:r>
            <a:r>
              <a:rPr lang="nl-NL" sz="2000" dirty="0" err="1"/>
              <a:t>distance</a:t>
            </a:r>
            <a:endParaRPr lang="nl-NL" sz="2000" dirty="0"/>
          </a:p>
          <a:p>
            <a:pPr lvl="1"/>
            <a:r>
              <a:rPr lang="nl-NL" sz="2000" b="1" dirty="0">
                <a:latin typeface="Aptos" panose="020B0004020202020204" pitchFamily="34" charset="0"/>
              </a:rPr>
              <a:t>Update</a:t>
            </a:r>
            <a:r>
              <a:rPr lang="nl-NL" sz="2000" dirty="0"/>
              <a:t> </a:t>
            </a:r>
            <a:r>
              <a:rPr lang="nl-NL" sz="2000" dirty="0" err="1"/>
              <a:t>the</a:t>
            </a:r>
            <a:r>
              <a:rPr lang="nl-NL" sz="2000" dirty="0"/>
              <a:t> </a:t>
            </a:r>
            <a:r>
              <a:rPr lang="nl-NL" sz="2000" dirty="0" err="1"/>
              <a:t>distance</a:t>
            </a:r>
            <a:r>
              <a:rPr lang="nl-NL" sz="2000" dirty="0"/>
              <a:t> </a:t>
            </a:r>
            <a:r>
              <a:rPr lang="nl-NL" sz="2000" dirty="0" err="1"/>
              <a:t>to</a:t>
            </a:r>
            <a:r>
              <a:rPr lang="nl-NL" sz="2000" dirty="0"/>
              <a:t> </a:t>
            </a:r>
            <a:r>
              <a:rPr lang="nl-NL" sz="2000" dirty="0" err="1"/>
              <a:t>its</a:t>
            </a:r>
            <a:r>
              <a:rPr lang="nl-NL" sz="2000" dirty="0"/>
              <a:t> </a:t>
            </a:r>
            <a:r>
              <a:rPr lang="nl-NL" sz="2000" b="1" dirty="0" err="1">
                <a:latin typeface="Aptos" panose="020B0004020202020204" pitchFamily="34" charset="0"/>
              </a:rPr>
              <a:t>neighbours</a:t>
            </a:r>
            <a:endParaRPr lang="nl-NL" sz="2000" b="1" dirty="0">
              <a:latin typeface="Aptos" panose="020B0004020202020204" pitchFamily="34" charset="0"/>
            </a:endParaRPr>
          </a:p>
        </p:txBody>
      </p:sp>
      <p:sp>
        <p:nvSpPr>
          <p:cNvPr id="4" name="Oval 6">
            <a:extLst>
              <a:ext uri="{FF2B5EF4-FFF2-40B4-BE49-F238E27FC236}">
                <a16:creationId xmlns:a16="http://schemas.microsoft.com/office/drawing/2014/main" id="{D9406524-9DD2-67ED-DA90-17F33912D48E}"/>
              </a:ext>
            </a:extLst>
          </p:cNvPr>
          <p:cNvSpPr/>
          <p:nvPr/>
        </p:nvSpPr>
        <p:spPr>
          <a:xfrm>
            <a:off x="9828248" y="3888232"/>
            <a:ext cx="427106" cy="427106"/>
          </a:xfrm>
          <a:prstGeom prst="ellipse">
            <a:avLst/>
          </a:prstGeom>
          <a:ln/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nl-NL">
                <a:solidFill>
                  <a:schemeClr val="dk1"/>
                </a:solidFill>
                <a:latin typeface="Aptos" panose="020B0004020202020204" pitchFamily="34" charset="0"/>
              </a:rPr>
              <a:t>E</a:t>
            </a:r>
            <a:endParaRPr lang="nl-NL" dirty="0">
              <a:solidFill>
                <a:schemeClr val="dk1"/>
              </a:solidFill>
              <a:latin typeface="Aptos" panose="020B0004020202020204" pitchFamily="34" charset="0"/>
            </a:endParaRPr>
          </a:p>
        </p:txBody>
      </p:sp>
      <p:sp>
        <p:nvSpPr>
          <p:cNvPr id="5" name="Oval 8">
            <a:extLst>
              <a:ext uri="{FF2B5EF4-FFF2-40B4-BE49-F238E27FC236}">
                <a16:creationId xmlns:a16="http://schemas.microsoft.com/office/drawing/2014/main" id="{765B37C4-B3FC-3D29-80AC-5BCCBCF773AD}"/>
              </a:ext>
            </a:extLst>
          </p:cNvPr>
          <p:cNvSpPr/>
          <p:nvPr/>
        </p:nvSpPr>
        <p:spPr>
          <a:xfrm>
            <a:off x="11452462" y="3888232"/>
            <a:ext cx="427106" cy="427106"/>
          </a:xfrm>
          <a:prstGeom prst="ellipse">
            <a:avLst/>
          </a:prstGeom>
          <a:ln/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nl-NL" dirty="0">
                <a:solidFill>
                  <a:schemeClr val="dk1"/>
                </a:solidFill>
                <a:latin typeface="Aptos" panose="020B0004020202020204" pitchFamily="34" charset="0"/>
              </a:rPr>
              <a:t>F</a:t>
            </a:r>
          </a:p>
        </p:txBody>
      </p:sp>
      <p:cxnSp>
        <p:nvCxnSpPr>
          <p:cNvPr id="6" name="Straight Arrow Connector 18">
            <a:extLst>
              <a:ext uri="{FF2B5EF4-FFF2-40B4-BE49-F238E27FC236}">
                <a16:creationId xmlns:a16="http://schemas.microsoft.com/office/drawing/2014/main" id="{5A3D7322-B66A-D7D7-09F3-C043B1D69864}"/>
              </a:ext>
            </a:extLst>
          </p:cNvPr>
          <p:cNvCxnSpPr>
            <a:cxnSpLocks/>
            <a:stCxn id="7" idx="6"/>
            <a:endCxn id="4" idx="2"/>
          </p:cNvCxnSpPr>
          <p:nvPr/>
        </p:nvCxnSpPr>
        <p:spPr>
          <a:xfrm>
            <a:off x="8631140" y="4101785"/>
            <a:ext cx="1197108" cy="0"/>
          </a:xfrm>
          <a:prstGeom prst="straightConnector1">
            <a:avLst/>
          </a:prstGeom>
          <a:ln w="38100">
            <a:solidFill>
              <a:schemeClr val="bg1">
                <a:lumMod val="85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8" name="Oval 8">
            <a:extLst>
              <a:ext uri="{FF2B5EF4-FFF2-40B4-BE49-F238E27FC236}">
                <a16:creationId xmlns:a16="http://schemas.microsoft.com/office/drawing/2014/main" id="{80F58723-7CB9-767A-0157-91F749D0BAAF}"/>
              </a:ext>
            </a:extLst>
          </p:cNvPr>
          <p:cNvSpPr/>
          <p:nvPr/>
        </p:nvSpPr>
        <p:spPr>
          <a:xfrm>
            <a:off x="11452462" y="2343610"/>
            <a:ext cx="427106" cy="427106"/>
          </a:xfrm>
          <a:prstGeom prst="ellipse">
            <a:avLst/>
          </a:prstGeom>
          <a:ln/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nl-NL">
                <a:solidFill>
                  <a:schemeClr val="dk1"/>
                </a:solidFill>
                <a:latin typeface="Aptos" panose="020B0004020202020204" pitchFamily="34" charset="0"/>
              </a:rPr>
              <a:t>C</a:t>
            </a:r>
            <a:endParaRPr lang="nl-NL" dirty="0">
              <a:solidFill>
                <a:schemeClr val="dk1"/>
              </a:solidFill>
              <a:latin typeface="Aptos" panose="020B0004020202020204" pitchFamily="34" charset="0"/>
            </a:endParaRPr>
          </a:p>
        </p:txBody>
      </p:sp>
      <p:cxnSp>
        <p:nvCxnSpPr>
          <p:cNvPr id="9" name="Straight Arrow Connector 18">
            <a:extLst>
              <a:ext uri="{FF2B5EF4-FFF2-40B4-BE49-F238E27FC236}">
                <a16:creationId xmlns:a16="http://schemas.microsoft.com/office/drawing/2014/main" id="{D950F668-CEB8-DF90-407D-1BBF4D2B4229}"/>
              </a:ext>
            </a:extLst>
          </p:cNvPr>
          <p:cNvCxnSpPr>
            <a:cxnSpLocks/>
            <a:stCxn id="4" idx="6"/>
            <a:endCxn id="5" idx="2"/>
          </p:cNvCxnSpPr>
          <p:nvPr/>
        </p:nvCxnSpPr>
        <p:spPr>
          <a:xfrm>
            <a:off x="10255354" y="4101785"/>
            <a:ext cx="1197108" cy="0"/>
          </a:xfrm>
          <a:prstGeom prst="straightConnector1">
            <a:avLst/>
          </a:prstGeom>
          <a:ln w="38100">
            <a:solidFill>
              <a:schemeClr val="bg1">
                <a:lumMod val="85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" name="Straight Arrow Connector 18">
            <a:extLst>
              <a:ext uri="{FF2B5EF4-FFF2-40B4-BE49-F238E27FC236}">
                <a16:creationId xmlns:a16="http://schemas.microsoft.com/office/drawing/2014/main" id="{186CDD86-A8C6-E6BF-7424-AE1DA4452F11}"/>
              </a:ext>
            </a:extLst>
          </p:cNvPr>
          <p:cNvCxnSpPr>
            <a:cxnSpLocks/>
            <a:stCxn id="5" idx="0"/>
            <a:endCxn id="8" idx="4"/>
          </p:cNvCxnSpPr>
          <p:nvPr/>
        </p:nvCxnSpPr>
        <p:spPr>
          <a:xfrm flipV="1">
            <a:off x="11666015" y="2770716"/>
            <a:ext cx="0" cy="1117516"/>
          </a:xfrm>
          <a:prstGeom prst="straightConnector1">
            <a:avLst/>
          </a:prstGeom>
          <a:ln w="38100">
            <a:solidFill>
              <a:schemeClr val="bg1">
                <a:lumMod val="85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1" name="Oval 19">
            <a:extLst>
              <a:ext uri="{FF2B5EF4-FFF2-40B4-BE49-F238E27FC236}">
                <a16:creationId xmlns:a16="http://schemas.microsoft.com/office/drawing/2014/main" id="{BC24B663-9E56-E781-DECA-B18DA0ED4758}"/>
              </a:ext>
            </a:extLst>
          </p:cNvPr>
          <p:cNvSpPr/>
          <p:nvPr/>
        </p:nvSpPr>
        <p:spPr>
          <a:xfrm>
            <a:off x="8204034" y="2343610"/>
            <a:ext cx="427106" cy="427106"/>
          </a:xfrm>
          <a:prstGeom prst="ellipse">
            <a:avLst/>
          </a:prstGeom>
          <a:ln/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nl-NL" dirty="0">
                <a:latin typeface="Aptos" panose="020B0004020202020204" pitchFamily="34" charset="0"/>
              </a:rPr>
              <a:t>A</a:t>
            </a:r>
          </a:p>
        </p:txBody>
      </p:sp>
      <p:sp>
        <p:nvSpPr>
          <p:cNvPr id="12" name="Oval 19">
            <a:extLst>
              <a:ext uri="{FF2B5EF4-FFF2-40B4-BE49-F238E27FC236}">
                <a16:creationId xmlns:a16="http://schemas.microsoft.com/office/drawing/2014/main" id="{69635B05-C194-7BA7-BC72-D7E276E1ED5C}"/>
              </a:ext>
            </a:extLst>
          </p:cNvPr>
          <p:cNvSpPr/>
          <p:nvPr/>
        </p:nvSpPr>
        <p:spPr>
          <a:xfrm>
            <a:off x="8204034" y="5432853"/>
            <a:ext cx="427106" cy="427106"/>
          </a:xfrm>
          <a:prstGeom prst="ellipse">
            <a:avLst/>
          </a:prstGeom>
          <a:ln/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nl-NL" dirty="0">
                <a:solidFill>
                  <a:schemeClr val="dk1"/>
                </a:solidFill>
                <a:latin typeface="Aptos" panose="020B0004020202020204" pitchFamily="34" charset="0"/>
              </a:rPr>
              <a:t>G</a:t>
            </a:r>
          </a:p>
        </p:txBody>
      </p:sp>
      <p:sp>
        <p:nvSpPr>
          <p:cNvPr id="13" name="Oval 19">
            <a:extLst>
              <a:ext uri="{FF2B5EF4-FFF2-40B4-BE49-F238E27FC236}">
                <a16:creationId xmlns:a16="http://schemas.microsoft.com/office/drawing/2014/main" id="{8319E789-5D22-25BF-0C31-A98576862D36}"/>
              </a:ext>
            </a:extLst>
          </p:cNvPr>
          <p:cNvSpPr/>
          <p:nvPr/>
        </p:nvSpPr>
        <p:spPr>
          <a:xfrm>
            <a:off x="9828248" y="5432853"/>
            <a:ext cx="427106" cy="427106"/>
          </a:xfrm>
          <a:prstGeom prst="ellipse">
            <a:avLst/>
          </a:prstGeom>
          <a:ln/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nl-NL" dirty="0">
                <a:solidFill>
                  <a:schemeClr val="dk1"/>
                </a:solidFill>
                <a:latin typeface="Aptos" panose="020B0004020202020204" pitchFamily="34" charset="0"/>
              </a:rPr>
              <a:t>H</a:t>
            </a:r>
          </a:p>
        </p:txBody>
      </p:sp>
      <p:sp>
        <p:nvSpPr>
          <p:cNvPr id="14" name="Oval 19">
            <a:extLst>
              <a:ext uri="{FF2B5EF4-FFF2-40B4-BE49-F238E27FC236}">
                <a16:creationId xmlns:a16="http://schemas.microsoft.com/office/drawing/2014/main" id="{8F4586B9-0298-165A-81AA-478C1ECB9091}"/>
              </a:ext>
            </a:extLst>
          </p:cNvPr>
          <p:cNvSpPr/>
          <p:nvPr/>
        </p:nvSpPr>
        <p:spPr>
          <a:xfrm>
            <a:off x="11452462" y="5432853"/>
            <a:ext cx="427106" cy="427106"/>
          </a:xfrm>
          <a:prstGeom prst="ellipse">
            <a:avLst/>
          </a:prstGeom>
          <a:ln/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nl-NL">
                <a:solidFill>
                  <a:schemeClr val="dk1"/>
                </a:solidFill>
                <a:latin typeface="Aptos" panose="020B0004020202020204" pitchFamily="34" charset="0"/>
              </a:rPr>
              <a:t>J</a:t>
            </a:r>
            <a:endParaRPr lang="nl-NL" dirty="0">
              <a:solidFill>
                <a:schemeClr val="dk1"/>
              </a:solidFill>
              <a:latin typeface="Aptos" panose="020B0004020202020204" pitchFamily="34" charset="0"/>
            </a:endParaRPr>
          </a:p>
        </p:txBody>
      </p:sp>
      <p:cxnSp>
        <p:nvCxnSpPr>
          <p:cNvPr id="16" name="Straight Arrow Connector 47">
            <a:extLst>
              <a:ext uri="{FF2B5EF4-FFF2-40B4-BE49-F238E27FC236}">
                <a16:creationId xmlns:a16="http://schemas.microsoft.com/office/drawing/2014/main" id="{7E983D06-96EB-0E87-31C2-C304A78FD2FD}"/>
              </a:ext>
            </a:extLst>
          </p:cNvPr>
          <p:cNvCxnSpPr>
            <a:cxnSpLocks/>
            <a:stCxn id="7" idx="0"/>
            <a:endCxn id="11" idx="4"/>
          </p:cNvCxnSpPr>
          <p:nvPr/>
        </p:nvCxnSpPr>
        <p:spPr>
          <a:xfrm flipV="1">
            <a:off x="8417587" y="2770716"/>
            <a:ext cx="0" cy="1117516"/>
          </a:xfrm>
          <a:prstGeom prst="straightConnector1">
            <a:avLst/>
          </a:prstGeom>
          <a:ln w="38100">
            <a:solidFill>
              <a:schemeClr val="bg1">
                <a:lumMod val="85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7" name="Straight Arrow Connector 47">
            <a:extLst>
              <a:ext uri="{FF2B5EF4-FFF2-40B4-BE49-F238E27FC236}">
                <a16:creationId xmlns:a16="http://schemas.microsoft.com/office/drawing/2014/main" id="{6A9E5227-84C6-60B8-F382-29A951FBAD61}"/>
              </a:ext>
            </a:extLst>
          </p:cNvPr>
          <p:cNvCxnSpPr>
            <a:cxnSpLocks/>
            <a:stCxn id="11" idx="6"/>
            <a:endCxn id="15" idx="2"/>
          </p:cNvCxnSpPr>
          <p:nvPr/>
        </p:nvCxnSpPr>
        <p:spPr>
          <a:xfrm>
            <a:off x="8631140" y="2557163"/>
            <a:ext cx="1197108" cy="0"/>
          </a:xfrm>
          <a:prstGeom prst="straightConnector1">
            <a:avLst/>
          </a:prstGeom>
          <a:ln w="38100">
            <a:solidFill>
              <a:schemeClr val="bg1">
                <a:lumMod val="85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8" name="Straight Arrow Connector 47">
            <a:extLst>
              <a:ext uri="{FF2B5EF4-FFF2-40B4-BE49-F238E27FC236}">
                <a16:creationId xmlns:a16="http://schemas.microsoft.com/office/drawing/2014/main" id="{BADB8804-223C-A352-FB7D-403023E7F597}"/>
              </a:ext>
            </a:extLst>
          </p:cNvPr>
          <p:cNvCxnSpPr>
            <a:cxnSpLocks/>
            <a:stCxn id="4" idx="0"/>
            <a:endCxn id="15" idx="4"/>
          </p:cNvCxnSpPr>
          <p:nvPr/>
        </p:nvCxnSpPr>
        <p:spPr>
          <a:xfrm flipV="1">
            <a:off x="10041801" y="2770716"/>
            <a:ext cx="0" cy="1117516"/>
          </a:xfrm>
          <a:prstGeom prst="straightConnector1">
            <a:avLst/>
          </a:prstGeom>
          <a:ln w="38100">
            <a:solidFill>
              <a:schemeClr val="bg1">
                <a:lumMod val="85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9" name="Straight Arrow Connector 47">
            <a:extLst>
              <a:ext uri="{FF2B5EF4-FFF2-40B4-BE49-F238E27FC236}">
                <a16:creationId xmlns:a16="http://schemas.microsoft.com/office/drawing/2014/main" id="{D2B6BC0C-E22F-8274-9EC2-55A000132448}"/>
              </a:ext>
            </a:extLst>
          </p:cNvPr>
          <p:cNvCxnSpPr>
            <a:cxnSpLocks/>
            <a:stCxn id="15" idx="6"/>
            <a:endCxn id="8" idx="2"/>
          </p:cNvCxnSpPr>
          <p:nvPr/>
        </p:nvCxnSpPr>
        <p:spPr>
          <a:xfrm>
            <a:off x="10255354" y="2557163"/>
            <a:ext cx="1197108" cy="0"/>
          </a:xfrm>
          <a:prstGeom prst="straightConnector1">
            <a:avLst/>
          </a:prstGeom>
          <a:ln w="38100">
            <a:solidFill>
              <a:schemeClr val="bg1">
                <a:lumMod val="85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0" name="Straight Arrow Connector 47">
            <a:extLst>
              <a:ext uri="{FF2B5EF4-FFF2-40B4-BE49-F238E27FC236}">
                <a16:creationId xmlns:a16="http://schemas.microsoft.com/office/drawing/2014/main" id="{7F1EAA4F-474B-42C7-6796-FA5365B005DA}"/>
              </a:ext>
            </a:extLst>
          </p:cNvPr>
          <p:cNvCxnSpPr>
            <a:cxnSpLocks/>
            <a:stCxn id="7" idx="4"/>
            <a:endCxn id="12" idx="0"/>
          </p:cNvCxnSpPr>
          <p:nvPr/>
        </p:nvCxnSpPr>
        <p:spPr>
          <a:xfrm>
            <a:off x="8417587" y="4315338"/>
            <a:ext cx="0" cy="1117515"/>
          </a:xfrm>
          <a:prstGeom prst="straightConnector1">
            <a:avLst/>
          </a:prstGeom>
          <a:ln w="38100">
            <a:solidFill>
              <a:schemeClr val="bg1">
                <a:lumMod val="85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1" name="Straight Arrow Connector 47">
            <a:extLst>
              <a:ext uri="{FF2B5EF4-FFF2-40B4-BE49-F238E27FC236}">
                <a16:creationId xmlns:a16="http://schemas.microsoft.com/office/drawing/2014/main" id="{8237A8E7-FCF4-F93F-457A-119B092EC802}"/>
              </a:ext>
            </a:extLst>
          </p:cNvPr>
          <p:cNvCxnSpPr>
            <a:cxnSpLocks/>
            <a:stCxn id="4" idx="4"/>
            <a:endCxn id="13" idx="0"/>
          </p:cNvCxnSpPr>
          <p:nvPr/>
        </p:nvCxnSpPr>
        <p:spPr>
          <a:xfrm>
            <a:off x="10041801" y="4315338"/>
            <a:ext cx="0" cy="1117515"/>
          </a:xfrm>
          <a:prstGeom prst="straightConnector1">
            <a:avLst/>
          </a:prstGeom>
          <a:ln w="38100">
            <a:solidFill>
              <a:schemeClr val="bg1">
                <a:lumMod val="85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2" name="Straight Arrow Connector 47">
            <a:extLst>
              <a:ext uri="{FF2B5EF4-FFF2-40B4-BE49-F238E27FC236}">
                <a16:creationId xmlns:a16="http://schemas.microsoft.com/office/drawing/2014/main" id="{F2AFE5E3-FFDD-0D68-231B-3A7289897FE7}"/>
              </a:ext>
            </a:extLst>
          </p:cNvPr>
          <p:cNvCxnSpPr>
            <a:cxnSpLocks/>
            <a:stCxn id="12" idx="6"/>
            <a:endCxn id="13" idx="2"/>
          </p:cNvCxnSpPr>
          <p:nvPr/>
        </p:nvCxnSpPr>
        <p:spPr>
          <a:xfrm>
            <a:off x="8631140" y="5646406"/>
            <a:ext cx="1197108" cy="0"/>
          </a:xfrm>
          <a:prstGeom prst="straightConnector1">
            <a:avLst/>
          </a:prstGeom>
          <a:ln w="38100">
            <a:solidFill>
              <a:schemeClr val="bg1">
                <a:lumMod val="85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3" name="Straight Arrow Connector 47">
            <a:extLst>
              <a:ext uri="{FF2B5EF4-FFF2-40B4-BE49-F238E27FC236}">
                <a16:creationId xmlns:a16="http://schemas.microsoft.com/office/drawing/2014/main" id="{92E891F5-CC16-CA82-4F91-1498E893F4EA}"/>
              </a:ext>
            </a:extLst>
          </p:cNvPr>
          <p:cNvCxnSpPr>
            <a:cxnSpLocks/>
            <a:stCxn id="13" idx="6"/>
            <a:endCxn id="14" idx="2"/>
          </p:cNvCxnSpPr>
          <p:nvPr/>
        </p:nvCxnSpPr>
        <p:spPr>
          <a:xfrm>
            <a:off x="10255354" y="5646406"/>
            <a:ext cx="1197108" cy="0"/>
          </a:xfrm>
          <a:prstGeom prst="straightConnector1">
            <a:avLst/>
          </a:prstGeom>
          <a:ln w="38100">
            <a:solidFill>
              <a:schemeClr val="bg1">
                <a:lumMod val="85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7" name="Straight Arrow Connector 18">
            <a:extLst>
              <a:ext uri="{FF2B5EF4-FFF2-40B4-BE49-F238E27FC236}">
                <a16:creationId xmlns:a16="http://schemas.microsoft.com/office/drawing/2014/main" id="{E8EA7507-8482-7DDA-E12E-6AB561B0D0C4}"/>
              </a:ext>
            </a:extLst>
          </p:cNvPr>
          <p:cNvCxnSpPr>
            <a:cxnSpLocks/>
            <a:stCxn id="14" idx="0"/>
            <a:endCxn id="5" idx="4"/>
          </p:cNvCxnSpPr>
          <p:nvPr/>
        </p:nvCxnSpPr>
        <p:spPr>
          <a:xfrm flipV="1">
            <a:off x="11666015" y="4315338"/>
            <a:ext cx="0" cy="1117515"/>
          </a:xfrm>
          <a:prstGeom prst="straightConnector1">
            <a:avLst/>
          </a:prstGeom>
          <a:ln w="38100">
            <a:solidFill>
              <a:schemeClr val="bg1">
                <a:lumMod val="85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9" name="TextBox 118">
            <a:extLst>
              <a:ext uri="{FF2B5EF4-FFF2-40B4-BE49-F238E27FC236}">
                <a16:creationId xmlns:a16="http://schemas.microsoft.com/office/drawing/2014/main" id="{DBF6DE9E-1581-E3CB-B077-E3F159C97966}"/>
              </a:ext>
            </a:extLst>
          </p:cNvPr>
          <p:cNvSpPr txBox="1"/>
          <p:nvPr/>
        </p:nvSpPr>
        <p:spPr>
          <a:xfrm>
            <a:off x="9075645" y="2247099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NL" dirty="0">
                <a:latin typeface="Aptos" panose="020B0004020202020204" pitchFamily="34" charset="0"/>
              </a:rPr>
              <a:t>8</a:t>
            </a:r>
          </a:p>
        </p:txBody>
      </p:sp>
      <p:sp>
        <p:nvSpPr>
          <p:cNvPr id="32" name="TextBox 121">
            <a:extLst>
              <a:ext uri="{FF2B5EF4-FFF2-40B4-BE49-F238E27FC236}">
                <a16:creationId xmlns:a16="http://schemas.microsoft.com/office/drawing/2014/main" id="{834B6CEC-956D-5D33-5F4D-22138F930C21}"/>
              </a:ext>
            </a:extLst>
          </p:cNvPr>
          <p:cNvSpPr txBox="1"/>
          <p:nvPr/>
        </p:nvSpPr>
        <p:spPr>
          <a:xfrm>
            <a:off x="11648954" y="3144808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NL" dirty="0">
                <a:latin typeface="Aptos" panose="020B0004020202020204" pitchFamily="34" charset="0"/>
              </a:rPr>
              <a:t>5</a:t>
            </a:r>
          </a:p>
        </p:txBody>
      </p:sp>
      <p:sp>
        <p:nvSpPr>
          <p:cNvPr id="33" name="TextBox 122">
            <a:extLst>
              <a:ext uri="{FF2B5EF4-FFF2-40B4-BE49-F238E27FC236}">
                <a16:creationId xmlns:a16="http://schemas.microsoft.com/office/drawing/2014/main" id="{B0D261CF-F920-6866-3275-B9845891F6C8}"/>
              </a:ext>
            </a:extLst>
          </p:cNvPr>
          <p:cNvSpPr txBox="1"/>
          <p:nvPr/>
        </p:nvSpPr>
        <p:spPr>
          <a:xfrm>
            <a:off x="9075645" y="4101784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NL" dirty="0">
                <a:latin typeface="Aptos" panose="020B0004020202020204" pitchFamily="34" charset="0"/>
              </a:rPr>
              <a:t>1</a:t>
            </a:r>
          </a:p>
        </p:txBody>
      </p:sp>
      <p:sp>
        <p:nvSpPr>
          <p:cNvPr id="34" name="TextBox 123">
            <a:extLst>
              <a:ext uri="{FF2B5EF4-FFF2-40B4-BE49-F238E27FC236}">
                <a16:creationId xmlns:a16="http://schemas.microsoft.com/office/drawing/2014/main" id="{EF30C7BB-25E3-077A-7766-9090BE658056}"/>
              </a:ext>
            </a:extLst>
          </p:cNvPr>
          <p:cNvSpPr txBox="1"/>
          <p:nvPr/>
        </p:nvSpPr>
        <p:spPr>
          <a:xfrm>
            <a:off x="9075645" y="5646406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NL" dirty="0">
                <a:latin typeface="Aptos" panose="020B0004020202020204" pitchFamily="34" charset="0"/>
              </a:rPr>
              <a:t>1</a:t>
            </a:r>
          </a:p>
        </p:txBody>
      </p:sp>
      <p:sp>
        <p:nvSpPr>
          <p:cNvPr id="35" name="TextBox 124">
            <a:extLst>
              <a:ext uri="{FF2B5EF4-FFF2-40B4-BE49-F238E27FC236}">
                <a16:creationId xmlns:a16="http://schemas.microsoft.com/office/drawing/2014/main" id="{C5E20991-CD56-78D3-6CE6-D0F8B56C3EDB}"/>
              </a:ext>
            </a:extLst>
          </p:cNvPr>
          <p:cNvSpPr txBox="1"/>
          <p:nvPr/>
        </p:nvSpPr>
        <p:spPr>
          <a:xfrm>
            <a:off x="8109489" y="4689430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NL" dirty="0">
                <a:latin typeface="Aptos" panose="020B0004020202020204" pitchFamily="34" charset="0"/>
              </a:rPr>
              <a:t>3</a:t>
            </a:r>
          </a:p>
        </p:txBody>
      </p:sp>
      <p:sp>
        <p:nvSpPr>
          <p:cNvPr id="36" name="TextBox 125">
            <a:extLst>
              <a:ext uri="{FF2B5EF4-FFF2-40B4-BE49-F238E27FC236}">
                <a16:creationId xmlns:a16="http://schemas.microsoft.com/office/drawing/2014/main" id="{A456DBD0-627C-0BB6-7226-F85EED914D33}"/>
              </a:ext>
            </a:extLst>
          </p:cNvPr>
          <p:cNvSpPr txBox="1"/>
          <p:nvPr/>
        </p:nvSpPr>
        <p:spPr>
          <a:xfrm>
            <a:off x="10699859" y="5646406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NL" dirty="0">
                <a:latin typeface="Aptos" panose="020B0004020202020204" pitchFamily="34" charset="0"/>
              </a:rPr>
              <a:t>3</a:t>
            </a:r>
          </a:p>
        </p:txBody>
      </p:sp>
      <p:sp>
        <p:nvSpPr>
          <p:cNvPr id="37" name="TextBox 126">
            <a:extLst>
              <a:ext uri="{FF2B5EF4-FFF2-40B4-BE49-F238E27FC236}">
                <a16:creationId xmlns:a16="http://schemas.microsoft.com/office/drawing/2014/main" id="{3D6B1446-B3BF-31B2-FAA2-5C5A5B79ED7A}"/>
              </a:ext>
            </a:extLst>
          </p:cNvPr>
          <p:cNvSpPr txBox="1"/>
          <p:nvPr/>
        </p:nvSpPr>
        <p:spPr>
          <a:xfrm>
            <a:off x="9733702" y="4689430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NL" dirty="0">
                <a:latin typeface="Aptos" panose="020B0004020202020204" pitchFamily="34" charset="0"/>
              </a:rPr>
              <a:t>4</a:t>
            </a:r>
          </a:p>
        </p:txBody>
      </p:sp>
      <p:sp>
        <p:nvSpPr>
          <p:cNvPr id="38" name="TextBox 127">
            <a:extLst>
              <a:ext uri="{FF2B5EF4-FFF2-40B4-BE49-F238E27FC236}">
                <a16:creationId xmlns:a16="http://schemas.microsoft.com/office/drawing/2014/main" id="{C6299C2C-52CF-AE6B-EC7A-2D23379A6F0F}"/>
              </a:ext>
            </a:extLst>
          </p:cNvPr>
          <p:cNvSpPr txBox="1"/>
          <p:nvPr/>
        </p:nvSpPr>
        <p:spPr>
          <a:xfrm>
            <a:off x="10699859" y="4101784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NL" dirty="0">
                <a:latin typeface="Aptos" panose="020B0004020202020204" pitchFamily="34" charset="0"/>
              </a:rPr>
              <a:t>1</a:t>
            </a:r>
          </a:p>
        </p:txBody>
      </p:sp>
      <p:sp>
        <p:nvSpPr>
          <p:cNvPr id="39" name="TextBox 128">
            <a:extLst>
              <a:ext uri="{FF2B5EF4-FFF2-40B4-BE49-F238E27FC236}">
                <a16:creationId xmlns:a16="http://schemas.microsoft.com/office/drawing/2014/main" id="{FC1F6286-883A-92A3-9245-2C7AB0EF5114}"/>
              </a:ext>
            </a:extLst>
          </p:cNvPr>
          <p:cNvSpPr txBox="1"/>
          <p:nvPr/>
        </p:nvSpPr>
        <p:spPr>
          <a:xfrm>
            <a:off x="10699859" y="2247099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NL" dirty="0">
                <a:latin typeface="Aptos" panose="020B0004020202020204" pitchFamily="34" charset="0"/>
              </a:rPr>
              <a:t>1</a:t>
            </a:r>
          </a:p>
        </p:txBody>
      </p:sp>
      <p:sp>
        <p:nvSpPr>
          <p:cNvPr id="40" name="TextBox 129">
            <a:extLst>
              <a:ext uri="{FF2B5EF4-FFF2-40B4-BE49-F238E27FC236}">
                <a16:creationId xmlns:a16="http://schemas.microsoft.com/office/drawing/2014/main" id="{307F15F6-2075-1B76-CE92-8D1A6CB5E165}"/>
              </a:ext>
            </a:extLst>
          </p:cNvPr>
          <p:cNvSpPr txBox="1"/>
          <p:nvPr/>
        </p:nvSpPr>
        <p:spPr>
          <a:xfrm>
            <a:off x="11648954" y="4689430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NL" dirty="0">
                <a:latin typeface="Aptos" panose="020B0004020202020204" pitchFamily="34" charset="0"/>
              </a:rPr>
              <a:t>2</a:t>
            </a:r>
          </a:p>
        </p:txBody>
      </p:sp>
      <p:sp>
        <p:nvSpPr>
          <p:cNvPr id="41" name="TextBox 130">
            <a:extLst>
              <a:ext uri="{FF2B5EF4-FFF2-40B4-BE49-F238E27FC236}">
                <a16:creationId xmlns:a16="http://schemas.microsoft.com/office/drawing/2014/main" id="{6EFB80FC-C060-EB7D-2F86-2E0C0E9EF742}"/>
              </a:ext>
            </a:extLst>
          </p:cNvPr>
          <p:cNvSpPr txBox="1"/>
          <p:nvPr/>
        </p:nvSpPr>
        <p:spPr>
          <a:xfrm>
            <a:off x="9733702" y="3144808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NL" dirty="0">
                <a:latin typeface="Aptos" panose="020B0004020202020204" pitchFamily="34" charset="0"/>
              </a:rPr>
              <a:t>4</a:t>
            </a:r>
          </a:p>
        </p:txBody>
      </p:sp>
      <p:sp>
        <p:nvSpPr>
          <p:cNvPr id="42" name="TextBox 131">
            <a:extLst>
              <a:ext uri="{FF2B5EF4-FFF2-40B4-BE49-F238E27FC236}">
                <a16:creationId xmlns:a16="http://schemas.microsoft.com/office/drawing/2014/main" id="{93CB7781-B4D3-26F0-3463-8523AFB5189B}"/>
              </a:ext>
            </a:extLst>
          </p:cNvPr>
          <p:cNvSpPr txBox="1"/>
          <p:nvPr/>
        </p:nvSpPr>
        <p:spPr>
          <a:xfrm>
            <a:off x="8109489" y="3144808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NL" dirty="0">
                <a:latin typeface="Aptos" panose="020B0004020202020204" pitchFamily="34" charset="0"/>
              </a:rPr>
              <a:t>2</a:t>
            </a:r>
          </a:p>
        </p:txBody>
      </p:sp>
      <p:sp>
        <p:nvSpPr>
          <p:cNvPr id="30" name="Rectangle: Rounded Corners 29">
            <a:extLst>
              <a:ext uri="{FF2B5EF4-FFF2-40B4-BE49-F238E27FC236}">
                <a16:creationId xmlns:a16="http://schemas.microsoft.com/office/drawing/2014/main" id="{665C2650-0B58-547C-9E42-DFB69959CFC2}"/>
              </a:ext>
            </a:extLst>
          </p:cNvPr>
          <p:cNvSpPr/>
          <p:nvPr/>
        </p:nvSpPr>
        <p:spPr>
          <a:xfrm>
            <a:off x="8570589" y="2115635"/>
            <a:ext cx="318887" cy="350477"/>
          </a:xfrm>
          <a:prstGeom prst="roundRect">
            <a:avLst/>
          </a:prstGeom>
          <a:ln>
            <a:headEnd type="none" w="med" len="med"/>
            <a:tailEnd type="none" w="med" len="med"/>
          </a:ln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nl-NL" sz="1600" dirty="0">
                <a:latin typeface="Aptos" panose="020B0004020202020204" pitchFamily="34" charset="0"/>
              </a:rPr>
              <a:t>0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3" name="Rectangle: Rounded Corners 42">
                <a:extLst>
                  <a:ext uri="{FF2B5EF4-FFF2-40B4-BE49-F238E27FC236}">
                    <a16:creationId xmlns:a16="http://schemas.microsoft.com/office/drawing/2014/main" id="{884FE1E7-3D62-C40D-6454-CA82089AEE44}"/>
                  </a:ext>
                </a:extLst>
              </p:cNvPr>
              <p:cNvSpPr/>
              <p:nvPr/>
            </p:nvSpPr>
            <p:spPr>
              <a:xfrm>
                <a:off x="11797608" y="2115635"/>
                <a:ext cx="318887" cy="350477"/>
              </a:xfrm>
              <a:prstGeom prst="roundRect">
                <a:avLst/>
              </a:prstGeom>
              <a:ln>
                <a:headEnd type="none" w="med" len="med"/>
                <a:tailEnd type="none" w="med" len="med"/>
              </a:ln>
            </p:spPr>
            <p:style>
              <a:lnRef idx="3">
                <a:schemeClr val="lt1"/>
              </a:lnRef>
              <a:fillRef idx="1">
                <a:schemeClr val="accent3"/>
              </a:fillRef>
              <a:effectRef idx="1">
                <a:schemeClr val="accent3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nl-NL" sz="1600" i="1" dirty="0" smtClean="0">
                          <a:latin typeface="Cambria Math" panose="02040503050406030204" pitchFamily="18" charset="0"/>
                        </a:rPr>
                        <m:t>∞</m:t>
                      </m:r>
                    </m:oMath>
                  </m:oMathPara>
                </a14:m>
                <a:endParaRPr lang="nl-NL" sz="1600" dirty="0">
                  <a:latin typeface="Aptos" panose="020B0004020202020204" pitchFamily="34" charset="0"/>
                </a:endParaRPr>
              </a:p>
            </p:txBody>
          </p:sp>
        </mc:Choice>
        <mc:Fallback xmlns="">
          <p:sp>
            <p:nvSpPr>
              <p:cNvPr id="43" name="Rectangle: Rounded Corners 42">
                <a:extLst>
                  <a:ext uri="{FF2B5EF4-FFF2-40B4-BE49-F238E27FC236}">
                    <a16:creationId xmlns:a16="http://schemas.microsoft.com/office/drawing/2014/main" id="{884FE1E7-3D62-C40D-6454-CA82089AEE4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797608" y="2115635"/>
                <a:ext cx="318887" cy="350477"/>
              </a:xfrm>
              <a:prstGeom prst="roundRect">
                <a:avLst/>
              </a:prstGeom>
              <a:blipFill>
                <a:blip r:embed="rId2"/>
                <a:stretch>
                  <a:fillRect/>
                </a:stretch>
              </a:blipFill>
              <a:ln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r>
                  <a:rPr lang="nl-N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4" name="Rectangle: Rounded Corners 43">
                <a:extLst>
                  <a:ext uri="{FF2B5EF4-FFF2-40B4-BE49-F238E27FC236}">
                    <a16:creationId xmlns:a16="http://schemas.microsoft.com/office/drawing/2014/main" id="{3D1D363C-1795-8AC3-E696-8304CE8741C5}"/>
                  </a:ext>
                </a:extLst>
              </p:cNvPr>
              <p:cNvSpPr/>
              <p:nvPr/>
            </p:nvSpPr>
            <p:spPr>
              <a:xfrm>
                <a:off x="11797607" y="3641402"/>
                <a:ext cx="318887" cy="350477"/>
              </a:xfrm>
              <a:prstGeom prst="roundRect">
                <a:avLst/>
              </a:prstGeom>
              <a:ln>
                <a:headEnd type="none" w="med" len="med"/>
                <a:tailEnd type="none" w="med" len="med"/>
              </a:ln>
            </p:spPr>
            <p:style>
              <a:lnRef idx="3">
                <a:schemeClr val="lt1"/>
              </a:lnRef>
              <a:fillRef idx="1">
                <a:schemeClr val="accent3"/>
              </a:fillRef>
              <a:effectRef idx="1">
                <a:schemeClr val="accent3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nl-NL" sz="1600" i="1" dirty="0" smtClean="0">
                          <a:latin typeface="Cambria Math" panose="02040503050406030204" pitchFamily="18" charset="0"/>
                        </a:rPr>
                        <m:t>∞</m:t>
                      </m:r>
                    </m:oMath>
                  </m:oMathPara>
                </a14:m>
                <a:endParaRPr lang="nl-NL" sz="1600" dirty="0">
                  <a:latin typeface="Aptos" panose="020B0004020202020204" pitchFamily="34" charset="0"/>
                </a:endParaRPr>
              </a:p>
            </p:txBody>
          </p:sp>
        </mc:Choice>
        <mc:Fallback xmlns="">
          <p:sp>
            <p:nvSpPr>
              <p:cNvPr id="44" name="Rectangle: Rounded Corners 43">
                <a:extLst>
                  <a:ext uri="{FF2B5EF4-FFF2-40B4-BE49-F238E27FC236}">
                    <a16:creationId xmlns:a16="http://schemas.microsoft.com/office/drawing/2014/main" id="{3D1D363C-1795-8AC3-E696-8304CE8741C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797607" y="3641402"/>
                <a:ext cx="318887" cy="350477"/>
              </a:xfrm>
              <a:prstGeom prst="roundRect">
                <a:avLst/>
              </a:prstGeom>
              <a:blipFill>
                <a:blip r:embed="rId3"/>
                <a:stretch>
                  <a:fillRect/>
                </a:stretch>
              </a:blipFill>
              <a:ln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r>
                  <a:rPr lang="nl-N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5" name="Rectangle: Rounded Corners 44">
                <a:extLst>
                  <a:ext uri="{FF2B5EF4-FFF2-40B4-BE49-F238E27FC236}">
                    <a16:creationId xmlns:a16="http://schemas.microsoft.com/office/drawing/2014/main" id="{6D2B98B7-7185-D31E-E577-CE5A7C1B2023}"/>
                  </a:ext>
                </a:extLst>
              </p:cNvPr>
              <p:cNvSpPr/>
              <p:nvPr/>
            </p:nvSpPr>
            <p:spPr>
              <a:xfrm>
                <a:off x="11797606" y="5257614"/>
                <a:ext cx="318887" cy="350477"/>
              </a:xfrm>
              <a:prstGeom prst="roundRect">
                <a:avLst/>
              </a:prstGeom>
              <a:ln>
                <a:headEnd type="none" w="med" len="med"/>
                <a:tailEnd type="none" w="med" len="med"/>
              </a:ln>
            </p:spPr>
            <p:style>
              <a:lnRef idx="3">
                <a:schemeClr val="lt1"/>
              </a:lnRef>
              <a:fillRef idx="1">
                <a:schemeClr val="accent3"/>
              </a:fillRef>
              <a:effectRef idx="1">
                <a:schemeClr val="accent3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nl-NL" sz="1600" i="1" dirty="0" smtClean="0">
                          <a:latin typeface="Cambria Math" panose="02040503050406030204" pitchFamily="18" charset="0"/>
                        </a:rPr>
                        <m:t>∞</m:t>
                      </m:r>
                    </m:oMath>
                  </m:oMathPara>
                </a14:m>
                <a:endParaRPr lang="nl-NL" sz="1600" dirty="0">
                  <a:latin typeface="Aptos" panose="020B0004020202020204" pitchFamily="34" charset="0"/>
                </a:endParaRPr>
              </a:p>
            </p:txBody>
          </p:sp>
        </mc:Choice>
        <mc:Fallback xmlns="">
          <p:sp>
            <p:nvSpPr>
              <p:cNvPr id="45" name="Rectangle: Rounded Corners 44">
                <a:extLst>
                  <a:ext uri="{FF2B5EF4-FFF2-40B4-BE49-F238E27FC236}">
                    <a16:creationId xmlns:a16="http://schemas.microsoft.com/office/drawing/2014/main" id="{6D2B98B7-7185-D31E-E577-CE5A7C1B202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797606" y="5257614"/>
                <a:ext cx="318887" cy="350477"/>
              </a:xfrm>
              <a:prstGeom prst="roundRect">
                <a:avLst/>
              </a:prstGeom>
              <a:blipFill>
                <a:blip r:embed="rId4"/>
                <a:stretch>
                  <a:fillRect/>
                </a:stretch>
              </a:blipFill>
              <a:ln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r>
                  <a:rPr lang="nl-N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6" name="Rectangle: Rounded Corners 45">
                <a:extLst>
                  <a:ext uri="{FF2B5EF4-FFF2-40B4-BE49-F238E27FC236}">
                    <a16:creationId xmlns:a16="http://schemas.microsoft.com/office/drawing/2014/main" id="{8DA4540B-5C4B-5052-C18A-30AD92433F58}"/>
                  </a:ext>
                </a:extLst>
              </p:cNvPr>
              <p:cNvSpPr/>
              <p:nvPr/>
            </p:nvSpPr>
            <p:spPr>
              <a:xfrm>
                <a:off x="10164121" y="5219301"/>
                <a:ext cx="318887" cy="350477"/>
              </a:xfrm>
              <a:prstGeom prst="roundRect">
                <a:avLst/>
              </a:prstGeom>
              <a:ln>
                <a:headEnd type="none" w="med" len="med"/>
                <a:tailEnd type="none" w="med" len="med"/>
              </a:ln>
            </p:spPr>
            <p:style>
              <a:lnRef idx="3">
                <a:schemeClr val="lt1"/>
              </a:lnRef>
              <a:fillRef idx="1">
                <a:schemeClr val="accent3"/>
              </a:fillRef>
              <a:effectRef idx="1">
                <a:schemeClr val="accent3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nl-NL" sz="1600" i="1" dirty="0" smtClean="0">
                          <a:latin typeface="Cambria Math" panose="02040503050406030204" pitchFamily="18" charset="0"/>
                        </a:rPr>
                        <m:t>∞</m:t>
                      </m:r>
                    </m:oMath>
                  </m:oMathPara>
                </a14:m>
                <a:endParaRPr lang="nl-NL" sz="1600" dirty="0">
                  <a:latin typeface="Aptos" panose="020B0004020202020204" pitchFamily="34" charset="0"/>
                </a:endParaRPr>
              </a:p>
            </p:txBody>
          </p:sp>
        </mc:Choice>
        <mc:Fallback xmlns="">
          <p:sp>
            <p:nvSpPr>
              <p:cNvPr id="46" name="Rectangle: Rounded Corners 45">
                <a:extLst>
                  <a:ext uri="{FF2B5EF4-FFF2-40B4-BE49-F238E27FC236}">
                    <a16:creationId xmlns:a16="http://schemas.microsoft.com/office/drawing/2014/main" id="{8DA4540B-5C4B-5052-C18A-30AD92433F5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164121" y="5219301"/>
                <a:ext cx="318887" cy="350477"/>
              </a:xfrm>
              <a:prstGeom prst="roundRect">
                <a:avLst/>
              </a:prstGeom>
              <a:blipFill>
                <a:blip r:embed="rId5"/>
                <a:stretch>
                  <a:fillRect/>
                </a:stretch>
              </a:blipFill>
              <a:ln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r>
                  <a:rPr lang="nl-N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7" name="Rectangle: Rounded Corners 46">
                <a:extLst>
                  <a:ext uri="{FF2B5EF4-FFF2-40B4-BE49-F238E27FC236}">
                    <a16:creationId xmlns:a16="http://schemas.microsoft.com/office/drawing/2014/main" id="{4E6BA62F-9C55-756E-75D1-2EE3E31A1C2F}"/>
                  </a:ext>
                </a:extLst>
              </p:cNvPr>
              <p:cNvSpPr/>
              <p:nvPr/>
            </p:nvSpPr>
            <p:spPr>
              <a:xfrm>
                <a:off x="8530636" y="5180988"/>
                <a:ext cx="318887" cy="350477"/>
              </a:xfrm>
              <a:prstGeom prst="roundRect">
                <a:avLst/>
              </a:prstGeom>
              <a:ln>
                <a:headEnd type="none" w="med" len="med"/>
                <a:tailEnd type="none" w="med" len="med"/>
              </a:ln>
            </p:spPr>
            <p:style>
              <a:lnRef idx="3">
                <a:schemeClr val="lt1"/>
              </a:lnRef>
              <a:fillRef idx="1">
                <a:schemeClr val="accent3"/>
              </a:fillRef>
              <a:effectRef idx="1">
                <a:schemeClr val="accent3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nl-NL" sz="1600" i="1" dirty="0" smtClean="0">
                          <a:latin typeface="Cambria Math" panose="02040503050406030204" pitchFamily="18" charset="0"/>
                        </a:rPr>
                        <m:t>∞</m:t>
                      </m:r>
                    </m:oMath>
                  </m:oMathPara>
                </a14:m>
                <a:endParaRPr lang="nl-NL" sz="1600" dirty="0">
                  <a:latin typeface="Aptos" panose="020B0004020202020204" pitchFamily="34" charset="0"/>
                </a:endParaRPr>
              </a:p>
            </p:txBody>
          </p:sp>
        </mc:Choice>
        <mc:Fallback xmlns="">
          <p:sp>
            <p:nvSpPr>
              <p:cNvPr id="47" name="Rectangle: Rounded Corners 46">
                <a:extLst>
                  <a:ext uri="{FF2B5EF4-FFF2-40B4-BE49-F238E27FC236}">
                    <a16:creationId xmlns:a16="http://schemas.microsoft.com/office/drawing/2014/main" id="{4E6BA62F-9C55-756E-75D1-2EE3E31A1C2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30636" y="5180988"/>
                <a:ext cx="318887" cy="350477"/>
              </a:xfrm>
              <a:prstGeom prst="roundRect">
                <a:avLst/>
              </a:prstGeom>
              <a:blipFill>
                <a:blip r:embed="rId6"/>
                <a:stretch>
                  <a:fillRect/>
                </a:stretch>
              </a:blipFill>
              <a:ln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r>
                  <a:rPr lang="nl-N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8" name="Rectangle: Rounded Corners 47">
                <a:extLst>
                  <a:ext uri="{FF2B5EF4-FFF2-40B4-BE49-F238E27FC236}">
                    <a16:creationId xmlns:a16="http://schemas.microsoft.com/office/drawing/2014/main" id="{683E4AEE-1F68-DAF1-E6E1-F0EB86FCA0C7}"/>
                  </a:ext>
                </a:extLst>
              </p:cNvPr>
              <p:cNvSpPr/>
              <p:nvPr/>
            </p:nvSpPr>
            <p:spPr>
              <a:xfrm>
                <a:off x="8512404" y="3653960"/>
                <a:ext cx="318887" cy="350477"/>
              </a:xfrm>
              <a:prstGeom prst="roundRect">
                <a:avLst/>
              </a:prstGeom>
              <a:ln>
                <a:headEnd type="none" w="med" len="med"/>
                <a:tailEnd type="none" w="med" len="med"/>
              </a:ln>
            </p:spPr>
            <p:style>
              <a:lnRef idx="3">
                <a:schemeClr val="lt1"/>
              </a:lnRef>
              <a:fillRef idx="1">
                <a:schemeClr val="accent3"/>
              </a:fillRef>
              <a:effectRef idx="1">
                <a:schemeClr val="accent3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nl-NL" sz="1600" i="1" dirty="0" smtClean="0">
                          <a:latin typeface="Cambria Math" panose="02040503050406030204" pitchFamily="18" charset="0"/>
                        </a:rPr>
                        <m:t>∞</m:t>
                      </m:r>
                    </m:oMath>
                  </m:oMathPara>
                </a14:m>
                <a:endParaRPr lang="nl-NL" sz="1600" dirty="0">
                  <a:latin typeface="Aptos" panose="020B0004020202020204" pitchFamily="34" charset="0"/>
                </a:endParaRPr>
              </a:p>
            </p:txBody>
          </p:sp>
        </mc:Choice>
        <mc:Fallback xmlns="">
          <p:sp>
            <p:nvSpPr>
              <p:cNvPr id="48" name="Rectangle: Rounded Corners 47">
                <a:extLst>
                  <a:ext uri="{FF2B5EF4-FFF2-40B4-BE49-F238E27FC236}">
                    <a16:creationId xmlns:a16="http://schemas.microsoft.com/office/drawing/2014/main" id="{683E4AEE-1F68-DAF1-E6E1-F0EB86FCA0C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12404" y="3653960"/>
                <a:ext cx="318887" cy="350477"/>
              </a:xfrm>
              <a:prstGeom prst="roundRect">
                <a:avLst/>
              </a:prstGeom>
              <a:blipFill>
                <a:blip r:embed="rId7"/>
                <a:stretch>
                  <a:fillRect/>
                </a:stretch>
              </a:blipFill>
              <a:ln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r>
                  <a:rPr lang="nl-N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9" name="Rectangle: Rounded Corners 48">
                <a:extLst>
                  <a:ext uri="{FF2B5EF4-FFF2-40B4-BE49-F238E27FC236}">
                    <a16:creationId xmlns:a16="http://schemas.microsoft.com/office/drawing/2014/main" id="{61848DCB-189D-AEA8-D19D-450A3C3F2A1F}"/>
                  </a:ext>
                </a:extLst>
              </p:cNvPr>
              <p:cNvSpPr/>
              <p:nvPr/>
            </p:nvSpPr>
            <p:spPr>
              <a:xfrm>
                <a:off x="10154658" y="3673867"/>
                <a:ext cx="318887" cy="350477"/>
              </a:xfrm>
              <a:prstGeom prst="roundRect">
                <a:avLst/>
              </a:prstGeom>
              <a:ln>
                <a:headEnd type="none" w="med" len="med"/>
                <a:tailEnd type="none" w="med" len="med"/>
              </a:ln>
            </p:spPr>
            <p:style>
              <a:lnRef idx="3">
                <a:schemeClr val="lt1"/>
              </a:lnRef>
              <a:fillRef idx="1">
                <a:schemeClr val="accent3"/>
              </a:fillRef>
              <a:effectRef idx="1">
                <a:schemeClr val="accent3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nl-NL" sz="1600" i="1" dirty="0" smtClean="0">
                          <a:latin typeface="Cambria Math" panose="02040503050406030204" pitchFamily="18" charset="0"/>
                        </a:rPr>
                        <m:t>∞</m:t>
                      </m:r>
                    </m:oMath>
                  </m:oMathPara>
                </a14:m>
                <a:endParaRPr lang="nl-NL" sz="1600" dirty="0">
                  <a:latin typeface="Aptos" panose="020B0004020202020204" pitchFamily="34" charset="0"/>
                </a:endParaRPr>
              </a:p>
            </p:txBody>
          </p:sp>
        </mc:Choice>
        <mc:Fallback xmlns="">
          <p:sp>
            <p:nvSpPr>
              <p:cNvPr id="49" name="Rectangle: Rounded Corners 48">
                <a:extLst>
                  <a:ext uri="{FF2B5EF4-FFF2-40B4-BE49-F238E27FC236}">
                    <a16:creationId xmlns:a16="http://schemas.microsoft.com/office/drawing/2014/main" id="{61848DCB-189D-AEA8-D19D-450A3C3F2A1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154658" y="3673867"/>
                <a:ext cx="318887" cy="350477"/>
              </a:xfrm>
              <a:prstGeom prst="roundRect">
                <a:avLst/>
              </a:prstGeom>
              <a:blipFill>
                <a:blip r:embed="rId8"/>
                <a:stretch>
                  <a:fillRect/>
                </a:stretch>
              </a:blipFill>
              <a:ln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r>
                  <a:rPr lang="nl-N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1" name="Rectangle: Rounded Corners 30">
                <a:extLst>
                  <a:ext uri="{FF2B5EF4-FFF2-40B4-BE49-F238E27FC236}">
                    <a16:creationId xmlns:a16="http://schemas.microsoft.com/office/drawing/2014/main" id="{99C9A7B7-42E8-A0A3-1976-5EF6268D739A}"/>
                  </a:ext>
                </a:extLst>
              </p:cNvPr>
              <p:cNvSpPr/>
              <p:nvPr/>
            </p:nvSpPr>
            <p:spPr>
              <a:xfrm>
                <a:off x="10110746" y="2061189"/>
                <a:ext cx="318887" cy="350477"/>
              </a:xfrm>
              <a:prstGeom prst="roundRect">
                <a:avLst/>
              </a:prstGeom>
              <a:ln>
                <a:headEnd type="none" w="med" len="med"/>
                <a:tailEnd type="none" w="med" len="med"/>
              </a:ln>
            </p:spPr>
            <p:style>
              <a:lnRef idx="3">
                <a:schemeClr val="lt1"/>
              </a:lnRef>
              <a:fillRef idx="1">
                <a:schemeClr val="accent3"/>
              </a:fillRef>
              <a:effectRef idx="1">
                <a:schemeClr val="accent3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nl-NL" sz="1600" i="1" dirty="0" smtClean="0">
                          <a:latin typeface="Cambria Math" panose="02040503050406030204" pitchFamily="18" charset="0"/>
                        </a:rPr>
                        <m:t>∞</m:t>
                      </m:r>
                    </m:oMath>
                  </m:oMathPara>
                </a14:m>
                <a:endParaRPr lang="nl-NL" sz="1600" dirty="0">
                  <a:latin typeface="Aptos" panose="020B0004020202020204" pitchFamily="34" charset="0"/>
                </a:endParaRPr>
              </a:p>
            </p:txBody>
          </p:sp>
        </mc:Choice>
        <mc:Fallback xmlns="">
          <p:sp>
            <p:nvSpPr>
              <p:cNvPr id="31" name="Rectangle: Rounded Corners 30">
                <a:extLst>
                  <a:ext uri="{FF2B5EF4-FFF2-40B4-BE49-F238E27FC236}">
                    <a16:creationId xmlns:a16="http://schemas.microsoft.com/office/drawing/2014/main" id="{99C9A7B7-42E8-A0A3-1976-5EF6268D739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110746" y="2061189"/>
                <a:ext cx="318887" cy="350477"/>
              </a:xfrm>
              <a:prstGeom prst="roundRect">
                <a:avLst/>
              </a:prstGeom>
              <a:blipFill>
                <a:blip r:embed="rId9"/>
                <a:stretch>
                  <a:fillRect/>
                </a:stretch>
              </a:blipFill>
              <a:ln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r>
                  <a:rPr lang="nl-N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8" name="TextBox 24">
            <a:extLst>
              <a:ext uri="{FF2B5EF4-FFF2-40B4-BE49-F238E27FC236}">
                <a16:creationId xmlns:a16="http://schemas.microsoft.com/office/drawing/2014/main" id="{650D488E-37F5-39DC-64EA-ED6871FC51A0}"/>
              </a:ext>
            </a:extLst>
          </p:cNvPr>
          <p:cNvSpPr txBox="1"/>
          <p:nvPr/>
        </p:nvSpPr>
        <p:spPr>
          <a:xfrm>
            <a:off x="6876842" y="6215577"/>
            <a:ext cx="9321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nl-NL" dirty="0" err="1">
                <a:latin typeface="Aptos" panose="020B0004020202020204" pitchFamily="34" charset="0"/>
              </a:rPr>
              <a:t>Visited</a:t>
            </a:r>
            <a:r>
              <a:rPr lang="nl-NL" dirty="0">
                <a:latin typeface="Aptos" panose="020B0004020202020204" pitchFamily="34" charset="0"/>
              </a:rPr>
              <a:t>:</a:t>
            </a:r>
          </a:p>
        </p:txBody>
      </p:sp>
      <p:sp>
        <p:nvSpPr>
          <p:cNvPr id="59" name="Oval 19">
            <a:extLst>
              <a:ext uri="{FF2B5EF4-FFF2-40B4-BE49-F238E27FC236}">
                <a16:creationId xmlns:a16="http://schemas.microsoft.com/office/drawing/2014/main" id="{D44D1979-E918-ABAD-00B6-9353A48F481B}"/>
              </a:ext>
            </a:extLst>
          </p:cNvPr>
          <p:cNvSpPr/>
          <p:nvPr/>
        </p:nvSpPr>
        <p:spPr>
          <a:xfrm>
            <a:off x="7808957" y="6190404"/>
            <a:ext cx="419679" cy="419679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dirty="0">
                <a:solidFill>
                  <a:schemeClr val="bg1"/>
                </a:solidFill>
                <a:latin typeface="Aptos" panose="020B0004020202020204" pitchFamily="34" charset="0"/>
              </a:rPr>
              <a:t>A</a:t>
            </a:r>
          </a:p>
        </p:txBody>
      </p:sp>
    </p:spTree>
    <p:extLst>
      <p:ext uri="{BB962C8B-B14F-4D97-AF65-F5344CB8AC3E}">
        <p14:creationId xmlns:p14="http://schemas.microsoft.com/office/powerpoint/2010/main" val="20668283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000"/>
                            </p:stCondLst>
                            <p:childTnLst>
                              <p:par>
                                <p:cTn id="1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1500"/>
                            </p:stCondLst>
                            <p:childTnLst>
                              <p:par>
                                <p:cTn id="2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2000"/>
                            </p:stCondLst>
                            <p:childTnLst>
                              <p:par>
                                <p:cTn id="2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250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3000"/>
                            </p:stCondLst>
                            <p:childTnLst>
                              <p:par>
                                <p:cTn id="3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3500"/>
                            </p:stCondLst>
                            <p:childTnLst>
                              <p:par>
                                <p:cTn id="3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4000"/>
                            </p:stCondLst>
                            <p:childTnLst>
                              <p:par>
                                <p:cTn id="4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>
                            <p:stCondLst>
                              <p:cond delay="500"/>
                            </p:stCondLst>
                            <p:childTnLst>
                              <p:par>
                                <p:cTn id="5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>
                            <p:stCondLst>
                              <p:cond delay="1000"/>
                            </p:stCondLst>
                            <p:childTnLst>
                              <p:par>
                                <p:cTn id="55" presetID="1" presetClass="emph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6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1973EB"/>
                                      </p:to>
                                    </p:animClr>
                                    <p:set>
                                      <p:cBhvr>
                                        <p:cTn id="5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5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7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7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000000"/>
                                      </p:to>
                                    </p:animClr>
                                    <p:set>
                                      <p:cBhvr>
                                        <p:cTn id="68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500"/>
                                        <p:tgtEl>
                                          <p:spTgt spid="2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5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7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80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000000"/>
                                      </p:to>
                                    </p:animClr>
                                    <p:set>
                                      <p:cBhvr>
                                        <p:cTn id="81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>
                      <p:stCondLst>
                        <p:cond delay="indefinite"/>
                      </p:stCondLst>
                      <p:childTnLst>
                        <p:par>
                          <p:cTn id="83" fill="hold">
                            <p:stCondLst>
                              <p:cond delay="0"/>
                            </p:stCondLst>
                            <p:childTnLst>
                              <p:par>
                                <p:cTn id="8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6" dur="500"/>
                                        <p:tgtEl>
                                          <p:spTgt spid="2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7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8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" fill="hold">
                      <p:stCondLst>
                        <p:cond delay="indefinite"/>
                      </p:stCondLst>
                      <p:childTnLst>
                        <p:par>
                          <p:cTn id="91" fill="hold">
                            <p:stCondLst>
                              <p:cond delay="0"/>
                            </p:stCondLst>
                            <p:childTnLst>
                              <p:par>
                                <p:cTn id="9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8" grpId="0" animBg="1"/>
      <p:bldP spid="289" grpId="0" animBg="1"/>
      <p:bldP spid="30" grpId="0" animBg="1"/>
      <p:bldP spid="43" grpId="0" animBg="1"/>
      <p:bldP spid="44" grpId="0" animBg="1"/>
      <p:bldP spid="45" grpId="0" animBg="1"/>
      <p:bldP spid="46" grpId="0" animBg="1"/>
      <p:bldP spid="47" grpId="0" animBg="1"/>
      <p:bldP spid="48" grpId="0" animBg="1"/>
      <p:bldP spid="48" grpId="1" animBg="1"/>
      <p:bldP spid="49" grpId="0" animBg="1"/>
      <p:bldP spid="31" grpId="0" animBg="1"/>
      <p:bldP spid="31" grpId="1" animBg="1"/>
      <p:bldP spid="58" grpId="0"/>
      <p:bldP spid="59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F51184-FFE0-D1A7-3FD4-D2488D1D72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Oval 19">
            <a:extLst>
              <a:ext uri="{FF2B5EF4-FFF2-40B4-BE49-F238E27FC236}">
                <a16:creationId xmlns:a16="http://schemas.microsoft.com/office/drawing/2014/main" id="{9884585D-CB74-5869-E6C0-8B32E2117E83}"/>
              </a:ext>
            </a:extLst>
          </p:cNvPr>
          <p:cNvSpPr/>
          <p:nvPr/>
        </p:nvSpPr>
        <p:spPr>
          <a:xfrm>
            <a:off x="8204034" y="5432853"/>
            <a:ext cx="427106" cy="427106"/>
          </a:xfrm>
          <a:prstGeom prst="ellipse">
            <a:avLst/>
          </a:prstGeom>
          <a:ln/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nl-NL" dirty="0">
                <a:solidFill>
                  <a:schemeClr val="dk1"/>
                </a:solidFill>
                <a:latin typeface="Aptos" panose="020B0004020202020204" pitchFamily="34" charset="0"/>
              </a:rPr>
              <a:t>G</a:t>
            </a:r>
          </a:p>
        </p:txBody>
      </p:sp>
      <p:sp>
        <p:nvSpPr>
          <p:cNvPr id="4" name="Oval 6">
            <a:extLst>
              <a:ext uri="{FF2B5EF4-FFF2-40B4-BE49-F238E27FC236}">
                <a16:creationId xmlns:a16="http://schemas.microsoft.com/office/drawing/2014/main" id="{E02F3867-EF3B-8226-23E3-683F5C4EF008}"/>
              </a:ext>
            </a:extLst>
          </p:cNvPr>
          <p:cNvSpPr/>
          <p:nvPr/>
        </p:nvSpPr>
        <p:spPr>
          <a:xfrm>
            <a:off x="9828248" y="3888232"/>
            <a:ext cx="427106" cy="427106"/>
          </a:xfrm>
          <a:prstGeom prst="ellipse">
            <a:avLst/>
          </a:prstGeom>
          <a:ln/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nl-NL">
                <a:solidFill>
                  <a:schemeClr val="dk1"/>
                </a:solidFill>
                <a:latin typeface="Aptos" panose="020B0004020202020204" pitchFamily="34" charset="0"/>
              </a:rPr>
              <a:t>E</a:t>
            </a:r>
            <a:endParaRPr lang="nl-NL" dirty="0">
              <a:solidFill>
                <a:schemeClr val="dk1"/>
              </a:solidFill>
              <a:latin typeface="Aptos" panose="020B0004020202020204" pitchFamily="34" charset="0"/>
            </a:endParaRPr>
          </a:p>
        </p:txBody>
      </p:sp>
      <p:sp>
        <p:nvSpPr>
          <p:cNvPr id="264" name="Rectangle: Rounded Corners 263">
            <a:extLst>
              <a:ext uri="{FF2B5EF4-FFF2-40B4-BE49-F238E27FC236}">
                <a16:creationId xmlns:a16="http://schemas.microsoft.com/office/drawing/2014/main" id="{56BB2FEF-614F-BC7B-BD36-E71CD2A07AC7}"/>
              </a:ext>
            </a:extLst>
          </p:cNvPr>
          <p:cNvSpPr/>
          <p:nvPr/>
        </p:nvSpPr>
        <p:spPr>
          <a:xfrm>
            <a:off x="8530636" y="5180988"/>
            <a:ext cx="318887" cy="350477"/>
          </a:xfrm>
          <a:prstGeom prst="roundRect">
            <a:avLst/>
          </a:prstGeom>
          <a:ln>
            <a:headEnd type="none" w="med" len="med"/>
            <a:tailEnd type="none" w="med" len="med"/>
          </a:ln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nl-NL" sz="1600" dirty="0">
                <a:latin typeface="Aptos" panose="020B0004020202020204" pitchFamily="34" charset="0"/>
              </a:rPr>
              <a:t>5</a:t>
            </a:r>
          </a:p>
        </p:txBody>
      </p:sp>
      <p:sp>
        <p:nvSpPr>
          <p:cNvPr id="263" name="Rectangle: Rounded Corners 262">
            <a:extLst>
              <a:ext uri="{FF2B5EF4-FFF2-40B4-BE49-F238E27FC236}">
                <a16:creationId xmlns:a16="http://schemas.microsoft.com/office/drawing/2014/main" id="{3F9E84C1-959E-897A-FC77-942288236025}"/>
              </a:ext>
            </a:extLst>
          </p:cNvPr>
          <p:cNvSpPr/>
          <p:nvPr/>
        </p:nvSpPr>
        <p:spPr>
          <a:xfrm>
            <a:off x="10154658" y="3673867"/>
            <a:ext cx="318887" cy="350477"/>
          </a:xfrm>
          <a:prstGeom prst="roundRect">
            <a:avLst/>
          </a:prstGeom>
          <a:ln>
            <a:headEnd type="none" w="med" len="med"/>
            <a:tailEnd type="none" w="med" len="med"/>
          </a:ln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nl-NL" sz="1600" dirty="0">
                <a:latin typeface="Aptos" panose="020B0004020202020204" pitchFamily="34" charset="0"/>
              </a:rPr>
              <a:t>3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7E29521-539D-A317-9C68-B0A07520E5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 err="1"/>
              <a:t>Shortest</a:t>
            </a:r>
            <a:r>
              <a:rPr lang="nl-NL" dirty="0"/>
              <a:t> </a:t>
            </a:r>
            <a:r>
              <a:rPr lang="nl-NL" dirty="0" err="1"/>
              <a:t>paths</a:t>
            </a:r>
            <a:r>
              <a:rPr lang="nl-NL" dirty="0"/>
              <a:t> – Dijkstra’s </a:t>
            </a:r>
            <a:r>
              <a:rPr lang="nl-NL" dirty="0" err="1"/>
              <a:t>algorithm</a:t>
            </a:r>
            <a:endParaRPr lang="nl-N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46519D-0CB9-2C5F-E3AA-AFB7AC8A434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0081" y="2633472"/>
            <a:ext cx="7241754" cy="3568152"/>
          </a:xfrm>
        </p:spPr>
        <p:txBody>
          <a:bodyPr>
            <a:normAutofit/>
          </a:bodyPr>
          <a:lstStyle/>
          <a:p>
            <a:r>
              <a:rPr lang="nl-NL" dirty="0"/>
              <a:t>Set </a:t>
            </a:r>
            <a:r>
              <a:rPr lang="nl-NL" dirty="0" err="1"/>
              <a:t>distance</a:t>
            </a:r>
            <a:r>
              <a:rPr lang="nl-NL" dirty="0"/>
              <a:t> of start node </a:t>
            </a:r>
            <a:r>
              <a:rPr lang="nl-NL" dirty="0" err="1"/>
              <a:t>to</a:t>
            </a:r>
            <a:r>
              <a:rPr lang="nl-NL" dirty="0"/>
              <a:t> zero &amp; </a:t>
            </a:r>
            <a:r>
              <a:rPr lang="nl-NL" dirty="0" err="1"/>
              <a:t>others</a:t>
            </a:r>
            <a:r>
              <a:rPr lang="nl-NL" dirty="0"/>
              <a:t> </a:t>
            </a:r>
            <a:r>
              <a:rPr lang="nl-NL" dirty="0" err="1"/>
              <a:t>to</a:t>
            </a:r>
            <a:r>
              <a:rPr lang="nl-NL" dirty="0"/>
              <a:t> “</a:t>
            </a:r>
            <a:r>
              <a:rPr lang="nl-NL" dirty="0" err="1"/>
              <a:t>extremely</a:t>
            </a:r>
            <a:r>
              <a:rPr lang="nl-NL" dirty="0"/>
              <a:t> far </a:t>
            </a:r>
            <a:r>
              <a:rPr lang="nl-NL" dirty="0" err="1"/>
              <a:t>away</a:t>
            </a:r>
            <a:r>
              <a:rPr lang="nl-NL" dirty="0"/>
              <a:t>”</a:t>
            </a:r>
          </a:p>
          <a:p>
            <a:r>
              <a:rPr lang="nl-NL" b="1" dirty="0" err="1">
                <a:latin typeface="Aptos" panose="020B0004020202020204" pitchFamily="34" charset="0"/>
              </a:rPr>
              <a:t>While</a:t>
            </a:r>
            <a:r>
              <a:rPr lang="nl-NL" dirty="0"/>
              <a:t> </a:t>
            </a:r>
            <a:r>
              <a:rPr lang="nl-NL" dirty="0" err="1"/>
              <a:t>there</a:t>
            </a:r>
            <a:r>
              <a:rPr lang="nl-NL" dirty="0"/>
              <a:t> are </a:t>
            </a:r>
            <a:r>
              <a:rPr lang="nl-NL" b="1" dirty="0" err="1">
                <a:latin typeface="Aptos" panose="020B0004020202020204" pitchFamily="34" charset="0"/>
              </a:rPr>
              <a:t>unvisited</a:t>
            </a:r>
            <a:r>
              <a:rPr lang="nl-NL" dirty="0"/>
              <a:t> </a:t>
            </a:r>
            <a:r>
              <a:rPr lang="nl-NL" dirty="0" err="1"/>
              <a:t>nodes</a:t>
            </a:r>
            <a:r>
              <a:rPr lang="nl-NL" dirty="0"/>
              <a:t>:</a:t>
            </a:r>
          </a:p>
          <a:p>
            <a:pPr lvl="1"/>
            <a:r>
              <a:rPr lang="nl-NL" sz="2000" dirty="0" err="1"/>
              <a:t>Find</a:t>
            </a:r>
            <a:r>
              <a:rPr lang="nl-NL" sz="2000" dirty="0"/>
              <a:t> </a:t>
            </a:r>
            <a:r>
              <a:rPr lang="nl-NL" sz="2000" dirty="0" err="1"/>
              <a:t>the</a:t>
            </a:r>
            <a:r>
              <a:rPr lang="nl-NL" sz="2000" dirty="0"/>
              <a:t> </a:t>
            </a:r>
            <a:r>
              <a:rPr lang="nl-NL" sz="2000" dirty="0" err="1"/>
              <a:t>one</a:t>
            </a:r>
            <a:r>
              <a:rPr lang="nl-NL" sz="2000" dirty="0"/>
              <a:t> </a:t>
            </a:r>
            <a:r>
              <a:rPr lang="nl-NL" sz="2000" dirty="0" err="1"/>
              <a:t>that</a:t>
            </a:r>
            <a:r>
              <a:rPr lang="nl-NL" sz="2000" dirty="0"/>
              <a:t> has </a:t>
            </a:r>
            <a:r>
              <a:rPr lang="nl-NL" sz="2000" dirty="0" err="1"/>
              <a:t>the</a:t>
            </a:r>
            <a:r>
              <a:rPr lang="nl-NL" sz="2000" dirty="0"/>
              <a:t> </a:t>
            </a:r>
            <a:r>
              <a:rPr lang="nl-NL" sz="2000" b="1" dirty="0" err="1">
                <a:latin typeface="Aptos" panose="020B0004020202020204" pitchFamily="34" charset="0"/>
              </a:rPr>
              <a:t>smallest</a:t>
            </a:r>
            <a:r>
              <a:rPr lang="nl-NL" sz="2000" dirty="0"/>
              <a:t> </a:t>
            </a:r>
            <a:r>
              <a:rPr lang="nl-NL" sz="2000" b="1" dirty="0" err="1">
                <a:latin typeface="Aptos" panose="020B0004020202020204" pitchFamily="34" charset="0"/>
              </a:rPr>
              <a:t>current</a:t>
            </a:r>
            <a:r>
              <a:rPr lang="nl-NL" sz="2000" dirty="0"/>
              <a:t> </a:t>
            </a:r>
            <a:r>
              <a:rPr lang="nl-NL" sz="2000" dirty="0" err="1"/>
              <a:t>distance</a:t>
            </a:r>
            <a:endParaRPr lang="nl-NL" sz="2000" dirty="0"/>
          </a:p>
          <a:p>
            <a:pPr lvl="1"/>
            <a:r>
              <a:rPr lang="nl-NL" sz="2000" b="1" dirty="0">
                <a:latin typeface="Aptos" panose="020B0004020202020204" pitchFamily="34" charset="0"/>
              </a:rPr>
              <a:t>Update</a:t>
            </a:r>
            <a:r>
              <a:rPr lang="nl-NL" sz="2000" dirty="0"/>
              <a:t> </a:t>
            </a:r>
            <a:r>
              <a:rPr lang="nl-NL" sz="2000" dirty="0" err="1"/>
              <a:t>the</a:t>
            </a:r>
            <a:r>
              <a:rPr lang="nl-NL" sz="2000" dirty="0"/>
              <a:t> </a:t>
            </a:r>
            <a:r>
              <a:rPr lang="nl-NL" sz="2000" dirty="0" err="1"/>
              <a:t>distance</a:t>
            </a:r>
            <a:r>
              <a:rPr lang="nl-NL" sz="2000" dirty="0"/>
              <a:t> </a:t>
            </a:r>
            <a:r>
              <a:rPr lang="nl-NL" sz="2000" dirty="0" err="1"/>
              <a:t>to</a:t>
            </a:r>
            <a:r>
              <a:rPr lang="nl-NL" sz="2000" dirty="0"/>
              <a:t> </a:t>
            </a:r>
            <a:r>
              <a:rPr lang="nl-NL" sz="2000" dirty="0" err="1"/>
              <a:t>its</a:t>
            </a:r>
            <a:r>
              <a:rPr lang="nl-NL" sz="2000" dirty="0"/>
              <a:t> </a:t>
            </a:r>
            <a:r>
              <a:rPr lang="nl-NL" sz="2000" b="1" dirty="0" err="1">
                <a:latin typeface="Aptos" panose="020B0004020202020204" pitchFamily="34" charset="0"/>
              </a:rPr>
              <a:t>neighbours</a:t>
            </a:r>
            <a:endParaRPr lang="nl-NL" sz="2000" b="1" dirty="0">
              <a:latin typeface="Aptos" panose="020B0004020202020204" pitchFamily="34" charset="0"/>
            </a:endParaRPr>
          </a:p>
        </p:txBody>
      </p:sp>
      <p:sp>
        <p:nvSpPr>
          <p:cNvPr id="5" name="Oval 8">
            <a:extLst>
              <a:ext uri="{FF2B5EF4-FFF2-40B4-BE49-F238E27FC236}">
                <a16:creationId xmlns:a16="http://schemas.microsoft.com/office/drawing/2014/main" id="{4C3BA6F8-8E3B-D021-48C9-D29F696BB6CC}"/>
              </a:ext>
            </a:extLst>
          </p:cNvPr>
          <p:cNvSpPr/>
          <p:nvPr/>
        </p:nvSpPr>
        <p:spPr>
          <a:xfrm>
            <a:off x="11452462" y="3888232"/>
            <a:ext cx="427106" cy="427106"/>
          </a:xfrm>
          <a:prstGeom prst="ellipse">
            <a:avLst/>
          </a:prstGeom>
          <a:ln/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nl-NL" dirty="0">
                <a:solidFill>
                  <a:schemeClr val="dk1"/>
                </a:solidFill>
                <a:latin typeface="Aptos" panose="020B0004020202020204" pitchFamily="34" charset="0"/>
              </a:rPr>
              <a:t>F</a:t>
            </a:r>
          </a:p>
        </p:txBody>
      </p:sp>
      <p:cxnSp>
        <p:nvCxnSpPr>
          <p:cNvPr id="6" name="Straight Arrow Connector 18">
            <a:extLst>
              <a:ext uri="{FF2B5EF4-FFF2-40B4-BE49-F238E27FC236}">
                <a16:creationId xmlns:a16="http://schemas.microsoft.com/office/drawing/2014/main" id="{DF1D3899-1142-9CB8-5F95-64FB095FBFE9}"/>
              </a:ext>
            </a:extLst>
          </p:cNvPr>
          <p:cNvCxnSpPr>
            <a:cxnSpLocks/>
            <a:stCxn id="7" idx="6"/>
            <a:endCxn id="4" idx="2"/>
          </p:cNvCxnSpPr>
          <p:nvPr/>
        </p:nvCxnSpPr>
        <p:spPr>
          <a:xfrm>
            <a:off x="8631140" y="4101785"/>
            <a:ext cx="1197108" cy="0"/>
          </a:xfrm>
          <a:prstGeom prst="straightConnector1">
            <a:avLst/>
          </a:prstGeom>
          <a:ln w="38100">
            <a:solidFill>
              <a:schemeClr val="bg1">
                <a:lumMod val="85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" name="Oval 19">
            <a:extLst>
              <a:ext uri="{FF2B5EF4-FFF2-40B4-BE49-F238E27FC236}">
                <a16:creationId xmlns:a16="http://schemas.microsoft.com/office/drawing/2014/main" id="{C27884E5-2B9D-FF9B-E190-BD7947AEB553}"/>
              </a:ext>
            </a:extLst>
          </p:cNvPr>
          <p:cNvSpPr/>
          <p:nvPr/>
        </p:nvSpPr>
        <p:spPr>
          <a:xfrm>
            <a:off x="8204034" y="3888232"/>
            <a:ext cx="427106" cy="427106"/>
          </a:xfrm>
          <a:prstGeom prst="ellipse">
            <a:avLst/>
          </a:prstGeom>
          <a:ln/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nl-NL" dirty="0">
                <a:solidFill>
                  <a:schemeClr val="dk1"/>
                </a:solidFill>
                <a:latin typeface="Aptos" panose="020B0004020202020204" pitchFamily="34" charset="0"/>
              </a:rPr>
              <a:t>D</a:t>
            </a:r>
          </a:p>
        </p:txBody>
      </p:sp>
      <p:sp>
        <p:nvSpPr>
          <p:cNvPr id="8" name="Oval 8">
            <a:extLst>
              <a:ext uri="{FF2B5EF4-FFF2-40B4-BE49-F238E27FC236}">
                <a16:creationId xmlns:a16="http://schemas.microsoft.com/office/drawing/2014/main" id="{F0EC3B41-F168-79F7-4530-A6E038A1859D}"/>
              </a:ext>
            </a:extLst>
          </p:cNvPr>
          <p:cNvSpPr/>
          <p:nvPr/>
        </p:nvSpPr>
        <p:spPr>
          <a:xfrm>
            <a:off x="11452462" y="2343610"/>
            <a:ext cx="427106" cy="427106"/>
          </a:xfrm>
          <a:prstGeom prst="ellipse">
            <a:avLst/>
          </a:prstGeom>
          <a:ln/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nl-NL">
                <a:solidFill>
                  <a:schemeClr val="dk1"/>
                </a:solidFill>
                <a:latin typeface="Aptos" panose="020B0004020202020204" pitchFamily="34" charset="0"/>
              </a:rPr>
              <a:t>C</a:t>
            </a:r>
            <a:endParaRPr lang="nl-NL" dirty="0">
              <a:solidFill>
                <a:schemeClr val="dk1"/>
              </a:solidFill>
              <a:latin typeface="Aptos" panose="020B0004020202020204" pitchFamily="34" charset="0"/>
            </a:endParaRPr>
          </a:p>
        </p:txBody>
      </p:sp>
      <p:cxnSp>
        <p:nvCxnSpPr>
          <p:cNvPr id="9" name="Straight Arrow Connector 18">
            <a:extLst>
              <a:ext uri="{FF2B5EF4-FFF2-40B4-BE49-F238E27FC236}">
                <a16:creationId xmlns:a16="http://schemas.microsoft.com/office/drawing/2014/main" id="{FC53DF59-6A92-7FE1-65B0-8055108FC693}"/>
              </a:ext>
            </a:extLst>
          </p:cNvPr>
          <p:cNvCxnSpPr>
            <a:cxnSpLocks/>
            <a:stCxn id="4" idx="6"/>
            <a:endCxn id="5" idx="2"/>
          </p:cNvCxnSpPr>
          <p:nvPr/>
        </p:nvCxnSpPr>
        <p:spPr>
          <a:xfrm>
            <a:off x="10255354" y="4101785"/>
            <a:ext cx="1197108" cy="0"/>
          </a:xfrm>
          <a:prstGeom prst="straightConnector1">
            <a:avLst/>
          </a:prstGeom>
          <a:ln w="38100">
            <a:solidFill>
              <a:schemeClr val="bg1">
                <a:lumMod val="85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" name="Straight Arrow Connector 18">
            <a:extLst>
              <a:ext uri="{FF2B5EF4-FFF2-40B4-BE49-F238E27FC236}">
                <a16:creationId xmlns:a16="http://schemas.microsoft.com/office/drawing/2014/main" id="{3C14A335-2354-9A64-D656-82DBBC86150E}"/>
              </a:ext>
            </a:extLst>
          </p:cNvPr>
          <p:cNvCxnSpPr>
            <a:cxnSpLocks/>
            <a:stCxn id="5" idx="0"/>
            <a:endCxn id="8" idx="4"/>
          </p:cNvCxnSpPr>
          <p:nvPr/>
        </p:nvCxnSpPr>
        <p:spPr>
          <a:xfrm flipV="1">
            <a:off x="11666015" y="2770716"/>
            <a:ext cx="0" cy="1117516"/>
          </a:xfrm>
          <a:prstGeom prst="straightConnector1">
            <a:avLst/>
          </a:prstGeom>
          <a:ln w="38100">
            <a:solidFill>
              <a:schemeClr val="bg1">
                <a:lumMod val="85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1" name="Oval 19">
            <a:extLst>
              <a:ext uri="{FF2B5EF4-FFF2-40B4-BE49-F238E27FC236}">
                <a16:creationId xmlns:a16="http://schemas.microsoft.com/office/drawing/2014/main" id="{1C03AD12-E8FB-83F6-494D-9D14956406A2}"/>
              </a:ext>
            </a:extLst>
          </p:cNvPr>
          <p:cNvSpPr/>
          <p:nvPr/>
        </p:nvSpPr>
        <p:spPr>
          <a:xfrm>
            <a:off x="8204034" y="2343610"/>
            <a:ext cx="427106" cy="427106"/>
          </a:xfrm>
          <a:prstGeom prst="ellipse">
            <a:avLst/>
          </a:prstGeom>
          <a:solidFill>
            <a:srgbClr val="00B0F0"/>
          </a:solidFill>
          <a:ln/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nl-NL" dirty="0">
                <a:latin typeface="Aptos" panose="020B0004020202020204" pitchFamily="34" charset="0"/>
              </a:rPr>
              <a:t>A</a:t>
            </a:r>
          </a:p>
        </p:txBody>
      </p:sp>
      <p:sp>
        <p:nvSpPr>
          <p:cNvPr id="13" name="Oval 19">
            <a:extLst>
              <a:ext uri="{FF2B5EF4-FFF2-40B4-BE49-F238E27FC236}">
                <a16:creationId xmlns:a16="http://schemas.microsoft.com/office/drawing/2014/main" id="{C898E6B0-2E53-4543-FF7F-83990D62021F}"/>
              </a:ext>
            </a:extLst>
          </p:cNvPr>
          <p:cNvSpPr/>
          <p:nvPr/>
        </p:nvSpPr>
        <p:spPr>
          <a:xfrm>
            <a:off x="9828248" y="5432853"/>
            <a:ext cx="427106" cy="427106"/>
          </a:xfrm>
          <a:prstGeom prst="ellipse">
            <a:avLst/>
          </a:prstGeom>
          <a:ln/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nl-NL" dirty="0">
                <a:solidFill>
                  <a:schemeClr val="dk1"/>
                </a:solidFill>
                <a:latin typeface="Aptos" panose="020B0004020202020204" pitchFamily="34" charset="0"/>
              </a:rPr>
              <a:t>H</a:t>
            </a:r>
          </a:p>
        </p:txBody>
      </p:sp>
      <p:sp>
        <p:nvSpPr>
          <p:cNvPr id="14" name="Oval 19">
            <a:extLst>
              <a:ext uri="{FF2B5EF4-FFF2-40B4-BE49-F238E27FC236}">
                <a16:creationId xmlns:a16="http://schemas.microsoft.com/office/drawing/2014/main" id="{FE566943-BB40-E1A6-BEBB-54C1B3378F98}"/>
              </a:ext>
            </a:extLst>
          </p:cNvPr>
          <p:cNvSpPr/>
          <p:nvPr/>
        </p:nvSpPr>
        <p:spPr>
          <a:xfrm>
            <a:off x="11452462" y="5432853"/>
            <a:ext cx="427106" cy="427106"/>
          </a:xfrm>
          <a:prstGeom prst="ellipse">
            <a:avLst/>
          </a:prstGeom>
          <a:ln/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nl-NL">
                <a:solidFill>
                  <a:schemeClr val="dk1"/>
                </a:solidFill>
                <a:latin typeface="Aptos" panose="020B0004020202020204" pitchFamily="34" charset="0"/>
              </a:rPr>
              <a:t>J</a:t>
            </a:r>
            <a:endParaRPr lang="nl-NL" dirty="0">
              <a:solidFill>
                <a:schemeClr val="dk1"/>
              </a:solidFill>
              <a:latin typeface="Aptos" panose="020B0004020202020204" pitchFamily="34" charset="0"/>
            </a:endParaRPr>
          </a:p>
        </p:txBody>
      </p:sp>
      <p:sp>
        <p:nvSpPr>
          <p:cNvPr id="15" name="Oval 19">
            <a:extLst>
              <a:ext uri="{FF2B5EF4-FFF2-40B4-BE49-F238E27FC236}">
                <a16:creationId xmlns:a16="http://schemas.microsoft.com/office/drawing/2014/main" id="{9B3789C7-EA29-2C2D-8B7F-53B193790F8A}"/>
              </a:ext>
            </a:extLst>
          </p:cNvPr>
          <p:cNvSpPr/>
          <p:nvPr/>
        </p:nvSpPr>
        <p:spPr>
          <a:xfrm>
            <a:off x="9828248" y="2343610"/>
            <a:ext cx="427106" cy="427106"/>
          </a:xfrm>
          <a:prstGeom prst="ellipse">
            <a:avLst/>
          </a:prstGeom>
          <a:ln/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nl-NL" dirty="0">
                <a:solidFill>
                  <a:schemeClr val="dk1"/>
                </a:solidFill>
                <a:latin typeface="Aptos" panose="020B0004020202020204" pitchFamily="34" charset="0"/>
              </a:rPr>
              <a:t>B</a:t>
            </a:r>
          </a:p>
        </p:txBody>
      </p:sp>
      <p:cxnSp>
        <p:nvCxnSpPr>
          <p:cNvPr id="16" name="Straight Arrow Connector 47">
            <a:extLst>
              <a:ext uri="{FF2B5EF4-FFF2-40B4-BE49-F238E27FC236}">
                <a16:creationId xmlns:a16="http://schemas.microsoft.com/office/drawing/2014/main" id="{85FDAD2F-A2F7-E635-40F8-B88BEDAF0C33}"/>
              </a:ext>
            </a:extLst>
          </p:cNvPr>
          <p:cNvCxnSpPr>
            <a:cxnSpLocks/>
            <a:stCxn id="7" idx="0"/>
            <a:endCxn id="11" idx="4"/>
          </p:cNvCxnSpPr>
          <p:nvPr/>
        </p:nvCxnSpPr>
        <p:spPr>
          <a:xfrm flipV="1">
            <a:off x="8417587" y="2770716"/>
            <a:ext cx="0" cy="1117516"/>
          </a:xfrm>
          <a:prstGeom prst="straightConnector1">
            <a:avLst/>
          </a:prstGeom>
          <a:ln w="381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7" name="Straight Arrow Connector 47">
            <a:extLst>
              <a:ext uri="{FF2B5EF4-FFF2-40B4-BE49-F238E27FC236}">
                <a16:creationId xmlns:a16="http://schemas.microsoft.com/office/drawing/2014/main" id="{AC33EA1F-0BA6-0A6E-0C5C-D2ACE7F5EC30}"/>
              </a:ext>
            </a:extLst>
          </p:cNvPr>
          <p:cNvCxnSpPr>
            <a:cxnSpLocks/>
            <a:stCxn id="11" idx="6"/>
            <a:endCxn id="15" idx="2"/>
          </p:cNvCxnSpPr>
          <p:nvPr/>
        </p:nvCxnSpPr>
        <p:spPr>
          <a:xfrm>
            <a:off x="8631140" y="2557163"/>
            <a:ext cx="1197108" cy="0"/>
          </a:xfrm>
          <a:prstGeom prst="straightConnector1">
            <a:avLst/>
          </a:prstGeom>
          <a:ln w="381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8" name="Straight Arrow Connector 47">
            <a:extLst>
              <a:ext uri="{FF2B5EF4-FFF2-40B4-BE49-F238E27FC236}">
                <a16:creationId xmlns:a16="http://schemas.microsoft.com/office/drawing/2014/main" id="{CA1F4C62-2F18-59EB-BF31-27CE98EE6B34}"/>
              </a:ext>
            </a:extLst>
          </p:cNvPr>
          <p:cNvCxnSpPr>
            <a:cxnSpLocks/>
            <a:stCxn id="4" idx="0"/>
            <a:endCxn id="15" idx="4"/>
          </p:cNvCxnSpPr>
          <p:nvPr/>
        </p:nvCxnSpPr>
        <p:spPr>
          <a:xfrm flipV="1">
            <a:off x="10041801" y="2770716"/>
            <a:ext cx="0" cy="1117516"/>
          </a:xfrm>
          <a:prstGeom prst="straightConnector1">
            <a:avLst/>
          </a:prstGeom>
          <a:ln w="38100">
            <a:solidFill>
              <a:schemeClr val="bg1">
                <a:lumMod val="85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9" name="Straight Arrow Connector 47">
            <a:extLst>
              <a:ext uri="{FF2B5EF4-FFF2-40B4-BE49-F238E27FC236}">
                <a16:creationId xmlns:a16="http://schemas.microsoft.com/office/drawing/2014/main" id="{D9A410AC-7ADF-AB70-FB0F-39F9D55886A3}"/>
              </a:ext>
            </a:extLst>
          </p:cNvPr>
          <p:cNvCxnSpPr>
            <a:cxnSpLocks/>
            <a:stCxn id="15" idx="6"/>
            <a:endCxn id="8" idx="2"/>
          </p:cNvCxnSpPr>
          <p:nvPr/>
        </p:nvCxnSpPr>
        <p:spPr>
          <a:xfrm>
            <a:off x="10255354" y="2557163"/>
            <a:ext cx="1197108" cy="0"/>
          </a:xfrm>
          <a:prstGeom prst="straightConnector1">
            <a:avLst/>
          </a:prstGeom>
          <a:ln w="38100">
            <a:solidFill>
              <a:schemeClr val="bg1">
                <a:lumMod val="85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0" name="Straight Arrow Connector 47">
            <a:extLst>
              <a:ext uri="{FF2B5EF4-FFF2-40B4-BE49-F238E27FC236}">
                <a16:creationId xmlns:a16="http://schemas.microsoft.com/office/drawing/2014/main" id="{0BCD30FF-55DE-13CA-F12B-9F9A694E4ECB}"/>
              </a:ext>
            </a:extLst>
          </p:cNvPr>
          <p:cNvCxnSpPr>
            <a:cxnSpLocks/>
            <a:stCxn id="7" idx="4"/>
            <a:endCxn id="12" idx="0"/>
          </p:cNvCxnSpPr>
          <p:nvPr/>
        </p:nvCxnSpPr>
        <p:spPr>
          <a:xfrm>
            <a:off x="8417587" y="4315338"/>
            <a:ext cx="0" cy="1117515"/>
          </a:xfrm>
          <a:prstGeom prst="straightConnector1">
            <a:avLst/>
          </a:prstGeom>
          <a:ln w="38100">
            <a:solidFill>
              <a:schemeClr val="bg1">
                <a:lumMod val="85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1" name="Straight Arrow Connector 47">
            <a:extLst>
              <a:ext uri="{FF2B5EF4-FFF2-40B4-BE49-F238E27FC236}">
                <a16:creationId xmlns:a16="http://schemas.microsoft.com/office/drawing/2014/main" id="{9EA091AD-6002-65CB-A7CC-6B4C79E6F9C7}"/>
              </a:ext>
            </a:extLst>
          </p:cNvPr>
          <p:cNvCxnSpPr>
            <a:cxnSpLocks/>
            <a:stCxn id="4" idx="4"/>
            <a:endCxn id="13" idx="0"/>
          </p:cNvCxnSpPr>
          <p:nvPr/>
        </p:nvCxnSpPr>
        <p:spPr>
          <a:xfrm>
            <a:off x="10041801" y="4315338"/>
            <a:ext cx="0" cy="1117515"/>
          </a:xfrm>
          <a:prstGeom prst="straightConnector1">
            <a:avLst/>
          </a:prstGeom>
          <a:ln w="38100">
            <a:solidFill>
              <a:schemeClr val="bg1">
                <a:lumMod val="85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2" name="Straight Arrow Connector 47">
            <a:extLst>
              <a:ext uri="{FF2B5EF4-FFF2-40B4-BE49-F238E27FC236}">
                <a16:creationId xmlns:a16="http://schemas.microsoft.com/office/drawing/2014/main" id="{89EAF3F2-C355-3C89-77BD-628723ADF04A}"/>
              </a:ext>
            </a:extLst>
          </p:cNvPr>
          <p:cNvCxnSpPr>
            <a:cxnSpLocks/>
            <a:stCxn id="12" idx="6"/>
            <a:endCxn id="13" idx="2"/>
          </p:cNvCxnSpPr>
          <p:nvPr/>
        </p:nvCxnSpPr>
        <p:spPr>
          <a:xfrm>
            <a:off x="8631140" y="5646406"/>
            <a:ext cx="1197108" cy="0"/>
          </a:xfrm>
          <a:prstGeom prst="straightConnector1">
            <a:avLst/>
          </a:prstGeom>
          <a:ln w="38100">
            <a:solidFill>
              <a:schemeClr val="bg1">
                <a:lumMod val="85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3" name="Straight Arrow Connector 47">
            <a:extLst>
              <a:ext uri="{FF2B5EF4-FFF2-40B4-BE49-F238E27FC236}">
                <a16:creationId xmlns:a16="http://schemas.microsoft.com/office/drawing/2014/main" id="{C7DF64D4-C443-EAD2-5330-A71020BC6C66}"/>
              </a:ext>
            </a:extLst>
          </p:cNvPr>
          <p:cNvCxnSpPr>
            <a:cxnSpLocks/>
            <a:stCxn id="13" idx="6"/>
            <a:endCxn id="14" idx="2"/>
          </p:cNvCxnSpPr>
          <p:nvPr/>
        </p:nvCxnSpPr>
        <p:spPr>
          <a:xfrm>
            <a:off x="10255354" y="5646406"/>
            <a:ext cx="1197108" cy="0"/>
          </a:xfrm>
          <a:prstGeom prst="straightConnector1">
            <a:avLst/>
          </a:prstGeom>
          <a:ln w="38100">
            <a:solidFill>
              <a:schemeClr val="bg1">
                <a:lumMod val="85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7" name="Straight Arrow Connector 18">
            <a:extLst>
              <a:ext uri="{FF2B5EF4-FFF2-40B4-BE49-F238E27FC236}">
                <a16:creationId xmlns:a16="http://schemas.microsoft.com/office/drawing/2014/main" id="{6773AFD8-20F8-4035-4414-08A6D5A9415F}"/>
              </a:ext>
            </a:extLst>
          </p:cNvPr>
          <p:cNvCxnSpPr>
            <a:cxnSpLocks/>
            <a:stCxn id="14" idx="0"/>
            <a:endCxn id="5" idx="4"/>
          </p:cNvCxnSpPr>
          <p:nvPr/>
        </p:nvCxnSpPr>
        <p:spPr>
          <a:xfrm flipV="1">
            <a:off x="11666015" y="4315338"/>
            <a:ext cx="0" cy="1117515"/>
          </a:xfrm>
          <a:prstGeom prst="straightConnector1">
            <a:avLst/>
          </a:prstGeom>
          <a:ln w="38100">
            <a:solidFill>
              <a:schemeClr val="bg1">
                <a:lumMod val="85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9" name="TextBox 118">
            <a:extLst>
              <a:ext uri="{FF2B5EF4-FFF2-40B4-BE49-F238E27FC236}">
                <a16:creationId xmlns:a16="http://schemas.microsoft.com/office/drawing/2014/main" id="{0699811E-38D4-1196-A0F2-B5897EC53CCB}"/>
              </a:ext>
            </a:extLst>
          </p:cNvPr>
          <p:cNvSpPr txBox="1"/>
          <p:nvPr/>
        </p:nvSpPr>
        <p:spPr>
          <a:xfrm>
            <a:off x="9075645" y="2247099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NL" dirty="0">
                <a:latin typeface="Aptos" panose="020B0004020202020204" pitchFamily="34" charset="0"/>
              </a:rPr>
              <a:t>8</a:t>
            </a:r>
          </a:p>
        </p:txBody>
      </p:sp>
      <p:sp>
        <p:nvSpPr>
          <p:cNvPr id="32" name="TextBox 121">
            <a:extLst>
              <a:ext uri="{FF2B5EF4-FFF2-40B4-BE49-F238E27FC236}">
                <a16:creationId xmlns:a16="http://schemas.microsoft.com/office/drawing/2014/main" id="{0EF5A0A6-8C83-A494-63B9-989BCF0905D6}"/>
              </a:ext>
            </a:extLst>
          </p:cNvPr>
          <p:cNvSpPr txBox="1"/>
          <p:nvPr/>
        </p:nvSpPr>
        <p:spPr>
          <a:xfrm>
            <a:off x="11648954" y="3144808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NL" dirty="0">
                <a:latin typeface="Aptos" panose="020B0004020202020204" pitchFamily="34" charset="0"/>
              </a:rPr>
              <a:t>5</a:t>
            </a:r>
          </a:p>
        </p:txBody>
      </p:sp>
      <p:sp>
        <p:nvSpPr>
          <p:cNvPr id="33" name="TextBox 122">
            <a:extLst>
              <a:ext uri="{FF2B5EF4-FFF2-40B4-BE49-F238E27FC236}">
                <a16:creationId xmlns:a16="http://schemas.microsoft.com/office/drawing/2014/main" id="{134ACE7C-5376-F8B6-EB0F-B1F0D4B03999}"/>
              </a:ext>
            </a:extLst>
          </p:cNvPr>
          <p:cNvSpPr txBox="1"/>
          <p:nvPr/>
        </p:nvSpPr>
        <p:spPr>
          <a:xfrm>
            <a:off x="9075645" y="4101784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NL" dirty="0">
                <a:latin typeface="Aptos" panose="020B0004020202020204" pitchFamily="34" charset="0"/>
              </a:rPr>
              <a:t>1</a:t>
            </a:r>
          </a:p>
        </p:txBody>
      </p:sp>
      <p:sp>
        <p:nvSpPr>
          <p:cNvPr id="34" name="TextBox 123">
            <a:extLst>
              <a:ext uri="{FF2B5EF4-FFF2-40B4-BE49-F238E27FC236}">
                <a16:creationId xmlns:a16="http://schemas.microsoft.com/office/drawing/2014/main" id="{3F11AB59-D02A-4735-E8D4-E6A5D0F6DEF3}"/>
              </a:ext>
            </a:extLst>
          </p:cNvPr>
          <p:cNvSpPr txBox="1"/>
          <p:nvPr/>
        </p:nvSpPr>
        <p:spPr>
          <a:xfrm>
            <a:off x="9075645" y="5646406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NL" dirty="0">
                <a:latin typeface="Aptos" panose="020B0004020202020204" pitchFamily="34" charset="0"/>
              </a:rPr>
              <a:t>1</a:t>
            </a:r>
          </a:p>
        </p:txBody>
      </p:sp>
      <p:sp>
        <p:nvSpPr>
          <p:cNvPr id="35" name="TextBox 124">
            <a:extLst>
              <a:ext uri="{FF2B5EF4-FFF2-40B4-BE49-F238E27FC236}">
                <a16:creationId xmlns:a16="http://schemas.microsoft.com/office/drawing/2014/main" id="{1B4E412A-ACDA-CBF6-43EE-F937C9D0BB2C}"/>
              </a:ext>
            </a:extLst>
          </p:cNvPr>
          <p:cNvSpPr txBox="1"/>
          <p:nvPr/>
        </p:nvSpPr>
        <p:spPr>
          <a:xfrm>
            <a:off x="8109489" y="4689430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NL" dirty="0">
                <a:latin typeface="Aptos" panose="020B0004020202020204" pitchFamily="34" charset="0"/>
              </a:rPr>
              <a:t>3</a:t>
            </a:r>
          </a:p>
        </p:txBody>
      </p:sp>
      <p:sp>
        <p:nvSpPr>
          <p:cNvPr id="36" name="TextBox 125">
            <a:extLst>
              <a:ext uri="{FF2B5EF4-FFF2-40B4-BE49-F238E27FC236}">
                <a16:creationId xmlns:a16="http://schemas.microsoft.com/office/drawing/2014/main" id="{0AC3A9E2-2EA2-EC12-96B7-F7FA8592A3DA}"/>
              </a:ext>
            </a:extLst>
          </p:cNvPr>
          <p:cNvSpPr txBox="1"/>
          <p:nvPr/>
        </p:nvSpPr>
        <p:spPr>
          <a:xfrm>
            <a:off x="10699859" y="5646406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NL" dirty="0">
                <a:latin typeface="Aptos" panose="020B0004020202020204" pitchFamily="34" charset="0"/>
              </a:rPr>
              <a:t>3</a:t>
            </a:r>
          </a:p>
        </p:txBody>
      </p:sp>
      <p:sp>
        <p:nvSpPr>
          <p:cNvPr id="37" name="TextBox 126">
            <a:extLst>
              <a:ext uri="{FF2B5EF4-FFF2-40B4-BE49-F238E27FC236}">
                <a16:creationId xmlns:a16="http://schemas.microsoft.com/office/drawing/2014/main" id="{0C1284F7-C118-C125-8FD0-3B48D71CBF80}"/>
              </a:ext>
            </a:extLst>
          </p:cNvPr>
          <p:cNvSpPr txBox="1"/>
          <p:nvPr/>
        </p:nvSpPr>
        <p:spPr>
          <a:xfrm>
            <a:off x="9733702" y="4689430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NL" dirty="0">
                <a:latin typeface="Aptos" panose="020B0004020202020204" pitchFamily="34" charset="0"/>
              </a:rPr>
              <a:t>4</a:t>
            </a:r>
          </a:p>
        </p:txBody>
      </p:sp>
      <p:sp>
        <p:nvSpPr>
          <p:cNvPr id="38" name="TextBox 127">
            <a:extLst>
              <a:ext uri="{FF2B5EF4-FFF2-40B4-BE49-F238E27FC236}">
                <a16:creationId xmlns:a16="http://schemas.microsoft.com/office/drawing/2014/main" id="{5B17C70E-3972-9BE3-946E-C966EF888B76}"/>
              </a:ext>
            </a:extLst>
          </p:cNvPr>
          <p:cNvSpPr txBox="1"/>
          <p:nvPr/>
        </p:nvSpPr>
        <p:spPr>
          <a:xfrm>
            <a:off x="10699859" y="4101784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NL" dirty="0">
                <a:latin typeface="Aptos" panose="020B0004020202020204" pitchFamily="34" charset="0"/>
              </a:rPr>
              <a:t>1</a:t>
            </a:r>
          </a:p>
        </p:txBody>
      </p:sp>
      <p:sp>
        <p:nvSpPr>
          <p:cNvPr id="39" name="TextBox 128">
            <a:extLst>
              <a:ext uri="{FF2B5EF4-FFF2-40B4-BE49-F238E27FC236}">
                <a16:creationId xmlns:a16="http://schemas.microsoft.com/office/drawing/2014/main" id="{C31DEE73-1281-27D6-2DE9-5648142276FB}"/>
              </a:ext>
            </a:extLst>
          </p:cNvPr>
          <p:cNvSpPr txBox="1"/>
          <p:nvPr/>
        </p:nvSpPr>
        <p:spPr>
          <a:xfrm>
            <a:off x="10699859" y="2247099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NL" dirty="0">
                <a:latin typeface="Aptos" panose="020B0004020202020204" pitchFamily="34" charset="0"/>
              </a:rPr>
              <a:t>1</a:t>
            </a:r>
          </a:p>
        </p:txBody>
      </p:sp>
      <p:sp>
        <p:nvSpPr>
          <p:cNvPr id="40" name="TextBox 129">
            <a:extLst>
              <a:ext uri="{FF2B5EF4-FFF2-40B4-BE49-F238E27FC236}">
                <a16:creationId xmlns:a16="http://schemas.microsoft.com/office/drawing/2014/main" id="{01F2BD9D-2A8B-AFA4-EADA-6D2CAE1A8583}"/>
              </a:ext>
            </a:extLst>
          </p:cNvPr>
          <p:cNvSpPr txBox="1"/>
          <p:nvPr/>
        </p:nvSpPr>
        <p:spPr>
          <a:xfrm>
            <a:off x="11648954" y="4689430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NL" dirty="0">
                <a:latin typeface="Aptos" panose="020B0004020202020204" pitchFamily="34" charset="0"/>
              </a:rPr>
              <a:t>2</a:t>
            </a:r>
          </a:p>
        </p:txBody>
      </p:sp>
      <p:sp>
        <p:nvSpPr>
          <p:cNvPr id="41" name="TextBox 130">
            <a:extLst>
              <a:ext uri="{FF2B5EF4-FFF2-40B4-BE49-F238E27FC236}">
                <a16:creationId xmlns:a16="http://schemas.microsoft.com/office/drawing/2014/main" id="{35ADC9F7-FD0D-3C45-C758-4655BFBFDCAF}"/>
              </a:ext>
            </a:extLst>
          </p:cNvPr>
          <p:cNvSpPr txBox="1"/>
          <p:nvPr/>
        </p:nvSpPr>
        <p:spPr>
          <a:xfrm>
            <a:off x="9733702" y="3144808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NL" dirty="0">
                <a:latin typeface="Aptos" panose="020B0004020202020204" pitchFamily="34" charset="0"/>
              </a:rPr>
              <a:t>4</a:t>
            </a:r>
          </a:p>
        </p:txBody>
      </p:sp>
      <p:sp>
        <p:nvSpPr>
          <p:cNvPr id="42" name="TextBox 131">
            <a:extLst>
              <a:ext uri="{FF2B5EF4-FFF2-40B4-BE49-F238E27FC236}">
                <a16:creationId xmlns:a16="http://schemas.microsoft.com/office/drawing/2014/main" id="{E57CC788-E340-0023-A419-1F1474B1279D}"/>
              </a:ext>
            </a:extLst>
          </p:cNvPr>
          <p:cNvSpPr txBox="1"/>
          <p:nvPr/>
        </p:nvSpPr>
        <p:spPr>
          <a:xfrm>
            <a:off x="8109489" y="3144808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NL" dirty="0">
                <a:latin typeface="Aptos" panose="020B0004020202020204" pitchFamily="34" charset="0"/>
              </a:rPr>
              <a:t>2</a:t>
            </a:r>
          </a:p>
        </p:txBody>
      </p:sp>
      <p:sp>
        <p:nvSpPr>
          <p:cNvPr id="30" name="Rectangle: Rounded Corners 29">
            <a:extLst>
              <a:ext uri="{FF2B5EF4-FFF2-40B4-BE49-F238E27FC236}">
                <a16:creationId xmlns:a16="http://schemas.microsoft.com/office/drawing/2014/main" id="{9B3AB79B-882B-CD0E-21D0-D964C342C8FE}"/>
              </a:ext>
            </a:extLst>
          </p:cNvPr>
          <p:cNvSpPr/>
          <p:nvPr/>
        </p:nvSpPr>
        <p:spPr>
          <a:xfrm>
            <a:off x="8570589" y="2115635"/>
            <a:ext cx="318887" cy="350477"/>
          </a:xfrm>
          <a:prstGeom prst="roundRect">
            <a:avLst/>
          </a:prstGeom>
          <a:ln>
            <a:headEnd type="none" w="med" len="med"/>
            <a:tailEnd type="none" w="med" len="med"/>
          </a:ln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nl-NL" sz="1600" dirty="0">
                <a:latin typeface="Aptos" panose="020B0004020202020204" pitchFamily="34" charset="0"/>
              </a:rPr>
              <a:t>0</a:t>
            </a:r>
          </a:p>
        </p:txBody>
      </p:sp>
      <p:sp>
        <p:nvSpPr>
          <p:cNvPr id="31" name="Rectangle: Rounded Corners 30">
            <a:extLst>
              <a:ext uri="{FF2B5EF4-FFF2-40B4-BE49-F238E27FC236}">
                <a16:creationId xmlns:a16="http://schemas.microsoft.com/office/drawing/2014/main" id="{F6246FFA-552D-2EAB-0668-49A1B8ED375E}"/>
              </a:ext>
            </a:extLst>
          </p:cNvPr>
          <p:cNvSpPr/>
          <p:nvPr/>
        </p:nvSpPr>
        <p:spPr>
          <a:xfrm>
            <a:off x="10110746" y="2061189"/>
            <a:ext cx="318887" cy="350477"/>
          </a:xfrm>
          <a:prstGeom prst="roundRect">
            <a:avLst/>
          </a:prstGeom>
          <a:ln>
            <a:headEnd type="none" w="med" len="med"/>
            <a:tailEnd type="none" w="med" len="med"/>
          </a:ln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nl-NL" sz="1600" dirty="0">
                <a:latin typeface="Aptos" panose="020B0004020202020204" pitchFamily="34" charset="0"/>
              </a:rPr>
              <a:t>8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3" name="Rectangle: Rounded Corners 42">
                <a:extLst>
                  <a:ext uri="{FF2B5EF4-FFF2-40B4-BE49-F238E27FC236}">
                    <a16:creationId xmlns:a16="http://schemas.microsoft.com/office/drawing/2014/main" id="{7CADB292-3E2B-283B-8169-00B9F41F6408}"/>
                  </a:ext>
                </a:extLst>
              </p:cNvPr>
              <p:cNvSpPr/>
              <p:nvPr/>
            </p:nvSpPr>
            <p:spPr>
              <a:xfrm>
                <a:off x="11797608" y="2115635"/>
                <a:ext cx="318887" cy="350477"/>
              </a:xfrm>
              <a:prstGeom prst="roundRect">
                <a:avLst/>
              </a:prstGeom>
              <a:ln>
                <a:headEnd type="none" w="med" len="med"/>
                <a:tailEnd type="none" w="med" len="med"/>
              </a:ln>
            </p:spPr>
            <p:style>
              <a:lnRef idx="3">
                <a:schemeClr val="lt1"/>
              </a:lnRef>
              <a:fillRef idx="1">
                <a:schemeClr val="accent3"/>
              </a:fillRef>
              <a:effectRef idx="1">
                <a:schemeClr val="accent3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nl-NL" sz="1600" i="1" dirty="0" smtClean="0">
                          <a:latin typeface="Cambria Math" panose="02040503050406030204" pitchFamily="18" charset="0"/>
                        </a:rPr>
                        <m:t>∞</m:t>
                      </m:r>
                    </m:oMath>
                  </m:oMathPara>
                </a14:m>
                <a:endParaRPr lang="nl-NL" sz="1600" dirty="0">
                  <a:latin typeface="Aptos" panose="020B0004020202020204" pitchFamily="34" charset="0"/>
                </a:endParaRPr>
              </a:p>
            </p:txBody>
          </p:sp>
        </mc:Choice>
        <mc:Fallback xmlns="">
          <p:sp>
            <p:nvSpPr>
              <p:cNvPr id="43" name="Rectangle: Rounded Corners 42">
                <a:extLst>
                  <a:ext uri="{FF2B5EF4-FFF2-40B4-BE49-F238E27FC236}">
                    <a16:creationId xmlns:a16="http://schemas.microsoft.com/office/drawing/2014/main" id="{7CADB292-3E2B-283B-8169-00B9F41F640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797608" y="2115635"/>
                <a:ext cx="318887" cy="350477"/>
              </a:xfrm>
              <a:prstGeom prst="roundRect">
                <a:avLst/>
              </a:prstGeom>
              <a:blipFill>
                <a:blip r:embed="rId2"/>
                <a:stretch>
                  <a:fillRect/>
                </a:stretch>
              </a:blipFill>
              <a:ln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r>
                  <a:rPr lang="nl-N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4" name="Rectangle: Rounded Corners 43">
                <a:extLst>
                  <a:ext uri="{FF2B5EF4-FFF2-40B4-BE49-F238E27FC236}">
                    <a16:creationId xmlns:a16="http://schemas.microsoft.com/office/drawing/2014/main" id="{524F7236-821A-9776-7E87-C981025E33B1}"/>
                  </a:ext>
                </a:extLst>
              </p:cNvPr>
              <p:cNvSpPr/>
              <p:nvPr/>
            </p:nvSpPr>
            <p:spPr>
              <a:xfrm>
                <a:off x="11797607" y="3641402"/>
                <a:ext cx="318887" cy="350477"/>
              </a:xfrm>
              <a:prstGeom prst="roundRect">
                <a:avLst/>
              </a:prstGeom>
              <a:ln>
                <a:headEnd type="none" w="med" len="med"/>
                <a:tailEnd type="none" w="med" len="med"/>
              </a:ln>
            </p:spPr>
            <p:style>
              <a:lnRef idx="3">
                <a:schemeClr val="lt1"/>
              </a:lnRef>
              <a:fillRef idx="1">
                <a:schemeClr val="accent3"/>
              </a:fillRef>
              <a:effectRef idx="1">
                <a:schemeClr val="accent3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nl-NL" sz="1600" i="1" dirty="0" smtClean="0">
                          <a:latin typeface="Cambria Math" panose="02040503050406030204" pitchFamily="18" charset="0"/>
                        </a:rPr>
                        <m:t>∞</m:t>
                      </m:r>
                    </m:oMath>
                  </m:oMathPara>
                </a14:m>
                <a:endParaRPr lang="nl-NL" sz="1600" dirty="0">
                  <a:latin typeface="Aptos" panose="020B0004020202020204" pitchFamily="34" charset="0"/>
                </a:endParaRPr>
              </a:p>
            </p:txBody>
          </p:sp>
        </mc:Choice>
        <mc:Fallback xmlns="">
          <p:sp>
            <p:nvSpPr>
              <p:cNvPr id="44" name="Rectangle: Rounded Corners 43">
                <a:extLst>
                  <a:ext uri="{FF2B5EF4-FFF2-40B4-BE49-F238E27FC236}">
                    <a16:creationId xmlns:a16="http://schemas.microsoft.com/office/drawing/2014/main" id="{524F7236-821A-9776-7E87-C981025E33B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797607" y="3641402"/>
                <a:ext cx="318887" cy="350477"/>
              </a:xfrm>
              <a:prstGeom prst="roundRect">
                <a:avLst/>
              </a:prstGeom>
              <a:blipFill>
                <a:blip r:embed="rId3"/>
                <a:stretch>
                  <a:fillRect/>
                </a:stretch>
              </a:blipFill>
              <a:ln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r>
                  <a:rPr lang="nl-N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5" name="Rectangle: Rounded Corners 44">
                <a:extLst>
                  <a:ext uri="{FF2B5EF4-FFF2-40B4-BE49-F238E27FC236}">
                    <a16:creationId xmlns:a16="http://schemas.microsoft.com/office/drawing/2014/main" id="{18EB556B-B9C9-7454-7161-33B0AE4DBCAC}"/>
                  </a:ext>
                </a:extLst>
              </p:cNvPr>
              <p:cNvSpPr/>
              <p:nvPr/>
            </p:nvSpPr>
            <p:spPr>
              <a:xfrm>
                <a:off x="11797606" y="5257614"/>
                <a:ext cx="318887" cy="350477"/>
              </a:xfrm>
              <a:prstGeom prst="roundRect">
                <a:avLst/>
              </a:prstGeom>
              <a:ln>
                <a:headEnd type="none" w="med" len="med"/>
                <a:tailEnd type="none" w="med" len="med"/>
              </a:ln>
            </p:spPr>
            <p:style>
              <a:lnRef idx="3">
                <a:schemeClr val="lt1"/>
              </a:lnRef>
              <a:fillRef idx="1">
                <a:schemeClr val="accent3"/>
              </a:fillRef>
              <a:effectRef idx="1">
                <a:schemeClr val="accent3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nl-NL" sz="1600" i="1" dirty="0" smtClean="0">
                          <a:latin typeface="Cambria Math" panose="02040503050406030204" pitchFamily="18" charset="0"/>
                        </a:rPr>
                        <m:t>∞</m:t>
                      </m:r>
                    </m:oMath>
                  </m:oMathPara>
                </a14:m>
                <a:endParaRPr lang="nl-NL" sz="1600" dirty="0">
                  <a:latin typeface="Aptos" panose="020B0004020202020204" pitchFamily="34" charset="0"/>
                </a:endParaRPr>
              </a:p>
            </p:txBody>
          </p:sp>
        </mc:Choice>
        <mc:Fallback xmlns="">
          <p:sp>
            <p:nvSpPr>
              <p:cNvPr id="45" name="Rectangle: Rounded Corners 44">
                <a:extLst>
                  <a:ext uri="{FF2B5EF4-FFF2-40B4-BE49-F238E27FC236}">
                    <a16:creationId xmlns:a16="http://schemas.microsoft.com/office/drawing/2014/main" id="{18EB556B-B9C9-7454-7161-33B0AE4DBCA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797606" y="5257614"/>
                <a:ext cx="318887" cy="350477"/>
              </a:xfrm>
              <a:prstGeom prst="roundRect">
                <a:avLst/>
              </a:prstGeom>
              <a:blipFill>
                <a:blip r:embed="rId4"/>
                <a:stretch>
                  <a:fillRect/>
                </a:stretch>
              </a:blipFill>
              <a:ln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r>
                  <a:rPr lang="nl-N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6" name="Rectangle: Rounded Corners 45">
                <a:extLst>
                  <a:ext uri="{FF2B5EF4-FFF2-40B4-BE49-F238E27FC236}">
                    <a16:creationId xmlns:a16="http://schemas.microsoft.com/office/drawing/2014/main" id="{A9E9604D-E8DB-F07E-09BC-9E55EB75B905}"/>
                  </a:ext>
                </a:extLst>
              </p:cNvPr>
              <p:cNvSpPr/>
              <p:nvPr/>
            </p:nvSpPr>
            <p:spPr>
              <a:xfrm>
                <a:off x="10164121" y="5219301"/>
                <a:ext cx="318887" cy="350477"/>
              </a:xfrm>
              <a:prstGeom prst="roundRect">
                <a:avLst/>
              </a:prstGeom>
              <a:ln>
                <a:headEnd type="none" w="med" len="med"/>
                <a:tailEnd type="none" w="med" len="med"/>
              </a:ln>
            </p:spPr>
            <p:style>
              <a:lnRef idx="3">
                <a:schemeClr val="lt1"/>
              </a:lnRef>
              <a:fillRef idx="1">
                <a:schemeClr val="accent3"/>
              </a:fillRef>
              <a:effectRef idx="1">
                <a:schemeClr val="accent3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nl-NL" sz="1600" i="1" dirty="0" smtClean="0">
                          <a:latin typeface="Cambria Math" panose="02040503050406030204" pitchFamily="18" charset="0"/>
                        </a:rPr>
                        <m:t>∞</m:t>
                      </m:r>
                    </m:oMath>
                  </m:oMathPara>
                </a14:m>
                <a:endParaRPr lang="nl-NL" sz="1600" dirty="0">
                  <a:latin typeface="Aptos" panose="020B0004020202020204" pitchFamily="34" charset="0"/>
                </a:endParaRPr>
              </a:p>
            </p:txBody>
          </p:sp>
        </mc:Choice>
        <mc:Fallback xmlns="">
          <p:sp>
            <p:nvSpPr>
              <p:cNvPr id="46" name="Rectangle: Rounded Corners 45">
                <a:extLst>
                  <a:ext uri="{FF2B5EF4-FFF2-40B4-BE49-F238E27FC236}">
                    <a16:creationId xmlns:a16="http://schemas.microsoft.com/office/drawing/2014/main" id="{A9E9604D-E8DB-F07E-09BC-9E55EB75B90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164121" y="5219301"/>
                <a:ext cx="318887" cy="350477"/>
              </a:xfrm>
              <a:prstGeom prst="roundRect">
                <a:avLst/>
              </a:prstGeom>
              <a:blipFill>
                <a:blip r:embed="rId5"/>
                <a:stretch>
                  <a:fillRect/>
                </a:stretch>
              </a:blipFill>
              <a:ln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r>
                  <a:rPr lang="nl-N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7" name="Rectangle: Rounded Corners 46">
                <a:extLst>
                  <a:ext uri="{FF2B5EF4-FFF2-40B4-BE49-F238E27FC236}">
                    <a16:creationId xmlns:a16="http://schemas.microsoft.com/office/drawing/2014/main" id="{8789593C-C6B0-0918-47F7-04086F832465}"/>
                  </a:ext>
                </a:extLst>
              </p:cNvPr>
              <p:cNvSpPr/>
              <p:nvPr/>
            </p:nvSpPr>
            <p:spPr>
              <a:xfrm>
                <a:off x="8530636" y="5180988"/>
                <a:ext cx="318887" cy="350477"/>
              </a:xfrm>
              <a:prstGeom prst="roundRect">
                <a:avLst/>
              </a:prstGeom>
              <a:ln>
                <a:headEnd type="none" w="med" len="med"/>
                <a:tailEnd type="none" w="med" len="med"/>
              </a:ln>
            </p:spPr>
            <p:style>
              <a:lnRef idx="3">
                <a:schemeClr val="lt1"/>
              </a:lnRef>
              <a:fillRef idx="1">
                <a:schemeClr val="accent3"/>
              </a:fillRef>
              <a:effectRef idx="1">
                <a:schemeClr val="accent3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nl-NL" sz="1600" i="1" dirty="0" smtClean="0">
                          <a:latin typeface="Cambria Math" panose="02040503050406030204" pitchFamily="18" charset="0"/>
                        </a:rPr>
                        <m:t>∞</m:t>
                      </m:r>
                    </m:oMath>
                  </m:oMathPara>
                </a14:m>
                <a:endParaRPr lang="nl-NL" sz="1600" dirty="0">
                  <a:latin typeface="Aptos" panose="020B0004020202020204" pitchFamily="34" charset="0"/>
                </a:endParaRPr>
              </a:p>
            </p:txBody>
          </p:sp>
        </mc:Choice>
        <mc:Fallback>
          <p:sp>
            <p:nvSpPr>
              <p:cNvPr id="47" name="Rectangle: Rounded Corners 46">
                <a:extLst>
                  <a:ext uri="{FF2B5EF4-FFF2-40B4-BE49-F238E27FC236}">
                    <a16:creationId xmlns:a16="http://schemas.microsoft.com/office/drawing/2014/main" id="{8789593C-C6B0-0918-47F7-04086F83246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30636" y="5180988"/>
                <a:ext cx="318887" cy="350477"/>
              </a:xfrm>
              <a:prstGeom prst="roundRect">
                <a:avLst/>
              </a:prstGeom>
              <a:blipFill>
                <a:blip r:embed="rId6"/>
                <a:stretch>
                  <a:fillRect/>
                </a:stretch>
              </a:blipFill>
              <a:ln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r>
                  <a:rPr lang="nl-N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8" name="Rectangle: Rounded Corners 47">
            <a:extLst>
              <a:ext uri="{FF2B5EF4-FFF2-40B4-BE49-F238E27FC236}">
                <a16:creationId xmlns:a16="http://schemas.microsoft.com/office/drawing/2014/main" id="{DFE65ED1-440B-5C6D-8665-61B5CE6A1B58}"/>
              </a:ext>
            </a:extLst>
          </p:cNvPr>
          <p:cNvSpPr/>
          <p:nvPr/>
        </p:nvSpPr>
        <p:spPr>
          <a:xfrm>
            <a:off x="8512404" y="3653960"/>
            <a:ext cx="318887" cy="350477"/>
          </a:xfrm>
          <a:prstGeom prst="roundRect">
            <a:avLst/>
          </a:prstGeom>
          <a:ln>
            <a:headEnd type="none" w="med" len="med"/>
            <a:tailEnd type="none" w="med" len="med"/>
          </a:ln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nl-NL" sz="1600" dirty="0">
                <a:latin typeface="Aptos" panose="020B0004020202020204" pitchFamily="34" charset="0"/>
              </a:rPr>
              <a:t>2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9" name="Rectangle: Rounded Corners 48">
                <a:extLst>
                  <a:ext uri="{FF2B5EF4-FFF2-40B4-BE49-F238E27FC236}">
                    <a16:creationId xmlns:a16="http://schemas.microsoft.com/office/drawing/2014/main" id="{B03543A9-9441-4E78-2708-1CA77B0B818E}"/>
                  </a:ext>
                </a:extLst>
              </p:cNvPr>
              <p:cNvSpPr/>
              <p:nvPr/>
            </p:nvSpPr>
            <p:spPr>
              <a:xfrm>
                <a:off x="10154658" y="3673867"/>
                <a:ext cx="318887" cy="350477"/>
              </a:xfrm>
              <a:prstGeom prst="roundRect">
                <a:avLst/>
              </a:prstGeom>
              <a:ln>
                <a:headEnd type="none" w="med" len="med"/>
                <a:tailEnd type="none" w="med" len="med"/>
              </a:ln>
            </p:spPr>
            <p:style>
              <a:lnRef idx="3">
                <a:schemeClr val="lt1"/>
              </a:lnRef>
              <a:fillRef idx="1">
                <a:schemeClr val="accent3"/>
              </a:fillRef>
              <a:effectRef idx="1">
                <a:schemeClr val="accent3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nl-NL" sz="1600" i="1" dirty="0" smtClean="0">
                          <a:latin typeface="Cambria Math" panose="02040503050406030204" pitchFamily="18" charset="0"/>
                        </a:rPr>
                        <m:t>∞</m:t>
                      </m:r>
                    </m:oMath>
                  </m:oMathPara>
                </a14:m>
                <a:endParaRPr lang="nl-NL" sz="1600" dirty="0">
                  <a:latin typeface="Aptos" panose="020B0004020202020204" pitchFamily="34" charset="0"/>
                </a:endParaRPr>
              </a:p>
            </p:txBody>
          </p:sp>
        </mc:Choice>
        <mc:Fallback>
          <p:sp>
            <p:nvSpPr>
              <p:cNvPr id="49" name="Rectangle: Rounded Corners 48">
                <a:extLst>
                  <a:ext uri="{FF2B5EF4-FFF2-40B4-BE49-F238E27FC236}">
                    <a16:creationId xmlns:a16="http://schemas.microsoft.com/office/drawing/2014/main" id="{B03543A9-9441-4E78-2708-1CA77B0B818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154658" y="3673867"/>
                <a:ext cx="318887" cy="350477"/>
              </a:xfrm>
              <a:prstGeom prst="roundRect">
                <a:avLst/>
              </a:prstGeom>
              <a:blipFill>
                <a:blip r:embed="rId7"/>
                <a:stretch>
                  <a:fillRect/>
                </a:stretch>
              </a:blipFill>
              <a:ln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r>
                  <a:rPr lang="nl-N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0" name="TextBox 24">
            <a:extLst>
              <a:ext uri="{FF2B5EF4-FFF2-40B4-BE49-F238E27FC236}">
                <a16:creationId xmlns:a16="http://schemas.microsoft.com/office/drawing/2014/main" id="{C1CF2292-314E-0368-6E08-F7762EFB370C}"/>
              </a:ext>
            </a:extLst>
          </p:cNvPr>
          <p:cNvSpPr txBox="1"/>
          <p:nvPr/>
        </p:nvSpPr>
        <p:spPr>
          <a:xfrm>
            <a:off x="6876842" y="6215577"/>
            <a:ext cx="9321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nl-NL" dirty="0" err="1">
                <a:latin typeface="Aptos" panose="020B0004020202020204" pitchFamily="34" charset="0"/>
              </a:rPr>
              <a:t>Visited</a:t>
            </a:r>
            <a:r>
              <a:rPr lang="nl-NL" dirty="0">
                <a:latin typeface="Aptos" panose="020B0004020202020204" pitchFamily="34" charset="0"/>
              </a:rPr>
              <a:t>:</a:t>
            </a:r>
          </a:p>
        </p:txBody>
      </p:sp>
      <p:sp>
        <p:nvSpPr>
          <p:cNvPr id="61" name="Oval 19">
            <a:extLst>
              <a:ext uri="{FF2B5EF4-FFF2-40B4-BE49-F238E27FC236}">
                <a16:creationId xmlns:a16="http://schemas.microsoft.com/office/drawing/2014/main" id="{76F17E44-923A-750C-E604-7995B40F39B7}"/>
              </a:ext>
            </a:extLst>
          </p:cNvPr>
          <p:cNvSpPr/>
          <p:nvPr/>
        </p:nvSpPr>
        <p:spPr>
          <a:xfrm>
            <a:off x="7808957" y="6190404"/>
            <a:ext cx="419679" cy="419679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dirty="0">
                <a:solidFill>
                  <a:schemeClr val="bg1"/>
                </a:solidFill>
                <a:latin typeface="Aptos" panose="020B0004020202020204" pitchFamily="34" charset="0"/>
              </a:rPr>
              <a:t>A</a:t>
            </a:r>
          </a:p>
        </p:txBody>
      </p:sp>
      <p:sp>
        <p:nvSpPr>
          <p:cNvPr id="62" name="Oval 19">
            <a:extLst>
              <a:ext uri="{FF2B5EF4-FFF2-40B4-BE49-F238E27FC236}">
                <a16:creationId xmlns:a16="http://schemas.microsoft.com/office/drawing/2014/main" id="{D56310E6-1F4F-9283-1E7C-18111EBF1C2E}"/>
              </a:ext>
            </a:extLst>
          </p:cNvPr>
          <p:cNvSpPr/>
          <p:nvPr/>
        </p:nvSpPr>
        <p:spPr>
          <a:xfrm>
            <a:off x="8247983" y="6190404"/>
            <a:ext cx="419679" cy="419679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dirty="0">
                <a:solidFill>
                  <a:schemeClr val="bg1"/>
                </a:solidFill>
                <a:latin typeface="Aptos" panose="020B0004020202020204" pitchFamily="34" charset="0"/>
              </a:rPr>
              <a:t>D</a:t>
            </a:r>
          </a:p>
        </p:txBody>
      </p:sp>
    </p:spTree>
    <p:extLst>
      <p:ext uri="{BB962C8B-B14F-4D97-AF65-F5344CB8AC3E}">
        <p14:creationId xmlns:p14="http://schemas.microsoft.com/office/powerpoint/2010/main" val="10541107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mph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1973EB"/>
                                      </p:to>
                                    </p:animClr>
                                    <p:set>
                                      <p:cBhvr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7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000000"/>
                                      </p:to>
                                    </p:animClr>
                                    <p:set>
                                      <p:cBhvr>
                                        <p:cTn id="1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7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2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7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5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000000"/>
                                      </p:to>
                                    </p:animClr>
                                    <p:set>
                                      <p:cBhvr>
                                        <p:cTn id="26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0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2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4" grpId="0" animBg="1"/>
      <p:bldP spid="263" grpId="0" animBg="1"/>
      <p:bldP spid="47" grpId="0" animBg="1"/>
      <p:bldP spid="49" grpId="0" animBg="1"/>
      <p:bldP spid="62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A69404-D6C6-3278-9202-4B40503466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Oval 19">
            <a:extLst>
              <a:ext uri="{FF2B5EF4-FFF2-40B4-BE49-F238E27FC236}">
                <a16:creationId xmlns:a16="http://schemas.microsoft.com/office/drawing/2014/main" id="{A55540B3-F2C7-EED6-5B38-96C703E000C7}"/>
              </a:ext>
            </a:extLst>
          </p:cNvPr>
          <p:cNvSpPr/>
          <p:nvPr/>
        </p:nvSpPr>
        <p:spPr>
          <a:xfrm>
            <a:off x="9828248" y="5432853"/>
            <a:ext cx="427106" cy="427106"/>
          </a:xfrm>
          <a:prstGeom prst="ellipse">
            <a:avLst/>
          </a:prstGeom>
          <a:ln/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nl-NL" dirty="0">
                <a:solidFill>
                  <a:schemeClr val="dk1"/>
                </a:solidFill>
                <a:latin typeface="Aptos" panose="020B0004020202020204" pitchFamily="34" charset="0"/>
              </a:rPr>
              <a:t>H</a:t>
            </a:r>
          </a:p>
        </p:txBody>
      </p:sp>
      <p:sp>
        <p:nvSpPr>
          <p:cNvPr id="5" name="Oval 8">
            <a:extLst>
              <a:ext uri="{FF2B5EF4-FFF2-40B4-BE49-F238E27FC236}">
                <a16:creationId xmlns:a16="http://schemas.microsoft.com/office/drawing/2014/main" id="{70984CA1-33D0-E88E-F4FA-E8FA63BB70FB}"/>
              </a:ext>
            </a:extLst>
          </p:cNvPr>
          <p:cNvSpPr/>
          <p:nvPr/>
        </p:nvSpPr>
        <p:spPr>
          <a:xfrm>
            <a:off x="11452462" y="3888232"/>
            <a:ext cx="427106" cy="427106"/>
          </a:xfrm>
          <a:prstGeom prst="ellipse">
            <a:avLst/>
          </a:prstGeom>
          <a:ln/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nl-NL" dirty="0">
                <a:solidFill>
                  <a:schemeClr val="dk1"/>
                </a:solidFill>
                <a:latin typeface="Aptos" panose="020B0004020202020204" pitchFamily="34" charset="0"/>
              </a:rPr>
              <a:t>F</a:t>
            </a:r>
          </a:p>
        </p:txBody>
      </p:sp>
      <p:sp>
        <p:nvSpPr>
          <p:cNvPr id="15" name="Oval 19">
            <a:extLst>
              <a:ext uri="{FF2B5EF4-FFF2-40B4-BE49-F238E27FC236}">
                <a16:creationId xmlns:a16="http://schemas.microsoft.com/office/drawing/2014/main" id="{519AC539-B302-E572-7BA0-10FDDCBDE6E9}"/>
              </a:ext>
            </a:extLst>
          </p:cNvPr>
          <p:cNvSpPr/>
          <p:nvPr/>
        </p:nvSpPr>
        <p:spPr>
          <a:xfrm>
            <a:off x="9828248" y="2343610"/>
            <a:ext cx="427106" cy="427106"/>
          </a:xfrm>
          <a:prstGeom prst="ellipse">
            <a:avLst/>
          </a:prstGeom>
          <a:ln/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nl-NL" dirty="0">
                <a:solidFill>
                  <a:schemeClr val="dk1"/>
                </a:solidFill>
                <a:latin typeface="Aptos" panose="020B0004020202020204" pitchFamily="34" charset="0"/>
              </a:rPr>
              <a:t>B</a:t>
            </a:r>
          </a:p>
        </p:txBody>
      </p:sp>
      <p:sp>
        <p:nvSpPr>
          <p:cNvPr id="256" name="Rectangle: Rounded Corners 255">
            <a:extLst>
              <a:ext uri="{FF2B5EF4-FFF2-40B4-BE49-F238E27FC236}">
                <a16:creationId xmlns:a16="http://schemas.microsoft.com/office/drawing/2014/main" id="{C83EBB7F-10A8-F944-BA04-4C27005E7D6C}"/>
              </a:ext>
            </a:extLst>
          </p:cNvPr>
          <p:cNvSpPr/>
          <p:nvPr/>
        </p:nvSpPr>
        <p:spPr>
          <a:xfrm>
            <a:off x="10164120" y="5219301"/>
            <a:ext cx="318887" cy="350477"/>
          </a:xfrm>
          <a:prstGeom prst="roundRect">
            <a:avLst/>
          </a:prstGeom>
          <a:ln>
            <a:headEnd type="none" w="med" len="med"/>
            <a:tailEnd type="none" w="med" len="med"/>
          </a:ln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nl-NL" sz="1600" dirty="0">
                <a:latin typeface="Aptos" panose="020B0004020202020204" pitchFamily="34" charset="0"/>
              </a:rPr>
              <a:t>7</a:t>
            </a:r>
          </a:p>
        </p:txBody>
      </p:sp>
      <p:sp>
        <p:nvSpPr>
          <p:cNvPr id="63" name="Rectangle: Rounded Corners 62">
            <a:extLst>
              <a:ext uri="{FF2B5EF4-FFF2-40B4-BE49-F238E27FC236}">
                <a16:creationId xmlns:a16="http://schemas.microsoft.com/office/drawing/2014/main" id="{8762A1CB-96B6-6319-4CF6-A2BD42B8E001}"/>
              </a:ext>
            </a:extLst>
          </p:cNvPr>
          <p:cNvSpPr/>
          <p:nvPr/>
        </p:nvSpPr>
        <p:spPr>
          <a:xfrm>
            <a:off x="11797607" y="3641402"/>
            <a:ext cx="318887" cy="350477"/>
          </a:xfrm>
          <a:prstGeom prst="roundRect">
            <a:avLst/>
          </a:prstGeom>
          <a:ln>
            <a:headEnd type="none" w="med" len="med"/>
            <a:tailEnd type="none" w="med" len="med"/>
          </a:ln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nl-NL" sz="1600" dirty="0">
                <a:latin typeface="Aptos" panose="020B0004020202020204" pitchFamily="34" charset="0"/>
              </a:rPr>
              <a:t>4</a:t>
            </a:r>
          </a:p>
        </p:txBody>
      </p:sp>
      <p:sp>
        <p:nvSpPr>
          <p:cNvPr id="62" name="Rectangle: Rounded Corners 61">
            <a:extLst>
              <a:ext uri="{FF2B5EF4-FFF2-40B4-BE49-F238E27FC236}">
                <a16:creationId xmlns:a16="http://schemas.microsoft.com/office/drawing/2014/main" id="{0BBAB682-B862-FC29-AB4A-D91446DEC4A7}"/>
              </a:ext>
            </a:extLst>
          </p:cNvPr>
          <p:cNvSpPr/>
          <p:nvPr/>
        </p:nvSpPr>
        <p:spPr>
          <a:xfrm>
            <a:off x="10110745" y="2061189"/>
            <a:ext cx="318887" cy="350477"/>
          </a:xfrm>
          <a:prstGeom prst="roundRect">
            <a:avLst/>
          </a:prstGeom>
          <a:ln>
            <a:headEnd type="none" w="med" len="med"/>
            <a:tailEnd type="none" w="med" len="med"/>
          </a:ln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nl-NL" sz="1600" dirty="0">
                <a:latin typeface="Aptos" panose="020B0004020202020204" pitchFamily="34" charset="0"/>
              </a:rPr>
              <a:t>7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53592FC-46D2-DE0A-EA40-88B99BEC36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 err="1"/>
              <a:t>Shortest</a:t>
            </a:r>
            <a:r>
              <a:rPr lang="nl-NL" dirty="0"/>
              <a:t> </a:t>
            </a:r>
            <a:r>
              <a:rPr lang="nl-NL" dirty="0" err="1"/>
              <a:t>paths</a:t>
            </a:r>
            <a:r>
              <a:rPr lang="nl-NL" dirty="0"/>
              <a:t> – Dijkstra’s </a:t>
            </a:r>
            <a:r>
              <a:rPr lang="nl-NL" dirty="0" err="1"/>
              <a:t>algorithm</a:t>
            </a:r>
            <a:endParaRPr lang="nl-N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D81977-799E-5F9D-D17E-4024B87F3CC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0081" y="2633472"/>
            <a:ext cx="6780549" cy="3568152"/>
          </a:xfrm>
        </p:spPr>
        <p:txBody>
          <a:bodyPr>
            <a:normAutofit/>
          </a:bodyPr>
          <a:lstStyle/>
          <a:p>
            <a:r>
              <a:rPr lang="nl-NL" dirty="0"/>
              <a:t>Set </a:t>
            </a:r>
            <a:r>
              <a:rPr lang="nl-NL" dirty="0" err="1"/>
              <a:t>distance</a:t>
            </a:r>
            <a:r>
              <a:rPr lang="nl-NL" dirty="0"/>
              <a:t> of start node </a:t>
            </a:r>
            <a:r>
              <a:rPr lang="nl-NL" dirty="0" err="1"/>
              <a:t>to</a:t>
            </a:r>
            <a:r>
              <a:rPr lang="nl-NL" dirty="0"/>
              <a:t> zero &amp; </a:t>
            </a:r>
            <a:r>
              <a:rPr lang="nl-NL" dirty="0" err="1"/>
              <a:t>others</a:t>
            </a:r>
            <a:r>
              <a:rPr lang="nl-NL" dirty="0"/>
              <a:t> </a:t>
            </a:r>
            <a:r>
              <a:rPr lang="nl-NL" dirty="0" err="1"/>
              <a:t>to</a:t>
            </a:r>
            <a:r>
              <a:rPr lang="nl-NL" dirty="0"/>
              <a:t> “</a:t>
            </a:r>
            <a:r>
              <a:rPr lang="nl-NL" dirty="0" err="1"/>
              <a:t>extremely</a:t>
            </a:r>
            <a:r>
              <a:rPr lang="nl-NL" dirty="0"/>
              <a:t> far </a:t>
            </a:r>
            <a:r>
              <a:rPr lang="nl-NL" dirty="0" err="1"/>
              <a:t>away</a:t>
            </a:r>
            <a:r>
              <a:rPr lang="nl-NL" dirty="0"/>
              <a:t>”</a:t>
            </a:r>
          </a:p>
          <a:p>
            <a:r>
              <a:rPr lang="nl-NL" b="1" dirty="0" err="1">
                <a:latin typeface="Aptos" panose="020B0004020202020204" pitchFamily="34" charset="0"/>
              </a:rPr>
              <a:t>While</a:t>
            </a:r>
            <a:r>
              <a:rPr lang="nl-NL" dirty="0"/>
              <a:t> </a:t>
            </a:r>
            <a:r>
              <a:rPr lang="nl-NL" dirty="0" err="1"/>
              <a:t>there</a:t>
            </a:r>
            <a:r>
              <a:rPr lang="nl-NL" dirty="0"/>
              <a:t> are </a:t>
            </a:r>
            <a:r>
              <a:rPr lang="nl-NL" b="1" dirty="0" err="1">
                <a:latin typeface="Aptos" panose="020B0004020202020204" pitchFamily="34" charset="0"/>
              </a:rPr>
              <a:t>unvisited</a:t>
            </a:r>
            <a:r>
              <a:rPr lang="nl-NL" dirty="0"/>
              <a:t> </a:t>
            </a:r>
            <a:r>
              <a:rPr lang="nl-NL" dirty="0" err="1"/>
              <a:t>nodes</a:t>
            </a:r>
            <a:r>
              <a:rPr lang="nl-NL" dirty="0"/>
              <a:t>:</a:t>
            </a:r>
          </a:p>
          <a:p>
            <a:pPr lvl="1"/>
            <a:r>
              <a:rPr lang="nl-NL" sz="2000" dirty="0" err="1"/>
              <a:t>Find</a:t>
            </a:r>
            <a:r>
              <a:rPr lang="nl-NL" sz="2000" dirty="0"/>
              <a:t> </a:t>
            </a:r>
            <a:r>
              <a:rPr lang="nl-NL" sz="2000" dirty="0" err="1"/>
              <a:t>the</a:t>
            </a:r>
            <a:r>
              <a:rPr lang="nl-NL" sz="2000" dirty="0"/>
              <a:t> </a:t>
            </a:r>
            <a:r>
              <a:rPr lang="nl-NL" sz="2000" dirty="0" err="1"/>
              <a:t>one</a:t>
            </a:r>
            <a:r>
              <a:rPr lang="nl-NL" sz="2000" dirty="0"/>
              <a:t> </a:t>
            </a:r>
            <a:r>
              <a:rPr lang="nl-NL" sz="2000" dirty="0" err="1"/>
              <a:t>that</a:t>
            </a:r>
            <a:r>
              <a:rPr lang="nl-NL" sz="2000" dirty="0"/>
              <a:t> has </a:t>
            </a:r>
            <a:r>
              <a:rPr lang="nl-NL" sz="2000" dirty="0" err="1"/>
              <a:t>the</a:t>
            </a:r>
            <a:r>
              <a:rPr lang="nl-NL" sz="2000" dirty="0"/>
              <a:t> </a:t>
            </a:r>
            <a:r>
              <a:rPr lang="nl-NL" sz="2000" b="1" dirty="0" err="1">
                <a:latin typeface="Aptos" panose="020B0004020202020204" pitchFamily="34" charset="0"/>
              </a:rPr>
              <a:t>smallest</a:t>
            </a:r>
            <a:r>
              <a:rPr lang="nl-NL" sz="2000" dirty="0"/>
              <a:t> </a:t>
            </a:r>
            <a:r>
              <a:rPr lang="nl-NL" sz="2000" b="1" dirty="0" err="1">
                <a:latin typeface="Aptos" panose="020B0004020202020204" pitchFamily="34" charset="0"/>
              </a:rPr>
              <a:t>current</a:t>
            </a:r>
            <a:r>
              <a:rPr lang="nl-NL" sz="2000" dirty="0"/>
              <a:t> </a:t>
            </a:r>
            <a:r>
              <a:rPr lang="nl-NL" sz="2000" dirty="0" err="1"/>
              <a:t>distance</a:t>
            </a:r>
            <a:endParaRPr lang="nl-NL" sz="2000" dirty="0"/>
          </a:p>
          <a:p>
            <a:pPr lvl="1"/>
            <a:r>
              <a:rPr lang="nl-NL" sz="2000" b="1" dirty="0">
                <a:latin typeface="Aptos" panose="020B0004020202020204" pitchFamily="34" charset="0"/>
              </a:rPr>
              <a:t>Update</a:t>
            </a:r>
            <a:r>
              <a:rPr lang="nl-NL" sz="2000" dirty="0"/>
              <a:t> </a:t>
            </a:r>
            <a:r>
              <a:rPr lang="nl-NL" sz="2000" dirty="0" err="1"/>
              <a:t>the</a:t>
            </a:r>
            <a:r>
              <a:rPr lang="nl-NL" sz="2000" dirty="0"/>
              <a:t> </a:t>
            </a:r>
            <a:r>
              <a:rPr lang="nl-NL" sz="2000" dirty="0" err="1"/>
              <a:t>distance</a:t>
            </a:r>
            <a:r>
              <a:rPr lang="nl-NL" sz="2000" dirty="0"/>
              <a:t> </a:t>
            </a:r>
            <a:r>
              <a:rPr lang="nl-NL" sz="2000" dirty="0" err="1"/>
              <a:t>to</a:t>
            </a:r>
            <a:r>
              <a:rPr lang="nl-NL" sz="2000" dirty="0"/>
              <a:t> </a:t>
            </a:r>
            <a:r>
              <a:rPr lang="nl-NL" sz="2000" dirty="0" err="1"/>
              <a:t>its</a:t>
            </a:r>
            <a:r>
              <a:rPr lang="nl-NL" sz="2000" dirty="0"/>
              <a:t> </a:t>
            </a:r>
            <a:r>
              <a:rPr lang="nl-NL" sz="2000" b="1" dirty="0" err="1">
                <a:latin typeface="Aptos" panose="020B0004020202020204" pitchFamily="34" charset="0"/>
              </a:rPr>
              <a:t>neighbours</a:t>
            </a:r>
            <a:endParaRPr lang="nl-NL" sz="2000" b="1" dirty="0">
              <a:latin typeface="Aptos" panose="020B0004020202020204" pitchFamily="34" charset="0"/>
            </a:endParaRPr>
          </a:p>
        </p:txBody>
      </p:sp>
      <p:sp>
        <p:nvSpPr>
          <p:cNvPr id="4" name="Oval 6">
            <a:extLst>
              <a:ext uri="{FF2B5EF4-FFF2-40B4-BE49-F238E27FC236}">
                <a16:creationId xmlns:a16="http://schemas.microsoft.com/office/drawing/2014/main" id="{4F447332-A425-5E03-4565-5CC48BE7BF94}"/>
              </a:ext>
            </a:extLst>
          </p:cNvPr>
          <p:cNvSpPr/>
          <p:nvPr/>
        </p:nvSpPr>
        <p:spPr>
          <a:xfrm>
            <a:off x="9828248" y="3888232"/>
            <a:ext cx="427106" cy="427106"/>
          </a:xfrm>
          <a:prstGeom prst="ellipse">
            <a:avLst/>
          </a:prstGeom>
          <a:ln/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nl-NL">
                <a:solidFill>
                  <a:schemeClr val="dk1"/>
                </a:solidFill>
                <a:latin typeface="Aptos" panose="020B0004020202020204" pitchFamily="34" charset="0"/>
              </a:rPr>
              <a:t>E</a:t>
            </a:r>
            <a:endParaRPr lang="nl-NL" dirty="0">
              <a:solidFill>
                <a:schemeClr val="dk1"/>
              </a:solidFill>
              <a:latin typeface="Aptos" panose="020B0004020202020204" pitchFamily="34" charset="0"/>
            </a:endParaRPr>
          </a:p>
        </p:txBody>
      </p:sp>
      <p:cxnSp>
        <p:nvCxnSpPr>
          <p:cNvPr id="6" name="Straight Arrow Connector 18">
            <a:extLst>
              <a:ext uri="{FF2B5EF4-FFF2-40B4-BE49-F238E27FC236}">
                <a16:creationId xmlns:a16="http://schemas.microsoft.com/office/drawing/2014/main" id="{7BFB594D-994E-3D83-5C42-85FD13B4CEC0}"/>
              </a:ext>
            </a:extLst>
          </p:cNvPr>
          <p:cNvCxnSpPr>
            <a:cxnSpLocks/>
            <a:stCxn id="7" idx="6"/>
            <a:endCxn id="4" idx="2"/>
          </p:cNvCxnSpPr>
          <p:nvPr/>
        </p:nvCxnSpPr>
        <p:spPr>
          <a:xfrm>
            <a:off x="8631140" y="4101785"/>
            <a:ext cx="1197108" cy="0"/>
          </a:xfrm>
          <a:prstGeom prst="straightConnector1">
            <a:avLst/>
          </a:prstGeom>
          <a:ln w="381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" name="Oval 19">
            <a:extLst>
              <a:ext uri="{FF2B5EF4-FFF2-40B4-BE49-F238E27FC236}">
                <a16:creationId xmlns:a16="http://schemas.microsoft.com/office/drawing/2014/main" id="{8E988542-041F-CF11-A2FB-F56504B856C4}"/>
              </a:ext>
            </a:extLst>
          </p:cNvPr>
          <p:cNvSpPr/>
          <p:nvPr/>
        </p:nvSpPr>
        <p:spPr>
          <a:xfrm>
            <a:off x="8204034" y="3888232"/>
            <a:ext cx="427106" cy="427106"/>
          </a:xfrm>
          <a:prstGeom prst="ellipse">
            <a:avLst/>
          </a:prstGeom>
          <a:solidFill>
            <a:srgbClr val="00B0F0"/>
          </a:solidFill>
          <a:ln/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nl-NL" dirty="0">
                <a:latin typeface="Aptos" panose="020B0004020202020204" pitchFamily="34" charset="0"/>
              </a:rPr>
              <a:t>D</a:t>
            </a:r>
          </a:p>
        </p:txBody>
      </p:sp>
      <p:sp>
        <p:nvSpPr>
          <p:cNvPr id="8" name="Oval 8">
            <a:extLst>
              <a:ext uri="{FF2B5EF4-FFF2-40B4-BE49-F238E27FC236}">
                <a16:creationId xmlns:a16="http://schemas.microsoft.com/office/drawing/2014/main" id="{5274D9E7-932F-6C49-F16A-04DCD9B5DA2B}"/>
              </a:ext>
            </a:extLst>
          </p:cNvPr>
          <p:cNvSpPr/>
          <p:nvPr/>
        </p:nvSpPr>
        <p:spPr>
          <a:xfrm>
            <a:off x="11452462" y="2343610"/>
            <a:ext cx="427106" cy="427106"/>
          </a:xfrm>
          <a:prstGeom prst="ellipse">
            <a:avLst/>
          </a:prstGeom>
          <a:ln/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nl-NL">
                <a:solidFill>
                  <a:schemeClr val="dk1"/>
                </a:solidFill>
                <a:latin typeface="Aptos" panose="020B0004020202020204" pitchFamily="34" charset="0"/>
              </a:rPr>
              <a:t>C</a:t>
            </a:r>
            <a:endParaRPr lang="nl-NL" dirty="0">
              <a:solidFill>
                <a:schemeClr val="dk1"/>
              </a:solidFill>
              <a:latin typeface="Aptos" panose="020B0004020202020204" pitchFamily="34" charset="0"/>
            </a:endParaRPr>
          </a:p>
        </p:txBody>
      </p:sp>
      <p:cxnSp>
        <p:nvCxnSpPr>
          <p:cNvPr id="9" name="Straight Arrow Connector 18">
            <a:extLst>
              <a:ext uri="{FF2B5EF4-FFF2-40B4-BE49-F238E27FC236}">
                <a16:creationId xmlns:a16="http://schemas.microsoft.com/office/drawing/2014/main" id="{A0671468-D4CB-3EE1-5DFF-D54A1A377CA9}"/>
              </a:ext>
            </a:extLst>
          </p:cNvPr>
          <p:cNvCxnSpPr>
            <a:cxnSpLocks/>
            <a:stCxn id="4" idx="6"/>
            <a:endCxn id="5" idx="2"/>
          </p:cNvCxnSpPr>
          <p:nvPr/>
        </p:nvCxnSpPr>
        <p:spPr>
          <a:xfrm>
            <a:off x="10255354" y="4101785"/>
            <a:ext cx="1197108" cy="0"/>
          </a:xfrm>
          <a:prstGeom prst="straightConnector1">
            <a:avLst/>
          </a:prstGeom>
          <a:ln w="38100">
            <a:solidFill>
              <a:schemeClr val="bg1">
                <a:lumMod val="85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" name="Straight Arrow Connector 18">
            <a:extLst>
              <a:ext uri="{FF2B5EF4-FFF2-40B4-BE49-F238E27FC236}">
                <a16:creationId xmlns:a16="http://schemas.microsoft.com/office/drawing/2014/main" id="{D5EA52B4-9B0C-59C9-2D3B-D96EE13A8C96}"/>
              </a:ext>
            </a:extLst>
          </p:cNvPr>
          <p:cNvCxnSpPr>
            <a:cxnSpLocks/>
            <a:stCxn id="5" idx="0"/>
            <a:endCxn id="8" idx="4"/>
          </p:cNvCxnSpPr>
          <p:nvPr/>
        </p:nvCxnSpPr>
        <p:spPr>
          <a:xfrm flipV="1">
            <a:off x="11666015" y="2770716"/>
            <a:ext cx="0" cy="1117516"/>
          </a:xfrm>
          <a:prstGeom prst="straightConnector1">
            <a:avLst/>
          </a:prstGeom>
          <a:ln w="38100">
            <a:solidFill>
              <a:schemeClr val="bg1">
                <a:lumMod val="85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1" name="Oval 19">
            <a:extLst>
              <a:ext uri="{FF2B5EF4-FFF2-40B4-BE49-F238E27FC236}">
                <a16:creationId xmlns:a16="http://schemas.microsoft.com/office/drawing/2014/main" id="{3DF03B1A-0BFC-51DB-CB36-AAE69DA6E024}"/>
              </a:ext>
            </a:extLst>
          </p:cNvPr>
          <p:cNvSpPr/>
          <p:nvPr/>
        </p:nvSpPr>
        <p:spPr>
          <a:xfrm>
            <a:off x="8204034" y="2343610"/>
            <a:ext cx="427106" cy="427106"/>
          </a:xfrm>
          <a:prstGeom prst="ellipse">
            <a:avLst/>
          </a:prstGeom>
          <a:solidFill>
            <a:srgbClr val="00B0F0"/>
          </a:solidFill>
          <a:ln/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nl-NL" dirty="0">
                <a:latin typeface="Aptos" panose="020B0004020202020204" pitchFamily="34" charset="0"/>
              </a:rPr>
              <a:t>A</a:t>
            </a:r>
          </a:p>
        </p:txBody>
      </p:sp>
      <p:sp>
        <p:nvSpPr>
          <p:cNvPr id="12" name="Oval 19">
            <a:extLst>
              <a:ext uri="{FF2B5EF4-FFF2-40B4-BE49-F238E27FC236}">
                <a16:creationId xmlns:a16="http://schemas.microsoft.com/office/drawing/2014/main" id="{D551C875-62B5-46EE-288B-3276D6F312E1}"/>
              </a:ext>
            </a:extLst>
          </p:cNvPr>
          <p:cNvSpPr/>
          <p:nvPr/>
        </p:nvSpPr>
        <p:spPr>
          <a:xfrm>
            <a:off x="8204034" y="5432853"/>
            <a:ext cx="427106" cy="427106"/>
          </a:xfrm>
          <a:prstGeom prst="ellipse">
            <a:avLst/>
          </a:prstGeom>
          <a:ln/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nl-NL" dirty="0">
                <a:solidFill>
                  <a:schemeClr val="dk1"/>
                </a:solidFill>
                <a:latin typeface="Aptos" panose="020B0004020202020204" pitchFamily="34" charset="0"/>
              </a:rPr>
              <a:t>G</a:t>
            </a:r>
          </a:p>
        </p:txBody>
      </p:sp>
      <p:sp>
        <p:nvSpPr>
          <p:cNvPr id="14" name="Oval 19">
            <a:extLst>
              <a:ext uri="{FF2B5EF4-FFF2-40B4-BE49-F238E27FC236}">
                <a16:creationId xmlns:a16="http://schemas.microsoft.com/office/drawing/2014/main" id="{EB49E938-5C21-BA84-4E51-717CF03D9035}"/>
              </a:ext>
            </a:extLst>
          </p:cNvPr>
          <p:cNvSpPr/>
          <p:nvPr/>
        </p:nvSpPr>
        <p:spPr>
          <a:xfrm>
            <a:off x="11452462" y="5432853"/>
            <a:ext cx="427106" cy="427106"/>
          </a:xfrm>
          <a:prstGeom prst="ellipse">
            <a:avLst/>
          </a:prstGeom>
          <a:ln/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nl-NL">
                <a:solidFill>
                  <a:schemeClr val="dk1"/>
                </a:solidFill>
                <a:latin typeface="Aptos" panose="020B0004020202020204" pitchFamily="34" charset="0"/>
              </a:rPr>
              <a:t>J</a:t>
            </a:r>
            <a:endParaRPr lang="nl-NL" dirty="0">
              <a:solidFill>
                <a:schemeClr val="dk1"/>
              </a:solidFill>
              <a:latin typeface="Aptos" panose="020B0004020202020204" pitchFamily="34" charset="0"/>
            </a:endParaRPr>
          </a:p>
        </p:txBody>
      </p:sp>
      <p:cxnSp>
        <p:nvCxnSpPr>
          <p:cNvPr id="16" name="Straight Arrow Connector 47">
            <a:extLst>
              <a:ext uri="{FF2B5EF4-FFF2-40B4-BE49-F238E27FC236}">
                <a16:creationId xmlns:a16="http://schemas.microsoft.com/office/drawing/2014/main" id="{C7E89240-98F2-E073-B041-88EF8F06B187}"/>
              </a:ext>
            </a:extLst>
          </p:cNvPr>
          <p:cNvCxnSpPr>
            <a:cxnSpLocks/>
            <a:stCxn id="7" idx="0"/>
            <a:endCxn id="11" idx="4"/>
          </p:cNvCxnSpPr>
          <p:nvPr/>
        </p:nvCxnSpPr>
        <p:spPr>
          <a:xfrm flipV="1">
            <a:off x="8417587" y="2770716"/>
            <a:ext cx="0" cy="1117516"/>
          </a:xfrm>
          <a:prstGeom prst="straightConnector1">
            <a:avLst/>
          </a:prstGeom>
          <a:ln w="381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7" name="Straight Arrow Connector 47">
            <a:extLst>
              <a:ext uri="{FF2B5EF4-FFF2-40B4-BE49-F238E27FC236}">
                <a16:creationId xmlns:a16="http://schemas.microsoft.com/office/drawing/2014/main" id="{D106842E-15B0-10B8-455D-D131B11FE14B}"/>
              </a:ext>
            </a:extLst>
          </p:cNvPr>
          <p:cNvCxnSpPr>
            <a:cxnSpLocks/>
            <a:stCxn id="11" idx="6"/>
            <a:endCxn id="15" idx="2"/>
          </p:cNvCxnSpPr>
          <p:nvPr/>
        </p:nvCxnSpPr>
        <p:spPr>
          <a:xfrm>
            <a:off x="8631140" y="2557163"/>
            <a:ext cx="1197108" cy="0"/>
          </a:xfrm>
          <a:prstGeom prst="straightConnector1">
            <a:avLst/>
          </a:prstGeom>
          <a:ln w="381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8" name="Straight Arrow Connector 47">
            <a:extLst>
              <a:ext uri="{FF2B5EF4-FFF2-40B4-BE49-F238E27FC236}">
                <a16:creationId xmlns:a16="http://schemas.microsoft.com/office/drawing/2014/main" id="{7D60552B-9D3F-4DEC-DB26-56A76168038F}"/>
              </a:ext>
            </a:extLst>
          </p:cNvPr>
          <p:cNvCxnSpPr>
            <a:cxnSpLocks/>
            <a:stCxn id="4" idx="0"/>
            <a:endCxn id="15" idx="4"/>
          </p:cNvCxnSpPr>
          <p:nvPr/>
        </p:nvCxnSpPr>
        <p:spPr>
          <a:xfrm flipV="1">
            <a:off x="10041801" y="2770716"/>
            <a:ext cx="0" cy="1117516"/>
          </a:xfrm>
          <a:prstGeom prst="straightConnector1">
            <a:avLst/>
          </a:prstGeom>
          <a:ln w="38100">
            <a:solidFill>
              <a:schemeClr val="bg1">
                <a:lumMod val="85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9" name="Straight Arrow Connector 47">
            <a:extLst>
              <a:ext uri="{FF2B5EF4-FFF2-40B4-BE49-F238E27FC236}">
                <a16:creationId xmlns:a16="http://schemas.microsoft.com/office/drawing/2014/main" id="{5220EF30-1C74-5C32-0474-370D8D080F71}"/>
              </a:ext>
            </a:extLst>
          </p:cNvPr>
          <p:cNvCxnSpPr>
            <a:cxnSpLocks/>
            <a:stCxn id="15" idx="6"/>
            <a:endCxn id="8" idx="2"/>
          </p:cNvCxnSpPr>
          <p:nvPr/>
        </p:nvCxnSpPr>
        <p:spPr>
          <a:xfrm>
            <a:off x="10255354" y="2557163"/>
            <a:ext cx="1197108" cy="0"/>
          </a:xfrm>
          <a:prstGeom prst="straightConnector1">
            <a:avLst/>
          </a:prstGeom>
          <a:ln w="38100">
            <a:solidFill>
              <a:schemeClr val="bg1">
                <a:lumMod val="85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0" name="Straight Arrow Connector 47">
            <a:extLst>
              <a:ext uri="{FF2B5EF4-FFF2-40B4-BE49-F238E27FC236}">
                <a16:creationId xmlns:a16="http://schemas.microsoft.com/office/drawing/2014/main" id="{A5AF4F25-D341-D7E7-E85B-B4A6DC8D1BC0}"/>
              </a:ext>
            </a:extLst>
          </p:cNvPr>
          <p:cNvCxnSpPr>
            <a:cxnSpLocks/>
            <a:stCxn id="7" idx="4"/>
            <a:endCxn id="12" idx="0"/>
          </p:cNvCxnSpPr>
          <p:nvPr/>
        </p:nvCxnSpPr>
        <p:spPr>
          <a:xfrm>
            <a:off x="8417587" y="4315338"/>
            <a:ext cx="0" cy="1117515"/>
          </a:xfrm>
          <a:prstGeom prst="straightConnector1">
            <a:avLst/>
          </a:prstGeom>
          <a:ln w="381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1" name="Straight Arrow Connector 47">
            <a:extLst>
              <a:ext uri="{FF2B5EF4-FFF2-40B4-BE49-F238E27FC236}">
                <a16:creationId xmlns:a16="http://schemas.microsoft.com/office/drawing/2014/main" id="{26417089-F8A6-0A02-601E-2A32162B74C6}"/>
              </a:ext>
            </a:extLst>
          </p:cNvPr>
          <p:cNvCxnSpPr>
            <a:cxnSpLocks/>
            <a:stCxn id="4" idx="4"/>
            <a:endCxn id="13" idx="0"/>
          </p:cNvCxnSpPr>
          <p:nvPr/>
        </p:nvCxnSpPr>
        <p:spPr>
          <a:xfrm>
            <a:off x="10041801" y="4315338"/>
            <a:ext cx="0" cy="1117515"/>
          </a:xfrm>
          <a:prstGeom prst="straightConnector1">
            <a:avLst/>
          </a:prstGeom>
          <a:ln w="38100">
            <a:solidFill>
              <a:schemeClr val="bg1">
                <a:lumMod val="85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2" name="Straight Arrow Connector 47">
            <a:extLst>
              <a:ext uri="{FF2B5EF4-FFF2-40B4-BE49-F238E27FC236}">
                <a16:creationId xmlns:a16="http://schemas.microsoft.com/office/drawing/2014/main" id="{5D6B11DF-4F36-AF84-5E32-B6617AD7F064}"/>
              </a:ext>
            </a:extLst>
          </p:cNvPr>
          <p:cNvCxnSpPr>
            <a:cxnSpLocks/>
            <a:stCxn id="12" idx="6"/>
            <a:endCxn id="13" idx="2"/>
          </p:cNvCxnSpPr>
          <p:nvPr/>
        </p:nvCxnSpPr>
        <p:spPr>
          <a:xfrm>
            <a:off x="8631140" y="5646406"/>
            <a:ext cx="1197108" cy="0"/>
          </a:xfrm>
          <a:prstGeom prst="straightConnector1">
            <a:avLst/>
          </a:prstGeom>
          <a:ln w="38100">
            <a:solidFill>
              <a:schemeClr val="bg1">
                <a:lumMod val="85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3" name="Straight Arrow Connector 47">
            <a:extLst>
              <a:ext uri="{FF2B5EF4-FFF2-40B4-BE49-F238E27FC236}">
                <a16:creationId xmlns:a16="http://schemas.microsoft.com/office/drawing/2014/main" id="{5DFDCF85-5357-4CC5-8A78-FDC5B9F291B0}"/>
              </a:ext>
            </a:extLst>
          </p:cNvPr>
          <p:cNvCxnSpPr>
            <a:cxnSpLocks/>
            <a:stCxn id="13" idx="6"/>
            <a:endCxn id="14" idx="2"/>
          </p:cNvCxnSpPr>
          <p:nvPr/>
        </p:nvCxnSpPr>
        <p:spPr>
          <a:xfrm>
            <a:off x="10255354" y="5646406"/>
            <a:ext cx="1197108" cy="0"/>
          </a:xfrm>
          <a:prstGeom prst="straightConnector1">
            <a:avLst/>
          </a:prstGeom>
          <a:ln w="38100">
            <a:solidFill>
              <a:schemeClr val="bg1">
                <a:lumMod val="85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7" name="Straight Arrow Connector 18">
            <a:extLst>
              <a:ext uri="{FF2B5EF4-FFF2-40B4-BE49-F238E27FC236}">
                <a16:creationId xmlns:a16="http://schemas.microsoft.com/office/drawing/2014/main" id="{F481B42E-F12E-7AAE-8ACD-034E6EF63E06}"/>
              </a:ext>
            </a:extLst>
          </p:cNvPr>
          <p:cNvCxnSpPr>
            <a:cxnSpLocks/>
            <a:stCxn id="14" idx="0"/>
            <a:endCxn id="5" idx="4"/>
          </p:cNvCxnSpPr>
          <p:nvPr/>
        </p:nvCxnSpPr>
        <p:spPr>
          <a:xfrm flipV="1">
            <a:off x="11666015" y="4315338"/>
            <a:ext cx="0" cy="1117515"/>
          </a:xfrm>
          <a:prstGeom prst="straightConnector1">
            <a:avLst/>
          </a:prstGeom>
          <a:ln w="38100">
            <a:solidFill>
              <a:schemeClr val="bg1">
                <a:lumMod val="85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9" name="TextBox 118">
            <a:extLst>
              <a:ext uri="{FF2B5EF4-FFF2-40B4-BE49-F238E27FC236}">
                <a16:creationId xmlns:a16="http://schemas.microsoft.com/office/drawing/2014/main" id="{A8672A84-6C80-FA19-BF15-90E9AE51FA12}"/>
              </a:ext>
            </a:extLst>
          </p:cNvPr>
          <p:cNvSpPr txBox="1"/>
          <p:nvPr/>
        </p:nvSpPr>
        <p:spPr>
          <a:xfrm>
            <a:off x="9075645" y="2247099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NL" dirty="0">
                <a:latin typeface="Aptos" panose="020B0004020202020204" pitchFamily="34" charset="0"/>
              </a:rPr>
              <a:t>8</a:t>
            </a:r>
          </a:p>
        </p:txBody>
      </p:sp>
      <p:sp>
        <p:nvSpPr>
          <p:cNvPr id="32" name="TextBox 121">
            <a:extLst>
              <a:ext uri="{FF2B5EF4-FFF2-40B4-BE49-F238E27FC236}">
                <a16:creationId xmlns:a16="http://schemas.microsoft.com/office/drawing/2014/main" id="{BAD29E80-A80C-9163-00DA-325DCC948763}"/>
              </a:ext>
            </a:extLst>
          </p:cNvPr>
          <p:cNvSpPr txBox="1"/>
          <p:nvPr/>
        </p:nvSpPr>
        <p:spPr>
          <a:xfrm>
            <a:off x="11648954" y="3144808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NL" dirty="0">
                <a:latin typeface="Aptos" panose="020B0004020202020204" pitchFamily="34" charset="0"/>
              </a:rPr>
              <a:t>5</a:t>
            </a:r>
          </a:p>
        </p:txBody>
      </p:sp>
      <p:sp>
        <p:nvSpPr>
          <p:cNvPr id="33" name="TextBox 122">
            <a:extLst>
              <a:ext uri="{FF2B5EF4-FFF2-40B4-BE49-F238E27FC236}">
                <a16:creationId xmlns:a16="http://schemas.microsoft.com/office/drawing/2014/main" id="{279C6D60-7256-530A-EA24-5C2AA20A86BF}"/>
              </a:ext>
            </a:extLst>
          </p:cNvPr>
          <p:cNvSpPr txBox="1"/>
          <p:nvPr/>
        </p:nvSpPr>
        <p:spPr>
          <a:xfrm>
            <a:off x="9075645" y="4101784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NL" dirty="0">
                <a:latin typeface="Aptos" panose="020B0004020202020204" pitchFamily="34" charset="0"/>
              </a:rPr>
              <a:t>1</a:t>
            </a:r>
          </a:p>
        </p:txBody>
      </p:sp>
      <p:sp>
        <p:nvSpPr>
          <p:cNvPr id="34" name="TextBox 123">
            <a:extLst>
              <a:ext uri="{FF2B5EF4-FFF2-40B4-BE49-F238E27FC236}">
                <a16:creationId xmlns:a16="http://schemas.microsoft.com/office/drawing/2014/main" id="{CA63B672-B77F-9C62-FF06-2E9175CD12B4}"/>
              </a:ext>
            </a:extLst>
          </p:cNvPr>
          <p:cNvSpPr txBox="1"/>
          <p:nvPr/>
        </p:nvSpPr>
        <p:spPr>
          <a:xfrm>
            <a:off x="9075645" y="5646406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NL" dirty="0">
                <a:latin typeface="Aptos" panose="020B0004020202020204" pitchFamily="34" charset="0"/>
              </a:rPr>
              <a:t>1</a:t>
            </a:r>
          </a:p>
        </p:txBody>
      </p:sp>
      <p:sp>
        <p:nvSpPr>
          <p:cNvPr id="35" name="TextBox 124">
            <a:extLst>
              <a:ext uri="{FF2B5EF4-FFF2-40B4-BE49-F238E27FC236}">
                <a16:creationId xmlns:a16="http://schemas.microsoft.com/office/drawing/2014/main" id="{B387E879-D892-21C9-E5DA-66E92E453DE6}"/>
              </a:ext>
            </a:extLst>
          </p:cNvPr>
          <p:cNvSpPr txBox="1"/>
          <p:nvPr/>
        </p:nvSpPr>
        <p:spPr>
          <a:xfrm>
            <a:off x="8109489" y="4689430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NL" dirty="0">
                <a:latin typeface="Aptos" panose="020B0004020202020204" pitchFamily="34" charset="0"/>
              </a:rPr>
              <a:t>3</a:t>
            </a:r>
          </a:p>
        </p:txBody>
      </p:sp>
      <p:sp>
        <p:nvSpPr>
          <p:cNvPr id="36" name="TextBox 125">
            <a:extLst>
              <a:ext uri="{FF2B5EF4-FFF2-40B4-BE49-F238E27FC236}">
                <a16:creationId xmlns:a16="http://schemas.microsoft.com/office/drawing/2014/main" id="{2D018203-8F3D-8E9E-F23A-D86A5870B889}"/>
              </a:ext>
            </a:extLst>
          </p:cNvPr>
          <p:cNvSpPr txBox="1"/>
          <p:nvPr/>
        </p:nvSpPr>
        <p:spPr>
          <a:xfrm>
            <a:off x="10699859" y="5646406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NL" dirty="0">
                <a:latin typeface="Aptos" panose="020B0004020202020204" pitchFamily="34" charset="0"/>
              </a:rPr>
              <a:t>3</a:t>
            </a:r>
          </a:p>
        </p:txBody>
      </p:sp>
      <p:sp>
        <p:nvSpPr>
          <p:cNvPr id="37" name="TextBox 126">
            <a:extLst>
              <a:ext uri="{FF2B5EF4-FFF2-40B4-BE49-F238E27FC236}">
                <a16:creationId xmlns:a16="http://schemas.microsoft.com/office/drawing/2014/main" id="{03A70602-3CDA-2317-69C1-A82B1EC02272}"/>
              </a:ext>
            </a:extLst>
          </p:cNvPr>
          <p:cNvSpPr txBox="1"/>
          <p:nvPr/>
        </p:nvSpPr>
        <p:spPr>
          <a:xfrm>
            <a:off x="9733702" y="4689430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NL" dirty="0">
                <a:latin typeface="Aptos" panose="020B0004020202020204" pitchFamily="34" charset="0"/>
              </a:rPr>
              <a:t>4</a:t>
            </a:r>
          </a:p>
        </p:txBody>
      </p:sp>
      <p:sp>
        <p:nvSpPr>
          <p:cNvPr id="38" name="TextBox 127">
            <a:extLst>
              <a:ext uri="{FF2B5EF4-FFF2-40B4-BE49-F238E27FC236}">
                <a16:creationId xmlns:a16="http://schemas.microsoft.com/office/drawing/2014/main" id="{24DD2185-6B55-803C-EBB8-4E5B333E5CA4}"/>
              </a:ext>
            </a:extLst>
          </p:cNvPr>
          <p:cNvSpPr txBox="1"/>
          <p:nvPr/>
        </p:nvSpPr>
        <p:spPr>
          <a:xfrm>
            <a:off x="10699859" y="4101784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NL" dirty="0">
                <a:latin typeface="Aptos" panose="020B0004020202020204" pitchFamily="34" charset="0"/>
              </a:rPr>
              <a:t>1</a:t>
            </a:r>
          </a:p>
        </p:txBody>
      </p:sp>
      <p:sp>
        <p:nvSpPr>
          <p:cNvPr id="39" name="TextBox 128">
            <a:extLst>
              <a:ext uri="{FF2B5EF4-FFF2-40B4-BE49-F238E27FC236}">
                <a16:creationId xmlns:a16="http://schemas.microsoft.com/office/drawing/2014/main" id="{BD6EBC7C-7273-D3A2-B4D7-17F908148E37}"/>
              </a:ext>
            </a:extLst>
          </p:cNvPr>
          <p:cNvSpPr txBox="1"/>
          <p:nvPr/>
        </p:nvSpPr>
        <p:spPr>
          <a:xfrm>
            <a:off x="10699859" y="2247099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NL" dirty="0">
                <a:latin typeface="Aptos" panose="020B0004020202020204" pitchFamily="34" charset="0"/>
              </a:rPr>
              <a:t>1</a:t>
            </a:r>
          </a:p>
        </p:txBody>
      </p:sp>
      <p:sp>
        <p:nvSpPr>
          <p:cNvPr id="40" name="TextBox 129">
            <a:extLst>
              <a:ext uri="{FF2B5EF4-FFF2-40B4-BE49-F238E27FC236}">
                <a16:creationId xmlns:a16="http://schemas.microsoft.com/office/drawing/2014/main" id="{CC439E0D-7D6B-F3B7-AEF1-D8EBA9D80386}"/>
              </a:ext>
            </a:extLst>
          </p:cNvPr>
          <p:cNvSpPr txBox="1"/>
          <p:nvPr/>
        </p:nvSpPr>
        <p:spPr>
          <a:xfrm>
            <a:off x="11648954" y="4689430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NL" dirty="0">
                <a:latin typeface="Aptos" panose="020B0004020202020204" pitchFamily="34" charset="0"/>
              </a:rPr>
              <a:t>2</a:t>
            </a:r>
          </a:p>
        </p:txBody>
      </p:sp>
      <p:sp>
        <p:nvSpPr>
          <p:cNvPr id="41" name="TextBox 130">
            <a:extLst>
              <a:ext uri="{FF2B5EF4-FFF2-40B4-BE49-F238E27FC236}">
                <a16:creationId xmlns:a16="http://schemas.microsoft.com/office/drawing/2014/main" id="{F64759CA-1D0C-65AD-8C3F-F879B7563F92}"/>
              </a:ext>
            </a:extLst>
          </p:cNvPr>
          <p:cNvSpPr txBox="1"/>
          <p:nvPr/>
        </p:nvSpPr>
        <p:spPr>
          <a:xfrm>
            <a:off x="9733702" y="3144808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NL" dirty="0">
                <a:latin typeface="Aptos" panose="020B0004020202020204" pitchFamily="34" charset="0"/>
              </a:rPr>
              <a:t>4</a:t>
            </a:r>
          </a:p>
        </p:txBody>
      </p:sp>
      <p:sp>
        <p:nvSpPr>
          <p:cNvPr id="42" name="TextBox 131">
            <a:extLst>
              <a:ext uri="{FF2B5EF4-FFF2-40B4-BE49-F238E27FC236}">
                <a16:creationId xmlns:a16="http://schemas.microsoft.com/office/drawing/2014/main" id="{2595D15C-54AC-D729-9B36-4E5F4ECDF875}"/>
              </a:ext>
            </a:extLst>
          </p:cNvPr>
          <p:cNvSpPr txBox="1"/>
          <p:nvPr/>
        </p:nvSpPr>
        <p:spPr>
          <a:xfrm>
            <a:off x="8109489" y="3144808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NL" dirty="0">
                <a:latin typeface="Aptos" panose="020B0004020202020204" pitchFamily="34" charset="0"/>
              </a:rPr>
              <a:t>2</a:t>
            </a:r>
          </a:p>
        </p:txBody>
      </p:sp>
      <p:sp>
        <p:nvSpPr>
          <p:cNvPr id="30" name="Rectangle: Rounded Corners 29">
            <a:extLst>
              <a:ext uri="{FF2B5EF4-FFF2-40B4-BE49-F238E27FC236}">
                <a16:creationId xmlns:a16="http://schemas.microsoft.com/office/drawing/2014/main" id="{49EB2A47-FF52-8E15-7D3D-076152749AF3}"/>
              </a:ext>
            </a:extLst>
          </p:cNvPr>
          <p:cNvSpPr/>
          <p:nvPr/>
        </p:nvSpPr>
        <p:spPr>
          <a:xfrm>
            <a:off x="8570589" y="2115635"/>
            <a:ext cx="318887" cy="350477"/>
          </a:xfrm>
          <a:prstGeom prst="roundRect">
            <a:avLst/>
          </a:prstGeom>
          <a:ln>
            <a:headEnd type="none" w="med" len="med"/>
            <a:tailEnd type="none" w="med" len="med"/>
          </a:ln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nl-NL" sz="1600" dirty="0">
                <a:latin typeface="Aptos" panose="020B0004020202020204" pitchFamily="34" charset="0"/>
              </a:rPr>
              <a:t>0</a:t>
            </a:r>
          </a:p>
        </p:txBody>
      </p:sp>
      <p:sp>
        <p:nvSpPr>
          <p:cNvPr id="31" name="Rectangle: Rounded Corners 30">
            <a:extLst>
              <a:ext uri="{FF2B5EF4-FFF2-40B4-BE49-F238E27FC236}">
                <a16:creationId xmlns:a16="http://schemas.microsoft.com/office/drawing/2014/main" id="{8B5A8E82-00A7-25CF-4F7C-64A36444619C}"/>
              </a:ext>
            </a:extLst>
          </p:cNvPr>
          <p:cNvSpPr/>
          <p:nvPr/>
        </p:nvSpPr>
        <p:spPr>
          <a:xfrm>
            <a:off x="10110746" y="2061189"/>
            <a:ext cx="318887" cy="350477"/>
          </a:xfrm>
          <a:prstGeom prst="roundRect">
            <a:avLst/>
          </a:prstGeom>
          <a:ln>
            <a:headEnd type="none" w="med" len="med"/>
            <a:tailEnd type="none" w="med" len="med"/>
          </a:ln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nl-NL" sz="1600" dirty="0">
                <a:latin typeface="Aptos" panose="020B0004020202020204" pitchFamily="34" charset="0"/>
              </a:rPr>
              <a:t>8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3" name="Rectangle: Rounded Corners 42">
                <a:extLst>
                  <a:ext uri="{FF2B5EF4-FFF2-40B4-BE49-F238E27FC236}">
                    <a16:creationId xmlns:a16="http://schemas.microsoft.com/office/drawing/2014/main" id="{9D1367B1-12C6-F2FA-6FD1-95AEAA5EF630}"/>
                  </a:ext>
                </a:extLst>
              </p:cNvPr>
              <p:cNvSpPr/>
              <p:nvPr/>
            </p:nvSpPr>
            <p:spPr>
              <a:xfrm>
                <a:off x="11797608" y="2115635"/>
                <a:ext cx="318887" cy="350477"/>
              </a:xfrm>
              <a:prstGeom prst="roundRect">
                <a:avLst/>
              </a:prstGeom>
              <a:ln>
                <a:headEnd type="none" w="med" len="med"/>
                <a:tailEnd type="none" w="med" len="med"/>
              </a:ln>
            </p:spPr>
            <p:style>
              <a:lnRef idx="3">
                <a:schemeClr val="lt1"/>
              </a:lnRef>
              <a:fillRef idx="1">
                <a:schemeClr val="accent3"/>
              </a:fillRef>
              <a:effectRef idx="1">
                <a:schemeClr val="accent3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nl-NL" sz="1600" i="1" dirty="0" smtClean="0">
                          <a:latin typeface="Cambria Math" panose="02040503050406030204" pitchFamily="18" charset="0"/>
                        </a:rPr>
                        <m:t>∞</m:t>
                      </m:r>
                    </m:oMath>
                  </m:oMathPara>
                </a14:m>
                <a:endParaRPr lang="nl-NL" sz="1600" dirty="0">
                  <a:latin typeface="Aptos" panose="020B0004020202020204" pitchFamily="34" charset="0"/>
                </a:endParaRPr>
              </a:p>
            </p:txBody>
          </p:sp>
        </mc:Choice>
        <mc:Fallback xmlns="">
          <p:sp>
            <p:nvSpPr>
              <p:cNvPr id="43" name="Rectangle: Rounded Corners 42">
                <a:extLst>
                  <a:ext uri="{FF2B5EF4-FFF2-40B4-BE49-F238E27FC236}">
                    <a16:creationId xmlns:a16="http://schemas.microsoft.com/office/drawing/2014/main" id="{9D1367B1-12C6-F2FA-6FD1-95AEAA5EF63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797608" y="2115635"/>
                <a:ext cx="318887" cy="350477"/>
              </a:xfrm>
              <a:prstGeom prst="roundRect">
                <a:avLst/>
              </a:prstGeom>
              <a:blipFill>
                <a:blip r:embed="rId2"/>
                <a:stretch>
                  <a:fillRect/>
                </a:stretch>
              </a:blipFill>
              <a:ln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r>
                  <a:rPr lang="nl-N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4" name="Rectangle: Rounded Corners 43">
                <a:extLst>
                  <a:ext uri="{FF2B5EF4-FFF2-40B4-BE49-F238E27FC236}">
                    <a16:creationId xmlns:a16="http://schemas.microsoft.com/office/drawing/2014/main" id="{67CD6435-B79C-065A-65D7-912F994AFF9A}"/>
                  </a:ext>
                </a:extLst>
              </p:cNvPr>
              <p:cNvSpPr/>
              <p:nvPr/>
            </p:nvSpPr>
            <p:spPr>
              <a:xfrm>
                <a:off x="11797607" y="3641402"/>
                <a:ext cx="318887" cy="350477"/>
              </a:xfrm>
              <a:prstGeom prst="roundRect">
                <a:avLst/>
              </a:prstGeom>
              <a:ln>
                <a:headEnd type="none" w="med" len="med"/>
                <a:tailEnd type="none" w="med" len="med"/>
              </a:ln>
            </p:spPr>
            <p:style>
              <a:lnRef idx="3">
                <a:schemeClr val="lt1"/>
              </a:lnRef>
              <a:fillRef idx="1">
                <a:schemeClr val="accent3"/>
              </a:fillRef>
              <a:effectRef idx="1">
                <a:schemeClr val="accent3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nl-NL" sz="1600" i="1" dirty="0" smtClean="0">
                          <a:latin typeface="Cambria Math" panose="02040503050406030204" pitchFamily="18" charset="0"/>
                        </a:rPr>
                        <m:t>∞</m:t>
                      </m:r>
                    </m:oMath>
                  </m:oMathPara>
                </a14:m>
                <a:endParaRPr lang="nl-NL" sz="1600" dirty="0">
                  <a:latin typeface="Aptos" panose="020B0004020202020204" pitchFamily="34" charset="0"/>
                </a:endParaRPr>
              </a:p>
            </p:txBody>
          </p:sp>
        </mc:Choice>
        <mc:Fallback>
          <p:sp>
            <p:nvSpPr>
              <p:cNvPr id="44" name="Rectangle: Rounded Corners 43">
                <a:extLst>
                  <a:ext uri="{FF2B5EF4-FFF2-40B4-BE49-F238E27FC236}">
                    <a16:creationId xmlns:a16="http://schemas.microsoft.com/office/drawing/2014/main" id="{67CD6435-B79C-065A-65D7-912F994AFF9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797607" y="3641402"/>
                <a:ext cx="318887" cy="350477"/>
              </a:xfrm>
              <a:prstGeom prst="roundRect">
                <a:avLst/>
              </a:prstGeom>
              <a:blipFill>
                <a:blip r:embed="rId3"/>
                <a:stretch>
                  <a:fillRect/>
                </a:stretch>
              </a:blipFill>
              <a:ln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r>
                  <a:rPr lang="nl-N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5" name="Rectangle: Rounded Corners 44">
                <a:extLst>
                  <a:ext uri="{FF2B5EF4-FFF2-40B4-BE49-F238E27FC236}">
                    <a16:creationId xmlns:a16="http://schemas.microsoft.com/office/drawing/2014/main" id="{DDA1C669-E9AC-0749-86E5-180245D9A3F0}"/>
                  </a:ext>
                </a:extLst>
              </p:cNvPr>
              <p:cNvSpPr/>
              <p:nvPr/>
            </p:nvSpPr>
            <p:spPr>
              <a:xfrm>
                <a:off x="11797606" y="5257614"/>
                <a:ext cx="318887" cy="350477"/>
              </a:xfrm>
              <a:prstGeom prst="roundRect">
                <a:avLst/>
              </a:prstGeom>
              <a:ln>
                <a:headEnd type="none" w="med" len="med"/>
                <a:tailEnd type="none" w="med" len="med"/>
              </a:ln>
            </p:spPr>
            <p:style>
              <a:lnRef idx="3">
                <a:schemeClr val="lt1"/>
              </a:lnRef>
              <a:fillRef idx="1">
                <a:schemeClr val="accent3"/>
              </a:fillRef>
              <a:effectRef idx="1">
                <a:schemeClr val="accent3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nl-NL" sz="1600" i="1" dirty="0" smtClean="0">
                          <a:latin typeface="Cambria Math" panose="02040503050406030204" pitchFamily="18" charset="0"/>
                        </a:rPr>
                        <m:t>∞</m:t>
                      </m:r>
                    </m:oMath>
                  </m:oMathPara>
                </a14:m>
                <a:endParaRPr lang="nl-NL" sz="1600" dirty="0">
                  <a:latin typeface="Aptos" panose="020B0004020202020204" pitchFamily="34" charset="0"/>
                </a:endParaRPr>
              </a:p>
            </p:txBody>
          </p:sp>
        </mc:Choice>
        <mc:Fallback xmlns="">
          <p:sp>
            <p:nvSpPr>
              <p:cNvPr id="45" name="Rectangle: Rounded Corners 44">
                <a:extLst>
                  <a:ext uri="{FF2B5EF4-FFF2-40B4-BE49-F238E27FC236}">
                    <a16:creationId xmlns:a16="http://schemas.microsoft.com/office/drawing/2014/main" id="{DDA1C669-E9AC-0749-86E5-180245D9A3F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797606" y="5257614"/>
                <a:ext cx="318887" cy="350477"/>
              </a:xfrm>
              <a:prstGeom prst="roundRect">
                <a:avLst/>
              </a:prstGeom>
              <a:blipFill>
                <a:blip r:embed="rId4"/>
                <a:stretch>
                  <a:fillRect/>
                </a:stretch>
              </a:blipFill>
              <a:ln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r>
                  <a:rPr lang="nl-N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6" name="Rectangle: Rounded Corners 45">
                <a:extLst>
                  <a:ext uri="{FF2B5EF4-FFF2-40B4-BE49-F238E27FC236}">
                    <a16:creationId xmlns:a16="http://schemas.microsoft.com/office/drawing/2014/main" id="{2709CD2A-A27D-3101-9174-42EAA082ACC5}"/>
                  </a:ext>
                </a:extLst>
              </p:cNvPr>
              <p:cNvSpPr/>
              <p:nvPr/>
            </p:nvSpPr>
            <p:spPr>
              <a:xfrm>
                <a:off x="10164121" y="5219301"/>
                <a:ext cx="318887" cy="350477"/>
              </a:xfrm>
              <a:prstGeom prst="roundRect">
                <a:avLst/>
              </a:prstGeom>
              <a:ln>
                <a:headEnd type="none" w="med" len="med"/>
                <a:tailEnd type="none" w="med" len="med"/>
              </a:ln>
            </p:spPr>
            <p:style>
              <a:lnRef idx="3">
                <a:schemeClr val="lt1"/>
              </a:lnRef>
              <a:fillRef idx="1">
                <a:schemeClr val="accent3"/>
              </a:fillRef>
              <a:effectRef idx="1">
                <a:schemeClr val="accent3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nl-NL" sz="1600" i="1" dirty="0" smtClean="0">
                          <a:latin typeface="Cambria Math" panose="02040503050406030204" pitchFamily="18" charset="0"/>
                        </a:rPr>
                        <m:t>∞</m:t>
                      </m:r>
                    </m:oMath>
                  </m:oMathPara>
                </a14:m>
                <a:endParaRPr lang="nl-NL" sz="1600" dirty="0">
                  <a:latin typeface="Aptos" panose="020B0004020202020204" pitchFamily="34" charset="0"/>
                </a:endParaRPr>
              </a:p>
            </p:txBody>
          </p:sp>
        </mc:Choice>
        <mc:Fallback>
          <p:sp>
            <p:nvSpPr>
              <p:cNvPr id="46" name="Rectangle: Rounded Corners 45">
                <a:extLst>
                  <a:ext uri="{FF2B5EF4-FFF2-40B4-BE49-F238E27FC236}">
                    <a16:creationId xmlns:a16="http://schemas.microsoft.com/office/drawing/2014/main" id="{2709CD2A-A27D-3101-9174-42EAA082ACC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164121" y="5219301"/>
                <a:ext cx="318887" cy="350477"/>
              </a:xfrm>
              <a:prstGeom prst="roundRect">
                <a:avLst/>
              </a:prstGeom>
              <a:blipFill>
                <a:blip r:embed="rId5"/>
                <a:stretch>
                  <a:fillRect/>
                </a:stretch>
              </a:blipFill>
              <a:ln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r>
                  <a:rPr lang="nl-N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7" name="Rectangle: Rounded Corners 46">
            <a:extLst>
              <a:ext uri="{FF2B5EF4-FFF2-40B4-BE49-F238E27FC236}">
                <a16:creationId xmlns:a16="http://schemas.microsoft.com/office/drawing/2014/main" id="{F23BD6E1-2819-69CC-DDF9-0BB408CDE1B0}"/>
              </a:ext>
            </a:extLst>
          </p:cNvPr>
          <p:cNvSpPr/>
          <p:nvPr/>
        </p:nvSpPr>
        <p:spPr>
          <a:xfrm>
            <a:off x="8530636" y="5180988"/>
            <a:ext cx="318887" cy="350477"/>
          </a:xfrm>
          <a:prstGeom prst="roundRect">
            <a:avLst/>
          </a:prstGeom>
          <a:ln>
            <a:headEnd type="none" w="med" len="med"/>
            <a:tailEnd type="none" w="med" len="med"/>
          </a:ln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nl-NL" sz="1600" dirty="0">
                <a:latin typeface="Aptos" panose="020B0004020202020204" pitchFamily="34" charset="0"/>
              </a:rPr>
              <a:t>5</a:t>
            </a:r>
          </a:p>
        </p:txBody>
      </p:sp>
      <p:sp>
        <p:nvSpPr>
          <p:cNvPr id="48" name="Rectangle: Rounded Corners 47">
            <a:extLst>
              <a:ext uri="{FF2B5EF4-FFF2-40B4-BE49-F238E27FC236}">
                <a16:creationId xmlns:a16="http://schemas.microsoft.com/office/drawing/2014/main" id="{1F2ACE61-5A15-B70F-F2AC-09DDCC0777D8}"/>
              </a:ext>
            </a:extLst>
          </p:cNvPr>
          <p:cNvSpPr/>
          <p:nvPr/>
        </p:nvSpPr>
        <p:spPr>
          <a:xfrm>
            <a:off x="8512404" y="3653960"/>
            <a:ext cx="318887" cy="350477"/>
          </a:xfrm>
          <a:prstGeom prst="roundRect">
            <a:avLst/>
          </a:prstGeom>
          <a:ln>
            <a:headEnd type="none" w="med" len="med"/>
            <a:tailEnd type="none" w="med" len="med"/>
          </a:ln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nl-NL" sz="1600" dirty="0">
                <a:latin typeface="Aptos" panose="020B0004020202020204" pitchFamily="34" charset="0"/>
              </a:rPr>
              <a:t>2</a:t>
            </a:r>
          </a:p>
        </p:txBody>
      </p:sp>
      <p:sp>
        <p:nvSpPr>
          <p:cNvPr id="49" name="Rectangle: Rounded Corners 48">
            <a:extLst>
              <a:ext uri="{FF2B5EF4-FFF2-40B4-BE49-F238E27FC236}">
                <a16:creationId xmlns:a16="http://schemas.microsoft.com/office/drawing/2014/main" id="{DCEE1246-A0B1-E4A9-3D90-035ED7325C5A}"/>
              </a:ext>
            </a:extLst>
          </p:cNvPr>
          <p:cNvSpPr/>
          <p:nvPr/>
        </p:nvSpPr>
        <p:spPr>
          <a:xfrm>
            <a:off x="10154658" y="3673867"/>
            <a:ext cx="318887" cy="350477"/>
          </a:xfrm>
          <a:prstGeom prst="roundRect">
            <a:avLst/>
          </a:prstGeom>
          <a:ln>
            <a:headEnd type="none" w="med" len="med"/>
            <a:tailEnd type="none" w="med" len="med"/>
          </a:ln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nl-NL" sz="1600" dirty="0">
                <a:latin typeface="Aptos" panose="020B0004020202020204" pitchFamily="34" charset="0"/>
              </a:rPr>
              <a:t>3</a:t>
            </a:r>
          </a:p>
        </p:txBody>
      </p:sp>
      <p:sp>
        <p:nvSpPr>
          <p:cNvPr id="51" name="TextBox 24">
            <a:extLst>
              <a:ext uri="{FF2B5EF4-FFF2-40B4-BE49-F238E27FC236}">
                <a16:creationId xmlns:a16="http://schemas.microsoft.com/office/drawing/2014/main" id="{1553E195-66C7-2525-B398-35413105C6FA}"/>
              </a:ext>
            </a:extLst>
          </p:cNvPr>
          <p:cNvSpPr txBox="1"/>
          <p:nvPr/>
        </p:nvSpPr>
        <p:spPr>
          <a:xfrm>
            <a:off x="6876842" y="6215577"/>
            <a:ext cx="9321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nl-NL" dirty="0" err="1">
                <a:latin typeface="Aptos" panose="020B0004020202020204" pitchFamily="34" charset="0"/>
              </a:rPr>
              <a:t>Visited</a:t>
            </a:r>
            <a:r>
              <a:rPr lang="nl-NL" dirty="0">
                <a:latin typeface="Aptos" panose="020B0004020202020204" pitchFamily="34" charset="0"/>
              </a:rPr>
              <a:t>:</a:t>
            </a:r>
          </a:p>
        </p:txBody>
      </p:sp>
      <p:sp>
        <p:nvSpPr>
          <p:cNvPr id="52" name="Oval 19">
            <a:extLst>
              <a:ext uri="{FF2B5EF4-FFF2-40B4-BE49-F238E27FC236}">
                <a16:creationId xmlns:a16="http://schemas.microsoft.com/office/drawing/2014/main" id="{798FE648-E61B-E8E9-FE9C-7C792EC6DA35}"/>
              </a:ext>
            </a:extLst>
          </p:cNvPr>
          <p:cNvSpPr/>
          <p:nvPr/>
        </p:nvSpPr>
        <p:spPr>
          <a:xfrm>
            <a:off x="7808957" y="6190404"/>
            <a:ext cx="419679" cy="419679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dirty="0">
                <a:solidFill>
                  <a:schemeClr val="bg1"/>
                </a:solidFill>
                <a:latin typeface="Aptos" panose="020B0004020202020204" pitchFamily="34" charset="0"/>
              </a:rPr>
              <a:t>A</a:t>
            </a:r>
          </a:p>
        </p:txBody>
      </p:sp>
      <p:sp>
        <p:nvSpPr>
          <p:cNvPr id="53" name="Oval 19">
            <a:extLst>
              <a:ext uri="{FF2B5EF4-FFF2-40B4-BE49-F238E27FC236}">
                <a16:creationId xmlns:a16="http://schemas.microsoft.com/office/drawing/2014/main" id="{91128B93-77D6-CB08-6D3A-6044FC92F5EE}"/>
              </a:ext>
            </a:extLst>
          </p:cNvPr>
          <p:cNvSpPr/>
          <p:nvPr/>
        </p:nvSpPr>
        <p:spPr>
          <a:xfrm>
            <a:off x="8247983" y="6190404"/>
            <a:ext cx="419679" cy="419679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dirty="0">
                <a:solidFill>
                  <a:schemeClr val="bg1"/>
                </a:solidFill>
                <a:latin typeface="Aptos" panose="020B0004020202020204" pitchFamily="34" charset="0"/>
              </a:rPr>
              <a:t>D</a:t>
            </a:r>
          </a:p>
        </p:txBody>
      </p:sp>
      <p:sp>
        <p:nvSpPr>
          <p:cNvPr id="54" name="Oval 19">
            <a:extLst>
              <a:ext uri="{FF2B5EF4-FFF2-40B4-BE49-F238E27FC236}">
                <a16:creationId xmlns:a16="http://schemas.microsoft.com/office/drawing/2014/main" id="{4C713C1D-45CC-0F3B-5944-BEA997766C31}"/>
              </a:ext>
            </a:extLst>
          </p:cNvPr>
          <p:cNvSpPr/>
          <p:nvPr/>
        </p:nvSpPr>
        <p:spPr>
          <a:xfrm>
            <a:off x="8687009" y="6190404"/>
            <a:ext cx="419679" cy="419679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dirty="0">
                <a:solidFill>
                  <a:schemeClr val="bg1"/>
                </a:solidFill>
                <a:latin typeface="Aptos" panose="020B0004020202020204" pitchFamily="34" charset="0"/>
              </a:rPr>
              <a:t>E</a:t>
            </a:r>
          </a:p>
        </p:txBody>
      </p:sp>
    </p:spTree>
    <p:extLst>
      <p:ext uri="{BB962C8B-B14F-4D97-AF65-F5344CB8AC3E}">
        <p14:creationId xmlns:p14="http://schemas.microsoft.com/office/powerpoint/2010/main" val="9441122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mph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1973EB"/>
                                      </p:to>
                                    </p:animClr>
                                    <p:set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7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2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000000"/>
                                      </p:to>
                                    </p:animClr>
                                    <p:set>
                                      <p:cBhvr>
                                        <p:cTn id="13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0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7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5" dur="7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D8D8D8"/>
                                      </p:to>
                                    </p:animClr>
                                    <p:set>
                                      <p:cBhvr>
                                        <p:cTn id="26" dur="7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7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0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000000"/>
                                      </p:to>
                                    </p:animClr>
                                    <p:set>
                                      <p:cBhvr>
                                        <p:cTn id="31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8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7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3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000000"/>
                                      </p:to>
                                    </p:animClr>
                                    <p:set>
                                      <p:cBhvr>
                                        <p:cTn id="44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2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1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6" grpId="0" animBg="1"/>
      <p:bldP spid="63" grpId="0" animBg="1"/>
      <p:bldP spid="62" grpId="0" animBg="1"/>
      <p:bldP spid="31" grpId="0" animBg="1"/>
      <p:bldP spid="44" grpId="0" animBg="1"/>
      <p:bldP spid="46" grpId="0" animBg="1"/>
      <p:bldP spid="54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38355D-0F90-E5FA-9886-4339399A79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Oval 8">
            <a:extLst>
              <a:ext uri="{FF2B5EF4-FFF2-40B4-BE49-F238E27FC236}">
                <a16:creationId xmlns:a16="http://schemas.microsoft.com/office/drawing/2014/main" id="{4D783979-FE28-0E42-946D-56B78EE9D3E5}"/>
              </a:ext>
            </a:extLst>
          </p:cNvPr>
          <p:cNvSpPr/>
          <p:nvPr/>
        </p:nvSpPr>
        <p:spPr>
          <a:xfrm>
            <a:off x="11452462" y="2343610"/>
            <a:ext cx="427106" cy="427106"/>
          </a:xfrm>
          <a:prstGeom prst="ellipse">
            <a:avLst/>
          </a:prstGeom>
          <a:ln/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nl-NL">
                <a:solidFill>
                  <a:schemeClr val="dk1"/>
                </a:solidFill>
                <a:latin typeface="Aptos" panose="020B0004020202020204" pitchFamily="34" charset="0"/>
              </a:rPr>
              <a:t>C</a:t>
            </a:r>
            <a:endParaRPr lang="nl-NL" dirty="0">
              <a:solidFill>
                <a:schemeClr val="dk1"/>
              </a:solidFill>
              <a:latin typeface="Aptos" panose="020B0004020202020204" pitchFamily="34" charset="0"/>
            </a:endParaRPr>
          </a:p>
        </p:txBody>
      </p:sp>
      <p:sp>
        <p:nvSpPr>
          <p:cNvPr id="14" name="Oval 19">
            <a:extLst>
              <a:ext uri="{FF2B5EF4-FFF2-40B4-BE49-F238E27FC236}">
                <a16:creationId xmlns:a16="http://schemas.microsoft.com/office/drawing/2014/main" id="{B0C53736-A41F-825C-1185-A69BFF9FAB86}"/>
              </a:ext>
            </a:extLst>
          </p:cNvPr>
          <p:cNvSpPr/>
          <p:nvPr/>
        </p:nvSpPr>
        <p:spPr>
          <a:xfrm>
            <a:off x="11452462" y="5432853"/>
            <a:ext cx="427106" cy="427106"/>
          </a:xfrm>
          <a:prstGeom prst="ellipse">
            <a:avLst/>
          </a:prstGeom>
          <a:ln/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nl-NL">
                <a:solidFill>
                  <a:schemeClr val="dk1"/>
                </a:solidFill>
                <a:latin typeface="Aptos" panose="020B0004020202020204" pitchFamily="34" charset="0"/>
              </a:rPr>
              <a:t>J</a:t>
            </a:r>
            <a:endParaRPr lang="nl-NL" dirty="0">
              <a:solidFill>
                <a:schemeClr val="dk1"/>
              </a:solidFill>
              <a:latin typeface="Aptos" panose="020B0004020202020204" pitchFamily="34" charset="0"/>
            </a:endParaRPr>
          </a:p>
        </p:txBody>
      </p:sp>
      <p:sp>
        <p:nvSpPr>
          <p:cNvPr id="258" name="Rectangle: Rounded Corners 257">
            <a:extLst>
              <a:ext uri="{FF2B5EF4-FFF2-40B4-BE49-F238E27FC236}">
                <a16:creationId xmlns:a16="http://schemas.microsoft.com/office/drawing/2014/main" id="{A0CC0706-6844-413C-5A39-402A44504C0B}"/>
              </a:ext>
            </a:extLst>
          </p:cNvPr>
          <p:cNvSpPr/>
          <p:nvPr/>
        </p:nvSpPr>
        <p:spPr>
          <a:xfrm>
            <a:off x="11797607" y="2115635"/>
            <a:ext cx="318887" cy="350477"/>
          </a:xfrm>
          <a:prstGeom prst="roundRect">
            <a:avLst/>
          </a:prstGeom>
          <a:ln>
            <a:headEnd type="none" w="med" len="med"/>
            <a:tailEnd type="none" w="med" len="med"/>
          </a:ln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nl-NL" sz="1600" dirty="0">
                <a:latin typeface="Aptos" panose="020B0004020202020204" pitchFamily="34" charset="0"/>
              </a:rPr>
              <a:t>9</a:t>
            </a:r>
          </a:p>
        </p:txBody>
      </p:sp>
      <p:sp>
        <p:nvSpPr>
          <p:cNvPr id="259" name="Rectangle: Rounded Corners 258">
            <a:extLst>
              <a:ext uri="{FF2B5EF4-FFF2-40B4-BE49-F238E27FC236}">
                <a16:creationId xmlns:a16="http://schemas.microsoft.com/office/drawing/2014/main" id="{2E94AFAB-7AAA-27B5-9EF5-CB33CC5E4824}"/>
              </a:ext>
            </a:extLst>
          </p:cNvPr>
          <p:cNvSpPr/>
          <p:nvPr/>
        </p:nvSpPr>
        <p:spPr>
          <a:xfrm>
            <a:off x="11797607" y="5257614"/>
            <a:ext cx="318887" cy="350477"/>
          </a:xfrm>
          <a:prstGeom prst="roundRect">
            <a:avLst/>
          </a:prstGeom>
          <a:ln>
            <a:headEnd type="none" w="med" len="med"/>
            <a:tailEnd type="none" w="med" len="med"/>
          </a:ln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nl-NL" sz="1600" dirty="0">
                <a:latin typeface="Aptos" panose="020B0004020202020204" pitchFamily="34" charset="0"/>
              </a:rPr>
              <a:t>6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41A681C-567F-FF02-CB9C-47CDD05B7E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 err="1"/>
              <a:t>Shortest</a:t>
            </a:r>
            <a:r>
              <a:rPr lang="nl-NL" dirty="0"/>
              <a:t> </a:t>
            </a:r>
            <a:r>
              <a:rPr lang="nl-NL" dirty="0" err="1"/>
              <a:t>paths</a:t>
            </a:r>
            <a:r>
              <a:rPr lang="nl-NL" dirty="0"/>
              <a:t> – Dijkstra’s </a:t>
            </a:r>
            <a:r>
              <a:rPr lang="nl-NL" dirty="0" err="1"/>
              <a:t>algorithm</a:t>
            </a:r>
            <a:endParaRPr lang="nl-N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47F9A6-C3B4-4503-F841-EA6E785ECAF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0081" y="2633472"/>
            <a:ext cx="6791132" cy="3568152"/>
          </a:xfrm>
        </p:spPr>
        <p:txBody>
          <a:bodyPr>
            <a:normAutofit/>
          </a:bodyPr>
          <a:lstStyle/>
          <a:p>
            <a:r>
              <a:rPr lang="nl-NL" dirty="0"/>
              <a:t>Set </a:t>
            </a:r>
            <a:r>
              <a:rPr lang="nl-NL" dirty="0" err="1"/>
              <a:t>distance</a:t>
            </a:r>
            <a:r>
              <a:rPr lang="nl-NL" dirty="0"/>
              <a:t> of start node </a:t>
            </a:r>
            <a:r>
              <a:rPr lang="nl-NL" dirty="0" err="1"/>
              <a:t>to</a:t>
            </a:r>
            <a:r>
              <a:rPr lang="nl-NL" dirty="0"/>
              <a:t> zero &amp; </a:t>
            </a:r>
            <a:r>
              <a:rPr lang="nl-NL" dirty="0" err="1"/>
              <a:t>others</a:t>
            </a:r>
            <a:r>
              <a:rPr lang="nl-NL" dirty="0"/>
              <a:t> </a:t>
            </a:r>
            <a:r>
              <a:rPr lang="nl-NL" dirty="0" err="1"/>
              <a:t>to</a:t>
            </a:r>
            <a:r>
              <a:rPr lang="nl-NL" dirty="0"/>
              <a:t> “</a:t>
            </a:r>
            <a:r>
              <a:rPr lang="nl-NL" dirty="0" err="1"/>
              <a:t>extremely</a:t>
            </a:r>
            <a:r>
              <a:rPr lang="nl-NL" dirty="0"/>
              <a:t> far </a:t>
            </a:r>
            <a:r>
              <a:rPr lang="nl-NL" dirty="0" err="1"/>
              <a:t>away</a:t>
            </a:r>
            <a:r>
              <a:rPr lang="nl-NL" dirty="0"/>
              <a:t>”</a:t>
            </a:r>
          </a:p>
          <a:p>
            <a:r>
              <a:rPr lang="nl-NL" b="1" dirty="0" err="1">
                <a:latin typeface="Aptos" panose="020B0004020202020204" pitchFamily="34" charset="0"/>
              </a:rPr>
              <a:t>While</a:t>
            </a:r>
            <a:r>
              <a:rPr lang="nl-NL" dirty="0"/>
              <a:t> </a:t>
            </a:r>
            <a:r>
              <a:rPr lang="nl-NL" dirty="0" err="1"/>
              <a:t>there</a:t>
            </a:r>
            <a:r>
              <a:rPr lang="nl-NL" dirty="0"/>
              <a:t> are </a:t>
            </a:r>
            <a:r>
              <a:rPr lang="nl-NL" b="1" dirty="0" err="1">
                <a:latin typeface="Aptos" panose="020B0004020202020204" pitchFamily="34" charset="0"/>
              </a:rPr>
              <a:t>unvisited</a:t>
            </a:r>
            <a:r>
              <a:rPr lang="nl-NL" dirty="0"/>
              <a:t> </a:t>
            </a:r>
            <a:r>
              <a:rPr lang="nl-NL" dirty="0" err="1"/>
              <a:t>nodes</a:t>
            </a:r>
            <a:r>
              <a:rPr lang="nl-NL" dirty="0"/>
              <a:t>:</a:t>
            </a:r>
          </a:p>
          <a:p>
            <a:pPr lvl="1"/>
            <a:r>
              <a:rPr lang="nl-NL" sz="2000" dirty="0" err="1"/>
              <a:t>Find</a:t>
            </a:r>
            <a:r>
              <a:rPr lang="nl-NL" sz="2000" dirty="0"/>
              <a:t> </a:t>
            </a:r>
            <a:r>
              <a:rPr lang="nl-NL" sz="2000" dirty="0" err="1"/>
              <a:t>the</a:t>
            </a:r>
            <a:r>
              <a:rPr lang="nl-NL" sz="2000" dirty="0"/>
              <a:t> </a:t>
            </a:r>
            <a:r>
              <a:rPr lang="nl-NL" sz="2000" dirty="0" err="1"/>
              <a:t>one</a:t>
            </a:r>
            <a:r>
              <a:rPr lang="nl-NL" sz="2000" dirty="0"/>
              <a:t> </a:t>
            </a:r>
            <a:r>
              <a:rPr lang="nl-NL" sz="2000" dirty="0" err="1"/>
              <a:t>that</a:t>
            </a:r>
            <a:r>
              <a:rPr lang="nl-NL" sz="2000" dirty="0"/>
              <a:t> has </a:t>
            </a:r>
            <a:r>
              <a:rPr lang="nl-NL" sz="2000" dirty="0" err="1"/>
              <a:t>the</a:t>
            </a:r>
            <a:r>
              <a:rPr lang="nl-NL" sz="2000" dirty="0"/>
              <a:t> </a:t>
            </a:r>
            <a:r>
              <a:rPr lang="nl-NL" sz="2000" b="1" dirty="0" err="1">
                <a:latin typeface="Aptos" panose="020B0004020202020204" pitchFamily="34" charset="0"/>
              </a:rPr>
              <a:t>smallest</a:t>
            </a:r>
            <a:r>
              <a:rPr lang="nl-NL" sz="2000" dirty="0"/>
              <a:t> </a:t>
            </a:r>
            <a:r>
              <a:rPr lang="nl-NL" sz="2000" b="1" dirty="0" err="1">
                <a:latin typeface="Aptos" panose="020B0004020202020204" pitchFamily="34" charset="0"/>
              </a:rPr>
              <a:t>current</a:t>
            </a:r>
            <a:r>
              <a:rPr lang="nl-NL" sz="2000" dirty="0"/>
              <a:t> </a:t>
            </a:r>
            <a:r>
              <a:rPr lang="nl-NL" sz="2000" dirty="0" err="1"/>
              <a:t>distance</a:t>
            </a:r>
            <a:endParaRPr lang="nl-NL" sz="2000" dirty="0"/>
          </a:p>
          <a:p>
            <a:pPr lvl="1"/>
            <a:r>
              <a:rPr lang="nl-NL" sz="2000" b="1" dirty="0">
                <a:latin typeface="Aptos" panose="020B0004020202020204" pitchFamily="34" charset="0"/>
              </a:rPr>
              <a:t>Update</a:t>
            </a:r>
            <a:r>
              <a:rPr lang="nl-NL" sz="2000" dirty="0"/>
              <a:t> </a:t>
            </a:r>
            <a:r>
              <a:rPr lang="nl-NL" sz="2000" dirty="0" err="1"/>
              <a:t>the</a:t>
            </a:r>
            <a:r>
              <a:rPr lang="nl-NL" sz="2000" dirty="0"/>
              <a:t> </a:t>
            </a:r>
            <a:r>
              <a:rPr lang="nl-NL" sz="2000" dirty="0" err="1"/>
              <a:t>distance</a:t>
            </a:r>
            <a:r>
              <a:rPr lang="nl-NL" sz="2000" dirty="0"/>
              <a:t> </a:t>
            </a:r>
            <a:r>
              <a:rPr lang="nl-NL" sz="2000" dirty="0" err="1"/>
              <a:t>to</a:t>
            </a:r>
            <a:r>
              <a:rPr lang="nl-NL" sz="2000" dirty="0"/>
              <a:t> </a:t>
            </a:r>
            <a:r>
              <a:rPr lang="nl-NL" sz="2000" dirty="0" err="1"/>
              <a:t>its</a:t>
            </a:r>
            <a:r>
              <a:rPr lang="nl-NL" sz="2000" dirty="0"/>
              <a:t> </a:t>
            </a:r>
            <a:r>
              <a:rPr lang="nl-NL" sz="2000" b="1" dirty="0" err="1">
                <a:latin typeface="Aptos" panose="020B0004020202020204" pitchFamily="34" charset="0"/>
              </a:rPr>
              <a:t>neighbours</a:t>
            </a:r>
            <a:endParaRPr lang="nl-NL" sz="2000" b="1" dirty="0">
              <a:latin typeface="Aptos" panose="020B0004020202020204" pitchFamily="34" charset="0"/>
            </a:endParaRPr>
          </a:p>
        </p:txBody>
      </p:sp>
      <p:sp>
        <p:nvSpPr>
          <p:cNvPr id="4" name="Oval 6">
            <a:extLst>
              <a:ext uri="{FF2B5EF4-FFF2-40B4-BE49-F238E27FC236}">
                <a16:creationId xmlns:a16="http://schemas.microsoft.com/office/drawing/2014/main" id="{0DC172D5-73B0-81E9-4232-48D2A7FF55BF}"/>
              </a:ext>
            </a:extLst>
          </p:cNvPr>
          <p:cNvSpPr/>
          <p:nvPr/>
        </p:nvSpPr>
        <p:spPr>
          <a:xfrm>
            <a:off x="9828248" y="3888232"/>
            <a:ext cx="427106" cy="427106"/>
          </a:xfrm>
          <a:prstGeom prst="ellipse">
            <a:avLst/>
          </a:prstGeom>
          <a:solidFill>
            <a:srgbClr val="00B0F0"/>
          </a:solidFill>
          <a:ln/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nl-NL">
                <a:latin typeface="Aptos" panose="020B0004020202020204" pitchFamily="34" charset="0"/>
              </a:rPr>
              <a:t>E</a:t>
            </a:r>
            <a:endParaRPr lang="nl-NL" dirty="0">
              <a:latin typeface="Aptos" panose="020B0004020202020204" pitchFamily="34" charset="0"/>
            </a:endParaRPr>
          </a:p>
        </p:txBody>
      </p:sp>
      <p:sp>
        <p:nvSpPr>
          <p:cNvPr id="5" name="Oval 8">
            <a:extLst>
              <a:ext uri="{FF2B5EF4-FFF2-40B4-BE49-F238E27FC236}">
                <a16:creationId xmlns:a16="http://schemas.microsoft.com/office/drawing/2014/main" id="{2D84C4F7-FE70-6710-482F-59D7A4BC10FD}"/>
              </a:ext>
            </a:extLst>
          </p:cNvPr>
          <p:cNvSpPr/>
          <p:nvPr/>
        </p:nvSpPr>
        <p:spPr>
          <a:xfrm>
            <a:off x="11452462" y="3888232"/>
            <a:ext cx="427106" cy="427106"/>
          </a:xfrm>
          <a:prstGeom prst="ellipse">
            <a:avLst/>
          </a:prstGeom>
          <a:ln/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nl-NL" dirty="0">
                <a:solidFill>
                  <a:schemeClr val="dk1"/>
                </a:solidFill>
                <a:latin typeface="Aptos" panose="020B0004020202020204" pitchFamily="34" charset="0"/>
              </a:rPr>
              <a:t>F</a:t>
            </a:r>
          </a:p>
        </p:txBody>
      </p:sp>
      <p:cxnSp>
        <p:nvCxnSpPr>
          <p:cNvPr id="6" name="Straight Arrow Connector 18">
            <a:extLst>
              <a:ext uri="{FF2B5EF4-FFF2-40B4-BE49-F238E27FC236}">
                <a16:creationId xmlns:a16="http://schemas.microsoft.com/office/drawing/2014/main" id="{177A9A33-A83A-8673-3A18-01AA464288BB}"/>
              </a:ext>
            </a:extLst>
          </p:cNvPr>
          <p:cNvCxnSpPr>
            <a:cxnSpLocks/>
            <a:stCxn id="7" idx="6"/>
            <a:endCxn id="4" idx="2"/>
          </p:cNvCxnSpPr>
          <p:nvPr/>
        </p:nvCxnSpPr>
        <p:spPr>
          <a:xfrm>
            <a:off x="8631140" y="4101785"/>
            <a:ext cx="1197108" cy="0"/>
          </a:xfrm>
          <a:prstGeom prst="straightConnector1">
            <a:avLst/>
          </a:prstGeom>
          <a:ln w="381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" name="Oval 19">
            <a:extLst>
              <a:ext uri="{FF2B5EF4-FFF2-40B4-BE49-F238E27FC236}">
                <a16:creationId xmlns:a16="http://schemas.microsoft.com/office/drawing/2014/main" id="{F4982062-D2E6-8598-7904-938CBAF0C192}"/>
              </a:ext>
            </a:extLst>
          </p:cNvPr>
          <p:cNvSpPr/>
          <p:nvPr/>
        </p:nvSpPr>
        <p:spPr>
          <a:xfrm>
            <a:off x="8204034" y="3888232"/>
            <a:ext cx="427106" cy="427106"/>
          </a:xfrm>
          <a:prstGeom prst="ellipse">
            <a:avLst/>
          </a:prstGeom>
          <a:solidFill>
            <a:srgbClr val="00B0F0"/>
          </a:solidFill>
          <a:ln/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nl-NL">
                <a:latin typeface="Aptos" panose="020B0004020202020204" pitchFamily="34" charset="0"/>
              </a:rPr>
              <a:t>D</a:t>
            </a:r>
            <a:endParaRPr lang="nl-NL" dirty="0">
              <a:latin typeface="Aptos" panose="020B0004020202020204" pitchFamily="34" charset="0"/>
            </a:endParaRPr>
          </a:p>
        </p:txBody>
      </p:sp>
      <p:cxnSp>
        <p:nvCxnSpPr>
          <p:cNvPr id="9" name="Straight Arrow Connector 18">
            <a:extLst>
              <a:ext uri="{FF2B5EF4-FFF2-40B4-BE49-F238E27FC236}">
                <a16:creationId xmlns:a16="http://schemas.microsoft.com/office/drawing/2014/main" id="{355F9A8B-4F80-534D-2269-163063D14819}"/>
              </a:ext>
            </a:extLst>
          </p:cNvPr>
          <p:cNvCxnSpPr>
            <a:cxnSpLocks/>
            <a:stCxn id="4" idx="6"/>
            <a:endCxn id="5" idx="2"/>
          </p:cNvCxnSpPr>
          <p:nvPr/>
        </p:nvCxnSpPr>
        <p:spPr>
          <a:xfrm>
            <a:off x="10255354" y="4101785"/>
            <a:ext cx="1197108" cy="0"/>
          </a:xfrm>
          <a:prstGeom prst="straightConnector1">
            <a:avLst/>
          </a:prstGeom>
          <a:ln w="381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" name="Straight Arrow Connector 18">
            <a:extLst>
              <a:ext uri="{FF2B5EF4-FFF2-40B4-BE49-F238E27FC236}">
                <a16:creationId xmlns:a16="http://schemas.microsoft.com/office/drawing/2014/main" id="{851B27A9-BE93-126F-64EF-BAC2D945E33A}"/>
              </a:ext>
            </a:extLst>
          </p:cNvPr>
          <p:cNvCxnSpPr>
            <a:cxnSpLocks/>
            <a:stCxn id="5" idx="0"/>
            <a:endCxn id="8" idx="4"/>
          </p:cNvCxnSpPr>
          <p:nvPr/>
        </p:nvCxnSpPr>
        <p:spPr>
          <a:xfrm flipV="1">
            <a:off x="11666015" y="2770716"/>
            <a:ext cx="0" cy="1117516"/>
          </a:xfrm>
          <a:prstGeom prst="straightConnector1">
            <a:avLst/>
          </a:prstGeom>
          <a:ln w="38100">
            <a:solidFill>
              <a:schemeClr val="bg1">
                <a:lumMod val="85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1" name="Oval 19">
            <a:extLst>
              <a:ext uri="{FF2B5EF4-FFF2-40B4-BE49-F238E27FC236}">
                <a16:creationId xmlns:a16="http://schemas.microsoft.com/office/drawing/2014/main" id="{577B8F79-A584-0960-22DA-4AE60DD26CB7}"/>
              </a:ext>
            </a:extLst>
          </p:cNvPr>
          <p:cNvSpPr/>
          <p:nvPr/>
        </p:nvSpPr>
        <p:spPr>
          <a:xfrm>
            <a:off x="8204034" y="2343610"/>
            <a:ext cx="427106" cy="427106"/>
          </a:xfrm>
          <a:prstGeom prst="ellipse">
            <a:avLst/>
          </a:prstGeom>
          <a:solidFill>
            <a:srgbClr val="00B0F0"/>
          </a:solidFill>
          <a:ln/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nl-NL">
                <a:latin typeface="Aptos" panose="020B0004020202020204" pitchFamily="34" charset="0"/>
              </a:rPr>
              <a:t>A</a:t>
            </a:r>
            <a:endParaRPr lang="nl-NL" dirty="0">
              <a:latin typeface="Aptos" panose="020B0004020202020204" pitchFamily="34" charset="0"/>
            </a:endParaRPr>
          </a:p>
        </p:txBody>
      </p:sp>
      <p:sp>
        <p:nvSpPr>
          <p:cNvPr id="12" name="Oval 19">
            <a:extLst>
              <a:ext uri="{FF2B5EF4-FFF2-40B4-BE49-F238E27FC236}">
                <a16:creationId xmlns:a16="http://schemas.microsoft.com/office/drawing/2014/main" id="{487CE1CF-5FC9-F42F-4B93-9F273D46E68D}"/>
              </a:ext>
            </a:extLst>
          </p:cNvPr>
          <p:cNvSpPr/>
          <p:nvPr/>
        </p:nvSpPr>
        <p:spPr>
          <a:xfrm>
            <a:off x="8204034" y="5432853"/>
            <a:ext cx="427106" cy="427106"/>
          </a:xfrm>
          <a:prstGeom prst="ellipse">
            <a:avLst/>
          </a:prstGeom>
          <a:ln/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nl-NL" dirty="0">
                <a:solidFill>
                  <a:schemeClr val="dk1"/>
                </a:solidFill>
                <a:latin typeface="Aptos" panose="020B0004020202020204" pitchFamily="34" charset="0"/>
              </a:rPr>
              <a:t>G</a:t>
            </a:r>
          </a:p>
        </p:txBody>
      </p:sp>
      <p:sp>
        <p:nvSpPr>
          <p:cNvPr id="13" name="Oval 19">
            <a:extLst>
              <a:ext uri="{FF2B5EF4-FFF2-40B4-BE49-F238E27FC236}">
                <a16:creationId xmlns:a16="http://schemas.microsoft.com/office/drawing/2014/main" id="{CFD0CF0E-D965-7BF3-3E70-E6F36578E8E5}"/>
              </a:ext>
            </a:extLst>
          </p:cNvPr>
          <p:cNvSpPr/>
          <p:nvPr/>
        </p:nvSpPr>
        <p:spPr>
          <a:xfrm>
            <a:off x="9828248" y="5432853"/>
            <a:ext cx="427106" cy="427106"/>
          </a:xfrm>
          <a:prstGeom prst="ellipse">
            <a:avLst/>
          </a:prstGeom>
          <a:ln/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nl-NL" dirty="0">
                <a:solidFill>
                  <a:schemeClr val="dk1"/>
                </a:solidFill>
                <a:latin typeface="Aptos" panose="020B0004020202020204" pitchFamily="34" charset="0"/>
              </a:rPr>
              <a:t>H</a:t>
            </a:r>
          </a:p>
        </p:txBody>
      </p:sp>
      <p:sp>
        <p:nvSpPr>
          <p:cNvPr id="15" name="Oval 19">
            <a:extLst>
              <a:ext uri="{FF2B5EF4-FFF2-40B4-BE49-F238E27FC236}">
                <a16:creationId xmlns:a16="http://schemas.microsoft.com/office/drawing/2014/main" id="{6FE3A5F9-5D92-9C3A-C6E3-E58144A13168}"/>
              </a:ext>
            </a:extLst>
          </p:cNvPr>
          <p:cNvSpPr/>
          <p:nvPr/>
        </p:nvSpPr>
        <p:spPr>
          <a:xfrm>
            <a:off x="9828248" y="2343610"/>
            <a:ext cx="427106" cy="427106"/>
          </a:xfrm>
          <a:prstGeom prst="ellipse">
            <a:avLst/>
          </a:prstGeom>
          <a:ln/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nl-NL" dirty="0">
                <a:solidFill>
                  <a:schemeClr val="dk1"/>
                </a:solidFill>
                <a:latin typeface="Aptos" panose="020B0004020202020204" pitchFamily="34" charset="0"/>
              </a:rPr>
              <a:t>B</a:t>
            </a:r>
          </a:p>
        </p:txBody>
      </p:sp>
      <p:cxnSp>
        <p:nvCxnSpPr>
          <p:cNvPr id="16" name="Straight Arrow Connector 47">
            <a:extLst>
              <a:ext uri="{FF2B5EF4-FFF2-40B4-BE49-F238E27FC236}">
                <a16:creationId xmlns:a16="http://schemas.microsoft.com/office/drawing/2014/main" id="{FD72B9DA-9170-7EAC-3AE0-619F2C51DD89}"/>
              </a:ext>
            </a:extLst>
          </p:cNvPr>
          <p:cNvCxnSpPr>
            <a:cxnSpLocks/>
            <a:stCxn id="7" idx="0"/>
            <a:endCxn id="11" idx="4"/>
          </p:cNvCxnSpPr>
          <p:nvPr/>
        </p:nvCxnSpPr>
        <p:spPr>
          <a:xfrm flipV="1">
            <a:off x="8417587" y="2770716"/>
            <a:ext cx="0" cy="1117516"/>
          </a:xfrm>
          <a:prstGeom prst="straightConnector1">
            <a:avLst/>
          </a:prstGeom>
          <a:ln w="381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7" name="Straight Arrow Connector 47">
            <a:extLst>
              <a:ext uri="{FF2B5EF4-FFF2-40B4-BE49-F238E27FC236}">
                <a16:creationId xmlns:a16="http://schemas.microsoft.com/office/drawing/2014/main" id="{CAA094CA-686B-8C0C-F5EB-6CC36EAEAD3D}"/>
              </a:ext>
            </a:extLst>
          </p:cNvPr>
          <p:cNvCxnSpPr>
            <a:cxnSpLocks/>
            <a:stCxn id="11" idx="6"/>
            <a:endCxn id="15" idx="2"/>
          </p:cNvCxnSpPr>
          <p:nvPr/>
        </p:nvCxnSpPr>
        <p:spPr>
          <a:xfrm>
            <a:off x="8631140" y="2557163"/>
            <a:ext cx="1197108" cy="0"/>
          </a:xfrm>
          <a:prstGeom prst="straightConnector1">
            <a:avLst/>
          </a:prstGeom>
          <a:ln w="38100">
            <a:solidFill>
              <a:schemeClr val="bg1">
                <a:lumMod val="85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8" name="Straight Arrow Connector 47">
            <a:extLst>
              <a:ext uri="{FF2B5EF4-FFF2-40B4-BE49-F238E27FC236}">
                <a16:creationId xmlns:a16="http://schemas.microsoft.com/office/drawing/2014/main" id="{7DB3F9F0-2F63-468D-4C7D-F93D70440D75}"/>
              </a:ext>
            </a:extLst>
          </p:cNvPr>
          <p:cNvCxnSpPr>
            <a:cxnSpLocks/>
            <a:stCxn id="4" idx="0"/>
            <a:endCxn id="15" idx="4"/>
          </p:cNvCxnSpPr>
          <p:nvPr/>
        </p:nvCxnSpPr>
        <p:spPr>
          <a:xfrm flipV="1">
            <a:off x="10041801" y="2770716"/>
            <a:ext cx="0" cy="1117516"/>
          </a:xfrm>
          <a:prstGeom prst="straightConnector1">
            <a:avLst/>
          </a:prstGeom>
          <a:ln w="381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9" name="Straight Arrow Connector 47">
            <a:extLst>
              <a:ext uri="{FF2B5EF4-FFF2-40B4-BE49-F238E27FC236}">
                <a16:creationId xmlns:a16="http://schemas.microsoft.com/office/drawing/2014/main" id="{98C514CE-9722-5473-99E5-D165892F6200}"/>
              </a:ext>
            </a:extLst>
          </p:cNvPr>
          <p:cNvCxnSpPr>
            <a:cxnSpLocks/>
            <a:stCxn id="15" idx="6"/>
            <a:endCxn id="8" idx="2"/>
          </p:cNvCxnSpPr>
          <p:nvPr/>
        </p:nvCxnSpPr>
        <p:spPr>
          <a:xfrm>
            <a:off x="10255354" y="2557163"/>
            <a:ext cx="1197108" cy="0"/>
          </a:xfrm>
          <a:prstGeom prst="straightConnector1">
            <a:avLst/>
          </a:prstGeom>
          <a:ln w="38100">
            <a:solidFill>
              <a:schemeClr val="bg1">
                <a:lumMod val="85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0" name="Straight Arrow Connector 47">
            <a:extLst>
              <a:ext uri="{FF2B5EF4-FFF2-40B4-BE49-F238E27FC236}">
                <a16:creationId xmlns:a16="http://schemas.microsoft.com/office/drawing/2014/main" id="{F616A392-34D8-CB40-D3FF-F16CD6E0AAE6}"/>
              </a:ext>
            </a:extLst>
          </p:cNvPr>
          <p:cNvCxnSpPr>
            <a:cxnSpLocks/>
            <a:stCxn id="7" idx="4"/>
            <a:endCxn id="12" idx="0"/>
          </p:cNvCxnSpPr>
          <p:nvPr/>
        </p:nvCxnSpPr>
        <p:spPr>
          <a:xfrm>
            <a:off x="8417587" y="4315338"/>
            <a:ext cx="0" cy="1117515"/>
          </a:xfrm>
          <a:prstGeom prst="straightConnector1">
            <a:avLst/>
          </a:prstGeom>
          <a:ln w="381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1" name="Straight Arrow Connector 47">
            <a:extLst>
              <a:ext uri="{FF2B5EF4-FFF2-40B4-BE49-F238E27FC236}">
                <a16:creationId xmlns:a16="http://schemas.microsoft.com/office/drawing/2014/main" id="{1D38D03A-60DC-F508-5CB3-C95B9D995B8C}"/>
              </a:ext>
            </a:extLst>
          </p:cNvPr>
          <p:cNvCxnSpPr>
            <a:cxnSpLocks/>
            <a:stCxn id="4" idx="4"/>
            <a:endCxn id="13" idx="0"/>
          </p:cNvCxnSpPr>
          <p:nvPr/>
        </p:nvCxnSpPr>
        <p:spPr>
          <a:xfrm>
            <a:off x="10041801" y="4315338"/>
            <a:ext cx="0" cy="1117515"/>
          </a:xfrm>
          <a:prstGeom prst="straightConnector1">
            <a:avLst/>
          </a:prstGeom>
          <a:ln w="381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2" name="Straight Arrow Connector 47">
            <a:extLst>
              <a:ext uri="{FF2B5EF4-FFF2-40B4-BE49-F238E27FC236}">
                <a16:creationId xmlns:a16="http://schemas.microsoft.com/office/drawing/2014/main" id="{B0C01FA0-19E9-2C09-B4F3-EBEB1E809558}"/>
              </a:ext>
            </a:extLst>
          </p:cNvPr>
          <p:cNvCxnSpPr>
            <a:cxnSpLocks/>
            <a:stCxn id="12" idx="6"/>
            <a:endCxn id="13" idx="2"/>
          </p:cNvCxnSpPr>
          <p:nvPr/>
        </p:nvCxnSpPr>
        <p:spPr>
          <a:xfrm>
            <a:off x="8631140" y="5646406"/>
            <a:ext cx="1197108" cy="0"/>
          </a:xfrm>
          <a:prstGeom prst="straightConnector1">
            <a:avLst/>
          </a:prstGeom>
          <a:ln w="38100">
            <a:solidFill>
              <a:schemeClr val="bg1">
                <a:lumMod val="85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3" name="Straight Arrow Connector 47">
            <a:extLst>
              <a:ext uri="{FF2B5EF4-FFF2-40B4-BE49-F238E27FC236}">
                <a16:creationId xmlns:a16="http://schemas.microsoft.com/office/drawing/2014/main" id="{6C0623B6-2EF7-BC15-B798-C64AC50DB028}"/>
              </a:ext>
            </a:extLst>
          </p:cNvPr>
          <p:cNvCxnSpPr>
            <a:cxnSpLocks/>
            <a:stCxn id="13" idx="6"/>
            <a:endCxn id="14" idx="2"/>
          </p:cNvCxnSpPr>
          <p:nvPr/>
        </p:nvCxnSpPr>
        <p:spPr>
          <a:xfrm>
            <a:off x="10255354" y="5646406"/>
            <a:ext cx="1197108" cy="0"/>
          </a:xfrm>
          <a:prstGeom prst="straightConnector1">
            <a:avLst/>
          </a:prstGeom>
          <a:ln w="38100">
            <a:solidFill>
              <a:schemeClr val="bg1">
                <a:lumMod val="85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7" name="Straight Arrow Connector 18">
            <a:extLst>
              <a:ext uri="{FF2B5EF4-FFF2-40B4-BE49-F238E27FC236}">
                <a16:creationId xmlns:a16="http://schemas.microsoft.com/office/drawing/2014/main" id="{F3243A1F-E4EA-B3F2-7926-6D9D345FA2F5}"/>
              </a:ext>
            </a:extLst>
          </p:cNvPr>
          <p:cNvCxnSpPr>
            <a:cxnSpLocks/>
            <a:stCxn id="14" idx="0"/>
            <a:endCxn id="5" idx="4"/>
          </p:cNvCxnSpPr>
          <p:nvPr/>
        </p:nvCxnSpPr>
        <p:spPr>
          <a:xfrm flipV="1">
            <a:off x="11666015" y="4315338"/>
            <a:ext cx="0" cy="1117515"/>
          </a:xfrm>
          <a:prstGeom prst="straightConnector1">
            <a:avLst/>
          </a:prstGeom>
          <a:ln w="38100">
            <a:solidFill>
              <a:schemeClr val="bg1">
                <a:lumMod val="85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9" name="TextBox 118">
            <a:extLst>
              <a:ext uri="{FF2B5EF4-FFF2-40B4-BE49-F238E27FC236}">
                <a16:creationId xmlns:a16="http://schemas.microsoft.com/office/drawing/2014/main" id="{ADA52928-52AD-A3CB-0914-4072BF1A2983}"/>
              </a:ext>
            </a:extLst>
          </p:cNvPr>
          <p:cNvSpPr txBox="1"/>
          <p:nvPr/>
        </p:nvSpPr>
        <p:spPr>
          <a:xfrm>
            <a:off x="9075645" y="2247099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NL" dirty="0">
                <a:latin typeface="Aptos" panose="020B0004020202020204" pitchFamily="34" charset="0"/>
              </a:rPr>
              <a:t>8</a:t>
            </a:r>
          </a:p>
        </p:txBody>
      </p:sp>
      <p:sp>
        <p:nvSpPr>
          <p:cNvPr id="32" name="TextBox 121">
            <a:extLst>
              <a:ext uri="{FF2B5EF4-FFF2-40B4-BE49-F238E27FC236}">
                <a16:creationId xmlns:a16="http://schemas.microsoft.com/office/drawing/2014/main" id="{FCCDC895-772C-3252-250E-F273A97FBC14}"/>
              </a:ext>
            </a:extLst>
          </p:cNvPr>
          <p:cNvSpPr txBox="1"/>
          <p:nvPr/>
        </p:nvSpPr>
        <p:spPr>
          <a:xfrm>
            <a:off x="11648954" y="3144808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NL" dirty="0">
                <a:latin typeface="Aptos" panose="020B0004020202020204" pitchFamily="34" charset="0"/>
              </a:rPr>
              <a:t>5</a:t>
            </a:r>
          </a:p>
        </p:txBody>
      </p:sp>
      <p:sp>
        <p:nvSpPr>
          <p:cNvPr id="33" name="TextBox 122">
            <a:extLst>
              <a:ext uri="{FF2B5EF4-FFF2-40B4-BE49-F238E27FC236}">
                <a16:creationId xmlns:a16="http://schemas.microsoft.com/office/drawing/2014/main" id="{AA5BFE23-3DA6-B31B-4746-35DEBEA04CAC}"/>
              </a:ext>
            </a:extLst>
          </p:cNvPr>
          <p:cNvSpPr txBox="1"/>
          <p:nvPr/>
        </p:nvSpPr>
        <p:spPr>
          <a:xfrm>
            <a:off x="9075645" y="4101784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NL" dirty="0">
                <a:latin typeface="Aptos" panose="020B0004020202020204" pitchFamily="34" charset="0"/>
              </a:rPr>
              <a:t>1</a:t>
            </a:r>
          </a:p>
        </p:txBody>
      </p:sp>
      <p:sp>
        <p:nvSpPr>
          <p:cNvPr id="34" name="TextBox 123">
            <a:extLst>
              <a:ext uri="{FF2B5EF4-FFF2-40B4-BE49-F238E27FC236}">
                <a16:creationId xmlns:a16="http://schemas.microsoft.com/office/drawing/2014/main" id="{C42F16E8-15CC-3FB8-3960-8CE29A9A27A0}"/>
              </a:ext>
            </a:extLst>
          </p:cNvPr>
          <p:cNvSpPr txBox="1"/>
          <p:nvPr/>
        </p:nvSpPr>
        <p:spPr>
          <a:xfrm>
            <a:off x="9075645" y="5646406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NL" dirty="0">
                <a:latin typeface="Aptos" panose="020B0004020202020204" pitchFamily="34" charset="0"/>
              </a:rPr>
              <a:t>1</a:t>
            </a:r>
          </a:p>
        </p:txBody>
      </p:sp>
      <p:sp>
        <p:nvSpPr>
          <p:cNvPr id="35" name="TextBox 124">
            <a:extLst>
              <a:ext uri="{FF2B5EF4-FFF2-40B4-BE49-F238E27FC236}">
                <a16:creationId xmlns:a16="http://schemas.microsoft.com/office/drawing/2014/main" id="{7B7B5A29-A755-2FD7-6214-3B8B2E5D5CE8}"/>
              </a:ext>
            </a:extLst>
          </p:cNvPr>
          <p:cNvSpPr txBox="1"/>
          <p:nvPr/>
        </p:nvSpPr>
        <p:spPr>
          <a:xfrm>
            <a:off x="8109489" y="4689430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NL" dirty="0">
                <a:latin typeface="Aptos" panose="020B0004020202020204" pitchFamily="34" charset="0"/>
              </a:rPr>
              <a:t>3</a:t>
            </a:r>
          </a:p>
        </p:txBody>
      </p:sp>
      <p:sp>
        <p:nvSpPr>
          <p:cNvPr id="36" name="TextBox 125">
            <a:extLst>
              <a:ext uri="{FF2B5EF4-FFF2-40B4-BE49-F238E27FC236}">
                <a16:creationId xmlns:a16="http://schemas.microsoft.com/office/drawing/2014/main" id="{F6410A0A-52DE-EE12-2B7E-96B1B6E3F63E}"/>
              </a:ext>
            </a:extLst>
          </p:cNvPr>
          <p:cNvSpPr txBox="1"/>
          <p:nvPr/>
        </p:nvSpPr>
        <p:spPr>
          <a:xfrm>
            <a:off x="10699859" y="5646406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NL" dirty="0">
                <a:latin typeface="Aptos" panose="020B0004020202020204" pitchFamily="34" charset="0"/>
              </a:rPr>
              <a:t>3</a:t>
            </a:r>
          </a:p>
        </p:txBody>
      </p:sp>
      <p:sp>
        <p:nvSpPr>
          <p:cNvPr id="37" name="TextBox 126">
            <a:extLst>
              <a:ext uri="{FF2B5EF4-FFF2-40B4-BE49-F238E27FC236}">
                <a16:creationId xmlns:a16="http://schemas.microsoft.com/office/drawing/2014/main" id="{C84021E5-A401-2B9D-153C-85480D41A525}"/>
              </a:ext>
            </a:extLst>
          </p:cNvPr>
          <p:cNvSpPr txBox="1"/>
          <p:nvPr/>
        </p:nvSpPr>
        <p:spPr>
          <a:xfrm>
            <a:off x="9733702" y="4689430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NL" dirty="0">
                <a:latin typeface="Aptos" panose="020B0004020202020204" pitchFamily="34" charset="0"/>
              </a:rPr>
              <a:t>4</a:t>
            </a:r>
          </a:p>
        </p:txBody>
      </p:sp>
      <p:sp>
        <p:nvSpPr>
          <p:cNvPr id="38" name="TextBox 127">
            <a:extLst>
              <a:ext uri="{FF2B5EF4-FFF2-40B4-BE49-F238E27FC236}">
                <a16:creationId xmlns:a16="http://schemas.microsoft.com/office/drawing/2014/main" id="{23B5C82C-BBEE-3F69-C9F0-3A4157CC2472}"/>
              </a:ext>
            </a:extLst>
          </p:cNvPr>
          <p:cNvSpPr txBox="1"/>
          <p:nvPr/>
        </p:nvSpPr>
        <p:spPr>
          <a:xfrm>
            <a:off x="10699859" y="4101784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NL" dirty="0">
                <a:latin typeface="Aptos" panose="020B0004020202020204" pitchFamily="34" charset="0"/>
              </a:rPr>
              <a:t>1</a:t>
            </a:r>
          </a:p>
        </p:txBody>
      </p:sp>
      <p:sp>
        <p:nvSpPr>
          <p:cNvPr id="39" name="TextBox 128">
            <a:extLst>
              <a:ext uri="{FF2B5EF4-FFF2-40B4-BE49-F238E27FC236}">
                <a16:creationId xmlns:a16="http://schemas.microsoft.com/office/drawing/2014/main" id="{5F8E5D9C-3923-D782-7D01-B9E4EBE28723}"/>
              </a:ext>
            </a:extLst>
          </p:cNvPr>
          <p:cNvSpPr txBox="1"/>
          <p:nvPr/>
        </p:nvSpPr>
        <p:spPr>
          <a:xfrm>
            <a:off x="10699859" y="2247099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NL" dirty="0">
                <a:latin typeface="Aptos" panose="020B0004020202020204" pitchFamily="34" charset="0"/>
              </a:rPr>
              <a:t>1</a:t>
            </a:r>
          </a:p>
        </p:txBody>
      </p:sp>
      <p:sp>
        <p:nvSpPr>
          <p:cNvPr id="40" name="TextBox 129">
            <a:extLst>
              <a:ext uri="{FF2B5EF4-FFF2-40B4-BE49-F238E27FC236}">
                <a16:creationId xmlns:a16="http://schemas.microsoft.com/office/drawing/2014/main" id="{2DAD57EF-B574-E10C-3EB7-23980D555370}"/>
              </a:ext>
            </a:extLst>
          </p:cNvPr>
          <p:cNvSpPr txBox="1"/>
          <p:nvPr/>
        </p:nvSpPr>
        <p:spPr>
          <a:xfrm>
            <a:off x="11648954" y="4689430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NL" dirty="0">
                <a:latin typeface="Aptos" panose="020B0004020202020204" pitchFamily="34" charset="0"/>
              </a:rPr>
              <a:t>2</a:t>
            </a:r>
          </a:p>
        </p:txBody>
      </p:sp>
      <p:sp>
        <p:nvSpPr>
          <p:cNvPr id="41" name="TextBox 130">
            <a:extLst>
              <a:ext uri="{FF2B5EF4-FFF2-40B4-BE49-F238E27FC236}">
                <a16:creationId xmlns:a16="http://schemas.microsoft.com/office/drawing/2014/main" id="{4BBA128C-920A-9A19-11EB-9A63CC1251B1}"/>
              </a:ext>
            </a:extLst>
          </p:cNvPr>
          <p:cNvSpPr txBox="1"/>
          <p:nvPr/>
        </p:nvSpPr>
        <p:spPr>
          <a:xfrm>
            <a:off x="9733702" y="3144808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NL" dirty="0">
                <a:latin typeface="Aptos" panose="020B0004020202020204" pitchFamily="34" charset="0"/>
              </a:rPr>
              <a:t>4</a:t>
            </a:r>
          </a:p>
        </p:txBody>
      </p:sp>
      <p:sp>
        <p:nvSpPr>
          <p:cNvPr id="42" name="TextBox 131">
            <a:extLst>
              <a:ext uri="{FF2B5EF4-FFF2-40B4-BE49-F238E27FC236}">
                <a16:creationId xmlns:a16="http://schemas.microsoft.com/office/drawing/2014/main" id="{7EE92C6D-F702-D527-BBB4-BC45F7D6DEEA}"/>
              </a:ext>
            </a:extLst>
          </p:cNvPr>
          <p:cNvSpPr txBox="1"/>
          <p:nvPr/>
        </p:nvSpPr>
        <p:spPr>
          <a:xfrm>
            <a:off x="8109489" y="3144808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NL" dirty="0">
                <a:latin typeface="Aptos" panose="020B0004020202020204" pitchFamily="34" charset="0"/>
              </a:rPr>
              <a:t>2</a:t>
            </a:r>
          </a:p>
        </p:txBody>
      </p:sp>
      <p:sp>
        <p:nvSpPr>
          <p:cNvPr id="30" name="Rectangle: Rounded Corners 29">
            <a:extLst>
              <a:ext uri="{FF2B5EF4-FFF2-40B4-BE49-F238E27FC236}">
                <a16:creationId xmlns:a16="http://schemas.microsoft.com/office/drawing/2014/main" id="{7F547DD1-420E-48F2-4888-987217A979E8}"/>
              </a:ext>
            </a:extLst>
          </p:cNvPr>
          <p:cNvSpPr/>
          <p:nvPr/>
        </p:nvSpPr>
        <p:spPr>
          <a:xfrm>
            <a:off x="8570589" y="2115635"/>
            <a:ext cx="318887" cy="350477"/>
          </a:xfrm>
          <a:prstGeom prst="roundRect">
            <a:avLst/>
          </a:prstGeom>
          <a:ln>
            <a:headEnd type="none" w="med" len="med"/>
            <a:tailEnd type="none" w="med" len="med"/>
          </a:ln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nl-NL" sz="1600" dirty="0">
                <a:latin typeface="Aptos" panose="020B0004020202020204" pitchFamily="34" charset="0"/>
              </a:rPr>
              <a:t>0</a:t>
            </a:r>
          </a:p>
        </p:txBody>
      </p:sp>
      <p:sp>
        <p:nvSpPr>
          <p:cNvPr id="31" name="Rectangle: Rounded Corners 30">
            <a:extLst>
              <a:ext uri="{FF2B5EF4-FFF2-40B4-BE49-F238E27FC236}">
                <a16:creationId xmlns:a16="http://schemas.microsoft.com/office/drawing/2014/main" id="{38215690-9AF4-06D9-5FA8-427BCB6707C6}"/>
              </a:ext>
            </a:extLst>
          </p:cNvPr>
          <p:cNvSpPr/>
          <p:nvPr/>
        </p:nvSpPr>
        <p:spPr>
          <a:xfrm>
            <a:off x="10110746" y="2061189"/>
            <a:ext cx="318887" cy="350477"/>
          </a:xfrm>
          <a:prstGeom prst="roundRect">
            <a:avLst/>
          </a:prstGeom>
          <a:ln>
            <a:headEnd type="none" w="med" len="med"/>
            <a:tailEnd type="none" w="med" len="med"/>
          </a:ln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nl-NL" sz="1600" dirty="0">
                <a:latin typeface="Aptos" panose="020B0004020202020204" pitchFamily="34" charset="0"/>
              </a:rPr>
              <a:t>7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3" name="Rectangle: Rounded Corners 42">
                <a:extLst>
                  <a:ext uri="{FF2B5EF4-FFF2-40B4-BE49-F238E27FC236}">
                    <a16:creationId xmlns:a16="http://schemas.microsoft.com/office/drawing/2014/main" id="{2D867BB6-7675-9050-AD5A-306D05FD5B3B}"/>
                  </a:ext>
                </a:extLst>
              </p:cNvPr>
              <p:cNvSpPr/>
              <p:nvPr/>
            </p:nvSpPr>
            <p:spPr>
              <a:xfrm>
                <a:off x="11797608" y="2115635"/>
                <a:ext cx="318887" cy="350477"/>
              </a:xfrm>
              <a:prstGeom prst="roundRect">
                <a:avLst/>
              </a:prstGeom>
              <a:ln>
                <a:headEnd type="none" w="med" len="med"/>
                <a:tailEnd type="none" w="med" len="med"/>
              </a:ln>
            </p:spPr>
            <p:style>
              <a:lnRef idx="3">
                <a:schemeClr val="lt1"/>
              </a:lnRef>
              <a:fillRef idx="1">
                <a:schemeClr val="accent3"/>
              </a:fillRef>
              <a:effectRef idx="1">
                <a:schemeClr val="accent3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nl-NL" sz="1600" i="1" dirty="0" smtClean="0">
                          <a:latin typeface="Cambria Math" panose="02040503050406030204" pitchFamily="18" charset="0"/>
                        </a:rPr>
                        <m:t>∞</m:t>
                      </m:r>
                    </m:oMath>
                  </m:oMathPara>
                </a14:m>
                <a:endParaRPr lang="nl-NL" sz="1600" dirty="0">
                  <a:latin typeface="Aptos" panose="020B0004020202020204" pitchFamily="34" charset="0"/>
                </a:endParaRPr>
              </a:p>
            </p:txBody>
          </p:sp>
        </mc:Choice>
        <mc:Fallback>
          <p:sp>
            <p:nvSpPr>
              <p:cNvPr id="43" name="Rectangle: Rounded Corners 42">
                <a:extLst>
                  <a:ext uri="{FF2B5EF4-FFF2-40B4-BE49-F238E27FC236}">
                    <a16:creationId xmlns:a16="http://schemas.microsoft.com/office/drawing/2014/main" id="{2D867BB6-7675-9050-AD5A-306D05FD5B3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797608" y="2115635"/>
                <a:ext cx="318887" cy="350477"/>
              </a:xfrm>
              <a:prstGeom prst="roundRect">
                <a:avLst/>
              </a:prstGeom>
              <a:blipFill>
                <a:blip r:embed="rId2"/>
                <a:stretch>
                  <a:fillRect/>
                </a:stretch>
              </a:blipFill>
              <a:ln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r>
                  <a:rPr lang="nl-N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4" name="Rectangle: Rounded Corners 43">
            <a:extLst>
              <a:ext uri="{FF2B5EF4-FFF2-40B4-BE49-F238E27FC236}">
                <a16:creationId xmlns:a16="http://schemas.microsoft.com/office/drawing/2014/main" id="{5E8FED7E-44A2-D81E-7B39-0708BBF57C71}"/>
              </a:ext>
            </a:extLst>
          </p:cNvPr>
          <p:cNvSpPr/>
          <p:nvPr/>
        </p:nvSpPr>
        <p:spPr>
          <a:xfrm>
            <a:off x="11797607" y="3641402"/>
            <a:ext cx="318887" cy="350477"/>
          </a:xfrm>
          <a:prstGeom prst="roundRect">
            <a:avLst/>
          </a:prstGeom>
          <a:ln>
            <a:headEnd type="none" w="med" len="med"/>
            <a:tailEnd type="none" w="med" len="med"/>
          </a:ln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nl-NL" sz="1600" dirty="0">
                <a:latin typeface="Aptos" panose="020B0004020202020204" pitchFamily="34" charset="0"/>
              </a:rPr>
              <a:t>4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5" name="Rectangle: Rounded Corners 44">
                <a:extLst>
                  <a:ext uri="{FF2B5EF4-FFF2-40B4-BE49-F238E27FC236}">
                    <a16:creationId xmlns:a16="http://schemas.microsoft.com/office/drawing/2014/main" id="{251CB1FF-72F3-6AC5-087F-713BA1FAD1FA}"/>
                  </a:ext>
                </a:extLst>
              </p:cNvPr>
              <p:cNvSpPr/>
              <p:nvPr/>
            </p:nvSpPr>
            <p:spPr>
              <a:xfrm>
                <a:off x="11797606" y="5257614"/>
                <a:ext cx="318887" cy="350477"/>
              </a:xfrm>
              <a:prstGeom prst="roundRect">
                <a:avLst/>
              </a:prstGeom>
              <a:ln>
                <a:headEnd type="none" w="med" len="med"/>
                <a:tailEnd type="none" w="med" len="med"/>
              </a:ln>
            </p:spPr>
            <p:style>
              <a:lnRef idx="3">
                <a:schemeClr val="lt1"/>
              </a:lnRef>
              <a:fillRef idx="1">
                <a:schemeClr val="accent3"/>
              </a:fillRef>
              <a:effectRef idx="1">
                <a:schemeClr val="accent3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nl-NL" sz="1600" i="1" dirty="0" smtClean="0">
                          <a:latin typeface="Cambria Math" panose="02040503050406030204" pitchFamily="18" charset="0"/>
                        </a:rPr>
                        <m:t>∞</m:t>
                      </m:r>
                    </m:oMath>
                  </m:oMathPara>
                </a14:m>
                <a:endParaRPr lang="nl-NL" sz="1600" dirty="0">
                  <a:latin typeface="Aptos" panose="020B0004020202020204" pitchFamily="34" charset="0"/>
                </a:endParaRPr>
              </a:p>
            </p:txBody>
          </p:sp>
        </mc:Choice>
        <mc:Fallback>
          <p:sp>
            <p:nvSpPr>
              <p:cNvPr id="45" name="Rectangle: Rounded Corners 44">
                <a:extLst>
                  <a:ext uri="{FF2B5EF4-FFF2-40B4-BE49-F238E27FC236}">
                    <a16:creationId xmlns:a16="http://schemas.microsoft.com/office/drawing/2014/main" id="{251CB1FF-72F3-6AC5-087F-713BA1FAD1F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797606" y="5257614"/>
                <a:ext cx="318887" cy="350477"/>
              </a:xfrm>
              <a:prstGeom prst="roundRect">
                <a:avLst/>
              </a:prstGeom>
              <a:blipFill>
                <a:blip r:embed="rId3"/>
                <a:stretch>
                  <a:fillRect/>
                </a:stretch>
              </a:blipFill>
              <a:ln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r>
                  <a:rPr lang="nl-N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6" name="Rectangle: Rounded Corners 45">
            <a:extLst>
              <a:ext uri="{FF2B5EF4-FFF2-40B4-BE49-F238E27FC236}">
                <a16:creationId xmlns:a16="http://schemas.microsoft.com/office/drawing/2014/main" id="{42AA9D63-A0ED-4477-B54B-8E0721784171}"/>
              </a:ext>
            </a:extLst>
          </p:cNvPr>
          <p:cNvSpPr/>
          <p:nvPr/>
        </p:nvSpPr>
        <p:spPr>
          <a:xfrm>
            <a:off x="10164121" y="5219301"/>
            <a:ext cx="318887" cy="350477"/>
          </a:xfrm>
          <a:prstGeom prst="roundRect">
            <a:avLst/>
          </a:prstGeom>
          <a:ln>
            <a:headEnd type="none" w="med" len="med"/>
            <a:tailEnd type="none" w="med" len="med"/>
          </a:ln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nl-NL" sz="1600" dirty="0">
                <a:latin typeface="Aptos" panose="020B0004020202020204" pitchFamily="34" charset="0"/>
              </a:rPr>
              <a:t>7</a:t>
            </a:r>
          </a:p>
        </p:txBody>
      </p:sp>
      <p:sp>
        <p:nvSpPr>
          <p:cNvPr id="47" name="Rectangle: Rounded Corners 46">
            <a:extLst>
              <a:ext uri="{FF2B5EF4-FFF2-40B4-BE49-F238E27FC236}">
                <a16:creationId xmlns:a16="http://schemas.microsoft.com/office/drawing/2014/main" id="{C0BE43D0-7B04-F2CA-DCDD-25B26EA0558E}"/>
              </a:ext>
            </a:extLst>
          </p:cNvPr>
          <p:cNvSpPr/>
          <p:nvPr/>
        </p:nvSpPr>
        <p:spPr>
          <a:xfrm>
            <a:off x="8530636" y="5180988"/>
            <a:ext cx="318887" cy="350477"/>
          </a:xfrm>
          <a:prstGeom prst="roundRect">
            <a:avLst/>
          </a:prstGeom>
          <a:ln>
            <a:headEnd type="none" w="med" len="med"/>
            <a:tailEnd type="none" w="med" len="med"/>
          </a:ln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nl-NL" sz="1600" dirty="0">
                <a:latin typeface="Aptos" panose="020B0004020202020204" pitchFamily="34" charset="0"/>
              </a:rPr>
              <a:t>5</a:t>
            </a:r>
          </a:p>
        </p:txBody>
      </p:sp>
      <p:sp>
        <p:nvSpPr>
          <p:cNvPr id="48" name="Rectangle: Rounded Corners 47">
            <a:extLst>
              <a:ext uri="{FF2B5EF4-FFF2-40B4-BE49-F238E27FC236}">
                <a16:creationId xmlns:a16="http://schemas.microsoft.com/office/drawing/2014/main" id="{042F4765-7F7C-18DE-5F01-2FB082950595}"/>
              </a:ext>
            </a:extLst>
          </p:cNvPr>
          <p:cNvSpPr/>
          <p:nvPr/>
        </p:nvSpPr>
        <p:spPr>
          <a:xfrm>
            <a:off x="8512404" y="3653960"/>
            <a:ext cx="318887" cy="350477"/>
          </a:xfrm>
          <a:prstGeom prst="roundRect">
            <a:avLst/>
          </a:prstGeom>
          <a:ln>
            <a:headEnd type="none" w="med" len="med"/>
            <a:tailEnd type="none" w="med" len="med"/>
          </a:ln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nl-NL" sz="1600" dirty="0">
                <a:latin typeface="Aptos" panose="020B0004020202020204" pitchFamily="34" charset="0"/>
              </a:rPr>
              <a:t>2</a:t>
            </a:r>
          </a:p>
        </p:txBody>
      </p:sp>
      <p:sp>
        <p:nvSpPr>
          <p:cNvPr id="49" name="Rectangle: Rounded Corners 48">
            <a:extLst>
              <a:ext uri="{FF2B5EF4-FFF2-40B4-BE49-F238E27FC236}">
                <a16:creationId xmlns:a16="http://schemas.microsoft.com/office/drawing/2014/main" id="{9F1C93D6-22B9-7317-1F13-B0ADC127C70A}"/>
              </a:ext>
            </a:extLst>
          </p:cNvPr>
          <p:cNvSpPr/>
          <p:nvPr/>
        </p:nvSpPr>
        <p:spPr>
          <a:xfrm>
            <a:off x="10154658" y="3673867"/>
            <a:ext cx="318887" cy="350477"/>
          </a:xfrm>
          <a:prstGeom prst="roundRect">
            <a:avLst/>
          </a:prstGeom>
          <a:ln>
            <a:headEnd type="none" w="med" len="med"/>
            <a:tailEnd type="none" w="med" len="med"/>
          </a:ln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nl-NL" sz="1600" dirty="0">
                <a:latin typeface="Aptos" panose="020B0004020202020204" pitchFamily="34" charset="0"/>
              </a:rPr>
              <a:t>3</a:t>
            </a:r>
          </a:p>
        </p:txBody>
      </p:sp>
      <p:sp>
        <p:nvSpPr>
          <p:cNvPr id="26" name="TextBox 24">
            <a:extLst>
              <a:ext uri="{FF2B5EF4-FFF2-40B4-BE49-F238E27FC236}">
                <a16:creationId xmlns:a16="http://schemas.microsoft.com/office/drawing/2014/main" id="{585AA1E6-04C7-5C11-3580-4B5152B40C54}"/>
              </a:ext>
            </a:extLst>
          </p:cNvPr>
          <p:cNvSpPr txBox="1"/>
          <p:nvPr/>
        </p:nvSpPr>
        <p:spPr>
          <a:xfrm>
            <a:off x="6876842" y="6215577"/>
            <a:ext cx="9321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nl-NL" dirty="0" err="1">
                <a:latin typeface="Aptos" panose="020B0004020202020204" pitchFamily="34" charset="0"/>
              </a:rPr>
              <a:t>Visited</a:t>
            </a:r>
            <a:r>
              <a:rPr lang="nl-NL" dirty="0">
                <a:latin typeface="Aptos" panose="020B0004020202020204" pitchFamily="34" charset="0"/>
              </a:rPr>
              <a:t>:</a:t>
            </a:r>
          </a:p>
        </p:txBody>
      </p:sp>
      <p:sp>
        <p:nvSpPr>
          <p:cNvPr id="52" name="Oval 19">
            <a:extLst>
              <a:ext uri="{FF2B5EF4-FFF2-40B4-BE49-F238E27FC236}">
                <a16:creationId xmlns:a16="http://schemas.microsoft.com/office/drawing/2014/main" id="{3EA8066B-56FA-F003-8FD5-C4DEF0764893}"/>
              </a:ext>
            </a:extLst>
          </p:cNvPr>
          <p:cNvSpPr/>
          <p:nvPr/>
        </p:nvSpPr>
        <p:spPr>
          <a:xfrm>
            <a:off x="7808957" y="6190404"/>
            <a:ext cx="419679" cy="419679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dirty="0">
                <a:solidFill>
                  <a:schemeClr val="bg1"/>
                </a:solidFill>
                <a:latin typeface="Aptos" panose="020B0004020202020204" pitchFamily="34" charset="0"/>
              </a:rPr>
              <a:t>A</a:t>
            </a:r>
          </a:p>
        </p:txBody>
      </p:sp>
      <p:sp>
        <p:nvSpPr>
          <p:cNvPr id="53" name="Oval 19">
            <a:extLst>
              <a:ext uri="{FF2B5EF4-FFF2-40B4-BE49-F238E27FC236}">
                <a16:creationId xmlns:a16="http://schemas.microsoft.com/office/drawing/2014/main" id="{FD4D8D46-4A57-B1BC-DEF2-0F73D2244D3A}"/>
              </a:ext>
            </a:extLst>
          </p:cNvPr>
          <p:cNvSpPr/>
          <p:nvPr/>
        </p:nvSpPr>
        <p:spPr>
          <a:xfrm>
            <a:off x="8247983" y="6190404"/>
            <a:ext cx="419679" cy="419679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dirty="0">
                <a:solidFill>
                  <a:schemeClr val="bg1"/>
                </a:solidFill>
                <a:latin typeface="Aptos" panose="020B0004020202020204" pitchFamily="34" charset="0"/>
              </a:rPr>
              <a:t>D</a:t>
            </a:r>
          </a:p>
        </p:txBody>
      </p:sp>
      <p:sp>
        <p:nvSpPr>
          <p:cNvPr id="54" name="Oval 19">
            <a:extLst>
              <a:ext uri="{FF2B5EF4-FFF2-40B4-BE49-F238E27FC236}">
                <a16:creationId xmlns:a16="http://schemas.microsoft.com/office/drawing/2014/main" id="{71A74772-7530-C69C-B3CE-6EF0B777BBFF}"/>
              </a:ext>
            </a:extLst>
          </p:cNvPr>
          <p:cNvSpPr/>
          <p:nvPr/>
        </p:nvSpPr>
        <p:spPr>
          <a:xfrm>
            <a:off x="8687009" y="6190404"/>
            <a:ext cx="419679" cy="419679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dirty="0">
                <a:solidFill>
                  <a:schemeClr val="bg1"/>
                </a:solidFill>
                <a:latin typeface="Aptos" panose="020B0004020202020204" pitchFamily="34" charset="0"/>
              </a:rPr>
              <a:t>E</a:t>
            </a:r>
          </a:p>
        </p:txBody>
      </p:sp>
      <p:sp>
        <p:nvSpPr>
          <p:cNvPr id="55" name="Oval 19">
            <a:extLst>
              <a:ext uri="{FF2B5EF4-FFF2-40B4-BE49-F238E27FC236}">
                <a16:creationId xmlns:a16="http://schemas.microsoft.com/office/drawing/2014/main" id="{A1BF1BC4-6BE0-3F77-FCDD-D99D28BE5885}"/>
              </a:ext>
            </a:extLst>
          </p:cNvPr>
          <p:cNvSpPr/>
          <p:nvPr/>
        </p:nvSpPr>
        <p:spPr>
          <a:xfrm>
            <a:off x="9126035" y="6190404"/>
            <a:ext cx="419679" cy="419679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dirty="0">
                <a:solidFill>
                  <a:schemeClr val="bg1"/>
                </a:solidFill>
                <a:latin typeface="Aptos" panose="020B0004020202020204" pitchFamily="34" charset="0"/>
              </a:rPr>
              <a:t>F</a:t>
            </a:r>
          </a:p>
        </p:txBody>
      </p:sp>
    </p:spTree>
    <p:extLst>
      <p:ext uri="{BB962C8B-B14F-4D97-AF65-F5344CB8AC3E}">
        <p14:creationId xmlns:p14="http://schemas.microsoft.com/office/powerpoint/2010/main" val="9312530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mph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1973EB"/>
                                      </p:to>
                                    </p:animClr>
                                    <p:set>
                                      <p:cBhvr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7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2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000000"/>
                                      </p:to>
                                    </p:animClr>
                                    <p:set>
                                      <p:cBhvr>
                                        <p:cTn id="13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2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0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7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5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000000"/>
                                      </p:to>
                                    </p:animClr>
                                    <p:set>
                                      <p:cBhvr>
                                        <p:cTn id="26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2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3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8" grpId="0" animBg="1"/>
      <p:bldP spid="259" grpId="0" animBg="1"/>
      <p:bldP spid="43" grpId="0" animBg="1"/>
      <p:bldP spid="45" grpId="0" animBg="1"/>
      <p:bldP spid="55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D78415-A193-7849-C7D1-12BD6D6AB1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Oval 19">
            <a:extLst>
              <a:ext uri="{FF2B5EF4-FFF2-40B4-BE49-F238E27FC236}">
                <a16:creationId xmlns:a16="http://schemas.microsoft.com/office/drawing/2014/main" id="{F4F8588D-DF76-9DA2-440D-7C8AF0E4A38E}"/>
              </a:ext>
            </a:extLst>
          </p:cNvPr>
          <p:cNvSpPr/>
          <p:nvPr/>
        </p:nvSpPr>
        <p:spPr>
          <a:xfrm>
            <a:off x="9828248" y="5432853"/>
            <a:ext cx="427106" cy="427106"/>
          </a:xfrm>
          <a:prstGeom prst="ellipse">
            <a:avLst/>
          </a:prstGeom>
          <a:ln/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nl-NL" dirty="0">
                <a:solidFill>
                  <a:schemeClr val="dk1"/>
                </a:solidFill>
                <a:latin typeface="Aptos" panose="020B0004020202020204" pitchFamily="34" charset="0"/>
              </a:rPr>
              <a:t>H</a:t>
            </a:r>
          </a:p>
        </p:txBody>
      </p:sp>
      <p:sp>
        <p:nvSpPr>
          <p:cNvPr id="256" name="Rectangle: Rounded Corners 255">
            <a:extLst>
              <a:ext uri="{FF2B5EF4-FFF2-40B4-BE49-F238E27FC236}">
                <a16:creationId xmlns:a16="http://schemas.microsoft.com/office/drawing/2014/main" id="{09181842-DD8A-A935-CE8A-ABD3332084FF}"/>
              </a:ext>
            </a:extLst>
          </p:cNvPr>
          <p:cNvSpPr/>
          <p:nvPr/>
        </p:nvSpPr>
        <p:spPr>
          <a:xfrm>
            <a:off x="10164120" y="5219301"/>
            <a:ext cx="318887" cy="350477"/>
          </a:xfrm>
          <a:prstGeom prst="roundRect">
            <a:avLst/>
          </a:prstGeom>
          <a:ln>
            <a:headEnd type="none" w="med" len="med"/>
            <a:tailEnd type="none" w="med" len="med"/>
          </a:ln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nl-NL" sz="1600" dirty="0">
                <a:latin typeface="Aptos" panose="020B0004020202020204" pitchFamily="34" charset="0"/>
              </a:rPr>
              <a:t>6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84C13BE-5879-B711-3FE6-F0A7CFD87C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 err="1"/>
              <a:t>Shortest</a:t>
            </a:r>
            <a:r>
              <a:rPr lang="nl-NL" dirty="0"/>
              <a:t> </a:t>
            </a:r>
            <a:r>
              <a:rPr lang="nl-NL" dirty="0" err="1"/>
              <a:t>paths</a:t>
            </a:r>
            <a:r>
              <a:rPr lang="nl-NL" dirty="0"/>
              <a:t> – Dijkstra’s </a:t>
            </a:r>
            <a:r>
              <a:rPr lang="nl-NL" dirty="0" err="1"/>
              <a:t>algorithm</a:t>
            </a:r>
            <a:endParaRPr lang="nl-N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5E5918-DDFB-A79D-6E64-4632C889D6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0081" y="2633472"/>
            <a:ext cx="7202333" cy="3568152"/>
          </a:xfrm>
        </p:spPr>
        <p:txBody>
          <a:bodyPr>
            <a:normAutofit/>
          </a:bodyPr>
          <a:lstStyle/>
          <a:p>
            <a:r>
              <a:rPr lang="nl-NL" dirty="0"/>
              <a:t>Set </a:t>
            </a:r>
            <a:r>
              <a:rPr lang="nl-NL" dirty="0" err="1"/>
              <a:t>distance</a:t>
            </a:r>
            <a:r>
              <a:rPr lang="nl-NL" dirty="0"/>
              <a:t> of start node </a:t>
            </a:r>
            <a:r>
              <a:rPr lang="nl-NL" dirty="0" err="1"/>
              <a:t>to</a:t>
            </a:r>
            <a:r>
              <a:rPr lang="nl-NL" dirty="0"/>
              <a:t> zero &amp; </a:t>
            </a:r>
            <a:r>
              <a:rPr lang="nl-NL" dirty="0" err="1"/>
              <a:t>others</a:t>
            </a:r>
            <a:r>
              <a:rPr lang="nl-NL" dirty="0"/>
              <a:t> </a:t>
            </a:r>
            <a:r>
              <a:rPr lang="nl-NL" dirty="0" err="1"/>
              <a:t>to</a:t>
            </a:r>
            <a:r>
              <a:rPr lang="nl-NL" dirty="0"/>
              <a:t> “</a:t>
            </a:r>
            <a:r>
              <a:rPr lang="nl-NL" dirty="0" err="1"/>
              <a:t>extremely</a:t>
            </a:r>
            <a:r>
              <a:rPr lang="nl-NL" dirty="0"/>
              <a:t> far </a:t>
            </a:r>
            <a:r>
              <a:rPr lang="nl-NL" dirty="0" err="1"/>
              <a:t>away</a:t>
            </a:r>
            <a:r>
              <a:rPr lang="nl-NL" dirty="0"/>
              <a:t>”</a:t>
            </a:r>
          </a:p>
          <a:p>
            <a:r>
              <a:rPr lang="nl-NL" b="1" dirty="0" err="1">
                <a:latin typeface="Aptos" panose="020B0004020202020204" pitchFamily="34" charset="0"/>
              </a:rPr>
              <a:t>While</a:t>
            </a:r>
            <a:r>
              <a:rPr lang="nl-NL" dirty="0"/>
              <a:t> </a:t>
            </a:r>
            <a:r>
              <a:rPr lang="nl-NL" dirty="0" err="1"/>
              <a:t>there</a:t>
            </a:r>
            <a:r>
              <a:rPr lang="nl-NL" dirty="0"/>
              <a:t> are </a:t>
            </a:r>
            <a:r>
              <a:rPr lang="nl-NL" b="1" dirty="0" err="1">
                <a:latin typeface="Aptos" panose="020B0004020202020204" pitchFamily="34" charset="0"/>
              </a:rPr>
              <a:t>unvisited</a:t>
            </a:r>
            <a:r>
              <a:rPr lang="nl-NL" dirty="0"/>
              <a:t> </a:t>
            </a:r>
            <a:r>
              <a:rPr lang="nl-NL" dirty="0" err="1"/>
              <a:t>nodes</a:t>
            </a:r>
            <a:r>
              <a:rPr lang="nl-NL" dirty="0"/>
              <a:t>:</a:t>
            </a:r>
          </a:p>
          <a:p>
            <a:pPr lvl="1"/>
            <a:r>
              <a:rPr lang="nl-NL" sz="2000" dirty="0" err="1"/>
              <a:t>Find</a:t>
            </a:r>
            <a:r>
              <a:rPr lang="nl-NL" sz="2000" dirty="0"/>
              <a:t> </a:t>
            </a:r>
            <a:r>
              <a:rPr lang="nl-NL" sz="2000" dirty="0" err="1"/>
              <a:t>the</a:t>
            </a:r>
            <a:r>
              <a:rPr lang="nl-NL" sz="2000" dirty="0"/>
              <a:t> </a:t>
            </a:r>
            <a:r>
              <a:rPr lang="nl-NL" sz="2000" dirty="0" err="1"/>
              <a:t>one</a:t>
            </a:r>
            <a:r>
              <a:rPr lang="nl-NL" sz="2000" dirty="0"/>
              <a:t> </a:t>
            </a:r>
            <a:r>
              <a:rPr lang="nl-NL" sz="2000" dirty="0" err="1"/>
              <a:t>that</a:t>
            </a:r>
            <a:r>
              <a:rPr lang="nl-NL" sz="2000" dirty="0"/>
              <a:t> has </a:t>
            </a:r>
            <a:r>
              <a:rPr lang="nl-NL" sz="2000" dirty="0" err="1"/>
              <a:t>the</a:t>
            </a:r>
            <a:r>
              <a:rPr lang="nl-NL" sz="2000" dirty="0"/>
              <a:t> </a:t>
            </a:r>
            <a:r>
              <a:rPr lang="nl-NL" sz="2000" b="1" dirty="0" err="1">
                <a:latin typeface="Aptos" panose="020B0004020202020204" pitchFamily="34" charset="0"/>
              </a:rPr>
              <a:t>smallest</a:t>
            </a:r>
            <a:r>
              <a:rPr lang="nl-NL" sz="2000" dirty="0"/>
              <a:t> </a:t>
            </a:r>
            <a:r>
              <a:rPr lang="nl-NL" sz="2000" b="1" dirty="0" err="1">
                <a:latin typeface="Aptos" panose="020B0004020202020204" pitchFamily="34" charset="0"/>
              </a:rPr>
              <a:t>current</a:t>
            </a:r>
            <a:r>
              <a:rPr lang="nl-NL" sz="2000" dirty="0"/>
              <a:t> </a:t>
            </a:r>
            <a:r>
              <a:rPr lang="nl-NL" sz="2000" dirty="0" err="1"/>
              <a:t>distance</a:t>
            </a:r>
            <a:endParaRPr lang="nl-NL" sz="2000" dirty="0"/>
          </a:p>
          <a:p>
            <a:pPr lvl="1"/>
            <a:r>
              <a:rPr lang="nl-NL" sz="2000" b="1" dirty="0">
                <a:latin typeface="Aptos" panose="020B0004020202020204" pitchFamily="34" charset="0"/>
              </a:rPr>
              <a:t>Update</a:t>
            </a:r>
            <a:r>
              <a:rPr lang="nl-NL" sz="2000" dirty="0"/>
              <a:t> </a:t>
            </a:r>
            <a:r>
              <a:rPr lang="nl-NL" sz="2000" dirty="0" err="1"/>
              <a:t>the</a:t>
            </a:r>
            <a:r>
              <a:rPr lang="nl-NL" sz="2000" dirty="0"/>
              <a:t> </a:t>
            </a:r>
            <a:r>
              <a:rPr lang="nl-NL" sz="2000" dirty="0" err="1"/>
              <a:t>distance</a:t>
            </a:r>
            <a:r>
              <a:rPr lang="nl-NL" sz="2000" dirty="0"/>
              <a:t> </a:t>
            </a:r>
            <a:r>
              <a:rPr lang="nl-NL" sz="2000" dirty="0" err="1"/>
              <a:t>to</a:t>
            </a:r>
            <a:r>
              <a:rPr lang="nl-NL" sz="2000" dirty="0"/>
              <a:t> </a:t>
            </a:r>
            <a:r>
              <a:rPr lang="nl-NL" sz="2000" dirty="0" err="1"/>
              <a:t>its</a:t>
            </a:r>
            <a:r>
              <a:rPr lang="nl-NL" sz="2000" dirty="0"/>
              <a:t> </a:t>
            </a:r>
            <a:r>
              <a:rPr lang="nl-NL" sz="2000" b="1" dirty="0" err="1">
                <a:latin typeface="Aptos" panose="020B0004020202020204" pitchFamily="34" charset="0"/>
              </a:rPr>
              <a:t>neighbours</a:t>
            </a:r>
            <a:endParaRPr lang="nl-NL" sz="2000" b="1" dirty="0">
              <a:latin typeface="Aptos" panose="020B0004020202020204" pitchFamily="34" charset="0"/>
            </a:endParaRPr>
          </a:p>
        </p:txBody>
      </p:sp>
      <p:sp>
        <p:nvSpPr>
          <p:cNvPr id="4" name="Oval 6">
            <a:extLst>
              <a:ext uri="{FF2B5EF4-FFF2-40B4-BE49-F238E27FC236}">
                <a16:creationId xmlns:a16="http://schemas.microsoft.com/office/drawing/2014/main" id="{A3B5E752-B9FD-94E1-987B-D2ECFFD5DB17}"/>
              </a:ext>
            </a:extLst>
          </p:cNvPr>
          <p:cNvSpPr/>
          <p:nvPr/>
        </p:nvSpPr>
        <p:spPr>
          <a:xfrm>
            <a:off x="9828248" y="3888232"/>
            <a:ext cx="427106" cy="427106"/>
          </a:xfrm>
          <a:prstGeom prst="ellipse">
            <a:avLst/>
          </a:prstGeom>
          <a:solidFill>
            <a:srgbClr val="00B0F0"/>
          </a:solidFill>
          <a:ln/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nl-NL">
                <a:latin typeface="Aptos" panose="020B0004020202020204" pitchFamily="34" charset="0"/>
              </a:rPr>
              <a:t>E</a:t>
            </a:r>
            <a:endParaRPr lang="nl-NL" dirty="0">
              <a:latin typeface="Aptos" panose="020B0004020202020204" pitchFamily="34" charset="0"/>
            </a:endParaRPr>
          </a:p>
        </p:txBody>
      </p:sp>
      <p:sp>
        <p:nvSpPr>
          <p:cNvPr id="5" name="Oval 8">
            <a:extLst>
              <a:ext uri="{FF2B5EF4-FFF2-40B4-BE49-F238E27FC236}">
                <a16:creationId xmlns:a16="http://schemas.microsoft.com/office/drawing/2014/main" id="{DB9B5ED7-0504-E7A5-984C-A8AC59C90B9A}"/>
              </a:ext>
            </a:extLst>
          </p:cNvPr>
          <p:cNvSpPr/>
          <p:nvPr/>
        </p:nvSpPr>
        <p:spPr>
          <a:xfrm>
            <a:off x="11452462" y="3888232"/>
            <a:ext cx="427106" cy="427106"/>
          </a:xfrm>
          <a:prstGeom prst="ellipse">
            <a:avLst/>
          </a:prstGeom>
          <a:solidFill>
            <a:srgbClr val="00B0F0"/>
          </a:solidFill>
          <a:ln/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nl-NL" dirty="0">
                <a:latin typeface="Aptos" panose="020B0004020202020204" pitchFamily="34" charset="0"/>
              </a:rPr>
              <a:t>F</a:t>
            </a:r>
          </a:p>
        </p:txBody>
      </p:sp>
      <p:cxnSp>
        <p:nvCxnSpPr>
          <p:cNvPr id="6" name="Straight Arrow Connector 18">
            <a:extLst>
              <a:ext uri="{FF2B5EF4-FFF2-40B4-BE49-F238E27FC236}">
                <a16:creationId xmlns:a16="http://schemas.microsoft.com/office/drawing/2014/main" id="{FF54B276-0C40-D420-9B1E-AD49D5041FD9}"/>
              </a:ext>
            </a:extLst>
          </p:cNvPr>
          <p:cNvCxnSpPr>
            <a:cxnSpLocks/>
            <a:stCxn id="7" idx="6"/>
            <a:endCxn id="4" idx="2"/>
          </p:cNvCxnSpPr>
          <p:nvPr/>
        </p:nvCxnSpPr>
        <p:spPr>
          <a:xfrm>
            <a:off x="8631140" y="4101785"/>
            <a:ext cx="1197108" cy="0"/>
          </a:xfrm>
          <a:prstGeom prst="straightConnector1">
            <a:avLst/>
          </a:prstGeom>
          <a:ln w="381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" name="Oval 19">
            <a:extLst>
              <a:ext uri="{FF2B5EF4-FFF2-40B4-BE49-F238E27FC236}">
                <a16:creationId xmlns:a16="http://schemas.microsoft.com/office/drawing/2014/main" id="{7E68A385-EAE9-6858-914D-F918E7F8FA7B}"/>
              </a:ext>
            </a:extLst>
          </p:cNvPr>
          <p:cNvSpPr/>
          <p:nvPr/>
        </p:nvSpPr>
        <p:spPr>
          <a:xfrm>
            <a:off x="8204034" y="3888232"/>
            <a:ext cx="427106" cy="427106"/>
          </a:xfrm>
          <a:prstGeom prst="ellipse">
            <a:avLst/>
          </a:prstGeom>
          <a:solidFill>
            <a:srgbClr val="00B0F0"/>
          </a:solidFill>
          <a:ln/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nl-NL" dirty="0">
                <a:latin typeface="Aptos" panose="020B0004020202020204" pitchFamily="34" charset="0"/>
              </a:rPr>
              <a:t>D</a:t>
            </a:r>
          </a:p>
        </p:txBody>
      </p:sp>
      <p:sp>
        <p:nvSpPr>
          <p:cNvPr id="8" name="Oval 8">
            <a:extLst>
              <a:ext uri="{FF2B5EF4-FFF2-40B4-BE49-F238E27FC236}">
                <a16:creationId xmlns:a16="http://schemas.microsoft.com/office/drawing/2014/main" id="{1B255BE1-D983-D4AF-2E76-71E010660025}"/>
              </a:ext>
            </a:extLst>
          </p:cNvPr>
          <p:cNvSpPr/>
          <p:nvPr/>
        </p:nvSpPr>
        <p:spPr>
          <a:xfrm>
            <a:off x="11452462" y="2343610"/>
            <a:ext cx="427106" cy="427106"/>
          </a:xfrm>
          <a:prstGeom prst="ellipse">
            <a:avLst/>
          </a:prstGeom>
          <a:ln/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nl-NL">
                <a:solidFill>
                  <a:schemeClr val="dk1"/>
                </a:solidFill>
                <a:latin typeface="Aptos" panose="020B0004020202020204" pitchFamily="34" charset="0"/>
              </a:rPr>
              <a:t>C</a:t>
            </a:r>
            <a:endParaRPr lang="nl-NL" dirty="0">
              <a:solidFill>
                <a:schemeClr val="dk1"/>
              </a:solidFill>
              <a:latin typeface="Aptos" panose="020B0004020202020204" pitchFamily="34" charset="0"/>
            </a:endParaRPr>
          </a:p>
        </p:txBody>
      </p:sp>
      <p:cxnSp>
        <p:nvCxnSpPr>
          <p:cNvPr id="9" name="Straight Arrow Connector 18">
            <a:extLst>
              <a:ext uri="{FF2B5EF4-FFF2-40B4-BE49-F238E27FC236}">
                <a16:creationId xmlns:a16="http://schemas.microsoft.com/office/drawing/2014/main" id="{8BAC61E6-B5E1-ABA2-B258-DAF22D9B10BF}"/>
              </a:ext>
            </a:extLst>
          </p:cNvPr>
          <p:cNvCxnSpPr>
            <a:cxnSpLocks/>
            <a:stCxn id="4" idx="6"/>
            <a:endCxn id="5" idx="2"/>
          </p:cNvCxnSpPr>
          <p:nvPr/>
        </p:nvCxnSpPr>
        <p:spPr>
          <a:xfrm>
            <a:off x="10255354" y="4101785"/>
            <a:ext cx="1197108" cy="0"/>
          </a:xfrm>
          <a:prstGeom prst="straightConnector1">
            <a:avLst/>
          </a:prstGeom>
          <a:ln w="381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" name="Straight Arrow Connector 18">
            <a:extLst>
              <a:ext uri="{FF2B5EF4-FFF2-40B4-BE49-F238E27FC236}">
                <a16:creationId xmlns:a16="http://schemas.microsoft.com/office/drawing/2014/main" id="{753E2B0B-FABF-01BE-04E8-3B2B5D13D656}"/>
              </a:ext>
            </a:extLst>
          </p:cNvPr>
          <p:cNvCxnSpPr>
            <a:cxnSpLocks/>
            <a:stCxn id="5" idx="0"/>
            <a:endCxn id="8" idx="4"/>
          </p:cNvCxnSpPr>
          <p:nvPr/>
        </p:nvCxnSpPr>
        <p:spPr>
          <a:xfrm flipV="1">
            <a:off x="11666015" y="2770716"/>
            <a:ext cx="0" cy="1117516"/>
          </a:xfrm>
          <a:prstGeom prst="straightConnector1">
            <a:avLst/>
          </a:prstGeom>
          <a:ln w="381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1" name="Oval 19">
            <a:extLst>
              <a:ext uri="{FF2B5EF4-FFF2-40B4-BE49-F238E27FC236}">
                <a16:creationId xmlns:a16="http://schemas.microsoft.com/office/drawing/2014/main" id="{14BF79D5-40FD-0315-B29E-8A460AC7DF89}"/>
              </a:ext>
            </a:extLst>
          </p:cNvPr>
          <p:cNvSpPr/>
          <p:nvPr/>
        </p:nvSpPr>
        <p:spPr>
          <a:xfrm>
            <a:off x="8204034" y="2343610"/>
            <a:ext cx="427106" cy="427106"/>
          </a:xfrm>
          <a:prstGeom prst="ellipse">
            <a:avLst/>
          </a:prstGeom>
          <a:solidFill>
            <a:srgbClr val="00B0F0"/>
          </a:solidFill>
          <a:ln/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nl-NL" dirty="0">
                <a:latin typeface="Aptos" panose="020B0004020202020204" pitchFamily="34" charset="0"/>
              </a:rPr>
              <a:t>A</a:t>
            </a:r>
          </a:p>
        </p:txBody>
      </p:sp>
      <p:sp>
        <p:nvSpPr>
          <p:cNvPr id="12" name="Oval 19">
            <a:extLst>
              <a:ext uri="{FF2B5EF4-FFF2-40B4-BE49-F238E27FC236}">
                <a16:creationId xmlns:a16="http://schemas.microsoft.com/office/drawing/2014/main" id="{896EA74D-AB4A-585C-04C7-58B322E3FC3F}"/>
              </a:ext>
            </a:extLst>
          </p:cNvPr>
          <p:cNvSpPr/>
          <p:nvPr/>
        </p:nvSpPr>
        <p:spPr>
          <a:xfrm>
            <a:off x="8204034" y="5432853"/>
            <a:ext cx="427106" cy="427106"/>
          </a:xfrm>
          <a:prstGeom prst="ellipse">
            <a:avLst/>
          </a:prstGeom>
          <a:ln/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nl-NL" dirty="0">
                <a:solidFill>
                  <a:schemeClr val="dk1"/>
                </a:solidFill>
                <a:latin typeface="Aptos" panose="020B0004020202020204" pitchFamily="34" charset="0"/>
              </a:rPr>
              <a:t>G</a:t>
            </a:r>
          </a:p>
        </p:txBody>
      </p:sp>
      <p:sp>
        <p:nvSpPr>
          <p:cNvPr id="14" name="Oval 19">
            <a:extLst>
              <a:ext uri="{FF2B5EF4-FFF2-40B4-BE49-F238E27FC236}">
                <a16:creationId xmlns:a16="http://schemas.microsoft.com/office/drawing/2014/main" id="{310BB2B2-022C-6E09-5D2D-AF2379E0833C}"/>
              </a:ext>
            </a:extLst>
          </p:cNvPr>
          <p:cNvSpPr/>
          <p:nvPr/>
        </p:nvSpPr>
        <p:spPr>
          <a:xfrm>
            <a:off x="11452462" y="5432853"/>
            <a:ext cx="427106" cy="427106"/>
          </a:xfrm>
          <a:prstGeom prst="ellipse">
            <a:avLst/>
          </a:prstGeom>
          <a:ln/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nl-NL">
                <a:solidFill>
                  <a:schemeClr val="dk1"/>
                </a:solidFill>
                <a:latin typeface="Aptos" panose="020B0004020202020204" pitchFamily="34" charset="0"/>
              </a:rPr>
              <a:t>J</a:t>
            </a:r>
            <a:endParaRPr lang="nl-NL" dirty="0">
              <a:solidFill>
                <a:schemeClr val="dk1"/>
              </a:solidFill>
              <a:latin typeface="Aptos" panose="020B0004020202020204" pitchFamily="34" charset="0"/>
            </a:endParaRPr>
          </a:p>
        </p:txBody>
      </p:sp>
      <p:sp>
        <p:nvSpPr>
          <p:cNvPr id="15" name="Oval 19">
            <a:extLst>
              <a:ext uri="{FF2B5EF4-FFF2-40B4-BE49-F238E27FC236}">
                <a16:creationId xmlns:a16="http://schemas.microsoft.com/office/drawing/2014/main" id="{6BFCB4CC-196A-3692-0A1D-DC1117112240}"/>
              </a:ext>
            </a:extLst>
          </p:cNvPr>
          <p:cNvSpPr/>
          <p:nvPr/>
        </p:nvSpPr>
        <p:spPr>
          <a:xfrm>
            <a:off x="9828248" y="2343610"/>
            <a:ext cx="427106" cy="427106"/>
          </a:xfrm>
          <a:prstGeom prst="ellipse">
            <a:avLst/>
          </a:prstGeom>
          <a:ln/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nl-NL" dirty="0">
                <a:solidFill>
                  <a:schemeClr val="dk1"/>
                </a:solidFill>
                <a:latin typeface="Aptos" panose="020B0004020202020204" pitchFamily="34" charset="0"/>
              </a:rPr>
              <a:t>B</a:t>
            </a:r>
          </a:p>
        </p:txBody>
      </p:sp>
      <p:cxnSp>
        <p:nvCxnSpPr>
          <p:cNvPr id="16" name="Straight Arrow Connector 47">
            <a:extLst>
              <a:ext uri="{FF2B5EF4-FFF2-40B4-BE49-F238E27FC236}">
                <a16:creationId xmlns:a16="http://schemas.microsoft.com/office/drawing/2014/main" id="{A69DC1F8-2E9A-DD6E-BDC9-919D88DE5088}"/>
              </a:ext>
            </a:extLst>
          </p:cNvPr>
          <p:cNvCxnSpPr>
            <a:cxnSpLocks/>
            <a:stCxn id="7" idx="0"/>
            <a:endCxn id="11" idx="4"/>
          </p:cNvCxnSpPr>
          <p:nvPr/>
        </p:nvCxnSpPr>
        <p:spPr>
          <a:xfrm flipV="1">
            <a:off x="8417587" y="2770716"/>
            <a:ext cx="0" cy="1117516"/>
          </a:xfrm>
          <a:prstGeom prst="straightConnector1">
            <a:avLst/>
          </a:prstGeom>
          <a:ln w="381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7" name="Straight Arrow Connector 47">
            <a:extLst>
              <a:ext uri="{FF2B5EF4-FFF2-40B4-BE49-F238E27FC236}">
                <a16:creationId xmlns:a16="http://schemas.microsoft.com/office/drawing/2014/main" id="{A117F04F-4B97-55B1-DA82-46E5C6AA1883}"/>
              </a:ext>
            </a:extLst>
          </p:cNvPr>
          <p:cNvCxnSpPr>
            <a:cxnSpLocks/>
            <a:stCxn id="11" idx="6"/>
            <a:endCxn id="15" idx="2"/>
          </p:cNvCxnSpPr>
          <p:nvPr/>
        </p:nvCxnSpPr>
        <p:spPr>
          <a:xfrm>
            <a:off x="8631140" y="2557163"/>
            <a:ext cx="1197108" cy="0"/>
          </a:xfrm>
          <a:prstGeom prst="straightConnector1">
            <a:avLst/>
          </a:prstGeom>
          <a:ln w="38100">
            <a:solidFill>
              <a:schemeClr val="bg1">
                <a:lumMod val="85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8" name="Straight Arrow Connector 47">
            <a:extLst>
              <a:ext uri="{FF2B5EF4-FFF2-40B4-BE49-F238E27FC236}">
                <a16:creationId xmlns:a16="http://schemas.microsoft.com/office/drawing/2014/main" id="{85F0E9A8-F884-592C-BBC2-50D51020BB2A}"/>
              </a:ext>
            </a:extLst>
          </p:cNvPr>
          <p:cNvCxnSpPr>
            <a:cxnSpLocks/>
            <a:stCxn id="4" idx="0"/>
            <a:endCxn id="15" idx="4"/>
          </p:cNvCxnSpPr>
          <p:nvPr/>
        </p:nvCxnSpPr>
        <p:spPr>
          <a:xfrm flipV="1">
            <a:off x="10041801" y="2770716"/>
            <a:ext cx="0" cy="1117516"/>
          </a:xfrm>
          <a:prstGeom prst="straightConnector1">
            <a:avLst/>
          </a:prstGeom>
          <a:ln w="381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9" name="Straight Arrow Connector 47">
            <a:extLst>
              <a:ext uri="{FF2B5EF4-FFF2-40B4-BE49-F238E27FC236}">
                <a16:creationId xmlns:a16="http://schemas.microsoft.com/office/drawing/2014/main" id="{90203D3E-236B-65AA-6E18-8CF4781F6233}"/>
              </a:ext>
            </a:extLst>
          </p:cNvPr>
          <p:cNvCxnSpPr>
            <a:cxnSpLocks/>
            <a:stCxn id="15" idx="6"/>
            <a:endCxn id="8" idx="2"/>
          </p:cNvCxnSpPr>
          <p:nvPr/>
        </p:nvCxnSpPr>
        <p:spPr>
          <a:xfrm>
            <a:off x="10255354" y="2557163"/>
            <a:ext cx="1197108" cy="0"/>
          </a:xfrm>
          <a:prstGeom prst="straightConnector1">
            <a:avLst/>
          </a:prstGeom>
          <a:ln w="38100">
            <a:solidFill>
              <a:schemeClr val="bg1">
                <a:lumMod val="85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0" name="Straight Arrow Connector 47">
            <a:extLst>
              <a:ext uri="{FF2B5EF4-FFF2-40B4-BE49-F238E27FC236}">
                <a16:creationId xmlns:a16="http://schemas.microsoft.com/office/drawing/2014/main" id="{78F395D7-EE1B-230A-2FFD-B207C18B682B}"/>
              </a:ext>
            </a:extLst>
          </p:cNvPr>
          <p:cNvCxnSpPr>
            <a:cxnSpLocks/>
            <a:stCxn id="7" idx="4"/>
            <a:endCxn id="12" idx="0"/>
          </p:cNvCxnSpPr>
          <p:nvPr/>
        </p:nvCxnSpPr>
        <p:spPr>
          <a:xfrm>
            <a:off x="8417587" y="4315338"/>
            <a:ext cx="0" cy="1117515"/>
          </a:xfrm>
          <a:prstGeom prst="straightConnector1">
            <a:avLst/>
          </a:prstGeom>
          <a:ln w="381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1" name="Straight Arrow Connector 47">
            <a:extLst>
              <a:ext uri="{FF2B5EF4-FFF2-40B4-BE49-F238E27FC236}">
                <a16:creationId xmlns:a16="http://schemas.microsoft.com/office/drawing/2014/main" id="{DC152721-8062-BE34-73CB-CC0B5F17856F}"/>
              </a:ext>
            </a:extLst>
          </p:cNvPr>
          <p:cNvCxnSpPr>
            <a:cxnSpLocks/>
            <a:stCxn id="4" idx="4"/>
            <a:endCxn id="13" idx="0"/>
          </p:cNvCxnSpPr>
          <p:nvPr/>
        </p:nvCxnSpPr>
        <p:spPr>
          <a:xfrm>
            <a:off x="10041801" y="4315338"/>
            <a:ext cx="0" cy="1117515"/>
          </a:xfrm>
          <a:prstGeom prst="straightConnector1">
            <a:avLst/>
          </a:prstGeom>
          <a:ln w="381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2" name="Straight Arrow Connector 47">
            <a:extLst>
              <a:ext uri="{FF2B5EF4-FFF2-40B4-BE49-F238E27FC236}">
                <a16:creationId xmlns:a16="http://schemas.microsoft.com/office/drawing/2014/main" id="{FFA3A6C0-42D8-5B85-153E-8B42A956171A}"/>
              </a:ext>
            </a:extLst>
          </p:cNvPr>
          <p:cNvCxnSpPr>
            <a:cxnSpLocks/>
            <a:stCxn id="12" idx="6"/>
            <a:endCxn id="13" idx="2"/>
          </p:cNvCxnSpPr>
          <p:nvPr/>
        </p:nvCxnSpPr>
        <p:spPr>
          <a:xfrm>
            <a:off x="8631140" y="5646406"/>
            <a:ext cx="1197108" cy="0"/>
          </a:xfrm>
          <a:prstGeom prst="straightConnector1">
            <a:avLst/>
          </a:prstGeom>
          <a:ln w="38100">
            <a:solidFill>
              <a:schemeClr val="bg1">
                <a:lumMod val="85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3" name="Straight Arrow Connector 47">
            <a:extLst>
              <a:ext uri="{FF2B5EF4-FFF2-40B4-BE49-F238E27FC236}">
                <a16:creationId xmlns:a16="http://schemas.microsoft.com/office/drawing/2014/main" id="{EEAD4DD3-E02F-DA32-314C-9B58594E5CC6}"/>
              </a:ext>
            </a:extLst>
          </p:cNvPr>
          <p:cNvCxnSpPr>
            <a:cxnSpLocks/>
            <a:stCxn id="13" idx="6"/>
            <a:endCxn id="14" idx="2"/>
          </p:cNvCxnSpPr>
          <p:nvPr/>
        </p:nvCxnSpPr>
        <p:spPr>
          <a:xfrm>
            <a:off x="10255354" y="5646406"/>
            <a:ext cx="1197108" cy="0"/>
          </a:xfrm>
          <a:prstGeom prst="straightConnector1">
            <a:avLst/>
          </a:prstGeom>
          <a:ln w="38100">
            <a:solidFill>
              <a:schemeClr val="bg1">
                <a:lumMod val="85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7" name="Straight Arrow Connector 18">
            <a:extLst>
              <a:ext uri="{FF2B5EF4-FFF2-40B4-BE49-F238E27FC236}">
                <a16:creationId xmlns:a16="http://schemas.microsoft.com/office/drawing/2014/main" id="{853347A8-C0B5-A2B8-B264-ACB33DFD0747}"/>
              </a:ext>
            </a:extLst>
          </p:cNvPr>
          <p:cNvCxnSpPr>
            <a:cxnSpLocks/>
            <a:stCxn id="14" idx="0"/>
            <a:endCxn id="5" idx="4"/>
          </p:cNvCxnSpPr>
          <p:nvPr/>
        </p:nvCxnSpPr>
        <p:spPr>
          <a:xfrm flipV="1">
            <a:off x="11666015" y="4315338"/>
            <a:ext cx="0" cy="1117515"/>
          </a:xfrm>
          <a:prstGeom prst="straightConnector1">
            <a:avLst/>
          </a:prstGeom>
          <a:ln w="381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9" name="TextBox 118">
            <a:extLst>
              <a:ext uri="{FF2B5EF4-FFF2-40B4-BE49-F238E27FC236}">
                <a16:creationId xmlns:a16="http://schemas.microsoft.com/office/drawing/2014/main" id="{5BEABD88-1249-D79C-7AB2-DB8B4FDE1FA9}"/>
              </a:ext>
            </a:extLst>
          </p:cNvPr>
          <p:cNvSpPr txBox="1"/>
          <p:nvPr/>
        </p:nvSpPr>
        <p:spPr>
          <a:xfrm>
            <a:off x="9075645" y="2247099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NL" dirty="0">
                <a:latin typeface="Aptos" panose="020B0004020202020204" pitchFamily="34" charset="0"/>
              </a:rPr>
              <a:t>8</a:t>
            </a:r>
          </a:p>
        </p:txBody>
      </p:sp>
      <p:sp>
        <p:nvSpPr>
          <p:cNvPr id="32" name="TextBox 121">
            <a:extLst>
              <a:ext uri="{FF2B5EF4-FFF2-40B4-BE49-F238E27FC236}">
                <a16:creationId xmlns:a16="http://schemas.microsoft.com/office/drawing/2014/main" id="{32831B2F-E78A-6F56-41EA-6389D53EDE69}"/>
              </a:ext>
            </a:extLst>
          </p:cNvPr>
          <p:cNvSpPr txBox="1"/>
          <p:nvPr/>
        </p:nvSpPr>
        <p:spPr>
          <a:xfrm>
            <a:off x="11648954" y="3144808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NL" dirty="0">
                <a:latin typeface="Aptos" panose="020B0004020202020204" pitchFamily="34" charset="0"/>
              </a:rPr>
              <a:t>5</a:t>
            </a:r>
          </a:p>
        </p:txBody>
      </p:sp>
      <p:sp>
        <p:nvSpPr>
          <p:cNvPr id="33" name="TextBox 122">
            <a:extLst>
              <a:ext uri="{FF2B5EF4-FFF2-40B4-BE49-F238E27FC236}">
                <a16:creationId xmlns:a16="http://schemas.microsoft.com/office/drawing/2014/main" id="{30C5F9AA-6B6A-EBD2-143A-E88EC3DE2EEA}"/>
              </a:ext>
            </a:extLst>
          </p:cNvPr>
          <p:cNvSpPr txBox="1"/>
          <p:nvPr/>
        </p:nvSpPr>
        <p:spPr>
          <a:xfrm>
            <a:off x="9075645" y="4101784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NL" dirty="0">
                <a:latin typeface="Aptos" panose="020B0004020202020204" pitchFamily="34" charset="0"/>
              </a:rPr>
              <a:t>1</a:t>
            </a:r>
          </a:p>
        </p:txBody>
      </p:sp>
      <p:sp>
        <p:nvSpPr>
          <p:cNvPr id="34" name="TextBox 123">
            <a:extLst>
              <a:ext uri="{FF2B5EF4-FFF2-40B4-BE49-F238E27FC236}">
                <a16:creationId xmlns:a16="http://schemas.microsoft.com/office/drawing/2014/main" id="{EAB3BAFF-E16D-1E7B-A329-4D7A6F9D3500}"/>
              </a:ext>
            </a:extLst>
          </p:cNvPr>
          <p:cNvSpPr txBox="1"/>
          <p:nvPr/>
        </p:nvSpPr>
        <p:spPr>
          <a:xfrm>
            <a:off x="9075645" y="5646406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NL" dirty="0">
                <a:latin typeface="Aptos" panose="020B0004020202020204" pitchFamily="34" charset="0"/>
              </a:rPr>
              <a:t>1</a:t>
            </a:r>
          </a:p>
        </p:txBody>
      </p:sp>
      <p:sp>
        <p:nvSpPr>
          <p:cNvPr id="35" name="TextBox 124">
            <a:extLst>
              <a:ext uri="{FF2B5EF4-FFF2-40B4-BE49-F238E27FC236}">
                <a16:creationId xmlns:a16="http://schemas.microsoft.com/office/drawing/2014/main" id="{8F14945F-72A5-88CD-79C9-FD757886A932}"/>
              </a:ext>
            </a:extLst>
          </p:cNvPr>
          <p:cNvSpPr txBox="1"/>
          <p:nvPr/>
        </p:nvSpPr>
        <p:spPr>
          <a:xfrm>
            <a:off x="8109489" y="4689430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NL" dirty="0">
                <a:latin typeface="Aptos" panose="020B0004020202020204" pitchFamily="34" charset="0"/>
              </a:rPr>
              <a:t>3</a:t>
            </a:r>
          </a:p>
        </p:txBody>
      </p:sp>
      <p:sp>
        <p:nvSpPr>
          <p:cNvPr id="36" name="TextBox 125">
            <a:extLst>
              <a:ext uri="{FF2B5EF4-FFF2-40B4-BE49-F238E27FC236}">
                <a16:creationId xmlns:a16="http://schemas.microsoft.com/office/drawing/2014/main" id="{0FF18ADA-EB6D-FDE3-0BC0-8117926221EA}"/>
              </a:ext>
            </a:extLst>
          </p:cNvPr>
          <p:cNvSpPr txBox="1"/>
          <p:nvPr/>
        </p:nvSpPr>
        <p:spPr>
          <a:xfrm>
            <a:off x="10699859" y="5646406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NL" dirty="0">
                <a:latin typeface="Aptos" panose="020B0004020202020204" pitchFamily="34" charset="0"/>
              </a:rPr>
              <a:t>3</a:t>
            </a:r>
          </a:p>
        </p:txBody>
      </p:sp>
      <p:sp>
        <p:nvSpPr>
          <p:cNvPr id="37" name="TextBox 126">
            <a:extLst>
              <a:ext uri="{FF2B5EF4-FFF2-40B4-BE49-F238E27FC236}">
                <a16:creationId xmlns:a16="http://schemas.microsoft.com/office/drawing/2014/main" id="{FCE32076-58A0-21EC-FF0F-F7E4361F5989}"/>
              </a:ext>
            </a:extLst>
          </p:cNvPr>
          <p:cNvSpPr txBox="1"/>
          <p:nvPr/>
        </p:nvSpPr>
        <p:spPr>
          <a:xfrm>
            <a:off x="9733702" y="4689430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NL" dirty="0">
                <a:latin typeface="Aptos" panose="020B0004020202020204" pitchFamily="34" charset="0"/>
              </a:rPr>
              <a:t>4</a:t>
            </a:r>
          </a:p>
        </p:txBody>
      </p:sp>
      <p:sp>
        <p:nvSpPr>
          <p:cNvPr id="38" name="TextBox 127">
            <a:extLst>
              <a:ext uri="{FF2B5EF4-FFF2-40B4-BE49-F238E27FC236}">
                <a16:creationId xmlns:a16="http://schemas.microsoft.com/office/drawing/2014/main" id="{9AB74B41-954F-2541-09BE-027FDCC9F16D}"/>
              </a:ext>
            </a:extLst>
          </p:cNvPr>
          <p:cNvSpPr txBox="1"/>
          <p:nvPr/>
        </p:nvSpPr>
        <p:spPr>
          <a:xfrm>
            <a:off x="10699859" y="4101784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NL" dirty="0">
                <a:latin typeface="Aptos" panose="020B0004020202020204" pitchFamily="34" charset="0"/>
              </a:rPr>
              <a:t>1</a:t>
            </a:r>
          </a:p>
        </p:txBody>
      </p:sp>
      <p:sp>
        <p:nvSpPr>
          <p:cNvPr id="39" name="TextBox 128">
            <a:extLst>
              <a:ext uri="{FF2B5EF4-FFF2-40B4-BE49-F238E27FC236}">
                <a16:creationId xmlns:a16="http://schemas.microsoft.com/office/drawing/2014/main" id="{6ECAAC28-3E84-E878-1080-0C688A646C76}"/>
              </a:ext>
            </a:extLst>
          </p:cNvPr>
          <p:cNvSpPr txBox="1"/>
          <p:nvPr/>
        </p:nvSpPr>
        <p:spPr>
          <a:xfrm>
            <a:off x="10699859" y="2247099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NL" dirty="0">
                <a:latin typeface="Aptos" panose="020B0004020202020204" pitchFamily="34" charset="0"/>
              </a:rPr>
              <a:t>1</a:t>
            </a:r>
          </a:p>
        </p:txBody>
      </p:sp>
      <p:sp>
        <p:nvSpPr>
          <p:cNvPr id="40" name="TextBox 129">
            <a:extLst>
              <a:ext uri="{FF2B5EF4-FFF2-40B4-BE49-F238E27FC236}">
                <a16:creationId xmlns:a16="http://schemas.microsoft.com/office/drawing/2014/main" id="{8FE16EA2-DFF3-A374-0295-D7D51030AF9F}"/>
              </a:ext>
            </a:extLst>
          </p:cNvPr>
          <p:cNvSpPr txBox="1"/>
          <p:nvPr/>
        </p:nvSpPr>
        <p:spPr>
          <a:xfrm>
            <a:off x="11648954" y="4689430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NL" dirty="0">
                <a:latin typeface="Aptos" panose="020B0004020202020204" pitchFamily="34" charset="0"/>
              </a:rPr>
              <a:t>2</a:t>
            </a:r>
          </a:p>
        </p:txBody>
      </p:sp>
      <p:sp>
        <p:nvSpPr>
          <p:cNvPr id="41" name="TextBox 130">
            <a:extLst>
              <a:ext uri="{FF2B5EF4-FFF2-40B4-BE49-F238E27FC236}">
                <a16:creationId xmlns:a16="http://schemas.microsoft.com/office/drawing/2014/main" id="{FC3F5D25-B1B6-06BF-CF3F-CA79F4FF456A}"/>
              </a:ext>
            </a:extLst>
          </p:cNvPr>
          <p:cNvSpPr txBox="1"/>
          <p:nvPr/>
        </p:nvSpPr>
        <p:spPr>
          <a:xfrm>
            <a:off x="9733702" y="3144808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NL" dirty="0">
                <a:latin typeface="Aptos" panose="020B0004020202020204" pitchFamily="34" charset="0"/>
              </a:rPr>
              <a:t>4</a:t>
            </a:r>
          </a:p>
        </p:txBody>
      </p:sp>
      <p:sp>
        <p:nvSpPr>
          <p:cNvPr id="42" name="TextBox 131">
            <a:extLst>
              <a:ext uri="{FF2B5EF4-FFF2-40B4-BE49-F238E27FC236}">
                <a16:creationId xmlns:a16="http://schemas.microsoft.com/office/drawing/2014/main" id="{EC334A2F-A762-6C66-F93C-8648CC1C4C9D}"/>
              </a:ext>
            </a:extLst>
          </p:cNvPr>
          <p:cNvSpPr txBox="1"/>
          <p:nvPr/>
        </p:nvSpPr>
        <p:spPr>
          <a:xfrm>
            <a:off x="8109489" y="3144808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NL" dirty="0">
                <a:latin typeface="Aptos" panose="020B0004020202020204" pitchFamily="34" charset="0"/>
              </a:rPr>
              <a:t>2</a:t>
            </a:r>
          </a:p>
        </p:txBody>
      </p:sp>
      <p:sp>
        <p:nvSpPr>
          <p:cNvPr id="30" name="Rectangle: Rounded Corners 29">
            <a:extLst>
              <a:ext uri="{FF2B5EF4-FFF2-40B4-BE49-F238E27FC236}">
                <a16:creationId xmlns:a16="http://schemas.microsoft.com/office/drawing/2014/main" id="{33673DCA-3947-861F-FCD1-D93A6FABC404}"/>
              </a:ext>
            </a:extLst>
          </p:cNvPr>
          <p:cNvSpPr/>
          <p:nvPr/>
        </p:nvSpPr>
        <p:spPr>
          <a:xfrm>
            <a:off x="8570589" y="2115635"/>
            <a:ext cx="318887" cy="350477"/>
          </a:xfrm>
          <a:prstGeom prst="roundRect">
            <a:avLst/>
          </a:prstGeom>
          <a:ln>
            <a:headEnd type="none" w="med" len="med"/>
            <a:tailEnd type="none" w="med" len="med"/>
          </a:ln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nl-NL" sz="1600" dirty="0">
                <a:latin typeface="Aptos" panose="020B0004020202020204" pitchFamily="34" charset="0"/>
              </a:rPr>
              <a:t>0</a:t>
            </a:r>
          </a:p>
        </p:txBody>
      </p:sp>
      <p:sp>
        <p:nvSpPr>
          <p:cNvPr id="31" name="Rectangle: Rounded Corners 30">
            <a:extLst>
              <a:ext uri="{FF2B5EF4-FFF2-40B4-BE49-F238E27FC236}">
                <a16:creationId xmlns:a16="http://schemas.microsoft.com/office/drawing/2014/main" id="{85F2026F-CE7E-D337-CAF5-04A3976E9EFD}"/>
              </a:ext>
            </a:extLst>
          </p:cNvPr>
          <p:cNvSpPr/>
          <p:nvPr/>
        </p:nvSpPr>
        <p:spPr>
          <a:xfrm>
            <a:off x="10110746" y="2061189"/>
            <a:ext cx="318887" cy="350477"/>
          </a:xfrm>
          <a:prstGeom prst="roundRect">
            <a:avLst/>
          </a:prstGeom>
          <a:ln>
            <a:headEnd type="none" w="med" len="med"/>
            <a:tailEnd type="none" w="med" len="med"/>
          </a:ln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nl-NL" sz="1600" dirty="0">
                <a:latin typeface="Aptos" panose="020B0004020202020204" pitchFamily="34" charset="0"/>
              </a:rPr>
              <a:t>7</a:t>
            </a:r>
          </a:p>
        </p:txBody>
      </p:sp>
      <p:sp>
        <p:nvSpPr>
          <p:cNvPr id="43" name="Rectangle: Rounded Corners 42">
            <a:extLst>
              <a:ext uri="{FF2B5EF4-FFF2-40B4-BE49-F238E27FC236}">
                <a16:creationId xmlns:a16="http://schemas.microsoft.com/office/drawing/2014/main" id="{20A4AFA1-9C2E-DC95-4FF6-B3BFC4892D57}"/>
              </a:ext>
            </a:extLst>
          </p:cNvPr>
          <p:cNvSpPr/>
          <p:nvPr/>
        </p:nvSpPr>
        <p:spPr>
          <a:xfrm>
            <a:off x="11797608" y="2115635"/>
            <a:ext cx="318887" cy="350477"/>
          </a:xfrm>
          <a:prstGeom prst="roundRect">
            <a:avLst/>
          </a:prstGeom>
          <a:ln>
            <a:headEnd type="none" w="med" len="med"/>
            <a:tailEnd type="none" w="med" len="med"/>
          </a:ln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nl-NL" sz="1600" dirty="0">
                <a:latin typeface="Aptos" panose="020B0004020202020204" pitchFamily="34" charset="0"/>
              </a:rPr>
              <a:t>9</a:t>
            </a:r>
          </a:p>
        </p:txBody>
      </p:sp>
      <p:sp>
        <p:nvSpPr>
          <p:cNvPr id="44" name="Rectangle: Rounded Corners 43">
            <a:extLst>
              <a:ext uri="{FF2B5EF4-FFF2-40B4-BE49-F238E27FC236}">
                <a16:creationId xmlns:a16="http://schemas.microsoft.com/office/drawing/2014/main" id="{4C8B4E94-67ED-7035-D895-EB54E75C9431}"/>
              </a:ext>
            </a:extLst>
          </p:cNvPr>
          <p:cNvSpPr/>
          <p:nvPr/>
        </p:nvSpPr>
        <p:spPr>
          <a:xfrm>
            <a:off x="11797607" y="3641402"/>
            <a:ext cx="318887" cy="350477"/>
          </a:xfrm>
          <a:prstGeom prst="roundRect">
            <a:avLst/>
          </a:prstGeom>
          <a:ln>
            <a:headEnd type="none" w="med" len="med"/>
            <a:tailEnd type="none" w="med" len="med"/>
          </a:ln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nl-NL" sz="1600" dirty="0">
                <a:latin typeface="Aptos" panose="020B0004020202020204" pitchFamily="34" charset="0"/>
              </a:rPr>
              <a:t>4</a:t>
            </a:r>
          </a:p>
        </p:txBody>
      </p:sp>
      <p:sp>
        <p:nvSpPr>
          <p:cNvPr id="45" name="Rectangle: Rounded Corners 44">
            <a:extLst>
              <a:ext uri="{FF2B5EF4-FFF2-40B4-BE49-F238E27FC236}">
                <a16:creationId xmlns:a16="http://schemas.microsoft.com/office/drawing/2014/main" id="{C846A53C-A51F-4105-2AAB-9F158DC6B25E}"/>
              </a:ext>
            </a:extLst>
          </p:cNvPr>
          <p:cNvSpPr/>
          <p:nvPr/>
        </p:nvSpPr>
        <p:spPr>
          <a:xfrm>
            <a:off x="11797606" y="5257614"/>
            <a:ext cx="318887" cy="350477"/>
          </a:xfrm>
          <a:prstGeom prst="roundRect">
            <a:avLst/>
          </a:prstGeom>
          <a:ln>
            <a:headEnd type="none" w="med" len="med"/>
            <a:tailEnd type="none" w="med" len="med"/>
          </a:ln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nl-NL" sz="1600" dirty="0">
                <a:latin typeface="Aptos" panose="020B0004020202020204" pitchFamily="34" charset="0"/>
              </a:rPr>
              <a:t>6</a:t>
            </a:r>
          </a:p>
        </p:txBody>
      </p:sp>
      <p:sp>
        <p:nvSpPr>
          <p:cNvPr id="46" name="Rectangle: Rounded Corners 45">
            <a:extLst>
              <a:ext uri="{FF2B5EF4-FFF2-40B4-BE49-F238E27FC236}">
                <a16:creationId xmlns:a16="http://schemas.microsoft.com/office/drawing/2014/main" id="{026D8BB2-624D-2734-0E1C-F85361FFC54D}"/>
              </a:ext>
            </a:extLst>
          </p:cNvPr>
          <p:cNvSpPr/>
          <p:nvPr/>
        </p:nvSpPr>
        <p:spPr>
          <a:xfrm>
            <a:off x="10164121" y="5219301"/>
            <a:ext cx="318887" cy="350477"/>
          </a:xfrm>
          <a:prstGeom prst="roundRect">
            <a:avLst/>
          </a:prstGeom>
          <a:ln>
            <a:headEnd type="none" w="med" len="med"/>
            <a:tailEnd type="none" w="med" len="med"/>
          </a:ln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nl-NL" sz="1600" dirty="0">
                <a:latin typeface="Aptos" panose="020B0004020202020204" pitchFamily="34" charset="0"/>
              </a:rPr>
              <a:t>7</a:t>
            </a:r>
          </a:p>
        </p:txBody>
      </p:sp>
      <p:sp>
        <p:nvSpPr>
          <p:cNvPr id="47" name="Rectangle: Rounded Corners 46">
            <a:extLst>
              <a:ext uri="{FF2B5EF4-FFF2-40B4-BE49-F238E27FC236}">
                <a16:creationId xmlns:a16="http://schemas.microsoft.com/office/drawing/2014/main" id="{5B18E865-E027-CA17-F102-B9EA383A88D8}"/>
              </a:ext>
            </a:extLst>
          </p:cNvPr>
          <p:cNvSpPr/>
          <p:nvPr/>
        </p:nvSpPr>
        <p:spPr>
          <a:xfrm>
            <a:off x="8530636" y="5180988"/>
            <a:ext cx="318887" cy="350477"/>
          </a:xfrm>
          <a:prstGeom prst="roundRect">
            <a:avLst/>
          </a:prstGeom>
          <a:ln>
            <a:headEnd type="none" w="med" len="med"/>
            <a:tailEnd type="none" w="med" len="med"/>
          </a:ln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nl-NL" sz="1600" dirty="0">
                <a:latin typeface="Aptos" panose="020B0004020202020204" pitchFamily="34" charset="0"/>
              </a:rPr>
              <a:t>5</a:t>
            </a:r>
          </a:p>
        </p:txBody>
      </p:sp>
      <p:sp>
        <p:nvSpPr>
          <p:cNvPr id="48" name="Rectangle: Rounded Corners 47">
            <a:extLst>
              <a:ext uri="{FF2B5EF4-FFF2-40B4-BE49-F238E27FC236}">
                <a16:creationId xmlns:a16="http://schemas.microsoft.com/office/drawing/2014/main" id="{4125B0E4-3CA3-F937-BA7C-A7C087BB8591}"/>
              </a:ext>
            </a:extLst>
          </p:cNvPr>
          <p:cNvSpPr/>
          <p:nvPr/>
        </p:nvSpPr>
        <p:spPr>
          <a:xfrm>
            <a:off x="8512404" y="3653960"/>
            <a:ext cx="318887" cy="350477"/>
          </a:xfrm>
          <a:prstGeom prst="roundRect">
            <a:avLst/>
          </a:prstGeom>
          <a:ln>
            <a:headEnd type="none" w="med" len="med"/>
            <a:tailEnd type="none" w="med" len="med"/>
          </a:ln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nl-NL" sz="1600" dirty="0">
                <a:latin typeface="Aptos" panose="020B0004020202020204" pitchFamily="34" charset="0"/>
              </a:rPr>
              <a:t>2</a:t>
            </a:r>
          </a:p>
        </p:txBody>
      </p:sp>
      <p:sp>
        <p:nvSpPr>
          <p:cNvPr id="49" name="Rectangle: Rounded Corners 48">
            <a:extLst>
              <a:ext uri="{FF2B5EF4-FFF2-40B4-BE49-F238E27FC236}">
                <a16:creationId xmlns:a16="http://schemas.microsoft.com/office/drawing/2014/main" id="{F8017962-B484-3704-05FC-2003B24E89E3}"/>
              </a:ext>
            </a:extLst>
          </p:cNvPr>
          <p:cNvSpPr/>
          <p:nvPr/>
        </p:nvSpPr>
        <p:spPr>
          <a:xfrm>
            <a:off x="10154658" y="3673867"/>
            <a:ext cx="318887" cy="350477"/>
          </a:xfrm>
          <a:prstGeom prst="roundRect">
            <a:avLst/>
          </a:prstGeom>
          <a:ln>
            <a:headEnd type="none" w="med" len="med"/>
            <a:tailEnd type="none" w="med" len="med"/>
          </a:ln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nl-NL" sz="1600" dirty="0">
                <a:latin typeface="Aptos" panose="020B0004020202020204" pitchFamily="34" charset="0"/>
              </a:rPr>
              <a:t>3</a:t>
            </a:r>
          </a:p>
        </p:txBody>
      </p:sp>
      <p:sp>
        <p:nvSpPr>
          <p:cNvPr id="53" name="TextBox 24">
            <a:extLst>
              <a:ext uri="{FF2B5EF4-FFF2-40B4-BE49-F238E27FC236}">
                <a16:creationId xmlns:a16="http://schemas.microsoft.com/office/drawing/2014/main" id="{AA510989-4193-AA48-13EF-AD186C3CCDE2}"/>
              </a:ext>
            </a:extLst>
          </p:cNvPr>
          <p:cNvSpPr txBox="1"/>
          <p:nvPr/>
        </p:nvSpPr>
        <p:spPr>
          <a:xfrm>
            <a:off x="6876842" y="6215577"/>
            <a:ext cx="9321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nl-NL" dirty="0" err="1">
                <a:latin typeface="Aptos" panose="020B0004020202020204" pitchFamily="34" charset="0"/>
              </a:rPr>
              <a:t>Visited</a:t>
            </a:r>
            <a:r>
              <a:rPr lang="nl-NL" dirty="0">
                <a:latin typeface="Aptos" panose="020B0004020202020204" pitchFamily="34" charset="0"/>
              </a:rPr>
              <a:t>:</a:t>
            </a:r>
          </a:p>
        </p:txBody>
      </p:sp>
      <p:sp>
        <p:nvSpPr>
          <p:cNvPr id="54" name="Oval 19">
            <a:extLst>
              <a:ext uri="{FF2B5EF4-FFF2-40B4-BE49-F238E27FC236}">
                <a16:creationId xmlns:a16="http://schemas.microsoft.com/office/drawing/2014/main" id="{29B5C5D5-2828-A21A-9A96-225119893F79}"/>
              </a:ext>
            </a:extLst>
          </p:cNvPr>
          <p:cNvSpPr/>
          <p:nvPr/>
        </p:nvSpPr>
        <p:spPr>
          <a:xfrm>
            <a:off x="7808957" y="6190404"/>
            <a:ext cx="419679" cy="419679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dirty="0">
                <a:solidFill>
                  <a:schemeClr val="bg1"/>
                </a:solidFill>
                <a:latin typeface="Aptos" panose="020B0004020202020204" pitchFamily="34" charset="0"/>
              </a:rPr>
              <a:t>A</a:t>
            </a:r>
          </a:p>
        </p:txBody>
      </p:sp>
      <p:sp>
        <p:nvSpPr>
          <p:cNvPr id="55" name="Oval 19">
            <a:extLst>
              <a:ext uri="{FF2B5EF4-FFF2-40B4-BE49-F238E27FC236}">
                <a16:creationId xmlns:a16="http://schemas.microsoft.com/office/drawing/2014/main" id="{CDEB5C25-0D29-17F8-5B5B-6C305027E26D}"/>
              </a:ext>
            </a:extLst>
          </p:cNvPr>
          <p:cNvSpPr/>
          <p:nvPr/>
        </p:nvSpPr>
        <p:spPr>
          <a:xfrm>
            <a:off x="8247983" y="6190404"/>
            <a:ext cx="419679" cy="419679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dirty="0">
                <a:solidFill>
                  <a:schemeClr val="bg1"/>
                </a:solidFill>
                <a:latin typeface="Aptos" panose="020B0004020202020204" pitchFamily="34" charset="0"/>
              </a:rPr>
              <a:t>D</a:t>
            </a:r>
          </a:p>
        </p:txBody>
      </p:sp>
      <p:sp>
        <p:nvSpPr>
          <p:cNvPr id="56" name="Oval 19">
            <a:extLst>
              <a:ext uri="{FF2B5EF4-FFF2-40B4-BE49-F238E27FC236}">
                <a16:creationId xmlns:a16="http://schemas.microsoft.com/office/drawing/2014/main" id="{6D828A24-7B7D-B117-D2AF-7CFC3017156B}"/>
              </a:ext>
            </a:extLst>
          </p:cNvPr>
          <p:cNvSpPr/>
          <p:nvPr/>
        </p:nvSpPr>
        <p:spPr>
          <a:xfrm>
            <a:off x="8687009" y="6190404"/>
            <a:ext cx="419679" cy="419679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dirty="0">
                <a:solidFill>
                  <a:schemeClr val="bg1"/>
                </a:solidFill>
                <a:latin typeface="Aptos" panose="020B0004020202020204" pitchFamily="34" charset="0"/>
              </a:rPr>
              <a:t>E</a:t>
            </a:r>
          </a:p>
        </p:txBody>
      </p:sp>
      <p:sp>
        <p:nvSpPr>
          <p:cNvPr id="57" name="Oval 19">
            <a:extLst>
              <a:ext uri="{FF2B5EF4-FFF2-40B4-BE49-F238E27FC236}">
                <a16:creationId xmlns:a16="http://schemas.microsoft.com/office/drawing/2014/main" id="{4D0E6509-B0E4-4FAD-F8E7-D18D8257EE21}"/>
              </a:ext>
            </a:extLst>
          </p:cNvPr>
          <p:cNvSpPr/>
          <p:nvPr/>
        </p:nvSpPr>
        <p:spPr>
          <a:xfrm>
            <a:off x="9126035" y="6190404"/>
            <a:ext cx="419679" cy="419679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dirty="0">
                <a:solidFill>
                  <a:schemeClr val="bg1"/>
                </a:solidFill>
                <a:latin typeface="Aptos" panose="020B0004020202020204" pitchFamily="34" charset="0"/>
              </a:rPr>
              <a:t>F</a:t>
            </a:r>
          </a:p>
        </p:txBody>
      </p:sp>
      <p:sp>
        <p:nvSpPr>
          <p:cNvPr id="59" name="Oval 19">
            <a:extLst>
              <a:ext uri="{FF2B5EF4-FFF2-40B4-BE49-F238E27FC236}">
                <a16:creationId xmlns:a16="http://schemas.microsoft.com/office/drawing/2014/main" id="{72D9D0F2-7699-F8E1-9193-7020AF93336A}"/>
              </a:ext>
            </a:extLst>
          </p:cNvPr>
          <p:cNvSpPr/>
          <p:nvPr/>
        </p:nvSpPr>
        <p:spPr>
          <a:xfrm>
            <a:off x="9565061" y="6190404"/>
            <a:ext cx="419679" cy="419679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dirty="0">
                <a:solidFill>
                  <a:schemeClr val="bg1"/>
                </a:solidFill>
                <a:latin typeface="Aptos" panose="020B0004020202020204" pitchFamily="34" charset="0"/>
              </a:rPr>
              <a:t>G</a:t>
            </a:r>
          </a:p>
        </p:txBody>
      </p:sp>
    </p:spTree>
    <p:extLst>
      <p:ext uri="{BB962C8B-B14F-4D97-AF65-F5344CB8AC3E}">
        <p14:creationId xmlns:p14="http://schemas.microsoft.com/office/powerpoint/2010/main" val="11304125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mph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1973EB"/>
                                      </p:to>
                                    </p:animClr>
                                    <p:set>
                                      <p:cBhvr>
                                        <p:cTn id="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8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7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2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000000"/>
                                      </p:to>
                                    </p:animClr>
                                    <p:set>
                                      <p:cBhvr>
                                        <p:cTn id="13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2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0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500"/>
                            </p:stCondLst>
                            <p:childTnLst>
                              <p:par>
                                <p:cTn id="23" presetID="7" presetClass="emph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4" dur="7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D8D8D8"/>
                                      </p:to>
                                    </p:animClr>
                                    <p:set>
                                      <p:cBhvr>
                                        <p:cTn id="25" dur="7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6" grpId="0" animBg="1"/>
      <p:bldP spid="46" grpId="0" animBg="1"/>
      <p:bldP spid="59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2D7023-36DD-1D01-670D-D72974BA5E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30AD83-CE01-0622-9011-DEA1818256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 err="1"/>
              <a:t>Shortest</a:t>
            </a:r>
            <a:r>
              <a:rPr lang="nl-NL" dirty="0"/>
              <a:t> </a:t>
            </a:r>
            <a:r>
              <a:rPr lang="nl-NL" dirty="0" err="1"/>
              <a:t>paths</a:t>
            </a:r>
            <a:r>
              <a:rPr lang="nl-NL" dirty="0"/>
              <a:t> – Dijkstra’s </a:t>
            </a:r>
            <a:r>
              <a:rPr lang="nl-NL" dirty="0" err="1"/>
              <a:t>algorithm</a:t>
            </a:r>
            <a:endParaRPr lang="nl-N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8C9D12-3E69-7E89-3B41-5EB93F9B4D4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0081" y="2633472"/>
            <a:ext cx="7082447" cy="3568152"/>
          </a:xfrm>
        </p:spPr>
        <p:txBody>
          <a:bodyPr>
            <a:normAutofit/>
          </a:bodyPr>
          <a:lstStyle/>
          <a:p>
            <a:r>
              <a:rPr lang="nl-NL" dirty="0"/>
              <a:t>Set </a:t>
            </a:r>
            <a:r>
              <a:rPr lang="nl-NL" dirty="0" err="1"/>
              <a:t>distance</a:t>
            </a:r>
            <a:r>
              <a:rPr lang="nl-NL" dirty="0"/>
              <a:t> of start node </a:t>
            </a:r>
            <a:r>
              <a:rPr lang="nl-NL" dirty="0" err="1"/>
              <a:t>to</a:t>
            </a:r>
            <a:r>
              <a:rPr lang="nl-NL" dirty="0"/>
              <a:t> zero &amp; </a:t>
            </a:r>
            <a:r>
              <a:rPr lang="nl-NL" dirty="0" err="1"/>
              <a:t>others</a:t>
            </a:r>
            <a:r>
              <a:rPr lang="nl-NL" dirty="0"/>
              <a:t> </a:t>
            </a:r>
            <a:r>
              <a:rPr lang="nl-NL" dirty="0" err="1"/>
              <a:t>to</a:t>
            </a:r>
            <a:r>
              <a:rPr lang="nl-NL" dirty="0"/>
              <a:t> “</a:t>
            </a:r>
            <a:r>
              <a:rPr lang="nl-NL" dirty="0" err="1"/>
              <a:t>extremely</a:t>
            </a:r>
            <a:r>
              <a:rPr lang="nl-NL" dirty="0"/>
              <a:t> far </a:t>
            </a:r>
            <a:r>
              <a:rPr lang="nl-NL" dirty="0" err="1"/>
              <a:t>away</a:t>
            </a:r>
            <a:r>
              <a:rPr lang="nl-NL" dirty="0"/>
              <a:t>”</a:t>
            </a:r>
          </a:p>
          <a:p>
            <a:r>
              <a:rPr lang="nl-NL" b="1" dirty="0" err="1">
                <a:latin typeface="Aptos" panose="020B0004020202020204" pitchFamily="34" charset="0"/>
              </a:rPr>
              <a:t>While</a:t>
            </a:r>
            <a:r>
              <a:rPr lang="nl-NL" dirty="0"/>
              <a:t> </a:t>
            </a:r>
            <a:r>
              <a:rPr lang="nl-NL" dirty="0" err="1"/>
              <a:t>there</a:t>
            </a:r>
            <a:r>
              <a:rPr lang="nl-NL" dirty="0"/>
              <a:t> are </a:t>
            </a:r>
            <a:r>
              <a:rPr lang="nl-NL" b="1" dirty="0" err="1">
                <a:latin typeface="Aptos" panose="020B0004020202020204" pitchFamily="34" charset="0"/>
              </a:rPr>
              <a:t>unvisited</a:t>
            </a:r>
            <a:r>
              <a:rPr lang="nl-NL" dirty="0"/>
              <a:t> </a:t>
            </a:r>
            <a:r>
              <a:rPr lang="nl-NL" dirty="0" err="1"/>
              <a:t>nodes</a:t>
            </a:r>
            <a:r>
              <a:rPr lang="nl-NL" dirty="0"/>
              <a:t>:</a:t>
            </a:r>
          </a:p>
          <a:p>
            <a:pPr lvl="1"/>
            <a:r>
              <a:rPr lang="nl-NL" sz="2000" dirty="0" err="1"/>
              <a:t>Find</a:t>
            </a:r>
            <a:r>
              <a:rPr lang="nl-NL" sz="2000" dirty="0"/>
              <a:t> </a:t>
            </a:r>
            <a:r>
              <a:rPr lang="nl-NL" sz="2000" dirty="0" err="1"/>
              <a:t>the</a:t>
            </a:r>
            <a:r>
              <a:rPr lang="nl-NL" sz="2000" dirty="0"/>
              <a:t> </a:t>
            </a:r>
            <a:r>
              <a:rPr lang="nl-NL" sz="2000" dirty="0" err="1"/>
              <a:t>one</a:t>
            </a:r>
            <a:r>
              <a:rPr lang="nl-NL" sz="2000" dirty="0"/>
              <a:t> </a:t>
            </a:r>
            <a:r>
              <a:rPr lang="nl-NL" sz="2000" dirty="0" err="1"/>
              <a:t>that</a:t>
            </a:r>
            <a:r>
              <a:rPr lang="nl-NL" sz="2000" dirty="0"/>
              <a:t> has </a:t>
            </a:r>
            <a:r>
              <a:rPr lang="nl-NL" sz="2000" dirty="0" err="1"/>
              <a:t>the</a:t>
            </a:r>
            <a:r>
              <a:rPr lang="nl-NL" sz="2000" dirty="0"/>
              <a:t> </a:t>
            </a:r>
            <a:r>
              <a:rPr lang="nl-NL" sz="2000" b="1" dirty="0" err="1">
                <a:latin typeface="Aptos" panose="020B0004020202020204" pitchFamily="34" charset="0"/>
              </a:rPr>
              <a:t>smallest</a:t>
            </a:r>
            <a:r>
              <a:rPr lang="nl-NL" sz="2000" dirty="0"/>
              <a:t> </a:t>
            </a:r>
            <a:r>
              <a:rPr lang="nl-NL" sz="2000" b="1" dirty="0" err="1">
                <a:latin typeface="Aptos" panose="020B0004020202020204" pitchFamily="34" charset="0"/>
              </a:rPr>
              <a:t>current</a:t>
            </a:r>
            <a:r>
              <a:rPr lang="nl-NL" sz="2000" dirty="0"/>
              <a:t> </a:t>
            </a:r>
            <a:r>
              <a:rPr lang="nl-NL" sz="2000" dirty="0" err="1"/>
              <a:t>distance</a:t>
            </a:r>
            <a:endParaRPr lang="nl-NL" sz="2000" dirty="0"/>
          </a:p>
          <a:p>
            <a:pPr lvl="1"/>
            <a:r>
              <a:rPr lang="nl-NL" sz="2000" b="1" dirty="0">
                <a:latin typeface="Aptos" panose="020B0004020202020204" pitchFamily="34" charset="0"/>
              </a:rPr>
              <a:t>Update</a:t>
            </a:r>
            <a:r>
              <a:rPr lang="nl-NL" sz="2000" dirty="0"/>
              <a:t> </a:t>
            </a:r>
            <a:r>
              <a:rPr lang="nl-NL" sz="2000" dirty="0" err="1"/>
              <a:t>the</a:t>
            </a:r>
            <a:r>
              <a:rPr lang="nl-NL" sz="2000" dirty="0"/>
              <a:t> </a:t>
            </a:r>
            <a:r>
              <a:rPr lang="nl-NL" sz="2000" dirty="0" err="1"/>
              <a:t>distance</a:t>
            </a:r>
            <a:r>
              <a:rPr lang="nl-NL" sz="2000" dirty="0"/>
              <a:t> </a:t>
            </a:r>
            <a:r>
              <a:rPr lang="nl-NL" sz="2000" dirty="0" err="1"/>
              <a:t>to</a:t>
            </a:r>
            <a:r>
              <a:rPr lang="nl-NL" sz="2000" dirty="0"/>
              <a:t> </a:t>
            </a:r>
            <a:r>
              <a:rPr lang="nl-NL" sz="2000" dirty="0" err="1"/>
              <a:t>its</a:t>
            </a:r>
            <a:r>
              <a:rPr lang="nl-NL" sz="2000" dirty="0"/>
              <a:t> </a:t>
            </a:r>
            <a:r>
              <a:rPr lang="nl-NL" sz="2000" b="1" dirty="0" err="1">
                <a:latin typeface="Aptos" panose="020B0004020202020204" pitchFamily="34" charset="0"/>
              </a:rPr>
              <a:t>neighbours</a:t>
            </a:r>
            <a:endParaRPr lang="nl-NL" sz="2000" b="1" dirty="0">
              <a:latin typeface="Aptos" panose="020B0004020202020204" pitchFamily="34" charset="0"/>
            </a:endParaRPr>
          </a:p>
        </p:txBody>
      </p:sp>
      <p:sp>
        <p:nvSpPr>
          <p:cNvPr id="4" name="Oval 6">
            <a:extLst>
              <a:ext uri="{FF2B5EF4-FFF2-40B4-BE49-F238E27FC236}">
                <a16:creationId xmlns:a16="http://schemas.microsoft.com/office/drawing/2014/main" id="{6AA4116E-BAA2-832D-A646-B8D08006640F}"/>
              </a:ext>
            </a:extLst>
          </p:cNvPr>
          <p:cNvSpPr/>
          <p:nvPr/>
        </p:nvSpPr>
        <p:spPr>
          <a:xfrm>
            <a:off x="9828248" y="3888232"/>
            <a:ext cx="427106" cy="427106"/>
          </a:xfrm>
          <a:prstGeom prst="ellipse">
            <a:avLst/>
          </a:prstGeom>
          <a:solidFill>
            <a:srgbClr val="00B0F0"/>
          </a:solidFill>
          <a:ln/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nl-NL" dirty="0">
                <a:latin typeface="Aptos" panose="020B0004020202020204" pitchFamily="34" charset="0"/>
              </a:rPr>
              <a:t>E</a:t>
            </a:r>
          </a:p>
        </p:txBody>
      </p:sp>
      <p:sp>
        <p:nvSpPr>
          <p:cNvPr id="5" name="Oval 8">
            <a:extLst>
              <a:ext uri="{FF2B5EF4-FFF2-40B4-BE49-F238E27FC236}">
                <a16:creationId xmlns:a16="http://schemas.microsoft.com/office/drawing/2014/main" id="{C2AFA7F6-BC4E-FA2C-63BA-72E97AA10534}"/>
              </a:ext>
            </a:extLst>
          </p:cNvPr>
          <p:cNvSpPr/>
          <p:nvPr/>
        </p:nvSpPr>
        <p:spPr>
          <a:xfrm>
            <a:off x="11452462" y="3888232"/>
            <a:ext cx="427106" cy="427106"/>
          </a:xfrm>
          <a:prstGeom prst="ellipse">
            <a:avLst/>
          </a:prstGeom>
          <a:solidFill>
            <a:srgbClr val="00B0F0"/>
          </a:solidFill>
          <a:ln/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nl-NL" dirty="0">
                <a:latin typeface="Aptos" panose="020B0004020202020204" pitchFamily="34" charset="0"/>
              </a:rPr>
              <a:t>F</a:t>
            </a:r>
          </a:p>
        </p:txBody>
      </p:sp>
      <p:cxnSp>
        <p:nvCxnSpPr>
          <p:cNvPr id="6" name="Straight Arrow Connector 18">
            <a:extLst>
              <a:ext uri="{FF2B5EF4-FFF2-40B4-BE49-F238E27FC236}">
                <a16:creationId xmlns:a16="http://schemas.microsoft.com/office/drawing/2014/main" id="{6A72ABAD-B9AB-273D-F0FB-616A2E4DAC9B}"/>
              </a:ext>
            </a:extLst>
          </p:cNvPr>
          <p:cNvCxnSpPr>
            <a:cxnSpLocks/>
            <a:stCxn id="7" idx="6"/>
            <a:endCxn id="4" idx="2"/>
          </p:cNvCxnSpPr>
          <p:nvPr/>
        </p:nvCxnSpPr>
        <p:spPr>
          <a:xfrm>
            <a:off x="8631140" y="4101785"/>
            <a:ext cx="1197108" cy="0"/>
          </a:xfrm>
          <a:prstGeom prst="straightConnector1">
            <a:avLst/>
          </a:prstGeom>
          <a:ln w="381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" name="Oval 19">
            <a:extLst>
              <a:ext uri="{FF2B5EF4-FFF2-40B4-BE49-F238E27FC236}">
                <a16:creationId xmlns:a16="http://schemas.microsoft.com/office/drawing/2014/main" id="{FE8F4B9C-F5B0-04FE-A52F-E789698C6916}"/>
              </a:ext>
            </a:extLst>
          </p:cNvPr>
          <p:cNvSpPr/>
          <p:nvPr/>
        </p:nvSpPr>
        <p:spPr>
          <a:xfrm>
            <a:off x="8204034" y="3888232"/>
            <a:ext cx="427106" cy="427106"/>
          </a:xfrm>
          <a:prstGeom prst="ellipse">
            <a:avLst/>
          </a:prstGeom>
          <a:solidFill>
            <a:srgbClr val="00B0F0"/>
          </a:solidFill>
          <a:ln/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nl-NL" dirty="0">
                <a:latin typeface="Aptos" panose="020B0004020202020204" pitchFamily="34" charset="0"/>
              </a:rPr>
              <a:t>D</a:t>
            </a:r>
          </a:p>
        </p:txBody>
      </p:sp>
      <p:sp>
        <p:nvSpPr>
          <p:cNvPr id="8" name="Oval 8">
            <a:extLst>
              <a:ext uri="{FF2B5EF4-FFF2-40B4-BE49-F238E27FC236}">
                <a16:creationId xmlns:a16="http://schemas.microsoft.com/office/drawing/2014/main" id="{04E273B2-C7D4-1DF4-83A7-DB81B438B474}"/>
              </a:ext>
            </a:extLst>
          </p:cNvPr>
          <p:cNvSpPr/>
          <p:nvPr/>
        </p:nvSpPr>
        <p:spPr>
          <a:xfrm>
            <a:off x="11452462" y="2343610"/>
            <a:ext cx="427106" cy="427106"/>
          </a:xfrm>
          <a:prstGeom prst="ellipse">
            <a:avLst/>
          </a:prstGeom>
          <a:ln/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nl-NL">
                <a:solidFill>
                  <a:schemeClr val="dk1"/>
                </a:solidFill>
                <a:latin typeface="Aptos" panose="020B0004020202020204" pitchFamily="34" charset="0"/>
              </a:rPr>
              <a:t>C</a:t>
            </a:r>
            <a:endParaRPr lang="nl-NL" dirty="0">
              <a:solidFill>
                <a:schemeClr val="dk1"/>
              </a:solidFill>
              <a:latin typeface="Aptos" panose="020B0004020202020204" pitchFamily="34" charset="0"/>
            </a:endParaRPr>
          </a:p>
        </p:txBody>
      </p:sp>
      <p:cxnSp>
        <p:nvCxnSpPr>
          <p:cNvPr id="9" name="Straight Arrow Connector 18">
            <a:extLst>
              <a:ext uri="{FF2B5EF4-FFF2-40B4-BE49-F238E27FC236}">
                <a16:creationId xmlns:a16="http://schemas.microsoft.com/office/drawing/2014/main" id="{D968500C-DC05-B563-12F1-C7C92DAE0041}"/>
              </a:ext>
            </a:extLst>
          </p:cNvPr>
          <p:cNvCxnSpPr>
            <a:cxnSpLocks/>
            <a:stCxn id="4" idx="6"/>
            <a:endCxn id="5" idx="2"/>
          </p:cNvCxnSpPr>
          <p:nvPr/>
        </p:nvCxnSpPr>
        <p:spPr>
          <a:xfrm>
            <a:off x="10255354" y="4101785"/>
            <a:ext cx="1197108" cy="0"/>
          </a:xfrm>
          <a:prstGeom prst="straightConnector1">
            <a:avLst/>
          </a:prstGeom>
          <a:ln w="381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" name="Straight Arrow Connector 18">
            <a:extLst>
              <a:ext uri="{FF2B5EF4-FFF2-40B4-BE49-F238E27FC236}">
                <a16:creationId xmlns:a16="http://schemas.microsoft.com/office/drawing/2014/main" id="{9557DDC9-95F8-0CD6-6A83-B241256CCF82}"/>
              </a:ext>
            </a:extLst>
          </p:cNvPr>
          <p:cNvCxnSpPr>
            <a:cxnSpLocks/>
            <a:stCxn id="5" idx="0"/>
            <a:endCxn id="8" idx="4"/>
          </p:cNvCxnSpPr>
          <p:nvPr/>
        </p:nvCxnSpPr>
        <p:spPr>
          <a:xfrm flipV="1">
            <a:off x="11666015" y="2770716"/>
            <a:ext cx="0" cy="1117516"/>
          </a:xfrm>
          <a:prstGeom prst="straightConnector1">
            <a:avLst/>
          </a:prstGeom>
          <a:ln w="381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1" name="Oval 19">
            <a:extLst>
              <a:ext uri="{FF2B5EF4-FFF2-40B4-BE49-F238E27FC236}">
                <a16:creationId xmlns:a16="http://schemas.microsoft.com/office/drawing/2014/main" id="{FEDFFBAE-3BB0-8F38-1F80-8063C46C3771}"/>
              </a:ext>
            </a:extLst>
          </p:cNvPr>
          <p:cNvSpPr/>
          <p:nvPr/>
        </p:nvSpPr>
        <p:spPr>
          <a:xfrm>
            <a:off x="8204034" y="2343610"/>
            <a:ext cx="427106" cy="427106"/>
          </a:xfrm>
          <a:prstGeom prst="ellipse">
            <a:avLst/>
          </a:prstGeom>
          <a:solidFill>
            <a:srgbClr val="00B0F0"/>
          </a:solidFill>
          <a:ln/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nl-NL" dirty="0">
                <a:latin typeface="Aptos" panose="020B0004020202020204" pitchFamily="34" charset="0"/>
              </a:rPr>
              <a:t>A</a:t>
            </a:r>
          </a:p>
        </p:txBody>
      </p:sp>
      <p:sp>
        <p:nvSpPr>
          <p:cNvPr id="12" name="Oval 19">
            <a:extLst>
              <a:ext uri="{FF2B5EF4-FFF2-40B4-BE49-F238E27FC236}">
                <a16:creationId xmlns:a16="http://schemas.microsoft.com/office/drawing/2014/main" id="{D2CD3FC8-5E18-F2B3-2DC1-49B0A665CBB1}"/>
              </a:ext>
            </a:extLst>
          </p:cNvPr>
          <p:cNvSpPr/>
          <p:nvPr/>
        </p:nvSpPr>
        <p:spPr>
          <a:xfrm>
            <a:off x="8204034" y="5432853"/>
            <a:ext cx="427106" cy="427106"/>
          </a:xfrm>
          <a:prstGeom prst="ellipse">
            <a:avLst/>
          </a:prstGeom>
          <a:solidFill>
            <a:srgbClr val="00B0F0"/>
          </a:solidFill>
          <a:ln/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nl-NL" dirty="0">
                <a:latin typeface="Aptos" panose="020B0004020202020204" pitchFamily="34" charset="0"/>
              </a:rPr>
              <a:t>G</a:t>
            </a:r>
          </a:p>
        </p:txBody>
      </p:sp>
      <p:sp>
        <p:nvSpPr>
          <p:cNvPr id="13" name="Oval 19">
            <a:extLst>
              <a:ext uri="{FF2B5EF4-FFF2-40B4-BE49-F238E27FC236}">
                <a16:creationId xmlns:a16="http://schemas.microsoft.com/office/drawing/2014/main" id="{536A84B9-220E-C23B-85D0-37E2AC7D0338}"/>
              </a:ext>
            </a:extLst>
          </p:cNvPr>
          <p:cNvSpPr/>
          <p:nvPr/>
        </p:nvSpPr>
        <p:spPr>
          <a:xfrm>
            <a:off x="9828248" y="5432853"/>
            <a:ext cx="427106" cy="427106"/>
          </a:xfrm>
          <a:prstGeom prst="ellipse">
            <a:avLst/>
          </a:prstGeom>
          <a:ln/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nl-NL" dirty="0">
                <a:solidFill>
                  <a:schemeClr val="dk1"/>
                </a:solidFill>
                <a:latin typeface="Aptos" panose="020B0004020202020204" pitchFamily="34" charset="0"/>
              </a:rPr>
              <a:t>H</a:t>
            </a:r>
          </a:p>
        </p:txBody>
      </p:sp>
      <p:sp>
        <p:nvSpPr>
          <p:cNvPr id="14" name="Oval 19">
            <a:extLst>
              <a:ext uri="{FF2B5EF4-FFF2-40B4-BE49-F238E27FC236}">
                <a16:creationId xmlns:a16="http://schemas.microsoft.com/office/drawing/2014/main" id="{A6724D71-AE94-45B9-C468-B9A5E70E2A71}"/>
              </a:ext>
            </a:extLst>
          </p:cNvPr>
          <p:cNvSpPr/>
          <p:nvPr/>
        </p:nvSpPr>
        <p:spPr>
          <a:xfrm>
            <a:off x="11452462" y="5432853"/>
            <a:ext cx="427106" cy="427106"/>
          </a:xfrm>
          <a:prstGeom prst="ellipse">
            <a:avLst/>
          </a:prstGeom>
          <a:ln/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nl-NL">
                <a:solidFill>
                  <a:schemeClr val="dk1"/>
                </a:solidFill>
                <a:latin typeface="Aptos" panose="020B0004020202020204" pitchFamily="34" charset="0"/>
              </a:rPr>
              <a:t>J</a:t>
            </a:r>
            <a:endParaRPr lang="nl-NL" dirty="0">
              <a:solidFill>
                <a:schemeClr val="dk1"/>
              </a:solidFill>
              <a:latin typeface="Aptos" panose="020B0004020202020204" pitchFamily="34" charset="0"/>
            </a:endParaRPr>
          </a:p>
        </p:txBody>
      </p:sp>
      <p:sp>
        <p:nvSpPr>
          <p:cNvPr id="15" name="Oval 19">
            <a:extLst>
              <a:ext uri="{FF2B5EF4-FFF2-40B4-BE49-F238E27FC236}">
                <a16:creationId xmlns:a16="http://schemas.microsoft.com/office/drawing/2014/main" id="{7E09B41E-C457-7E8F-1EE4-2573FE8D7247}"/>
              </a:ext>
            </a:extLst>
          </p:cNvPr>
          <p:cNvSpPr/>
          <p:nvPr/>
        </p:nvSpPr>
        <p:spPr>
          <a:xfrm>
            <a:off x="9828248" y="2343610"/>
            <a:ext cx="427106" cy="427106"/>
          </a:xfrm>
          <a:prstGeom prst="ellipse">
            <a:avLst/>
          </a:prstGeom>
          <a:ln/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nl-NL" dirty="0">
                <a:solidFill>
                  <a:schemeClr val="dk1"/>
                </a:solidFill>
                <a:latin typeface="Aptos" panose="020B0004020202020204" pitchFamily="34" charset="0"/>
              </a:rPr>
              <a:t>B</a:t>
            </a:r>
          </a:p>
        </p:txBody>
      </p:sp>
      <p:cxnSp>
        <p:nvCxnSpPr>
          <p:cNvPr id="16" name="Straight Arrow Connector 47">
            <a:extLst>
              <a:ext uri="{FF2B5EF4-FFF2-40B4-BE49-F238E27FC236}">
                <a16:creationId xmlns:a16="http://schemas.microsoft.com/office/drawing/2014/main" id="{EC40D21C-4D0C-D848-A12E-EF925757E3F2}"/>
              </a:ext>
            </a:extLst>
          </p:cNvPr>
          <p:cNvCxnSpPr>
            <a:cxnSpLocks/>
            <a:stCxn id="7" idx="0"/>
            <a:endCxn id="11" idx="4"/>
          </p:cNvCxnSpPr>
          <p:nvPr/>
        </p:nvCxnSpPr>
        <p:spPr>
          <a:xfrm flipV="1">
            <a:off x="8417587" y="2770716"/>
            <a:ext cx="0" cy="1117516"/>
          </a:xfrm>
          <a:prstGeom prst="straightConnector1">
            <a:avLst/>
          </a:prstGeom>
          <a:ln w="381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7" name="Straight Arrow Connector 47">
            <a:extLst>
              <a:ext uri="{FF2B5EF4-FFF2-40B4-BE49-F238E27FC236}">
                <a16:creationId xmlns:a16="http://schemas.microsoft.com/office/drawing/2014/main" id="{0A2286C0-7EA3-76A1-5F2D-2F2C45E5AB48}"/>
              </a:ext>
            </a:extLst>
          </p:cNvPr>
          <p:cNvCxnSpPr>
            <a:cxnSpLocks/>
            <a:stCxn id="11" idx="6"/>
            <a:endCxn id="15" idx="2"/>
          </p:cNvCxnSpPr>
          <p:nvPr/>
        </p:nvCxnSpPr>
        <p:spPr>
          <a:xfrm>
            <a:off x="8631140" y="2557163"/>
            <a:ext cx="1197108" cy="0"/>
          </a:xfrm>
          <a:prstGeom prst="straightConnector1">
            <a:avLst/>
          </a:prstGeom>
          <a:ln w="38100">
            <a:solidFill>
              <a:schemeClr val="bg1">
                <a:lumMod val="85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8" name="Straight Arrow Connector 47">
            <a:extLst>
              <a:ext uri="{FF2B5EF4-FFF2-40B4-BE49-F238E27FC236}">
                <a16:creationId xmlns:a16="http://schemas.microsoft.com/office/drawing/2014/main" id="{A5F73920-E688-9CBE-1318-901FD657AE7D}"/>
              </a:ext>
            </a:extLst>
          </p:cNvPr>
          <p:cNvCxnSpPr>
            <a:cxnSpLocks/>
            <a:stCxn id="4" idx="0"/>
            <a:endCxn id="15" idx="4"/>
          </p:cNvCxnSpPr>
          <p:nvPr/>
        </p:nvCxnSpPr>
        <p:spPr>
          <a:xfrm flipV="1">
            <a:off x="10041801" y="2770716"/>
            <a:ext cx="0" cy="1117516"/>
          </a:xfrm>
          <a:prstGeom prst="straightConnector1">
            <a:avLst/>
          </a:prstGeom>
          <a:ln w="381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9" name="Straight Arrow Connector 47">
            <a:extLst>
              <a:ext uri="{FF2B5EF4-FFF2-40B4-BE49-F238E27FC236}">
                <a16:creationId xmlns:a16="http://schemas.microsoft.com/office/drawing/2014/main" id="{9B638B2B-4689-A660-5334-E05866993907}"/>
              </a:ext>
            </a:extLst>
          </p:cNvPr>
          <p:cNvCxnSpPr>
            <a:cxnSpLocks/>
            <a:stCxn id="15" idx="6"/>
            <a:endCxn id="8" idx="2"/>
          </p:cNvCxnSpPr>
          <p:nvPr/>
        </p:nvCxnSpPr>
        <p:spPr>
          <a:xfrm>
            <a:off x="10255354" y="2557163"/>
            <a:ext cx="1197108" cy="0"/>
          </a:xfrm>
          <a:prstGeom prst="straightConnector1">
            <a:avLst/>
          </a:prstGeom>
          <a:ln w="38100">
            <a:solidFill>
              <a:schemeClr val="bg1">
                <a:lumMod val="85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0" name="Straight Arrow Connector 47">
            <a:extLst>
              <a:ext uri="{FF2B5EF4-FFF2-40B4-BE49-F238E27FC236}">
                <a16:creationId xmlns:a16="http://schemas.microsoft.com/office/drawing/2014/main" id="{A93F0FC7-9403-EE33-1DC4-0DAB2D41F1E6}"/>
              </a:ext>
            </a:extLst>
          </p:cNvPr>
          <p:cNvCxnSpPr>
            <a:cxnSpLocks/>
            <a:stCxn id="7" idx="4"/>
            <a:endCxn id="12" idx="0"/>
          </p:cNvCxnSpPr>
          <p:nvPr/>
        </p:nvCxnSpPr>
        <p:spPr>
          <a:xfrm>
            <a:off x="8417587" y="4315338"/>
            <a:ext cx="0" cy="1117515"/>
          </a:xfrm>
          <a:prstGeom prst="straightConnector1">
            <a:avLst/>
          </a:prstGeom>
          <a:ln w="381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1" name="Straight Arrow Connector 47">
            <a:extLst>
              <a:ext uri="{FF2B5EF4-FFF2-40B4-BE49-F238E27FC236}">
                <a16:creationId xmlns:a16="http://schemas.microsoft.com/office/drawing/2014/main" id="{1CC7DC31-25F8-7C32-D6F3-B4366AED1D91}"/>
              </a:ext>
            </a:extLst>
          </p:cNvPr>
          <p:cNvCxnSpPr>
            <a:cxnSpLocks/>
            <a:stCxn id="4" idx="4"/>
            <a:endCxn id="13" idx="0"/>
          </p:cNvCxnSpPr>
          <p:nvPr/>
        </p:nvCxnSpPr>
        <p:spPr>
          <a:xfrm>
            <a:off x="10041801" y="4315338"/>
            <a:ext cx="0" cy="1117515"/>
          </a:xfrm>
          <a:prstGeom prst="straightConnector1">
            <a:avLst/>
          </a:prstGeom>
          <a:ln w="38100">
            <a:solidFill>
              <a:schemeClr val="bg1">
                <a:lumMod val="85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2" name="Straight Arrow Connector 47">
            <a:extLst>
              <a:ext uri="{FF2B5EF4-FFF2-40B4-BE49-F238E27FC236}">
                <a16:creationId xmlns:a16="http://schemas.microsoft.com/office/drawing/2014/main" id="{F8C8B9A0-F9D7-8A1B-7EE3-F75578DD82E5}"/>
              </a:ext>
            </a:extLst>
          </p:cNvPr>
          <p:cNvCxnSpPr>
            <a:cxnSpLocks/>
            <a:stCxn id="12" idx="6"/>
            <a:endCxn id="13" idx="2"/>
          </p:cNvCxnSpPr>
          <p:nvPr/>
        </p:nvCxnSpPr>
        <p:spPr>
          <a:xfrm>
            <a:off x="8631140" y="5646406"/>
            <a:ext cx="1197108" cy="0"/>
          </a:xfrm>
          <a:prstGeom prst="straightConnector1">
            <a:avLst/>
          </a:prstGeom>
          <a:ln w="381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3" name="Straight Arrow Connector 47">
            <a:extLst>
              <a:ext uri="{FF2B5EF4-FFF2-40B4-BE49-F238E27FC236}">
                <a16:creationId xmlns:a16="http://schemas.microsoft.com/office/drawing/2014/main" id="{803EE09F-5D19-EE4A-96F3-2335034F5C30}"/>
              </a:ext>
            </a:extLst>
          </p:cNvPr>
          <p:cNvCxnSpPr>
            <a:cxnSpLocks/>
            <a:stCxn id="13" idx="6"/>
            <a:endCxn id="14" idx="2"/>
          </p:cNvCxnSpPr>
          <p:nvPr/>
        </p:nvCxnSpPr>
        <p:spPr>
          <a:xfrm>
            <a:off x="10255354" y="5646406"/>
            <a:ext cx="1197108" cy="0"/>
          </a:xfrm>
          <a:prstGeom prst="straightConnector1">
            <a:avLst/>
          </a:prstGeom>
          <a:ln w="38100">
            <a:solidFill>
              <a:schemeClr val="bg1">
                <a:lumMod val="85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7" name="Straight Arrow Connector 18">
            <a:extLst>
              <a:ext uri="{FF2B5EF4-FFF2-40B4-BE49-F238E27FC236}">
                <a16:creationId xmlns:a16="http://schemas.microsoft.com/office/drawing/2014/main" id="{CA2E1B5C-C148-2BCB-6C69-63A3BC562DE2}"/>
              </a:ext>
            </a:extLst>
          </p:cNvPr>
          <p:cNvCxnSpPr>
            <a:cxnSpLocks/>
            <a:stCxn id="14" idx="0"/>
            <a:endCxn id="5" idx="4"/>
          </p:cNvCxnSpPr>
          <p:nvPr/>
        </p:nvCxnSpPr>
        <p:spPr>
          <a:xfrm flipV="1">
            <a:off x="11666015" y="4315338"/>
            <a:ext cx="0" cy="1117515"/>
          </a:xfrm>
          <a:prstGeom prst="straightConnector1">
            <a:avLst/>
          </a:prstGeom>
          <a:ln w="381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9" name="TextBox 118">
            <a:extLst>
              <a:ext uri="{FF2B5EF4-FFF2-40B4-BE49-F238E27FC236}">
                <a16:creationId xmlns:a16="http://schemas.microsoft.com/office/drawing/2014/main" id="{B1A3CD6E-3C8F-B3C2-7442-E8CF58533971}"/>
              </a:ext>
            </a:extLst>
          </p:cNvPr>
          <p:cNvSpPr txBox="1"/>
          <p:nvPr/>
        </p:nvSpPr>
        <p:spPr>
          <a:xfrm>
            <a:off x="9075645" y="2247099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NL" dirty="0">
                <a:latin typeface="Aptos" panose="020B0004020202020204" pitchFamily="34" charset="0"/>
              </a:rPr>
              <a:t>8</a:t>
            </a:r>
          </a:p>
        </p:txBody>
      </p:sp>
      <p:sp>
        <p:nvSpPr>
          <p:cNvPr id="32" name="TextBox 121">
            <a:extLst>
              <a:ext uri="{FF2B5EF4-FFF2-40B4-BE49-F238E27FC236}">
                <a16:creationId xmlns:a16="http://schemas.microsoft.com/office/drawing/2014/main" id="{B2E97F26-5928-9D1E-5CF6-35E32A1482CE}"/>
              </a:ext>
            </a:extLst>
          </p:cNvPr>
          <p:cNvSpPr txBox="1"/>
          <p:nvPr/>
        </p:nvSpPr>
        <p:spPr>
          <a:xfrm>
            <a:off x="11648954" y="3144808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NL" dirty="0">
                <a:latin typeface="Aptos" panose="020B0004020202020204" pitchFamily="34" charset="0"/>
              </a:rPr>
              <a:t>5</a:t>
            </a:r>
          </a:p>
        </p:txBody>
      </p:sp>
      <p:sp>
        <p:nvSpPr>
          <p:cNvPr id="33" name="TextBox 122">
            <a:extLst>
              <a:ext uri="{FF2B5EF4-FFF2-40B4-BE49-F238E27FC236}">
                <a16:creationId xmlns:a16="http://schemas.microsoft.com/office/drawing/2014/main" id="{74989797-74CC-085D-AFA1-3246E6088F32}"/>
              </a:ext>
            </a:extLst>
          </p:cNvPr>
          <p:cNvSpPr txBox="1"/>
          <p:nvPr/>
        </p:nvSpPr>
        <p:spPr>
          <a:xfrm>
            <a:off x="9075645" y="4101784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NL" dirty="0">
                <a:latin typeface="Aptos" panose="020B0004020202020204" pitchFamily="34" charset="0"/>
              </a:rPr>
              <a:t>1</a:t>
            </a:r>
          </a:p>
        </p:txBody>
      </p:sp>
      <p:sp>
        <p:nvSpPr>
          <p:cNvPr id="34" name="TextBox 123">
            <a:extLst>
              <a:ext uri="{FF2B5EF4-FFF2-40B4-BE49-F238E27FC236}">
                <a16:creationId xmlns:a16="http://schemas.microsoft.com/office/drawing/2014/main" id="{DBDD42BA-4F32-BBFE-FBD4-3730F05232B2}"/>
              </a:ext>
            </a:extLst>
          </p:cNvPr>
          <p:cNvSpPr txBox="1"/>
          <p:nvPr/>
        </p:nvSpPr>
        <p:spPr>
          <a:xfrm>
            <a:off x="9075645" y="5646406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NL" dirty="0">
                <a:latin typeface="Aptos" panose="020B0004020202020204" pitchFamily="34" charset="0"/>
              </a:rPr>
              <a:t>1</a:t>
            </a:r>
          </a:p>
        </p:txBody>
      </p:sp>
      <p:sp>
        <p:nvSpPr>
          <p:cNvPr id="35" name="TextBox 124">
            <a:extLst>
              <a:ext uri="{FF2B5EF4-FFF2-40B4-BE49-F238E27FC236}">
                <a16:creationId xmlns:a16="http://schemas.microsoft.com/office/drawing/2014/main" id="{878A3FBE-1212-284D-6487-73DB39FA01A8}"/>
              </a:ext>
            </a:extLst>
          </p:cNvPr>
          <p:cNvSpPr txBox="1"/>
          <p:nvPr/>
        </p:nvSpPr>
        <p:spPr>
          <a:xfrm>
            <a:off x="8109489" y="4689430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NL" dirty="0">
                <a:latin typeface="Aptos" panose="020B0004020202020204" pitchFamily="34" charset="0"/>
              </a:rPr>
              <a:t>3</a:t>
            </a:r>
          </a:p>
        </p:txBody>
      </p:sp>
      <p:sp>
        <p:nvSpPr>
          <p:cNvPr id="36" name="TextBox 125">
            <a:extLst>
              <a:ext uri="{FF2B5EF4-FFF2-40B4-BE49-F238E27FC236}">
                <a16:creationId xmlns:a16="http://schemas.microsoft.com/office/drawing/2014/main" id="{A5C1CAAB-1A23-B92E-79C5-B73BEBE271C4}"/>
              </a:ext>
            </a:extLst>
          </p:cNvPr>
          <p:cNvSpPr txBox="1"/>
          <p:nvPr/>
        </p:nvSpPr>
        <p:spPr>
          <a:xfrm>
            <a:off x="10699859" y="5646406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NL" dirty="0">
                <a:latin typeface="Aptos" panose="020B0004020202020204" pitchFamily="34" charset="0"/>
              </a:rPr>
              <a:t>3</a:t>
            </a:r>
          </a:p>
        </p:txBody>
      </p:sp>
      <p:sp>
        <p:nvSpPr>
          <p:cNvPr id="37" name="TextBox 126">
            <a:extLst>
              <a:ext uri="{FF2B5EF4-FFF2-40B4-BE49-F238E27FC236}">
                <a16:creationId xmlns:a16="http://schemas.microsoft.com/office/drawing/2014/main" id="{7D05B945-61CD-D3EF-1F16-070DC91B2771}"/>
              </a:ext>
            </a:extLst>
          </p:cNvPr>
          <p:cNvSpPr txBox="1"/>
          <p:nvPr/>
        </p:nvSpPr>
        <p:spPr>
          <a:xfrm>
            <a:off x="9733702" y="4689430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NL" dirty="0">
                <a:latin typeface="Aptos" panose="020B0004020202020204" pitchFamily="34" charset="0"/>
              </a:rPr>
              <a:t>4</a:t>
            </a:r>
          </a:p>
        </p:txBody>
      </p:sp>
      <p:sp>
        <p:nvSpPr>
          <p:cNvPr id="38" name="TextBox 127">
            <a:extLst>
              <a:ext uri="{FF2B5EF4-FFF2-40B4-BE49-F238E27FC236}">
                <a16:creationId xmlns:a16="http://schemas.microsoft.com/office/drawing/2014/main" id="{67825E85-F449-7E13-95B1-3387CF111EE9}"/>
              </a:ext>
            </a:extLst>
          </p:cNvPr>
          <p:cNvSpPr txBox="1"/>
          <p:nvPr/>
        </p:nvSpPr>
        <p:spPr>
          <a:xfrm>
            <a:off x="10699859" y="4101784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NL" dirty="0">
                <a:latin typeface="Aptos" panose="020B0004020202020204" pitchFamily="34" charset="0"/>
              </a:rPr>
              <a:t>1</a:t>
            </a:r>
          </a:p>
        </p:txBody>
      </p:sp>
      <p:sp>
        <p:nvSpPr>
          <p:cNvPr id="39" name="TextBox 128">
            <a:extLst>
              <a:ext uri="{FF2B5EF4-FFF2-40B4-BE49-F238E27FC236}">
                <a16:creationId xmlns:a16="http://schemas.microsoft.com/office/drawing/2014/main" id="{83CD574C-40DF-00D2-5B4C-538326F4D218}"/>
              </a:ext>
            </a:extLst>
          </p:cNvPr>
          <p:cNvSpPr txBox="1"/>
          <p:nvPr/>
        </p:nvSpPr>
        <p:spPr>
          <a:xfrm>
            <a:off x="10699859" y="2247099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NL" dirty="0">
                <a:latin typeface="Aptos" panose="020B0004020202020204" pitchFamily="34" charset="0"/>
              </a:rPr>
              <a:t>1</a:t>
            </a:r>
          </a:p>
        </p:txBody>
      </p:sp>
      <p:sp>
        <p:nvSpPr>
          <p:cNvPr id="40" name="TextBox 129">
            <a:extLst>
              <a:ext uri="{FF2B5EF4-FFF2-40B4-BE49-F238E27FC236}">
                <a16:creationId xmlns:a16="http://schemas.microsoft.com/office/drawing/2014/main" id="{D48BB843-E1BA-549C-1D37-F8EF3F6960DF}"/>
              </a:ext>
            </a:extLst>
          </p:cNvPr>
          <p:cNvSpPr txBox="1"/>
          <p:nvPr/>
        </p:nvSpPr>
        <p:spPr>
          <a:xfrm>
            <a:off x="11648954" y="4689430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NL" dirty="0">
                <a:latin typeface="Aptos" panose="020B0004020202020204" pitchFamily="34" charset="0"/>
              </a:rPr>
              <a:t>2</a:t>
            </a:r>
          </a:p>
        </p:txBody>
      </p:sp>
      <p:sp>
        <p:nvSpPr>
          <p:cNvPr id="41" name="TextBox 130">
            <a:extLst>
              <a:ext uri="{FF2B5EF4-FFF2-40B4-BE49-F238E27FC236}">
                <a16:creationId xmlns:a16="http://schemas.microsoft.com/office/drawing/2014/main" id="{7CD8DDF1-634F-88FC-0D24-73FD07BE3D93}"/>
              </a:ext>
            </a:extLst>
          </p:cNvPr>
          <p:cNvSpPr txBox="1"/>
          <p:nvPr/>
        </p:nvSpPr>
        <p:spPr>
          <a:xfrm>
            <a:off x="9733702" y="3144808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NL" dirty="0">
                <a:latin typeface="Aptos" panose="020B0004020202020204" pitchFamily="34" charset="0"/>
              </a:rPr>
              <a:t>4</a:t>
            </a:r>
          </a:p>
        </p:txBody>
      </p:sp>
      <p:sp>
        <p:nvSpPr>
          <p:cNvPr id="42" name="TextBox 131">
            <a:extLst>
              <a:ext uri="{FF2B5EF4-FFF2-40B4-BE49-F238E27FC236}">
                <a16:creationId xmlns:a16="http://schemas.microsoft.com/office/drawing/2014/main" id="{A36601B7-03FA-1C33-9A6D-7E12F33F478E}"/>
              </a:ext>
            </a:extLst>
          </p:cNvPr>
          <p:cNvSpPr txBox="1"/>
          <p:nvPr/>
        </p:nvSpPr>
        <p:spPr>
          <a:xfrm>
            <a:off x="8109489" y="3144808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NL" dirty="0">
                <a:latin typeface="Aptos" panose="020B0004020202020204" pitchFamily="34" charset="0"/>
              </a:rPr>
              <a:t>2</a:t>
            </a:r>
          </a:p>
        </p:txBody>
      </p:sp>
      <p:sp>
        <p:nvSpPr>
          <p:cNvPr id="30" name="Rectangle: Rounded Corners 29">
            <a:extLst>
              <a:ext uri="{FF2B5EF4-FFF2-40B4-BE49-F238E27FC236}">
                <a16:creationId xmlns:a16="http://schemas.microsoft.com/office/drawing/2014/main" id="{CCBE0386-D00D-C09B-63CE-F721CCD6B4C1}"/>
              </a:ext>
            </a:extLst>
          </p:cNvPr>
          <p:cNvSpPr/>
          <p:nvPr/>
        </p:nvSpPr>
        <p:spPr>
          <a:xfrm>
            <a:off x="8570589" y="2115635"/>
            <a:ext cx="318887" cy="350477"/>
          </a:xfrm>
          <a:prstGeom prst="roundRect">
            <a:avLst/>
          </a:prstGeom>
          <a:ln>
            <a:headEnd type="none" w="med" len="med"/>
            <a:tailEnd type="none" w="med" len="med"/>
          </a:ln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nl-NL" sz="1600" dirty="0">
                <a:latin typeface="Aptos" panose="020B0004020202020204" pitchFamily="34" charset="0"/>
              </a:rPr>
              <a:t>0</a:t>
            </a:r>
          </a:p>
        </p:txBody>
      </p:sp>
      <p:sp>
        <p:nvSpPr>
          <p:cNvPr id="31" name="Rectangle: Rounded Corners 30">
            <a:extLst>
              <a:ext uri="{FF2B5EF4-FFF2-40B4-BE49-F238E27FC236}">
                <a16:creationId xmlns:a16="http://schemas.microsoft.com/office/drawing/2014/main" id="{9A16A1AE-DF6E-850E-25ED-7626525D28F5}"/>
              </a:ext>
            </a:extLst>
          </p:cNvPr>
          <p:cNvSpPr/>
          <p:nvPr/>
        </p:nvSpPr>
        <p:spPr>
          <a:xfrm>
            <a:off x="10110746" y="2061189"/>
            <a:ext cx="318887" cy="350477"/>
          </a:xfrm>
          <a:prstGeom prst="roundRect">
            <a:avLst/>
          </a:prstGeom>
          <a:ln>
            <a:headEnd type="none" w="med" len="med"/>
            <a:tailEnd type="none" w="med" len="med"/>
          </a:ln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nl-NL" sz="1600" dirty="0">
                <a:latin typeface="Aptos" panose="020B0004020202020204" pitchFamily="34" charset="0"/>
              </a:rPr>
              <a:t>7</a:t>
            </a:r>
          </a:p>
        </p:txBody>
      </p:sp>
      <p:sp>
        <p:nvSpPr>
          <p:cNvPr id="43" name="Rectangle: Rounded Corners 42">
            <a:extLst>
              <a:ext uri="{FF2B5EF4-FFF2-40B4-BE49-F238E27FC236}">
                <a16:creationId xmlns:a16="http://schemas.microsoft.com/office/drawing/2014/main" id="{8C7CADD1-CA40-61E7-E4A2-3AB2AEEC76CD}"/>
              </a:ext>
            </a:extLst>
          </p:cNvPr>
          <p:cNvSpPr/>
          <p:nvPr/>
        </p:nvSpPr>
        <p:spPr>
          <a:xfrm>
            <a:off x="11797608" y="2115635"/>
            <a:ext cx="318887" cy="350477"/>
          </a:xfrm>
          <a:prstGeom prst="roundRect">
            <a:avLst/>
          </a:prstGeom>
          <a:ln>
            <a:headEnd type="none" w="med" len="med"/>
            <a:tailEnd type="none" w="med" len="med"/>
          </a:ln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nl-NL" sz="1600" dirty="0">
                <a:latin typeface="Aptos" panose="020B0004020202020204" pitchFamily="34" charset="0"/>
              </a:rPr>
              <a:t>9</a:t>
            </a:r>
          </a:p>
        </p:txBody>
      </p:sp>
      <p:sp>
        <p:nvSpPr>
          <p:cNvPr id="44" name="Rectangle: Rounded Corners 43">
            <a:extLst>
              <a:ext uri="{FF2B5EF4-FFF2-40B4-BE49-F238E27FC236}">
                <a16:creationId xmlns:a16="http://schemas.microsoft.com/office/drawing/2014/main" id="{71D7A50C-E0D5-8FB3-53E0-0C6C869CC493}"/>
              </a:ext>
            </a:extLst>
          </p:cNvPr>
          <p:cNvSpPr/>
          <p:nvPr/>
        </p:nvSpPr>
        <p:spPr>
          <a:xfrm>
            <a:off x="11797607" y="3641402"/>
            <a:ext cx="318887" cy="350477"/>
          </a:xfrm>
          <a:prstGeom prst="roundRect">
            <a:avLst/>
          </a:prstGeom>
          <a:ln>
            <a:headEnd type="none" w="med" len="med"/>
            <a:tailEnd type="none" w="med" len="med"/>
          </a:ln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nl-NL" sz="1600" dirty="0">
                <a:latin typeface="Aptos" panose="020B0004020202020204" pitchFamily="34" charset="0"/>
              </a:rPr>
              <a:t>4</a:t>
            </a:r>
          </a:p>
        </p:txBody>
      </p:sp>
      <p:sp>
        <p:nvSpPr>
          <p:cNvPr id="45" name="Rectangle: Rounded Corners 44">
            <a:extLst>
              <a:ext uri="{FF2B5EF4-FFF2-40B4-BE49-F238E27FC236}">
                <a16:creationId xmlns:a16="http://schemas.microsoft.com/office/drawing/2014/main" id="{8AEB97C5-A9E1-451E-6DA9-68C182A063F5}"/>
              </a:ext>
            </a:extLst>
          </p:cNvPr>
          <p:cNvSpPr/>
          <p:nvPr/>
        </p:nvSpPr>
        <p:spPr>
          <a:xfrm>
            <a:off x="11797606" y="5257614"/>
            <a:ext cx="318887" cy="350477"/>
          </a:xfrm>
          <a:prstGeom prst="roundRect">
            <a:avLst/>
          </a:prstGeom>
          <a:ln>
            <a:headEnd type="none" w="med" len="med"/>
            <a:tailEnd type="none" w="med" len="med"/>
          </a:ln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nl-NL" sz="1600" dirty="0">
                <a:latin typeface="Aptos" panose="020B0004020202020204" pitchFamily="34" charset="0"/>
              </a:rPr>
              <a:t>6</a:t>
            </a:r>
          </a:p>
        </p:txBody>
      </p:sp>
      <p:sp>
        <p:nvSpPr>
          <p:cNvPr id="46" name="Rectangle: Rounded Corners 45">
            <a:extLst>
              <a:ext uri="{FF2B5EF4-FFF2-40B4-BE49-F238E27FC236}">
                <a16:creationId xmlns:a16="http://schemas.microsoft.com/office/drawing/2014/main" id="{DFB0CFF2-F56A-4FC3-B98E-3893DBC4A4D8}"/>
              </a:ext>
            </a:extLst>
          </p:cNvPr>
          <p:cNvSpPr/>
          <p:nvPr/>
        </p:nvSpPr>
        <p:spPr>
          <a:xfrm>
            <a:off x="10164121" y="5219301"/>
            <a:ext cx="318887" cy="350477"/>
          </a:xfrm>
          <a:prstGeom prst="roundRect">
            <a:avLst/>
          </a:prstGeom>
          <a:ln>
            <a:headEnd type="none" w="med" len="med"/>
            <a:tailEnd type="none" w="med" len="med"/>
          </a:ln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nl-NL" sz="1600" dirty="0">
                <a:latin typeface="Aptos" panose="020B0004020202020204" pitchFamily="34" charset="0"/>
              </a:rPr>
              <a:t>6</a:t>
            </a:r>
          </a:p>
        </p:txBody>
      </p:sp>
      <p:sp>
        <p:nvSpPr>
          <p:cNvPr id="47" name="Rectangle: Rounded Corners 46">
            <a:extLst>
              <a:ext uri="{FF2B5EF4-FFF2-40B4-BE49-F238E27FC236}">
                <a16:creationId xmlns:a16="http://schemas.microsoft.com/office/drawing/2014/main" id="{46C99210-DDDE-590C-2597-6032A14E158D}"/>
              </a:ext>
            </a:extLst>
          </p:cNvPr>
          <p:cNvSpPr/>
          <p:nvPr/>
        </p:nvSpPr>
        <p:spPr>
          <a:xfrm>
            <a:off x="8530636" y="5180988"/>
            <a:ext cx="318887" cy="350477"/>
          </a:xfrm>
          <a:prstGeom prst="roundRect">
            <a:avLst/>
          </a:prstGeom>
          <a:ln>
            <a:headEnd type="none" w="med" len="med"/>
            <a:tailEnd type="none" w="med" len="med"/>
          </a:ln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nl-NL" sz="1600" dirty="0">
                <a:latin typeface="Aptos" panose="020B0004020202020204" pitchFamily="34" charset="0"/>
              </a:rPr>
              <a:t>5</a:t>
            </a:r>
          </a:p>
        </p:txBody>
      </p:sp>
      <p:sp>
        <p:nvSpPr>
          <p:cNvPr id="48" name="Rectangle: Rounded Corners 47">
            <a:extLst>
              <a:ext uri="{FF2B5EF4-FFF2-40B4-BE49-F238E27FC236}">
                <a16:creationId xmlns:a16="http://schemas.microsoft.com/office/drawing/2014/main" id="{D12D7823-9B30-C2BC-005A-62BEA2618587}"/>
              </a:ext>
            </a:extLst>
          </p:cNvPr>
          <p:cNvSpPr/>
          <p:nvPr/>
        </p:nvSpPr>
        <p:spPr>
          <a:xfrm>
            <a:off x="8512404" y="3653960"/>
            <a:ext cx="318887" cy="350477"/>
          </a:xfrm>
          <a:prstGeom prst="roundRect">
            <a:avLst/>
          </a:prstGeom>
          <a:ln>
            <a:headEnd type="none" w="med" len="med"/>
            <a:tailEnd type="none" w="med" len="med"/>
          </a:ln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nl-NL" sz="1600" dirty="0">
                <a:latin typeface="Aptos" panose="020B0004020202020204" pitchFamily="34" charset="0"/>
              </a:rPr>
              <a:t>2</a:t>
            </a:r>
          </a:p>
        </p:txBody>
      </p:sp>
      <p:sp>
        <p:nvSpPr>
          <p:cNvPr id="49" name="Rectangle: Rounded Corners 48">
            <a:extLst>
              <a:ext uri="{FF2B5EF4-FFF2-40B4-BE49-F238E27FC236}">
                <a16:creationId xmlns:a16="http://schemas.microsoft.com/office/drawing/2014/main" id="{FBC3CEAF-75B2-DA4F-7145-016CDE8C358C}"/>
              </a:ext>
            </a:extLst>
          </p:cNvPr>
          <p:cNvSpPr/>
          <p:nvPr/>
        </p:nvSpPr>
        <p:spPr>
          <a:xfrm>
            <a:off x="10154658" y="3673867"/>
            <a:ext cx="318887" cy="350477"/>
          </a:xfrm>
          <a:prstGeom prst="roundRect">
            <a:avLst/>
          </a:prstGeom>
          <a:ln>
            <a:headEnd type="none" w="med" len="med"/>
            <a:tailEnd type="none" w="med" len="med"/>
          </a:ln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nl-NL" sz="1600" dirty="0">
                <a:latin typeface="Aptos" panose="020B0004020202020204" pitchFamily="34" charset="0"/>
              </a:rPr>
              <a:t>3</a:t>
            </a:r>
          </a:p>
        </p:txBody>
      </p:sp>
      <p:sp>
        <p:nvSpPr>
          <p:cNvPr id="54" name="TextBox 24">
            <a:extLst>
              <a:ext uri="{FF2B5EF4-FFF2-40B4-BE49-F238E27FC236}">
                <a16:creationId xmlns:a16="http://schemas.microsoft.com/office/drawing/2014/main" id="{CBECBB4F-D781-8DFF-2AAE-7627D2DD61AD}"/>
              </a:ext>
            </a:extLst>
          </p:cNvPr>
          <p:cNvSpPr txBox="1"/>
          <p:nvPr/>
        </p:nvSpPr>
        <p:spPr>
          <a:xfrm>
            <a:off x="6876842" y="6215577"/>
            <a:ext cx="9321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nl-NL" dirty="0" err="1">
                <a:latin typeface="Aptos" panose="020B0004020202020204" pitchFamily="34" charset="0"/>
              </a:rPr>
              <a:t>Visited</a:t>
            </a:r>
            <a:r>
              <a:rPr lang="nl-NL" dirty="0">
                <a:latin typeface="Aptos" panose="020B0004020202020204" pitchFamily="34" charset="0"/>
              </a:rPr>
              <a:t>:</a:t>
            </a:r>
          </a:p>
        </p:txBody>
      </p:sp>
      <p:sp>
        <p:nvSpPr>
          <p:cNvPr id="55" name="Oval 19">
            <a:extLst>
              <a:ext uri="{FF2B5EF4-FFF2-40B4-BE49-F238E27FC236}">
                <a16:creationId xmlns:a16="http://schemas.microsoft.com/office/drawing/2014/main" id="{88EDCBE3-9A2E-48C9-EC77-CF1CD59BDAD6}"/>
              </a:ext>
            </a:extLst>
          </p:cNvPr>
          <p:cNvSpPr/>
          <p:nvPr/>
        </p:nvSpPr>
        <p:spPr>
          <a:xfrm>
            <a:off x="7808957" y="6190404"/>
            <a:ext cx="419679" cy="419679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dirty="0">
                <a:solidFill>
                  <a:schemeClr val="bg1"/>
                </a:solidFill>
                <a:latin typeface="Aptos" panose="020B0004020202020204" pitchFamily="34" charset="0"/>
              </a:rPr>
              <a:t>A</a:t>
            </a:r>
          </a:p>
        </p:txBody>
      </p:sp>
      <p:sp>
        <p:nvSpPr>
          <p:cNvPr id="56" name="Oval 19">
            <a:extLst>
              <a:ext uri="{FF2B5EF4-FFF2-40B4-BE49-F238E27FC236}">
                <a16:creationId xmlns:a16="http://schemas.microsoft.com/office/drawing/2014/main" id="{C4A4589B-3541-68C9-C189-3EFFDE709E68}"/>
              </a:ext>
            </a:extLst>
          </p:cNvPr>
          <p:cNvSpPr/>
          <p:nvPr/>
        </p:nvSpPr>
        <p:spPr>
          <a:xfrm>
            <a:off x="8247983" y="6190404"/>
            <a:ext cx="419679" cy="419679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dirty="0">
                <a:solidFill>
                  <a:schemeClr val="bg1"/>
                </a:solidFill>
                <a:latin typeface="Aptos" panose="020B0004020202020204" pitchFamily="34" charset="0"/>
              </a:rPr>
              <a:t>D</a:t>
            </a:r>
          </a:p>
        </p:txBody>
      </p:sp>
      <p:sp>
        <p:nvSpPr>
          <p:cNvPr id="57" name="Oval 19">
            <a:extLst>
              <a:ext uri="{FF2B5EF4-FFF2-40B4-BE49-F238E27FC236}">
                <a16:creationId xmlns:a16="http://schemas.microsoft.com/office/drawing/2014/main" id="{82E7931A-83D5-EF76-FBB0-8AE1C158C1F6}"/>
              </a:ext>
            </a:extLst>
          </p:cNvPr>
          <p:cNvSpPr/>
          <p:nvPr/>
        </p:nvSpPr>
        <p:spPr>
          <a:xfrm>
            <a:off x="8687009" y="6190404"/>
            <a:ext cx="419679" cy="419679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dirty="0">
                <a:solidFill>
                  <a:schemeClr val="bg1"/>
                </a:solidFill>
                <a:latin typeface="Aptos" panose="020B0004020202020204" pitchFamily="34" charset="0"/>
              </a:rPr>
              <a:t>E</a:t>
            </a:r>
          </a:p>
        </p:txBody>
      </p:sp>
      <p:sp>
        <p:nvSpPr>
          <p:cNvPr id="59" name="Oval 19">
            <a:extLst>
              <a:ext uri="{FF2B5EF4-FFF2-40B4-BE49-F238E27FC236}">
                <a16:creationId xmlns:a16="http://schemas.microsoft.com/office/drawing/2014/main" id="{F14B3419-55FF-FCAE-9DA7-BA9EDDD1F445}"/>
              </a:ext>
            </a:extLst>
          </p:cNvPr>
          <p:cNvSpPr/>
          <p:nvPr/>
        </p:nvSpPr>
        <p:spPr>
          <a:xfrm>
            <a:off x="9126035" y="6190404"/>
            <a:ext cx="419679" cy="419679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dirty="0">
                <a:solidFill>
                  <a:schemeClr val="bg1"/>
                </a:solidFill>
                <a:latin typeface="Aptos" panose="020B0004020202020204" pitchFamily="34" charset="0"/>
              </a:rPr>
              <a:t>F</a:t>
            </a:r>
          </a:p>
        </p:txBody>
      </p:sp>
      <p:sp>
        <p:nvSpPr>
          <p:cNvPr id="60" name="Oval 19">
            <a:extLst>
              <a:ext uri="{FF2B5EF4-FFF2-40B4-BE49-F238E27FC236}">
                <a16:creationId xmlns:a16="http://schemas.microsoft.com/office/drawing/2014/main" id="{BB612286-B8D6-C6B6-6C36-2268254A6881}"/>
              </a:ext>
            </a:extLst>
          </p:cNvPr>
          <p:cNvSpPr/>
          <p:nvPr/>
        </p:nvSpPr>
        <p:spPr>
          <a:xfrm>
            <a:off x="9565061" y="6190404"/>
            <a:ext cx="419679" cy="419679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dirty="0">
                <a:solidFill>
                  <a:schemeClr val="bg1"/>
                </a:solidFill>
                <a:latin typeface="Aptos" panose="020B0004020202020204" pitchFamily="34" charset="0"/>
              </a:rPr>
              <a:t>G</a:t>
            </a:r>
          </a:p>
        </p:txBody>
      </p:sp>
      <p:sp>
        <p:nvSpPr>
          <p:cNvPr id="61" name="Oval 19">
            <a:extLst>
              <a:ext uri="{FF2B5EF4-FFF2-40B4-BE49-F238E27FC236}">
                <a16:creationId xmlns:a16="http://schemas.microsoft.com/office/drawing/2014/main" id="{8C78AA3C-667D-E761-4AF0-88B3C1ABF68B}"/>
              </a:ext>
            </a:extLst>
          </p:cNvPr>
          <p:cNvSpPr/>
          <p:nvPr/>
        </p:nvSpPr>
        <p:spPr>
          <a:xfrm>
            <a:off x="10004087" y="6190404"/>
            <a:ext cx="419679" cy="419679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dirty="0">
                <a:solidFill>
                  <a:schemeClr val="bg1"/>
                </a:solidFill>
                <a:latin typeface="Aptos" panose="020B0004020202020204" pitchFamily="34" charset="0"/>
              </a:rPr>
              <a:t>H</a:t>
            </a:r>
          </a:p>
        </p:txBody>
      </p:sp>
    </p:spTree>
    <p:extLst>
      <p:ext uri="{BB962C8B-B14F-4D97-AF65-F5344CB8AC3E}">
        <p14:creationId xmlns:p14="http://schemas.microsoft.com/office/powerpoint/2010/main" val="33451191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mph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1973EB"/>
                                      </p:to>
                                    </p:animClr>
                                    <p:set>
                                      <p:cBhvr>
                                        <p:cTn id="7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8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7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7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FFC000"/>
                                      </p:to>
                                    </p:animClr>
                                    <p:set>
                                      <p:cBhvr>
                                        <p:cTn id="18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7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0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FFC000"/>
                                      </p:to>
                                    </p:animClr>
                                    <p:set>
                                      <p:cBhvr>
                                        <p:cTn id="21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7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5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D8D8D8"/>
                                      </p:to>
                                    </p:animClr>
                                    <p:set>
                                      <p:cBhvr>
                                        <p:cTn id="26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7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8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D8D8D8"/>
                                      </p:to>
                                    </p:animClr>
                                    <p:set>
                                      <p:cBhvr>
                                        <p:cTn id="29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1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1DECA2-2767-2009-611A-A717ED895A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E316D3-4ABD-17FB-0704-610A375B69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 err="1"/>
              <a:t>Shortest</a:t>
            </a:r>
            <a:r>
              <a:rPr lang="nl-NL" dirty="0"/>
              <a:t> </a:t>
            </a:r>
            <a:r>
              <a:rPr lang="nl-NL" dirty="0" err="1"/>
              <a:t>paths</a:t>
            </a:r>
            <a:r>
              <a:rPr lang="nl-NL" dirty="0"/>
              <a:t> – Dijkstra’s </a:t>
            </a:r>
            <a:r>
              <a:rPr lang="nl-NL" dirty="0" err="1"/>
              <a:t>algorithm</a:t>
            </a:r>
            <a:endParaRPr lang="nl-N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92FB51-BFCD-B7FF-9E3B-22214566A43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0081" y="2633472"/>
            <a:ext cx="7095919" cy="3568152"/>
          </a:xfrm>
        </p:spPr>
        <p:txBody>
          <a:bodyPr>
            <a:normAutofit/>
          </a:bodyPr>
          <a:lstStyle/>
          <a:p>
            <a:r>
              <a:rPr lang="nl-NL" dirty="0"/>
              <a:t>Set </a:t>
            </a:r>
            <a:r>
              <a:rPr lang="nl-NL" dirty="0" err="1"/>
              <a:t>distance</a:t>
            </a:r>
            <a:r>
              <a:rPr lang="nl-NL" dirty="0"/>
              <a:t> of start node </a:t>
            </a:r>
            <a:r>
              <a:rPr lang="nl-NL" dirty="0" err="1"/>
              <a:t>to</a:t>
            </a:r>
            <a:r>
              <a:rPr lang="nl-NL" dirty="0"/>
              <a:t> zero &amp; </a:t>
            </a:r>
            <a:r>
              <a:rPr lang="nl-NL" dirty="0" err="1"/>
              <a:t>others</a:t>
            </a:r>
            <a:r>
              <a:rPr lang="nl-NL" dirty="0"/>
              <a:t> </a:t>
            </a:r>
            <a:r>
              <a:rPr lang="nl-NL" dirty="0" err="1"/>
              <a:t>to</a:t>
            </a:r>
            <a:r>
              <a:rPr lang="nl-NL" dirty="0"/>
              <a:t> “</a:t>
            </a:r>
            <a:r>
              <a:rPr lang="nl-NL" dirty="0" err="1"/>
              <a:t>extremely</a:t>
            </a:r>
            <a:r>
              <a:rPr lang="nl-NL" dirty="0"/>
              <a:t> far </a:t>
            </a:r>
            <a:r>
              <a:rPr lang="nl-NL" dirty="0" err="1"/>
              <a:t>away</a:t>
            </a:r>
            <a:r>
              <a:rPr lang="nl-NL" dirty="0"/>
              <a:t>”</a:t>
            </a:r>
          </a:p>
          <a:p>
            <a:r>
              <a:rPr lang="nl-NL" b="1" dirty="0" err="1">
                <a:latin typeface="Aptos" panose="020B0004020202020204" pitchFamily="34" charset="0"/>
              </a:rPr>
              <a:t>While</a:t>
            </a:r>
            <a:r>
              <a:rPr lang="nl-NL" dirty="0"/>
              <a:t> </a:t>
            </a:r>
            <a:r>
              <a:rPr lang="nl-NL" dirty="0" err="1"/>
              <a:t>there</a:t>
            </a:r>
            <a:r>
              <a:rPr lang="nl-NL" dirty="0"/>
              <a:t> are </a:t>
            </a:r>
            <a:r>
              <a:rPr lang="nl-NL" b="1" dirty="0" err="1">
                <a:latin typeface="Aptos" panose="020B0004020202020204" pitchFamily="34" charset="0"/>
              </a:rPr>
              <a:t>unvisited</a:t>
            </a:r>
            <a:r>
              <a:rPr lang="nl-NL" dirty="0"/>
              <a:t> </a:t>
            </a:r>
            <a:r>
              <a:rPr lang="nl-NL" dirty="0" err="1"/>
              <a:t>nodes</a:t>
            </a:r>
            <a:r>
              <a:rPr lang="nl-NL" dirty="0"/>
              <a:t>:</a:t>
            </a:r>
          </a:p>
          <a:p>
            <a:pPr lvl="1"/>
            <a:r>
              <a:rPr lang="nl-NL" sz="2000" dirty="0" err="1"/>
              <a:t>Find</a:t>
            </a:r>
            <a:r>
              <a:rPr lang="nl-NL" sz="2000" dirty="0"/>
              <a:t> </a:t>
            </a:r>
            <a:r>
              <a:rPr lang="nl-NL" sz="2000" dirty="0" err="1"/>
              <a:t>the</a:t>
            </a:r>
            <a:r>
              <a:rPr lang="nl-NL" sz="2000" dirty="0"/>
              <a:t> </a:t>
            </a:r>
            <a:r>
              <a:rPr lang="nl-NL" sz="2000" dirty="0" err="1"/>
              <a:t>one</a:t>
            </a:r>
            <a:r>
              <a:rPr lang="nl-NL" sz="2000" dirty="0"/>
              <a:t> </a:t>
            </a:r>
            <a:r>
              <a:rPr lang="nl-NL" sz="2000" dirty="0" err="1"/>
              <a:t>that</a:t>
            </a:r>
            <a:r>
              <a:rPr lang="nl-NL" sz="2000" dirty="0"/>
              <a:t> has </a:t>
            </a:r>
            <a:r>
              <a:rPr lang="nl-NL" sz="2000" dirty="0" err="1"/>
              <a:t>the</a:t>
            </a:r>
            <a:r>
              <a:rPr lang="nl-NL" sz="2000" dirty="0"/>
              <a:t> </a:t>
            </a:r>
            <a:r>
              <a:rPr lang="nl-NL" sz="2000" b="1" dirty="0" err="1">
                <a:latin typeface="Aptos" panose="020B0004020202020204" pitchFamily="34" charset="0"/>
              </a:rPr>
              <a:t>smallest</a:t>
            </a:r>
            <a:r>
              <a:rPr lang="nl-NL" sz="2000" dirty="0"/>
              <a:t> </a:t>
            </a:r>
            <a:r>
              <a:rPr lang="nl-NL" sz="2000" b="1" dirty="0" err="1">
                <a:latin typeface="Aptos" panose="020B0004020202020204" pitchFamily="34" charset="0"/>
              </a:rPr>
              <a:t>current</a:t>
            </a:r>
            <a:r>
              <a:rPr lang="nl-NL" sz="2000" dirty="0"/>
              <a:t> </a:t>
            </a:r>
            <a:r>
              <a:rPr lang="nl-NL" sz="2000" dirty="0" err="1"/>
              <a:t>distance</a:t>
            </a:r>
            <a:endParaRPr lang="nl-NL" sz="2000" dirty="0"/>
          </a:p>
          <a:p>
            <a:pPr lvl="1"/>
            <a:r>
              <a:rPr lang="nl-NL" sz="2000" b="1" dirty="0">
                <a:latin typeface="Aptos" panose="020B0004020202020204" pitchFamily="34" charset="0"/>
              </a:rPr>
              <a:t>Update</a:t>
            </a:r>
            <a:r>
              <a:rPr lang="nl-NL" sz="2000" dirty="0"/>
              <a:t> </a:t>
            </a:r>
            <a:r>
              <a:rPr lang="nl-NL" sz="2000" dirty="0" err="1"/>
              <a:t>the</a:t>
            </a:r>
            <a:r>
              <a:rPr lang="nl-NL" sz="2000" dirty="0"/>
              <a:t> </a:t>
            </a:r>
            <a:r>
              <a:rPr lang="nl-NL" sz="2000" dirty="0" err="1"/>
              <a:t>distance</a:t>
            </a:r>
            <a:r>
              <a:rPr lang="nl-NL" sz="2000" dirty="0"/>
              <a:t> </a:t>
            </a:r>
            <a:r>
              <a:rPr lang="nl-NL" sz="2000" dirty="0" err="1"/>
              <a:t>to</a:t>
            </a:r>
            <a:r>
              <a:rPr lang="nl-NL" sz="2000" dirty="0"/>
              <a:t> </a:t>
            </a:r>
            <a:r>
              <a:rPr lang="nl-NL" sz="2000" dirty="0" err="1"/>
              <a:t>its</a:t>
            </a:r>
            <a:r>
              <a:rPr lang="nl-NL" sz="2000" dirty="0"/>
              <a:t> </a:t>
            </a:r>
            <a:r>
              <a:rPr lang="nl-NL" sz="2000" b="1" dirty="0" err="1">
                <a:latin typeface="Aptos" panose="020B0004020202020204" pitchFamily="34" charset="0"/>
              </a:rPr>
              <a:t>neighbours</a:t>
            </a:r>
            <a:endParaRPr lang="nl-NL" sz="2000" b="1" dirty="0">
              <a:latin typeface="Aptos" panose="020B0004020202020204" pitchFamily="34" charset="0"/>
            </a:endParaRPr>
          </a:p>
        </p:txBody>
      </p:sp>
      <p:sp>
        <p:nvSpPr>
          <p:cNvPr id="4" name="Oval 6">
            <a:extLst>
              <a:ext uri="{FF2B5EF4-FFF2-40B4-BE49-F238E27FC236}">
                <a16:creationId xmlns:a16="http://schemas.microsoft.com/office/drawing/2014/main" id="{1B8541C9-8433-5F10-00C0-8B93248EC611}"/>
              </a:ext>
            </a:extLst>
          </p:cNvPr>
          <p:cNvSpPr/>
          <p:nvPr/>
        </p:nvSpPr>
        <p:spPr>
          <a:xfrm>
            <a:off x="9828248" y="3888232"/>
            <a:ext cx="427106" cy="427106"/>
          </a:xfrm>
          <a:prstGeom prst="ellipse">
            <a:avLst/>
          </a:prstGeom>
          <a:solidFill>
            <a:srgbClr val="00B0F0"/>
          </a:solidFill>
          <a:ln/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nl-NL" dirty="0">
                <a:latin typeface="Aptos" panose="020B0004020202020204" pitchFamily="34" charset="0"/>
              </a:rPr>
              <a:t>E</a:t>
            </a:r>
          </a:p>
        </p:txBody>
      </p:sp>
      <p:sp>
        <p:nvSpPr>
          <p:cNvPr id="5" name="Oval 8">
            <a:extLst>
              <a:ext uri="{FF2B5EF4-FFF2-40B4-BE49-F238E27FC236}">
                <a16:creationId xmlns:a16="http://schemas.microsoft.com/office/drawing/2014/main" id="{6BD0C753-C03D-AA6E-A6CD-D1A9F680A7C5}"/>
              </a:ext>
            </a:extLst>
          </p:cNvPr>
          <p:cNvSpPr/>
          <p:nvPr/>
        </p:nvSpPr>
        <p:spPr>
          <a:xfrm>
            <a:off x="11452462" y="3888232"/>
            <a:ext cx="427106" cy="427106"/>
          </a:xfrm>
          <a:prstGeom prst="ellipse">
            <a:avLst/>
          </a:prstGeom>
          <a:solidFill>
            <a:srgbClr val="00B0F0"/>
          </a:solidFill>
          <a:ln/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nl-NL" dirty="0">
                <a:latin typeface="Aptos" panose="020B0004020202020204" pitchFamily="34" charset="0"/>
              </a:rPr>
              <a:t>F</a:t>
            </a:r>
          </a:p>
        </p:txBody>
      </p:sp>
      <p:cxnSp>
        <p:nvCxnSpPr>
          <p:cNvPr id="6" name="Straight Arrow Connector 18">
            <a:extLst>
              <a:ext uri="{FF2B5EF4-FFF2-40B4-BE49-F238E27FC236}">
                <a16:creationId xmlns:a16="http://schemas.microsoft.com/office/drawing/2014/main" id="{89D03799-1ED6-1199-E831-118AEC577277}"/>
              </a:ext>
            </a:extLst>
          </p:cNvPr>
          <p:cNvCxnSpPr>
            <a:cxnSpLocks/>
            <a:stCxn id="7" idx="6"/>
            <a:endCxn id="4" idx="2"/>
          </p:cNvCxnSpPr>
          <p:nvPr/>
        </p:nvCxnSpPr>
        <p:spPr>
          <a:xfrm>
            <a:off x="8631140" y="4101785"/>
            <a:ext cx="1197108" cy="0"/>
          </a:xfrm>
          <a:prstGeom prst="straightConnector1">
            <a:avLst/>
          </a:prstGeom>
          <a:ln w="381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" name="Oval 19">
            <a:extLst>
              <a:ext uri="{FF2B5EF4-FFF2-40B4-BE49-F238E27FC236}">
                <a16:creationId xmlns:a16="http://schemas.microsoft.com/office/drawing/2014/main" id="{A9465AF9-5890-AFAF-09C5-414D6525CB33}"/>
              </a:ext>
            </a:extLst>
          </p:cNvPr>
          <p:cNvSpPr/>
          <p:nvPr/>
        </p:nvSpPr>
        <p:spPr>
          <a:xfrm>
            <a:off x="8204034" y="3888232"/>
            <a:ext cx="427106" cy="427106"/>
          </a:xfrm>
          <a:prstGeom prst="ellipse">
            <a:avLst/>
          </a:prstGeom>
          <a:solidFill>
            <a:srgbClr val="00B0F0"/>
          </a:solidFill>
          <a:ln/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nl-NL" dirty="0">
                <a:latin typeface="Aptos" panose="020B0004020202020204" pitchFamily="34" charset="0"/>
              </a:rPr>
              <a:t>D</a:t>
            </a:r>
          </a:p>
        </p:txBody>
      </p:sp>
      <p:sp>
        <p:nvSpPr>
          <p:cNvPr id="8" name="Oval 8">
            <a:extLst>
              <a:ext uri="{FF2B5EF4-FFF2-40B4-BE49-F238E27FC236}">
                <a16:creationId xmlns:a16="http://schemas.microsoft.com/office/drawing/2014/main" id="{8E84B431-2F41-4F5E-F062-BF664D8CBB5B}"/>
              </a:ext>
            </a:extLst>
          </p:cNvPr>
          <p:cNvSpPr/>
          <p:nvPr/>
        </p:nvSpPr>
        <p:spPr>
          <a:xfrm>
            <a:off x="11452462" y="2343610"/>
            <a:ext cx="427106" cy="427106"/>
          </a:xfrm>
          <a:prstGeom prst="ellipse">
            <a:avLst/>
          </a:prstGeom>
          <a:ln/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nl-NL">
                <a:solidFill>
                  <a:schemeClr val="dk1"/>
                </a:solidFill>
                <a:latin typeface="Aptos" panose="020B0004020202020204" pitchFamily="34" charset="0"/>
              </a:rPr>
              <a:t>C</a:t>
            </a:r>
            <a:endParaRPr lang="nl-NL" dirty="0">
              <a:solidFill>
                <a:schemeClr val="dk1"/>
              </a:solidFill>
              <a:latin typeface="Aptos" panose="020B0004020202020204" pitchFamily="34" charset="0"/>
            </a:endParaRPr>
          </a:p>
        </p:txBody>
      </p:sp>
      <p:cxnSp>
        <p:nvCxnSpPr>
          <p:cNvPr id="9" name="Straight Arrow Connector 18">
            <a:extLst>
              <a:ext uri="{FF2B5EF4-FFF2-40B4-BE49-F238E27FC236}">
                <a16:creationId xmlns:a16="http://schemas.microsoft.com/office/drawing/2014/main" id="{DE15593E-0FAA-4ED2-7631-7AE725356FC1}"/>
              </a:ext>
            </a:extLst>
          </p:cNvPr>
          <p:cNvCxnSpPr>
            <a:cxnSpLocks/>
            <a:stCxn id="4" idx="6"/>
            <a:endCxn id="5" idx="2"/>
          </p:cNvCxnSpPr>
          <p:nvPr/>
        </p:nvCxnSpPr>
        <p:spPr>
          <a:xfrm>
            <a:off x="10255354" y="4101785"/>
            <a:ext cx="1197108" cy="0"/>
          </a:xfrm>
          <a:prstGeom prst="straightConnector1">
            <a:avLst/>
          </a:prstGeom>
          <a:ln w="381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" name="Straight Arrow Connector 18">
            <a:extLst>
              <a:ext uri="{FF2B5EF4-FFF2-40B4-BE49-F238E27FC236}">
                <a16:creationId xmlns:a16="http://schemas.microsoft.com/office/drawing/2014/main" id="{D4775F6D-6396-DE61-5B81-A4BFC190D80D}"/>
              </a:ext>
            </a:extLst>
          </p:cNvPr>
          <p:cNvCxnSpPr>
            <a:cxnSpLocks/>
            <a:stCxn id="5" idx="0"/>
            <a:endCxn id="8" idx="4"/>
          </p:cNvCxnSpPr>
          <p:nvPr/>
        </p:nvCxnSpPr>
        <p:spPr>
          <a:xfrm flipV="1">
            <a:off x="11666015" y="2770716"/>
            <a:ext cx="0" cy="1117516"/>
          </a:xfrm>
          <a:prstGeom prst="straightConnector1">
            <a:avLst/>
          </a:prstGeom>
          <a:ln w="381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1" name="Oval 19">
            <a:extLst>
              <a:ext uri="{FF2B5EF4-FFF2-40B4-BE49-F238E27FC236}">
                <a16:creationId xmlns:a16="http://schemas.microsoft.com/office/drawing/2014/main" id="{2492695B-F811-7228-BF21-091A70B84C6C}"/>
              </a:ext>
            </a:extLst>
          </p:cNvPr>
          <p:cNvSpPr/>
          <p:nvPr/>
        </p:nvSpPr>
        <p:spPr>
          <a:xfrm>
            <a:off x="8204034" y="2343610"/>
            <a:ext cx="427106" cy="427106"/>
          </a:xfrm>
          <a:prstGeom prst="ellipse">
            <a:avLst/>
          </a:prstGeom>
          <a:solidFill>
            <a:srgbClr val="00B0F0"/>
          </a:solidFill>
          <a:ln/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nl-NL" dirty="0">
                <a:latin typeface="Aptos" panose="020B0004020202020204" pitchFamily="34" charset="0"/>
              </a:rPr>
              <a:t>A</a:t>
            </a:r>
          </a:p>
        </p:txBody>
      </p:sp>
      <p:sp>
        <p:nvSpPr>
          <p:cNvPr id="12" name="Oval 19">
            <a:extLst>
              <a:ext uri="{FF2B5EF4-FFF2-40B4-BE49-F238E27FC236}">
                <a16:creationId xmlns:a16="http://schemas.microsoft.com/office/drawing/2014/main" id="{173C34FF-F4BC-A700-DCCC-64310A03E0B4}"/>
              </a:ext>
            </a:extLst>
          </p:cNvPr>
          <p:cNvSpPr/>
          <p:nvPr/>
        </p:nvSpPr>
        <p:spPr>
          <a:xfrm>
            <a:off x="8204034" y="5432853"/>
            <a:ext cx="427106" cy="427106"/>
          </a:xfrm>
          <a:prstGeom prst="ellipse">
            <a:avLst/>
          </a:prstGeom>
          <a:solidFill>
            <a:srgbClr val="00B0F0"/>
          </a:solidFill>
          <a:ln/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nl-NL" dirty="0">
                <a:latin typeface="Aptos" panose="020B0004020202020204" pitchFamily="34" charset="0"/>
              </a:rPr>
              <a:t>G</a:t>
            </a:r>
          </a:p>
        </p:txBody>
      </p:sp>
      <p:sp>
        <p:nvSpPr>
          <p:cNvPr id="13" name="Oval 19">
            <a:extLst>
              <a:ext uri="{FF2B5EF4-FFF2-40B4-BE49-F238E27FC236}">
                <a16:creationId xmlns:a16="http://schemas.microsoft.com/office/drawing/2014/main" id="{7BFFF064-87B0-B076-0381-8C958B2896BA}"/>
              </a:ext>
            </a:extLst>
          </p:cNvPr>
          <p:cNvSpPr/>
          <p:nvPr/>
        </p:nvSpPr>
        <p:spPr>
          <a:xfrm>
            <a:off x="9828248" y="5432853"/>
            <a:ext cx="427106" cy="427106"/>
          </a:xfrm>
          <a:prstGeom prst="ellipse">
            <a:avLst/>
          </a:prstGeom>
          <a:solidFill>
            <a:srgbClr val="00B0F0"/>
          </a:solidFill>
          <a:ln/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nl-NL" dirty="0">
                <a:latin typeface="Aptos" panose="020B0004020202020204" pitchFamily="34" charset="0"/>
              </a:rPr>
              <a:t>H</a:t>
            </a:r>
          </a:p>
        </p:txBody>
      </p:sp>
      <p:sp>
        <p:nvSpPr>
          <p:cNvPr id="14" name="Oval 19">
            <a:extLst>
              <a:ext uri="{FF2B5EF4-FFF2-40B4-BE49-F238E27FC236}">
                <a16:creationId xmlns:a16="http://schemas.microsoft.com/office/drawing/2014/main" id="{2C306151-BBC5-1D43-3D3C-BDE97367BB7B}"/>
              </a:ext>
            </a:extLst>
          </p:cNvPr>
          <p:cNvSpPr/>
          <p:nvPr/>
        </p:nvSpPr>
        <p:spPr>
          <a:xfrm>
            <a:off x="11452462" y="5432853"/>
            <a:ext cx="427106" cy="427106"/>
          </a:xfrm>
          <a:prstGeom prst="ellipse">
            <a:avLst/>
          </a:prstGeom>
          <a:ln/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nl-NL" dirty="0">
                <a:solidFill>
                  <a:schemeClr val="dk1"/>
                </a:solidFill>
                <a:latin typeface="Aptos" panose="020B0004020202020204" pitchFamily="34" charset="0"/>
              </a:rPr>
              <a:t>J</a:t>
            </a:r>
          </a:p>
        </p:txBody>
      </p:sp>
      <p:sp>
        <p:nvSpPr>
          <p:cNvPr id="15" name="Oval 19">
            <a:extLst>
              <a:ext uri="{FF2B5EF4-FFF2-40B4-BE49-F238E27FC236}">
                <a16:creationId xmlns:a16="http://schemas.microsoft.com/office/drawing/2014/main" id="{00FBB5AA-ADE7-CA80-C815-FE49C9D5C1FD}"/>
              </a:ext>
            </a:extLst>
          </p:cNvPr>
          <p:cNvSpPr/>
          <p:nvPr/>
        </p:nvSpPr>
        <p:spPr>
          <a:xfrm>
            <a:off x="9828248" y="2343610"/>
            <a:ext cx="427106" cy="427106"/>
          </a:xfrm>
          <a:prstGeom prst="ellipse">
            <a:avLst/>
          </a:prstGeom>
          <a:ln/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nl-NL" dirty="0">
                <a:solidFill>
                  <a:schemeClr val="dk1"/>
                </a:solidFill>
                <a:latin typeface="Aptos" panose="020B0004020202020204" pitchFamily="34" charset="0"/>
              </a:rPr>
              <a:t>B</a:t>
            </a:r>
          </a:p>
        </p:txBody>
      </p:sp>
      <p:cxnSp>
        <p:nvCxnSpPr>
          <p:cNvPr id="16" name="Straight Arrow Connector 47">
            <a:extLst>
              <a:ext uri="{FF2B5EF4-FFF2-40B4-BE49-F238E27FC236}">
                <a16:creationId xmlns:a16="http://schemas.microsoft.com/office/drawing/2014/main" id="{F4E6FF99-CBFA-B3A8-2A54-424D403BC345}"/>
              </a:ext>
            </a:extLst>
          </p:cNvPr>
          <p:cNvCxnSpPr>
            <a:cxnSpLocks/>
            <a:stCxn id="7" idx="0"/>
            <a:endCxn id="11" idx="4"/>
          </p:cNvCxnSpPr>
          <p:nvPr/>
        </p:nvCxnSpPr>
        <p:spPr>
          <a:xfrm flipV="1">
            <a:off x="8417587" y="2770716"/>
            <a:ext cx="0" cy="1117516"/>
          </a:xfrm>
          <a:prstGeom prst="straightConnector1">
            <a:avLst/>
          </a:prstGeom>
          <a:ln w="381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7" name="Straight Arrow Connector 47">
            <a:extLst>
              <a:ext uri="{FF2B5EF4-FFF2-40B4-BE49-F238E27FC236}">
                <a16:creationId xmlns:a16="http://schemas.microsoft.com/office/drawing/2014/main" id="{CBEECEC6-6157-EF9F-F610-E192ED11FE13}"/>
              </a:ext>
            </a:extLst>
          </p:cNvPr>
          <p:cNvCxnSpPr>
            <a:cxnSpLocks/>
            <a:stCxn id="11" idx="6"/>
            <a:endCxn id="15" idx="2"/>
          </p:cNvCxnSpPr>
          <p:nvPr/>
        </p:nvCxnSpPr>
        <p:spPr>
          <a:xfrm>
            <a:off x="8631140" y="2557163"/>
            <a:ext cx="1197108" cy="0"/>
          </a:xfrm>
          <a:prstGeom prst="straightConnector1">
            <a:avLst/>
          </a:prstGeom>
          <a:ln w="38100">
            <a:solidFill>
              <a:schemeClr val="bg1">
                <a:lumMod val="85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8" name="Straight Arrow Connector 47">
            <a:extLst>
              <a:ext uri="{FF2B5EF4-FFF2-40B4-BE49-F238E27FC236}">
                <a16:creationId xmlns:a16="http://schemas.microsoft.com/office/drawing/2014/main" id="{9BEC9E99-5C57-0D59-3F18-122217677EA7}"/>
              </a:ext>
            </a:extLst>
          </p:cNvPr>
          <p:cNvCxnSpPr>
            <a:cxnSpLocks/>
            <a:stCxn id="4" idx="0"/>
            <a:endCxn id="15" idx="4"/>
          </p:cNvCxnSpPr>
          <p:nvPr/>
        </p:nvCxnSpPr>
        <p:spPr>
          <a:xfrm flipV="1">
            <a:off x="10041801" y="2770716"/>
            <a:ext cx="0" cy="1117516"/>
          </a:xfrm>
          <a:prstGeom prst="straightConnector1">
            <a:avLst/>
          </a:prstGeom>
          <a:ln w="381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9" name="Straight Arrow Connector 47">
            <a:extLst>
              <a:ext uri="{FF2B5EF4-FFF2-40B4-BE49-F238E27FC236}">
                <a16:creationId xmlns:a16="http://schemas.microsoft.com/office/drawing/2014/main" id="{A63CA07D-EA09-FD51-9338-9FE242789915}"/>
              </a:ext>
            </a:extLst>
          </p:cNvPr>
          <p:cNvCxnSpPr>
            <a:cxnSpLocks/>
            <a:stCxn id="15" idx="6"/>
            <a:endCxn id="8" idx="2"/>
          </p:cNvCxnSpPr>
          <p:nvPr/>
        </p:nvCxnSpPr>
        <p:spPr>
          <a:xfrm>
            <a:off x="10255354" y="2557163"/>
            <a:ext cx="1197108" cy="0"/>
          </a:xfrm>
          <a:prstGeom prst="straightConnector1">
            <a:avLst/>
          </a:prstGeom>
          <a:ln w="38100">
            <a:solidFill>
              <a:schemeClr val="bg1">
                <a:lumMod val="85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0" name="Straight Arrow Connector 47">
            <a:extLst>
              <a:ext uri="{FF2B5EF4-FFF2-40B4-BE49-F238E27FC236}">
                <a16:creationId xmlns:a16="http://schemas.microsoft.com/office/drawing/2014/main" id="{E17C4FC8-A648-7C8F-F1EB-8863A87715B7}"/>
              </a:ext>
            </a:extLst>
          </p:cNvPr>
          <p:cNvCxnSpPr>
            <a:cxnSpLocks/>
            <a:stCxn id="7" idx="4"/>
            <a:endCxn id="12" idx="0"/>
          </p:cNvCxnSpPr>
          <p:nvPr/>
        </p:nvCxnSpPr>
        <p:spPr>
          <a:xfrm>
            <a:off x="8417587" y="4315338"/>
            <a:ext cx="0" cy="1117515"/>
          </a:xfrm>
          <a:prstGeom prst="straightConnector1">
            <a:avLst/>
          </a:prstGeom>
          <a:ln w="381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1" name="Straight Arrow Connector 47">
            <a:extLst>
              <a:ext uri="{FF2B5EF4-FFF2-40B4-BE49-F238E27FC236}">
                <a16:creationId xmlns:a16="http://schemas.microsoft.com/office/drawing/2014/main" id="{A1B20758-97DD-37C4-7D1F-C7BF7FDAE70F}"/>
              </a:ext>
            </a:extLst>
          </p:cNvPr>
          <p:cNvCxnSpPr>
            <a:cxnSpLocks/>
            <a:stCxn id="4" idx="4"/>
            <a:endCxn id="13" idx="0"/>
          </p:cNvCxnSpPr>
          <p:nvPr/>
        </p:nvCxnSpPr>
        <p:spPr>
          <a:xfrm>
            <a:off x="10041801" y="4315338"/>
            <a:ext cx="0" cy="1117515"/>
          </a:xfrm>
          <a:prstGeom prst="straightConnector1">
            <a:avLst/>
          </a:prstGeom>
          <a:ln w="38100">
            <a:solidFill>
              <a:schemeClr val="bg1">
                <a:lumMod val="85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2" name="Straight Arrow Connector 47">
            <a:extLst>
              <a:ext uri="{FF2B5EF4-FFF2-40B4-BE49-F238E27FC236}">
                <a16:creationId xmlns:a16="http://schemas.microsoft.com/office/drawing/2014/main" id="{5D4A17CE-95D7-79C3-EF8E-FB1F103050D2}"/>
              </a:ext>
            </a:extLst>
          </p:cNvPr>
          <p:cNvCxnSpPr>
            <a:cxnSpLocks/>
            <a:stCxn id="12" idx="6"/>
            <a:endCxn id="13" idx="2"/>
          </p:cNvCxnSpPr>
          <p:nvPr/>
        </p:nvCxnSpPr>
        <p:spPr>
          <a:xfrm>
            <a:off x="8631140" y="5646406"/>
            <a:ext cx="1197108" cy="0"/>
          </a:xfrm>
          <a:prstGeom prst="straightConnector1">
            <a:avLst/>
          </a:prstGeom>
          <a:ln w="381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3" name="Straight Arrow Connector 47">
            <a:extLst>
              <a:ext uri="{FF2B5EF4-FFF2-40B4-BE49-F238E27FC236}">
                <a16:creationId xmlns:a16="http://schemas.microsoft.com/office/drawing/2014/main" id="{D2667B05-B35E-901E-951B-4B919839BDDC}"/>
              </a:ext>
            </a:extLst>
          </p:cNvPr>
          <p:cNvCxnSpPr>
            <a:cxnSpLocks/>
            <a:stCxn id="13" idx="6"/>
            <a:endCxn id="14" idx="2"/>
          </p:cNvCxnSpPr>
          <p:nvPr/>
        </p:nvCxnSpPr>
        <p:spPr>
          <a:xfrm>
            <a:off x="10255354" y="5646406"/>
            <a:ext cx="1197108" cy="0"/>
          </a:xfrm>
          <a:prstGeom prst="straightConnector1">
            <a:avLst/>
          </a:prstGeom>
          <a:ln w="38100">
            <a:solidFill>
              <a:schemeClr val="bg1">
                <a:lumMod val="85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7" name="Straight Arrow Connector 18">
            <a:extLst>
              <a:ext uri="{FF2B5EF4-FFF2-40B4-BE49-F238E27FC236}">
                <a16:creationId xmlns:a16="http://schemas.microsoft.com/office/drawing/2014/main" id="{F4EF9B1D-44DD-0656-38A1-2812A5FBDF9A}"/>
              </a:ext>
            </a:extLst>
          </p:cNvPr>
          <p:cNvCxnSpPr>
            <a:cxnSpLocks/>
            <a:stCxn id="14" idx="0"/>
            <a:endCxn id="5" idx="4"/>
          </p:cNvCxnSpPr>
          <p:nvPr/>
        </p:nvCxnSpPr>
        <p:spPr>
          <a:xfrm flipV="1">
            <a:off x="11666015" y="4315338"/>
            <a:ext cx="0" cy="1117515"/>
          </a:xfrm>
          <a:prstGeom prst="straightConnector1">
            <a:avLst/>
          </a:prstGeom>
          <a:ln w="381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9" name="TextBox 118">
            <a:extLst>
              <a:ext uri="{FF2B5EF4-FFF2-40B4-BE49-F238E27FC236}">
                <a16:creationId xmlns:a16="http://schemas.microsoft.com/office/drawing/2014/main" id="{6918714C-8A53-5522-0871-E555BE3B61CB}"/>
              </a:ext>
            </a:extLst>
          </p:cNvPr>
          <p:cNvSpPr txBox="1"/>
          <p:nvPr/>
        </p:nvSpPr>
        <p:spPr>
          <a:xfrm>
            <a:off x="9075645" y="2247099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NL" dirty="0">
                <a:latin typeface="Aptos" panose="020B0004020202020204" pitchFamily="34" charset="0"/>
              </a:rPr>
              <a:t>8</a:t>
            </a:r>
          </a:p>
        </p:txBody>
      </p:sp>
      <p:sp>
        <p:nvSpPr>
          <p:cNvPr id="32" name="TextBox 121">
            <a:extLst>
              <a:ext uri="{FF2B5EF4-FFF2-40B4-BE49-F238E27FC236}">
                <a16:creationId xmlns:a16="http://schemas.microsoft.com/office/drawing/2014/main" id="{9DDD86ED-9BE4-21BE-93A3-353B775544FA}"/>
              </a:ext>
            </a:extLst>
          </p:cNvPr>
          <p:cNvSpPr txBox="1"/>
          <p:nvPr/>
        </p:nvSpPr>
        <p:spPr>
          <a:xfrm>
            <a:off x="11648954" y="3144808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NL" dirty="0">
                <a:latin typeface="Aptos" panose="020B0004020202020204" pitchFamily="34" charset="0"/>
              </a:rPr>
              <a:t>5</a:t>
            </a:r>
          </a:p>
        </p:txBody>
      </p:sp>
      <p:sp>
        <p:nvSpPr>
          <p:cNvPr id="33" name="TextBox 122">
            <a:extLst>
              <a:ext uri="{FF2B5EF4-FFF2-40B4-BE49-F238E27FC236}">
                <a16:creationId xmlns:a16="http://schemas.microsoft.com/office/drawing/2014/main" id="{E903C683-70C8-5732-4DC4-8597FE1F048B}"/>
              </a:ext>
            </a:extLst>
          </p:cNvPr>
          <p:cNvSpPr txBox="1"/>
          <p:nvPr/>
        </p:nvSpPr>
        <p:spPr>
          <a:xfrm>
            <a:off x="9075645" y="4101784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NL" dirty="0">
                <a:latin typeface="Aptos" panose="020B0004020202020204" pitchFamily="34" charset="0"/>
              </a:rPr>
              <a:t>1</a:t>
            </a:r>
          </a:p>
        </p:txBody>
      </p:sp>
      <p:sp>
        <p:nvSpPr>
          <p:cNvPr id="34" name="TextBox 123">
            <a:extLst>
              <a:ext uri="{FF2B5EF4-FFF2-40B4-BE49-F238E27FC236}">
                <a16:creationId xmlns:a16="http://schemas.microsoft.com/office/drawing/2014/main" id="{D0E49070-7F9D-781E-3BCA-9BF72FB3EAB9}"/>
              </a:ext>
            </a:extLst>
          </p:cNvPr>
          <p:cNvSpPr txBox="1"/>
          <p:nvPr/>
        </p:nvSpPr>
        <p:spPr>
          <a:xfrm>
            <a:off x="9075645" y="5646406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NL" dirty="0">
                <a:latin typeface="Aptos" panose="020B0004020202020204" pitchFamily="34" charset="0"/>
              </a:rPr>
              <a:t>1</a:t>
            </a:r>
          </a:p>
        </p:txBody>
      </p:sp>
      <p:sp>
        <p:nvSpPr>
          <p:cNvPr id="35" name="TextBox 124">
            <a:extLst>
              <a:ext uri="{FF2B5EF4-FFF2-40B4-BE49-F238E27FC236}">
                <a16:creationId xmlns:a16="http://schemas.microsoft.com/office/drawing/2014/main" id="{337B5331-F98B-8052-11A9-32CAE21579D3}"/>
              </a:ext>
            </a:extLst>
          </p:cNvPr>
          <p:cNvSpPr txBox="1"/>
          <p:nvPr/>
        </p:nvSpPr>
        <p:spPr>
          <a:xfrm>
            <a:off x="8109489" y="4689430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NL" dirty="0">
                <a:latin typeface="Aptos" panose="020B0004020202020204" pitchFamily="34" charset="0"/>
              </a:rPr>
              <a:t>3</a:t>
            </a:r>
          </a:p>
        </p:txBody>
      </p:sp>
      <p:sp>
        <p:nvSpPr>
          <p:cNvPr id="36" name="TextBox 125">
            <a:extLst>
              <a:ext uri="{FF2B5EF4-FFF2-40B4-BE49-F238E27FC236}">
                <a16:creationId xmlns:a16="http://schemas.microsoft.com/office/drawing/2014/main" id="{0F52F662-09F1-4B2B-6143-D6AE801645FD}"/>
              </a:ext>
            </a:extLst>
          </p:cNvPr>
          <p:cNvSpPr txBox="1"/>
          <p:nvPr/>
        </p:nvSpPr>
        <p:spPr>
          <a:xfrm>
            <a:off x="10699859" y="5646406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NL" dirty="0">
                <a:latin typeface="Aptos" panose="020B0004020202020204" pitchFamily="34" charset="0"/>
              </a:rPr>
              <a:t>3</a:t>
            </a:r>
          </a:p>
        </p:txBody>
      </p:sp>
      <p:sp>
        <p:nvSpPr>
          <p:cNvPr id="37" name="TextBox 126">
            <a:extLst>
              <a:ext uri="{FF2B5EF4-FFF2-40B4-BE49-F238E27FC236}">
                <a16:creationId xmlns:a16="http://schemas.microsoft.com/office/drawing/2014/main" id="{964E76D4-8461-68CC-D86F-174B60A98EC7}"/>
              </a:ext>
            </a:extLst>
          </p:cNvPr>
          <p:cNvSpPr txBox="1"/>
          <p:nvPr/>
        </p:nvSpPr>
        <p:spPr>
          <a:xfrm>
            <a:off x="9733702" y="4689430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NL" dirty="0">
                <a:latin typeface="Aptos" panose="020B0004020202020204" pitchFamily="34" charset="0"/>
              </a:rPr>
              <a:t>4</a:t>
            </a:r>
          </a:p>
        </p:txBody>
      </p:sp>
      <p:sp>
        <p:nvSpPr>
          <p:cNvPr id="38" name="TextBox 127">
            <a:extLst>
              <a:ext uri="{FF2B5EF4-FFF2-40B4-BE49-F238E27FC236}">
                <a16:creationId xmlns:a16="http://schemas.microsoft.com/office/drawing/2014/main" id="{4C1AFC20-0AE7-9908-1B72-FC8D26A672F0}"/>
              </a:ext>
            </a:extLst>
          </p:cNvPr>
          <p:cNvSpPr txBox="1"/>
          <p:nvPr/>
        </p:nvSpPr>
        <p:spPr>
          <a:xfrm>
            <a:off x="10699859" y="4101784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NL" dirty="0">
                <a:latin typeface="Aptos" panose="020B0004020202020204" pitchFamily="34" charset="0"/>
              </a:rPr>
              <a:t>1</a:t>
            </a:r>
          </a:p>
        </p:txBody>
      </p:sp>
      <p:sp>
        <p:nvSpPr>
          <p:cNvPr id="39" name="TextBox 128">
            <a:extLst>
              <a:ext uri="{FF2B5EF4-FFF2-40B4-BE49-F238E27FC236}">
                <a16:creationId xmlns:a16="http://schemas.microsoft.com/office/drawing/2014/main" id="{643D1387-702A-1695-CC53-8E97447CF233}"/>
              </a:ext>
            </a:extLst>
          </p:cNvPr>
          <p:cNvSpPr txBox="1"/>
          <p:nvPr/>
        </p:nvSpPr>
        <p:spPr>
          <a:xfrm>
            <a:off x="10699859" y="2247099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NL" dirty="0">
                <a:latin typeface="Aptos" panose="020B0004020202020204" pitchFamily="34" charset="0"/>
              </a:rPr>
              <a:t>1</a:t>
            </a:r>
          </a:p>
        </p:txBody>
      </p:sp>
      <p:sp>
        <p:nvSpPr>
          <p:cNvPr id="40" name="TextBox 129">
            <a:extLst>
              <a:ext uri="{FF2B5EF4-FFF2-40B4-BE49-F238E27FC236}">
                <a16:creationId xmlns:a16="http://schemas.microsoft.com/office/drawing/2014/main" id="{18BA5197-21E2-CBD1-643F-DADC35AE9FFE}"/>
              </a:ext>
            </a:extLst>
          </p:cNvPr>
          <p:cNvSpPr txBox="1"/>
          <p:nvPr/>
        </p:nvSpPr>
        <p:spPr>
          <a:xfrm>
            <a:off x="11648954" y="4689430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NL" dirty="0">
                <a:latin typeface="Aptos" panose="020B0004020202020204" pitchFamily="34" charset="0"/>
              </a:rPr>
              <a:t>2</a:t>
            </a:r>
          </a:p>
        </p:txBody>
      </p:sp>
      <p:sp>
        <p:nvSpPr>
          <p:cNvPr id="41" name="TextBox 130">
            <a:extLst>
              <a:ext uri="{FF2B5EF4-FFF2-40B4-BE49-F238E27FC236}">
                <a16:creationId xmlns:a16="http://schemas.microsoft.com/office/drawing/2014/main" id="{D51B0F7C-2D7E-D79E-4A96-92F49CE93905}"/>
              </a:ext>
            </a:extLst>
          </p:cNvPr>
          <p:cNvSpPr txBox="1"/>
          <p:nvPr/>
        </p:nvSpPr>
        <p:spPr>
          <a:xfrm>
            <a:off x="9733702" y="3144808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NL" dirty="0">
                <a:latin typeface="Aptos" panose="020B0004020202020204" pitchFamily="34" charset="0"/>
              </a:rPr>
              <a:t>4</a:t>
            </a:r>
          </a:p>
        </p:txBody>
      </p:sp>
      <p:sp>
        <p:nvSpPr>
          <p:cNvPr id="42" name="TextBox 131">
            <a:extLst>
              <a:ext uri="{FF2B5EF4-FFF2-40B4-BE49-F238E27FC236}">
                <a16:creationId xmlns:a16="http://schemas.microsoft.com/office/drawing/2014/main" id="{8845E042-0FF3-33C2-6362-50667A03EEFD}"/>
              </a:ext>
            </a:extLst>
          </p:cNvPr>
          <p:cNvSpPr txBox="1"/>
          <p:nvPr/>
        </p:nvSpPr>
        <p:spPr>
          <a:xfrm>
            <a:off x="8109489" y="3144808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NL" dirty="0">
                <a:latin typeface="Aptos" panose="020B0004020202020204" pitchFamily="34" charset="0"/>
              </a:rPr>
              <a:t>2</a:t>
            </a:r>
          </a:p>
        </p:txBody>
      </p:sp>
      <p:sp>
        <p:nvSpPr>
          <p:cNvPr id="30" name="Rectangle: Rounded Corners 29">
            <a:extLst>
              <a:ext uri="{FF2B5EF4-FFF2-40B4-BE49-F238E27FC236}">
                <a16:creationId xmlns:a16="http://schemas.microsoft.com/office/drawing/2014/main" id="{BA99A906-AA9E-F856-D44F-CBCA8DBAC140}"/>
              </a:ext>
            </a:extLst>
          </p:cNvPr>
          <p:cNvSpPr/>
          <p:nvPr/>
        </p:nvSpPr>
        <p:spPr>
          <a:xfrm>
            <a:off x="8570589" y="2115635"/>
            <a:ext cx="318887" cy="350477"/>
          </a:xfrm>
          <a:prstGeom prst="roundRect">
            <a:avLst/>
          </a:prstGeom>
          <a:ln>
            <a:headEnd type="none" w="med" len="med"/>
            <a:tailEnd type="none" w="med" len="med"/>
          </a:ln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nl-NL" sz="1600" dirty="0">
                <a:latin typeface="Aptos" panose="020B0004020202020204" pitchFamily="34" charset="0"/>
              </a:rPr>
              <a:t>0</a:t>
            </a:r>
          </a:p>
        </p:txBody>
      </p:sp>
      <p:sp>
        <p:nvSpPr>
          <p:cNvPr id="31" name="Rectangle: Rounded Corners 30">
            <a:extLst>
              <a:ext uri="{FF2B5EF4-FFF2-40B4-BE49-F238E27FC236}">
                <a16:creationId xmlns:a16="http://schemas.microsoft.com/office/drawing/2014/main" id="{2B5C3357-8B12-57EB-1C8D-9B8044EFD781}"/>
              </a:ext>
            </a:extLst>
          </p:cNvPr>
          <p:cNvSpPr/>
          <p:nvPr/>
        </p:nvSpPr>
        <p:spPr>
          <a:xfrm>
            <a:off x="10110746" y="2061189"/>
            <a:ext cx="318887" cy="350477"/>
          </a:xfrm>
          <a:prstGeom prst="roundRect">
            <a:avLst/>
          </a:prstGeom>
          <a:ln>
            <a:headEnd type="none" w="med" len="med"/>
            <a:tailEnd type="none" w="med" len="med"/>
          </a:ln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nl-NL" sz="1600" dirty="0">
                <a:latin typeface="Aptos" panose="020B0004020202020204" pitchFamily="34" charset="0"/>
              </a:rPr>
              <a:t>7</a:t>
            </a:r>
          </a:p>
        </p:txBody>
      </p:sp>
      <p:sp>
        <p:nvSpPr>
          <p:cNvPr id="43" name="Rectangle: Rounded Corners 42">
            <a:extLst>
              <a:ext uri="{FF2B5EF4-FFF2-40B4-BE49-F238E27FC236}">
                <a16:creationId xmlns:a16="http://schemas.microsoft.com/office/drawing/2014/main" id="{B15249B6-9457-34AC-FF8C-F04ED3440ECE}"/>
              </a:ext>
            </a:extLst>
          </p:cNvPr>
          <p:cNvSpPr/>
          <p:nvPr/>
        </p:nvSpPr>
        <p:spPr>
          <a:xfrm>
            <a:off x="11797608" y="2115635"/>
            <a:ext cx="318887" cy="350477"/>
          </a:xfrm>
          <a:prstGeom prst="roundRect">
            <a:avLst/>
          </a:prstGeom>
          <a:ln>
            <a:headEnd type="none" w="med" len="med"/>
            <a:tailEnd type="none" w="med" len="med"/>
          </a:ln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nl-NL" sz="1600" dirty="0">
                <a:latin typeface="Aptos" panose="020B0004020202020204" pitchFamily="34" charset="0"/>
              </a:rPr>
              <a:t>9</a:t>
            </a:r>
          </a:p>
        </p:txBody>
      </p:sp>
      <p:sp>
        <p:nvSpPr>
          <p:cNvPr id="44" name="Rectangle: Rounded Corners 43">
            <a:extLst>
              <a:ext uri="{FF2B5EF4-FFF2-40B4-BE49-F238E27FC236}">
                <a16:creationId xmlns:a16="http://schemas.microsoft.com/office/drawing/2014/main" id="{9D4A42C5-A6C4-64AA-EA8B-C6889370827A}"/>
              </a:ext>
            </a:extLst>
          </p:cNvPr>
          <p:cNvSpPr/>
          <p:nvPr/>
        </p:nvSpPr>
        <p:spPr>
          <a:xfrm>
            <a:off x="11797607" y="3641402"/>
            <a:ext cx="318887" cy="350477"/>
          </a:xfrm>
          <a:prstGeom prst="roundRect">
            <a:avLst/>
          </a:prstGeom>
          <a:ln>
            <a:headEnd type="none" w="med" len="med"/>
            <a:tailEnd type="none" w="med" len="med"/>
          </a:ln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nl-NL" sz="1600" dirty="0">
                <a:latin typeface="Aptos" panose="020B0004020202020204" pitchFamily="34" charset="0"/>
              </a:rPr>
              <a:t>4</a:t>
            </a:r>
          </a:p>
        </p:txBody>
      </p:sp>
      <p:sp>
        <p:nvSpPr>
          <p:cNvPr id="45" name="Rectangle: Rounded Corners 44">
            <a:extLst>
              <a:ext uri="{FF2B5EF4-FFF2-40B4-BE49-F238E27FC236}">
                <a16:creationId xmlns:a16="http://schemas.microsoft.com/office/drawing/2014/main" id="{4F53FE01-3561-455A-51DF-BEF1865DACC7}"/>
              </a:ext>
            </a:extLst>
          </p:cNvPr>
          <p:cNvSpPr/>
          <p:nvPr/>
        </p:nvSpPr>
        <p:spPr>
          <a:xfrm>
            <a:off x="11797606" y="5257614"/>
            <a:ext cx="318887" cy="350477"/>
          </a:xfrm>
          <a:prstGeom prst="roundRect">
            <a:avLst/>
          </a:prstGeom>
          <a:ln>
            <a:headEnd type="none" w="med" len="med"/>
            <a:tailEnd type="none" w="med" len="med"/>
          </a:ln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nl-NL" sz="1600" dirty="0">
                <a:latin typeface="Aptos" panose="020B0004020202020204" pitchFamily="34" charset="0"/>
              </a:rPr>
              <a:t>6</a:t>
            </a:r>
          </a:p>
        </p:txBody>
      </p:sp>
      <p:sp>
        <p:nvSpPr>
          <p:cNvPr id="46" name="Rectangle: Rounded Corners 45">
            <a:extLst>
              <a:ext uri="{FF2B5EF4-FFF2-40B4-BE49-F238E27FC236}">
                <a16:creationId xmlns:a16="http://schemas.microsoft.com/office/drawing/2014/main" id="{2FE2E23C-3017-5410-58D7-C4F30F590958}"/>
              </a:ext>
            </a:extLst>
          </p:cNvPr>
          <p:cNvSpPr/>
          <p:nvPr/>
        </p:nvSpPr>
        <p:spPr>
          <a:xfrm>
            <a:off x="10164121" y="5219301"/>
            <a:ext cx="318887" cy="350477"/>
          </a:xfrm>
          <a:prstGeom prst="roundRect">
            <a:avLst/>
          </a:prstGeom>
          <a:ln>
            <a:headEnd type="none" w="med" len="med"/>
            <a:tailEnd type="none" w="med" len="med"/>
          </a:ln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nl-NL" sz="1600" dirty="0">
                <a:latin typeface="Aptos" panose="020B0004020202020204" pitchFamily="34" charset="0"/>
              </a:rPr>
              <a:t>6</a:t>
            </a:r>
          </a:p>
        </p:txBody>
      </p:sp>
      <p:sp>
        <p:nvSpPr>
          <p:cNvPr id="47" name="Rectangle: Rounded Corners 46">
            <a:extLst>
              <a:ext uri="{FF2B5EF4-FFF2-40B4-BE49-F238E27FC236}">
                <a16:creationId xmlns:a16="http://schemas.microsoft.com/office/drawing/2014/main" id="{B1E076FB-D05E-10FA-4DB5-00E4328C4ACC}"/>
              </a:ext>
            </a:extLst>
          </p:cNvPr>
          <p:cNvSpPr/>
          <p:nvPr/>
        </p:nvSpPr>
        <p:spPr>
          <a:xfrm>
            <a:off x="8530636" y="5180988"/>
            <a:ext cx="318887" cy="350477"/>
          </a:xfrm>
          <a:prstGeom prst="roundRect">
            <a:avLst/>
          </a:prstGeom>
          <a:ln>
            <a:headEnd type="none" w="med" len="med"/>
            <a:tailEnd type="none" w="med" len="med"/>
          </a:ln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nl-NL" sz="1600" dirty="0">
                <a:latin typeface="Aptos" panose="020B0004020202020204" pitchFamily="34" charset="0"/>
              </a:rPr>
              <a:t>5</a:t>
            </a:r>
          </a:p>
        </p:txBody>
      </p:sp>
      <p:sp>
        <p:nvSpPr>
          <p:cNvPr id="48" name="Rectangle: Rounded Corners 47">
            <a:extLst>
              <a:ext uri="{FF2B5EF4-FFF2-40B4-BE49-F238E27FC236}">
                <a16:creationId xmlns:a16="http://schemas.microsoft.com/office/drawing/2014/main" id="{4C38F93F-3FE6-327B-BFC8-C63AB659BDA4}"/>
              </a:ext>
            </a:extLst>
          </p:cNvPr>
          <p:cNvSpPr/>
          <p:nvPr/>
        </p:nvSpPr>
        <p:spPr>
          <a:xfrm>
            <a:off x="8512404" y="3653960"/>
            <a:ext cx="318887" cy="350477"/>
          </a:xfrm>
          <a:prstGeom prst="roundRect">
            <a:avLst/>
          </a:prstGeom>
          <a:ln>
            <a:headEnd type="none" w="med" len="med"/>
            <a:tailEnd type="none" w="med" len="med"/>
          </a:ln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nl-NL" sz="1600" dirty="0">
                <a:latin typeface="Aptos" panose="020B0004020202020204" pitchFamily="34" charset="0"/>
              </a:rPr>
              <a:t>2</a:t>
            </a:r>
          </a:p>
        </p:txBody>
      </p:sp>
      <p:sp>
        <p:nvSpPr>
          <p:cNvPr id="49" name="Rectangle: Rounded Corners 48">
            <a:extLst>
              <a:ext uri="{FF2B5EF4-FFF2-40B4-BE49-F238E27FC236}">
                <a16:creationId xmlns:a16="http://schemas.microsoft.com/office/drawing/2014/main" id="{24FBA77D-FCFB-DF97-0D47-D146DB463B80}"/>
              </a:ext>
            </a:extLst>
          </p:cNvPr>
          <p:cNvSpPr/>
          <p:nvPr/>
        </p:nvSpPr>
        <p:spPr>
          <a:xfrm>
            <a:off x="10154658" y="3673867"/>
            <a:ext cx="318887" cy="350477"/>
          </a:xfrm>
          <a:prstGeom prst="roundRect">
            <a:avLst/>
          </a:prstGeom>
          <a:ln>
            <a:headEnd type="none" w="med" len="med"/>
            <a:tailEnd type="none" w="med" len="med"/>
          </a:ln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nl-NL" sz="1600" dirty="0">
                <a:latin typeface="Aptos" panose="020B0004020202020204" pitchFamily="34" charset="0"/>
              </a:rPr>
              <a:t>3</a:t>
            </a:r>
          </a:p>
        </p:txBody>
      </p:sp>
      <p:sp>
        <p:nvSpPr>
          <p:cNvPr id="55" name="TextBox 24">
            <a:extLst>
              <a:ext uri="{FF2B5EF4-FFF2-40B4-BE49-F238E27FC236}">
                <a16:creationId xmlns:a16="http://schemas.microsoft.com/office/drawing/2014/main" id="{87F06797-796F-F958-D5D1-A4C6328A47F9}"/>
              </a:ext>
            </a:extLst>
          </p:cNvPr>
          <p:cNvSpPr txBox="1"/>
          <p:nvPr/>
        </p:nvSpPr>
        <p:spPr>
          <a:xfrm>
            <a:off x="6876842" y="6215577"/>
            <a:ext cx="9321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nl-NL" dirty="0" err="1">
                <a:latin typeface="Aptos" panose="020B0004020202020204" pitchFamily="34" charset="0"/>
              </a:rPr>
              <a:t>Visited</a:t>
            </a:r>
            <a:r>
              <a:rPr lang="nl-NL" dirty="0">
                <a:latin typeface="Aptos" panose="020B0004020202020204" pitchFamily="34" charset="0"/>
              </a:rPr>
              <a:t>:</a:t>
            </a:r>
          </a:p>
        </p:txBody>
      </p:sp>
      <p:sp>
        <p:nvSpPr>
          <p:cNvPr id="56" name="Oval 19">
            <a:extLst>
              <a:ext uri="{FF2B5EF4-FFF2-40B4-BE49-F238E27FC236}">
                <a16:creationId xmlns:a16="http://schemas.microsoft.com/office/drawing/2014/main" id="{E80463F2-9C8A-F3CF-2E00-E59A6EE907C6}"/>
              </a:ext>
            </a:extLst>
          </p:cNvPr>
          <p:cNvSpPr/>
          <p:nvPr/>
        </p:nvSpPr>
        <p:spPr>
          <a:xfrm>
            <a:off x="7808957" y="6190404"/>
            <a:ext cx="419679" cy="419679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dirty="0">
                <a:solidFill>
                  <a:schemeClr val="bg1"/>
                </a:solidFill>
                <a:latin typeface="Aptos" panose="020B0004020202020204" pitchFamily="34" charset="0"/>
              </a:rPr>
              <a:t>A</a:t>
            </a:r>
          </a:p>
        </p:txBody>
      </p:sp>
      <p:sp>
        <p:nvSpPr>
          <p:cNvPr id="57" name="Oval 19">
            <a:extLst>
              <a:ext uri="{FF2B5EF4-FFF2-40B4-BE49-F238E27FC236}">
                <a16:creationId xmlns:a16="http://schemas.microsoft.com/office/drawing/2014/main" id="{70B92488-DDBC-C145-A0DC-79987A3BBC1A}"/>
              </a:ext>
            </a:extLst>
          </p:cNvPr>
          <p:cNvSpPr/>
          <p:nvPr/>
        </p:nvSpPr>
        <p:spPr>
          <a:xfrm>
            <a:off x="8247983" y="6190404"/>
            <a:ext cx="419679" cy="419679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dirty="0">
                <a:solidFill>
                  <a:schemeClr val="bg1"/>
                </a:solidFill>
                <a:latin typeface="Aptos" panose="020B0004020202020204" pitchFamily="34" charset="0"/>
              </a:rPr>
              <a:t>D</a:t>
            </a:r>
          </a:p>
        </p:txBody>
      </p:sp>
      <p:sp>
        <p:nvSpPr>
          <p:cNvPr id="59" name="Oval 19">
            <a:extLst>
              <a:ext uri="{FF2B5EF4-FFF2-40B4-BE49-F238E27FC236}">
                <a16:creationId xmlns:a16="http://schemas.microsoft.com/office/drawing/2014/main" id="{2F1703C1-1053-F16F-9D3A-1BEC1B92826E}"/>
              </a:ext>
            </a:extLst>
          </p:cNvPr>
          <p:cNvSpPr/>
          <p:nvPr/>
        </p:nvSpPr>
        <p:spPr>
          <a:xfrm>
            <a:off x="8687009" y="6190404"/>
            <a:ext cx="419679" cy="419679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dirty="0">
                <a:solidFill>
                  <a:schemeClr val="bg1"/>
                </a:solidFill>
                <a:latin typeface="Aptos" panose="020B0004020202020204" pitchFamily="34" charset="0"/>
              </a:rPr>
              <a:t>E</a:t>
            </a:r>
          </a:p>
        </p:txBody>
      </p:sp>
      <p:sp>
        <p:nvSpPr>
          <p:cNvPr id="60" name="Oval 19">
            <a:extLst>
              <a:ext uri="{FF2B5EF4-FFF2-40B4-BE49-F238E27FC236}">
                <a16:creationId xmlns:a16="http://schemas.microsoft.com/office/drawing/2014/main" id="{62C1E22E-93C1-5014-DCB4-61F622569313}"/>
              </a:ext>
            </a:extLst>
          </p:cNvPr>
          <p:cNvSpPr/>
          <p:nvPr/>
        </p:nvSpPr>
        <p:spPr>
          <a:xfrm>
            <a:off x="9126035" y="6190404"/>
            <a:ext cx="419679" cy="419679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dirty="0">
                <a:solidFill>
                  <a:schemeClr val="bg1"/>
                </a:solidFill>
                <a:latin typeface="Aptos" panose="020B0004020202020204" pitchFamily="34" charset="0"/>
              </a:rPr>
              <a:t>F</a:t>
            </a:r>
          </a:p>
        </p:txBody>
      </p:sp>
      <p:sp>
        <p:nvSpPr>
          <p:cNvPr id="61" name="Oval 19">
            <a:extLst>
              <a:ext uri="{FF2B5EF4-FFF2-40B4-BE49-F238E27FC236}">
                <a16:creationId xmlns:a16="http://schemas.microsoft.com/office/drawing/2014/main" id="{689011AB-804A-B4C0-322C-2C32898B816E}"/>
              </a:ext>
            </a:extLst>
          </p:cNvPr>
          <p:cNvSpPr/>
          <p:nvPr/>
        </p:nvSpPr>
        <p:spPr>
          <a:xfrm>
            <a:off x="9565061" y="6190404"/>
            <a:ext cx="419679" cy="419679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dirty="0">
                <a:solidFill>
                  <a:schemeClr val="bg1"/>
                </a:solidFill>
                <a:latin typeface="Aptos" panose="020B0004020202020204" pitchFamily="34" charset="0"/>
              </a:rPr>
              <a:t>G</a:t>
            </a:r>
          </a:p>
        </p:txBody>
      </p:sp>
      <p:sp>
        <p:nvSpPr>
          <p:cNvPr id="62" name="Oval 19">
            <a:extLst>
              <a:ext uri="{FF2B5EF4-FFF2-40B4-BE49-F238E27FC236}">
                <a16:creationId xmlns:a16="http://schemas.microsoft.com/office/drawing/2014/main" id="{E325EB41-EA87-2D15-F418-8B13762EF34B}"/>
              </a:ext>
            </a:extLst>
          </p:cNvPr>
          <p:cNvSpPr/>
          <p:nvPr/>
        </p:nvSpPr>
        <p:spPr>
          <a:xfrm>
            <a:off x="10004087" y="6190404"/>
            <a:ext cx="419679" cy="419679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dirty="0">
                <a:solidFill>
                  <a:schemeClr val="bg1"/>
                </a:solidFill>
                <a:latin typeface="Aptos" panose="020B0004020202020204" pitchFamily="34" charset="0"/>
              </a:rPr>
              <a:t>H</a:t>
            </a:r>
          </a:p>
        </p:txBody>
      </p:sp>
      <p:sp>
        <p:nvSpPr>
          <p:cNvPr id="63" name="Oval 19">
            <a:extLst>
              <a:ext uri="{FF2B5EF4-FFF2-40B4-BE49-F238E27FC236}">
                <a16:creationId xmlns:a16="http://schemas.microsoft.com/office/drawing/2014/main" id="{3BAAF82A-C593-2FAB-C269-0382B5A70401}"/>
              </a:ext>
            </a:extLst>
          </p:cNvPr>
          <p:cNvSpPr/>
          <p:nvPr/>
        </p:nvSpPr>
        <p:spPr>
          <a:xfrm>
            <a:off x="10443113" y="6190404"/>
            <a:ext cx="419679" cy="419679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dirty="0">
                <a:solidFill>
                  <a:schemeClr val="bg1"/>
                </a:solidFill>
                <a:latin typeface="Aptos" panose="020B0004020202020204" pitchFamily="34" charset="0"/>
              </a:rPr>
              <a:t>J</a:t>
            </a:r>
          </a:p>
        </p:txBody>
      </p:sp>
    </p:spTree>
    <p:extLst>
      <p:ext uri="{BB962C8B-B14F-4D97-AF65-F5344CB8AC3E}">
        <p14:creationId xmlns:p14="http://schemas.microsoft.com/office/powerpoint/2010/main" val="8386134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mph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1973EB"/>
                                      </p:to>
                                    </p:animClr>
                                    <p:set>
                                      <p:cBhvr>
                                        <p:cTn id="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7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2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FFC000"/>
                                      </p:to>
                                    </p:animClr>
                                    <p:set>
                                      <p:cBhvr>
                                        <p:cTn id="13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7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7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D8D8D8"/>
                                      </p:to>
                                    </p:animClr>
                                    <p:set>
                                      <p:cBhvr>
                                        <p:cTn id="18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3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C76672-C787-5229-FE72-234316B0BD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Oval 8">
            <a:extLst>
              <a:ext uri="{FF2B5EF4-FFF2-40B4-BE49-F238E27FC236}">
                <a16:creationId xmlns:a16="http://schemas.microsoft.com/office/drawing/2014/main" id="{A8BFAFF8-C0D8-11E4-C3C0-15B375D502C1}"/>
              </a:ext>
            </a:extLst>
          </p:cNvPr>
          <p:cNvSpPr/>
          <p:nvPr/>
        </p:nvSpPr>
        <p:spPr>
          <a:xfrm>
            <a:off x="11452462" y="2343610"/>
            <a:ext cx="427106" cy="427106"/>
          </a:xfrm>
          <a:prstGeom prst="ellipse">
            <a:avLst/>
          </a:prstGeom>
          <a:ln/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nl-NL">
                <a:solidFill>
                  <a:schemeClr val="dk1"/>
                </a:solidFill>
                <a:latin typeface="Aptos" panose="020B0004020202020204" pitchFamily="34" charset="0"/>
              </a:rPr>
              <a:t>C</a:t>
            </a:r>
            <a:endParaRPr lang="nl-NL" dirty="0">
              <a:solidFill>
                <a:schemeClr val="dk1"/>
              </a:solidFill>
              <a:latin typeface="Aptos" panose="020B0004020202020204" pitchFamily="34" charset="0"/>
            </a:endParaRPr>
          </a:p>
        </p:txBody>
      </p:sp>
      <p:sp>
        <p:nvSpPr>
          <p:cNvPr id="269" name="Rectangle: Rounded Corners 268">
            <a:extLst>
              <a:ext uri="{FF2B5EF4-FFF2-40B4-BE49-F238E27FC236}">
                <a16:creationId xmlns:a16="http://schemas.microsoft.com/office/drawing/2014/main" id="{36F1E6BD-66EC-8B06-C77D-57A9F77B4428}"/>
              </a:ext>
            </a:extLst>
          </p:cNvPr>
          <p:cNvSpPr/>
          <p:nvPr/>
        </p:nvSpPr>
        <p:spPr>
          <a:xfrm>
            <a:off x="11797608" y="2115635"/>
            <a:ext cx="318887" cy="350477"/>
          </a:xfrm>
          <a:prstGeom prst="roundRect">
            <a:avLst/>
          </a:prstGeom>
          <a:ln>
            <a:headEnd type="none" w="med" len="med"/>
            <a:tailEnd type="none" w="med" len="med"/>
          </a:ln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nl-NL" sz="1600" dirty="0">
                <a:latin typeface="Aptos" panose="020B0004020202020204" pitchFamily="34" charset="0"/>
              </a:rPr>
              <a:t>8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F8129DD-911E-235D-144D-9BAA91A8B5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 err="1"/>
              <a:t>Shortest</a:t>
            </a:r>
            <a:r>
              <a:rPr lang="nl-NL" dirty="0"/>
              <a:t> </a:t>
            </a:r>
            <a:r>
              <a:rPr lang="nl-NL" dirty="0" err="1"/>
              <a:t>paths</a:t>
            </a:r>
            <a:r>
              <a:rPr lang="nl-NL" dirty="0"/>
              <a:t> – Dijkstra’s </a:t>
            </a:r>
            <a:r>
              <a:rPr lang="nl-NL" dirty="0" err="1"/>
              <a:t>algorithm</a:t>
            </a:r>
            <a:endParaRPr lang="nl-N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42A616-26E8-4D0A-0EB3-D9FDBF08D8C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0081" y="2633472"/>
            <a:ext cx="7095919" cy="3568152"/>
          </a:xfrm>
        </p:spPr>
        <p:txBody>
          <a:bodyPr>
            <a:normAutofit/>
          </a:bodyPr>
          <a:lstStyle/>
          <a:p>
            <a:r>
              <a:rPr lang="nl-NL" dirty="0"/>
              <a:t>Set </a:t>
            </a:r>
            <a:r>
              <a:rPr lang="nl-NL" dirty="0" err="1"/>
              <a:t>distance</a:t>
            </a:r>
            <a:r>
              <a:rPr lang="nl-NL" dirty="0"/>
              <a:t> of start node </a:t>
            </a:r>
            <a:r>
              <a:rPr lang="nl-NL" dirty="0" err="1"/>
              <a:t>to</a:t>
            </a:r>
            <a:r>
              <a:rPr lang="nl-NL" dirty="0"/>
              <a:t> zero &amp; </a:t>
            </a:r>
            <a:r>
              <a:rPr lang="nl-NL" dirty="0" err="1"/>
              <a:t>others</a:t>
            </a:r>
            <a:r>
              <a:rPr lang="nl-NL" dirty="0"/>
              <a:t> </a:t>
            </a:r>
            <a:r>
              <a:rPr lang="nl-NL" dirty="0" err="1"/>
              <a:t>to</a:t>
            </a:r>
            <a:r>
              <a:rPr lang="nl-NL" dirty="0"/>
              <a:t> “</a:t>
            </a:r>
            <a:r>
              <a:rPr lang="nl-NL" dirty="0" err="1"/>
              <a:t>extremely</a:t>
            </a:r>
            <a:r>
              <a:rPr lang="nl-NL" dirty="0"/>
              <a:t> far </a:t>
            </a:r>
            <a:r>
              <a:rPr lang="nl-NL" dirty="0" err="1"/>
              <a:t>away</a:t>
            </a:r>
            <a:r>
              <a:rPr lang="nl-NL" dirty="0"/>
              <a:t>”</a:t>
            </a:r>
          </a:p>
          <a:p>
            <a:r>
              <a:rPr lang="nl-NL" b="1" dirty="0" err="1">
                <a:latin typeface="Aptos" panose="020B0004020202020204" pitchFamily="34" charset="0"/>
              </a:rPr>
              <a:t>While</a:t>
            </a:r>
            <a:r>
              <a:rPr lang="nl-NL" dirty="0"/>
              <a:t> </a:t>
            </a:r>
            <a:r>
              <a:rPr lang="nl-NL" dirty="0" err="1"/>
              <a:t>there</a:t>
            </a:r>
            <a:r>
              <a:rPr lang="nl-NL" dirty="0"/>
              <a:t> are </a:t>
            </a:r>
            <a:r>
              <a:rPr lang="nl-NL" b="1" dirty="0" err="1">
                <a:latin typeface="Aptos" panose="020B0004020202020204" pitchFamily="34" charset="0"/>
              </a:rPr>
              <a:t>unvisited</a:t>
            </a:r>
            <a:r>
              <a:rPr lang="nl-NL" dirty="0"/>
              <a:t> </a:t>
            </a:r>
            <a:r>
              <a:rPr lang="nl-NL" dirty="0" err="1"/>
              <a:t>nodes</a:t>
            </a:r>
            <a:r>
              <a:rPr lang="nl-NL" dirty="0"/>
              <a:t>:</a:t>
            </a:r>
          </a:p>
          <a:p>
            <a:pPr lvl="1"/>
            <a:r>
              <a:rPr lang="nl-NL" sz="2000" dirty="0" err="1"/>
              <a:t>Find</a:t>
            </a:r>
            <a:r>
              <a:rPr lang="nl-NL" sz="2000" dirty="0"/>
              <a:t> </a:t>
            </a:r>
            <a:r>
              <a:rPr lang="nl-NL" sz="2000" dirty="0" err="1"/>
              <a:t>the</a:t>
            </a:r>
            <a:r>
              <a:rPr lang="nl-NL" sz="2000" dirty="0"/>
              <a:t> </a:t>
            </a:r>
            <a:r>
              <a:rPr lang="nl-NL" sz="2000" dirty="0" err="1"/>
              <a:t>one</a:t>
            </a:r>
            <a:r>
              <a:rPr lang="nl-NL" sz="2000" dirty="0"/>
              <a:t> </a:t>
            </a:r>
            <a:r>
              <a:rPr lang="nl-NL" sz="2000" dirty="0" err="1"/>
              <a:t>that</a:t>
            </a:r>
            <a:r>
              <a:rPr lang="nl-NL" sz="2000" dirty="0"/>
              <a:t> has </a:t>
            </a:r>
            <a:r>
              <a:rPr lang="nl-NL" sz="2000" dirty="0" err="1"/>
              <a:t>the</a:t>
            </a:r>
            <a:r>
              <a:rPr lang="nl-NL" sz="2000" dirty="0"/>
              <a:t> </a:t>
            </a:r>
            <a:r>
              <a:rPr lang="nl-NL" sz="2000" b="1" dirty="0" err="1">
                <a:latin typeface="Aptos" panose="020B0004020202020204" pitchFamily="34" charset="0"/>
              </a:rPr>
              <a:t>smallest</a:t>
            </a:r>
            <a:r>
              <a:rPr lang="nl-NL" sz="2000" dirty="0"/>
              <a:t> </a:t>
            </a:r>
            <a:r>
              <a:rPr lang="nl-NL" sz="2000" b="1" dirty="0" err="1">
                <a:latin typeface="Aptos" panose="020B0004020202020204" pitchFamily="34" charset="0"/>
              </a:rPr>
              <a:t>current</a:t>
            </a:r>
            <a:r>
              <a:rPr lang="nl-NL" sz="2000" dirty="0"/>
              <a:t> </a:t>
            </a:r>
            <a:r>
              <a:rPr lang="nl-NL" sz="2000" dirty="0" err="1"/>
              <a:t>distance</a:t>
            </a:r>
            <a:endParaRPr lang="nl-NL" sz="2000" dirty="0"/>
          </a:p>
          <a:p>
            <a:pPr lvl="1"/>
            <a:r>
              <a:rPr lang="nl-NL" sz="2000" b="1" dirty="0">
                <a:latin typeface="Aptos" panose="020B0004020202020204" pitchFamily="34" charset="0"/>
              </a:rPr>
              <a:t>Update</a:t>
            </a:r>
            <a:r>
              <a:rPr lang="nl-NL" sz="2000" dirty="0"/>
              <a:t> </a:t>
            </a:r>
            <a:r>
              <a:rPr lang="nl-NL" sz="2000" dirty="0" err="1"/>
              <a:t>the</a:t>
            </a:r>
            <a:r>
              <a:rPr lang="nl-NL" sz="2000" dirty="0"/>
              <a:t> </a:t>
            </a:r>
            <a:r>
              <a:rPr lang="nl-NL" sz="2000" dirty="0" err="1"/>
              <a:t>distance</a:t>
            </a:r>
            <a:r>
              <a:rPr lang="nl-NL" sz="2000" dirty="0"/>
              <a:t> </a:t>
            </a:r>
            <a:r>
              <a:rPr lang="nl-NL" sz="2000" dirty="0" err="1"/>
              <a:t>to</a:t>
            </a:r>
            <a:r>
              <a:rPr lang="nl-NL" sz="2000" dirty="0"/>
              <a:t> </a:t>
            </a:r>
            <a:r>
              <a:rPr lang="nl-NL" sz="2000" dirty="0" err="1"/>
              <a:t>its</a:t>
            </a:r>
            <a:r>
              <a:rPr lang="nl-NL" sz="2000" dirty="0"/>
              <a:t> </a:t>
            </a:r>
            <a:r>
              <a:rPr lang="nl-NL" sz="2000" b="1" dirty="0" err="1">
                <a:latin typeface="Aptos" panose="020B0004020202020204" pitchFamily="34" charset="0"/>
              </a:rPr>
              <a:t>neighbours</a:t>
            </a:r>
            <a:endParaRPr lang="nl-NL" sz="2000" b="1" dirty="0">
              <a:latin typeface="Aptos" panose="020B0004020202020204" pitchFamily="34" charset="0"/>
            </a:endParaRPr>
          </a:p>
        </p:txBody>
      </p:sp>
      <p:sp>
        <p:nvSpPr>
          <p:cNvPr id="4" name="Oval 6">
            <a:extLst>
              <a:ext uri="{FF2B5EF4-FFF2-40B4-BE49-F238E27FC236}">
                <a16:creationId xmlns:a16="http://schemas.microsoft.com/office/drawing/2014/main" id="{5204A77B-2616-0877-F2D3-9451368A4439}"/>
              </a:ext>
            </a:extLst>
          </p:cNvPr>
          <p:cNvSpPr/>
          <p:nvPr/>
        </p:nvSpPr>
        <p:spPr>
          <a:xfrm>
            <a:off x="9828248" y="3888232"/>
            <a:ext cx="427106" cy="427106"/>
          </a:xfrm>
          <a:prstGeom prst="ellipse">
            <a:avLst/>
          </a:prstGeom>
          <a:solidFill>
            <a:srgbClr val="00B0F0"/>
          </a:solidFill>
          <a:ln/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nl-NL" dirty="0">
                <a:latin typeface="Aptos" panose="020B0004020202020204" pitchFamily="34" charset="0"/>
              </a:rPr>
              <a:t>E</a:t>
            </a:r>
          </a:p>
        </p:txBody>
      </p:sp>
      <p:sp>
        <p:nvSpPr>
          <p:cNvPr id="5" name="Oval 8">
            <a:extLst>
              <a:ext uri="{FF2B5EF4-FFF2-40B4-BE49-F238E27FC236}">
                <a16:creationId xmlns:a16="http://schemas.microsoft.com/office/drawing/2014/main" id="{5A167384-587F-B10C-F6D0-4FF301863450}"/>
              </a:ext>
            </a:extLst>
          </p:cNvPr>
          <p:cNvSpPr/>
          <p:nvPr/>
        </p:nvSpPr>
        <p:spPr>
          <a:xfrm>
            <a:off x="11452462" y="3888232"/>
            <a:ext cx="427106" cy="427106"/>
          </a:xfrm>
          <a:prstGeom prst="ellipse">
            <a:avLst/>
          </a:prstGeom>
          <a:solidFill>
            <a:srgbClr val="00B0F0"/>
          </a:solidFill>
          <a:ln/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nl-NL" dirty="0">
                <a:latin typeface="Aptos" panose="020B0004020202020204" pitchFamily="34" charset="0"/>
              </a:rPr>
              <a:t>F</a:t>
            </a:r>
          </a:p>
        </p:txBody>
      </p:sp>
      <p:cxnSp>
        <p:nvCxnSpPr>
          <p:cNvPr id="6" name="Straight Arrow Connector 18">
            <a:extLst>
              <a:ext uri="{FF2B5EF4-FFF2-40B4-BE49-F238E27FC236}">
                <a16:creationId xmlns:a16="http://schemas.microsoft.com/office/drawing/2014/main" id="{946C26BE-4D4C-9F05-95F9-A34A318D0F66}"/>
              </a:ext>
            </a:extLst>
          </p:cNvPr>
          <p:cNvCxnSpPr>
            <a:cxnSpLocks/>
            <a:stCxn id="7" idx="6"/>
            <a:endCxn id="4" idx="2"/>
          </p:cNvCxnSpPr>
          <p:nvPr/>
        </p:nvCxnSpPr>
        <p:spPr>
          <a:xfrm>
            <a:off x="8631140" y="4101785"/>
            <a:ext cx="1197108" cy="0"/>
          </a:xfrm>
          <a:prstGeom prst="straightConnector1">
            <a:avLst/>
          </a:prstGeom>
          <a:ln w="381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" name="Oval 19">
            <a:extLst>
              <a:ext uri="{FF2B5EF4-FFF2-40B4-BE49-F238E27FC236}">
                <a16:creationId xmlns:a16="http://schemas.microsoft.com/office/drawing/2014/main" id="{FD65D2C3-FB59-6837-1C34-E1287754F66B}"/>
              </a:ext>
            </a:extLst>
          </p:cNvPr>
          <p:cNvSpPr/>
          <p:nvPr/>
        </p:nvSpPr>
        <p:spPr>
          <a:xfrm>
            <a:off x="8204034" y="3888232"/>
            <a:ext cx="427106" cy="427106"/>
          </a:xfrm>
          <a:prstGeom prst="ellipse">
            <a:avLst/>
          </a:prstGeom>
          <a:solidFill>
            <a:srgbClr val="00B0F0"/>
          </a:solidFill>
          <a:ln/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nl-NL" dirty="0">
                <a:latin typeface="Aptos" panose="020B0004020202020204" pitchFamily="34" charset="0"/>
              </a:rPr>
              <a:t>D</a:t>
            </a:r>
          </a:p>
        </p:txBody>
      </p:sp>
      <p:cxnSp>
        <p:nvCxnSpPr>
          <p:cNvPr id="9" name="Straight Arrow Connector 18">
            <a:extLst>
              <a:ext uri="{FF2B5EF4-FFF2-40B4-BE49-F238E27FC236}">
                <a16:creationId xmlns:a16="http://schemas.microsoft.com/office/drawing/2014/main" id="{A8504D1D-BC68-03B1-E1F6-1D6E0BE37251}"/>
              </a:ext>
            </a:extLst>
          </p:cNvPr>
          <p:cNvCxnSpPr>
            <a:cxnSpLocks/>
            <a:stCxn id="4" idx="6"/>
            <a:endCxn id="5" idx="2"/>
          </p:cNvCxnSpPr>
          <p:nvPr/>
        </p:nvCxnSpPr>
        <p:spPr>
          <a:xfrm>
            <a:off x="10255354" y="4101785"/>
            <a:ext cx="1197108" cy="0"/>
          </a:xfrm>
          <a:prstGeom prst="straightConnector1">
            <a:avLst/>
          </a:prstGeom>
          <a:ln w="381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" name="Straight Arrow Connector 18">
            <a:extLst>
              <a:ext uri="{FF2B5EF4-FFF2-40B4-BE49-F238E27FC236}">
                <a16:creationId xmlns:a16="http://schemas.microsoft.com/office/drawing/2014/main" id="{27C477D2-0CC1-7B88-81B5-05B3DAE6B903}"/>
              </a:ext>
            </a:extLst>
          </p:cNvPr>
          <p:cNvCxnSpPr>
            <a:cxnSpLocks/>
            <a:stCxn id="5" idx="0"/>
            <a:endCxn id="8" idx="4"/>
          </p:cNvCxnSpPr>
          <p:nvPr/>
        </p:nvCxnSpPr>
        <p:spPr>
          <a:xfrm flipV="1">
            <a:off x="11666015" y="2770716"/>
            <a:ext cx="0" cy="1117516"/>
          </a:xfrm>
          <a:prstGeom prst="straightConnector1">
            <a:avLst/>
          </a:prstGeom>
          <a:ln w="381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1" name="Oval 19">
            <a:extLst>
              <a:ext uri="{FF2B5EF4-FFF2-40B4-BE49-F238E27FC236}">
                <a16:creationId xmlns:a16="http://schemas.microsoft.com/office/drawing/2014/main" id="{E2AE07BF-163F-4F62-1F84-79EE9C539A5F}"/>
              </a:ext>
            </a:extLst>
          </p:cNvPr>
          <p:cNvSpPr/>
          <p:nvPr/>
        </p:nvSpPr>
        <p:spPr>
          <a:xfrm>
            <a:off x="8204034" y="2343610"/>
            <a:ext cx="427106" cy="427106"/>
          </a:xfrm>
          <a:prstGeom prst="ellipse">
            <a:avLst/>
          </a:prstGeom>
          <a:solidFill>
            <a:srgbClr val="00B0F0"/>
          </a:solidFill>
          <a:ln/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nl-NL" dirty="0">
                <a:latin typeface="Aptos" panose="020B0004020202020204" pitchFamily="34" charset="0"/>
              </a:rPr>
              <a:t>A</a:t>
            </a:r>
          </a:p>
        </p:txBody>
      </p:sp>
      <p:sp>
        <p:nvSpPr>
          <p:cNvPr id="12" name="Oval 19">
            <a:extLst>
              <a:ext uri="{FF2B5EF4-FFF2-40B4-BE49-F238E27FC236}">
                <a16:creationId xmlns:a16="http://schemas.microsoft.com/office/drawing/2014/main" id="{EE6D469C-85C3-E272-DE4C-4B8FB9282351}"/>
              </a:ext>
            </a:extLst>
          </p:cNvPr>
          <p:cNvSpPr/>
          <p:nvPr/>
        </p:nvSpPr>
        <p:spPr>
          <a:xfrm>
            <a:off x="8204034" y="5432853"/>
            <a:ext cx="427106" cy="427106"/>
          </a:xfrm>
          <a:prstGeom prst="ellipse">
            <a:avLst/>
          </a:prstGeom>
          <a:solidFill>
            <a:srgbClr val="00B0F0"/>
          </a:solidFill>
          <a:ln/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nl-NL" dirty="0">
                <a:latin typeface="Aptos" panose="020B0004020202020204" pitchFamily="34" charset="0"/>
              </a:rPr>
              <a:t>G</a:t>
            </a:r>
          </a:p>
        </p:txBody>
      </p:sp>
      <p:sp>
        <p:nvSpPr>
          <p:cNvPr id="13" name="Oval 19">
            <a:extLst>
              <a:ext uri="{FF2B5EF4-FFF2-40B4-BE49-F238E27FC236}">
                <a16:creationId xmlns:a16="http://schemas.microsoft.com/office/drawing/2014/main" id="{22F31DA2-AA91-C5C0-176C-D60DC7272C82}"/>
              </a:ext>
            </a:extLst>
          </p:cNvPr>
          <p:cNvSpPr/>
          <p:nvPr/>
        </p:nvSpPr>
        <p:spPr>
          <a:xfrm>
            <a:off x="9828248" y="5432853"/>
            <a:ext cx="427106" cy="427106"/>
          </a:xfrm>
          <a:prstGeom prst="ellipse">
            <a:avLst/>
          </a:prstGeom>
          <a:solidFill>
            <a:srgbClr val="00B0F0"/>
          </a:solidFill>
          <a:ln/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nl-NL" dirty="0">
                <a:latin typeface="Aptos" panose="020B0004020202020204" pitchFamily="34" charset="0"/>
              </a:rPr>
              <a:t>H</a:t>
            </a:r>
          </a:p>
        </p:txBody>
      </p:sp>
      <p:sp>
        <p:nvSpPr>
          <p:cNvPr id="14" name="Oval 19">
            <a:extLst>
              <a:ext uri="{FF2B5EF4-FFF2-40B4-BE49-F238E27FC236}">
                <a16:creationId xmlns:a16="http://schemas.microsoft.com/office/drawing/2014/main" id="{99C5D844-080F-6D42-9C80-B053CC11EDB6}"/>
              </a:ext>
            </a:extLst>
          </p:cNvPr>
          <p:cNvSpPr/>
          <p:nvPr/>
        </p:nvSpPr>
        <p:spPr>
          <a:xfrm>
            <a:off x="11452462" y="5432853"/>
            <a:ext cx="427106" cy="427106"/>
          </a:xfrm>
          <a:prstGeom prst="ellipse">
            <a:avLst/>
          </a:prstGeom>
          <a:solidFill>
            <a:srgbClr val="00B0F0"/>
          </a:solidFill>
          <a:ln/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nl-NL" dirty="0">
                <a:latin typeface="Aptos" panose="020B0004020202020204" pitchFamily="34" charset="0"/>
              </a:rPr>
              <a:t>J</a:t>
            </a:r>
          </a:p>
        </p:txBody>
      </p:sp>
      <p:sp>
        <p:nvSpPr>
          <p:cNvPr id="15" name="Oval 19">
            <a:extLst>
              <a:ext uri="{FF2B5EF4-FFF2-40B4-BE49-F238E27FC236}">
                <a16:creationId xmlns:a16="http://schemas.microsoft.com/office/drawing/2014/main" id="{24AED110-8A7D-8631-DF88-8A2E116EBAEE}"/>
              </a:ext>
            </a:extLst>
          </p:cNvPr>
          <p:cNvSpPr/>
          <p:nvPr/>
        </p:nvSpPr>
        <p:spPr>
          <a:xfrm>
            <a:off x="9828248" y="2343610"/>
            <a:ext cx="427106" cy="427106"/>
          </a:xfrm>
          <a:prstGeom prst="ellipse">
            <a:avLst/>
          </a:prstGeom>
          <a:ln/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nl-NL" dirty="0">
                <a:solidFill>
                  <a:schemeClr val="dk1"/>
                </a:solidFill>
                <a:latin typeface="Aptos" panose="020B0004020202020204" pitchFamily="34" charset="0"/>
              </a:rPr>
              <a:t>B</a:t>
            </a:r>
          </a:p>
        </p:txBody>
      </p:sp>
      <p:cxnSp>
        <p:nvCxnSpPr>
          <p:cNvPr id="16" name="Straight Arrow Connector 47">
            <a:extLst>
              <a:ext uri="{FF2B5EF4-FFF2-40B4-BE49-F238E27FC236}">
                <a16:creationId xmlns:a16="http://schemas.microsoft.com/office/drawing/2014/main" id="{15C0D2EE-EDE8-12EA-2DCA-C6E80E1B9648}"/>
              </a:ext>
            </a:extLst>
          </p:cNvPr>
          <p:cNvCxnSpPr>
            <a:cxnSpLocks/>
            <a:stCxn id="7" idx="0"/>
            <a:endCxn id="11" idx="4"/>
          </p:cNvCxnSpPr>
          <p:nvPr/>
        </p:nvCxnSpPr>
        <p:spPr>
          <a:xfrm flipV="1">
            <a:off x="8417587" y="2770716"/>
            <a:ext cx="0" cy="1117516"/>
          </a:xfrm>
          <a:prstGeom prst="straightConnector1">
            <a:avLst/>
          </a:prstGeom>
          <a:ln w="381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7" name="Straight Arrow Connector 47">
            <a:extLst>
              <a:ext uri="{FF2B5EF4-FFF2-40B4-BE49-F238E27FC236}">
                <a16:creationId xmlns:a16="http://schemas.microsoft.com/office/drawing/2014/main" id="{39D25856-1C51-79DD-22F1-C4B1790F6523}"/>
              </a:ext>
            </a:extLst>
          </p:cNvPr>
          <p:cNvCxnSpPr>
            <a:cxnSpLocks/>
            <a:stCxn id="11" idx="6"/>
            <a:endCxn id="15" idx="2"/>
          </p:cNvCxnSpPr>
          <p:nvPr/>
        </p:nvCxnSpPr>
        <p:spPr>
          <a:xfrm>
            <a:off x="8631140" y="2557163"/>
            <a:ext cx="1197108" cy="0"/>
          </a:xfrm>
          <a:prstGeom prst="straightConnector1">
            <a:avLst/>
          </a:prstGeom>
          <a:ln w="38100">
            <a:solidFill>
              <a:schemeClr val="bg1">
                <a:lumMod val="85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8" name="Straight Arrow Connector 47">
            <a:extLst>
              <a:ext uri="{FF2B5EF4-FFF2-40B4-BE49-F238E27FC236}">
                <a16:creationId xmlns:a16="http://schemas.microsoft.com/office/drawing/2014/main" id="{B8F40A85-9B54-4CC0-15CD-4599F81AF621}"/>
              </a:ext>
            </a:extLst>
          </p:cNvPr>
          <p:cNvCxnSpPr>
            <a:cxnSpLocks/>
            <a:stCxn id="4" idx="0"/>
            <a:endCxn id="15" idx="4"/>
          </p:cNvCxnSpPr>
          <p:nvPr/>
        </p:nvCxnSpPr>
        <p:spPr>
          <a:xfrm flipV="1">
            <a:off x="10041801" y="2770716"/>
            <a:ext cx="0" cy="1117516"/>
          </a:xfrm>
          <a:prstGeom prst="straightConnector1">
            <a:avLst/>
          </a:prstGeom>
          <a:ln w="381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9" name="Straight Arrow Connector 47">
            <a:extLst>
              <a:ext uri="{FF2B5EF4-FFF2-40B4-BE49-F238E27FC236}">
                <a16:creationId xmlns:a16="http://schemas.microsoft.com/office/drawing/2014/main" id="{4F5640B9-C72C-A169-6894-FF42F3EDD7BC}"/>
              </a:ext>
            </a:extLst>
          </p:cNvPr>
          <p:cNvCxnSpPr>
            <a:cxnSpLocks/>
            <a:stCxn id="15" idx="6"/>
            <a:endCxn id="8" idx="2"/>
          </p:cNvCxnSpPr>
          <p:nvPr/>
        </p:nvCxnSpPr>
        <p:spPr>
          <a:xfrm>
            <a:off x="10255354" y="2557163"/>
            <a:ext cx="1197108" cy="0"/>
          </a:xfrm>
          <a:prstGeom prst="straightConnector1">
            <a:avLst/>
          </a:prstGeom>
          <a:ln w="38100">
            <a:solidFill>
              <a:schemeClr val="bg1">
                <a:lumMod val="85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0" name="Straight Arrow Connector 47">
            <a:extLst>
              <a:ext uri="{FF2B5EF4-FFF2-40B4-BE49-F238E27FC236}">
                <a16:creationId xmlns:a16="http://schemas.microsoft.com/office/drawing/2014/main" id="{600BD531-F49B-9DF1-BBA6-CFBD2823F6E3}"/>
              </a:ext>
            </a:extLst>
          </p:cNvPr>
          <p:cNvCxnSpPr>
            <a:cxnSpLocks/>
            <a:stCxn id="7" idx="4"/>
            <a:endCxn id="12" idx="0"/>
          </p:cNvCxnSpPr>
          <p:nvPr/>
        </p:nvCxnSpPr>
        <p:spPr>
          <a:xfrm>
            <a:off x="8417587" y="4315338"/>
            <a:ext cx="0" cy="1117515"/>
          </a:xfrm>
          <a:prstGeom prst="straightConnector1">
            <a:avLst/>
          </a:prstGeom>
          <a:ln w="381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1" name="Straight Arrow Connector 47">
            <a:extLst>
              <a:ext uri="{FF2B5EF4-FFF2-40B4-BE49-F238E27FC236}">
                <a16:creationId xmlns:a16="http://schemas.microsoft.com/office/drawing/2014/main" id="{633BEEB8-EAD7-BEF0-7060-9FFBB3D95D76}"/>
              </a:ext>
            </a:extLst>
          </p:cNvPr>
          <p:cNvCxnSpPr>
            <a:cxnSpLocks/>
            <a:stCxn id="4" idx="4"/>
            <a:endCxn id="13" idx="0"/>
          </p:cNvCxnSpPr>
          <p:nvPr/>
        </p:nvCxnSpPr>
        <p:spPr>
          <a:xfrm>
            <a:off x="10041801" y="4315338"/>
            <a:ext cx="0" cy="1117515"/>
          </a:xfrm>
          <a:prstGeom prst="straightConnector1">
            <a:avLst/>
          </a:prstGeom>
          <a:ln w="38100">
            <a:solidFill>
              <a:schemeClr val="bg1">
                <a:lumMod val="85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2" name="Straight Arrow Connector 47">
            <a:extLst>
              <a:ext uri="{FF2B5EF4-FFF2-40B4-BE49-F238E27FC236}">
                <a16:creationId xmlns:a16="http://schemas.microsoft.com/office/drawing/2014/main" id="{283199A8-B20E-77DF-F1EC-4353631E941F}"/>
              </a:ext>
            </a:extLst>
          </p:cNvPr>
          <p:cNvCxnSpPr>
            <a:cxnSpLocks/>
            <a:stCxn id="12" idx="6"/>
            <a:endCxn id="13" idx="2"/>
          </p:cNvCxnSpPr>
          <p:nvPr/>
        </p:nvCxnSpPr>
        <p:spPr>
          <a:xfrm>
            <a:off x="8631140" y="5646406"/>
            <a:ext cx="1197108" cy="0"/>
          </a:xfrm>
          <a:prstGeom prst="straightConnector1">
            <a:avLst/>
          </a:prstGeom>
          <a:ln w="381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3" name="Straight Arrow Connector 47">
            <a:extLst>
              <a:ext uri="{FF2B5EF4-FFF2-40B4-BE49-F238E27FC236}">
                <a16:creationId xmlns:a16="http://schemas.microsoft.com/office/drawing/2014/main" id="{53673122-9FC7-5A8A-08CF-101BB038DD08}"/>
              </a:ext>
            </a:extLst>
          </p:cNvPr>
          <p:cNvCxnSpPr>
            <a:cxnSpLocks/>
            <a:stCxn id="13" idx="6"/>
            <a:endCxn id="14" idx="2"/>
          </p:cNvCxnSpPr>
          <p:nvPr/>
        </p:nvCxnSpPr>
        <p:spPr>
          <a:xfrm>
            <a:off x="10255354" y="5646406"/>
            <a:ext cx="1197108" cy="0"/>
          </a:xfrm>
          <a:prstGeom prst="straightConnector1">
            <a:avLst/>
          </a:prstGeom>
          <a:ln w="38100">
            <a:solidFill>
              <a:schemeClr val="bg1">
                <a:lumMod val="85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7" name="Straight Arrow Connector 18">
            <a:extLst>
              <a:ext uri="{FF2B5EF4-FFF2-40B4-BE49-F238E27FC236}">
                <a16:creationId xmlns:a16="http://schemas.microsoft.com/office/drawing/2014/main" id="{C8F6E4CC-3DCB-686D-BEE9-DFB976F2467F}"/>
              </a:ext>
            </a:extLst>
          </p:cNvPr>
          <p:cNvCxnSpPr>
            <a:cxnSpLocks/>
            <a:stCxn id="14" idx="0"/>
            <a:endCxn id="5" idx="4"/>
          </p:cNvCxnSpPr>
          <p:nvPr/>
        </p:nvCxnSpPr>
        <p:spPr>
          <a:xfrm flipV="1">
            <a:off x="11666015" y="4315338"/>
            <a:ext cx="0" cy="1117515"/>
          </a:xfrm>
          <a:prstGeom prst="straightConnector1">
            <a:avLst/>
          </a:prstGeom>
          <a:ln w="381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9" name="TextBox 118">
            <a:extLst>
              <a:ext uri="{FF2B5EF4-FFF2-40B4-BE49-F238E27FC236}">
                <a16:creationId xmlns:a16="http://schemas.microsoft.com/office/drawing/2014/main" id="{484C7E5C-624A-019A-33F1-F8409B4678CB}"/>
              </a:ext>
            </a:extLst>
          </p:cNvPr>
          <p:cNvSpPr txBox="1"/>
          <p:nvPr/>
        </p:nvSpPr>
        <p:spPr>
          <a:xfrm>
            <a:off x="9075645" y="2247099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NL" dirty="0">
                <a:latin typeface="Aptos" panose="020B0004020202020204" pitchFamily="34" charset="0"/>
              </a:rPr>
              <a:t>8</a:t>
            </a:r>
          </a:p>
        </p:txBody>
      </p:sp>
      <p:sp>
        <p:nvSpPr>
          <p:cNvPr id="32" name="TextBox 121">
            <a:extLst>
              <a:ext uri="{FF2B5EF4-FFF2-40B4-BE49-F238E27FC236}">
                <a16:creationId xmlns:a16="http://schemas.microsoft.com/office/drawing/2014/main" id="{65DF25DD-801A-C824-EE33-A1310C5DCB78}"/>
              </a:ext>
            </a:extLst>
          </p:cNvPr>
          <p:cNvSpPr txBox="1"/>
          <p:nvPr/>
        </p:nvSpPr>
        <p:spPr>
          <a:xfrm>
            <a:off x="11648954" y="3144808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NL" dirty="0">
                <a:latin typeface="Aptos" panose="020B0004020202020204" pitchFamily="34" charset="0"/>
              </a:rPr>
              <a:t>5</a:t>
            </a:r>
          </a:p>
        </p:txBody>
      </p:sp>
      <p:sp>
        <p:nvSpPr>
          <p:cNvPr id="33" name="TextBox 122">
            <a:extLst>
              <a:ext uri="{FF2B5EF4-FFF2-40B4-BE49-F238E27FC236}">
                <a16:creationId xmlns:a16="http://schemas.microsoft.com/office/drawing/2014/main" id="{444E09AB-C138-D653-F98E-21092452577B}"/>
              </a:ext>
            </a:extLst>
          </p:cNvPr>
          <p:cNvSpPr txBox="1"/>
          <p:nvPr/>
        </p:nvSpPr>
        <p:spPr>
          <a:xfrm>
            <a:off x="9075645" y="4101784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NL" dirty="0">
                <a:latin typeface="Aptos" panose="020B0004020202020204" pitchFamily="34" charset="0"/>
              </a:rPr>
              <a:t>1</a:t>
            </a:r>
          </a:p>
        </p:txBody>
      </p:sp>
      <p:sp>
        <p:nvSpPr>
          <p:cNvPr id="34" name="TextBox 123">
            <a:extLst>
              <a:ext uri="{FF2B5EF4-FFF2-40B4-BE49-F238E27FC236}">
                <a16:creationId xmlns:a16="http://schemas.microsoft.com/office/drawing/2014/main" id="{DC6B9B7A-D349-5718-916F-EDED81E5C6CB}"/>
              </a:ext>
            </a:extLst>
          </p:cNvPr>
          <p:cNvSpPr txBox="1"/>
          <p:nvPr/>
        </p:nvSpPr>
        <p:spPr>
          <a:xfrm>
            <a:off x="9075645" y="5646406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NL" dirty="0">
                <a:latin typeface="Aptos" panose="020B0004020202020204" pitchFamily="34" charset="0"/>
              </a:rPr>
              <a:t>1</a:t>
            </a:r>
          </a:p>
        </p:txBody>
      </p:sp>
      <p:sp>
        <p:nvSpPr>
          <p:cNvPr id="35" name="TextBox 124">
            <a:extLst>
              <a:ext uri="{FF2B5EF4-FFF2-40B4-BE49-F238E27FC236}">
                <a16:creationId xmlns:a16="http://schemas.microsoft.com/office/drawing/2014/main" id="{6E567C2A-484C-2591-9426-AA482B51776B}"/>
              </a:ext>
            </a:extLst>
          </p:cNvPr>
          <p:cNvSpPr txBox="1"/>
          <p:nvPr/>
        </p:nvSpPr>
        <p:spPr>
          <a:xfrm>
            <a:off x="8109489" y="4689430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NL" dirty="0">
                <a:latin typeface="Aptos" panose="020B0004020202020204" pitchFamily="34" charset="0"/>
              </a:rPr>
              <a:t>3</a:t>
            </a:r>
          </a:p>
        </p:txBody>
      </p:sp>
      <p:sp>
        <p:nvSpPr>
          <p:cNvPr id="36" name="TextBox 125">
            <a:extLst>
              <a:ext uri="{FF2B5EF4-FFF2-40B4-BE49-F238E27FC236}">
                <a16:creationId xmlns:a16="http://schemas.microsoft.com/office/drawing/2014/main" id="{AA814CEF-69C1-AEB6-BBC8-3498B96E89B2}"/>
              </a:ext>
            </a:extLst>
          </p:cNvPr>
          <p:cNvSpPr txBox="1"/>
          <p:nvPr/>
        </p:nvSpPr>
        <p:spPr>
          <a:xfrm>
            <a:off x="10699859" y="5646406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NL" dirty="0">
                <a:latin typeface="Aptos" panose="020B0004020202020204" pitchFamily="34" charset="0"/>
              </a:rPr>
              <a:t>3</a:t>
            </a:r>
          </a:p>
        </p:txBody>
      </p:sp>
      <p:sp>
        <p:nvSpPr>
          <p:cNvPr id="37" name="TextBox 126">
            <a:extLst>
              <a:ext uri="{FF2B5EF4-FFF2-40B4-BE49-F238E27FC236}">
                <a16:creationId xmlns:a16="http://schemas.microsoft.com/office/drawing/2014/main" id="{DAE88387-7327-0031-BEBE-7160947BF5FE}"/>
              </a:ext>
            </a:extLst>
          </p:cNvPr>
          <p:cNvSpPr txBox="1"/>
          <p:nvPr/>
        </p:nvSpPr>
        <p:spPr>
          <a:xfrm>
            <a:off x="9733702" y="4689430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NL" dirty="0">
                <a:latin typeface="Aptos" panose="020B0004020202020204" pitchFamily="34" charset="0"/>
              </a:rPr>
              <a:t>4</a:t>
            </a:r>
          </a:p>
        </p:txBody>
      </p:sp>
      <p:sp>
        <p:nvSpPr>
          <p:cNvPr id="38" name="TextBox 127">
            <a:extLst>
              <a:ext uri="{FF2B5EF4-FFF2-40B4-BE49-F238E27FC236}">
                <a16:creationId xmlns:a16="http://schemas.microsoft.com/office/drawing/2014/main" id="{7C7767F7-5D26-E61F-096D-EB7691292F85}"/>
              </a:ext>
            </a:extLst>
          </p:cNvPr>
          <p:cNvSpPr txBox="1"/>
          <p:nvPr/>
        </p:nvSpPr>
        <p:spPr>
          <a:xfrm>
            <a:off x="10699859" y="4101784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NL" dirty="0">
                <a:latin typeface="Aptos" panose="020B0004020202020204" pitchFamily="34" charset="0"/>
              </a:rPr>
              <a:t>1</a:t>
            </a:r>
          </a:p>
        </p:txBody>
      </p:sp>
      <p:sp>
        <p:nvSpPr>
          <p:cNvPr id="39" name="TextBox 128">
            <a:extLst>
              <a:ext uri="{FF2B5EF4-FFF2-40B4-BE49-F238E27FC236}">
                <a16:creationId xmlns:a16="http://schemas.microsoft.com/office/drawing/2014/main" id="{6C90FCED-A6E6-86C6-6E08-F4CAAA818465}"/>
              </a:ext>
            </a:extLst>
          </p:cNvPr>
          <p:cNvSpPr txBox="1"/>
          <p:nvPr/>
        </p:nvSpPr>
        <p:spPr>
          <a:xfrm>
            <a:off x="10699859" y="2247099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NL" dirty="0">
                <a:latin typeface="Aptos" panose="020B0004020202020204" pitchFamily="34" charset="0"/>
              </a:rPr>
              <a:t>1</a:t>
            </a:r>
          </a:p>
        </p:txBody>
      </p:sp>
      <p:sp>
        <p:nvSpPr>
          <p:cNvPr id="40" name="TextBox 129">
            <a:extLst>
              <a:ext uri="{FF2B5EF4-FFF2-40B4-BE49-F238E27FC236}">
                <a16:creationId xmlns:a16="http://schemas.microsoft.com/office/drawing/2014/main" id="{E23082FA-8B50-F731-E591-7B5258DF7781}"/>
              </a:ext>
            </a:extLst>
          </p:cNvPr>
          <p:cNvSpPr txBox="1"/>
          <p:nvPr/>
        </p:nvSpPr>
        <p:spPr>
          <a:xfrm>
            <a:off x="11648954" y="4689430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NL" dirty="0">
                <a:latin typeface="Aptos" panose="020B0004020202020204" pitchFamily="34" charset="0"/>
              </a:rPr>
              <a:t>2</a:t>
            </a:r>
          </a:p>
        </p:txBody>
      </p:sp>
      <p:sp>
        <p:nvSpPr>
          <p:cNvPr id="41" name="TextBox 130">
            <a:extLst>
              <a:ext uri="{FF2B5EF4-FFF2-40B4-BE49-F238E27FC236}">
                <a16:creationId xmlns:a16="http://schemas.microsoft.com/office/drawing/2014/main" id="{AEE8CF11-3A76-7CD7-228A-86E2D4173D1A}"/>
              </a:ext>
            </a:extLst>
          </p:cNvPr>
          <p:cNvSpPr txBox="1"/>
          <p:nvPr/>
        </p:nvSpPr>
        <p:spPr>
          <a:xfrm>
            <a:off x="9733702" y="3144808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NL" dirty="0">
                <a:latin typeface="Aptos" panose="020B0004020202020204" pitchFamily="34" charset="0"/>
              </a:rPr>
              <a:t>4</a:t>
            </a:r>
          </a:p>
        </p:txBody>
      </p:sp>
      <p:sp>
        <p:nvSpPr>
          <p:cNvPr id="42" name="TextBox 131">
            <a:extLst>
              <a:ext uri="{FF2B5EF4-FFF2-40B4-BE49-F238E27FC236}">
                <a16:creationId xmlns:a16="http://schemas.microsoft.com/office/drawing/2014/main" id="{89715B49-B843-3A37-B4F1-FBE2DD58FF11}"/>
              </a:ext>
            </a:extLst>
          </p:cNvPr>
          <p:cNvSpPr txBox="1"/>
          <p:nvPr/>
        </p:nvSpPr>
        <p:spPr>
          <a:xfrm>
            <a:off x="8109489" y="3144808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NL" dirty="0">
                <a:latin typeface="Aptos" panose="020B0004020202020204" pitchFamily="34" charset="0"/>
              </a:rPr>
              <a:t>2</a:t>
            </a:r>
          </a:p>
        </p:txBody>
      </p:sp>
      <p:sp>
        <p:nvSpPr>
          <p:cNvPr id="30" name="Rectangle: Rounded Corners 29">
            <a:extLst>
              <a:ext uri="{FF2B5EF4-FFF2-40B4-BE49-F238E27FC236}">
                <a16:creationId xmlns:a16="http://schemas.microsoft.com/office/drawing/2014/main" id="{C7E60B6D-2D71-DD41-F84F-49E2CCAD0D55}"/>
              </a:ext>
            </a:extLst>
          </p:cNvPr>
          <p:cNvSpPr/>
          <p:nvPr/>
        </p:nvSpPr>
        <p:spPr>
          <a:xfrm>
            <a:off x="8570589" y="2115635"/>
            <a:ext cx="318887" cy="350477"/>
          </a:xfrm>
          <a:prstGeom prst="roundRect">
            <a:avLst/>
          </a:prstGeom>
          <a:ln>
            <a:headEnd type="none" w="med" len="med"/>
            <a:tailEnd type="none" w="med" len="med"/>
          </a:ln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nl-NL" sz="1600" dirty="0">
                <a:latin typeface="Aptos" panose="020B0004020202020204" pitchFamily="34" charset="0"/>
              </a:rPr>
              <a:t>0</a:t>
            </a:r>
          </a:p>
        </p:txBody>
      </p:sp>
      <p:sp>
        <p:nvSpPr>
          <p:cNvPr id="31" name="Rectangle: Rounded Corners 30">
            <a:extLst>
              <a:ext uri="{FF2B5EF4-FFF2-40B4-BE49-F238E27FC236}">
                <a16:creationId xmlns:a16="http://schemas.microsoft.com/office/drawing/2014/main" id="{AC282470-CCB1-FEC1-68F7-BABFE6F0787B}"/>
              </a:ext>
            </a:extLst>
          </p:cNvPr>
          <p:cNvSpPr/>
          <p:nvPr/>
        </p:nvSpPr>
        <p:spPr>
          <a:xfrm>
            <a:off x="10110746" y="2061189"/>
            <a:ext cx="318887" cy="350477"/>
          </a:xfrm>
          <a:prstGeom prst="roundRect">
            <a:avLst/>
          </a:prstGeom>
          <a:ln>
            <a:headEnd type="none" w="med" len="med"/>
            <a:tailEnd type="none" w="med" len="med"/>
          </a:ln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nl-NL" sz="1600" dirty="0">
                <a:latin typeface="Aptos" panose="020B0004020202020204" pitchFamily="34" charset="0"/>
              </a:rPr>
              <a:t>7</a:t>
            </a:r>
          </a:p>
        </p:txBody>
      </p:sp>
      <p:sp>
        <p:nvSpPr>
          <p:cNvPr id="43" name="Rectangle: Rounded Corners 42">
            <a:extLst>
              <a:ext uri="{FF2B5EF4-FFF2-40B4-BE49-F238E27FC236}">
                <a16:creationId xmlns:a16="http://schemas.microsoft.com/office/drawing/2014/main" id="{EBBE8B82-6B52-ED49-5DFB-3756A5C80048}"/>
              </a:ext>
            </a:extLst>
          </p:cNvPr>
          <p:cNvSpPr/>
          <p:nvPr/>
        </p:nvSpPr>
        <p:spPr>
          <a:xfrm>
            <a:off x="11797608" y="2115635"/>
            <a:ext cx="318887" cy="350477"/>
          </a:xfrm>
          <a:prstGeom prst="roundRect">
            <a:avLst/>
          </a:prstGeom>
          <a:ln>
            <a:headEnd type="none" w="med" len="med"/>
            <a:tailEnd type="none" w="med" len="med"/>
          </a:ln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nl-NL" sz="1600" dirty="0">
                <a:latin typeface="Aptos" panose="020B0004020202020204" pitchFamily="34" charset="0"/>
              </a:rPr>
              <a:t>9</a:t>
            </a:r>
          </a:p>
        </p:txBody>
      </p:sp>
      <p:sp>
        <p:nvSpPr>
          <p:cNvPr id="44" name="Rectangle: Rounded Corners 43">
            <a:extLst>
              <a:ext uri="{FF2B5EF4-FFF2-40B4-BE49-F238E27FC236}">
                <a16:creationId xmlns:a16="http://schemas.microsoft.com/office/drawing/2014/main" id="{E3808EBD-4BFF-DAEF-DDCE-722628D91333}"/>
              </a:ext>
            </a:extLst>
          </p:cNvPr>
          <p:cNvSpPr/>
          <p:nvPr/>
        </p:nvSpPr>
        <p:spPr>
          <a:xfrm>
            <a:off x="11797607" y="3641402"/>
            <a:ext cx="318887" cy="350477"/>
          </a:xfrm>
          <a:prstGeom prst="roundRect">
            <a:avLst/>
          </a:prstGeom>
          <a:ln>
            <a:headEnd type="none" w="med" len="med"/>
            <a:tailEnd type="none" w="med" len="med"/>
          </a:ln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nl-NL" sz="1600" dirty="0">
                <a:latin typeface="Aptos" panose="020B0004020202020204" pitchFamily="34" charset="0"/>
              </a:rPr>
              <a:t>4</a:t>
            </a:r>
          </a:p>
        </p:txBody>
      </p:sp>
      <p:sp>
        <p:nvSpPr>
          <p:cNvPr id="45" name="Rectangle: Rounded Corners 44">
            <a:extLst>
              <a:ext uri="{FF2B5EF4-FFF2-40B4-BE49-F238E27FC236}">
                <a16:creationId xmlns:a16="http://schemas.microsoft.com/office/drawing/2014/main" id="{5D9BF374-EA7B-5DF9-CEA1-A944A36A283B}"/>
              </a:ext>
            </a:extLst>
          </p:cNvPr>
          <p:cNvSpPr/>
          <p:nvPr/>
        </p:nvSpPr>
        <p:spPr>
          <a:xfrm>
            <a:off x="11797606" y="5257614"/>
            <a:ext cx="318887" cy="350477"/>
          </a:xfrm>
          <a:prstGeom prst="roundRect">
            <a:avLst/>
          </a:prstGeom>
          <a:ln>
            <a:headEnd type="none" w="med" len="med"/>
            <a:tailEnd type="none" w="med" len="med"/>
          </a:ln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nl-NL" sz="1600" dirty="0">
                <a:latin typeface="Aptos" panose="020B0004020202020204" pitchFamily="34" charset="0"/>
              </a:rPr>
              <a:t>6</a:t>
            </a:r>
          </a:p>
        </p:txBody>
      </p:sp>
      <p:sp>
        <p:nvSpPr>
          <p:cNvPr id="46" name="Rectangle: Rounded Corners 45">
            <a:extLst>
              <a:ext uri="{FF2B5EF4-FFF2-40B4-BE49-F238E27FC236}">
                <a16:creationId xmlns:a16="http://schemas.microsoft.com/office/drawing/2014/main" id="{6478FBF0-1849-4D34-9CC0-0241B302C6D7}"/>
              </a:ext>
            </a:extLst>
          </p:cNvPr>
          <p:cNvSpPr/>
          <p:nvPr/>
        </p:nvSpPr>
        <p:spPr>
          <a:xfrm>
            <a:off x="10164121" y="5219301"/>
            <a:ext cx="318887" cy="350477"/>
          </a:xfrm>
          <a:prstGeom prst="roundRect">
            <a:avLst/>
          </a:prstGeom>
          <a:ln>
            <a:headEnd type="none" w="med" len="med"/>
            <a:tailEnd type="none" w="med" len="med"/>
          </a:ln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nl-NL" sz="1600" dirty="0">
                <a:latin typeface="Aptos" panose="020B0004020202020204" pitchFamily="34" charset="0"/>
              </a:rPr>
              <a:t>6</a:t>
            </a:r>
          </a:p>
        </p:txBody>
      </p:sp>
      <p:sp>
        <p:nvSpPr>
          <p:cNvPr id="47" name="Rectangle: Rounded Corners 46">
            <a:extLst>
              <a:ext uri="{FF2B5EF4-FFF2-40B4-BE49-F238E27FC236}">
                <a16:creationId xmlns:a16="http://schemas.microsoft.com/office/drawing/2014/main" id="{0C1B6A54-4443-C4B2-551E-7CCFC8F131EF}"/>
              </a:ext>
            </a:extLst>
          </p:cNvPr>
          <p:cNvSpPr/>
          <p:nvPr/>
        </p:nvSpPr>
        <p:spPr>
          <a:xfrm>
            <a:off x="8530636" y="5180988"/>
            <a:ext cx="318887" cy="350477"/>
          </a:xfrm>
          <a:prstGeom prst="roundRect">
            <a:avLst/>
          </a:prstGeom>
          <a:ln>
            <a:headEnd type="none" w="med" len="med"/>
            <a:tailEnd type="none" w="med" len="med"/>
          </a:ln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nl-NL" sz="1600" dirty="0">
                <a:latin typeface="Aptos" panose="020B0004020202020204" pitchFamily="34" charset="0"/>
              </a:rPr>
              <a:t>5</a:t>
            </a:r>
          </a:p>
        </p:txBody>
      </p:sp>
      <p:sp>
        <p:nvSpPr>
          <p:cNvPr id="48" name="Rectangle: Rounded Corners 47">
            <a:extLst>
              <a:ext uri="{FF2B5EF4-FFF2-40B4-BE49-F238E27FC236}">
                <a16:creationId xmlns:a16="http://schemas.microsoft.com/office/drawing/2014/main" id="{AB22C02E-5C91-D5AB-381A-811454BA5D5A}"/>
              </a:ext>
            </a:extLst>
          </p:cNvPr>
          <p:cNvSpPr/>
          <p:nvPr/>
        </p:nvSpPr>
        <p:spPr>
          <a:xfrm>
            <a:off x="8512404" y="3653960"/>
            <a:ext cx="318887" cy="350477"/>
          </a:xfrm>
          <a:prstGeom prst="roundRect">
            <a:avLst/>
          </a:prstGeom>
          <a:ln>
            <a:headEnd type="none" w="med" len="med"/>
            <a:tailEnd type="none" w="med" len="med"/>
          </a:ln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nl-NL" sz="1600" dirty="0">
                <a:latin typeface="Aptos" panose="020B0004020202020204" pitchFamily="34" charset="0"/>
              </a:rPr>
              <a:t>2</a:t>
            </a:r>
          </a:p>
        </p:txBody>
      </p:sp>
      <p:sp>
        <p:nvSpPr>
          <p:cNvPr id="49" name="Rectangle: Rounded Corners 48">
            <a:extLst>
              <a:ext uri="{FF2B5EF4-FFF2-40B4-BE49-F238E27FC236}">
                <a16:creationId xmlns:a16="http://schemas.microsoft.com/office/drawing/2014/main" id="{75CD88F2-69B3-38D6-3247-33071DF1A21A}"/>
              </a:ext>
            </a:extLst>
          </p:cNvPr>
          <p:cNvSpPr/>
          <p:nvPr/>
        </p:nvSpPr>
        <p:spPr>
          <a:xfrm>
            <a:off x="10154658" y="3673867"/>
            <a:ext cx="318887" cy="350477"/>
          </a:xfrm>
          <a:prstGeom prst="roundRect">
            <a:avLst/>
          </a:prstGeom>
          <a:ln>
            <a:headEnd type="none" w="med" len="med"/>
            <a:tailEnd type="none" w="med" len="med"/>
          </a:ln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nl-NL" sz="1600" dirty="0">
                <a:latin typeface="Aptos" panose="020B0004020202020204" pitchFamily="34" charset="0"/>
              </a:rPr>
              <a:t>3</a:t>
            </a:r>
          </a:p>
        </p:txBody>
      </p:sp>
      <p:sp>
        <p:nvSpPr>
          <p:cNvPr id="257" name="TextBox 24">
            <a:extLst>
              <a:ext uri="{FF2B5EF4-FFF2-40B4-BE49-F238E27FC236}">
                <a16:creationId xmlns:a16="http://schemas.microsoft.com/office/drawing/2014/main" id="{8D94B644-F460-21D4-0B5A-0B78F401A332}"/>
              </a:ext>
            </a:extLst>
          </p:cNvPr>
          <p:cNvSpPr txBox="1"/>
          <p:nvPr/>
        </p:nvSpPr>
        <p:spPr>
          <a:xfrm>
            <a:off x="6876842" y="6215577"/>
            <a:ext cx="9321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nl-NL" dirty="0" err="1">
                <a:latin typeface="Aptos" panose="020B0004020202020204" pitchFamily="34" charset="0"/>
              </a:rPr>
              <a:t>Visited</a:t>
            </a:r>
            <a:r>
              <a:rPr lang="nl-NL" dirty="0">
                <a:latin typeface="Aptos" panose="020B0004020202020204" pitchFamily="34" charset="0"/>
              </a:rPr>
              <a:t>:</a:t>
            </a:r>
          </a:p>
        </p:txBody>
      </p:sp>
      <p:sp>
        <p:nvSpPr>
          <p:cNvPr id="258" name="Oval 19">
            <a:extLst>
              <a:ext uri="{FF2B5EF4-FFF2-40B4-BE49-F238E27FC236}">
                <a16:creationId xmlns:a16="http://schemas.microsoft.com/office/drawing/2014/main" id="{A5D028A9-F042-305A-69C9-AA26A65F7352}"/>
              </a:ext>
            </a:extLst>
          </p:cNvPr>
          <p:cNvSpPr/>
          <p:nvPr/>
        </p:nvSpPr>
        <p:spPr>
          <a:xfrm>
            <a:off x="7808957" y="6190404"/>
            <a:ext cx="419679" cy="419679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dirty="0">
                <a:solidFill>
                  <a:schemeClr val="bg1"/>
                </a:solidFill>
                <a:latin typeface="Aptos" panose="020B0004020202020204" pitchFamily="34" charset="0"/>
              </a:rPr>
              <a:t>A</a:t>
            </a:r>
          </a:p>
        </p:txBody>
      </p:sp>
      <p:sp>
        <p:nvSpPr>
          <p:cNvPr id="260" name="Oval 19">
            <a:extLst>
              <a:ext uri="{FF2B5EF4-FFF2-40B4-BE49-F238E27FC236}">
                <a16:creationId xmlns:a16="http://schemas.microsoft.com/office/drawing/2014/main" id="{E4EDD05C-F63A-A713-150B-086E8B6F90B0}"/>
              </a:ext>
            </a:extLst>
          </p:cNvPr>
          <p:cNvSpPr/>
          <p:nvPr/>
        </p:nvSpPr>
        <p:spPr>
          <a:xfrm>
            <a:off x="8247983" y="6190404"/>
            <a:ext cx="419679" cy="419679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dirty="0">
                <a:solidFill>
                  <a:schemeClr val="bg1"/>
                </a:solidFill>
                <a:latin typeface="Aptos" panose="020B0004020202020204" pitchFamily="34" charset="0"/>
              </a:rPr>
              <a:t>D</a:t>
            </a:r>
          </a:p>
        </p:txBody>
      </p:sp>
      <p:sp>
        <p:nvSpPr>
          <p:cNvPr id="261" name="Oval 19">
            <a:extLst>
              <a:ext uri="{FF2B5EF4-FFF2-40B4-BE49-F238E27FC236}">
                <a16:creationId xmlns:a16="http://schemas.microsoft.com/office/drawing/2014/main" id="{D33075C3-7267-6048-F615-0327B698085A}"/>
              </a:ext>
            </a:extLst>
          </p:cNvPr>
          <p:cNvSpPr/>
          <p:nvPr/>
        </p:nvSpPr>
        <p:spPr>
          <a:xfrm>
            <a:off x="8687009" y="6190404"/>
            <a:ext cx="419679" cy="419679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dirty="0">
                <a:solidFill>
                  <a:schemeClr val="bg1"/>
                </a:solidFill>
                <a:latin typeface="Aptos" panose="020B0004020202020204" pitchFamily="34" charset="0"/>
              </a:rPr>
              <a:t>E</a:t>
            </a:r>
          </a:p>
        </p:txBody>
      </p:sp>
      <p:sp>
        <p:nvSpPr>
          <p:cNvPr id="262" name="Oval 19">
            <a:extLst>
              <a:ext uri="{FF2B5EF4-FFF2-40B4-BE49-F238E27FC236}">
                <a16:creationId xmlns:a16="http://schemas.microsoft.com/office/drawing/2014/main" id="{BF40C5D8-6144-E6F5-5981-D489AB73DA7F}"/>
              </a:ext>
            </a:extLst>
          </p:cNvPr>
          <p:cNvSpPr/>
          <p:nvPr/>
        </p:nvSpPr>
        <p:spPr>
          <a:xfrm>
            <a:off x="9126035" y="6190404"/>
            <a:ext cx="419679" cy="419679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dirty="0">
                <a:solidFill>
                  <a:schemeClr val="bg1"/>
                </a:solidFill>
                <a:latin typeface="Aptos" panose="020B0004020202020204" pitchFamily="34" charset="0"/>
              </a:rPr>
              <a:t>F</a:t>
            </a:r>
          </a:p>
        </p:txBody>
      </p:sp>
      <p:sp>
        <p:nvSpPr>
          <p:cNvPr id="263" name="Oval 19">
            <a:extLst>
              <a:ext uri="{FF2B5EF4-FFF2-40B4-BE49-F238E27FC236}">
                <a16:creationId xmlns:a16="http://schemas.microsoft.com/office/drawing/2014/main" id="{1D248586-1554-9C4D-E2B3-893B12D545EE}"/>
              </a:ext>
            </a:extLst>
          </p:cNvPr>
          <p:cNvSpPr/>
          <p:nvPr/>
        </p:nvSpPr>
        <p:spPr>
          <a:xfrm>
            <a:off x="9565061" y="6190404"/>
            <a:ext cx="419679" cy="419679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dirty="0">
                <a:solidFill>
                  <a:schemeClr val="bg1"/>
                </a:solidFill>
                <a:latin typeface="Aptos" panose="020B0004020202020204" pitchFamily="34" charset="0"/>
              </a:rPr>
              <a:t>G</a:t>
            </a:r>
          </a:p>
        </p:txBody>
      </p:sp>
      <p:sp>
        <p:nvSpPr>
          <p:cNvPr id="264" name="Oval 19">
            <a:extLst>
              <a:ext uri="{FF2B5EF4-FFF2-40B4-BE49-F238E27FC236}">
                <a16:creationId xmlns:a16="http://schemas.microsoft.com/office/drawing/2014/main" id="{B080FCA9-E87F-1D64-B2F3-046A49129857}"/>
              </a:ext>
            </a:extLst>
          </p:cNvPr>
          <p:cNvSpPr/>
          <p:nvPr/>
        </p:nvSpPr>
        <p:spPr>
          <a:xfrm>
            <a:off x="10004087" y="6190404"/>
            <a:ext cx="419679" cy="419679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dirty="0">
                <a:solidFill>
                  <a:schemeClr val="bg1"/>
                </a:solidFill>
                <a:latin typeface="Aptos" panose="020B0004020202020204" pitchFamily="34" charset="0"/>
              </a:rPr>
              <a:t>H</a:t>
            </a:r>
          </a:p>
        </p:txBody>
      </p:sp>
      <p:sp>
        <p:nvSpPr>
          <p:cNvPr id="265" name="Oval 19">
            <a:extLst>
              <a:ext uri="{FF2B5EF4-FFF2-40B4-BE49-F238E27FC236}">
                <a16:creationId xmlns:a16="http://schemas.microsoft.com/office/drawing/2014/main" id="{51065470-7635-A339-79A7-852A82374147}"/>
              </a:ext>
            </a:extLst>
          </p:cNvPr>
          <p:cNvSpPr/>
          <p:nvPr/>
        </p:nvSpPr>
        <p:spPr>
          <a:xfrm>
            <a:off x="10443113" y="6190404"/>
            <a:ext cx="419679" cy="419679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dirty="0">
                <a:solidFill>
                  <a:schemeClr val="bg1"/>
                </a:solidFill>
                <a:latin typeface="Aptos" panose="020B0004020202020204" pitchFamily="34" charset="0"/>
              </a:rPr>
              <a:t>J</a:t>
            </a:r>
          </a:p>
        </p:txBody>
      </p:sp>
      <p:sp>
        <p:nvSpPr>
          <p:cNvPr id="266" name="Oval 19">
            <a:extLst>
              <a:ext uri="{FF2B5EF4-FFF2-40B4-BE49-F238E27FC236}">
                <a16:creationId xmlns:a16="http://schemas.microsoft.com/office/drawing/2014/main" id="{9E20C803-A64B-20E4-D7B6-43595913FF05}"/>
              </a:ext>
            </a:extLst>
          </p:cNvPr>
          <p:cNvSpPr/>
          <p:nvPr/>
        </p:nvSpPr>
        <p:spPr>
          <a:xfrm>
            <a:off x="10882139" y="6190404"/>
            <a:ext cx="419679" cy="419679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dirty="0">
                <a:solidFill>
                  <a:schemeClr val="bg1"/>
                </a:solidFill>
                <a:latin typeface="Aptos" panose="020B0004020202020204" pitchFamily="34" charset="0"/>
              </a:rPr>
              <a:t>B</a:t>
            </a:r>
          </a:p>
        </p:txBody>
      </p:sp>
    </p:spTree>
    <p:extLst>
      <p:ext uri="{BB962C8B-B14F-4D97-AF65-F5344CB8AC3E}">
        <p14:creationId xmlns:p14="http://schemas.microsoft.com/office/powerpoint/2010/main" val="26411364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mph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1973EB"/>
                                      </p:to>
                                    </p:animClr>
                                    <p:set>
                                      <p:cBhvr>
                                        <p:cTn id="7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8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7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2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FFC000"/>
                                      </p:to>
                                    </p:animClr>
                                    <p:set>
                                      <p:cBhvr>
                                        <p:cTn id="13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7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7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D8D8D8"/>
                                      </p:to>
                                    </p:animClr>
                                    <p:set>
                                      <p:cBhvr>
                                        <p:cTn id="18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7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2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000000"/>
                                      </p:to>
                                    </p:animClr>
                                    <p:set>
                                      <p:cBhvr>
                                        <p:cTn id="23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2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0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500"/>
                            </p:stCondLst>
                            <p:childTnLst>
                              <p:par>
                                <p:cTn id="33" presetID="7" presetClass="emph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4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D8D8D8"/>
                                      </p:to>
                                    </p:animClr>
                                    <p:set>
                                      <p:cBhvr>
                                        <p:cTn id="35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2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9" grpId="0" animBg="1"/>
      <p:bldP spid="43" grpId="0" animBg="1"/>
      <p:bldP spid="266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CAEB4C-6990-D2CC-30C4-C4A8BA4D0B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2A8604-5F14-6B55-C477-E32B62FFEC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 err="1"/>
              <a:t>Shortest</a:t>
            </a:r>
            <a:r>
              <a:rPr lang="nl-NL" dirty="0"/>
              <a:t> </a:t>
            </a:r>
            <a:r>
              <a:rPr lang="nl-NL" dirty="0" err="1"/>
              <a:t>paths</a:t>
            </a:r>
            <a:r>
              <a:rPr lang="nl-NL" dirty="0"/>
              <a:t> – Dijkstra’s </a:t>
            </a:r>
            <a:r>
              <a:rPr lang="nl-NL" dirty="0" err="1"/>
              <a:t>algorithm</a:t>
            </a:r>
            <a:endParaRPr lang="nl-N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8C54C22-4E02-1CA0-97E7-0D7A2CFF77F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0081" y="2633472"/>
            <a:ext cx="7095919" cy="3568152"/>
          </a:xfrm>
        </p:spPr>
        <p:txBody>
          <a:bodyPr>
            <a:normAutofit/>
          </a:bodyPr>
          <a:lstStyle/>
          <a:p>
            <a:r>
              <a:rPr lang="nl-NL" dirty="0"/>
              <a:t>Set </a:t>
            </a:r>
            <a:r>
              <a:rPr lang="nl-NL" dirty="0" err="1"/>
              <a:t>distance</a:t>
            </a:r>
            <a:r>
              <a:rPr lang="nl-NL" dirty="0"/>
              <a:t> of start node </a:t>
            </a:r>
            <a:r>
              <a:rPr lang="nl-NL" dirty="0" err="1"/>
              <a:t>to</a:t>
            </a:r>
            <a:r>
              <a:rPr lang="nl-NL" dirty="0"/>
              <a:t> zero &amp; </a:t>
            </a:r>
            <a:r>
              <a:rPr lang="nl-NL" dirty="0" err="1"/>
              <a:t>others</a:t>
            </a:r>
            <a:r>
              <a:rPr lang="nl-NL" dirty="0"/>
              <a:t> </a:t>
            </a:r>
            <a:r>
              <a:rPr lang="nl-NL" dirty="0" err="1"/>
              <a:t>to</a:t>
            </a:r>
            <a:r>
              <a:rPr lang="nl-NL" dirty="0"/>
              <a:t> “</a:t>
            </a:r>
            <a:r>
              <a:rPr lang="nl-NL" dirty="0" err="1"/>
              <a:t>extremely</a:t>
            </a:r>
            <a:r>
              <a:rPr lang="nl-NL" dirty="0"/>
              <a:t> far </a:t>
            </a:r>
            <a:r>
              <a:rPr lang="nl-NL" dirty="0" err="1"/>
              <a:t>away</a:t>
            </a:r>
            <a:r>
              <a:rPr lang="nl-NL" dirty="0"/>
              <a:t>”</a:t>
            </a:r>
          </a:p>
          <a:p>
            <a:r>
              <a:rPr lang="nl-NL" b="1" dirty="0" err="1">
                <a:latin typeface="Aptos" panose="020B0004020202020204" pitchFamily="34" charset="0"/>
              </a:rPr>
              <a:t>While</a:t>
            </a:r>
            <a:r>
              <a:rPr lang="nl-NL" dirty="0"/>
              <a:t> </a:t>
            </a:r>
            <a:r>
              <a:rPr lang="nl-NL" dirty="0" err="1"/>
              <a:t>there</a:t>
            </a:r>
            <a:r>
              <a:rPr lang="nl-NL" dirty="0"/>
              <a:t> are </a:t>
            </a:r>
            <a:r>
              <a:rPr lang="nl-NL" b="1" dirty="0" err="1">
                <a:latin typeface="Aptos" panose="020B0004020202020204" pitchFamily="34" charset="0"/>
              </a:rPr>
              <a:t>unvisited</a:t>
            </a:r>
            <a:r>
              <a:rPr lang="nl-NL" dirty="0"/>
              <a:t> </a:t>
            </a:r>
            <a:r>
              <a:rPr lang="nl-NL" dirty="0" err="1"/>
              <a:t>nodes</a:t>
            </a:r>
            <a:r>
              <a:rPr lang="nl-NL" dirty="0"/>
              <a:t>:</a:t>
            </a:r>
          </a:p>
          <a:p>
            <a:pPr lvl="1"/>
            <a:r>
              <a:rPr lang="nl-NL" sz="2000" dirty="0" err="1"/>
              <a:t>Find</a:t>
            </a:r>
            <a:r>
              <a:rPr lang="nl-NL" sz="2000" dirty="0"/>
              <a:t> </a:t>
            </a:r>
            <a:r>
              <a:rPr lang="nl-NL" sz="2000" dirty="0" err="1"/>
              <a:t>the</a:t>
            </a:r>
            <a:r>
              <a:rPr lang="nl-NL" sz="2000" dirty="0"/>
              <a:t> </a:t>
            </a:r>
            <a:r>
              <a:rPr lang="nl-NL" sz="2000" dirty="0" err="1"/>
              <a:t>one</a:t>
            </a:r>
            <a:r>
              <a:rPr lang="nl-NL" sz="2000" dirty="0"/>
              <a:t> </a:t>
            </a:r>
            <a:r>
              <a:rPr lang="nl-NL" sz="2000" dirty="0" err="1"/>
              <a:t>that</a:t>
            </a:r>
            <a:r>
              <a:rPr lang="nl-NL" sz="2000" dirty="0"/>
              <a:t> has </a:t>
            </a:r>
            <a:r>
              <a:rPr lang="nl-NL" sz="2000" dirty="0" err="1"/>
              <a:t>the</a:t>
            </a:r>
            <a:r>
              <a:rPr lang="nl-NL" sz="2000" dirty="0"/>
              <a:t> </a:t>
            </a:r>
            <a:r>
              <a:rPr lang="nl-NL" sz="2000" b="1" dirty="0" err="1">
                <a:latin typeface="Aptos" panose="020B0004020202020204" pitchFamily="34" charset="0"/>
              </a:rPr>
              <a:t>smallest</a:t>
            </a:r>
            <a:r>
              <a:rPr lang="nl-NL" sz="2000" dirty="0"/>
              <a:t> </a:t>
            </a:r>
            <a:r>
              <a:rPr lang="nl-NL" sz="2000" b="1" dirty="0" err="1">
                <a:latin typeface="Aptos" panose="020B0004020202020204" pitchFamily="34" charset="0"/>
              </a:rPr>
              <a:t>current</a:t>
            </a:r>
            <a:r>
              <a:rPr lang="nl-NL" sz="2000" dirty="0"/>
              <a:t> </a:t>
            </a:r>
            <a:r>
              <a:rPr lang="nl-NL" sz="2000" dirty="0" err="1"/>
              <a:t>distance</a:t>
            </a:r>
            <a:endParaRPr lang="nl-NL" sz="2000" dirty="0"/>
          </a:p>
          <a:p>
            <a:pPr lvl="1"/>
            <a:r>
              <a:rPr lang="nl-NL" sz="2000" b="1" dirty="0">
                <a:latin typeface="Aptos" panose="020B0004020202020204" pitchFamily="34" charset="0"/>
              </a:rPr>
              <a:t>Update</a:t>
            </a:r>
            <a:r>
              <a:rPr lang="nl-NL" sz="2000" dirty="0"/>
              <a:t> </a:t>
            </a:r>
            <a:r>
              <a:rPr lang="nl-NL" sz="2000" dirty="0" err="1"/>
              <a:t>the</a:t>
            </a:r>
            <a:r>
              <a:rPr lang="nl-NL" sz="2000" dirty="0"/>
              <a:t> </a:t>
            </a:r>
            <a:r>
              <a:rPr lang="nl-NL" sz="2000" dirty="0" err="1"/>
              <a:t>distance</a:t>
            </a:r>
            <a:r>
              <a:rPr lang="nl-NL" sz="2000" dirty="0"/>
              <a:t> </a:t>
            </a:r>
            <a:r>
              <a:rPr lang="nl-NL" sz="2000" dirty="0" err="1"/>
              <a:t>to</a:t>
            </a:r>
            <a:r>
              <a:rPr lang="nl-NL" sz="2000" dirty="0"/>
              <a:t> </a:t>
            </a:r>
            <a:r>
              <a:rPr lang="nl-NL" sz="2000" dirty="0" err="1"/>
              <a:t>its</a:t>
            </a:r>
            <a:r>
              <a:rPr lang="nl-NL" sz="2000" dirty="0"/>
              <a:t> </a:t>
            </a:r>
            <a:r>
              <a:rPr lang="nl-NL" sz="2000" b="1" dirty="0" err="1">
                <a:latin typeface="Aptos" panose="020B0004020202020204" pitchFamily="34" charset="0"/>
              </a:rPr>
              <a:t>neighbours</a:t>
            </a:r>
            <a:endParaRPr lang="nl-NL" sz="2000" b="1" dirty="0">
              <a:latin typeface="Aptos" panose="020B0004020202020204" pitchFamily="34" charset="0"/>
            </a:endParaRPr>
          </a:p>
        </p:txBody>
      </p:sp>
      <p:sp>
        <p:nvSpPr>
          <p:cNvPr id="4" name="Oval 6">
            <a:extLst>
              <a:ext uri="{FF2B5EF4-FFF2-40B4-BE49-F238E27FC236}">
                <a16:creationId xmlns:a16="http://schemas.microsoft.com/office/drawing/2014/main" id="{D1A16FAA-46BC-F1A7-478E-BC5824D2BADC}"/>
              </a:ext>
            </a:extLst>
          </p:cNvPr>
          <p:cNvSpPr/>
          <p:nvPr/>
        </p:nvSpPr>
        <p:spPr>
          <a:xfrm>
            <a:off x="9828248" y="3888232"/>
            <a:ext cx="427106" cy="427106"/>
          </a:xfrm>
          <a:prstGeom prst="ellipse">
            <a:avLst/>
          </a:prstGeom>
          <a:solidFill>
            <a:srgbClr val="00B0F0"/>
          </a:solidFill>
          <a:ln/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nl-NL" dirty="0">
                <a:latin typeface="Aptos" panose="020B0004020202020204" pitchFamily="34" charset="0"/>
              </a:rPr>
              <a:t>E</a:t>
            </a:r>
          </a:p>
        </p:txBody>
      </p:sp>
      <p:sp>
        <p:nvSpPr>
          <p:cNvPr id="5" name="Oval 8">
            <a:extLst>
              <a:ext uri="{FF2B5EF4-FFF2-40B4-BE49-F238E27FC236}">
                <a16:creationId xmlns:a16="http://schemas.microsoft.com/office/drawing/2014/main" id="{78863748-A45F-FCA8-1526-75211066B28C}"/>
              </a:ext>
            </a:extLst>
          </p:cNvPr>
          <p:cNvSpPr/>
          <p:nvPr/>
        </p:nvSpPr>
        <p:spPr>
          <a:xfrm>
            <a:off x="11452462" y="3888232"/>
            <a:ext cx="427106" cy="427106"/>
          </a:xfrm>
          <a:prstGeom prst="ellipse">
            <a:avLst/>
          </a:prstGeom>
          <a:solidFill>
            <a:srgbClr val="00B0F0"/>
          </a:solidFill>
          <a:ln/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nl-NL" dirty="0">
                <a:latin typeface="Aptos" panose="020B0004020202020204" pitchFamily="34" charset="0"/>
              </a:rPr>
              <a:t>F</a:t>
            </a:r>
          </a:p>
        </p:txBody>
      </p:sp>
      <p:cxnSp>
        <p:nvCxnSpPr>
          <p:cNvPr id="6" name="Straight Arrow Connector 18">
            <a:extLst>
              <a:ext uri="{FF2B5EF4-FFF2-40B4-BE49-F238E27FC236}">
                <a16:creationId xmlns:a16="http://schemas.microsoft.com/office/drawing/2014/main" id="{EF4C8057-9FE6-0E7E-A07F-EBF3FE250CDB}"/>
              </a:ext>
            </a:extLst>
          </p:cNvPr>
          <p:cNvCxnSpPr>
            <a:cxnSpLocks/>
            <a:stCxn id="7" idx="6"/>
            <a:endCxn id="4" idx="2"/>
          </p:cNvCxnSpPr>
          <p:nvPr/>
        </p:nvCxnSpPr>
        <p:spPr>
          <a:xfrm>
            <a:off x="8631140" y="4101785"/>
            <a:ext cx="1197108" cy="0"/>
          </a:xfrm>
          <a:prstGeom prst="straightConnector1">
            <a:avLst/>
          </a:prstGeom>
          <a:ln w="381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" name="Oval 19">
            <a:extLst>
              <a:ext uri="{FF2B5EF4-FFF2-40B4-BE49-F238E27FC236}">
                <a16:creationId xmlns:a16="http://schemas.microsoft.com/office/drawing/2014/main" id="{9935BC38-052C-FB1B-B42E-B532D54079B2}"/>
              </a:ext>
            </a:extLst>
          </p:cNvPr>
          <p:cNvSpPr/>
          <p:nvPr/>
        </p:nvSpPr>
        <p:spPr>
          <a:xfrm>
            <a:off x="8204034" y="3888232"/>
            <a:ext cx="427106" cy="427106"/>
          </a:xfrm>
          <a:prstGeom prst="ellipse">
            <a:avLst/>
          </a:prstGeom>
          <a:solidFill>
            <a:srgbClr val="00B0F0"/>
          </a:solidFill>
          <a:ln/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nl-NL" dirty="0">
                <a:latin typeface="Aptos" panose="020B0004020202020204" pitchFamily="34" charset="0"/>
              </a:rPr>
              <a:t>D</a:t>
            </a:r>
          </a:p>
        </p:txBody>
      </p:sp>
      <p:sp>
        <p:nvSpPr>
          <p:cNvPr id="8" name="Oval 8">
            <a:extLst>
              <a:ext uri="{FF2B5EF4-FFF2-40B4-BE49-F238E27FC236}">
                <a16:creationId xmlns:a16="http://schemas.microsoft.com/office/drawing/2014/main" id="{AB745FF2-9B2E-C389-46C1-E14851C5A904}"/>
              </a:ext>
            </a:extLst>
          </p:cNvPr>
          <p:cNvSpPr/>
          <p:nvPr/>
        </p:nvSpPr>
        <p:spPr>
          <a:xfrm>
            <a:off x="11452462" y="2343610"/>
            <a:ext cx="427106" cy="427106"/>
          </a:xfrm>
          <a:prstGeom prst="ellipse">
            <a:avLst/>
          </a:prstGeom>
          <a:ln/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nl-NL">
                <a:solidFill>
                  <a:schemeClr val="dk1"/>
                </a:solidFill>
                <a:latin typeface="Aptos" panose="020B0004020202020204" pitchFamily="34" charset="0"/>
              </a:rPr>
              <a:t>C</a:t>
            </a:r>
            <a:endParaRPr lang="nl-NL" dirty="0">
              <a:solidFill>
                <a:schemeClr val="dk1"/>
              </a:solidFill>
              <a:latin typeface="Aptos" panose="020B0004020202020204" pitchFamily="34" charset="0"/>
            </a:endParaRPr>
          </a:p>
        </p:txBody>
      </p:sp>
      <p:cxnSp>
        <p:nvCxnSpPr>
          <p:cNvPr id="9" name="Straight Arrow Connector 18">
            <a:extLst>
              <a:ext uri="{FF2B5EF4-FFF2-40B4-BE49-F238E27FC236}">
                <a16:creationId xmlns:a16="http://schemas.microsoft.com/office/drawing/2014/main" id="{C7A88B2F-BB4A-1D1B-C81D-01F107F4CA5E}"/>
              </a:ext>
            </a:extLst>
          </p:cNvPr>
          <p:cNvCxnSpPr>
            <a:cxnSpLocks/>
            <a:stCxn id="4" idx="6"/>
            <a:endCxn id="5" idx="2"/>
          </p:cNvCxnSpPr>
          <p:nvPr/>
        </p:nvCxnSpPr>
        <p:spPr>
          <a:xfrm>
            <a:off x="10255354" y="4101785"/>
            <a:ext cx="1197108" cy="0"/>
          </a:xfrm>
          <a:prstGeom prst="straightConnector1">
            <a:avLst/>
          </a:prstGeom>
          <a:ln w="381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" name="Straight Arrow Connector 18">
            <a:extLst>
              <a:ext uri="{FF2B5EF4-FFF2-40B4-BE49-F238E27FC236}">
                <a16:creationId xmlns:a16="http://schemas.microsoft.com/office/drawing/2014/main" id="{0111CE9D-7DFC-605E-2621-BD2B7C6512B2}"/>
              </a:ext>
            </a:extLst>
          </p:cNvPr>
          <p:cNvCxnSpPr>
            <a:cxnSpLocks/>
            <a:stCxn id="5" idx="0"/>
            <a:endCxn id="8" idx="4"/>
          </p:cNvCxnSpPr>
          <p:nvPr/>
        </p:nvCxnSpPr>
        <p:spPr>
          <a:xfrm flipV="1">
            <a:off x="11666015" y="2770716"/>
            <a:ext cx="0" cy="1117516"/>
          </a:xfrm>
          <a:prstGeom prst="straightConnector1">
            <a:avLst/>
          </a:prstGeom>
          <a:ln w="38100">
            <a:solidFill>
              <a:schemeClr val="bg1">
                <a:lumMod val="85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1" name="Oval 19">
            <a:extLst>
              <a:ext uri="{FF2B5EF4-FFF2-40B4-BE49-F238E27FC236}">
                <a16:creationId xmlns:a16="http://schemas.microsoft.com/office/drawing/2014/main" id="{F9417BC5-7273-EBB9-42DA-4D75FE74DDB4}"/>
              </a:ext>
            </a:extLst>
          </p:cNvPr>
          <p:cNvSpPr/>
          <p:nvPr/>
        </p:nvSpPr>
        <p:spPr>
          <a:xfrm>
            <a:off x="8204034" y="2343610"/>
            <a:ext cx="427106" cy="427106"/>
          </a:xfrm>
          <a:prstGeom prst="ellipse">
            <a:avLst/>
          </a:prstGeom>
          <a:solidFill>
            <a:srgbClr val="00B0F0"/>
          </a:solidFill>
          <a:ln/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nl-NL" dirty="0">
                <a:latin typeface="Aptos" panose="020B0004020202020204" pitchFamily="34" charset="0"/>
              </a:rPr>
              <a:t>A</a:t>
            </a:r>
          </a:p>
        </p:txBody>
      </p:sp>
      <p:sp>
        <p:nvSpPr>
          <p:cNvPr id="12" name="Oval 19">
            <a:extLst>
              <a:ext uri="{FF2B5EF4-FFF2-40B4-BE49-F238E27FC236}">
                <a16:creationId xmlns:a16="http://schemas.microsoft.com/office/drawing/2014/main" id="{5A81169E-7D00-25B0-73E9-4B3469A4815A}"/>
              </a:ext>
            </a:extLst>
          </p:cNvPr>
          <p:cNvSpPr/>
          <p:nvPr/>
        </p:nvSpPr>
        <p:spPr>
          <a:xfrm>
            <a:off x="8204034" y="5432853"/>
            <a:ext cx="427106" cy="427106"/>
          </a:xfrm>
          <a:prstGeom prst="ellipse">
            <a:avLst/>
          </a:prstGeom>
          <a:solidFill>
            <a:srgbClr val="00B0F0"/>
          </a:solidFill>
          <a:ln/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nl-NL" dirty="0">
                <a:latin typeface="Aptos" panose="020B0004020202020204" pitchFamily="34" charset="0"/>
              </a:rPr>
              <a:t>G</a:t>
            </a:r>
          </a:p>
        </p:txBody>
      </p:sp>
      <p:sp>
        <p:nvSpPr>
          <p:cNvPr id="13" name="Oval 19">
            <a:extLst>
              <a:ext uri="{FF2B5EF4-FFF2-40B4-BE49-F238E27FC236}">
                <a16:creationId xmlns:a16="http://schemas.microsoft.com/office/drawing/2014/main" id="{C331D9BC-98CC-9F2E-9EEA-E2EFD28BD7AF}"/>
              </a:ext>
            </a:extLst>
          </p:cNvPr>
          <p:cNvSpPr/>
          <p:nvPr/>
        </p:nvSpPr>
        <p:spPr>
          <a:xfrm>
            <a:off x="9828248" y="5432853"/>
            <a:ext cx="427106" cy="427106"/>
          </a:xfrm>
          <a:prstGeom prst="ellipse">
            <a:avLst/>
          </a:prstGeom>
          <a:solidFill>
            <a:srgbClr val="00B0F0"/>
          </a:solidFill>
          <a:ln/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nl-NL" dirty="0">
                <a:latin typeface="Aptos" panose="020B0004020202020204" pitchFamily="34" charset="0"/>
              </a:rPr>
              <a:t>H</a:t>
            </a:r>
          </a:p>
        </p:txBody>
      </p:sp>
      <p:sp>
        <p:nvSpPr>
          <p:cNvPr id="14" name="Oval 19">
            <a:extLst>
              <a:ext uri="{FF2B5EF4-FFF2-40B4-BE49-F238E27FC236}">
                <a16:creationId xmlns:a16="http://schemas.microsoft.com/office/drawing/2014/main" id="{7CB9C88A-AA67-3E3E-1EDD-6E8642904F81}"/>
              </a:ext>
            </a:extLst>
          </p:cNvPr>
          <p:cNvSpPr/>
          <p:nvPr/>
        </p:nvSpPr>
        <p:spPr>
          <a:xfrm>
            <a:off x="11452462" y="5432853"/>
            <a:ext cx="427106" cy="427106"/>
          </a:xfrm>
          <a:prstGeom prst="ellipse">
            <a:avLst/>
          </a:prstGeom>
          <a:solidFill>
            <a:srgbClr val="00B0F0"/>
          </a:solidFill>
          <a:ln/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nl-NL" dirty="0">
                <a:latin typeface="Aptos" panose="020B0004020202020204" pitchFamily="34" charset="0"/>
              </a:rPr>
              <a:t>J</a:t>
            </a:r>
          </a:p>
        </p:txBody>
      </p:sp>
      <p:sp>
        <p:nvSpPr>
          <p:cNvPr id="15" name="Oval 19">
            <a:extLst>
              <a:ext uri="{FF2B5EF4-FFF2-40B4-BE49-F238E27FC236}">
                <a16:creationId xmlns:a16="http://schemas.microsoft.com/office/drawing/2014/main" id="{8E642F48-C856-D1A8-5FDC-B52AAD2A4986}"/>
              </a:ext>
            </a:extLst>
          </p:cNvPr>
          <p:cNvSpPr/>
          <p:nvPr/>
        </p:nvSpPr>
        <p:spPr>
          <a:xfrm>
            <a:off x="9828248" y="2343610"/>
            <a:ext cx="427106" cy="427106"/>
          </a:xfrm>
          <a:prstGeom prst="ellipse">
            <a:avLst/>
          </a:prstGeom>
          <a:solidFill>
            <a:srgbClr val="00B0F0"/>
          </a:solidFill>
          <a:ln/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nl-NL" dirty="0">
                <a:latin typeface="Aptos" panose="020B0004020202020204" pitchFamily="34" charset="0"/>
              </a:rPr>
              <a:t>B</a:t>
            </a:r>
          </a:p>
        </p:txBody>
      </p:sp>
      <p:cxnSp>
        <p:nvCxnSpPr>
          <p:cNvPr id="16" name="Straight Arrow Connector 47">
            <a:extLst>
              <a:ext uri="{FF2B5EF4-FFF2-40B4-BE49-F238E27FC236}">
                <a16:creationId xmlns:a16="http://schemas.microsoft.com/office/drawing/2014/main" id="{F2D44928-782F-C98D-2D5C-813FD63F33FB}"/>
              </a:ext>
            </a:extLst>
          </p:cNvPr>
          <p:cNvCxnSpPr>
            <a:cxnSpLocks/>
            <a:stCxn id="7" idx="0"/>
            <a:endCxn id="11" idx="4"/>
          </p:cNvCxnSpPr>
          <p:nvPr/>
        </p:nvCxnSpPr>
        <p:spPr>
          <a:xfrm flipV="1">
            <a:off x="8417587" y="2770716"/>
            <a:ext cx="0" cy="1117516"/>
          </a:xfrm>
          <a:prstGeom prst="straightConnector1">
            <a:avLst/>
          </a:prstGeom>
          <a:ln w="381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7" name="Straight Arrow Connector 47">
            <a:extLst>
              <a:ext uri="{FF2B5EF4-FFF2-40B4-BE49-F238E27FC236}">
                <a16:creationId xmlns:a16="http://schemas.microsoft.com/office/drawing/2014/main" id="{0156C16B-642F-610C-7D29-1A2695188317}"/>
              </a:ext>
            </a:extLst>
          </p:cNvPr>
          <p:cNvCxnSpPr>
            <a:cxnSpLocks/>
            <a:stCxn id="11" idx="6"/>
            <a:endCxn id="15" idx="2"/>
          </p:cNvCxnSpPr>
          <p:nvPr/>
        </p:nvCxnSpPr>
        <p:spPr>
          <a:xfrm>
            <a:off x="8631140" y="2557163"/>
            <a:ext cx="1197108" cy="0"/>
          </a:xfrm>
          <a:prstGeom prst="straightConnector1">
            <a:avLst/>
          </a:prstGeom>
          <a:ln w="38100">
            <a:solidFill>
              <a:schemeClr val="bg1">
                <a:lumMod val="85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8" name="Straight Arrow Connector 47">
            <a:extLst>
              <a:ext uri="{FF2B5EF4-FFF2-40B4-BE49-F238E27FC236}">
                <a16:creationId xmlns:a16="http://schemas.microsoft.com/office/drawing/2014/main" id="{2158958E-758B-2CF9-9771-2DF653594230}"/>
              </a:ext>
            </a:extLst>
          </p:cNvPr>
          <p:cNvCxnSpPr>
            <a:cxnSpLocks/>
            <a:stCxn id="4" idx="0"/>
            <a:endCxn id="15" idx="4"/>
          </p:cNvCxnSpPr>
          <p:nvPr/>
        </p:nvCxnSpPr>
        <p:spPr>
          <a:xfrm flipV="1">
            <a:off x="10041801" y="2770716"/>
            <a:ext cx="0" cy="1117516"/>
          </a:xfrm>
          <a:prstGeom prst="straightConnector1">
            <a:avLst/>
          </a:prstGeom>
          <a:ln w="381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9" name="Straight Arrow Connector 47">
            <a:extLst>
              <a:ext uri="{FF2B5EF4-FFF2-40B4-BE49-F238E27FC236}">
                <a16:creationId xmlns:a16="http://schemas.microsoft.com/office/drawing/2014/main" id="{186DD329-B1BC-0802-10B7-FCADF0369C65}"/>
              </a:ext>
            </a:extLst>
          </p:cNvPr>
          <p:cNvCxnSpPr>
            <a:cxnSpLocks/>
            <a:stCxn id="15" idx="6"/>
            <a:endCxn id="8" idx="2"/>
          </p:cNvCxnSpPr>
          <p:nvPr/>
        </p:nvCxnSpPr>
        <p:spPr>
          <a:xfrm>
            <a:off x="10255354" y="2557163"/>
            <a:ext cx="1197108" cy="0"/>
          </a:xfrm>
          <a:prstGeom prst="straightConnector1">
            <a:avLst/>
          </a:prstGeom>
          <a:ln w="381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0" name="Straight Arrow Connector 47">
            <a:extLst>
              <a:ext uri="{FF2B5EF4-FFF2-40B4-BE49-F238E27FC236}">
                <a16:creationId xmlns:a16="http://schemas.microsoft.com/office/drawing/2014/main" id="{94038DC8-F1F6-E447-E3C3-C059EF2B72AC}"/>
              </a:ext>
            </a:extLst>
          </p:cNvPr>
          <p:cNvCxnSpPr>
            <a:cxnSpLocks/>
            <a:stCxn id="7" idx="4"/>
            <a:endCxn id="12" idx="0"/>
          </p:cNvCxnSpPr>
          <p:nvPr/>
        </p:nvCxnSpPr>
        <p:spPr>
          <a:xfrm>
            <a:off x="8417587" y="4315338"/>
            <a:ext cx="0" cy="1117515"/>
          </a:xfrm>
          <a:prstGeom prst="straightConnector1">
            <a:avLst/>
          </a:prstGeom>
          <a:ln w="381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1" name="Straight Arrow Connector 47">
            <a:extLst>
              <a:ext uri="{FF2B5EF4-FFF2-40B4-BE49-F238E27FC236}">
                <a16:creationId xmlns:a16="http://schemas.microsoft.com/office/drawing/2014/main" id="{C5D1CD50-38A5-F6B0-FD97-9035EEBB222D}"/>
              </a:ext>
            </a:extLst>
          </p:cNvPr>
          <p:cNvCxnSpPr>
            <a:cxnSpLocks/>
            <a:stCxn id="4" idx="4"/>
            <a:endCxn id="13" idx="0"/>
          </p:cNvCxnSpPr>
          <p:nvPr/>
        </p:nvCxnSpPr>
        <p:spPr>
          <a:xfrm>
            <a:off x="10041801" y="4315338"/>
            <a:ext cx="0" cy="1117515"/>
          </a:xfrm>
          <a:prstGeom prst="straightConnector1">
            <a:avLst/>
          </a:prstGeom>
          <a:ln w="38100">
            <a:solidFill>
              <a:schemeClr val="bg1">
                <a:lumMod val="85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2" name="Straight Arrow Connector 47">
            <a:extLst>
              <a:ext uri="{FF2B5EF4-FFF2-40B4-BE49-F238E27FC236}">
                <a16:creationId xmlns:a16="http://schemas.microsoft.com/office/drawing/2014/main" id="{9790179C-8547-655A-5E85-7611359831D6}"/>
              </a:ext>
            </a:extLst>
          </p:cNvPr>
          <p:cNvCxnSpPr>
            <a:cxnSpLocks/>
            <a:stCxn id="12" idx="6"/>
            <a:endCxn id="13" idx="2"/>
          </p:cNvCxnSpPr>
          <p:nvPr/>
        </p:nvCxnSpPr>
        <p:spPr>
          <a:xfrm>
            <a:off x="8631140" y="5646406"/>
            <a:ext cx="1197108" cy="0"/>
          </a:xfrm>
          <a:prstGeom prst="straightConnector1">
            <a:avLst/>
          </a:prstGeom>
          <a:ln w="381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3" name="Straight Arrow Connector 47">
            <a:extLst>
              <a:ext uri="{FF2B5EF4-FFF2-40B4-BE49-F238E27FC236}">
                <a16:creationId xmlns:a16="http://schemas.microsoft.com/office/drawing/2014/main" id="{954DE935-7756-5D96-8729-47523E4971B7}"/>
              </a:ext>
            </a:extLst>
          </p:cNvPr>
          <p:cNvCxnSpPr>
            <a:cxnSpLocks/>
            <a:stCxn id="13" idx="6"/>
            <a:endCxn id="14" idx="2"/>
          </p:cNvCxnSpPr>
          <p:nvPr/>
        </p:nvCxnSpPr>
        <p:spPr>
          <a:xfrm>
            <a:off x="10255354" y="5646406"/>
            <a:ext cx="1197108" cy="0"/>
          </a:xfrm>
          <a:prstGeom prst="straightConnector1">
            <a:avLst/>
          </a:prstGeom>
          <a:ln w="38100">
            <a:solidFill>
              <a:schemeClr val="bg1">
                <a:lumMod val="85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7" name="Straight Arrow Connector 18">
            <a:extLst>
              <a:ext uri="{FF2B5EF4-FFF2-40B4-BE49-F238E27FC236}">
                <a16:creationId xmlns:a16="http://schemas.microsoft.com/office/drawing/2014/main" id="{F81DF8EE-5A0B-8341-0FC0-004D543BED27}"/>
              </a:ext>
            </a:extLst>
          </p:cNvPr>
          <p:cNvCxnSpPr>
            <a:cxnSpLocks/>
            <a:stCxn id="14" idx="0"/>
            <a:endCxn id="5" idx="4"/>
          </p:cNvCxnSpPr>
          <p:nvPr/>
        </p:nvCxnSpPr>
        <p:spPr>
          <a:xfrm flipV="1">
            <a:off x="11666015" y="4315338"/>
            <a:ext cx="0" cy="1117515"/>
          </a:xfrm>
          <a:prstGeom prst="straightConnector1">
            <a:avLst/>
          </a:prstGeom>
          <a:ln w="381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9" name="TextBox 118">
            <a:extLst>
              <a:ext uri="{FF2B5EF4-FFF2-40B4-BE49-F238E27FC236}">
                <a16:creationId xmlns:a16="http://schemas.microsoft.com/office/drawing/2014/main" id="{B2DA1B9C-0B5F-DA67-E852-5949AFFFE68D}"/>
              </a:ext>
            </a:extLst>
          </p:cNvPr>
          <p:cNvSpPr txBox="1"/>
          <p:nvPr/>
        </p:nvSpPr>
        <p:spPr>
          <a:xfrm>
            <a:off x="9075645" y="2247099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NL" dirty="0">
                <a:latin typeface="Aptos" panose="020B0004020202020204" pitchFamily="34" charset="0"/>
              </a:rPr>
              <a:t>8</a:t>
            </a:r>
          </a:p>
        </p:txBody>
      </p:sp>
      <p:sp>
        <p:nvSpPr>
          <p:cNvPr id="32" name="TextBox 121">
            <a:extLst>
              <a:ext uri="{FF2B5EF4-FFF2-40B4-BE49-F238E27FC236}">
                <a16:creationId xmlns:a16="http://schemas.microsoft.com/office/drawing/2014/main" id="{27E093FC-1DE7-E8BF-C0C4-FF029ED52F7A}"/>
              </a:ext>
            </a:extLst>
          </p:cNvPr>
          <p:cNvSpPr txBox="1"/>
          <p:nvPr/>
        </p:nvSpPr>
        <p:spPr>
          <a:xfrm>
            <a:off x="11648954" y="3144808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NL" dirty="0">
                <a:latin typeface="Aptos" panose="020B0004020202020204" pitchFamily="34" charset="0"/>
              </a:rPr>
              <a:t>5</a:t>
            </a:r>
          </a:p>
        </p:txBody>
      </p:sp>
      <p:sp>
        <p:nvSpPr>
          <p:cNvPr id="33" name="TextBox 122">
            <a:extLst>
              <a:ext uri="{FF2B5EF4-FFF2-40B4-BE49-F238E27FC236}">
                <a16:creationId xmlns:a16="http://schemas.microsoft.com/office/drawing/2014/main" id="{DF77762E-C8BD-4114-9DC6-75EDC117338B}"/>
              </a:ext>
            </a:extLst>
          </p:cNvPr>
          <p:cNvSpPr txBox="1"/>
          <p:nvPr/>
        </p:nvSpPr>
        <p:spPr>
          <a:xfrm>
            <a:off x="9075645" y="4101784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NL" dirty="0">
                <a:latin typeface="Aptos" panose="020B0004020202020204" pitchFamily="34" charset="0"/>
              </a:rPr>
              <a:t>1</a:t>
            </a:r>
          </a:p>
        </p:txBody>
      </p:sp>
      <p:sp>
        <p:nvSpPr>
          <p:cNvPr id="34" name="TextBox 123">
            <a:extLst>
              <a:ext uri="{FF2B5EF4-FFF2-40B4-BE49-F238E27FC236}">
                <a16:creationId xmlns:a16="http://schemas.microsoft.com/office/drawing/2014/main" id="{9B5129ED-E9FE-37A8-DF5D-528444DCA261}"/>
              </a:ext>
            </a:extLst>
          </p:cNvPr>
          <p:cNvSpPr txBox="1"/>
          <p:nvPr/>
        </p:nvSpPr>
        <p:spPr>
          <a:xfrm>
            <a:off x="9075645" y="5646406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NL" dirty="0">
                <a:latin typeface="Aptos" panose="020B0004020202020204" pitchFamily="34" charset="0"/>
              </a:rPr>
              <a:t>1</a:t>
            </a:r>
          </a:p>
        </p:txBody>
      </p:sp>
      <p:sp>
        <p:nvSpPr>
          <p:cNvPr id="35" name="TextBox 124">
            <a:extLst>
              <a:ext uri="{FF2B5EF4-FFF2-40B4-BE49-F238E27FC236}">
                <a16:creationId xmlns:a16="http://schemas.microsoft.com/office/drawing/2014/main" id="{54031944-537B-2383-AD2D-F0026F9C9FA4}"/>
              </a:ext>
            </a:extLst>
          </p:cNvPr>
          <p:cNvSpPr txBox="1"/>
          <p:nvPr/>
        </p:nvSpPr>
        <p:spPr>
          <a:xfrm>
            <a:off x="8109489" y="4689430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NL" dirty="0">
                <a:latin typeface="Aptos" panose="020B0004020202020204" pitchFamily="34" charset="0"/>
              </a:rPr>
              <a:t>3</a:t>
            </a:r>
          </a:p>
        </p:txBody>
      </p:sp>
      <p:sp>
        <p:nvSpPr>
          <p:cNvPr id="36" name="TextBox 125">
            <a:extLst>
              <a:ext uri="{FF2B5EF4-FFF2-40B4-BE49-F238E27FC236}">
                <a16:creationId xmlns:a16="http://schemas.microsoft.com/office/drawing/2014/main" id="{402433C9-B191-C2FC-7CA8-03B4641DC67B}"/>
              </a:ext>
            </a:extLst>
          </p:cNvPr>
          <p:cNvSpPr txBox="1"/>
          <p:nvPr/>
        </p:nvSpPr>
        <p:spPr>
          <a:xfrm>
            <a:off x="10699859" y="5646406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NL" dirty="0">
                <a:latin typeface="Aptos" panose="020B0004020202020204" pitchFamily="34" charset="0"/>
              </a:rPr>
              <a:t>3</a:t>
            </a:r>
          </a:p>
        </p:txBody>
      </p:sp>
      <p:sp>
        <p:nvSpPr>
          <p:cNvPr id="37" name="TextBox 126">
            <a:extLst>
              <a:ext uri="{FF2B5EF4-FFF2-40B4-BE49-F238E27FC236}">
                <a16:creationId xmlns:a16="http://schemas.microsoft.com/office/drawing/2014/main" id="{80F956DD-7E1F-A315-1069-9513BB82EE3D}"/>
              </a:ext>
            </a:extLst>
          </p:cNvPr>
          <p:cNvSpPr txBox="1"/>
          <p:nvPr/>
        </p:nvSpPr>
        <p:spPr>
          <a:xfrm>
            <a:off x="9733702" y="4689430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NL" dirty="0">
                <a:latin typeface="Aptos" panose="020B0004020202020204" pitchFamily="34" charset="0"/>
              </a:rPr>
              <a:t>4</a:t>
            </a:r>
          </a:p>
        </p:txBody>
      </p:sp>
      <p:sp>
        <p:nvSpPr>
          <p:cNvPr id="38" name="TextBox 127">
            <a:extLst>
              <a:ext uri="{FF2B5EF4-FFF2-40B4-BE49-F238E27FC236}">
                <a16:creationId xmlns:a16="http://schemas.microsoft.com/office/drawing/2014/main" id="{22EDCCA3-DC28-91B1-B59F-93678BCCDBEA}"/>
              </a:ext>
            </a:extLst>
          </p:cNvPr>
          <p:cNvSpPr txBox="1"/>
          <p:nvPr/>
        </p:nvSpPr>
        <p:spPr>
          <a:xfrm>
            <a:off x="10699859" y="4101784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NL" dirty="0">
                <a:latin typeface="Aptos" panose="020B0004020202020204" pitchFamily="34" charset="0"/>
              </a:rPr>
              <a:t>1</a:t>
            </a:r>
          </a:p>
        </p:txBody>
      </p:sp>
      <p:sp>
        <p:nvSpPr>
          <p:cNvPr id="39" name="TextBox 128">
            <a:extLst>
              <a:ext uri="{FF2B5EF4-FFF2-40B4-BE49-F238E27FC236}">
                <a16:creationId xmlns:a16="http://schemas.microsoft.com/office/drawing/2014/main" id="{D7751452-98A4-A6AB-81D0-2E6EE2AA547D}"/>
              </a:ext>
            </a:extLst>
          </p:cNvPr>
          <p:cNvSpPr txBox="1"/>
          <p:nvPr/>
        </p:nvSpPr>
        <p:spPr>
          <a:xfrm>
            <a:off x="10699859" y="2247099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NL" dirty="0">
                <a:latin typeface="Aptos" panose="020B0004020202020204" pitchFamily="34" charset="0"/>
              </a:rPr>
              <a:t>1</a:t>
            </a:r>
          </a:p>
        </p:txBody>
      </p:sp>
      <p:sp>
        <p:nvSpPr>
          <p:cNvPr id="40" name="TextBox 129">
            <a:extLst>
              <a:ext uri="{FF2B5EF4-FFF2-40B4-BE49-F238E27FC236}">
                <a16:creationId xmlns:a16="http://schemas.microsoft.com/office/drawing/2014/main" id="{25C7F23D-132B-EA20-5757-2F32DC13A35D}"/>
              </a:ext>
            </a:extLst>
          </p:cNvPr>
          <p:cNvSpPr txBox="1"/>
          <p:nvPr/>
        </p:nvSpPr>
        <p:spPr>
          <a:xfrm>
            <a:off x="11648954" y="4689430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NL" dirty="0">
                <a:latin typeface="Aptos" panose="020B0004020202020204" pitchFamily="34" charset="0"/>
              </a:rPr>
              <a:t>2</a:t>
            </a:r>
          </a:p>
        </p:txBody>
      </p:sp>
      <p:sp>
        <p:nvSpPr>
          <p:cNvPr id="41" name="TextBox 130">
            <a:extLst>
              <a:ext uri="{FF2B5EF4-FFF2-40B4-BE49-F238E27FC236}">
                <a16:creationId xmlns:a16="http://schemas.microsoft.com/office/drawing/2014/main" id="{329506FE-0268-AC1E-7DE7-1D38F35691C3}"/>
              </a:ext>
            </a:extLst>
          </p:cNvPr>
          <p:cNvSpPr txBox="1"/>
          <p:nvPr/>
        </p:nvSpPr>
        <p:spPr>
          <a:xfrm>
            <a:off x="9733702" y="3144808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NL" dirty="0">
                <a:latin typeface="Aptos" panose="020B0004020202020204" pitchFamily="34" charset="0"/>
              </a:rPr>
              <a:t>4</a:t>
            </a:r>
          </a:p>
        </p:txBody>
      </p:sp>
      <p:sp>
        <p:nvSpPr>
          <p:cNvPr id="42" name="TextBox 131">
            <a:extLst>
              <a:ext uri="{FF2B5EF4-FFF2-40B4-BE49-F238E27FC236}">
                <a16:creationId xmlns:a16="http://schemas.microsoft.com/office/drawing/2014/main" id="{C9C3763A-155F-DA7A-211D-ADCF820CD5C3}"/>
              </a:ext>
            </a:extLst>
          </p:cNvPr>
          <p:cNvSpPr txBox="1"/>
          <p:nvPr/>
        </p:nvSpPr>
        <p:spPr>
          <a:xfrm>
            <a:off x="8109489" y="3144808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NL" dirty="0">
                <a:latin typeface="Aptos" panose="020B0004020202020204" pitchFamily="34" charset="0"/>
              </a:rPr>
              <a:t>2</a:t>
            </a:r>
          </a:p>
        </p:txBody>
      </p:sp>
      <p:sp>
        <p:nvSpPr>
          <p:cNvPr id="30" name="Rectangle: Rounded Corners 29">
            <a:extLst>
              <a:ext uri="{FF2B5EF4-FFF2-40B4-BE49-F238E27FC236}">
                <a16:creationId xmlns:a16="http://schemas.microsoft.com/office/drawing/2014/main" id="{C570C4A4-9225-916A-A94B-4AC1B6D523EA}"/>
              </a:ext>
            </a:extLst>
          </p:cNvPr>
          <p:cNvSpPr/>
          <p:nvPr/>
        </p:nvSpPr>
        <p:spPr>
          <a:xfrm>
            <a:off x="8570589" y="2115635"/>
            <a:ext cx="318887" cy="350477"/>
          </a:xfrm>
          <a:prstGeom prst="roundRect">
            <a:avLst/>
          </a:prstGeom>
          <a:ln>
            <a:headEnd type="none" w="med" len="med"/>
            <a:tailEnd type="none" w="med" len="med"/>
          </a:ln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nl-NL" sz="1600" dirty="0">
                <a:latin typeface="Aptos" panose="020B0004020202020204" pitchFamily="34" charset="0"/>
              </a:rPr>
              <a:t>0</a:t>
            </a:r>
          </a:p>
        </p:txBody>
      </p:sp>
      <p:sp>
        <p:nvSpPr>
          <p:cNvPr id="31" name="Rectangle: Rounded Corners 30">
            <a:extLst>
              <a:ext uri="{FF2B5EF4-FFF2-40B4-BE49-F238E27FC236}">
                <a16:creationId xmlns:a16="http://schemas.microsoft.com/office/drawing/2014/main" id="{5263A786-76E1-08DA-DF24-018CFD13D63D}"/>
              </a:ext>
            </a:extLst>
          </p:cNvPr>
          <p:cNvSpPr/>
          <p:nvPr/>
        </p:nvSpPr>
        <p:spPr>
          <a:xfrm>
            <a:off x="10110746" y="2061189"/>
            <a:ext cx="318887" cy="350477"/>
          </a:xfrm>
          <a:prstGeom prst="roundRect">
            <a:avLst/>
          </a:prstGeom>
          <a:ln>
            <a:headEnd type="none" w="med" len="med"/>
            <a:tailEnd type="none" w="med" len="med"/>
          </a:ln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nl-NL" sz="1600" dirty="0">
                <a:latin typeface="Aptos" panose="020B0004020202020204" pitchFamily="34" charset="0"/>
              </a:rPr>
              <a:t>7</a:t>
            </a:r>
          </a:p>
        </p:txBody>
      </p:sp>
      <p:sp>
        <p:nvSpPr>
          <p:cNvPr id="43" name="Rectangle: Rounded Corners 42">
            <a:extLst>
              <a:ext uri="{FF2B5EF4-FFF2-40B4-BE49-F238E27FC236}">
                <a16:creationId xmlns:a16="http://schemas.microsoft.com/office/drawing/2014/main" id="{1D08DBBA-54AB-2BAC-0D99-2C66778F2843}"/>
              </a:ext>
            </a:extLst>
          </p:cNvPr>
          <p:cNvSpPr/>
          <p:nvPr/>
        </p:nvSpPr>
        <p:spPr>
          <a:xfrm>
            <a:off x="11797608" y="2115635"/>
            <a:ext cx="318887" cy="350477"/>
          </a:xfrm>
          <a:prstGeom prst="roundRect">
            <a:avLst/>
          </a:prstGeom>
          <a:ln>
            <a:headEnd type="none" w="med" len="med"/>
            <a:tailEnd type="none" w="med" len="med"/>
          </a:ln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nl-NL" sz="1600" dirty="0">
                <a:latin typeface="Aptos" panose="020B0004020202020204" pitchFamily="34" charset="0"/>
              </a:rPr>
              <a:t>8</a:t>
            </a:r>
          </a:p>
        </p:txBody>
      </p:sp>
      <p:sp>
        <p:nvSpPr>
          <p:cNvPr id="44" name="Rectangle: Rounded Corners 43">
            <a:extLst>
              <a:ext uri="{FF2B5EF4-FFF2-40B4-BE49-F238E27FC236}">
                <a16:creationId xmlns:a16="http://schemas.microsoft.com/office/drawing/2014/main" id="{EB3B894D-64E0-208B-B4FA-A183223BBEFF}"/>
              </a:ext>
            </a:extLst>
          </p:cNvPr>
          <p:cNvSpPr/>
          <p:nvPr/>
        </p:nvSpPr>
        <p:spPr>
          <a:xfrm>
            <a:off x="11797607" y="3641402"/>
            <a:ext cx="318887" cy="350477"/>
          </a:xfrm>
          <a:prstGeom prst="roundRect">
            <a:avLst/>
          </a:prstGeom>
          <a:ln>
            <a:headEnd type="none" w="med" len="med"/>
            <a:tailEnd type="none" w="med" len="med"/>
          </a:ln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nl-NL" sz="1600" dirty="0">
                <a:latin typeface="Aptos" panose="020B0004020202020204" pitchFamily="34" charset="0"/>
              </a:rPr>
              <a:t>4</a:t>
            </a:r>
          </a:p>
        </p:txBody>
      </p:sp>
      <p:sp>
        <p:nvSpPr>
          <p:cNvPr id="45" name="Rectangle: Rounded Corners 44">
            <a:extLst>
              <a:ext uri="{FF2B5EF4-FFF2-40B4-BE49-F238E27FC236}">
                <a16:creationId xmlns:a16="http://schemas.microsoft.com/office/drawing/2014/main" id="{B1DD3DE2-F8C8-CD66-B827-F8C428A7E37E}"/>
              </a:ext>
            </a:extLst>
          </p:cNvPr>
          <p:cNvSpPr/>
          <p:nvPr/>
        </p:nvSpPr>
        <p:spPr>
          <a:xfrm>
            <a:off x="11797606" y="5257614"/>
            <a:ext cx="318887" cy="350477"/>
          </a:xfrm>
          <a:prstGeom prst="roundRect">
            <a:avLst/>
          </a:prstGeom>
          <a:ln>
            <a:headEnd type="none" w="med" len="med"/>
            <a:tailEnd type="none" w="med" len="med"/>
          </a:ln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nl-NL" sz="1600" dirty="0">
                <a:latin typeface="Aptos" panose="020B0004020202020204" pitchFamily="34" charset="0"/>
              </a:rPr>
              <a:t>6</a:t>
            </a:r>
          </a:p>
        </p:txBody>
      </p:sp>
      <p:sp>
        <p:nvSpPr>
          <p:cNvPr id="46" name="Rectangle: Rounded Corners 45">
            <a:extLst>
              <a:ext uri="{FF2B5EF4-FFF2-40B4-BE49-F238E27FC236}">
                <a16:creationId xmlns:a16="http://schemas.microsoft.com/office/drawing/2014/main" id="{4490DA52-3C03-627F-8112-13BD9990A467}"/>
              </a:ext>
            </a:extLst>
          </p:cNvPr>
          <p:cNvSpPr/>
          <p:nvPr/>
        </p:nvSpPr>
        <p:spPr>
          <a:xfrm>
            <a:off x="10164121" y="5219301"/>
            <a:ext cx="318887" cy="350477"/>
          </a:xfrm>
          <a:prstGeom prst="roundRect">
            <a:avLst/>
          </a:prstGeom>
          <a:ln>
            <a:headEnd type="none" w="med" len="med"/>
            <a:tailEnd type="none" w="med" len="med"/>
          </a:ln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nl-NL" sz="1600" dirty="0">
                <a:latin typeface="Aptos" panose="020B0004020202020204" pitchFamily="34" charset="0"/>
              </a:rPr>
              <a:t>6</a:t>
            </a:r>
          </a:p>
        </p:txBody>
      </p:sp>
      <p:sp>
        <p:nvSpPr>
          <p:cNvPr id="47" name="Rectangle: Rounded Corners 46">
            <a:extLst>
              <a:ext uri="{FF2B5EF4-FFF2-40B4-BE49-F238E27FC236}">
                <a16:creationId xmlns:a16="http://schemas.microsoft.com/office/drawing/2014/main" id="{A4A5F33C-218F-4897-D924-27C60411FD1B}"/>
              </a:ext>
            </a:extLst>
          </p:cNvPr>
          <p:cNvSpPr/>
          <p:nvPr/>
        </p:nvSpPr>
        <p:spPr>
          <a:xfrm>
            <a:off x="8530636" y="5180988"/>
            <a:ext cx="318887" cy="350477"/>
          </a:xfrm>
          <a:prstGeom prst="roundRect">
            <a:avLst/>
          </a:prstGeom>
          <a:ln>
            <a:headEnd type="none" w="med" len="med"/>
            <a:tailEnd type="none" w="med" len="med"/>
          </a:ln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nl-NL" sz="1600" dirty="0">
                <a:latin typeface="Aptos" panose="020B0004020202020204" pitchFamily="34" charset="0"/>
              </a:rPr>
              <a:t>5</a:t>
            </a:r>
          </a:p>
        </p:txBody>
      </p:sp>
      <p:sp>
        <p:nvSpPr>
          <p:cNvPr id="48" name="Rectangle: Rounded Corners 47">
            <a:extLst>
              <a:ext uri="{FF2B5EF4-FFF2-40B4-BE49-F238E27FC236}">
                <a16:creationId xmlns:a16="http://schemas.microsoft.com/office/drawing/2014/main" id="{B969AC4B-3177-93E1-9FBD-3DD791E839BB}"/>
              </a:ext>
            </a:extLst>
          </p:cNvPr>
          <p:cNvSpPr/>
          <p:nvPr/>
        </p:nvSpPr>
        <p:spPr>
          <a:xfrm>
            <a:off x="8512404" y="3653960"/>
            <a:ext cx="318887" cy="350477"/>
          </a:xfrm>
          <a:prstGeom prst="roundRect">
            <a:avLst/>
          </a:prstGeom>
          <a:ln>
            <a:headEnd type="none" w="med" len="med"/>
            <a:tailEnd type="none" w="med" len="med"/>
          </a:ln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nl-NL" sz="1600" dirty="0">
                <a:latin typeface="Aptos" panose="020B0004020202020204" pitchFamily="34" charset="0"/>
              </a:rPr>
              <a:t>2</a:t>
            </a:r>
          </a:p>
        </p:txBody>
      </p:sp>
      <p:sp>
        <p:nvSpPr>
          <p:cNvPr id="49" name="Rectangle: Rounded Corners 48">
            <a:extLst>
              <a:ext uri="{FF2B5EF4-FFF2-40B4-BE49-F238E27FC236}">
                <a16:creationId xmlns:a16="http://schemas.microsoft.com/office/drawing/2014/main" id="{46C2926A-B1AB-C695-E9FF-E95E1B23CC63}"/>
              </a:ext>
            </a:extLst>
          </p:cNvPr>
          <p:cNvSpPr/>
          <p:nvPr/>
        </p:nvSpPr>
        <p:spPr>
          <a:xfrm>
            <a:off x="10154658" y="3673867"/>
            <a:ext cx="318887" cy="350477"/>
          </a:xfrm>
          <a:prstGeom prst="roundRect">
            <a:avLst/>
          </a:prstGeom>
          <a:ln>
            <a:headEnd type="none" w="med" len="med"/>
            <a:tailEnd type="none" w="med" len="med"/>
          </a:ln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nl-NL" sz="1600" dirty="0">
                <a:latin typeface="Aptos" panose="020B0004020202020204" pitchFamily="34" charset="0"/>
              </a:rPr>
              <a:t>3</a:t>
            </a:r>
          </a:p>
        </p:txBody>
      </p:sp>
      <p:sp>
        <p:nvSpPr>
          <p:cNvPr id="258" name="TextBox 24">
            <a:extLst>
              <a:ext uri="{FF2B5EF4-FFF2-40B4-BE49-F238E27FC236}">
                <a16:creationId xmlns:a16="http://schemas.microsoft.com/office/drawing/2014/main" id="{FED70A11-70CA-2656-4BDD-5299D0F529E0}"/>
              </a:ext>
            </a:extLst>
          </p:cNvPr>
          <p:cNvSpPr txBox="1"/>
          <p:nvPr/>
        </p:nvSpPr>
        <p:spPr>
          <a:xfrm>
            <a:off x="6876842" y="6215577"/>
            <a:ext cx="9321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nl-NL" dirty="0" err="1">
                <a:latin typeface="Aptos" panose="020B0004020202020204" pitchFamily="34" charset="0"/>
              </a:rPr>
              <a:t>Visited</a:t>
            </a:r>
            <a:r>
              <a:rPr lang="nl-NL" dirty="0">
                <a:latin typeface="Aptos" panose="020B0004020202020204" pitchFamily="34" charset="0"/>
              </a:rPr>
              <a:t>:</a:t>
            </a:r>
          </a:p>
        </p:txBody>
      </p:sp>
      <p:sp>
        <p:nvSpPr>
          <p:cNvPr id="260" name="Oval 19">
            <a:extLst>
              <a:ext uri="{FF2B5EF4-FFF2-40B4-BE49-F238E27FC236}">
                <a16:creationId xmlns:a16="http://schemas.microsoft.com/office/drawing/2014/main" id="{A738D519-127B-5831-793C-B324CAA97A63}"/>
              </a:ext>
            </a:extLst>
          </p:cNvPr>
          <p:cNvSpPr/>
          <p:nvPr/>
        </p:nvSpPr>
        <p:spPr>
          <a:xfrm>
            <a:off x="7808957" y="6190404"/>
            <a:ext cx="419679" cy="419679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dirty="0">
                <a:solidFill>
                  <a:schemeClr val="bg1"/>
                </a:solidFill>
                <a:latin typeface="Aptos" panose="020B0004020202020204" pitchFamily="34" charset="0"/>
              </a:rPr>
              <a:t>A</a:t>
            </a:r>
          </a:p>
        </p:txBody>
      </p:sp>
      <p:sp>
        <p:nvSpPr>
          <p:cNvPr id="261" name="Oval 19">
            <a:extLst>
              <a:ext uri="{FF2B5EF4-FFF2-40B4-BE49-F238E27FC236}">
                <a16:creationId xmlns:a16="http://schemas.microsoft.com/office/drawing/2014/main" id="{3524D2C3-5641-3D33-0904-12E23BD89514}"/>
              </a:ext>
            </a:extLst>
          </p:cNvPr>
          <p:cNvSpPr/>
          <p:nvPr/>
        </p:nvSpPr>
        <p:spPr>
          <a:xfrm>
            <a:off x="8247983" y="6190404"/>
            <a:ext cx="419679" cy="419679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dirty="0">
                <a:solidFill>
                  <a:schemeClr val="bg1"/>
                </a:solidFill>
                <a:latin typeface="Aptos" panose="020B0004020202020204" pitchFamily="34" charset="0"/>
              </a:rPr>
              <a:t>D</a:t>
            </a:r>
          </a:p>
        </p:txBody>
      </p:sp>
      <p:sp>
        <p:nvSpPr>
          <p:cNvPr id="262" name="Oval 19">
            <a:extLst>
              <a:ext uri="{FF2B5EF4-FFF2-40B4-BE49-F238E27FC236}">
                <a16:creationId xmlns:a16="http://schemas.microsoft.com/office/drawing/2014/main" id="{141D93DD-8CFC-3A82-2907-45648383ECE0}"/>
              </a:ext>
            </a:extLst>
          </p:cNvPr>
          <p:cNvSpPr/>
          <p:nvPr/>
        </p:nvSpPr>
        <p:spPr>
          <a:xfrm>
            <a:off x="8687009" y="6190404"/>
            <a:ext cx="419679" cy="419679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dirty="0">
                <a:solidFill>
                  <a:schemeClr val="bg1"/>
                </a:solidFill>
                <a:latin typeface="Aptos" panose="020B0004020202020204" pitchFamily="34" charset="0"/>
              </a:rPr>
              <a:t>E</a:t>
            </a:r>
          </a:p>
        </p:txBody>
      </p:sp>
      <p:sp>
        <p:nvSpPr>
          <p:cNvPr id="263" name="Oval 19">
            <a:extLst>
              <a:ext uri="{FF2B5EF4-FFF2-40B4-BE49-F238E27FC236}">
                <a16:creationId xmlns:a16="http://schemas.microsoft.com/office/drawing/2014/main" id="{FA271C0C-54A0-FBCB-604D-08877F179870}"/>
              </a:ext>
            </a:extLst>
          </p:cNvPr>
          <p:cNvSpPr/>
          <p:nvPr/>
        </p:nvSpPr>
        <p:spPr>
          <a:xfrm>
            <a:off x="9126035" y="6190404"/>
            <a:ext cx="419679" cy="419679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dirty="0">
                <a:solidFill>
                  <a:schemeClr val="bg1"/>
                </a:solidFill>
                <a:latin typeface="Aptos" panose="020B0004020202020204" pitchFamily="34" charset="0"/>
              </a:rPr>
              <a:t>F</a:t>
            </a:r>
          </a:p>
        </p:txBody>
      </p:sp>
      <p:sp>
        <p:nvSpPr>
          <p:cNvPr id="264" name="Oval 19">
            <a:extLst>
              <a:ext uri="{FF2B5EF4-FFF2-40B4-BE49-F238E27FC236}">
                <a16:creationId xmlns:a16="http://schemas.microsoft.com/office/drawing/2014/main" id="{F9A938DD-7AB8-780D-3915-BDE083B17E08}"/>
              </a:ext>
            </a:extLst>
          </p:cNvPr>
          <p:cNvSpPr/>
          <p:nvPr/>
        </p:nvSpPr>
        <p:spPr>
          <a:xfrm>
            <a:off x="9565061" y="6190404"/>
            <a:ext cx="419679" cy="419679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dirty="0">
                <a:solidFill>
                  <a:schemeClr val="bg1"/>
                </a:solidFill>
                <a:latin typeface="Aptos" panose="020B0004020202020204" pitchFamily="34" charset="0"/>
              </a:rPr>
              <a:t>G</a:t>
            </a:r>
          </a:p>
        </p:txBody>
      </p:sp>
      <p:sp>
        <p:nvSpPr>
          <p:cNvPr id="265" name="Oval 19">
            <a:extLst>
              <a:ext uri="{FF2B5EF4-FFF2-40B4-BE49-F238E27FC236}">
                <a16:creationId xmlns:a16="http://schemas.microsoft.com/office/drawing/2014/main" id="{124BC698-CD30-D49C-0418-32312C45CDC7}"/>
              </a:ext>
            </a:extLst>
          </p:cNvPr>
          <p:cNvSpPr/>
          <p:nvPr/>
        </p:nvSpPr>
        <p:spPr>
          <a:xfrm>
            <a:off x="10004087" y="6190404"/>
            <a:ext cx="419679" cy="419679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dirty="0">
                <a:solidFill>
                  <a:schemeClr val="bg1"/>
                </a:solidFill>
                <a:latin typeface="Aptos" panose="020B0004020202020204" pitchFamily="34" charset="0"/>
              </a:rPr>
              <a:t>H</a:t>
            </a:r>
          </a:p>
        </p:txBody>
      </p:sp>
      <p:sp>
        <p:nvSpPr>
          <p:cNvPr id="266" name="Oval 19">
            <a:extLst>
              <a:ext uri="{FF2B5EF4-FFF2-40B4-BE49-F238E27FC236}">
                <a16:creationId xmlns:a16="http://schemas.microsoft.com/office/drawing/2014/main" id="{B2753559-E0D2-6731-8339-75FCAB9909AC}"/>
              </a:ext>
            </a:extLst>
          </p:cNvPr>
          <p:cNvSpPr/>
          <p:nvPr/>
        </p:nvSpPr>
        <p:spPr>
          <a:xfrm>
            <a:off x="10443113" y="6190404"/>
            <a:ext cx="419679" cy="419679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dirty="0">
                <a:solidFill>
                  <a:schemeClr val="bg1"/>
                </a:solidFill>
                <a:latin typeface="Aptos" panose="020B0004020202020204" pitchFamily="34" charset="0"/>
              </a:rPr>
              <a:t>J</a:t>
            </a:r>
          </a:p>
        </p:txBody>
      </p:sp>
      <p:sp>
        <p:nvSpPr>
          <p:cNvPr id="267" name="Oval 19">
            <a:extLst>
              <a:ext uri="{FF2B5EF4-FFF2-40B4-BE49-F238E27FC236}">
                <a16:creationId xmlns:a16="http://schemas.microsoft.com/office/drawing/2014/main" id="{DDF420F4-A58F-4278-646B-A6D3A6F354AF}"/>
              </a:ext>
            </a:extLst>
          </p:cNvPr>
          <p:cNvSpPr/>
          <p:nvPr/>
        </p:nvSpPr>
        <p:spPr>
          <a:xfrm>
            <a:off x="10882139" y="6190404"/>
            <a:ext cx="419679" cy="419679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dirty="0">
                <a:solidFill>
                  <a:schemeClr val="bg1"/>
                </a:solidFill>
                <a:latin typeface="Aptos" panose="020B0004020202020204" pitchFamily="34" charset="0"/>
              </a:rPr>
              <a:t>B</a:t>
            </a:r>
          </a:p>
        </p:txBody>
      </p:sp>
      <p:sp>
        <p:nvSpPr>
          <p:cNvPr id="269" name="Oval 19">
            <a:extLst>
              <a:ext uri="{FF2B5EF4-FFF2-40B4-BE49-F238E27FC236}">
                <a16:creationId xmlns:a16="http://schemas.microsoft.com/office/drawing/2014/main" id="{2A289B02-865D-FA33-70CE-E18D2CF66D7E}"/>
              </a:ext>
            </a:extLst>
          </p:cNvPr>
          <p:cNvSpPr/>
          <p:nvPr/>
        </p:nvSpPr>
        <p:spPr>
          <a:xfrm>
            <a:off x="11321168" y="6190404"/>
            <a:ext cx="419679" cy="419679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dirty="0">
                <a:solidFill>
                  <a:schemeClr val="bg1"/>
                </a:solidFill>
                <a:latin typeface="Aptos" panose="020B0004020202020204" pitchFamily="34" charset="0"/>
              </a:rPr>
              <a:t>C</a:t>
            </a:r>
          </a:p>
        </p:txBody>
      </p:sp>
      <p:sp>
        <p:nvSpPr>
          <p:cNvPr id="270" name="Speech Bubble: Oval 269">
            <a:extLst>
              <a:ext uri="{FF2B5EF4-FFF2-40B4-BE49-F238E27FC236}">
                <a16:creationId xmlns:a16="http://schemas.microsoft.com/office/drawing/2014/main" id="{86594B43-7E85-2F32-0779-ACAD2F123CE3}"/>
              </a:ext>
            </a:extLst>
          </p:cNvPr>
          <p:cNvSpPr/>
          <p:nvPr/>
        </p:nvSpPr>
        <p:spPr>
          <a:xfrm>
            <a:off x="2296151" y="4969042"/>
            <a:ext cx="4189125" cy="1641041"/>
          </a:xfrm>
          <a:prstGeom prst="wedgeEllipseCallout">
            <a:avLst>
              <a:gd name="adj1" fmla="val -14514"/>
              <a:gd name="adj2" fmla="val -57006"/>
            </a:avLst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sz="2000" b="1" dirty="0">
                <a:latin typeface="Aptos" panose="020B0004020202020204" pitchFamily="34" charset="0"/>
              </a:rPr>
              <a:t>NOTE</a:t>
            </a:r>
            <a:r>
              <a:rPr lang="nl-NL" dirty="0">
                <a:latin typeface="Aptos" panose="020B0004020202020204" pitchFamily="34" charset="0"/>
              </a:rPr>
              <a:t>: </a:t>
            </a:r>
            <a:r>
              <a:rPr lang="nl-NL" dirty="0" err="1">
                <a:latin typeface="Aptos" panose="020B0004020202020204" pitchFamily="34" charset="0"/>
              </a:rPr>
              <a:t>This</a:t>
            </a:r>
            <a:r>
              <a:rPr lang="nl-NL" dirty="0">
                <a:latin typeface="Aptos" panose="020B0004020202020204" pitchFamily="34" charset="0"/>
              </a:rPr>
              <a:t> </a:t>
            </a:r>
            <a:r>
              <a:rPr lang="nl-NL" dirty="0" err="1">
                <a:latin typeface="Aptos" panose="020B0004020202020204" pitchFamily="34" charset="0"/>
              </a:rPr>
              <a:t>only</a:t>
            </a:r>
            <a:r>
              <a:rPr lang="nl-NL" dirty="0">
                <a:latin typeface="Aptos" panose="020B0004020202020204" pitchFamily="34" charset="0"/>
              </a:rPr>
              <a:t> </a:t>
            </a:r>
            <a:r>
              <a:rPr lang="nl-NL" dirty="0" err="1">
                <a:latin typeface="Aptos" panose="020B0004020202020204" pitchFamily="34" charset="0"/>
              </a:rPr>
              <a:t>works</a:t>
            </a:r>
            <a:r>
              <a:rPr lang="nl-NL" dirty="0">
                <a:latin typeface="Aptos" panose="020B0004020202020204" pitchFamily="34" charset="0"/>
              </a:rPr>
              <a:t> in case </a:t>
            </a:r>
            <a:r>
              <a:rPr lang="nl-NL" dirty="0" err="1">
                <a:latin typeface="Aptos" panose="020B0004020202020204" pitchFamily="34" charset="0"/>
              </a:rPr>
              <a:t>all</a:t>
            </a:r>
            <a:r>
              <a:rPr lang="nl-NL" dirty="0">
                <a:latin typeface="Aptos" panose="020B0004020202020204" pitchFamily="34" charset="0"/>
              </a:rPr>
              <a:t> </a:t>
            </a:r>
            <a:r>
              <a:rPr lang="nl-NL" dirty="0" err="1">
                <a:latin typeface="Aptos" panose="020B0004020202020204" pitchFamily="34" charset="0"/>
              </a:rPr>
              <a:t>edge</a:t>
            </a:r>
            <a:r>
              <a:rPr lang="nl-NL" dirty="0">
                <a:latin typeface="Aptos" panose="020B0004020202020204" pitchFamily="34" charset="0"/>
              </a:rPr>
              <a:t> </a:t>
            </a:r>
            <a:r>
              <a:rPr lang="nl-NL" dirty="0" err="1">
                <a:latin typeface="Aptos" panose="020B0004020202020204" pitchFamily="34" charset="0"/>
              </a:rPr>
              <a:t>weights</a:t>
            </a:r>
            <a:r>
              <a:rPr lang="nl-NL" dirty="0">
                <a:latin typeface="Aptos" panose="020B0004020202020204" pitchFamily="34" charset="0"/>
              </a:rPr>
              <a:t> are at </a:t>
            </a:r>
            <a:r>
              <a:rPr lang="nl-NL" dirty="0" err="1">
                <a:latin typeface="Aptos" panose="020B0004020202020204" pitchFamily="34" charset="0"/>
              </a:rPr>
              <a:t>least</a:t>
            </a:r>
            <a:r>
              <a:rPr lang="nl-NL" dirty="0">
                <a:latin typeface="Aptos" panose="020B0004020202020204" pitchFamily="34" charset="0"/>
              </a:rPr>
              <a:t> </a:t>
            </a:r>
            <a:r>
              <a:rPr lang="nl-NL" b="1" dirty="0">
                <a:latin typeface="Aptos" panose="020B0004020202020204" pitchFamily="34" charset="0"/>
              </a:rPr>
              <a:t>zero</a:t>
            </a:r>
            <a:r>
              <a:rPr lang="nl-NL" dirty="0">
                <a:latin typeface="Aptos" panose="020B0004020202020204" pitchFamily="34" charset="0"/>
              </a:rPr>
              <a:t>!</a:t>
            </a:r>
          </a:p>
        </p:txBody>
      </p:sp>
    </p:spTree>
    <p:extLst>
      <p:ext uri="{BB962C8B-B14F-4D97-AF65-F5344CB8AC3E}">
        <p14:creationId xmlns:p14="http://schemas.microsoft.com/office/powerpoint/2010/main" val="26407422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mph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1973EB"/>
                                      </p:to>
                                    </p:animClr>
                                    <p:set>
                                      <p:cBhvr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7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2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FFC000"/>
                                      </p:to>
                                    </p:animClr>
                                    <p:set>
                                      <p:cBhvr>
                                        <p:cTn id="13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7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D8D8D8"/>
                                      </p:to>
                                    </p:animClr>
                                    <p:set>
                                      <p:cBhvr>
                                        <p:cTn id="1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2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2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9" grpId="0" animBg="1"/>
      <p:bldP spid="270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A05979-9157-A286-DF2F-C68903F242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Rectangle: Rounded Corners 55">
            <a:extLst>
              <a:ext uri="{FF2B5EF4-FFF2-40B4-BE49-F238E27FC236}">
                <a16:creationId xmlns:a16="http://schemas.microsoft.com/office/drawing/2014/main" id="{BEA2DCD6-11F6-7276-48E3-DC0FD6C3E182}"/>
              </a:ext>
            </a:extLst>
          </p:cNvPr>
          <p:cNvSpPr/>
          <p:nvPr/>
        </p:nvSpPr>
        <p:spPr>
          <a:xfrm>
            <a:off x="640078" y="4007593"/>
            <a:ext cx="11295247" cy="950495"/>
          </a:xfrm>
          <a:prstGeom prst="round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34" name="Rectangle: Rounded Corners 33">
            <a:extLst>
              <a:ext uri="{FF2B5EF4-FFF2-40B4-BE49-F238E27FC236}">
                <a16:creationId xmlns:a16="http://schemas.microsoft.com/office/drawing/2014/main" id="{4EC1F257-6450-B3FF-BD44-BFE4A74357F8}"/>
              </a:ext>
            </a:extLst>
          </p:cNvPr>
          <p:cNvSpPr/>
          <p:nvPr/>
        </p:nvSpPr>
        <p:spPr>
          <a:xfrm>
            <a:off x="640078" y="5395583"/>
            <a:ext cx="11295247" cy="950495"/>
          </a:xfrm>
          <a:prstGeom prst="round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FE711A8-249A-72A1-233E-5942EFFBBD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Dijkstra’s </a:t>
            </a:r>
            <a:r>
              <a:rPr lang="nl-NL" dirty="0" err="1"/>
              <a:t>algorithm</a:t>
            </a:r>
            <a:r>
              <a:rPr lang="nl-NL" dirty="0"/>
              <a:t> – time </a:t>
            </a:r>
            <a:r>
              <a:rPr lang="nl-NL" dirty="0" err="1"/>
              <a:t>complexity</a:t>
            </a:r>
            <a:endParaRPr lang="nl-N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579E3E-9E87-27E4-CCAC-4170D1D3B86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0081" y="2633471"/>
            <a:ext cx="7376960" cy="4068117"/>
          </a:xfrm>
        </p:spPr>
        <p:txBody>
          <a:bodyPr>
            <a:normAutofit/>
          </a:bodyPr>
          <a:lstStyle/>
          <a:p>
            <a:r>
              <a:rPr lang="nl-NL" dirty="0" err="1"/>
              <a:t>Assumption</a:t>
            </a:r>
            <a:r>
              <a:rPr lang="nl-NL" dirty="0"/>
              <a:t>: </a:t>
            </a:r>
            <a:r>
              <a:rPr lang="nl-NL" dirty="0" err="1"/>
              <a:t>use</a:t>
            </a:r>
            <a:r>
              <a:rPr lang="nl-NL" dirty="0"/>
              <a:t> of </a:t>
            </a:r>
            <a:r>
              <a:rPr lang="nl-NL" dirty="0" err="1"/>
              <a:t>hash</a:t>
            </a:r>
            <a:r>
              <a:rPr lang="nl-NL" dirty="0"/>
              <a:t> </a:t>
            </a:r>
            <a:r>
              <a:rPr lang="nl-NL" dirty="0" err="1"/>
              <a:t>table</a:t>
            </a:r>
            <a:r>
              <a:rPr lang="nl-NL" dirty="0"/>
              <a:t> </a:t>
            </a:r>
            <a:r>
              <a:rPr lang="nl-NL" dirty="0" err="1"/>
              <a:t>to</a:t>
            </a:r>
            <a:r>
              <a:rPr lang="nl-NL" dirty="0"/>
              <a:t> store node </a:t>
            </a:r>
            <a:r>
              <a:rPr lang="nl-NL" dirty="0" err="1"/>
              <a:t>distances</a:t>
            </a:r>
            <a:endParaRPr lang="nl-NL" dirty="0"/>
          </a:p>
          <a:p>
            <a:r>
              <a:rPr lang="nl-NL" dirty="0" err="1"/>
              <a:t>Main</a:t>
            </a:r>
            <a:r>
              <a:rPr lang="nl-NL" dirty="0"/>
              <a:t> operations: </a:t>
            </a:r>
            <a:r>
              <a:rPr lang="nl-NL" dirty="0" err="1"/>
              <a:t>find</a:t>
            </a:r>
            <a:r>
              <a:rPr lang="nl-NL" dirty="0"/>
              <a:t> next node &amp; update node </a:t>
            </a:r>
            <a:r>
              <a:rPr lang="nl-NL" dirty="0" err="1"/>
              <a:t>distance</a:t>
            </a:r>
            <a:endParaRPr lang="nl-NL" dirty="0"/>
          </a:p>
          <a:p>
            <a:pPr lvl="1"/>
            <a:endParaRPr lang="nl-NL" dirty="0">
              <a:latin typeface="Aptos" panose="020B0004020202020204" pitchFamily="34" charset="0"/>
            </a:endParaRPr>
          </a:p>
          <a:p>
            <a:r>
              <a:rPr lang="nl-NL" dirty="0" err="1">
                <a:latin typeface="Aptos" panose="020B0004020202020204" pitchFamily="34" charset="0"/>
              </a:rPr>
              <a:t>Finding</a:t>
            </a:r>
            <a:r>
              <a:rPr lang="nl-NL" dirty="0">
                <a:latin typeface="Aptos" panose="020B0004020202020204" pitchFamily="34" charset="0"/>
              </a:rPr>
              <a:t> </a:t>
            </a:r>
            <a:r>
              <a:rPr lang="nl-NL" dirty="0" err="1">
                <a:latin typeface="Aptos" panose="020B0004020202020204" pitchFamily="34" charset="0"/>
              </a:rPr>
              <a:t>the</a:t>
            </a:r>
            <a:r>
              <a:rPr lang="nl-NL" dirty="0">
                <a:latin typeface="Aptos" panose="020B0004020202020204" pitchFamily="34" charset="0"/>
              </a:rPr>
              <a:t> node </a:t>
            </a:r>
            <a:r>
              <a:rPr lang="nl-NL" dirty="0" err="1">
                <a:latin typeface="Aptos" panose="020B0004020202020204" pitchFamily="34" charset="0"/>
              </a:rPr>
              <a:t>that</a:t>
            </a:r>
            <a:r>
              <a:rPr lang="nl-NL" dirty="0">
                <a:latin typeface="Aptos" panose="020B0004020202020204" pitchFamily="34" charset="0"/>
              </a:rPr>
              <a:t> has </a:t>
            </a:r>
            <a:r>
              <a:rPr lang="nl-NL" dirty="0" err="1">
                <a:latin typeface="Aptos" panose="020B0004020202020204" pitchFamily="34" charset="0"/>
              </a:rPr>
              <a:t>the</a:t>
            </a:r>
            <a:r>
              <a:rPr lang="nl-NL" dirty="0">
                <a:latin typeface="Aptos" panose="020B0004020202020204" pitchFamily="34" charset="0"/>
              </a:rPr>
              <a:t> </a:t>
            </a:r>
            <a:r>
              <a:rPr lang="nl-NL" dirty="0" err="1">
                <a:latin typeface="Aptos" panose="020B0004020202020204" pitchFamily="34" charset="0"/>
              </a:rPr>
              <a:t>smallest</a:t>
            </a:r>
            <a:r>
              <a:rPr lang="nl-NL" dirty="0">
                <a:latin typeface="Aptos" panose="020B0004020202020204" pitchFamily="34" charset="0"/>
              </a:rPr>
              <a:t> </a:t>
            </a:r>
            <a:r>
              <a:rPr lang="nl-NL" dirty="0" err="1">
                <a:latin typeface="Aptos" panose="020B0004020202020204" pitchFamily="34" charset="0"/>
              </a:rPr>
              <a:t>distance</a:t>
            </a:r>
            <a:r>
              <a:rPr lang="nl-NL" dirty="0">
                <a:latin typeface="Aptos" panose="020B0004020202020204" pitchFamily="34" charset="0"/>
              </a:rPr>
              <a:t>:</a:t>
            </a:r>
          </a:p>
          <a:p>
            <a:r>
              <a:rPr lang="nl-NL" dirty="0">
                <a:latin typeface="Aptos" panose="020B0004020202020204" pitchFamily="34" charset="0"/>
              </a:rPr>
              <a:t>Updating node </a:t>
            </a:r>
            <a:r>
              <a:rPr lang="nl-NL" dirty="0" err="1">
                <a:latin typeface="Aptos" panose="020B0004020202020204" pitchFamily="34" charset="0"/>
              </a:rPr>
              <a:t>distance</a:t>
            </a:r>
            <a:endParaRPr lang="nl-NL" dirty="0">
              <a:latin typeface="Aptos" panose="020B0004020202020204" pitchFamily="34" charset="0"/>
            </a:endParaRPr>
          </a:p>
          <a:p>
            <a:r>
              <a:rPr lang="nl-NL" dirty="0">
                <a:latin typeface="Aptos" panose="020B0004020202020204" pitchFamily="34" charset="0"/>
              </a:rPr>
              <a:t>Worst case:</a:t>
            </a:r>
          </a:p>
          <a:p>
            <a:pPr lvl="1"/>
            <a:r>
              <a:rPr lang="nl-NL" dirty="0" err="1">
                <a:latin typeface="Aptos" panose="020B0004020202020204" pitchFamily="34" charset="0"/>
              </a:rPr>
              <a:t>Find</a:t>
            </a:r>
            <a:r>
              <a:rPr lang="nl-NL" dirty="0">
                <a:latin typeface="Aptos" panose="020B0004020202020204" pitchFamily="34" charset="0"/>
              </a:rPr>
              <a:t> next node </a:t>
            </a:r>
            <a:r>
              <a:rPr lang="nl-NL" dirty="0" err="1">
                <a:latin typeface="Aptos" panose="020B0004020202020204" pitchFamily="34" charset="0"/>
              </a:rPr>
              <a:t>to</a:t>
            </a:r>
            <a:r>
              <a:rPr lang="nl-NL" dirty="0">
                <a:latin typeface="Aptos" panose="020B0004020202020204" pitchFamily="34" charset="0"/>
              </a:rPr>
              <a:t> </a:t>
            </a:r>
            <a:r>
              <a:rPr lang="nl-NL" dirty="0" err="1">
                <a:latin typeface="Aptos" panose="020B0004020202020204" pitchFamily="34" charset="0"/>
              </a:rPr>
              <a:t>visit</a:t>
            </a:r>
            <a:r>
              <a:rPr lang="nl-NL" dirty="0">
                <a:latin typeface="Aptos" panose="020B0004020202020204" pitchFamily="34" charset="0"/>
              </a:rPr>
              <a:t>: n </a:t>
            </a:r>
            <a:r>
              <a:rPr lang="nl-NL" dirty="0" err="1">
                <a:latin typeface="Aptos" panose="020B0004020202020204" pitchFamily="34" charset="0"/>
              </a:rPr>
              <a:t>times</a:t>
            </a:r>
            <a:endParaRPr lang="nl-NL" dirty="0">
              <a:latin typeface="Aptos" panose="020B0004020202020204" pitchFamily="34" charset="0"/>
            </a:endParaRPr>
          </a:p>
          <a:p>
            <a:pPr lvl="1"/>
            <a:r>
              <a:rPr lang="nl-NL" dirty="0">
                <a:latin typeface="Aptos" panose="020B0004020202020204" pitchFamily="34" charset="0"/>
              </a:rPr>
              <a:t>Updating “</a:t>
            </a:r>
            <a:r>
              <a:rPr lang="nl-NL" dirty="0" err="1">
                <a:latin typeface="Aptos" panose="020B0004020202020204" pitchFamily="34" charset="0"/>
              </a:rPr>
              <a:t>current</a:t>
            </a:r>
            <a:r>
              <a:rPr lang="nl-NL" dirty="0">
                <a:latin typeface="Aptos" panose="020B0004020202020204" pitchFamily="34" charset="0"/>
              </a:rPr>
              <a:t>” </a:t>
            </a:r>
            <a:r>
              <a:rPr lang="nl-NL" dirty="0" err="1">
                <a:latin typeface="Aptos" panose="020B0004020202020204" pitchFamily="34" charset="0"/>
              </a:rPr>
              <a:t>distance</a:t>
            </a:r>
            <a:r>
              <a:rPr lang="nl-NL" dirty="0">
                <a:latin typeface="Aptos" panose="020B0004020202020204" pitchFamily="34" charset="0"/>
              </a:rPr>
              <a:t>: m </a:t>
            </a:r>
            <a:r>
              <a:rPr lang="nl-NL" dirty="0" err="1">
                <a:latin typeface="Aptos" panose="020B0004020202020204" pitchFamily="34" charset="0"/>
              </a:rPr>
              <a:t>times</a:t>
            </a:r>
            <a:endParaRPr lang="nl-NL" dirty="0">
              <a:latin typeface="Aptos" panose="020B0004020202020204" pitchFamily="34" charset="0"/>
            </a:endParaRPr>
          </a:p>
          <a:p>
            <a:endParaRPr lang="nl-NL" dirty="0">
              <a:latin typeface="Aptos" panose="020B0004020202020204" pitchFamily="34" charset="0"/>
            </a:endParaRP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76D2F703-B9E8-9E95-B966-52BEA310863C}"/>
              </a:ext>
            </a:extLst>
          </p:cNvPr>
          <p:cNvSpPr/>
          <p:nvPr/>
        </p:nvSpPr>
        <p:spPr>
          <a:xfrm>
            <a:off x="7735009" y="2633471"/>
            <a:ext cx="1215190" cy="950495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dirty="0" err="1">
                <a:latin typeface="Aptos" panose="020B0004020202020204" pitchFamily="34" charset="0"/>
              </a:rPr>
              <a:t>Unsorted</a:t>
            </a:r>
            <a:br>
              <a:rPr lang="nl-NL" dirty="0">
                <a:latin typeface="Aptos" panose="020B0004020202020204" pitchFamily="34" charset="0"/>
              </a:rPr>
            </a:br>
            <a:r>
              <a:rPr lang="nl-NL" dirty="0">
                <a:latin typeface="Aptos" panose="020B0004020202020204" pitchFamily="34" charset="0"/>
              </a:rPr>
              <a:t>Array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C21AE57F-D88D-3EE7-BD6F-557F5B0F1C58}"/>
              </a:ext>
            </a:extLst>
          </p:cNvPr>
          <p:cNvSpPr/>
          <p:nvPr/>
        </p:nvSpPr>
        <p:spPr>
          <a:xfrm>
            <a:off x="9153186" y="2633470"/>
            <a:ext cx="1215190" cy="950495"/>
          </a:xfrm>
          <a:prstGeom prst="round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dirty="0" err="1">
                <a:latin typeface="Aptos" panose="020B0004020202020204" pitchFamily="34" charset="0"/>
              </a:rPr>
              <a:t>Binary</a:t>
            </a:r>
            <a:br>
              <a:rPr lang="nl-NL" dirty="0">
                <a:latin typeface="Aptos" panose="020B0004020202020204" pitchFamily="34" charset="0"/>
              </a:rPr>
            </a:br>
            <a:r>
              <a:rPr lang="nl-NL" dirty="0">
                <a:latin typeface="Aptos" panose="020B0004020202020204" pitchFamily="34" charset="0"/>
              </a:rPr>
              <a:t>Search</a:t>
            </a:r>
            <a:br>
              <a:rPr lang="nl-NL" dirty="0">
                <a:latin typeface="Aptos" panose="020B0004020202020204" pitchFamily="34" charset="0"/>
              </a:rPr>
            </a:br>
            <a:r>
              <a:rPr lang="nl-NL" dirty="0">
                <a:latin typeface="Aptos" panose="020B0004020202020204" pitchFamily="34" charset="0"/>
              </a:rPr>
              <a:t>Tree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A2A9BCF6-5AC9-F544-66A4-421AFC9518D7}"/>
              </a:ext>
            </a:extLst>
          </p:cNvPr>
          <p:cNvSpPr/>
          <p:nvPr/>
        </p:nvSpPr>
        <p:spPr>
          <a:xfrm>
            <a:off x="10571363" y="2633469"/>
            <a:ext cx="1215190" cy="950495"/>
          </a:xfrm>
          <a:prstGeom prst="roundRect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dirty="0">
                <a:latin typeface="Aptos" panose="020B0004020202020204" pitchFamily="34" charset="0"/>
              </a:rPr>
              <a:t>Priority</a:t>
            </a:r>
            <a:br>
              <a:rPr lang="nl-NL" dirty="0">
                <a:latin typeface="Aptos" panose="020B0004020202020204" pitchFamily="34" charset="0"/>
              </a:rPr>
            </a:br>
            <a:r>
              <a:rPr lang="nl-NL" dirty="0">
                <a:latin typeface="Aptos" panose="020B0004020202020204" pitchFamily="34" charset="0"/>
              </a:rPr>
              <a:t>Queue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F0AA08BE-801D-5948-9FA7-2CCE86CBA18C}"/>
                  </a:ext>
                </a:extLst>
              </p:cNvPr>
              <p:cNvSpPr txBox="1"/>
              <p:nvPr/>
            </p:nvSpPr>
            <p:spPr>
              <a:xfrm>
                <a:off x="7932235" y="4015222"/>
                <a:ext cx="820738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nl-NL" sz="2000" b="1" i="1" dirty="0" smtClean="0">
                          <a:latin typeface="Cambria Math" panose="02040503050406030204" pitchFamily="18" charset="0"/>
                        </a:rPr>
                        <m:t>𝑶</m:t>
                      </m:r>
                      <m:d>
                        <m:dPr>
                          <m:ctrlPr>
                            <a:rPr lang="nl-NL" sz="2000" b="1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nl-NL" sz="2000" b="1" i="1" dirty="0" smtClean="0">
                              <a:latin typeface="Cambria Math" panose="02040503050406030204" pitchFamily="18" charset="0"/>
                            </a:rPr>
                            <m:t>𝒏</m:t>
                          </m:r>
                        </m:e>
                      </m:d>
                    </m:oMath>
                  </m:oMathPara>
                </a14:m>
                <a:endParaRPr lang="nl-NL" sz="2000" b="1" dirty="0"/>
              </a:p>
            </p:txBody>
          </p:sp>
        </mc:Choice>
        <mc:Fallback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F0AA08BE-801D-5948-9FA7-2CCE86CBA18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32235" y="4015222"/>
                <a:ext cx="820738" cy="40011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nl-N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8B537BCE-2799-CB76-68F6-FDD8F7D59F18}"/>
                  </a:ext>
                </a:extLst>
              </p:cNvPr>
              <p:cNvSpPr txBox="1"/>
              <p:nvPr/>
            </p:nvSpPr>
            <p:spPr>
              <a:xfrm>
                <a:off x="9143881" y="4015222"/>
                <a:ext cx="1233799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nl-NL" sz="2000" b="1" i="1" dirty="0" smtClean="0">
                          <a:latin typeface="Cambria Math" panose="02040503050406030204" pitchFamily="18" charset="0"/>
                        </a:rPr>
                        <m:t>𝑶</m:t>
                      </m:r>
                      <m:d>
                        <m:dPr>
                          <m:ctrlPr>
                            <a:rPr lang="nl-NL" sz="2000" b="1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unc>
                            <m:funcPr>
                              <m:ctrlPr>
                                <a:rPr lang="nl-NL" sz="2000" b="1" i="1" dirty="0" smtClean="0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a:rPr lang="nl-NL" sz="2000" b="1" i="0" dirty="0" smtClean="0">
                                  <a:latin typeface="Cambria Math" panose="02040503050406030204" pitchFamily="18" charset="0"/>
                                </a:rPr>
                                <m:t>𝐥𝐨𝐠</m:t>
                              </m:r>
                            </m:fName>
                            <m:e>
                              <m:r>
                                <a:rPr lang="nl-NL" sz="2000" b="1" i="1" dirty="0" smtClean="0">
                                  <a:latin typeface="Cambria Math" panose="02040503050406030204" pitchFamily="18" charset="0"/>
                                </a:rPr>
                                <m:t>𝒏</m:t>
                              </m:r>
                            </m:e>
                          </m:func>
                        </m:e>
                      </m:d>
                    </m:oMath>
                  </m:oMathPara>
                </a14:m>
                <a:endParaRPr lang="nl-NL" sz="2000" b="1" dirty="0"/>
              </a:p>
            </p:txBody>
          </p:sp>
        </mc:Choice>
        <mc:Fallback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8B537BCE-2799-CB76-68F6-FDD8F7D59F1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43881" y="4015222"/>
                <a:ext cx="1233799" cy="400110"/>
              </a:xfrm>
              <a:prstGeom prst="rect">
                <a:avLst/>
              </a:prstGeom>
              <a:blipFill>
                <a:blip r:embed="rId3"/>
                <a:stretch>
                  <a:fillRect b="-18462"/>
                </a:stretch>
              </a:blipFill>
            </p:spPr>
            <p:txBody>
              <a:bodyPr/>
              <a:lstStyle/>
              <a:p>
                <a:r>
                  <a:rPr lang="nl-N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BDBEE5A5-9BDD-392F-B118-65DBF8F43AC1}"/>
                  </a:ext>
                </a:extLst>
              </p:cNvPr>
              <p:cNvSpPr txBox="1"/>
              <p:nvPr/>
            </p:nvSpPr>
            <p:spPr>
              <a:xfrm>
                <a:off x="10562057" y="4015222"/>
                <a:ext cx="1233799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nl-NL" sz="2000" b="1" i="1" dirty="0" smtClean="0">
                          <a:latin typeface="Cambria Math" panose="02040503050406030204" pitchFamily="18" charset="0"/>
                        </a:rPr>
                        <m:t>𝑶</m:t>
                      </m:r>
                      <m:d>
                        <m:dPr>
                          <m:ctrlPr>
                            <a:rPr lang="nl-NL" sz="2000" b="1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unc>
                            <m:funcPr>
                              <m:ctrlPr>
                                <a:rPr lang="nl-NL" sz="2000" b="1" i="1" dirty="0" smtClean="0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a:rPr lang="nl-NL" sz="2000" b="1" i="0" dirty="0" smtClean="0">
                                  <a:latin typeface="Cambria Math" panose="02040503050406030204" pitchFamily="18" charset="0"/>
                                </a:rPr>
                                <m:t>𝐥𝐨𝐠</m:t>
                              </m:r>
                            </m:fName>
                            <m:e>
                              <m:r>
                                <a:rPr lang="nl-NL" sz="2000" b="1" i="1" dirty="0" smtClean="0">
                                  <a:latin typeface="Cambria Math" panose="02040503050406030204" pitchFamily="18" charset="0"/>
                                </a:rPr>
                                <m:t>𝒏</m:t>
                              </m:r>
                            </m:e>
                          </m:func>
                        </m:e>
                      </m:d>
                    </m:oMath>
                  </m:oMathPara>
                </a14:m>
                <a:endParaRPr lang="nl-NL" sz="2000" b="1" dirty="0"/>
              </a:p>
            </p:txBody>
          </p:sp>
        </mc:Choice>
        <mc:Fallback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BDBEE5A5-9BDD-392F-B118-65DBF8F43AC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562057" y="4015222"/>
                <a:ext cx="1233799" cy="400110"/>
              </a:xfrm>
              <a:prstGeom prst="rect">
                <a:avLst/>
              </a:prstGeom>
              <a:blipFill>
                <a:blip r:embed="rId4"/>
                <a:stretch>
                  <a:fillRect b="-18462"/>
                </a:stretch>
              </a:blipFill>
            </p:spPr>
            <p:txBody>
              <a:bodyPr/>
              <a:lstStyle/>
              <a:p>
                <a:r>
                  <a:rPr lang="nl-N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C352FA59-F830-5F20-D58A-14E629FF21CB}"/>
                  </a:ext>
                </a:extLst>
              </p:cNvPr>
              <p:cNvSpPr txBox="1"/>
              <p:nvPr/>
            </p:nvSpPr>
            <p:spPr>
              <a:xfrm>
                <a:off x="7897771" y="5855855"/>
                <a:ext cx="889667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nl-NL" sz="2000" b="1" i="1" dirty="0" smtClean="0">
                          <a:latin typeface="Cambria Math" panose="02040503050406030204" pitchFamily="18" charset="0"/>
                        </a:rPr>
                        <m:t>𝑶</m:t>
                      </m:r>
                      <m:d>
                        <m:dPr>
                          <m:ctrlPr>
                            <a:rPr lang="nl-NL" sz="2000" b="1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nl-NL" sz="2000" b="1" i="1" dirty="0" smtClean="0">
                              <a:latin typeface="Cambria Math" panose="02040503050406030204" pitchFamily="18" charset="0"/>
                            </a:rPr>
                            <m:t>𝒎</m:t>
                          </m:r>
                        </m:e>
                      </m:d>
                    </m:oMath>
                  </m:oMathPara>
                </a14:m>
                <a:endParaRPr lang="nl-NL" sz="2000" b="1" dirty="0"/>
              </a:p>
            </p:txBody>
          </p:sp>
        </mc:Choice>
        <mc:Fallback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C352FA59-F830-5F20-D58A-14E629FF21C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97771" y="5855855"/>
                <a:ext cx="889667" cy="40011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nl-N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4C3DCADF-DC2B-8558-85D1-83F2CDBC89E9}"/>
                  </a:ext>
                </a:extLst>
              </p:cNvPr>
              <p:cNvSpPr txBox="1"/>
              <p:nvPr/>
            </p:nvSpPr>
            <p:spPr>
              <a:xfrm>
                <a:off x="9003875" y="5855855"/>
                <a:ext cx="1513812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nl-NL" sz="2000" b="1" i="1" dirty="0" smtClean="0">
                          <a:latin typeface="Cambria Math" panose="02040503050406030204" pitchFamily="18" charset="0"/>
                        </a:rPr>
                        <m:t>𝑶</m:t>
                      </m:r>
                      <m:d>
                        <m:dPr>
                          <m:ctrlPr>
                            <a:rPr lang="nl-NL" sz="2000" b="1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nl-NL" sz="2000" b="1" i="1" dirty="0" smtClean="0">
                              <a:latin typeface="Cambria Math" panose="02040503050406030204" pitchFamily="18" charset="0"/>
                            </a:rPr>
                            <m:t>𝒎</m:t>
                          </m:r>
                          <m:func>
                            <m:funcPr>
                              <m:ctrlPr>
                                <a:rPr lang="nl-NL" sz="2000" b="1" i="1" dirty="0" smtClean="0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a:rPr lang="nl-NL" sz="2000" b="1" i="0" dirty="0" smtClean="0">
                                  <a:latin typeface="Cambria Math" panose="02040503050406030204" pitchFamily="18" charset="0"/>
                                </a:rPr>
                                <m:t>𝐥𝐨𝐠</m:t>
                              </m:r>
                            </m:fName>
                            <m:e>
                              <m:r>
                                <a:rPr lang="nl-NL" sz="2000" b="1" i="1" dirty="0" smtClean="0">
                                  <a:latin typeface="Cambria Math" panose="02040503050406030204" pitchFamily="18" charset="0"/>
                                </a:rPr>
                                <m:t>𝒏</m:t>
                              </m:r>
                            </m:e>
                          </m:func>
                        </m:e>
                      </m:d>
                    </m:oMath>
                  </m:oMathPara>
                </a14:m>
                <a:endParaRPr lang="nl-NL" sz="2000" b="1" dirty="0"/>
              </a:p>
            </p:txBody>
          </p:sp>
        </mc:Choice>
        <mc:Fallback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4C3DCADF-DC2B-8558-85D1-83F2CDBC89E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03875" y="5855855"/>
                <a:ext cx="1513812" cy="400110"/>
              </a:xfrm>
              <a:prstGeom prst="rect">
                <a:avLst/>
              </a:prstGeom>
              <a:blipFill>
                <a:blip r:embed="rId6"/>
                <a:stretch>
                  <a:fillRect b="-18462"/>
                </a:stretch>
              </a:blipFill>
            </p:spPr>
            <p:txBody>
              <a:bodyPr/>
              <a:lstStyle/>
              <a:p>
                <a:r>
                  <a:rPr lang="nl-N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AAFBBA7A-5E52-5E3C-9A59-3AA63755B525}"/>
                  </a:ext>
                </a:extLst>
              </p:cNvPr>
              <p:cNvSpPr txBox="1"/>
              <p:nvPr/>
            </p:nvSpPr>
            <p:spPr>
              <a:xfrm>
                <a:off x="10422052" y="5855855"/>
                <a:ext cx="1513812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nl-NL" sz="2000" b="1" i="1" dirty="0" smtClean="0">
                          <a:latin typeface="Cambria Math" panose="02040503050406030204" pitchFamily="18" charset="0"/>
                        </a:rPr>
                        <m:t>𝑶</m:t>
                      </m:r>
                      <m:d>
                        <m:dPr>
                          <m:ctrlPr>
                            <a:rPr lang="nl-NL" sz="2000" b="1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nl-NL" sz="2000" b="1" i="1" dirty="0" smtClean="0">
                              <a:latin typeface="Cambria Math" panose="02040503050406030204" pitchFamily="18" charset="0"/>
                            </a:rPr>
                            <m:t>𝒎</m:t>
                          </m:r>
                          <m:func>
                            <m:funcPr>
                              <m:ctrlPr>
                                <a:rPr lang="nl-NL" sz="2000" b="1" i="1" dirty="0" smtClean="0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a:rPr lang="nl-NL" sz="2000" b="1" i="0" dirty="0" smtClean="0">
                                  <a:latin typeface="Cambria Math" panose="02040503050406030204" pitchFamily="18" charset="0"/>
                                </a:rPr>
                                <m:t>𝐥𝐨𝐠</m:t>
                              </m:r>
                            </m:fName>
                            <m:e>
                              <m:r>
                                <a:rPr lang="nl-NL" sz="2000" b="1" i="1" dirty="0" smtClean="0">
                                  <a:latin typeface="Cambria Math" panose="02040503050406030204" pitchFamily="18" charset="0"/>
                                </a:rPr>
                                <m:t>𝒏</m:t>
                              </m:r>
                            </m:e>
                          </m:func>
                        </m:e>
                      </m:d>
                    </m:oMath>
                  </m:oMathPara>
                </a14:m>
                <a:endParaRPr lang="nl-NL" sz="2000" b="1" dirty="0"/>
              </a:p>
            </p:txBody>
          </p:sp>
        </mc:Choice>
        <mc:Fallback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AAFBBA7A-5E52-5E3C-9A59-3AA63755B52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422052" y="5855855"/>
                <a:ext cx="1513812" cy="400110"/>
              </a:xfrm>
              <a:prstGeom prst="rect">
                <a:avLst/>
              </a:prstGeom>
              <a:blipFill>
                <a:blip r:embed="rId7"/>
                <a:stretch>
                  <a:fillRect b="-18462"/>
                </a:stretch>
              </a:blipFill>
            </p:spPr>
            <p:txBody>
              <a:bodyPr/>
              <a:lstStyle/>
              <a:p>
                <a:r>
                  <a:rPr lang="nl-N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6E95D583-6E84-D5DD-C87C-C8DA29D268FE}"/>
                  </a:ext>
                </a:extLst>
              </p:cNvPr>
              <p:cNvSpPr txBox="1"/>
              <p:nvPr/>
            </p:nvSpPr>
            <p:spPr>
              <a:xfrm>
                <a:off x="7862023" y="5471088"/>
                <a:ext cx="961161" cy="43973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nl-NL" sz="2000" b="1" i="1" dirty="0" smtClean="0">
                          <a:latin typeface="Cambria Math" panose="02040503050406030204" pitchFamily="18" charset="0"/>
                        </a:rPr>
                        <m:t>𝑶</m:t>
                      </m:r>
                      <m:d>
                        <m:dPr>
                          <m:ctrlPr>
                            <a:rPr lang="nl-NL" sz="2000" b="1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nl-NL" sz="2000" b="1" i="1" dirty="0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nl-NL" sz="2000" b="1" i="1" dirty="0" smtClean="0">
                                  <a:latin typeface="Cambria Math" panose="02040503050406030204" pitchFamily="18" charset="0"/>
                                </a:rPr>
                                <m:t>𝒏</m:t>
                              </m:r>
                            </m:e>
                            <m:sup>
                              <m:r>
                                <a:rPr lang="nl-NL" sz="2000" b="1" i="1" dirty="0" smtClean="0"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sup>
                          </m:sSup>
                        </m:e>
                      </m:d>
                    </m:oMath>
                  </m:oMathPara>
                </a14:m>
                <a:endParaRPr lang="nl-NL" sz="2000" b="1" dirty="0"/>
              </a:p>
            </p:txBody>
          </p:sp>
        </mc:Choice>
        <mc:Fallback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6E95D583-6E84-D5DD-C87C-C8DA29D268F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62023" y="5471088"/>
                <a:ext cx="961161" cy="439736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nl-N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CD409DB2-A9B3-7F02-7CF3-BE30BFEBF36A}"/>
                  </a:ext>
                </a:extLst>
              </p:cNvPr>
              <p:cNvSpPr txBox="1"/>
              <p:nvPr/>
            </p:nvSpPr>
            <p:spPr>
              <a:xfrm>
                <a:off x="9039141" y="5490901"/>
                <a:ext cx="1443280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nl-NL" sz="2000" b="1" i="1" dirty="0" smtClean="0">
                          <a:latin typeface="Cambria Math" panose="02040503050406030204" pitchFamily="18" charset="0"/>
                        </a:rPr>
                        <m:t>𝑶</m:t>
                      </m:r>
                      <m:d>
                        <m:dPr>
                          <m:ctrlPr>
                            <a:rPr lang="nl-NL" sz="2000" b="1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nl-NL" sz="2000" b="1" i="1" dirty="0" smtClean="0">
                              <a:latin typeface="Cambria Math" panose="02040503050406030204" pitchFamily="18" charset="0"/>
                            </a:rPr>
                            <m:t>𝒏</m:t>
                          </m:r>
                          <m:func>
                            <m:funcPr>
                              <m:ctrlPr>
                                <a:rPr lang="nl-NL" sz="2000" b="1" i="1" dirty="0" smtClean="0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a:rPr lang="nl-NL" sz="2000" b="1" i="0" dirty="0" smtClean="0">
                                  <a:latin typeface="Cambria Math" panose="02040503050406030204" pitchFamily="18" charset="0"/>
                                </a:rPr>
                                <m:t>𝐥𝐨𝐠</m:t>
                              </m:r>
                            </m:fName>
                            <m:e>
                              <m:r>
                                <a:rPr lang="nl-NL" sz="2000" b="1" i="1" dirty="0" smtClean="0">
                                  <a:latin typeface="Cambria Math" panose="02040503050406030204" pitchFamily="18" charset="0"/>
                                </a:rPr>
                                <m:t>𝒏</m:t>
                              </m:r>
                            </m:e>
                          </m:func>
                        </m:e>
                      </m:d>
                    </m:oMath>
                  </m:oMathPara>
                </a14:m>
                <a:endParaRPr lang="nl-NL" sz="2000" b="1" dirty="0"/>
              </a:p>
            </p:txBody>
          </p:sp>
        </mc:Choice>
        <mc:Fallback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CD409DB2-A9B3-7F02-7CF3-BE30BFEBF36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39141" y="5490901"/>
                <a:ext cx="1443280" cy="400110"/>
              </a:xfrm>
              <a:prstGeom prst="rect">
                <a:avLst/>
              </a:prstGeom>
              <a:blipFill>
                <a:blip r:embed="rId9"/>
                <a:stretch>
                  <a:fillRect b="-18462"/>
                </a:stretch>
              </a:blipFill>
            </p:spPr>
            <p:txBody>
              <a:bodyPr/>
              <a:lstStyle/>
              <a:p>
                <a:r>
                  <a:rPr lang="nl-N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15093BE2-90C2-661E-9CC3-03E0B11564DC}"/>
                  </a:ext>
                </a:extLst>
              </p:cNvPr>
              <p:cNvSpPr txBox="1"/>
              <p:nvPr/>
            </p:nvSpPr>
            <p:spPr>
              <a:xfrm>
                <a:off x="10457318" y="5490901"/>
                <a:ext cx="1443280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nl-NL" sz="2000" b="1" i="1" dirty="0" smtClean="0">
                          <a:latin typeface="Cambria Math" panose="02040503050406030204" pitchFamily="18" charset="0"/>
                        </a:rPr>
                        <m:t>𝑶</m:t>
                      </m:r>
                      <m:d>
                        <m:dPr>
                          <m:ctrlPr>
                            <a:rPr lang="nl-NL" sz="2000" b="1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nl-NL" sz="2000" b="1" i="1" dirty="0" smtClean="0">
                              <a:latin typeface="Cambria Math" panose="02040503050406030204" pitchFamily="18" charset="0"/>
                            </a:rPr>
                            <m:t>𝒏</m:t>
                          </m:r>
                          <m:func>
                            <m:funcPr>
                              <m:ctrlPr>
                                <a:rPr lang="nl-NL" sz="2000" b="1" i="1" dirty="0" smtClean="0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a:rPr lang="nl-NL" sz="2000" b="1" i="0" dirty="0" smtClean="0">
                                  <a:latin typeface="Cambria Math" panose="02040503050406030204" pitchFamily="18" charset="0"/>
                                </a:rPr>
                                <m:t>𝐥𝐨𝐠</m:t>
                              </m:r>
                            </m:fName>
                            <m:e>
                              <m:r>
                                <a:rPr lang="nl-NL" sz="2000" b="1" i="1" dirty="0" smtClean="0">
                                  <a:latin typeface="Cambria Math" panose="02040503050406030204" pitchFamily="18" charset="0"/>
                                </a:rPr>
                                <m:t>𝒏</m:t>
                              </m:r>
                            </m:e>
                          </m:func>
                        </m:e>
                      </m:d>
                    </m:oMath>
                  </m:oMathPara>
                </a14:m>
                <a:endParaRPr lang="nl-NL" sz="2000" b="1" dirty="0"/>
              </a:p>
            </p:txBody>
          </p:sp>
        </mc:Choice>
        <mc:Fallback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15093BE2-90C2-661E-9CC3-03E0B11564D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457318" y="5490901"/>
                <a:ext cx="1443280" cy="400110"/>
              </a:xfrm>
              <a:prstGeom prst="rect">
                <a:avLst/>
              </a:prstGeom>
              <a:blipFill>
                <a:blip r:embed="rId10"/>
                <a:stretch>
                  <a:fillRect b="-18462"/>
                </a:stretch>
              </a:blipFill>
            </p:spPr>
            <p:txBody>
              <a:bodyPr/>
              <a:lstStyle/>
              <a:p>
                <a:r>
                  <a:rPr lang="nl-N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301B5342-8F3E-42A6-AB02-FB592DA8455A}"/>
                  </a:ext>
                </a:extLst>
              </p:cNvPr>
              <p:cNvSpPr txBox="1"/>
              <p:nvPr/>
            </p:nvSpPr>
            <p:spPr>
              <a:xfrm>
                <a:off x="7938648" y="4490837"/>
                <a:ext cx="807913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nl-NL" sz="2000" b="1" i="1" dirty="0" smtClean="0">
                          <a:latin typeface="Cambria Math" panose="02040503050406030204" pitchFamily="18" charset="0"/>
                        </a:rPr>
                        <m:t>𝑶</m:t>
                      </m:r>
                      <m:d>
                        <m:dPr>
                          <m:ctrlPr>
                            <a:rPr lang="nl-NL" sz="2000" b="1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nl-NL" sz="2000" b="1" i="1" dirty="0" smtClean="0">
                              <a:latin typeface="Cambria Math" panose="02040503050406030204" pitchFamily="18" charset="0"/>
                            </a:rPr>
                            <m:t>𝟏</m:t>
                          </m:r>
                        </m:e>
                      </m:d>
                    </m:oMath>
                  </m:oMathPara>
                </a14:m>
                <a:endParaRPr lang="nl-NL" sz="2000" b="1" dirty="0"/>
              </a:p>
            </p:txBody>
          </p:sp>
        </mc:Choice>
        <mc:Fallback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301B5342-8F3E-42A6-AB02-FB592DA8455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38648" y="4490837"/>
                <a:ext cx="807913" cy="400110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nl-N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96CC1F2D-2237-7564-F38C-ED4A5609D85D}"/>
                  </a:ext>
                </a:extLst>
              </p:cNvPr>
              <p:cNvSpPr txBox="1"/>
              <p:nvPr/>
            </p:nvSpPr>
            <p:spPr>
              <a:xfrm>
                <a:off x="9143881" y="4519858"/>
                <a:ext cx="1233799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nl-NL" sz="2000" b="1" i="1" dirty="0" smtClean="0">
                          <a:latin typeface="Cambria Math" panose="02040503050406030204" pitchFamily="18" charset="0"/>
                        </a:rPr>
                        <m:t>𝑶</m:t>
                      </m:r>
                      <m:d>
                        <m:dPr>
                          <m:ctrlPr>
                            <a:rPr lang="nl-NL" sz="2000" b="1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unc>
                            <m:funcPr>
                              <m:ctrlPr>
                                <a:rPr lang="nl-NL" sz="2000" b="1" i="1" dirty="0" smtClean="0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a:rPr lang="nl-NL" sz="2000" b="1" i="0" dirty="0" smtClean="0">
                                  <a:latin typeface="Cambria Math" panose="02040503050406030204" pitchFamily="18" charset="0"/>
                                </a:rPr>
                                <m:t>𝐥𝐨𝐠</m:t>
                              </m:r>
                            </m:fName>
                            <m:e>
                              <m:r>
                                <a:rPr lang="nl-NL" sz="2000" b="1" i="1" dirty="0" smtClean="0">
                                  <a:latin typeface="Cambria Math" panose="02040503050406030204" pitchFamily="18" charset="0"/>
                                </a:rPr>
                                <m:t>𝒏</m:t>
                              </m:r>
                            </m:e>
                          </m:func>
                        </m:e>
                      </m:d>
                    </m:oMath>
                  </m:oMathPara>
                </a14:m>
                <a:endParaRPr lang="nl-NL" sz="2000" b="1" dirty="0"/>
              </a:p>
            </p:txBody>
          </p:sp>
        </mc:Choice>
        <mc:Fallback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96CC1F2D-2237-7564-F38C-ED4A5609D85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43881" y="4519858"/>
                <a:ext cx="1233799" cy="400110"/>
              </a:xfrm>
              <a:prstGeom prst="rect">
                <a:avLst/>
              </a:prstGeom>
              <a:blipFill>
                <a:blip r:embed="rId12"/>
                <a:stretch>
                  <a:fillRect b="-18182"/>
                </a:stretch>
              </a:blipFill>
            </p:spPr>
            <p:txBody>
              <a:bodyPr/>
              <a:lstStyle/>
              <a:p>
                <a:r>
                  <a:rPr lang="nl-N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295F81C8-0584-DDC4-14CD-A4E772614AFC}"/>
                  </a:ext>
                </a:extLst>
              </p:cNvPr>
              <p:cNvSpPr txBox="1"/>
              <p:nvPr/>
            </p:nvSpPr>
            <p:spPr>
              <a:xfrm>
                <a:off x="10562057" y="4519858"/>
                <a:ext cx="1233799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nl-NL" sz="2000" b="1" i="1" dirty="0" smtClean="0">
                          <a:latin typeface="Cambria Math" panose="02040503050406030204" pitchFamily="18" charset="0"/>
                        </a:rPr>
                        <m:t>𝑶</m:t>
                      </m:r>
                      <m:d>
                        <m:dPr>
                          <m:ctrlPr>
                            <a:rPr lang="nl-NL" sz="2000" b="1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unc>
                            <m:funcPr>
                              <m:ctrlPr>
                                <a:rPr lang="nl-NL" sz="2000" b="1" i="1" dirty="0" smtClean="0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a:rPr lang="nl-NL" sz="2000" b="1" i="0" dirty="0" smtClean="0">
                                  <a:latin typeface="Cambria Math" panose="02040503050406030204" pitchFamily="18" charset="0"/>
                                </a:rPr>
                                <m:t>𝐥𝐨𝐠</m:t>
                              </m:r>
                            </m:fName>
                            <m:e>
                              <m:r>
                                <a:rPr lang="nl-NL" sz="2000" b="1" i="1" dirty="0" smtClean="0">
                                  <a:latin typeface="Cambria Math" panose="02040503050406030204" pitchFamily="18" charset="0"/>
                                </a:rPr>
                                <m:t>𝒏</m:t>
                              </m:r>
                            </m:e>
                          </m:func>
                        </m:e>
                      </m:d>
                    </m:oMath>
                  </m:oMathPara>
                </a14:m>
                <a:endParaRPr lang="nl-NL" sz="2000" b="1" dirty="0"/>
              </a:p>
            </p:txBody>
          </p:sp>
        </mc:Choice>
        <mc:Fallback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295F81C8-0584-DDC4-14CD-A4E772614AF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562057" y="4519858"/>
                <a:ext cx="1233799" cy="400110"/>
              </a:xfrm>
              <a:prstGeom prst="rect">
                <a:avLst/>
              </a:prstGeom>
              <a:blipFill>
                <a:blip r:embed="rId13"/>
                <a:stretch>
                  <a:fillRect b="-18182"/>
                </a:stretch>
              </a:blipFill>
            </p:spPr>
            <p:txBody>
              <a:bodyPr/>
              <a:lstStyle/>
              <a:p>
                <a:r>
                  <a:rPr lang="nl-NL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9224690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500"/>
                            </p:stCondLst>
                            <p:childTnLst>
                              <p:par>
                                <p:cTn id="32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1000"/>
                            </p:stCondLst>
                            <p:childTnLst>
                              <p:par>
                                <p:cTn id="36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6" grpId="0" animBg="1"/>
      <p:bldP spid="34" grpId="0" animBg="1"/>
      <p:bldP spid="4" grpId="0" animBg="1"/>
      <p:bldP spid="5" grpId="0" animBg="1"/>
      <p:bldP spid="6" grpId="0" animBg="1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35" grpId="0"/>
      <p:bldP spid="36" grpId="0"/>
      <p:bldP spid="37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D86AAB-4446-EDA3-5F47-829752BF0A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E6333A-E8E0-FF30-353D-11BECA2BCE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Dijkstra’s </a:t>
            </a:r>
            <a:r>
              <a:rPr lang="nl-NL" dirty="0" err="1"/>
              <a:t>algorithm</a:t>
            </a:r>
            <a:r>
              <a:rPr lang="nl-NL" dirty="0"/>
              <a:t> – time </a:t>
            </a:r>
            <a:r>
              <a:rPr lang="nl-NL" dirty="0" err="1"/>
              <a:t>complexity</a:t>
            </a:r>
            <a:endParaRPr lang="nl-NL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E5B6B44-AFFA-CB0E-6106-BAE65FF98F6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40081" y="2633471"/>
                <a:ext cx="11054614" cy="4068117"/>
              </a:xfrm>
            </p:spPr>
            <p:txBody>
              <a:bodyPr>
                <a:normAutofit/>
              </a:bodyPr>
              <a:lstStyle/>
              <a:p>
                <a:r>
                  <a:rPr lang="nl-NL" dirty="0" err="1"/>
                  <a:t>Assumption</a:t>
                </a:r>
                <a:r>
                  <a:rPr lang="nl-NL" dirty="0"/>
                  <a:t>: </a:t>
                </a:r>
                <a:r>
                  <a:rPr lang="nl-NL" dirty="0" err="1"/>
                  <a:t>use</a:t>
                </a:r>
                <a:r>
                  <a:rPr lang="nl-NL" dirty="0"/>
                  <a:t> of </a:t>
                </a:r>
                <a:r>
                  <a:rPr lang="nl-NL" dirty="0" err="1"/>
                  <a:t>hash</a:t>
                </a:r>
                <a:r>
                  <a:rPr lang="nl-NL" dirty="0"/>
                  <a:t> </a:t>
                </a:r>
                <a:r>
                  <a:rPr lang="nl-NL" dirty="0" err="1"/>
                  <a:t>table</a:t>
                </a:r>
                <a:r>
                  <a:rPr lang="nl-NL" dirty="0"/>
                  <a:t> </a:t>
                </a:r>
                <a:r>
                  <a:rPr lang="nl-NL" dirty="0" err="1"/>
                  <a:t>to</a:t>
                </a:r>
                <a:r>
                  <a:rPr lang="nl-NL" dirty="0"/>
                  <a:t> store node </a:t>
                </a:r>
                <a:r>
                  <a:rPr lang="nl-NL" dirty="0" err="1"/>
                  <a:t>distances</a:t>
                </a:r>
                <a:endParaRPr lang="nl-NL" dirty="0"/>
              </a:p>
              <a:p>
                <a:r>
                  <a:rPr lang="nl-NL" dirty="0" err="1"/>
                  <a:t>Main</a:t>
                </a:r>
                <a:r>
                  <a:rPr lang="nl-NL" dirty="0"/>
                  <a:t> operations: </a:t>
                </a:r>
                <a:r>
                  <a:rPr lang="nl-NL" dirty="0" err="1"/>
                  <a:t>find</a:t>
                </a:r>
                <a:r>
                  <a:rPr lang="nl-NL" dirty="0"/>
                  <a:t> next node &amp; update node </a:t>
                </a:r>
                <a:r>
                  <a:rPr lang="nl-NL" dirty="0" err="1"/>
                  <a:t>distance</a:t>
                </a:r>
                <a:endParaRPr lang="nl-NL" dirty="0"/>
              </a:p>
              <a:p>
                <a:pPr lvl="1"/>
                <a:endParaRPr lang="nl-NL" dirty="0">
                  <a:latin typeface="Aptos" panose="020B0004020202020204" pitchFamily="34" charset="0"/>
                </a:endParaRPr>
              </a:p>
              <a:p>
                <a:r>
                  <a:rPr lang="nl-NL" dirty="0">
                    <a:latin typeface="Aptos" panose="020B0004020202020204" pitchFamily="34" charset="0"/>
                  </a:rPr>
                  <a:t>Worst case:</a:t>
                </a:r>
              </a:p>
              <a:p>
                <a:pPr lvl="1"/>
                <a:r>
                  <a:rPr lang="nl-NL" dirty="0">
                    <a:latin typeface="Aptos" panose="020B0004020202020204" pitchFamily="34" charset="0"/>
                  </a:rPr>
                  <a:t>Using </a:t>
                </a:r>
                <a:r>
                  <a:rPr lang="nl-NL" b="1" dirty="0">
                    <a:latin typeface="Aptos" panose="020B0004020202020204" pitchFamily="34" charset="0"/>
                  </a:rPr>
                  <a:t>priority queue</a:t>
                </a:r>
                <a:r>
                  <a:rPr lang="nl-NL" dirty="0">
                    <a:latin typeface="Aptos" panose="020B0004020202020204" pitchFamily="34" charset="0"/>
                  </a:rPr>
                  <a:t> </a:t>
                </a:r>
                <a:r>
                  <a:rPr lang="nl-NL" dirty="0" err="1">
                    <a:latin typeface="Aptos" panose="020B0004020202020204" pitchFamily="34" charset="0"/>
                  </a:rPr>
                  <a:t>to</a:t>
                </a:r>
                <a:r>
                  <a:rPr lang="nl-NL" dirty="0">
                    <a:latin typeface="Aptos" panose="020B0004020202020204" pitchFamily="34" charset="0"/>
                  </a:rPr>
                  <a:t> select next node </a:t>
                </a:r>
                <a:r>
                  <a:rPr lang="nl-NL" dirty="0" err="1">
                    <a:latin typeface="Aptos" panose="020B0004020202020204" pitchFamily="34" charset="0"/>
                  </a:rPr>
                  <a:t>to</a:t>
                </a:r>
                <a:r>
                  <a:rPr lang="nl-NL" dirty="0">
                    <a:latin typeface="Aptos" panose="020B0004020202020204" pitchFamily="34" charset="0"/>
                  </a:rPr>
                  <a:t> </a:t>
                </a:r>
                <a:r>
                  <a:rPr lang="nl-NL" dirty="0" err="1">
                    <a:latin typeface="Aptos" panose="020B0004020202020204" pitchFamily="34" charset="0"/>
                  </a:rPr>
                  <a:t>visit</a:t>
                </a:r>
                <a:r>
                  <a:rPr lang="nl-NL" dirty="0">
                    <a:latin typeface="Aptos" panose="020B0004020202020204" pitchFamily="34" charset="0"/>
                  </a:rPr>
                  <a:t>:</a:t>
                </a:r>
              </a:p>
              <a:p>
                <a:pPr lvl="1"/>
                <a:r>
                  <a:rPr lang="nl-NL" dirty="0">
                    <a:latin typeface="Aptos" panose="020B0004020202020204" pitchFamily="34" charset="0"/>
                  </a:rPr>
                  <a:t>Using </a:t>
                </a:r>
                <a:r>
                  <a:rPr lang="nl-NL" b="1" dirty="0" err="1">
                    <a:latin typeface="Aptos" panose="020B0004020202020204" pitchFamily="34" charset="0"/>
                  </a:rPr>
                  <a:t>linear</a:t>
                </a:r>
                <a:r>
                  <a:rPr lang="nl-NL" b="1" dirty="0">
                    <a:latin typeface="Aptos" panose="020B0004020202020204" pitchFamily="34" charset="0"/>
                  </a:rPr>
                  <a:t> search</a:t>
                </a:r>
                <a:r>
                  <a:rPr lang="nl-NL" dirty="0">
                    <a:latin typeface="Aptos" panose="020B0004020202020204" pitchFamily="34" charset="0"/>
                  </a:rPr>
                  <a:t> </a:t>
                </a:r>
                <a:r>
                  <a:rPr lang="nl-NL" dirty="0" err="1">
                    <a:latin typeface="Aptos" panose="020B0004020202020204" pitchFamily="34" charset="0"/>
                  </a:rPr>
                  <a:t>to</a:t>
                </a:r>
                <a:r>
                  <a:rPr lang="nl-NL" dirty="0">
                    <a:latin typeface="Aptos" panose="020B0004020202020204" pitchFamily="34" charset="0"/>
                  </a:rPr>
                  <a:t> select next node </a:t>
                </a:r>
                <a:r>
                  <a:rPr lang="nl-NL" dirty="0" err="1">
                    <a:latin typeface="Aptos" panose="020B0004020202020204" pitchFamily="34" charset="0"/>
                  </a:rPr>
                  <a:t>to</a:t>
                </a:r>
                <a:r>
                  <a:rPr lang="nl-NL" dirty="0">
                    <a:latin typeface="Aptos" panose="020B0004020202020204" pitchFamily="34" charset="0"/>
                  </a:rPr>
                  <a:t> </a:t>
                </a:r>
                <a:r>
                  <a:rPr lang="nl-NL" dirty="0" err="1">
                    <a:latin typeface="Aptos" panose="020B0004020202020204" pitchFamily="34" charset="0"/>
                  </a:rPr>
                  <a:t>visit</a:t>
                </a:r>
                <a:r>
                  <a:rPr lang="nl-NL" dirty="0">
                    <a:latin typeface="Aptos" panose="020B0004020202020204" pitchFamily="34" charset="0"/>
                  </a:rPr>
                  <a:t>:</a:t>
                </a:r>
              </a:p>
              <a:p>
                <a:pPr lvl="1"/>
                <a:endParaRPr lang="nl-NL" dirty="0">
                  <a:latin typeface="Aptos" panose="020B0004020202020204" pitchFamily="34" charset="0"/>
                </a:endParaRPr>
              </a:p>
              <a:p>
                <a:r>
                  <a:rPr lang="nl-NL" dirty="0" err="1">
                    <a:latin typeface="Aptos" panose="020B0004020202020204" pitchFamily="34" charset="0"/>
                  </a:rPr>
                  <a:t>Suppose</a:t>
                </a:r>
                <a:r>
                  <a:rPr lang="nl-NL" dirty="0">
                    <a:latin typeface="Aptos" panose="020B0004020202020204" pitchFamily="34" charset="0"/>
                  </a:rPr>
                  <a:t> </a:t>
                </a:r>
                <a:r>
                  <a:rPr lang="nl-NL" dirty="0" err="1">
                    <a:latin typeface="Aptos" panose="020B0004020202020204" pitchFamily="34" charset="0"/>
                  </a:rPr>
                  <a:t>that</a:t>
                </a:r>
                <a:r>
                  <a:rPr lang="nl-NL" dirty="0">
                    <a:latin typeface="Aptos" panose="020B000402020202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nl-NL" b="1" i="1" dirty="0" smtClean="0">
                        <a:latin typeface="Cambria Math" panose="02040503050406030204" pitchFamily="18" charset="0"/>
                      </a:rPr>
                      <m:t>𝒎</m:t>
                    </m:r>
                    <m:r>
                      <a:rPr lang="nl-NL" b="1" i="1" dirty="0" smtClean="0">
                        <a:latin typeface="Cambria Math" panose="02040503050406030204" pitchFamily="18" charset="0"/>
                      </a:rPr>
                      <m:t> ≈</m:t>
                    </m:r>
                    <m:sSup>
                      <m:sSupPr>
                        <m:ctrlPr>
                          <a:rPr lang="nl-NL" b="1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nl-NL" b="1" i="1" dirty="0" smtClean="0">
                            <a:latin typeface="Cambria Math" panose="02040503050406030204" pitchFamily="18" charset="0"/>
                          </a:rPr>
                          <m:t>𝒏</m:t>
                        </m:r>
                      </m:e>
                      <m:sup>
                        <m:r>
                          <a:rPr lang="nl-NL" b="1" i="1" dirty="0" smtClean="0">
                            <a:latin typeface="Cambria Math" panose="02040503050406030204" pitchFamily="18" charset="0"/>
                          </a:rPr>
                          <m:t>𝟐</m:t>
                        </m:r>
                      </m:sup>
                    </m:sSup>
                  </m:oMath>
                </a14:m>
                <a:r>
                  <a:rPr lang="nl-NL" dirty="0">
                    <a:latin typeface="Aptos" panose="020B0004020202020204" pitchFamily="34" charset="0"/>
                  </a:rPr>
                  <a:t>: </a:t>
                </a:r>
                <a14:m>
                  <m:oMath xmlns:m="http://schemas.openxmlformats.org/officeDocument/2006/math">
                    <m:r>
                      <a:rPr lang="nl-NL" b="1" i="1" dirty="0" smtClean="0">
                        <a:latin typeface="Cambria Math" panose="02040503050406030204" pitchFamily="18" charset="0"/>
                      </a:rPr>
                      <m:t>𝑶</m:t>
                    </m:r>
                    <m:d>
                      <m:dPr>
                        <m:ctrlPr>
                          <a:rPr lang="nl-NL" b="1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nl-NL" b="1" i="1" dirty="0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nl-NL" b="1" i="1" dirty="0" smtClean="0">
                                <a:latin typeface="Cambria Math" panose="02040503050406030204" pitchFamily="18" charset="0"/>
                              </a:rPr>
                              <m:t>𝒏</m:t>
                            </m:r>
                          </m:e>
                          <m:sup>
                            <m:r>
                              <a:rPr lang="nl-NL" b="1" i="1" dirty="0" smtClean="0">
                                <a:latin typeface="Cambria Math" panose="02040503050406030204" pitchFamily="18" charset="0"/>
                              </a:rPr>
                              <m:t>𝟐</m:t>
                            </m:r>
                          </m:sup>
                        </m:sSup>
                      </m:e>
                    </m:d>
                  </m:oMath>
                </a14:m>
                <a:r>
                  <a:rPr lang="nl-NL" dirty="0">
                    <a:latin typeface="Aptos" panose="020B0004020202020204" pitchFamily="34" charset="0"/>
                  </a:rPr>
                  <a:t> (</a:t>
                </a:r>
                <a:r>
                  <a:rPr lang="nl-NL" dirty="0" err="1">
                    <a:latin typeface="Aptos" panose="020B0004020202020204" pitchFamily="34" charset="0"/>
                  </a:rPr>
                  <a:t>linear</a:t>
                </a:r>
                <a:r>
                  <a:rPr lang="nl-NL" dirty="0">
                    <a:latin typeface="Aptos" panose="020B0004020202020204" pitchFamily="34" charset="0"/>
                  </a:rPr>
                  <a:t> search) </a:t>
                </a:r>
                <a:r>
                  <a:rPr lang="nl-NL" dirty="0" err="1">
                    <a:latin typeface="Aptos" panose="020B0004020202020204" pitchFamily="34" charset="0"/>
                  </a:rPr>
                  <a:t>vs</a:t>
                </a:r>
                <a:r>
                  <a:rPr lang="nl-NL" dirty="0">
                    <a:latin typeface="Aptos" panose="020B000402020202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nl-NL" b="1" i="1" dirty="0" smtClean="0">
                        <a:latin typeface="Cambria Math" panose="02040503050406030204" pitchFamily="18" charset="0"/>
                      </a:rPr>
                      <m:t>𝑶</m:t>
                    </m:r>
                    <m:d>
                      <m:dPr>
                        <m:ctrlPr>
                          <a:rPr lang="nl-NL" b="1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nl-NL" b="1" i="1" dirty="0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nl-NL" b="1" i="1" dirty="0" smtClean="0">
                                <a:latin typeface="Cambria Math" panose="02040503050406030204" pitchFamily="18" charset="0"/>
                              </a:rPr>
                              <m:t>𝒏</m:t>
                            </m:r>
                          </m:e>
                          <m:sup>
                            <m:r>
                              <a:rPr lang="nl-NL" b="1" i="1" dirty="0" smtClean="0">
                                <a:latin typeface="Cambria Math" panose="02040503050406030204" pitchFamily="18" charset="0"/>
                              </a:rPr>
                              <m:t>𝟐</m:t>
                            </m:r>
                          </m:sup>
                        </m:sSup>
                        <m:func>
                          <m:funcPr>
                            <m:ctrlPr>
                              <a:rPr lang="nl-NL" b="1" i="1" dirty="0" smtClean="0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a:rPr lang="nl-NL" b="1" i="0" dirty="0" smtClean="0">
                                <a:latin typeface="Cambria Math" panose="02040503050406030204" pitchFamily="18" charset="0"/>
                              </a:rPr>
                              <m:t>𝐥𝐨𝐠</m:t>
                            </m:r>
                          </m:fName>
                          <m:e>
                            <m:r>
                              <a:rPr lang="nl-NL" b="1" i="1" dirty="0" smtClean="0">
                                <a:latin typeface="Cambria Math" panose="02040503050406030204" pitchFamily="18" charset="0"/>
                              </a:rPr>
                              <m:t>𝒏</m:t>
                            </m:r>
                          </m:e>
                        </m:func>
                      </m:e>
                    </m:d>
                  </m:oMath>
                </a14:m>
                <a:r>
                  <a:rPr lang="nl-NL" dirty="0">
                    <a:latin typeface="Aptos" panose="020B0004020202020204" pitchFamily="34" charset="0"/>
                  </a:rPr>
                  <a:t> (priority queue)</a:t>
                </a:r>
              </a:p>
              <a:p>
                <a:endParaRPr lang="nl-NL" dirty="0">
                  <a:latin typeface="Aptos" panose="020B0004020202020204" pitchFamily="34" charset="0"/>
                </a:endParaRPr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E5B6B44-AFFA-CB0E-6106-BAE65FF98F6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40081" y="2633471"/>
                <a:ext cx="11054614" cy="4068117"/>
              </a:xfrm>
              <a:blipFill>
                <a:blip r:embed="rId2"/>
                <a:stretch>
                  <a:fillRect l="-331" t="-150"/>
                </a:stretch>
              </a:blipFill>
            </p:spPr>
            <p:txBody>
              <a:bodyPr/>
              <a:lstStyle/>
              <a:p>
                <a:r>
                  <a:rPr lang="nl-N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83" name="TextBox 82">
                <a:extLst>
                  <a:ext uri="{FF2B5EF4-FFF2-40B4-BE49-F238E27FC236}">
                    <a16:creationId xmlns:a16="http://schemas.microsoft.com/office/drawing/2014/main" id="{9DA41A7B-8BC3-7E8C-32DA-BC8667498F77}"/>
                  </a:ext>
                </a:extLst>
              </p:cNvPr>
              <p:cNvSpPr txBox="1"/>
              <p:nvPr/>
            </p:nvSpPr>
            <p:spPr>
              <a:xfrm>
                <a:off x="6751712" y="4838969"/>
                <a:ext cx="1504771" cy="43973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nl-NL" sz="2000" b="1" i="1" dirty="0" smtClean="0">
                          <a:latin typeface="Cambria Math" panose="02040503050406030204" pitchFamily="18" charset="0"/>
                        </a:rPr>
                        <m:t>𝑶</m:t>
                      </m:r>
                      <m:d>
                        <m:dPr>
                          <m:ctrlPr>
                            <a:rPr lang="nl-NL" sz="2000" b="1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nl-NL" sz="2000" b="1" i="1" dirty="0" smtClean="0">
                              <a:latin typeface="Cambria Math" panose="02040503050406030204" pitchFamily="18" charset="0"/>
                            </a:rPr>
                            <m:t>𝒎</m:t>
                          </m:r>
                          <m:r>
                            <a:rPr lang="nl-NL" sz="2000" b="1" i="1" dirty="0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sSup>
                            <m:sSupPr>
                              <m:ctrlPr>
                                <a:rPr lang="nl-NL" sz="2000" b="1" i="1" dirty="0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nl-NL" sz="2000" b="1" i="1" dirty="0" smtClean="0">
                                  <a:latin typeface="Cambria Math" panose="02040503050406030204" pitchFamily="18" charset="0"/>
                                </a:rPr>
                                <m:t>𝒏</m:t>
                              </m:r>
                            </m:e>
                            <m:sup>
                              <m:r>
                                <a:rPr lang="nl-NL" sz="2000" b="1" i="1" dirty="0" smtClean="0"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sup>
                          </m:sSup>
                        </m:e>
                      </m:d>
                    </m:oMath>
                  </m:oMathPara>
                </a14:m>
                <a:endParaRPr lang="nl-NL" sz="2000" b="1" dirty="0"/>
              </a:p>
            </p:txBody>
          </p:sp>
        </mc:Choice>
        <mc:Fallback>
          <p:sp>
            <p:nvSpPr>
              <p:cNvPr id="83" name="TextBox 82">
                <a:extLst>
                  <a:ext uri="{FF2B5EF4-FFF2-40B4-BE49-F238E27FC236}">
                    <a16:creationId xmlns:a16="http://schemas.microsoft.com/office/drawing/2014/main" id="{9DA41A7B-8BC3-7E8C-32DA-BC8667498F7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51712" y="4838969"/>
                <a:ext cx="1504771" cy="439736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nl-N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85" name="TextBox 84">
                <a:extLst>
                  <a:ext uri="{FF2B5EF4-FFF2-40B4-BE49-F238E27FC236}">
                    <a16:creationId xmlns:a16="http://schemas.microsoft.com/office/drawing/2014/main" id="{815B5FE5-7422-17DE-E408-B0D5F091A3B5}"/>
                  </a:ext>
                </a:extLst>
              </p:cNvPr>
              <p:cNvSpPr txBox="1"/>
              <p:nvPr/>
            </p:nvSpPr>
            <p:spPr>
              <a:xfrm>
                <a:off x="6751712" y="4436985"/>
                <a:ext cx="2198487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nl-NL" sz="2000" b="1" i="1" dirty="0" smtClean="0">
                          <a:latin typeface="Cambria Math" panose="02040503050406030204" pitchFamily="18" charset="0"/>
                        </a:rPr>
                        <m:t>𝑶</m:t>
                      </m:r>
                      <m:d>
                        <m:dPr>
                          <m:ctrlPr>
                            <a:rPr lang="nl-NL" sz="2000" b="1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nl-NL" sz="2000" b="1" i="1" dirty="0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nl-NL" sz="2000" b="1" i="1" dirty="0" smtClean="0">
                              <a:latin typeface="Cambria Math" panose="02040503050406030204" pitchFamily="18" charset="0"/>
                            </a:rPr>
                            <m:t>𝒎</m:t>
                          </m:r>
                          <m:r>
                            <a:rPr lang="nl-NL" sz="2000" b="1" i="1" dirty="0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nl-NL" sz="2000" b="1" i="1" dirty="0" smtClean="0">
                              <a:latin typeface="Cambria Math" panose="02040503050406030204" pitchFamily="18" charset="0"/>
                            </a:rPr>
                            <m:t>𝒏</m:t>
                          </m:r>
                          <m:r>
                            <a:rPr lang="nl-NL" sz="2000" b="1" i="1" dirty="0" smtClean="0">
                              <a:latin typeface="Cambria Math" panose="02040503050406030204" pitchFamily="18" charset="0"/>
                            </a:rPr>
                            <m:t>)</m:t>
                          </m:r>
                          <m:func>
                            <m:funcPr>
                              <m:ctrlPr>
                                <a:rPr lang="nl-NL" sz="2000" b="1" i="1" dirty="0" smtClean="0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a:rPr lang="nl-NL" sz="2000" b="1" i="0" dirty="0" smtClean="0">
                                  <a:latin typeface="Cambria Math" panose="02040503050406030204" pitchFamily="18" charset="0"/>
                                </a:rPr>
                                <m:t>𝐥𝐨𝐠</m:t>
                              </m:r>
                            </m:fName>
                            <m:e>
                              <m:r>
                                <a:rPr lang="nl-NL" sz="2000" b="1" i="1" dirty="0" smtClean="0">
                                  <a:latin typeface="Cambria Math" panose="02040503050406030204" pitchFamily="18" charset="0"/>
                                </a:rPr>
                                <m:t>𝒏</m:t>
                              </m:r>
                            </m:e>
                          </m:func>
                        </m:e>
                      </m:d>
                    </m:oMath>
                  </m:oMathPara>
                </a14:m>
                <a:endParaRPr lang="nl-NL" sz="2000" b="1" dirty="0"/>
              </a:p>
            </p:txBody>
          </p:sp>
        </mc:Choice>
        <mc:Fallback>
          <p:sp>
            <p:nvSpPr>
              <p:cNvPr id="85" name="TextBox 84">
                <a:extLst>
                  <a:ext uri="{FF2B5EF4-FFF2-40B4-BE49-F238E27FC236}">
                    <a16:creationId xmlns:a16="http://schemas.microsoft.com/office/drawing/2014/main" id="{815B5FE5-7422-17DE-E408-B0D5F091A3B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51712" y="4436985"/>
                <a:ext cx="2198487" cy="400110"/>
              </a:xfrm>
              <a:prstGeom prst="rect">
                <a:avLst/>
              </a:prstGeom>
              <a:blipFill>
                <a:blip r:embed="rId4"/>
                <a:stretch>
                  <a:fillRect b="-18462"/>
                </a:stretch>
              </a:blipFill>
            </p:spPr>
            <p:txBody>
              <a:bodyPr/>
              <a:lstStyle/>
              <a:p>
                <a:r>
                  <a:rPr lang="nl-NL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2074971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3" grpId="0"/>
      <p:bldP spid="85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118E06E4-607B-144B-382B-AD3D06B1EE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13232" y="1031001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46B9231A-B34B-4A29-A6AC-532E1EE815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Picture 6" descr="A crystal lattice grid">
            <a:extLst>
              <a:ext uri="{FF2B5EF4-FFF2-40B4-BE49-F238E27FC236}">
                <a16:creationId xmlns:a16="http://schemas.microsoft.com/office/drawing/2014/main" id="{A9180167-A83C-E22A-6922-5A0FBF5B7554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40000"/>
          </a:blip>
          <a:srcRect t="2"/>
          <a:stretch>
            <a:fillRect/>
          </a:stretch>
        </p:blipFill>
        <p:spPr>
          <a:xfrm>
            <a:off x="20" y="152"/>
            <a:ext cx="12191980" cy="6857848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CEF0A1AF-071B-32EB-4F03-BC89E98187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985233"/>
            <a:ext cx="5758628" cy="3355853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6000" b="1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Spanning Trees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1582589-B00F-79BA-7053-9E3B8C1D26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40080" y="5251621"/>
            <a:ext cx="4439920" cy="1104721"/>
          </a:xfrm>
        </p:spPr>
        <p:txBody>
          <a:bodyPr vert="horz" lIns="91440" tIns="45720" rIns="91440" bIns="45720" rtlCol="0" anchor="t">
            <a:normAutofit/>
          </a:bodyPr>
          <a:lstStyle/>
          <a:p>
            <a:pPr>
              <a:lnSpc>
                <a:spcPct val="130000"/>
              </a:lnSpc>
            </a:pPr>
            <a:r>
              <a:rPr lang="en-US" sz="1800" b="1" cap="all" spc="300">
                <a:solidFill>
                  <a:srgbClr val="FFFFFF"/>
                </a:solidFill>
              </a:rPr>
              <a:t>Minimizing the cost of connectedness</a:t>
            </a:r>
            <a:endParaRPr lang="en-US" sz="1800" b="1" cap="all" spc="300" dirty="0">
              <a:solidFill>
                <a:srgbClr val="FFFFFF"/>
              </a:solidFill>
            </a:endParaRP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F0CE0765-E93C-4D37-9D5F-D464EFB10F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13232" y="4954368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9273677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0DEB9B-B0DF-698C-F914-7A3111D388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E345BD-9220-E821-5B40-5A6B8176B4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The spanning tree problem</a:t>
            </a:r>
            <a:endParaRPr lang="nl-N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99603E-4A29-BC1A-50F9-417303DB18E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0081" y="2633472"/>
            <a:ext cx="9916260" cy="3839517"/>
          </a:xfrm>
        </p:spPr>
        <p:txBody>
          <a:bodyPr>
            <a:normAutofit/>
          </a:bodyPr>
          <a:lstStyle/>
          <a:p>
            <a:r>
              <a:rPr lang="nl-NL" dirty="0"/>
              <a:t>The </a:t>
            </a:r>
            <a:r>
              <a:rPr lang="nl-NL" dirty="0" err="1"/>
              <a:t>shortest</a:t>
            </a:r>
            <a:r>
              <a:rPr lang="nl-NL" dirty="0"/>
              <a:t> </a:t>
            </a:r>
            <a:r>
              <a:rPr lang="nl-NL" dirty="0" err="1"/>
              <a:t>paths</a:t>
            </a:r>
            <a:r>
              <a:rPr lang="nl-NL" dirty="0"/>
              <a:t> tree </a:t>
            </a:r>
            <a:r>
              <a:rPr lang="nl-NL" dirty="0" err="1"/>
              <a:t>gives</a:t>
            </a:r>
            <a:r>
              <a:rPr lang="nl-NL" dirty="0"/>
              <a:t> </a:t>
            </a:r>
            <a:r>
              <a:rPr lang="nl-NL" dirty="0" err="1"/>
              <a:t>the</a:t>
            </a:r>
            <a:r>
              <a:rPr lang="nl-NL" dirty="0"/>
              <a:t> </a:t>
            </a:r>
            <a:r>
              <a:rPr lang="nl-NL" dirty="0" err="1"/>
              <a:t>shortest</a:t>
            </a:r>
            <a:r>
              <a:rPr lang="nl-NL" dirty="0"/>
              <a:t> </a:t>
            </a:r>
            <a:r>
              <a:rPr lang="nl-NL" dirty="0" err="1"/>
              <a:t>path</a:t>
            </a:r>
            <a:r>
              <a:rPr lang="nl-NL" dirty="0"/>
              <a:t> </a:t>
            </a:r>
            <a:r>
              <a:rPr lang="nl-NL" dirty="0" err="1"/>
              <a:t>from</a:t>
            </a:r>
            <a:r>
              <a:rPr lang="nl-NL" dirty="0"/>
              <a:t> </a:t>
            </a:r>
            <a:r>
              <a:rPr lang="nl-NL" dirty="0" err="1"/>
              <a:t>one</a:t>
            </a:r>
            <a:r>
              <a:rPr lang="nl-NL" dirty="0"/>
              <a:t> node </a:t>
            </a:r>
            <a:r>
              <a:rPr lang="nl-NL" dirty="0" err="1"/>
              <a:t>to</a:t>
            </a:r>
            <a:r>
              <a:rPr lang="nl-NL" dirty="0"/>
              <a:t> </a:t>
            </a:r>
            <a:r>
              <a:rPr lang="nl-NL" dirty="0" err="1"/>
              <a:t>all</a:t>
            </a:r>
            <a:r>
              <a:rPr lang="nl-NL" dirty="0"/>
              <a:t> </a:t>
            </a:r>
            <a:r>
              <a:rPr lang="nl-NL" dirty="0" err="1"/>
              <a:t>other</a:t>
            </a:r>
            <a:r>
              <a:rPr lang="nl-NL" dirty="0"/>
              <a:t> </a:t>
            </a:r>
            <a:r>
              <a:rPr lang="nl-NL" dirty="0" err="1"/>
              <a:t>ones</a:t>
            </a:r>
            <a:endParaRPr lang="nl-NL" dirty="0"/>
          </a:p>
          <a:p>
            <a:pPr lvl="1"/>
            <a:r>
              <a:rPr lang="nl-NL" dirty="0" err="1"/>
              <a:t>Minimizes</a:t>
            </a:r>
            <a:r>
              <a:rPr lang="nl-NL" dirty="0"/>
              <a:t> </a:t>
            </a:r>
            <a:r>
              <a:rPr lang="nl-NL" dirty="0" err="1"/>
              <a:t>the</a:t>
            </a:r>
            <a:r>
              <a:rPr lang="nl-NL" dirty="0"/>
              <a:t> </a:t>
            </a:r>
            <a:r>
              <a:rPr lang="nl-NL" dirty="0" err="1"/>
              <a:t>travelling</a:t>
            </a:r>
            <a:r>
              <a:rPr lang="nl-NL" dirty="0"/>
              <a:t> </a:t>
            </a:r>
            <a:r>
              <a:rPr lang="nl-NL" dirty="0" err="1"/>
              <a:t>costs</a:t>
            </a:r>
            <a:r>
              <a:rPr lang="nl-NL" dirty="0"/>
              <a:t> </a:t>
            </a:r>
            <a:r>
              <a:rPr lang="nl-NL" dirty="0" err="1"/>
              <a:t>from</a:t>
            </a:r>
            <a:r>
              <a:rPr lang="nl-NL" dirty="0"/>
              <a:t> a single </a:t>
            </a:r>
            <a:r>
              <a:rPr lang="nl-NL" dirty="0" err="1"/>
              <a:t>starting</a:t>
            </a:r>
            <a:r>
              <a:rPr lang="nl-NL" dirty="0"/>
              <a:t> point</a:t>
            </a:r>
          </a:p>
          <a:p>
            <a:pPr lvl="1"/>
            <a:endParaRPr lang="nl-NL" dirty="0"/>
          </a:p>
          <a:p>
            <a:r>
              <a:rPr lang="nl-NL" dirty="0"/>
              <a:t>How do </a:t>
            </a:r>
            <a:r>
              <a:rPr lang="nl-NL" dirty="0" err="1"/>
              <a:t>you</a:t>
            </a:r>
            <a:r>
              <a:rPr lang="nl-NL" dirty="0"/>
              <a:t> </a:t>
            </a:r>
            <a:r>
              <a:rPr lang="nl-NL" dirty="0" err="1"/>
              <a:t>choose</a:t>
            </a:r>
            <a:r>
              <a:rPr lang="nl-NL" dirty="0"/>
              <a:t> </a:t>
            </a:r>
            <a:r>
              <a:rPr lang="nl-NL" dirty="0" err="1"/>
              <a:t>to</a:t>
            </a:r>
            <a:r>
              <a:rPr lang="nl-NL" dirty="0"/>
              <a:t> </a:t>
            </a:r>
            <a:r>
              <a:rPr lang="nl-NL" dirty="0" err="1"/>
              <a:t>connect</a:t>
            </a:r>
            <a:r>
              <a:rPr lang="nl-NL" dirty="0"/>
              <a:t> </a:t>
            </a:r>
            <a:r>
              <a:rPr lang="nl-NL" b="1" dirty="0" err="1">
                <a:latin typeface="Aptos" panose="020B0004020202020204" pitchFamily="34" charset="0"/>
              </a:rPr>
              <a:t>all</a:t>
            </a:r>
            <a:r>
              <a:rPr lang="nl-NL" dirty="0"/>
              <a:t> </a:t>
            </a:r>
            <a:r>
              <a:rPr lang="nl-NL" dirty="0" err="1"/>
              <a:t>nodes</a:t>
            </a:r>
            <a:r>
              <a:rPr lang="nl-NL" dirty="0"/>
              <a:t> </a:t>
            </a:r>
            <a:r>
              <a:rPr lang="nl-NL" dirty="0" err="1"/>
              <a:t>so</a:t>
            </a:r>
            <a:r>
              <a:rPr lang="nl-NL" dirty="0"/>
              <a:t> </a:t>
            </a:r>
            <a:r>
              <a:rPr lang="nl-NL" dirty="0" err="1"/>
              <a:t>that</a:t>
            </a:r>
            <a:r>
              <a:rPr lang="nl-NL" dirty="0"/>
              <a:t>:</a:t>
            </a:r>
          </a:p>
          <a:p>
            <a:pPr lvl="1"/>
            <a:r>
              <a:rPr lang="nl-NL" dirty="0" err="1"/>
              <a:t>There’s</a:t>
            </a:r>
            <a:r>
              <a:rPr lang="nl-NL" dirty="0"/>
              <a:t> a </a:t>
            </a:r>
            <a:r>
              <a:rPr lang="nl-NL" sz="2000" b="1" dirty="0">
                <a:latin typeface="Aptos" panose="020B0004020202020204" pitchFamily="34" charset="0"/>
              </a:rPr>
              <a:t>single</a:t>
            </a:r>
            <a:r>
              <a:rPr lang="nl-NL" dirty="0"/>
              <a:t> (</a:t>
            </a:r>
            <a:r>
              <a:rPr lang="nl-NL" dirty="0" err="1"/>
              <a:t>unique</a:t>
            </a:r>
            <a:r>
              <a:rPr lang="nl-NL" dirty="0"/>
              <a:t>) </a:t>
            </a:r>
            <a:r>
              <a:rPr lang="nl-NL" sz="2000" b="1" dirty="0" err="1">
                <a:latin typeface="Aptos" panose="020B0004020202020204" pitchFamily="34" charset="0"/>
              </a:rPr>
              <a:t>path</a:t>
            </a:r>
            <a:r>
              <a:rPr lang="nl-NL" dirty="0"/>
              <a:t> </a:t>
            </a:r>
            <a:r>
              <a:rPr lang="nl-NL" dirty="0" err="1"/>
              <a:t>between</a:t>
            </a:r>
            <a:r>
              <a:rPr lang="nl-NL" dirty="0"/>
              <a:t> </a:t>
            </a:r>
            <a:r>
              <a:rPr lang="nl-NL" dirty="0" err="1"/>
              <a:t>any</a:t>
            </a:r>
            <a:r>
              <a:rPr lang="nl-NL" dirty="0"/>
              <a:t> </a:t>
            </a:r>
            <a:r>
              <a:rPr lang="nl-NL" dirty="0" err="1"/>
              <a:t>two</a:t>
            </a:r>
            <a:r>
              <a:rPr lang="nl-NL" dirty="0"/>
              <a:t> </a:t>
            </a:r>
            <a:r>
              <a:rPr lang="nl-NL" dirty="0" err="1"/>
              <a:t>nodes</a:t>
            </a:r>
            <a:endParaRPr lang="nl-NL" dirty="0"/>
          </a:p>
          <a:p>
            <a:pPr lvl="1"/>
            <a:r>
              <a:rPr lang="nl-NL" dirty="0"/>
              <a:t>It has </a:t>
            </a:r>
            <a:r>
              <a:rPr lang="nl-NL" dirty="0" err="1"/>
              <a:t>the</a:t>
            </a:r>
            <a:r>
              <a:rPr lang="nl-NL" dirty="0"/>
              <a:t> </a:t>
            </a:r>
            <a:r>
              <a:rPr lang="nl-NL" sz="2000" b="1" dirty="0" err="1">
                <a:latin typeface="Aptos" panose="020B0004020202020204" pitchFamily="34" charset="0"/>
              </a:rPr>
              <a:t>smallest</a:t>
            </a:r>
            <a:r>
              <a:rPr lang="nl-NL" dirty="0"/>
              <a:t> </a:t>
            </a:r>
            <a:r>
              <a:rPr lang="nl-NL" dirty="0" err="1"/>
              <a:t>edge</a:t>
            </a:r>
            <a:r>
              <a:rPr lang="nl-NL" dirty="0"/>
              <a:t> </a:t>
            </a:r>
            <a:r>
              <a:rPr lang="nl-NL" dirty="0" err="1"/>
              <a:t>weight</a:t>
            </a:r>
            <a:r>
              <a:rPr lang="nl-NL" dirty="0"/>
              <a:t> </a:t>
            </a:r>
            <a:r>
              <a:rPr lang="nl-NL" sz="2000" b="1" dirty="0" err="1">
                <a:latin typeface="Aptos" panose="020B0004020202020204" pitchFamily="34" charset="0"/>
              </a:rPr>
              <a:t>sum</a:t>
            </a:r>
            <a:endParaRPr lang="nl-NL" sz="2000" b="1" dirty="0">
              <a:latin typeface="Aptos" panose="020B0004020202020204" pitchFamily="34" charset="0"/>
            </a:endParaRPr>
          </a:p>
          <a:p>
            <a:pPr lvl="1"/>
            <a:endParaRPr lang="nl-NL" dirty="0"/>
          </a:p>
          <a:p>
            <a:r>
              <a:rPr lang="nl-NL" dirty="0"/>
              <a:t>Or: </a:t>
            </a:r>
            <a:r>
              <a:rPr lang="nl-NL" dirty="0" err="1"/>
              <a:t>what</a:t>
            </a:r>
            <a:r>
              <a:rPr lang="nl-NL" dirty="0"/>
              <a:t> is </a:t>
            </a:r>
            <a:r>
              <a:rPr lang="nl-NL" dirty="0" err="1"/>
              <a:t>the</a:t>
            </a:r>
            <a:r>
              <a:rPr lang="nl-NL" dirty="0"/>
              <a:t> “</a:t>
            </a:r>
            <a:r>
              <a:rPr lang="nl-NL" b="1" dirty="0">
                <a:latin typeface="Aptos" panose="020B0004020202020204" pitchFamily="34" charset="0"/>
              </a:rPr>
              <a:t>minimum</a:t>
            </a:r>
            <a:r>
              <a:rPr lang="nl-NL" dirty="0"/>
              <a:t> </a:t>
            </a:r>
            <a:r>
              <a:rPr lang="nl-NL" b="1" dirty="0">
                <a:latin typeface="Aptos" panose="020B0004020202020204" pitchFamily="34" charset="0"/>
              </a:rPr>
              <a:t>spanning</a:t>
            </a:r>
            <a:r>
              <a:rPr lang="nl-NL" dirty="0"/>
              <a:t> </a:t>
            </a:r>
            <a:r>
              <a:rPr lang="nl-NL" b="1" dirty="0">
                <a:latin typeface="Aptos" panose="020B0004020202020204" pitchFamily="34" charset="0"/>
              </a:rPr>
              <a:t>tree</a:t>
            </a:r>
            <a:r>
              <a:rPr lang="nl-NL" dirty="0"/>
              <a:t>” (</a:t>
            </a:r>
            <a:r>
              <a:rPr lang="nl-NL" b="1" dirty="0">
                <a:latin typeface="Aptos" panose="020B0004020202020204" pitchFamily="34" charset="0"/>
              </a:rPr>
              <a:t>MST</a:t>
            </a:r>
            <a:r>
              <a:rPr lang="nl-NL" dirty="0"/>
              <a:t>)?</a:t>
            </a:r>
          </a:p>
        </p:txBody>
      </p:sp>
      <p:sp>
        <p:nvSpPr>
          <p:cNvPr id="4" name="A">
            <a:extLst>
              <a:ext uri="{FF2B5EF4-FFF2-40B4-BE49-F238E27FC236}">
                <a16:creationId xmlns:a16="http://schemas.microsoft.com/office/drawing/2014/main" id="{06F3FFA2-970D-45D0-F3AB-3E76EC3794BC}"/>
              </a:ext>
            </a:extLst>
          </p:cNvPr>
          <p:cNvSpPr/>
          <p:nvPr/>
        </p:nvSpPr>
        <p:spPr>
          <a:xfrm>
            <a:off x="6966781" y="3833615"/>
            <a:ext cx="427106" cy="427106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dirty="0">
                <a:latin typeface="Aptos" panose="020B0004020202020204" pitchFamily="34" charset="0"/>
              </a:rPr>
              <a:t>A</a:t>
            </a:r>
          </a:p>
        </p:txBody>
      </p:sp>
      <p:sp>
        <p:nvSpPr>
          <p:cNvPr id="10" name="B">
            <a:extLst>
              <a:ext uri="{FF2B5EF4-FFF2-40B4-BE49-F238E27FC236}">
                <a16:creationId xmlns:a16="http://schemas.microsoft.com/office/drawing/2014/main" id="{ADA6BB44-1530-A09D-1828-877700660A85}"/>
              </a:ext>
            </a:extLst>
          </p:cNvPr>
          <p:cNvSpPr/>
          <p:nvPr/>
        </p:nvSpPr>
        <p:spPr>
          <a:xfrm>
            <a:off x="8397382" y="3451916"/>
            <a:ext cx="427106" cy="427106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dirty="0">
                <a:latin typeface="Aptos" panose="020B0004020202020204" pitchFamily="34" charset="0"/>
              </a:rPr>
              <a:t>B</a:t>
            </a:r>
          </a:p>
        </p:txBody>
      </p:sp>
      <p:sp>
        <p:nvSpPr>
          <p:cNvPr id="12" name="C">
            <a:extLst>
              <a:ext uri="{FF2B5EF4-FFF2-40B4-BE49-F238E27FC236}">
                <a16:creationId xmlns:a16="http://schemas.microsoft.com/office/drawing/2014/main" id="{E8162DE7-BD7E-A1EA-698B-79E4F56CE5AD}"/>
              </a:ext>
            </a:extLst>
          </p:cNvPr>
          <p:cNvSpPr/>
          <p:nvPr/>
        </p:nvSpPr>
        <p:spPr>
          <a:xfrm>
            <a:off x="8397382" y="5197672"/>
            <a:ext cx="427106" cy="427106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dirty="0">
                <a:latin typeface="Aptos" panose="020B0004020202020204" pitchFamily="34" charset="0"/>
              </a:rPr>
              <a:t>C</a:t>
            </a:r>
          </a:p>
        </p:txBody>
      </p:sp>
      <p:sp>
        <p:nvSpPr>
          <p:cNvPr id="13" name="D">
            <a:extLst>
              <a:ext uri="{FF2B5EF4-FFF2-40B4-BE49-F238E27FC236}">
                <a16:creationId xmlns:a16="http://schemas.microsoft.com/office/drawing/2014/main" id="{7F7D2162-8B9F-5705-63C2-5CD0C62DBED9}"/>
              </a:ext>
            </a:extLst>
          </p:cNvPr>
          <p:cNvSpPr/>
          <p:nvPr/>
        </p:nvSpPr>
        <p:spPr>
          <a:xfrm>
            <a:off x="9841504" y="3406509"/>
            <a:ext cx="427106" cy="427106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dirty="0">
                <a:latin typeface="Aptos" panose="020B0004020202020204" pitchFamily="34" charset="0"/>
              </a:rPr>
              <a:t>D</a:t>
            </a:r>
          </a:p>
        </p:txBody>
      </p:sp>
      <p:sp>
        <p:nvSpPr>
          <p:cNvPr id="14" name="E">
            <a:extLst>
              <a:ext uri="{FF2B5EF4-FFF2-40B4-BE49-F238E27FC236}">
                <a16:creationId xmlns:a16="http://schemas.microsoft.com/office/drawing/2014/main" id="{36F1D3DC-6B4D-DC32-B269-7FA4317F6C6C}"/>
              </a:ext>
            </a:extLst>
          </p:cNvPr>
          <p:cNvSpPr/>
          <p:nvPr/>
        </p:nvSpPr>
        <p:spPr>
          <a:xfrm>
            <a:off x="10230927" y="5095418"/>
            <a:ext cx="427106" cy="427106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dirty="0">
                <a:latin typeface="Aptos" panose="020B0004020202020204" pitchFamily="34" charset="0"/>
              </a:rPr>
              <a:t>E</a:t>
            </a:r>
          </a:p>
        </p:txBody>
      </p:sp>
      <p:sp>
        <p:nvSpPr>
          <p:cNvPr id="15" name="F">
            <a:extLst>
              <a:ext uri="{FF2B5EF4-FFF2-40B4-BE49-F238E27FC236}">
                <a16:creationId xmlns:a16="http://schemas.microsoft.com/office/drawing/2014/main" id="{0CF8BFEC-9B3C-7334-88BD-3642D25BFCF9}"/>
              </a:ext>
            </a:extLst>
          </p:cNvPr>
          <p:cNvSpPr/>
          <p:nvPr/>
        </p:nvSpPr>
        <p:spPr>
          <a:xfrm>
            <a:off x="11373039" y="3774931"/>
            <a:ext cx="427106" cy="427106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dirty="0">
                <a:latin typeface="Aptos" panose="020B0004020202020204" pitchFamily="34" charset="0"/>
              </a:rPr>
              <a:t>F</a:t>
            </a:r>
          </a:p>
        </p:txBody>
      </p:sp>
      <p:sp>
        <p:nvSpPr>
          <p:cNvPr id="16" name="G">
            <a:extLst>
              <a:ext uri="{FF2B5EF4-FFF2-40B4-BE49-F238E27FC236}">
                <a16:creationId xmlns:a16="http://schemas.microsoft.com/office/drawing/2014/main" id="{0540D061-E8BB-7E18-43D6-1BE90F95146B}"/>
              </a:ext>
            </a:extLst>
          </p:cNvPr>
          <p:cNvSpPr/>
          <p:nvPr/>
        </p:nvSpPr>
        <p:spPr>
          <a:xfrm>
            <a:off x="9244539" y="6045883"/>
            <a:ext cx="427106" cy="427106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dirty="0">
                <a:latin typeface="Aptos" panose="020B0004020202020204" pitchFamily="34" charset="0"/>
              </a:rPr>
              <a:t>G</a:t>
            </a:r>
          </a:p>
        </p:txBody>
      </p:sp>
      <p:cxnSp>
        <p:nvCxnSpPr>
          <p:cNvPr id="17" name="AC">
            <a:extLst>
              <a:ext uri="{FF2B5EF4-FFF2-40B4-BE49-F238E27FC236}">
                <a16:creationId xmlns:a16="http://schemas.microsoft.com/office/drawing/2014/main" id="{487B4507-F37D-5E5E-C6CC-B08BC2C7947B}"/>
              </a:ext>
            </a:extLst>
          </p:cNvPr>
          <p:cNvCxnSpPr>
            <a:cxnSpLocks/>
            <a:stCxn id="4" idx="5"/>
            <a:endCxn id="12" idx="1"/>
          </p:cNvCxnSpPr>
          <p:nvPr/>
        </p:nvCxnSpPr>
        <p:spPr>
          <a:xfrm>
            <a:off x="7331339" y="4198173"/>
            <a:ext cx="1128591" cy="1062047"/>
          </a:xfrm>
          <a:prstGeom prst="straightConnector1">
            <a:avLst/>
          </a:prstGeom>
          <a:ln w="381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8" name="AB">
            <a:extLst>
              <a:ext uri="{FF2B5EF4-FFF2-40B4-BE49-F238E27FC236}">
                <a16:creationId xmlns:a16="http://schemas.microsoft.com/office/drawing/2014/main" id="{41C520BB-AD73-6125-98DC-A67AAEB2E592}"/>
              </a:ext>
            </a:extLst>
          </p:cNvPr>
          <p:cNvCxnSpPr>
            <a:cxnSpLocks/>
            <a:stCxn id="4" idx="7"/>
            <a:endCxn id="10" idx="2"/>
          </p:cNvCxnSpPr>
          <p:nvPr/>
        </p:nvCxnSpPr>
        <p:spPr>
          <a:xfrm flipV="1">
            <a:off x="7331339" y="3665469"/>
            <a:ext cx="1066043" cy="230694"/>
          </a:xfrm>
          <a:prstGeom prst="straightConnector1">
            <a:avLst/>
          </a:prstGeom>
          <a:ln w="381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9" name="BD">
            <a:extLst>
              <a:ext uri="{FF2B5EF4-FFF2-40B4-BE49-F238E27FC236}">
                <a16:creationId xmlns:a16="http://schemas.microsoft.com/office/drawing/2014/main" id="{FD5DFDCE-CB92-D34B-3735-660389E35919}"/>
              </a:ext>
            </a:extLst>
          </p:cNvPr>
          <p:cNvCxnSpPr>
            <a:cxnSpLocks/>
            <a:stCxn id="10" idx="6"/>
            <a:endCxn id="13" idx="2"/>
          </p:cNvCxnSpPr>
          <p:nvPr/>
        </p:nvCxnSpPr>
        <p:spPr>
          <a:xfrm flipV="1">
            <a:off x="8824488" y="3620062"/>
            <a:ext cx="1017016" cy="45407"/>
          </a:xfrm>
          <a:prstGeom prst="straightConnector1">
            <a:avLst/>
          </a:prstGeom>
          <a:ln w="381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0" name="CB">
            <a:extLst>
              <a:ext uri="{FF2B5EF4-FFF2-40B4-BE49-F238E27FC236}">
                <a16:creationId xmlns:a16="http://schemas.microsoft.com/office/drawing/2014/main" id="{F66318A9-0C14-A344-CDAB-39B3B45E9EBE}"/>
              </a:ext>
            </a:extLst>
          </p:cNvPr>
          <p:cNvCxnSpPr>
            <a:cxnSpLocks/>
            <a:stCxn id="12" idx="0"/>
            <a:endCxn id="10" idx="4"/>
          </p:cNvCxnSpPr>
          <p:nvPr/>
        </p:nvCxnSpPr>
        <p:spPr>
          <a:xfrm flipV="1">
            <a:off x="8610935" y="3879022"/>
            <a:ext cx="0" cy="1318650"/>
          </a:xfrm>
          <a:prstGeom prst="straightConnector1">
            <a:avLst/>
          </a:prstGeom>
          <a:ln w="381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1" name="EB">
            <a:extLst>
              <a:ext uri="{FF2B5EF4-FFF2-40B4-BE49-F238E27FC236}">
                <a16:creationId xmlns:a16="http://schemas.microsoft.com/office/drawing/2014/main" id="{0EE3C43D-6295-4CAE-ED0A-33AC8781A99D}"/>
              </a:ext>
            </a:extLst>
          </p:cNvPr>
          <p:cNvCxnSpPr>
            <a:cxnSpLocks/>
            <a:stCxn id="14" idx="1"/>
            <a:endCxn id="10" idx="5"/>
          </p:cNvCxnSpPr>
          <p:nvPr/>
        </p:nvCxnSpPr>
        <p:spPr>
          <a:xfrm flipH="1" flipV="1">
            <a:off x="8761940" y="3816474"/>
            <a:ext cx="1531535" cy="1341492"/>
          </a:xfrm>
          <a:prstGeom prst="straightConnector1">
            <a:avLst/>
          </a:prstGeom>
          <a:ln w="381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2" name="DF">
            <a:extLst>
              <a:ext uri="{FF2B5EF4-FFF2-40B4-BE49-F238E27FC236}">
                <a16:creationId xmlns:a16="http://schemas.microsoft.com/office/drawing/2014/main" id="{4DEA3C1B-8E15-2444-39C3-41348FC7CE2F}"/>
              </a:ext>
            </a:extLst>
          </p:cNvPr>
          <p:cNvCxnSpPr>
            <a:cxnSpLocks/>
            <a:stCxn id="13" idx="6"/>
            <a:endCxn id="15" idx="2"/>
          </p:cNvCxnSpPr>
          <p:nvPr/>
        </p:nvCxnSpPr>
        <p:spPr>
          <a:xfrm>
            <a:off x="10268610" y="3620062"/>
            <a:ext cx="1104429" cy="368422"/>
          </a:xfrm>
          <a:prstGeom prst="straightConnector1">
            <a:avLst/>
          </a:prstGeom>
          <a:ln w="381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3" name="EF">
            <a:extLst>
              <a:ext uri="{FF2B5EF4-FFF2-40B4-BE49-F238E27FC236}">
                <a16:creationId xmlns:a16="http://schemas.microsoft.com/office/drawing/2014/main" id="{B2666808-C8F5-4754-7B0E-4F145D9298C6}"/>
              </a:ext>
            </a:extLst>
          </p:cNvPr>
          <p:cNvCxnSpPr>
            <a:cxnSpLocks/>
            <a:stCxn id="14" idx="7"/>
            <a:endCxn id="15" idx="3"/>
          </p:cNvCxnSpPr>
          <p:nvPr/>
        </p:nvCxnSpPr>
        <p:spPr>
          <a:xfrm flipV="1">
            <a:off x="10595485" y="4139489"/>
            <a:ext cx="840102" cy="1018477"/>
          </a:xfrm>
          <a:prstGeom prst="straightConnector1">
            <a:avLst/>
          </a:prstGeom>
          <a:ln w="381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4" name="ED">
            <a:extLst>
              <a:ext uri="{FF2B5EF4-FFF2-40B4-BE49-F238E27FC236}">
                <a16:creationId xmlns:a16="http://schemas.microsoft.com/office/drawing/2014/main" id="{9723D23C-EEFE-4366-DD8D-A0EFA5480B22}"/>
              </a:ext>
            </a:extLst>
          </p:cNvPr>
          <p:cNvCxnSpPr>
            <a:cxnSpLocks/>
            <a:stCxn id="14" idx="0"/>
            <a:endCxn id="13" idx="4"/>
          </p:cNvCxnSpPr>
          <p:nvPr/>
        </p:nvCxnSpPr>
        <p:spPr>
          <a:xfrm flipH="1" flipV="1">
            <a:off x="10055057" y="3833615"/>
            <a:ext cx="389423" cy="1261803"/>
          </a:xfrm>
          <a:prstGeom prst="straightConnector1">
            <a:avLst/>
          </a:prstGeom>
          <a:ln w="381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5" name="CG">
            <a:extLst>
              <a:ext uri="{FF2B5EF4-FFF2-40B4-BE49-F238E27FC236}">
                <a16:creationId xmlns:a16="http://schemas.microsoft.com/office/drawing/2014/main" id="{AB15F0E2-7386-9BB2-AEF3-DC870D56653C}"/>
              </a:ext>
            </a:extLst>
          </p:cNvPr>
          <p:cNvCxnSpPr>
            <a:cxnSpLocks/>
            <a:stCxn id="12" idx="5"/>
            <a:endCxn id="16" idx="1"/>
          </p:cNvCxnSpPr>
          <p:nvPr/>
        </p:nvCxnSpPr>
        <p:spPr>
          <a:xfrm>
            <a:off x="8761940" y="5562230"/>
            <a:ext cx="545147" cy="546201"/>
          </a:xfrm>
          <a:prstGeom prst="straightConnector1">
            <a:avLst/>
          </a:prstGeom>
          <a:ln w="381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6" name="GE">
            <a:extLst>
              <a:ext uri="{FF2B5EF4-FFF2-40B4-BE49-F238E27FC236}">
                <a16:creationId xmlns:a16="http://schemas.microsoft.com/office/drawing/2014/main" id="{81A63EA5-37DE-9331-7FE8-6B2CF94585D2}"/>
              </a:ext>
            </a:extLst>
          </p:cNvPr>
          <p:cNvCxnSpPr>
            <a:cxnSpLocks/>
            <a:stCxn id="16" idx="7"/>
            <a:endCxn id="14" idx="3"/>
          </p:cNvCxnSpPr>
          <p:nvPr/>
        </p:nvCxnSpPr>
        <p:spPr>
          <a:xfrm flipV="1">
            <a:off x="9609097" y="5459976"/>
            <a:ext cx="684378" cy="648455"/>
          </a:xfrm>
          <a:prstGeom prst="straightConnector1">
            <a:avLst/>
          </a:prstGeom>
          <a:ln w="381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7" name="cAB">
            <a:extLst>
              <a:ext uri="{FF2B5EF4-FFF2-40B4-BE49-F238E27FC236}">
                <a16:creationId xmlns:a16="http://schemas.microsoft.com/office/drawing/2014/main" id="{2275020A-75A8-A321-4DC2-52006573F17D}"/>
              </a:ext>
            </a:extLst>
          </p:cNvPr>
          <p:cNvSpPr txBox="1"/>
          <p:nvPr/>
        </p:nvSpPr>
        <p:spPr>
          <a:xfrm>
            <a:off x="7688179" y="3451916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>
              <a:defRPr b="1">
                <a:latin typeface="Aptos" panose="020B0004020202020204" pitchFamily="34" charset="0"/>
              </a:defRPr>
            </a:lvl1pPr>
          </a:lstStyle>
          <a:p>
            <a:r>
              <a:rPr lang="nl-NL" dirty="0"/>
              <a:t>3</a:t>
            </a:r>
          </a:p>
        </p:txBody>
      </p:sp>
      <p:sp>
        <p:nvSpPr>
          <p:cNvPr id="28" name="cAC">
            <a:extLst>
              <a:ext uri="{FF2B5EF4-FFF2-40B4-BE49-F238E27FC236}">
                <a16:creationId xmlns:a16="http://schemas.microsoft.com/office/drawing/2014/main" id="{8BFBE463-67F0-0481-1F81-2A4B14ABBDAC}"/>
              </a:ext>
            </a:extLst>
          </p:cNvPr>
          <p:cNvSpPr txBox="1"/>
          <p:nvPr/>
        </p:nvSpPr>
        <p:spPr>
          <a:xfrm>
            <a:off x="7461412" y="4530115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NL" b="1" dirty="0">
                <a:latin typeface="Aptos" panose="020B0004020202020204" pitchFamily="34" charset="0"/>
              </a:rPr>
              <a:t>2</a:t>
            </a:r>
          </a:p>
        </p:txBody>
      </p:sp>
      <p:sp>
        <p:nvSpPr>
          <p:cNvPr id="29" name="cCG">
            <a:extLst>
              <a:ext uri="{FF2B5EF4-FFF2-40B4-BE49-F238E27FC236}">
                <a16:creationId xmlns:a16="http://schemas.microsoft.com/office/drawing/2014/main" id="{34EAF4F9-74B5-8BCF-3542-6D8828E1FD32}"/>
              </a:ext>
            </a:extLst>
          </p:cNvPr>
          <p:cNvSpPr txBox="1"/>
          <p:nvPr/>
        </p:nvSpPr>
        <p:spPr>
          <a:xfrm>
            <a:off x="8610935" y="5736712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NL" b="1" dirty="0">
                <a:latin typeface="Aptos" panose="020B0004020202020204" pitchFamily="34" charset="0"/>
              </a:rPr>
              <a:t>4</a:t>
            </a:r>
          </a:p>
        </p:txBody>
      </p:sp>
      <p:sp>
        <p:nvSpPr>
          <p:cNvPr id="30" name="cGE">
            <a:extLst>
              <a:ext uri="{FF2B5EF4-FFF2-40B4-BE49-F238E27FC236}">
                <a16:creationId xmlns:a16="http://schemas.microsoft.com/office/drawing/2014/main" id="{5E64DE3A-1C07-A064-9983-4E1077746EAC}"/>
              </a:ext>
            </a:extLst>
          </p:cNvPr>
          <p:cNvSpPr txBox="1"/>
          <p:nvPr/>
        </p:nvSpPr>
        <p:spPr>
          <a:xfrm>
            <a:off x="9859415" y="5784203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NL" b="1" dirty="0">
                <a:latin typeface="Aptos" panose="020B0004020202020204" pitchFamily="34" charset="0"/>
              </a:rPr>
              <a:t>1</a:t>
            </a:r>
          </a:p>
        </p:txBody>
      </p:sp>
      <p:sp>
        <p:nvSpPr>
          <p:cNvPr id="31" name="cEB">
            <a:extLst>
              <a:ext uri="{FF2B5EF4-FFF2-40B4-BE49-F238E27FC236}">
                <a16:creationId xmlns:a16="http://schemas.microsoft.com/office/drawing/2014/main" id="{263AA5A3-675C-28C6-2BA8-E737F9D8F79D}"/>
              </a:ext>
            </a:extLst>
          </p:cNvPr>
          <p:cNvSpPr txBox="1"/>
          <p:nvPr/>
        </p:nvSpPr>
        <p:spPr>
          <a:xfrm>
            <a:off x="9410310" y="4162349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NL" b="1" dirty="0">
                <a:latin typeface="Aptos" panose="020B0004020202020204" pitchFamily="34" charset="0"/>
              </a:rPr>
              <a:t>3</a:t>
            </a:r>
          </a:p>
        </p:txBody>
      </p:sp>
      <p:sp>
        <p:nvSpPr>
          <p:cNvPr id="32" name="cCB">
            <a:extLst>
              <a:ext uri="{FF2B5EF4-FFF2-40B4-BE49-F238E27FC236}">
                <a16:creationId xmlns:a16="http://schemas.microsoft.com/office/drawing/2014/main" id="{02D0D342-2D5A-297A-5026-986ED4E5482C}"/>
              </a:ext>
            </a:extLst>
          </p:cNvPr>
          <p:cNvSpPr txBox="1"/>
          <p:nvPr/>
        </p:nvSpPr>
        <p:spPr>
          <a:xfrm>
            <a:off x="8305881" y="4276102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>
              <a:defRPr b="1">
                <a:latin typeface="Aptos" panose="020B0004020202020204" pitchFamily="34" charset="0"/>
              </a:defRPr>
            </a:lvl1pPr>
          </a:lstStyle>
          <a:p>
            <a:r>
              <a:rPr lang="nl-NL" dirty="0"/>
              <a:t>8</a:t>
            </a:r>
          </a:p>
        </p:txBody>
      </p:sp>
      <p:sp>
        <p:nvSpPr>
          <p:cNvPr id="33" name="cBD">
            <a:extLst>
              <a:ext uri="{FF2B5EF4-FFF2-40B4-BE49-F238E27FC236}">
                <a16:creationId xmlns:a16="http://schemas.microsoft.com/office/drawing/2014/main" id="{717F9C5E-3FE2-2753-954C-B1F688E5409F}"/>
              </a:ext>
            </a:extLst>
          </p:cNvPr>
          <p:cNvSpPr txBox="1"/>
          <p:nvPr/>
        </p:nvSpPr>
        <p:spPr>
          <a:xfrm>
            <a:off x="9117575" y="3267432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NL" b="1" dirty="0">
                <a:latin typeface="Aptos" panose="020B0004020202020204" pitchFamily="34" charset="0"/>
              </a:rPr>
              <a:t>4</a:t>
            </a:r>
          </a:p>
        </p:txBody>
      </p:sp>
      <p:sp>
        <p:nvSpPr>
          <p:cNvPr id="34" name="cED">
            <a:extLst>
              <a:ext uri="{FF2B5EF4-FFF2-40B4-BE49-F238E27FC236}">
                <a16:creationId xmlns:a16="http://schemas.microsoft.com/office/drawing/2014/main" id="{79AB6C40-A6A2-B98F-3B42-7478FA083CC5}"/>
              </a:ext>
            </a:extLst>
          </p:cNvPr>
          <p:cNvSpPr txBox="1"/>
          <p:nvPr/>
        </p:nvSpPr>
        <p:spPr>
          <a:xfrm>
            <a:off x="10228716" y="4198846"/>
            <a:ext cx="4315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>
              <a:defRPr b="1">
                <a:latin typeface="Aptos" panose="020B0004020202020204" pitchFamily="34" charset="0"/>
              </a:defRPr>
            </a:lvl1pPr>
          </a:lstStyle>
          <a:p>
            <a:r>
              <a:rPr lang="nl-NL" dirty="0"/>
              <a:t>10</a:t>
            </a:r>
          </a:p>
        </p:txBody>
      </p:sp>
      <p:sp>
        <p:nvSpPr>
          <p:cNvPr id="35" name="cEF">
            <a:extLst>
              <a:ext uri="{FF2B5EF4-FFF2-40B4-BE49-F238E27FC236}">
                <a16:creationId xmlns:a16="http://schemas.microsoft.com/office/drawing/2014/main" id="{F7AE837B-0D1C-4237-E62F-34E19D03950A}"/>
              </a:ext>
            </a:extLst>
          </p:cNvPr>
          <p:cNvSpPr txBox="1"/>
          <p:nvPr/>
        </p:nvSpPr>
        <p:spPr>
          <a:xfrm>
            <a:off x="10929679" y="4708897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>
              <a:defRPr b="1">
                <a:latin typeface="Aptos" panose="020B0004020202020204" pitchFamily="34" charset="0"/>
              </a:defRPr>
            </a:lvl1pPr>
          </a:lstStyle>
          <a:p>
            <a:r>
              <a:rPr lang="nl-NL" dirty="0"/>
              <a:t>2</a:t>
            </a:r>
          </a:p>
        </p:txBody>
      </p:sp>
      <p:sp>
        <p:nvSpPr>
          <p:cNvPr id="36" name="cDF">
            <a:extLst>
              <a:ext uri="{FF2B5EF4-FFF2-40B4-BE49-F238E27FC236}">
                <a16:creationId xmlns:a16="http://schemas.microsoft.com/office/drawing/2014/main" id="{C11C7D38-2EAD-FC76-7388-E36043ABD945}"/>
              </a:ext>
            </a:extLst>
          </p:cNvPr>
          <p:cNvSpPr txBox="1"/>
          <p:nvPr/>
        </p:nvSpPr>
        <p:spPr>
          <a:xfrm>
            <a:off x="10666775" y="3435396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>
              <a:defRPr b="1">
                <a:latin typeface="Aptos" panose="020B0004020202020204" pitchFamily="34" charset="0"/>
              </a:defRPr>
            </a:lvl1pPr>
          </a:lstStyle>
          <a:p>
            <a:r>
              <a:rPr lang="nl-NL" dirty="0"/>
              <a:t>3</a:t>
            </a:r>
          </a:p>
        </p:txBody>
      </p:sp>
      <p:sp>
        <p:nvSpPr>
          <p:cNvPr id="37" name="Speech Bubble: Oval 36">
            <a:extLst>
              <a:ext uri="{FF2B5EF4-FFF2-40B4-BE49-F238E27FC236}">
                <a16:creationId xmlns:a16="http://schemas.microsoft.com/office/drawing/2014/main" id="{9B50128F-1C47-E511-C812-88761FEC6051}"/>
              </a:ext>
            </a:extLst>
          </p:cNvPr>
          <p:cNvSpPr/>
          <p:nvPr/>
        </p:nvSpPr>
        <p:spPr>
          <a:xfrm>
            <a:off x="10556341" y="5736712"/>
            <a:ext cx="1635659" cy="1018477"/>
          </a:xfrm>
          <a:prstGeom prst="wedgeEllipseCallout">
            <a:avLst>
              <a:gd name="adj1" fmla="val -34073"/>
              <a:gd name="adj2" fmla="val -73353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dirty="0">
                <a:latin typeface="Aptos" panose="020B0004020202020204" pitchFamily="34" charset="0"/>
              </a:rPr>
              <a:t>Total </a:t>
            </a:r>
            <a:r>
              <a:rPr lang="nl-NL" dirty="0" err="1">
                <a:latin typeface="Aptos" panose="020B0004020202020204" pitchFamily="34" charset="0"/>
              </a:rPr>
              <a:t>cost</a:t>
            </a:r>
            <a:r>
              <a:rPr lang="nl-NL" dirty="0">
                <a:latin typeface="Aptos" panose="020B0004020202020204" pitchFamily="34" charset="0"/>
              </a:rPr>
              <a:t>: </a:t>
            </a:r>
            <a:r>
              <a:rPr lang="nl-NL" b="1" dirty="0">
                <a:latin typeface="Aptos" panose="020B0004020202020204" pitchFamily="34" charset="0"/>
              </a:rPr>
              <a:t>14</a:t>
            </a:r>
          </a:p>
        </p:txBody>
      </p:sp>
    </p:spTree>
    <p:extLst>
      <p:ext uri="{BB962C8B-B14F-4D97-AF65-F5344CB8AC3E}">
        <p14:creationId xmlns:p14="http://schemas.microsoft.com/office/powerpoint/2010/main" val="12632001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7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2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F2F2F2"/>
                                      </p:to>
                                    </p:animClr>
                                    <p:set>
                                      <p:cBhvr>
                                        <p:cTn id="23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" presetID="3" presetClass="emph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5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2F2F2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26" presetID="7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7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F2F2F2"/>
                                      </p:to>
                                    </p:animClr>
                                    <p:set>
                                      <p:cBhvr>
                                        <p:cTn id="28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3" presetClass="emph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0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2F2F2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31" presetID="7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2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F2F2F2"/>
                                      </p:to>
                                    </p:animClr>
                                    <p:set>
                                      <p:cBhvr>
                                        <p:cTn id="33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" presetID="3" presetClass="emph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5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2F2F2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36" presetID="7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7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F2F2F2"/>
                                      </p:to>
                                    </p:animClr>
                                    <p:set>
                                      <p:cBhvr>
                                        <p:cTn id="38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3" presetClass="emph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40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2F2F2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500"/>
                            </p:stCondLst>
                            <p:childTnLst>
                              <p:par>
                                <p:cTn id="4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" grpId="0"/>
      <p:bldP spid="32" grpId="0"/>
      <p:bldP spid="33" grpId="0"/>
      <p:bldP spid="34" grpId="0"/>
      <p:bldP spid="37" grpId="0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833391-ABB5-92E8-5872-25CA55CC6C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BA9657-AA62-E664-AB41-11E6E8CA9E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The minimum spanning tree </a:t>
            </a:r>
            <a:r>
              <a:rPr lang="nl-NL" dirty="0" err="1"/>
              <a:t>problem</a:t>
            </a:r>
            <a:endParaRPr lang="nl-N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F6EF6E-06C6-F4D9-B81E-DF2074EE009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0081" y="2633472"/>
            <a:ext cx="6161373" cy="3875612"/>
          </a:xfrm>
        </p:spPr>
        <p:txBody>
          <a:bodyPr>
            <a:normAutofit/>
          </a:bodyPr>
          <a:lstStyle/>
          <a:p>
            <a:r>
              <a:rPr lang="nl-NL" dirty="0" err="1"/>
              <a:t>Given</a:t>
            </a:r>
            <a:r>
              <a:rPr lang="nl-NL" dirty="0"/>
              <a:t> </a:t>
            </a:r>
            <a:r>
              <a:rPr lang="nl-NL" dirty="0" err="1"/>
              <a:t>an</a:t>
            </a:r>
            <a:r>
              <a:rPr lang="nl-NL" dirty="0"/>
              <a:t> </a:t>
            </a:r>
            <a:r>
              <a:rPr lang="nl-NL" sz="1800" b="1" dirty="0" err="1">
                <a:latin typeface="Aptos" panose="020B0004020202020204" pitchFamily="34" charset="0"/>
              </a:rPr>
              <a:t>undirected</a:t>
            </a:r>
            <a:r>
              <a:rPr lang="nl-NL" dirty="0"/>
              <a:t> </a:t>
            </a:r>
            <a:r>
              <a:rPr lang="nl-NL" dirty="0" err="1"/>
              <a:t>weighted</a:t>
            </a:r>
            <a:r>
              <a:rPr lang="nl-NL" dirty="0"/>
              <a:t> </a:t>
            </a:r>
            <a:r>
              <a:rPr lang="nl-NL" dirty="0" err="1"/>
              <a:t>graph</a:t>
            </a:r>
            <a:endParaRPr lang="nl-NL" dirty="0"/>
          </a:p>
          <a:p>
            <a:pPr lvl="1"/>
            <a:r>
              <a:rPr lang="nl-NL" dirty="0" err="1"/>
              <a:t>What</a:t>
            </a:r>
            <a:r>
              <a:rPr lang="nl-NL" dirty="0"/>
              <a:t> is </a:t>
            </a:r>
            <a:r>
              <a:rPr lang="nl-NL" dirty="0" err="1"/>
              <a:t>the</a:t>
            </a:r>
            <a:r>
              <a:rPr lang="nl-NL" dirty="0"/>
              <a:t> </a:t>
            </a:r>
            <a:r>
              <a:rPr lang="nl-NL" dirty="0" err="1"/>
              <a:t>optimal</a:t>
            </a:r>
            <a:r>
              <a:rPr lang="nl-NL" dirty="0"/>
              <a:t> way </a:t>
            </a:r>
            <a:r>
              <a:rPr lang="nl-NL" dirty="0" err="1"/>
              <a:t>to</a:t>
            </a:r>
            <a:r>
              <a:rPr lang="nl-NL" dirty="0"/>
              <a:t> </a:t>
            </a:r>
            <a:r>
              <a:rPr lang="nl-NL" dirty="0" err="1"/>
              <a:t>connect</a:t>
            </a:r>
            <a:r>
              <a:rPr lang="nl-NL" dirty="0"/>
              <a:t> </a:t>
            </a:r>
            <a:r>
              <a:rPr lang="nl-NL" dirty="0" err="1"/>
              <a:t>all</a:t>
            </a:r>
            <a:r>
              <a:rPr lang="nl-NL" dirty="0"/>
              <a:t> </a:t>
            </a:r>
            <a:r>
              <a:rPr lang="nl-NL" dirty="0" err="1"/>
              <a:t>nodes</a:t>
            </a:r>
            <a:r>
              <a:rPr lang="nl-NL" dirty="0"/>
              <a:t> without </a:t>
            </a:r>
            <a:r>
              <a:rPr lang="nl-NL" dirty="0" err="1"/>
              <a:t>having</a:t>
            </a:r>
            <a:r>
              <a:rPr lang="nl-NL" dirty="0"/>
              <a:t> </a:t>
            </a:r>
            <a:r>
              <a:rPr lang="nl-NL" dirty="0" err="1"/>
              <a:t>cycles</a:t>
            </a:r>
            <a:r>
              <a:rPr lang="nl-NL" dirty="0"/>
              <a:t>?</a:t>
            </a:r>
          </a:p>
          <a:p>
            <a:pPr lvl="1"/>
            <a:endParaRPr lang="nl-NL" dirty="0"/>
          </a:p>
          <a:p>
            <a:r>
              <a:rPr lang="nl-NL" dirty="0" err="1"/>
              <a:t>Two</a:t>
            </a:r>
            <a:r>
              <a:rPr lang="nl-NL" dirty="0"/>
              <a:t> approaches</a:t>
            </a:r>
          </a:p>
          <a:p>
            <a:pPr lvl="1"/>
            <a:r>
              <a:rPr lang="nl-NL" dirty="0" err="1"/>
              <a:t>Add</a:t>
            </a:r>
            <a:r>
              <a:rPr lang="nl-NL" dirty="0"/>
              <a:t> </a:t>
            </a:r>
            <a:r>
              <a:rPr lang="nl-NL" b="1" dirty="0" err="1">
                <a:latin typeface="Aptos" panose="020B0004020202020204" pitchFamily="34" charset="0"/>
              </a:rPr>
              <a:t>edges</a:t>
            </a:r>
            <a:r>
              <a:rPr lang="nl-NL" dirty="0"/>
              <a:t> in order of </a:t>
            </a:r>
            <a:r>
              <a:rPr lang="nl-NL" dirty="0" err="1"/>
              <a:t>increasing</a:t>
            </a:r>
            <a:r>
              <a:rPr lang="nl-NL" dirty="0"/>
              <a:t> </a:t>
            </a:r>
            <a:r>
              <a:rPr lang="nl-NL" dirty="0" err="1"/>
              <a:t>costs</a:t>
            </a:r>
            <a:r>
              <a:rPr lang="nl-NL" dirty="0"/>
              <a:t>, </a:t>
            </a:r>
            <a:r>
              <a:rPr lang="nl-NL" dirty="0" err="1"/>
              <a:t>one</a:t>
            </a:r>
            <a:r>
              <a:rPr lang="nl-NL" dirty="0"/>
              <a:t> </a:t>
            </a:r>
            <a:r>
              <a:rPr lang="nl-NL" dirty="0" err="1"/>
              <a:t>by</a:t>
            </a:r>
            <a:r>
              <a:rPr lang="nl-NL" dirty="0"/>
              <a:t> </a:t>
            </a:r>
            <a:r>
              <a:rPr lang="nl-NL" dirty="0" err="1"/>
              <a:t>one</a:t>
            </a:r>
            <a:r>
              <a:rPr lang="nl-NL" dirty="0"/>
              <a:t> </a:t>
            </a:r>
            <a:r>
              <a:rPr lang="nl-NL" dirty="0" err="1"/>
              <a:t>until</a:t>
            </a:r>
            <a:r>
              <a:rPr lang="nl-NL" dirty="0"/>
              <a:t> a </a:t>
            </a:r>
            <a:r>
              <a:rPr lang="nl-NL" dirty="0" err="1"/>
              <a:t>cycle</a:t>
            </a:r>
            <a:r>
              <a:rPr lang="nl-NL" dirty="0"/>
              <a:t> is </a:t>
            </a:r>
            <a:r>
              <a:rPr lang="nl-NL" dirty="0" err="1"/>
              <a:t>introduced</a:t>
            </a:r>
            <a:r>
              <a:rPr lang="nl-NL" dirty="0"/>
              <a:t> (</a:t>
            </a:r>
            <a:r>
              <a:rPr lang="nl-NL" b="1" dirty="0" err="1">
                <a:latin typeface="Aptos" panose="020B0004020202020204" pitchFamily="34" charset="0"/>
              </a:rPr>
              <a:t>Kruskal’s</a:t>
            </a:r>
            <a:r>
              <a:rPr lang="nl-NL" dirty="0"/>
              <a:t>)</a:t>
            </a:r>
          </a:p>
          <a:p>
            <a:pPr lvl="1"/>
            <a:r>
              <a:rPr lang="nl-NL" dirty="0" err="1"/>
              <a:t>Add</a:t>
            </a:r>
            <a:r>
              <a:rPr lang="nl-NL" dirty="0"/>
              <a:t> </a:t>
            </a:r>
            <a:r>
              <a:rPr lang="nl-NL" b="1" dirty="0" err="1">
                <a:latin typeface="Aptos" panose="020B0004020202020204" pitchFamily="34" charset="0"/>
              </a:rPr>
              <a:t>nodes</a:t>
            </a:r>
            <a:r>
              <a:rPr lang="nl-NL" dirty="0"/>
              <a:t> in order of </a:t>
            </a:r>
            <a:r>
              <a:rPr lang="nl-NL" dirty="0" err="1"/>
              <a:t>increasing</a:t>
            </a:r>
            <a:r>
              <a:rPr lang="nl-NL" dirty="0"/>
              <a:t> </a:t>
            </a:r>
            <a:r>
              <a:rPr lang="nl-NL" dirty="0" err="1"/>
              <a:t>connection</a:t>
            </a:r>
            <a:r>
              <a:rPr lang="nl-NL" dirty="0"/>
              <a:t> </a:t>
            </a:r>
            <a:r>
              <a:rPr lang="nl-NL" dirty="0" err="1"/>
              <a:t>costs</a:t>
            </a:r>
            <a:r>
              <a:rPr lang="nl-NL" dirty="0"/>
              <a:t> </a:t>
            </a:r>
            <a:r>
              <a:rPr lang="nl-NL" dirty="0" err="1"/>
              <a:t>until</a:t>
            </a:r>
            <a:r>
              <a:rPr lang="nl-NL" dirty="0"/>
              <a:t> </a:t>
            </a:r>
            <a:r>
              <a:rPr lang="nl-NL" dirty="0" err="1"/>
              <a:t>all</a:t>
            </a:r>
            <a:r>
              <a:rPr lang="nl-NL" dirty="0"/>
              <a:t> </a:t>
            </a:r>
            <a:r>
              <a:rPr lang="nl-NL" dirty="0" err="1"/>
              <a:t>nodes</a:t>
            </a:r>
            <a:r>
              <a:rPr lang="nl-NL" dirty="0"/>
              <a:t> are </a:t>
            </a:r>
            <a:r>
              <a:rPr lang="nl-NL" dirty="0" err="1"/>
              <a:t>added</a:t>
            </a:r>
            <a:r>
              <a:rPr lang="nl-NL" dirty="0"/>
              <a:t> (</a:t>
            </a:r>
            <a:r>
              <a:rPr lang="nl-NL" b="1" dirty="0" err="1">
                <a:latin typeface="Aptos" panose="020B0004020202020204" pitchFamily="34" charset="0"/>
              </a:rPr>
              <a:t>Prim’s</a:t>
            </a:r>
            <a:r>
              <a:rPr lang="nl-NL" dirty="0"/>
              <a:t>)</a:t>
            </a:r>
          </a:p>
          <a:p>
            <a:endParaRPr lang="nl-NL" dirty="0"/>
          </a:p>
        </p:txBody>
      </p:sp>
      <p:sp>
        <p:nvSpPr>
          <p:cNvPr id="31" name="A">
            <a:extLst>
              <a:ext uri="{FF2B5EF4-FFF2-40B4-BE49-F238E27FC236}">
                <a16:creationId xmlns:a16="http://schemas.microsoft.com/office/drawing/2014/main" id="{0F1571FD-A933-2B59-E540-A41419719A15}"/>
              </a:ext>
            </a:extLst>
          </p:cNvPr>
          <p:cNvSpPr/>
          <p:nvPr/>
        </p:nvSpPr>
        <p:spPr>
          <a:xfrm>
            <a:off x="6966781" y="3833615"/>
            <a:ext cx="427106" cy="427106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dirty="0">
                <a:latin typeface="Aptos" panose="020B0004020202020204" pitchFamily="34" charset="0"/>
              </a:rPr>
              <a:t>A</a:t>
            </a:r>
          </a:p>
        </p:txBody>
      </p:sp>
      <p:sp>
        <p:nvSpPr>
          <p:cNvPr id="32" name="B">
            <a:extLst>
              <a:ext uri="{FF2B5EF4-FFF2-40B4-BE49-F238E27FC236}">
                <a16:creationId xmlns:a16="http://schemas.microsoft.com/office/drawing/2014/main" id="{F09A4013-ED2F-562A-BFBC-F9F3BC73E2E8}"/>
              </a:ext>
            </a:extLst>
          </p:cNvPr>
          <p:cNvSpPr/>
          <p:nvPr/>
        </p:nvSpPr>
        <p:spPr>
          <a:xfrm>
            <a:off x="8397382" y="3451916"/>
            <a:ext cx="427106" cy="427106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dirty="0">
                <a:latin typeface="Aptos" panose="020B0004020202020204" pitchFamily="34" charset="0"/>
              </a:rPr>
              <a:t>B</a:t>
            </a:r>
          </a:p>
        </p:txBody>
      </p:sp>
      <p:sp>
        <p:nvSpPr>
          <p:cNvPr id="33" name="C">
            <a:extLst>
              <a:ext uri="{FF2B5EF4-FFF2-40B4-BE49-F238E27FC236}">
                <a16:creationId xmlns:a16="http://schemas.microsoft.com/office/drawing/2014/main" id="{6A0BC1B9-2685-1FE6-740F-AC80AB07AAA7}"/>
              </a:ext>
            </a:extLst>
          </p:cNvPr>
          <p:cNvSpPr/>
          <p:nvPr/>
        </p:nvSpPr>
        <p:spPr>
          <a:xfrm>
            <a:off x="8397382" y="5197672"/>
            <a:ext cx="427106" cy="427106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dirty="0">
                <a:latin typeface="Aptos" panose="020B0004020202020204" pitchFamily="34" charset="0"/>
              </a:rPr>
              <a:t>C</a:t>
            </a:r>
          </a:p>
        </p:txBody>
      </p:sp>
      <p:sp>
        <p:nvSpPr>
          <p:cNvPr id="34" name="D">
            <a:extLst>
              <a:ext uri="{FF2B5EF4-FFF2-40B4-BE49-F238E27FC236}">
                <a16:creationId xmlns:a16="http://schemas.microsoft.com/office/drawing/2014/main" id="{DD2F5166-389B-01A1-AB0E-F474A4714276}"/>
              </a:ext>
            </a:extLst>
          </p:cNvPr>
          <p:cNvSpPr/>
          <p:nvPr/>
        </p:nvSpPr>
        <p:spPr>
          <a:xfrm>
            <a:off x="9841504" y="3406509"/>
            <a:ext cx="427106" cy="427106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dirty="0">
                <a:latin typeface="Aptos" panose="020B0004020202020204" pitchFamily="34" charset="0"/>
              </a:rPr>
              <a:t>D</a:t>
            </a:r>
          </a:p>
        </p:txBody>
      </p:sp>
      <p:sp>
        <p:nvSpPr>
          <p:cNvPr id="35" name="E">
            <a:extLst>
              <a:ext uri="{FF2B5EF4-FFF2-40B4-BE49-F238E27FC236}">
                <a16:creationId xmlns:a16="http://schemas.microsoft.com/office/drawing/2014/main" id="{19C08525-936E-58C7-CA4E-B7515D63ECAA}"/>
              </a:ext>
            </a:extLst>
          </p:cNvPr>
          <p:cNvSpPr/>
          <p:nvPr/>
        </p:nvSpPr>
        <p:spPr>
          <a:xfrm>
            <a:off x="10230927" y="5095418"/>
            <a:ext cx="427106" cy="427106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dirty="0">
                <a:latin typeface="Aptos" panose="020B0004020202020204" pitchFamily="34" charset="0"/>
              </a:rPr>
              <a:t>E</a:t>
            </a:r>
          </a:p>
        </p:txBody>
      </p:sp>
      <p:sp>
        <p:nvSpPr>
          <p:cNvPr id="36" name="F">
            <a:extLst>
              <a:ext uri="{FF2B5EF4-FFF2-40B4-BE49-F238E27FC236}">
                <a16:creationId xmlns:a16="http://schemas.microsoft.com/office/drawing/2014/main" id="{683D9D16-B897-E6B0-71B7-E129BFCED5E1}"/>
              </a:ext>
            </a:extLst>
          </p:cNvPr>
          <p:cNvSpPr/>
          <p:nvPr/>
        </p:nvSpPr>
        <p:spPr>
          <a:xfrm>
            <a:off x="11373039" y="3774931"/>
            <a:ext cx="427106" cy="427106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dirty="0">
                <a:latin typeface="Aptos" panose="020B0004020202020204" pitchFamily="34" charset="0"/>
              </a:rPr>
              <a:t>F</a:t>
            </a:r>
          </a:p>
        </p:txBody>
      </p:sp>
      <p:sp>
        <p:nvSpPr>
          <p:cNvPr id="37" name="G">
            <a:extLst>
              <a:ext uri="{FF2B5EF4-FFF2-40B4-BE49-F238E27FC236}">
                <a16:creationId xmlns:a16="http://schemas.microsoft.com/office/drawing/2014/main" id="{EF52D59F-6956-9B5A-FA6C-661CC33B46D9}"/>
              </a:ext>
            </a:extLst>
          </p:cNvPr>
          <p:cNvSpPr/>
          <p:nvPr/>
        </p:nvSpPr>
        <p:spPr>
          <a:xfrm>
            <a:off x="9244539" y="6045883"/>
            <a:ext cx="427106" cy="427106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dirty="0">
                <a:latin typeface="Aptos" panose="020B0004020202020204" pitchFamily="34" charset="0"/>
              </a:rPr>
              <a:t>G</a:t>
            </a:r>
          </a:p>
        </p:txBody>
      </p:sp>
      <p:cxnSp>
        <p:nvCxnSpPr>
          <p:cNvPr id="38" name="AC">
            <a:extLst>
              <a:ext uri="{FF2B5EF4-FFF2-40B4-BE49-F238E27FC236}">
                <a16:creationId xmlns:a16="http://schemas.microsoft.com/office/drawing/2014/main" id="{575BEC0B-C30E-90EC-DAEC-3F7C431DDDEF}"/>
              </a:ext>
            </a:extLst>
          </p:cNvPr>
          <p:cNvCxnSpPr>
            <a:cxnSpLocks/>
            <a:stCxn id="31" idx="5"/>
            <a:endCxn id="33" idx="1"/>
          </p:cNvCxnSpPr>
          <p:nvPr/>
        </p:nvCxnSpPr>
        <p:spPr>
          <a:xfrm>
            <a:off x="7331339" y="4198173"/>
            <a:ext cx="1128591" cy="1062047"/>
          </a:xfrm>
          <a:prstGeom prst="straightConnector1">
            <a:avLst/>
          </a:prstGeom>
          <a:ln w="381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9" name="AB">
            <a:extLst>
              <a:ext uri="{FF2B5EF4-FFF2-40B4-BE49-F238E27FC236}">
                <a16:creationId xmlns:a16="http://schemas.microsoft.com/office/drawing/2014/main" id="{1E581ABA-6C06-F961-0593-CA2387FDF36A}"/>
              </a:ext>
            </a:extLst>
          </p:cNvPr>
          <p:cNvCxnSpPr>
            <a:cxnSpLocks/>
            <a:stCxn id="31" idx="7"/>
            <a:endCxn id="32" idx="2"/>
          </p:cNvCxnSpPr>
          <p:nvPr/>
        </p:nvCxnSpPr>
        <p:spPr>
          <a:xfrm flipV="1">
            <a:off x="7331339" y="3665469"/>
            <a:ext cx="1066043" cy="230694"/>
          </a:xfrm>
          <a:prstGeom prst="straightConnector1">
            <a:avLst/>
          </a:prstGeom>
          <a:ln w="381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0" name="BD">
            <a:extLst>
              <a:ext uri="{FF2B5EF4-FFF2-40B4-BE49-F238E27FC236}">
                <a16:creationId xmlns:a16="http://schemas.microsoft.com/office/drawing/2014/main" id="{11EE31A9-1748-044A-3FD6-B02B49A9E4D3}"/>
              </a:ext>
            </a:extLst>
          </p:cNvPr>
          <p:cNvCxnSpPr>
            <a:cxnSpLocks/>
            <a:stCxn id="32" idx="6"/>
            <a:endCxn id="34" idx="2"/>
          </p:cNvCxnSpPr>
          <p:nvPr/>
        </p:nvCxnSpPr>
        <p:spPr>
          <a:xfrm flipV="1">
            <a:off x="8824488" y="3620062"/>
            <a:ext cx="1017016" cy="45407"/>
          </a:xfrm>
          <a:prstGeom prst="straightConnector1">
            <a:avLst/>
          </a:prstGeom>
          <a:ln w="38100">
            <a:solidFill>
              <a:schemeClr val="bg1">
                <a:lumMod val="95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1" name="CB">
            <a:extLst>
              <a:ext uri="{FF2B5EF4-FFF2-40B4-BE49-F238E27FC236}">
                <a16:creationId xmlns:a16="http://schemas.microsoft.com/office/drawing/2014/main" id="{A19B6F74-3E39-9E36-DCDC-0B1ABE449A42}"/>
              </a:ext>
            </a:extLst>
          </p:cNvPr>
          <p:cNvCxnSpPr>
            <a:cxnSpLocks/>
            <a:stCxn id="33" idx="0"/>
            <a:endCxn id="32" idx="4"/>
          </p:cNvCxnSpPr>
          <p:nvPr/>
        </p:nvCxnSpPr>
        <p:spPr>
          <a:xfrm flipV="1">
            <a:off x="8610935" y="3879022"/>
            <a:ext cx="0" cy="1318650"/>
          </a:xfrm>
          <a:prstGeom prst="straightConnector1">
            <a:avLst/>
          </a:prstGeom>
          <a:ln w="38100">
            <a:solidFill>
              <a:schemeClr val="bg1">
                <a:lumMod val="95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2" name="EB">
            <a:extLst>
              <a:ext uri="{FF2B5EF4-FFF2-40B4-BE49-F238E27FC236}">
                <a16:creationId xmlns:a16="http://schemas.microsoft.com/office/drawing/2014/main" id="{863B4597-96A8-ECA7-6480-557F9890768A}"/>
              </a:ext>
            </a:extLst>
          </p:cNvPr>
          <p:cNvCxnSpPr>
            <a:cxnSpLocks/>
            <a:stCxn id="35" idx="1"/>
            <a:endCxn id="32" idx="5"/>
          </p:cNvCxnSpPr>
          <p:nvPr/>
        </p:nvCxnSpPr>
        <p:spPr>
          <a:xfrm flipH="1" flipV="1">
            <a:off x="8761940" y="3816474"/>
            <a:ext cx="1531535" cy="1341492"/>
          </a:xfrm>
          <a:prstGeom prst="straightConnector1">
            <a:avLst/>
          </a:prstGeom>
          <a:ln w="381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3" name="DF">
            <a:extLst>
              <a:ext uri="{FF2B5EF4-FFF2-40B4-BE49-F238E27FC236}">
                <a16:creationId xmlns:a16="http://schemas.microsoft.com/office/drawing/2014/main" id="{F10F33FF-54AD-7134-A6BE-4AE3C3462A77}"/>
              </a:ext>
            </a:extLst>
          </p:cNvPr>
          <p:cNvCxnSpPr>
            <a:cxnSpLocks/>
            <a:stCxn id="34" idx="6"/>
            <a:endCxn id="36" idx="2"/>
          </p:cNvCxnSpPr>
          <p:nvPr/>
        </p:nvCxnSpPr>
        <p:spPr>
          <a:xfrm>
            <a:off x="10268610" y="3620062"/>
            <a:ext cx="1104429" cy="368422"/>
          </a:xfrm>
          <a:prstGeom prst="straightConnector1">
            <a:avLst/>
          </a:prstGeom>
          <a:ln w="381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4" name="EF">
            <a:extLst>
              <a:ext uri="{FF2B5EF4-FFF2-40B4-BE49-F238E27FC236}">
                <a16:creationId xmlns:a16="http://schemas.microsoft.com/office/drawing/2014/main" id="{5ACFF131-584C-3D93-A7B9-A8873A1A27B1}"/>
              </a:ext>
            </a:extLst>
          </p:cNvPr>
          <p:cNvCxnSpPr>
            <a:cxnSpLocks/>
            <a:stCxn id="35" idx="7"/>
            <a:endCxn id="36" idx="3"/>
          </p:cNvCxnSpPr>
          <p:nvPr/>
        </p:nvCxnSpPr>
        <p:spPr>
          <a:xfrm flipV="1">
            <a:off x="10595485" y="4139489"/>
            <a:ext cx="840102" cy="1018477"/>
          </a:xfrm>
          <a:prstGeom prst="straightConnector1">
            <a:avLst/>
          </a:prstGeom>
          <a:ln w="381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5" name="ED">
            <a:extLst>
              <a:ext uri="{FF2B5EF4-FFF2-40B4-BE49-F238E27FC236}">
                <a16:creationId xmlns:a16="http://schemas.microsoft.com/office/drawing/2014/main" id="{9099983B-C893-047D-0907-94F7FA32421E}"/>
              </a:ext>
            </a:extLst>
          </p:cNvPr>
          <p:cNvCxnSpPr>
            <a:cxnSpLocks/>
            <a:stCxn id="35" idx="0"/>
            <a:endCxn id="34" idx="4"/>
          </p:cNvCxnSpPr>
          <p:nvPr/>
        </p:nvCxnSpPr>
        <p:spPr>
          <a:xfrm flipH="1" flipV="1">
            <a:off x="10055057" y="3833615"/>
            <a:ext cx="389423" cy="1261803"/>
          </a:xfrm>
          <a:prstGeom prst="straightConnector1">
            <a:avLst/>
          </a:prstGeom>
          <a:ln w="38100">
            <a:solidFill>
              <a:schemeClr val="bg1">
                <a:lumMod val="95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6" name="CG">
            <a:extLst>
              <a:ext uri="{FF2B5EF4-FFF2-40B4-BE49-F238E27FC236}">
                <a16:creationId xmlns:a16="http://schemas.microsoft.com/office/drawing/2014/main" id="{B7ACF3C5-637E-E65C-01BE-55A2DAA85B54}"/>
              </a:ext>
            </a:extLst>
          </p:cNvPr>
          <p:cNvCxnSpPr>
            <a:cxnSpLocks/>
            <a:stCxn id="33" idx="5"/>
            <a:endCxn id="37" idx="1"/>
          </p:cNvCxnSpPr>
          <p:nvPr/>
        </p:nvCxnSpPr>
        <p:spPr>
          <a:xfrm>
            <a:off x="8761940" y="5562230"/>
            <a:ext cx="545147" cy="546201"/>
          </a:xfrm>
          <a:prstGeom prst="straightConnector1">
            <a:avLst/>
          </a:prstGeom>
          <a:ln w="38100">
            <a:solidFill>
              <a:schemeClr val="bg1">
                <a:lumMod val="95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7" name="GE">
            <a:extLst>
              <a:ext uri="{FF2B5EF4-FFF2-40B4-BE49-F238E27FC236}">
                <a16:creationId xmlns:a16="http://schemas.microsoft.com/office/drawing/2014/main" id="{AFC58AAA-E2E8-6A0D-BE34-A61CEFD45464}"/>
              </a:ext>
            </a:extLst>
          </p:cNvPr>
          <p:cNvCxnSpPr>
            <a:cxnSpLocks/>
            <a:stCxn id="37" idx="7"/>
            <a:endCxn id="35" idx="3"/>
          </p:cNvCxnSpPr>
          <p:nvPr/>
        </p:nvCxnSpPr>
        <p:spPr>
          <a:xfrm flipV="1">
            <a:off x="9609097" y="5459976"/>
            <a:ext cx="684378" cy="648455"/>
          </a:xfrm>
          <a:prstGeom prst="straightConnector1">
            <a:avLst/>
          </a:prstGeom>
          <a:ln w="381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8" name="cAB">
            <a:extLst>
              <a:ext uri="{FF2B5EF4-FFF2-40B4-BE49-F238E27FC236}">
                <a16:creationId xmlns:a16="http://schemas.microsoft.com/office/drawing/2014/main" id="{3141AA44-D670-7176-8D45-A1F19BCE0264}"/>
              </a:ext>
            </a:extLst>
          </p:cNvPr>
          <p:cNvSpPr txBox="1"/>
          <p:nvPr/>
        </p:nvSpPr>
        <p:spPr>
          <a:xfrm>
            <a:off x="7688179" y="3451916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>
              <a:defRPr b="1">
                <a:latin typeface="Aptos" panose="020B0004020202020204" pitchFamily="34" charset="0"/>
              </a:defRPr>
            </a:lvl1pPr>
          </a:lstStyle>
          <a:p>
            <a:r>
              <a:rPr lang="nl-NL" dirty="0"/>
              <a:t>3</a:t>
            </a:r>
          </a:p>
        </p:txBody>
      </p:sp>
      <p:sp>
        <p:nvSpPr>
          <p:cNvPr id="49" name="cAC">
            <a:extLst>
              <a:ext uri="{FF2B5EF4-FFF2-40B4-BE49-F238E27FC236}">
                <a16:creationId xmlns:a16="http://schemas.microsoft.com/office/drawing/2014/main" id="{15B16EED-A520-7058-E56B-61177D743097}"/>
              </a:ext>
            </a:extLst>
          </p:cNvPr>
          <p:cNvSpPr txBox="1"/>
          <p:nvPr/>
        </p:nvSpPr>
        <p:spPr>
          <a:xfrm>
            <a:off x="7461412" y="4530115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NL" b="1" dirty="0">
                <a:latin typeface="Aptos" panose="020B0004020202020204" pitchFamily="34" charset="0"/>
              </a:rPr>
              <a:t>2</a:t>
            </a:r>
          </a:p>
        </p:txBody>
      </p:sp>
      <p:sp>
        <p:nvSpPr>
          <p:cNvPr id="50" name="cCG">
            <a:extLst>
              <a:ext uri="{FF2B5EF4-FFF2-40B4-BE49-F238E27FC236}">
                <a16:creationId xmlns:a16="http://schemas.microsoft.com/office/drawing/2014/main" id="{0F629419-EA71-50B1-6BDA-236BB517A9FE}"/>
              </a:ext>
            </a:extLst>
          </p:cNvPr>
          <p:cNvSpPr txBox="1"/>
          <p:nvPr/>
        </p:nvSpPr>
        <p:spPr>
          <a:xfrm>
            <a:off x="8610935" y="5736712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>
              <a:defRPr b="1">
                <a:solidFill>
                  <a:schemeClr val="bg1">
                    <a:lumMod val="95000"/>
                  </a:schemeClr>
                </a:solidFill>
                <a:latin typeface="Aptos" panose="020B0004020202020204" pitchFamily="34" charset="0"/>
              </a:defRPr>
            </a:lvl1pPr>
          </a:lstStyle>
          <a:p>
            <a:r>
              <a:rPr lang="nl-NL" dirty="0"/>
              <a:t>4</a:t>
            </a:r>
          </a:p>
        </p:txBody>
      </p:sp>
      <p:sp>
        <p:nvSpPr>
          <p:cNvPr id="51" name="cGE">
            <a:extLst>
              <a:ext uri="{FF2B5EF4-FFF2-40B4-BE49-F238E27FC236}">
                <a16:creationId xmlns:a16="http://schemas.microsoft.com/office/drawing/2014/main" id="{5BC90E18-89CB-0BAC-D6C4-59FB32A91AF5}"/>
              </a:ext>
            </a:extLst>
          </p:cNvPr>
          <p:cNvSpPr txBox="1"/>
          <p:nvPr/>
        </p:nvSpPr>
        <p:spPr>
          <a:xfrm>
            <a:off x="9859415" y="5784203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NL" b="1" dirty="0">
                <a:latin typeface="Aptos" panose="020B0004020202020204" pitchFamily="34" charset="0"/>
              </a:rPr>
              <a:t>1</a:t>
            </a:r>
          </a:p>
        </p:txBody>
      </p:sp>
      <p:sp>
        <p:nvSpPr>
          <p:cNvPr id="52" name="cEB">
            <a:extLst>
              <a:ext uri="{FF2B5EF4-FFF2-40B4-BE49-F238E27FC236}">
                <a16:creationId xmlns:a16="http://schemas.microsoft.com/office/drawing/2014/main" id="{A5AE8DF4-C54A-EB00-D72A-9F23AB432281}"/>
              </a:ext>
            </a:extLst>
          </p:cNvPr>
          <p:cNvSpPr txBox="1"/>
          <p:nvPr/>
        </p:nvSpPr>
        <p:spPr>
          <a:xfrm>
            <a:off x="9410310" y="4162349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NL" b="1" dirty="0">
                <a:latin typeface="Aptos" panose="020B0004020202020204" pitchFamily="34" charset="0"/>
              </a:rPr>
              <a:t>3</a:t>
            </a:r>
          </a:p>
        </p:txBody>
      </p:sp>
      <p:sp>
        <p:nvSpPr>
          <p:cNvPr id="53" name="cCB">
            <a:extLst>
              <a:ext uri="{FF2B5EF4-FFF2-40B4-BE49-F238E27FC236}">
                <a16:creationId xmlns:a16="http://schemas.microsoft.com/office/drawing/2014/main" id="{26B891EF-469F-922E-DF6D-84A37431BE6B}"/>
              </a:ext>
            </a:extLst>
          </p:cNvPr>
          <p:cNvSpPr txBox="1"/>
          <p:nvPr/>
        </p:nvSpPr>
        <p:spPr>
          <a:xfrm>
            <a:off x="8305881" y="4276102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>
              <a:defRPr b="1">
                <a:latin typeface="Aptos" panose="020B0004020202020204" pitchFamily="34" charset="0"/>
              </a:defRPr>
            </a:lvl1pPr>
          </a:lstStyle>
          <a:p>
            <a:r>
              <a:rPr lang="nl-NL" dirty="0">
                <a:solidFill>
                  <a:schemeClr val="bg1">
                    <a:lumMod val="95000"/>
                  </a:schemeClr>
                </a:solidFill>
              </a:rPr>
              <a:t>8</a:t>
            </a:r>
          </a:p>
        </p:txBody>
      </p:sp>
      <p:sp>
        <p:nvSpPr>
          <p:cNvPr id="54" name="cBD">
            <a:extLst>
              <a:ext uri="{FF2B5EF4-FFF2-40B4-BE49-F238E27FC236}">
                <a16:creationId xmlns:a16="http://schemas.microsoft.com/office/drawing/2014/main" id="{5B1ABC76-1726-7815-3C33-15451A6ECB16}"/>
              </a:ext>
            </a:extLst>
          </p:cNvPr>
          <p:cNvSpPr txBox="1"/>
          <p:nvPr/>
        </p:nvSpPr>
        <p:spPr>
          <a:xfrm>
            <a:off x="9117575" y="3267432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>
              <a:defRPr b="1">
                <a:solidFill>
                  <a:schemeClr val="bg1">
                    <a:lumMod val="95000"/>
                  </a:schemeClr>
                </a:solidFill>
                <a:latin typeface="Aptos" panose="020B0004020202020204" pitchFamily="34" charset="0"/>
              </a:defRPr>
            </a:lvl1pPr>
          </a:lstStyle>
          <a:p>
            <a:r>
              <a:rPr lang="nl-NL" dirty="0"/>
              <a:t>4</a:t>
            </a:r>
          </a:p>
        </p:txBody>
      </p:sp>
      <p:sp>
        <p:nvSpPr>
          <p:cNvPr id="55" name="cED">
            <a:extLst>
              <a:ext uri="{FF2B5EF4-FFF2-40B4-BE49-F238E27FC236}">
                <a16:creationId xmlns:a16="http://schemas.microsoft.com/office/drawing/2014/main" id="{4703C3EC-183E-4642-FD0F-275B7964BE8A}"/>
              </a:ext>
            </a:extLst>
          </p:cNvPr>
          <p:cNvSpPr txBox="1"/>
          <p:nvPr/>
        </p:nvSpPr>
        <p:spPr>
          <a:xfrm>
            <a:off x="10228716" y="4198846"/>
            <a:ext cx="4315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>
              <a:defRPr b="1">
                <a:solidFill>
                  <a:schemeClr val="bg1">
                    <a:lumMod val="95000"/>
                  </a:schemeClr>
                </a:solidFill>
                <a:latin typeface="Aptos" panose="020B0004020202020204" pitchFamily="34" charset="0"/>
              </a:defRPr>
            </a:lvl1pPr>
          </a:lstStyle>
          <a:p>
            <a:r>
              <a:rPr lang="nl-NL" dirty="0"/>
              <a:t>10</a:t>
            </a:r>
          </a:p>
        </p:txBody>
      </p:sp>
      <p:sp>
        <p:nvSpPr>
          <p:cNvPr id="56" name="cEF">
            <a:extLst>
              <a:ext uri="{FF2B5EF4-FFF2-40B4-BE49-F238E27FC236}">
                <a16:creationId xmlns:a16="http://schemas.microsoft.com/office/drawing/2014/main" id="{4C93D4A0-E366-29DF-9630-A83056BF8F70}"/>
              </a:ext>
            </a:extLst>
          </p:cNvPr>
          <p:cNvSpPr txBox="1"/>
          <p:nvPr/>
        </p:nvSpPr>
        <p:spPr>
          <a:xfrm>
            <a:off x="10929679" y="4708897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>
              <a:defRPr b="1">
                <a:latin typeface="Aptos" panose="020B0004020202020204" pitchFamily="34" charset="0"/>
              </a:defRPr>
            </a:lvl1pPr>
          </a:lstStyle>
          <a:p>
            <a:r>
              <a:rPr lang="nl-NL" dirty="0"/>
              <a:t>2</a:t>
            </a:r>
          </a:p>
        </p:txBody>
      </p:sp>
      <p:sp>
        <p:nvSpPr>
          <p:cNvPr id="57" name="cDF">
            <a:extLst>
              <a:ext uri="{FF2B5EF4-FFF2-40B4-BE49-F238E27FC236}">
                <a16:creationId xmlns:a16="http://schemas.microsoft.com/office/drawing/2014/main" id="{6D270D13-379F-35B1-D33A-062DA0B274E0}"/>
              </a:ext>
            </a:extLst>
          </p:cNvPr>
          <p:cNvSpPr txBox="1"/>
          <p:nvPr/>
        </p:nvSpPr>
        <p:spPr>
          <a:xfrm>
            <a:off x="10666775" y="3435396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>
              <a:defRPr b="1">
                <a:latin typeface="Aptos" panose="020B0004020202020204" pitchFamily="34" charset="0"/>
              </a:defRPr>
            </a:lvl1pPr>
          </a:lstStyle>
          <a:p>
            <a:r>
              <a:rPr lang="nl-NL" dirty="0"/>
              <a:t>3</a:t>
            </a:r>
          </a:p>
        </p:txBody>
      </p:sp>
      <p:sp>
        <p:nvSpPr>
          <p:cNvPr id="58" name="Oval Callout 36">
            <a:extLst>
              <a:ext uri="{FF2B5EF4-FFF2-40B4-BE49-F238E27FC236}">
                <a16:creationId xmlns:a16="http://schemas.microsoft.com/office/drawing/2014/main" id="{D43ADCB5-5D17-A1E7-17E9-A8430A2AD306}"/>
              </a:ext>
            </a:extLst>
          </p:cNvPr>
          <p:cNvSpPr/>
          <p:nvPr/>
        </p:nvSpPr>
        <p:spPr>
          <a:xfrm>
            <a:off x="10556341" y="5736712"/>
            <a:ext cx="1635659" cy="1018477"/>
          </a:xfrm>
          <a:prstGeom prst="wedgeEllipseCallout">
            <a:avLst>
              <a:gd name="adj1" fmla="val -34073"/>
              <a:gd name="adj2" fmla="val -73353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dirty="0">
                <a:latin typeface="Aptos" panose="020B0004020202020204" pitchFamily="34" charset="0"/>
              </a:rPr>
              <a:t>Total </a:t>
            </a:r>
            <a:r>
              <a:rPr lang="nl-NL" dirty="0" err="1">
                <a:latin typeface="Aptos" panose="020B0004020202020204" pitchFamily="34" charset="0"/>
              </a:rPr>
              <a:t>cost</a:t>
            </a:r>
            <a:r>
              <a:rPr lang="nl-NL" dirty="0">
                <a:latin typeface="Aptos" panose="020B0004020202020204" pitchFamily="34" charset="0"/>
              </a:rPr>
              <a:t>: </a:t>
            </a:r>
            <a:r>
              <a:rPr lang="nl-NL" b="1" dirty="0">
                <a:latin typeface="Aptos" panose="020B0004020202020204" pitchFamily="34" charset="0"/>
              </a:rPr>
              <a:t>14</a:t>
            </a:r>
          </a:p>
        </p:txBody>
      </p:sp>
    </p:spTree>
    <p:extLst>
      <p:ext uri="{BB962C8B-B14F-4D97-AF65-F5344CB8AC3E}">
        <p14:creationId xmlns:p14="http://schemas.microsoft.com/office/powerpoint/2010/main" val="24365941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0B8789-DED7-4E87-9F46-64163F1113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C40230-0FED-5C26-1879-A51D40E567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 err="1"/>
              <a:t>Prim’s</a:t>
            </a:r>
            <a:r>
              <a:rPr lang="nl-NL" dirty="0"/>
              <a:t> </a:t>
            </a:r>
            <a:r>
              <a:rPr lang="nl-NL" dirty="0" err="1"/>
              <a:t>algorithm</a:t>
            </a:r>
            <a:endParaRPr lang="nl-N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A76250-0D0C-1A69-7A58-CB3B9FF3BD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0081" y="2633472"/>
            <a:ext cx="4855372" cy="3459510"/>
          </a:xfrm>
        </p:spPr>
        <p:txBody>
          <a:bodyPr>
            <a:normAutofit/>
          </a:bodyPr>
          <a:lstStyle/>
          <a:p>
            <a:r>
              <a:rPr lang="nl-NL" dirty="0"/>
              <a:t>Pseudocode:</a:t>
            </a:r>
          </a:p>
          <a:p>
            <a:pPr lvl="1"/>
            <a:r>
              <a:rPr lang="nl-NL" dirty="0"/>
              <a:t>Start </a:t>
            </a:r>
            <a:r>
              <a:rPr lang="nl-NL" dirty="0" err="1"/>
              <a:t>with</a:t>
            </a:r>
            <a:r>
              <a:rPr lang="nl-NL" dirty="0"/>
              <a:t> </a:t>
            </a:r>
            <a:r>
              <a:rPr lang="nl-NL" dirty="0" err="1"/>
              <a:t>an</a:t>
            </a:r>
            <a:r>
              <a:rPr lang="nl-NL" dirty="0"/>
              <a:t> </a:t>
            </a:r>
            <a:r>
              <a:rPr lang="nl-NL" dirty="0" err="1"/>
              <a:t>arbitrary</a:t>
            </a:r>
            <a:r>
              <a:rPr lang="nl-NL" dirty="0"/>
              <a:t> node &amp; </a:t>
            </a:r>
            <a:r>
              <a:rPr lang="nl-NL" dirty="0" err="1"/>
              <a:t>add</a:t>
            </a:r>
            <a:r>
              <a:rPr lang="nl-NL" dirty="0"/>
              <a:t> </a:t>
            </a:r>
            <a:r>
              <a:rPr lang="nl-NL" dirty="0" err="1"/>
              <a:t>it</a:t>
            </a:r>
            <a:r>
              <a:rPr lang="nl-NL" dirty="0"/>
              <a:t> </a:t>
            </a:r>
            <a:r>
              <a:rPr lang="nl-NL" dirty="0" err="1"/>
              <a:t>to</a:t>
            </a:r>
            <a:r>
              <a:rPr lang="nl-NL" dirty="0"/>
              <a:t> </a:t>
            </a:r>
            <a:r>
              <a:rPr lang="nl-NL" dirty="0" err="1"/>
              <a:t>the</a:t>
            </a:r>
            <a:r>
              <a:rPr lang="nl-NL" dirty="0"/>
              <a:t> </a:t>
            </a:r>
            <a:r>
              <a:rPr lang="nl-NL" dirty="0" err="1"/>
              <a:t>result</a:t>
            </a:r>
            <a:endParaRPr lang="nl-NL" dirty="0"/>
          </a:p>
          <a:p>
            <a:pPr lvl="1"/>
            <a:r>
              <a:rPr lang="nl-NL" dirty="0" err="1"/>
              <a:t>While</a:t>
            </a:r>
            <a:r>
              <a:rPr lang="nl-NL" dirty="0"/>
              <a:t> </a:t>
            </a:r>
            <a:r>
              <a:rPr lang="nl-NL" dirty="0" err="1"/>
              <a:t>there</a:t>
            </a:r>
            <a:r>
              <a:rPr lang="nl-NL" dirty="0"/>
              <a:t> are </a:t>
            </a:r>
            <a:r>
              <a:rPr lang="nl-NL" dirty="0" err="1"/>
              <a:t>nodes</a:t>
            </a:r>
            <a:r>
              <a:rPr lang="nl-NL" dirty="0"/>
              <a:t> </a:t>
            </a:r>
            <a:r>
              <a:rPr lang="nl-NL" dirty="0" err="1"/>
              <a:t>that</a:t>
            </a:r>
            <a:r>
              <a:rPr lang="nl-NL" dirty="0"/>
              <a:t> are </a:t>
            </a:r>
            <a:r>
              <a:rPr lang="nl-NL" dirty="0" err="1"/>
              <a:t>not</a:t>
            </a:r>
            <a:r>
              <a:rPr lang="nl-NL" dirty="0"/>
              <a:t> part of </a:t>
            </a:r>
            <a:r>
              <a:rPr lang="nl-NL" dirty="0" err="1"/>
              <a:t>the</a:t>
            </a:r>
            <a:r>
              <a:rPr lang="nl-NL" dirty="0"/>
              <a:t> </a:t>
            </a:r>
            <a:r>
              <a:rPr lang="nl-NL" dirty="0" err="1"/>
              <a:t>result</a:t>
            </a:r>
            <a:r>
              <a:rPr lang="nl-NL" dirty="0"/>
              <a:t>:</a:t>
            </a:r>
          </a:p>
          <a:p>
            <a:pPr lvl="2"/>
            <a:r>
              <a:rPr lang="nl-NL" dirty="0" err="1"/>
              <a:t>Find</a:t>
            </a:r>
            <a:r>
              <a:rPr lang="nl-NL" dirty="0"/>
              <a:t> </a:t>
            </a:r>
            <a:r>
              <a:rPr lang="nl-NL" dirty="0" err="1"/>
              <a:t>the</a:t>
            </a:r>
            <a:r>
              <a:rPr lang="nl-NL" dirty="0"/>
              <a:t> </a:t>
            </a:r>
            <a:r>
              <a:rPr lang="nl-NL" dirty="0" err="1"/>
              <a:t>cheapest</a:t>
            </a:r>
            <a:r>
              <a:rPr lang="nl-NL" dirty="0"/>
              <a:t> </a:t>
            </a:r>
            <a:r>
              <a:rPr lang="nl-NL" dirty="0" err="1"/>
              <a:t>edge</a:t>
            </a:r>
            <a:r>
              <a:rPr lang="nl-NL" dirty="0"/>
              <a:t> </a:t>
            </a:r>
            <a:r>
              <a:rPr lang="nl-NL" dirty="0" err="1"/>
              <a:t>between</a:t>
            </a:r>
            <a:r>
              <a:rPr lang="nl-NL" dirty="0"/>
              <a:t> a node </a:t>
            </a:r>
            <a:r>
              <a:rPr lang="nl-NL" dirty="0" err="1"/>
              <a:t>that</a:t>
            </a:r>
            <a:r>
              <a:rPr lang="nl-NL" dirty="0"/>
              <a:t> is in </a:t>
            </a:r>
            <a:r>
              <a:rPr lang="nl-NL" dirty="0" err="1"/>
              <a:t>result</a:t>
            </a:r>
            <a:r>
              <a:rPr lang="nl-NL" dirty="0"/>
              <a:t> </a:t>
            </a:r>
            <a:r>
              <a:rPr lang="nl-NL" dirty="0" err="1"/>
              <a:t>and</a:t>
            </a:r>
            <a:r>
              <a:rPr lang="nl-NL" dirty="0"/>
              <a:t> </a:t>
            </a:r>
            <a:r>
              <a:rPr lang="nl-NL" dirty="0" err="1"/>
              <a:t>one</a:t>
            </a:r>
            <a:r>
              <a:rPr lang="nl-NL" dirty="0"/>
              <a:t> </a:t>
            </a:r>
            <a:r>
              <a:rPr lang="nl-NL" dirty="0" err="1"/>
              <a:t>that</a:t>
            </a:r>
            <a:r>
              <a:rPr lang="nl-NL" dirty="0"/>
              <a:t> is </a:t>
            </a:r>
            <a:r>
              <a:rPr lang="nl-NL" dirty="0" err="1"/>
              <a:t>not</a:t>
            </a:r>
            <a:endParaRPr lang="nl-NL" dirty="0"/>
          </a:p>
          <a:p>
            <a:pPr lvl="2"/>
            <a:r>
              <a:rPr lang="nl-NL" dirty="0" err="1"/>
              <a:t>Add</a:t>
            </a:r>
            <a:r>
              <a:rPr lang="nl-NL" dirty="0"/>
              <a:t> </a:t>
            </a:r>
            <a:r>
              <a:rPr lang="nl-NL" dirty="0" err="1"/>
              <a:t>the</a:t>
            </a:r>
            <a:r>
              <a:rPr lang="nl-NL" dirty="0"/>
              <a:t> </a:t>
            </a:r>
            <a:r>
              <a:rPr lang="nl-NL" dirty="0" err="1"/>
              <a:t>edge</a:t>
            </a:r>
            <a:r>
              <a:rPr lang="nl-NL" dirty="0"/>
              <a:t> &amp; node </a:t>
            </a:r>
            <a:r>
              <a:rPr lang="nl-NL" dirty="0" err="1"/>
              <a:t>to</a:t>
            </a:r>
            <a:r>
              <a:rPr lang="nl-NL" dirty="0"/>
              <a:t> </a:t>
            </a:r>
            <a:r>
              <a:rPr lang="nl-NL" dirty="0" err="1"/>
              <a:t>the</a:t>
            </a:r>
            <a:r>
              <a:rPr lang="nl-NL" dirty="0"/>
              <a:t> </a:t>
            </a:r>
            <a:r>
              <a:rPr lang="nl-NL" dirty="0" err="1"/>
              <a:t>result</a:t>
            </a:r>
            <a:endParaRPr lang="nl-NL" dirty="0"/>
          </a:p>
          <a:p>
            <a:pPr lvl="2"/>
            <a:endParaRPr lang="nl-NL" dirty="0"/>
          </a:p>
        </p:txBody>
      </p:sp>
      <p:sp>
        <p:nvSpPr>
          <p:cNvPr id="4" name="Oval 6">
            <a:extLst>
              <a:ext uri="{FF2B5EF4-FFF2-40B4-BE49-F238E27FC236}">
                <a16:creationId xmlns:a16="http://schemas.microsoft.com/office/drawing/2014/main" id="{B4BB35C8-D368-2B68-1DBE-57FCDAD93AB6}"/>
              </a:ext>
            </a:extLst>
          </p:cNvPr>
          <p:cNvSpPr/>
          <p:nvPr/>
        </p:nvSpPr>
        <p:spPr>
          <a:xfrm>
            <a:off x="8625333" y="3538158"/>
            <a:ext cx="427106" cy="427106"/>
          </a:xfrm>
          <a:prstGeom prst="ellipse">
            <a:avLst/>
          </a:prstGeom>
          <a:solidFill>
            <a:schemeClr val="bg1">
              <a:lumMod val="85000"/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 dirty="0">
              <a:latin typeface="Aptos" panose="020B0004020202020204" pitchFamily="34" charset="0"/>
            </a:endParaRPr>
          </a:p>
        </p:txBody>
      </p:sp>
      <p:sp>
        <p:nvSpPr>
          <p:cNvPr id="5" name="Oval 8">
            <a:extLst>
              <a:ext uri="{FF2B5EF4-FFF2-40B4-BE49-F238E27FC236}">
                <a16:creationId xmlns:a16="http://schemas.microsoft.com/office/drawing/2014/main" id="{7B05D205-16BB-3053-40BE-AFA890A42E3B}"/>
              </a:ext>
            </a:extLst>
          </p:cNvPr>
          <p:cNvSpPr/>
          <p:nvPr/>
        </p:nvSpPr>
        <p:spPr>
          <a:xfrm>
            <a:off x="10309437" y="3304087"/>
            <a:ext cx="427106" cy="427106"/>
          </a:xfrm>
          <a:prstGeom prst="ellipse">
            <a:avLst/>
          </a:prstGeom>
          <a:solidFill>
            <a:schemeClr val="bg1">
              <a:lumMod val="85000"/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 dirty="0">
              <a:latin typeface="Aptos" panose="020B0004020202020204" pitchFamily="34" charset="0"/>
            </a:endParaRPr>
          </a:p>
        </p:txBody>
      </p:sp>
      <p:cxnSp>
        <p:nvCxnSpPr>
          <p:cNvPr id="6" name="Straight Arrow Connector 18">
            <a:extLst>
              <a:ext uri="{FF2B5EF4-FFF2-40B4-BE49-F238E27FC236}">
                <a16:creationId xmlns:a16="http://schemas.microsoft.com/office/drawing/2014/main" id="{BF66C266-E27E-7991-0241-C776050DF302}"/>
              </a:ext>
            </a:extLst>
          </p:cNvPr>
          <p:cNvCxnSpPr>
            <a:cxnSpLocks/>
            <a:stCxn id="7" idx="6"/>
            <a:endCxn id="4" idx="2"/>
          </p:cNvCxnSpPr>
          <p:nvPr/>
        </p:nvCxnSpPr>
        <p:spPr>
          <a:xfrm>
            <a:off x="7540387" y="3305930"/>
            <a:ext cx="1084946" cy="445781"/>
          </a:xfrm>
          <a:prstGeom prst="straightConnector1">
            <a:avLst/>
          </a:prstGeom>
          <a:ln w="38100">
            <a:solidFill>
              <a:schemeClr val="bg1">
                <a:lumMod val="95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" name="Oval 19">
            <a:extLst>
              <a:ext uri="{FF2B5EF4-FFF2-40B4-BE49-F238E27FC236}">
                <a16:creationId xmlns:a16="http://schemas.microsoft.com/office/drawing/2014/main" id="{DF5D2E75-DF4F-99BF-3D4C-FA9B6F02B210}"/>
              </a:ext>
            </a:extLst>
          </p:cNvPr>
          <p:cNvSpPr/>
          <p:nvPr/>
        </p:nvSpPr>
        <p:spPr>
          <a:xfrm>
            <a:off x="7113281" y="3092377"/>
            <a:ext cx="427106" cy="427106"/>
          </a:xfrm>
          <a:prstGeom prst="ellipse">
            <a:avLst/>
          </a:prstGeom>
          <a:solidFill>
            <a:schemeClr val="bg1">
              <a:lumMod val="85000"/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 dirty="0">
              <a:latin typeface="Aptos" panose="020B0004020202020204" pitchFamily="34" charset="0"/>
            </a:endParaRPr>
          </a:p>
        </p:txBody>
      </p:sp>
      <p:sp>
        <p:nvSpPr>
          <p:cNvPr id="8" name="Oval 8">
            <a:extLst>
              <a:ext uri="{FF2B5EF4-FFF2-40B4-BE49-F238E27FC236}">
                <a16:creationId xmlns:a16="http://schemas.microsoft.com/office/drawing/2014/main" id="{3AA8F7B1-4B0D-5ED2-9C48-3680C89F1F29}"/>
              </a:ext>
            </a:extLst>
          </p:cNvPr>
          <p:cNvSpPr/>
          <p:nvPr/>
        </p:nvSpPr>
        <p:spPr>
          <a:xfrm>
            <a:off x="11491903" y="2622018"/>
            <a:ext cx="427106" cy="427106"/>
          </a:xfrm>
          <a:prstGeom prst="ellipse">
            <a:avLst/>
          </a:prstGeom>
          <a:solidFill>
            <a:schemeClr val="bg1">
              <a:lumMod val="85000"/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 dirty="0">
              <a:latin typeface="Aptos" panose="020B0004020202020204" pitchFamily="34" charset="0"/>
            </a:endParaRPr>
          </a:p>
        </p:txBody>
      </p:sp>
      <p:cxnSp>
        <p:nvCxnSpPr>
          <p:cNvPr id="9" name="Straight Arrow Connector 18">
            <a:extLst>
              <a:ext uri="{FF2B5EF4-FFF2-40B4-BE49-F238E27FC236}">
                <a16:creationId xmlns:a16="http://schemas.microsoft.com/office/drawing/2014/main" id="{8B8ABCC6-416B-9080-25B3-BD5F1FB3D29E}"/>
              </a:ext>
            </a:extLst>
          </p:cNvPr>
          <p:cNvCxnSpPr>
            <a:cxnSpLocks/>
            <a:stCxn id="4" idx="6"/>
            <a:endCxn id="5" idx="2"/>
          </p:cNvCxnSpPr>
          <p:nvPr/>
        </p:nvCxnSpPr>
        <p:spPr>
          <a:xfrm flipV="1">
            <a:off x="9052439" y="3517640"/>
            <a:ext cx="1256998" cy="234071"/>
          </a:xfrm>
          <a:prstGeom prst="straightConnector1">
            <a:avLst/>
          </a:prstGeom>
          <a:ln w="38100">
            <a:solidFill>
              <a:schemeClr val="bg1">
                <a:lumMod val="95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" name="Straight Arrow Connector 18">
            <a:extLst>
              <a:ext uri="{FF2B5EF4-FFF2-40B4-BE49-F238E27FC236}">
                <a16:creationId xmlns:a16="http://schemas.microsoft.com/office/drawing/2014/main" id="{88278B80-2D4F-353F-55B0-675B3F76382C}"/>
              </a:ext>
            </a:extLst>
          </p:cNvPr>
          <p:cNvCxnSpPr>
            <a:cxnSpLocks/>
            <a:stCxn id="5" idx="7"/>
            <a:endCxn id="8" idx="3"/>
          </p:cNvCxnSpPr>
          <p:nvPr/>
        </p:nvCxnSpPr>
        <p:spPr>
          <a:xfrm flipV="1">
            <a:off x="10673995" y="2986576"/>
            <a:ext cx="880456" cy="380059"/>
          </a:xfrm>
          <a:prstGeom prst="straightConnector1">
            <a:avLst/>
          </a:prstGeom>
          <a:ln w="38100">
            <a:solidFill>
              <a:schemeClr val="bg1">
                <a:lumMod val="95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1" name="Oval 19">
            <a:extLst>
              <a:ext uri="{FF2B5EF4-FFF2-40B4-BE49-F238E27FC236}">
                <a16:creationId xmlns:a16="http://schemas.microsoft.com/office/drawing/2014/main" id="{2D420C58-DA71-D1F4-73A4-0E99B8BE1C55}"/>
              </a:ext>
            </a:extLst>
          </p:cNvPr>
          <p:cNvSpPr/>
          <p:nvPr/>
        </p:nvSpPr>
        <p:spPr>
          <a:xfrm>
            <a:off x="8742274" y="1569448"/>
            <a:ext cx="427106" cy="427106"/>
          </a:xfrm>
          <a:prstGeom prst="ellipse">
            <a:avLst/>
          </a:prstGeom>
          <a:solidFill>
            <a:schemeClr val="bg1">
              <a:lumMod val="85000"/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 dirty="0">
              <a:latin typeface="Aptos" panose="020B0004020202020204" pitchFamily="34" charset="0"/>
            </a:endParaRPr>
          </a:p>
        </p:txBody>
      </p:sp>
      <p:sp>
        <p:nvSpPr>
          <p:cNvPr id="12" name="Oval 19">
            <a:extLst>
              <a:ext uri="{FF2B5EF4-FFF2-40B4-BE49-F238E27FC236}">
                <a16:creationId xmlns:a16="http://schemas.microsoft.com/office/drawing/2014/main" id="{52BEDB41-FAE6-969C-0B3B-F62C4042695B}"/>
              </a:ext>
            </a:extLst>
          </p:cNvPr>
          <p:cNvSpPr/>
          <p:nvPr/>
        </p:nvSpPr>
        <p:spPr>
          <a:xfrm>
            <a:off x="7560320" y="5124757"/>
            <a:ext cx="427106" cy="427106"/>
          </a:xfrm>
          <a:prstGeom prst="ellipse">
            <a:avLst/>
          </a:prstGeom>
          <a:solidFill>
            <a:schemeClr val="bg1">
              <a:lumMod val="85000"/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 dirty="0">
              <a:latin typeface="Aptos" panose="020B0004020202020204" pitchFamily="34" charset="0"/>
            </a:endParaRPr>
          </a:p>
        </p:txBody>
      </p:sp>
      <p:sp>
        <p:nvSpPr>
          <p:cNvPr id="13" name="Oval 19">
            <a:extLst>
              <a:ext uri="{FF2B5EF4-FFF2-40B4-BE49-F238E27FC236}">
                <a16:creationId xmlns:a16="http://schemas.microsoft.com/office/drawing/2014/main" id="{7B3378DE-C62F-1E76-98D9-D11CB51750A1}"/>
              </a:ext>
            </a:extLst>
          </p:cNvPr>
          <p:cNvSpPr/>
          <p:nvPr/>
        </p:nvSpPr>
        <p:spPr>
          <a:xfrm>
            <a:off x="9443761" y="5376993"/>
            <a:ext cx="427106" cy="427106"/>
          </a:xfrm>
          <a:prstGeom prst="ellipse">
            <a:avLst/>
          </a:prstGeom>
          <a:solidFill>
            <a:schemeClr val="bg1">
              <a:lumMod val="85000"/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 dirty="0">
              <a:latin typeface="Aptos" panose="020B0004020202020204" pitchFamily="34" charset="0"/>
            </a:endParaRPr>
          </a:p>
        </p:txBody>
      </p:sp>
      <p:sp>
        <p:nvSpPr>
          <p:cNvPr id="14" name="Oval 19">
            <a:extLst>
              <a:ext uri="{FF2B5EF4-FFF2-40B4-BE49-F238E27FC236}">
                <a16:creationId xmlns:a16="http://schemas.microsoft.com/office/drawing/2014/main" id="{D02DC54D-51F5-E414-59F6-538AD6725A2F}"/>
              </a:ext>
            </a:extLst>
          </p:cNvPr>
          <p:cNvSpPr/>
          <p:nvPr/>
        </p:nvSpPr>
        <p:spPr>
          <a:xfrm>
            <a:off x="11444091" y="4877014"/>
            <a:ext cx="427106" cy="427106"/>
          </a:xfrm>
          <a:prstGeom prst="ellipse">
            <a:avLst/>
          </a:prstGeom>
          <a:solidFill>
            <a:schemeClr val="bg1">
              <a:lumMod val="85000"/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 dirty="0">
              <a:latin typeface="Aptos" panose="020B0004020202020204" pitchFamily="34" charset="0"/>
            </a:endParaRPr>
          </a:p>
        </p:txBody>
      </p:sp>
      <p:sp>
        <p:nvSpPr>
          <p:cNvPr id="15" name="Oval 19">
            <a:extLst>
              <a:ext uri="{FF2B5EF4-FFF2-40B4-BE49-F238E27FC236}">
                <a16:creationId xmlns:a16="http://schemas.microsoft.com/office/drawing/2014/main" id="{346A5AE8-CFB3-C62D-4AC0-2C456DC00615}"/>
              </a:ext>
            </a:extLst>
          </p:cNvPr>
          <p:cNvSpPr/>
          <p:nvPr/>
        </p:nvSpPr>
        <p:spPr>
          <a:xfrm>
            <a:off x="10333484" y="1630175"/>
            <a:ext cx="427106" cy="427106"/>
          </a:xfrm>
          <a:prstGeom prst="ellipse">
            <a:avLst/>
          </a:prstGeom>
          <a:solidFill>
            <a:schemeClr val="bg1">
              <a:lumMod val="85000"/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 dirty="0">
              <a:latin typeface="Aptos" panose="020B0004020202020204" pitchFamily="34" charset="0"/>
            </a:endParaRPr>
          </a:p>
        </p:txBody>
      </p:sp>
      <p:cxnSp>
        <p:nvCxnSpPr>
          <p:cNvPr id="17" name="Straight Arrow Connector 47">
            <a:extLst>
              <a:ext uri="{FF2B5EF4-FFF2-40B4-BE49-F238E27FC236}">
                <a16:creationId xmlns:a16="http://schemas.microsoft.com/office/drawing/2014/main" id="{FE382FC2-8A10-51F5-71E2-F4262802D6E6}"/>
              </a:ext>
            </a:extLst>
          </p:cNvPr>
          <p:cNvCxnSpPr>
            <a:cxnSpLocks/>
            <a:stCxn id="7" idx="7"/>
            <a:endCxn id="11" idx="3"/>
          </p:cNvCxnSpPr>
          <p:nvPr/>
        </p:nvCxnSpPr>
        <p:spPr>
          <a:xfrm flipV="1">
            <a:off x="7477839" y="1934006"/>
            <a:ext cx="1326983" cy="1220919"/>
          </a:xfrm>
          <a:prstGeom prst="straightConnector1">
            <a:avLst/>
          </a:prstGeom>
          <a:ln w="38100">
            <a:solidFill>
              <a:schemeClr val="bg1">
                <a:lumMod val="95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8" name="Straight Arrow Connector 47">
            <a:extLst>
              <a:ext uri="{FF2B5EF4-FFF2-40B4-BE49-F238E27FC236}">
                <a16:creationId xmlns:a16="http://schemas.microsoft.com/office/drawing/2014/main" id="{8E5F2512-C86F-D1C9-8B37-F200660A8863}"/>
              </a:ext>
            </a:extLst>
          </p:cNvPr>
          <p:cNvCxnSpPr>
            <a:cxnSpLocks/>
            <a:stCxn id="11" idx="6"/>
            <a:endCxn id="15" idx="2"/>
          </p:cNvCxnSpPr>
          <p:nvPr/>
        </p:nvCxnSpPr>
        <p:spPr>
          <a:xfrm>
            <a:off x="9169380" y="1783001"/>
            <a:ext cx="1164104" cy="60727"/>
          </a:xfrm>
          <a:prstGeom prst="straightConnector1">
            <a:avLst/>
          </a:prstGeom>
          <a:ln w="38100">
            <a:solidFill>
              <a:schemeClr val="bg1">
                <a:lumMod val="95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9" name="Straight Arrow Connector 47">
            <a:extLst>
              <a:ext uri="{FF2B5EF4-FFF2-40B4-BE49-F238E27FC236}">
                <a16:creationId xmlns:a16="http://schemas.microsoft.com/office/drawing/2014/main" id="{156DA3B4-6078-C410-F183-7842ED0B4000}"/>
              </a:ext>
            </a:extLst>
          </p:cNvPr>
          <p:cNvCxnSpPr>
            <a:cxnSpLocks/>
            <a:stCxn id="5" idx="0"/>
            <a:endCxn id="15" idx="4"/>
          </p:cNvCxnSpPr>
          <p:nvPr/>
        </p:nvCxnSpPr>
        <p:spPr>
          <a:xfrm flipV="1">
            <a:off x="10522990" y="2057281"/>
            <a:ext cx="24047" cy="1246806"/>
          </a:xfrm>
          <a:prstGeom prst="straightConnector1">
            <a:avLst/>
          </a:prstGeom>
          <a:ln w="38100">
            <a:solidFill>
              <a:schemeClr val="bg1">
                <a:lumMod val="95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0" name="Straight Arrow Connector 47">
            <a:extLst>
              <a:ext uri="{FF2B5EF4-FFF2-40B4-BE49-F238E27FC236}">
                <a16:creationId xmlns:a16="http://schemas.microsoft.com/office/drawing/2014/main" id="{AE725093-0683-7798-29FB-A9D9CBE27BD2}"/>
              </a:ext>
            </a:extLst>
          </p:cNvPr>
          <p:cNvCxnSpPr>
            <a:cxnSpLocks/>
            <a:stCxn id="15" idx="5"/>
            <a:endCxn id="8" idx="1"/>
          </p:cNvCxnSpPr>
          <p:nvPr/>
        </p:nvCxnSpPr>
        <p:spPr>
          <a:xfrm>
            <a:off x="10698042" y="1994733"/>
            <a:ext cx="856409" cy="689833"/>
          </a:xfrm>
          <a:prstGeom prst="straightConnector1">
            <a:avLst/>
          </a:prstGeom>
          <a:ln w="38100">
            <a:solidFill>
              <a:schemeClr val="bg1">
                <a:lumMod val="95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1" name="Straight Arrow Connector 47">
            <a:extLst>
              <a:ext uri="{FF2B5EF4-FFF2-40B4-BE49-F238E27FC236}">
                <a16:creationId xmlns:a16="http://schemas.microsoft.com/office/drawing/2014/main" id="{B2BAD26D-B5A2-F373-2A78-BF3C945F8ABC}"/>
              </a:ext>
            </a:extLst>
          </p:cNvPr>
          <p:cNvCxnSpPr>
            <a:cxnSpLocks/>
            <a:stCxn id="7" idx="4"/>
            <a:endCxn id="12" idx="0"/>
          </p:cNvCxnSpPr>
          <p:nvPr/>
        </p:nvCxnSpPr>
        <p:spPr>
          <a:xfrm>
            <a:off x="7326834" y="3519483"/>
            <a:ext cx="447039" cy="1605274"/>
          </a:xfrm>
          <a:prstGeom prst="straightConnector1">
            <a:avLst/>
          </a:prstGeom>
          <a:ln w="38100">
            <a:solidFill>
              <a:schemeClr val="bg1">
                <a:lumMod val="95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2" name="Straight Arrow Connector 47">
            <a:extLst>
              <a:ext uri="{FF2B5EF4-FFF2-40B4-BE49-F238E27FC236}">
                <a16:creationId xmlns:a16="http://schemas.microsoft.com/office/drawing/2014/main" id="{65067109-F2C9-4205-B4F4-56788C40A4CD}"/>
              </a:ext>
            </a:extLst>
          </p:cNvPr>
          <p:cNvCxnSpPr>
            <a:cxnSpLocks/>
            <a:stCxn id="4" idx="5"/>
            <a:endCxn id="13" idx="0"/>
          </p:cNvCxnSpPr>
          <p:nvPr/>
        </p:nvCxnSpPr>
        <p:spPr>
          <a:xfrm>
            <a:off x="8989891" y="3902716"/>
            <a:ext cx="667423" cy="1474277"/>
          </a:xfrm>
          <a:prstGeom prst="straightConnector1">
            <a:avLst/>
          </a:prstGeom>
          <a:ln w="38100">
            <a:solidFill>
              <a:schemeClr val="bg1">
                <a:lumMod val="95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3" name="Straight Arrow Connector 47">
            <a:extLst>
              <a:ext uri="{FF2B5EF4-FFF2-40B4-BE49-F238E27FC236}">
                <a16:creationId xmlns:a16="http://schemas.microsoft.com/office/drawing/2014/main" id="{001A7BFD-EBFC-9A56-25B4-3B36DC45565A}"/>
              </a:ext>
            </a:extLst>
          </p:cNvPr>
          <p:cNvCxnSpPr>
            <a:cxnSpLocks/>
            <a:stCxn id="12" idx="6"/>
            <a:endCxn id="13" idx="2"/>
          </p:cNvCxnSpPr>
          <p:nvPr/>
        </p:nvCxnSpPr>
        <p:spPr>
          <a:xfrm>
            <a:off x="7987426" y="5338310"/>
            <a:ext cx="1456335" cy="252236"/>
          </a:xfrm>
          <a:prstGeom prst="straightConnector1">
            <a:avLst/>
          </a:prstGeom>
          <a:ln w="38100">
            <a:solidFill>
              <a:schemeClr val="bg1">
                <a:lumMod val="95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4" name="Straight Arrow Connector 47">
            <a:extLst>
              <a:ext uri="{FF2B5EF4-FFF2-40B4-BE49-F238E27FC236}">
                <a16:creationId xmlns:a16="http://schemas.microsoft.com/office/drawing/2014/main" id="{27E27B90-178A-EA21-58CB-69700F766143}"/>
              </a:ext>
            </a:extLst>
          </p:cNvPr>
          <p:cNvCxnSpPr>
            <a:cxnSpLocks/>
            <a:stCxn id="13" idx="6"/>
            <a:endCxn id="14" idx="2"/>
          </p:cNvCxnSpPr>
          <p:nvPr/>
        </p:nvCxnSpPr>
        <p:spPr>
          <a:xfrm flipV="1">
            <a:off x="9870867" y="5090567"/>
            <a:ext cx="1573224" cy="499979"/>
          </a:xfrm>
          <a:prstGeom prst="straightConnector1">
            <a:avLst/>
          </a:prstGeom>
          <a:ln w="38100">
            <a:solidFill>
              <a:schemeClr val="bg1">
                <a:lumMod val="95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8" name="Straight Arrow Connector 47">
            <a:extLst>
              <a:ext uri="{FF2B5EF4-FFF2-40B4-BE49-F238E27FC236}">
                <a16:creationId xmlns:a16="http://schemas.microsoft.com/office/drawing/2014/main" id="{C7745CFA-763C-B406-0EEA-D740229B06AA}"/>
              </a:ext>
            </a:extLst>
          </p:cNvPr>
          <p:cNvCxnSpPr>
            <a:cxnSpLocks/>
            <a:stCxn id="14" idx="0"/>
            <a:endCxn id="8" idx="4"/>
          </p:cNvCxnSpPr>
          <p:nvPr/>
        </p:nvCxnSpPr>
        <p:spPr>
          <a:xfrm flipV="1">
            <a:off x="11657644" y="3049124"/>
            <a:ext cx="47812" cy="1827890"/>
          </a:xfrm>
          <a:prstGeom prst="straightConnector1">
            <a:avLst/>
          </a:prstGeom>
          <a:ln w="38100">
            <a:solidFill>
              <a:schemeClr val="bg1">
                <a:lumMod val="95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7" name="Straight Arrow Connector 47">
            <a:extLst>
              <a:ext uri="{FF2B5EF4-FFF2-40B4-BE49-F238E27FC236}">
                <a16:creationId xmlns:a16="http://schemas.microsoft.com/office/drawing/2014/main" id="{A9A87D9B-0A36-8AF6-74BF-DEF02F3C64A3}"/>
              </a:ext>
            </a:extLst>
          </p:cNvPr>
          <p:cNvCxnSpPr>
            <a:cxnSpLocks/>
            <a:stCxn id="4" idx="0"/>
            <a:endCxn id="11" idx="4"/>
          </p:cNvCxnSpPr>
          <p:nvPr/>
        </p:nvCxnSpPr>
        <p:spPr>
          <a:xfrm flipV="1">
            <a:off x="8838886" y="1996554"/>
            <a:ext cx="116941" cy="1541604"/>
          </a:xfrm>
          <a:prstGeom prst="straightConnector1">
            <a:avLst/>
          </a:prstGeom>
          <a:ln w="38100">
            <a:solidFill>
              <a:schemeClr val="bg1">
                <a:lumMod val="95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0" name="Straight Arrow Connector 18">
            <a:extLst>
              <a:ext uri="{FF2B5EF4-FFF2-40B4-BE49-F238E27FC236}">
                <a16:creationId xmlns:a16="http://schemas.microsoft.com/office/drawing/2014/main" id="{899CD781-B7F9-6DC8-8E81-74D0FAF3682C}"/>
              </a:ext>
            </a:extLst>
          </p:cNvPr>
          <p:cNvCxnSpPr>
            <a:cxnSpLocks/>
            <a:stCxn id="13" idx="7"/>
            <a:endCxn id="5" idx="3"/>
          </p:cNvCxnSpPr>
          <p:nvPr/>
        </p:nvCxnSpPr>
        <p:spPr>
          <a:xfrm flipV="1">
            <a:off x="9808319" y="3668645"/>
            <a:ext cx="563666" cy="1770896"/>
          </a:xfrm>
          <a:prstGeom prst="straightConnector1">
            <a:avLst/>
          </a:prstGeom>
          <a:ln w="38100">
            <a:solidFill>
              <a:schemeClr val="bg1">
                <a:lumMod val="95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4" name="Straight Arrow Connector 18">
            <a:extLst>
              <a:ext uri="{FF2B5EF4-FFF2-40B4-BE49-F238E27FC236}">
                <a16:creationId xmlns:a16="http://schemas.microsoft.com/office/drawing/2014/main" id="{F1572BCA-F10C-22EA-1E8D-480B22D2E82B}"/>
              </a:ext>
            </a:extLst>
          </p:cNvPr>
          <p:cNvCxnSpPr>
            <a:cxnSpLocks/>
            <a:stCxn id="14" idx="1"/>
            <a:endCxn id="5" idx="5"/>
          </p:cNvCxnSpPr>
          <p:nvPr/>
        </p:nvCxnSpPr>
        <p:spPr>
          <a:xfrm flipH="1" flipV="1">
            <a:off x="10673995" y="3668645"/>
            <a:ext cx="832644" cy="1270917"/>
          </a:xfrm>
          <a:prstGeom prst="straightConnector1">
            <a:avLst/>
          </a:prstGeom>
          <a:ln w="38100">
            <a:solidFill>
              <a:schemeClr val="bg1">
                <a:lumMod val="95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18" name="TextBox 117">
            <a:extLst>
              <a:ext uri="{FF2B5EF4-FFF2-40B4-BE49-F238E27FC236}">
                <a16:creationId xmlns:a16="http://schemas.microsoft.com/office/drawing/2014/main" id="{190067A7-A5C6-F342-8387-28DDAFB2093F}"/>
              </a:ext>
            </a:extLst>
          </p:cNvPr>
          <p:cNvSpPr txBox="1"/>
          <p:nvPr/>
        </p:nvSpPr>
        <p:spPr>
          <a:xfrm>
            <a:off x="7820850" y="2253785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NL" dirty="0">
                <a:solidFill>
                  <a:schemeClr val="bg1">
                    <a:lumMod val="95000"/>
                  </a:schemeClr>
                </a:solidFill>
                <a:latin typeface="Aptos" panose="020B0004020202020204" pitchFamily="34" charset="0"/>
              </a:rPr>
              <a:t>5</a:t>
            </a:r>
          </a:p>
        </p:txBody>
      </p:sp>
      <p:sp>
        <p:nvSpPr>
          <p:cNvPr id="119" name="TextBox 118">
            <a:extLst>
              <a:ext uri="{FF2B5EF4-FFF2-40B4-BE49-F238E27FC236}">
                <a16:creationId xmlns:a16="http://schemas.microsoft.com/office/drawing/2014/main" id="{ADF9DDB3-0E86-56E9-CBDC-B092F7E5D7B8}"/>
              </a:ext>
            </a:extLst>
          </p:cNvPr>
          <p:cNvSpPr txBox="1"/>
          <p:nvPr/>
        </p:nvSpPr>
        <p:spPr>
          <a:xfrm>
            <a:off x="8893019" y="2644064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>
              <a:defRPr>
                <a:solidFill>
                  <a:schemeClr val="bg1">
                    <a:lumMod val="95000"/>
                  </a:schemeClr>
                </a:solidFill>
                <a:latin typeface="Aptos" panose="020B0004020202020204" pitchFamily="34" charset="0"/>
              </a:defRPr>
            </a:lvl1pPr>
          </a:lstStyle>
          <a:p>
            <a:r>
              <a:rPr lang="nl-NL" dirty="0"/>
              <a:t>3</a:t>
            </a:r>
          </a:p>
        </p:txBody>
      </p:sp>
      <p:sp>
        <p:nvSpPr>
          <p:cNvPr id="120" name="TextBox 119">
            <a:extLst>
              <a:ext uri="{FF2B5EF4-FFF2-40B4-BE49-F238E27FC236}">
                <a16:creationId xmlns:a16="http://schemas.microsoft.com/office/drawing/2014/main" id="{5A54CB49-E8DF-45D2-8FDD-9E83933667F8}"/>
              </a:ext>
            </a:extLst>
          </p:cNvPr>
          <p:cNvSpPr txBox="1"/>
          <p:nvPr/>
        </p:nvSpPr>
        <p:spPr>
          <a:xfrm>
            <a:off x="9769039" y="1813423"/>
            <a:ext cx="4315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>
              <a:defRPr>
                <a:solidFill>
                  <a:schemeClr val="bg1">
                    <a:lumMod val="95000"/>
                  </a:schemeClr>
                </a:solidFill>
                <a:latin typeface="Aptos" panose="020B0004020202020204" pitchFamily="34" charset="0"/>
              </a:defRPr>
            </a:lvl1pPr>
          </a:lstStyle>
          <a:p>
            <a:r>
              <a:rPr lang="nl-NL" dirty="0"/>
              <a:t>10</a:t>
            </a:r>
          </a:p>
        </p:txBody>
      </p:sp>
      <p:sp>
        <p:nvSpPr>
          <p:cNvPr id="121" name="TextBox 120">
            <a:extLst>
              <a:ext uri="{FF2B5EF4-FFF2-40B4-BE49-F238E27FC236}">
                <a16:creationId xmlns:a16="http://schemas.microsoft.com/office/drawing/2014/main" id="{D8A8592D-0763-4ED7-3DA5-55FA664CBD48}"/>
              </a:ext>
            </a:extLst>
          </p:cNvPr>
          <p:cNvSpPr txBox="1"/>
          <p:nvPr/>
        </p:nvSpPr>
        <p:spPr>
          <a:xfrm>
            <a:off x="11144364" y="2057281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>
              <a:defRPr>
                <a:solidFill>
                  <a:schemeClr val="bg1">
                    <a:lumMod val="95000"/>
                  </a:schemeClr>
                </a:solidFill>
                <a:latin typeface="Aptos" panose="020B0004020202020204" pitchFamily="34" charset="0"/>
              </a:defRPr>
            </a:lvl1pPr>
          </a:lstStyle>
          <a:p>
            <a:r>
              <a:rPr lang="nl-NL" dirty="0"/>
              <a:t>9</a:t>
            </a:r>
          </a:p>
        </p:txBody>
      </p:sp>
      <p:sp>
        <p:nvSpPr>
          <p:cNvPr id="122" name="TextBox 121">
            <a:extLst>
              <a:ext uri="{FF2B5EF4-FFF2-40B4-BE49-F238E27FC236}">
                <a16:creationId xmlns:a16="http://schemas.microsoft.com/office/drawing/2014/main" id="{D6CC6C6D-0A22-3EE6-6998-749B2F4B9A51}"/>
              </a:ext>
            </a:extLst>
          </p:cNvPr>
          <p:cNvSpPr txBox="1"/>
          <p:nvPr/>
        </p:nvSpPr>
        <p:spPr>
          <a:xfrm>
            <a:off x="10179435" y="2466494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>
              <a:defRPr>
                <a:solidFill>
                  <a:schemeClr val="bg1">
                    <a:lumMod val="95000"/>
                  </a:schemeClr>
                </a:solidFill>
                <a:latin typeface="Aptos" panose="020B0004020202020204" pitchFamily="34" charset="0"/>
              </a:defRPr>
            </a:lvl1pPr>
          </a:lstStyle>
          <a:p>
            <a:r>
              <a:rPr lang="nl-NL" dirty="0"/>
              <a:t>2</a:t>
            </a:r>
          </a:p>
        </p:txBody>
      </p:sp>
      <p:sp>
        <p:nvSpPr>
          <p:cNvPr id="123" name="TextBox 122">
            <a:extLst>
              <a:ext uri="{FF2B5EF4-FFF2-40B4-BE49-F238E27FC236}">
                <a16:creationId xmlns:a16="http://schemas.microsoft.com/office/drawing/2014/main" id="{EED3C52C-9B63-5BE4-E60E-9B9EA5AEB864}"/>
              </a:ext>
            </a:extLst>
          </p:cNvPr>
          <p:cNvSpPr txBox="1"/>
          <p:nvPr/>
        </p:nvSpPr>
        <p:spPr>
          <a:xfrm>
            <a:off x="8968232" y="4541872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>
              <a:defRPr>
                <a:solidFill>
                  <a:schemeClr val="bg1">
                    <a:lumMod val="95000"/>
                  </a:schemeClr>
                </a:solidFill>
                <a:latin typeface="Aptos" panose="020B0004020202020204" pitchFamily="34" charset="0"/>
              </a:defRPr>
            </a:lvl1pPr>
          </a:lstStyle>
          <a:p>
            <a:r>
              <a:rPr lang="nl-NL" dirty="0"/>
              <a:t>4</a:t>
            </a:r>
          </a:p>
        </p:txBody>
      </p:sp>
      <p:sp>
        <p:nvSpPr>
          <p:cNvPr id="124" name="TextBox 123">
            <a:extLst>
              <a:ext uri="{FF2B5EF4-FFF2-40B4-BE49-F238E27FC236}">
                <a16:creationId xmlns:a16="http://schemas.microsoft.com/office/drawing/2014/main" id="{0F013B80-F90F-BAA0-CC6B-8F8FB921BBAC}"/>
              </a:ext>
            </a:extLst>
          </p:cNvPr>
          <p:cNvSpPr txBox="1"/>
          <p:nvPr/>
        </p:nvSpPr>
        <p:spPr>
          <a:xfrm>
            <a:off x="8588225" y="5472694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>
              <a:defRPr>
                <a:solidFill>
                  <a:schemeClr val="bg1">
                    <a:lumMod val="95000"/>
                  </a:schemeClr>
                </a:solidFill>
                <a:latin typeface="Aptos" panose="020B0004020202020204" pitchFamily="34" charset="0"/>
              </a:defRPr>
            </a:lvl1pPr>
          </a:lstStyle>
          <a:p>
            <a:r>
              <a:rPr lang="nl-NL" dirty="0"/>
              <a:t>2</a:t>
            </a:r>
          </a:p>
        </p:txBody>
      </p:sp>
      <p:sp>
        <p:nvSpPr>
          <p:cNvPr id="125" name="TextBox 124">
            <a:extLst>
              <a:ext uri="{FF2B5EF4-FFF2-40B4-BE49-F238E27FC236}">
                <a16:creationId xmlns:a16="http://schemas.microsoft.com/office/drawing/2014/main" id="{C6E86391-51EC-B4A3-1C08-13C51A721533}"/>
              </a:ext>
            </a:extLst>
          </p:cNvPr>
          <p:cNvSpPr txBox="1"/>
          <p:nvPr/>
        </p:nvSpPr>
        <p:spPr>
          <a:xfrm>
            <a:off x="7641483" y="4158639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>
              <a:defRPr>
                <a:solidFill>
                  <a:schemeClr val="bg1">
                    <a:lumMod val="95000"/>
                  </a:schemeClr>
                </a:solidFill>
                <a:latin typeface="Aptos" panose="020B0004020202020204" pitchFamily="34" charset="0"/>
              </a:defRPr>
            </a:lvl1pPr>
          </a:lstStyle>
          <a:p>
            <a:r>
              <a:rPr lang="nl-NL" dirty="0"/>
              <a:t>2</a:t>
            </a:r>
          </a:p>
        </p:txBody>
      </p:sp>
      <p:sp>
        <p:nvSpPr>
          <p:cNvPr id="126" name="TextBox 125">
            <a:extLst>
              <a:ext uri="{FF2B5EF4-FFF2-40B4-BE49-F238E27FC236}">
                <a16:creationId xmlns:a16="http://schemas.microsoft.com/office/drawing/2014/main" id="{5BD4AEC4-0655-C0BE-42A8-4206AAAB05EB}"/>
              </a:ext>
            </a:extLst>
          </p:cNvPr>
          <p:cNvSpPr txBox="1"/>
          <p:nvPr/>
        </p:nvSpPr>
        <p:spPr>
          <a:xfrm>
            <a:off x="10803088" y="5301733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>
              <a:defRPr>
                <a:solidFill>
                  <a:schemeClr val="bg1">
                    <a:lumMod val="95000"/>
                  </a:schemeClr>
                </a:solidFill>
                <a:latin typeface="Aptos" panose="020B0004020202020204" pitchFamily="34" charset="0"/>
              </a:defRPr>
            </a:lvl1pPr>
          </a:lstStyle>
          <a:p>
            <a:r>
              <a:rPr lang="nl-NL" dirty="0"/>
              <a:t>1</a:t>
            </a:r>
          </a:p>
        </p:txBody>
      </p:sp>
      <p:sp>
        <p:nvSpPr>
          <p:cNvPr id="127" name="TextBox 126">
            <a:extLst>
              <a:ext uri="{FF2B5EF4-FFF2-40B4-BE49-F238E27FC236}">
                <a16:creationId xmlns:a16="http://schemas.microsoft.com/office/drawing/2014/main" id="{37D87D79-2562-3DE1-D92A-6B206A1E04AE}"/>
              </a:ext>
            </a:extLst>
          </p:cNvPr>
          <p:cNvSpPr txBox="1"/>
          <p:nvPr/>
        </p:nvSpPr>
        <p:spPr>
          <a:xfrm>
            <a:off x="9774498" y="4284407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>
              <a:defRPr>
                <a:solidFill>
                  <a:schemeClr val="bg1">
                    <a:lumMod val="95000"/>
                  </a:schemeClr>
                </a:solidFill>
                <a:latin typeface="Aptos" panose="020B0004020202020204" pitchFamily="34" charset="0"/>
              </a:defRPr>
            </a:lvl1pPr>
          </a:lstStyle>
          <a:p>
            <a:r>
              <a:rPr lang="nl-NL" dirty="0"/>
              <a:t>5</a:t>
            </a:r>
          </a:p>
        </p:txBody>
      </p:sp>
      <p:sp>
        <p:nvSpPr>
          <p:cNvPr id="128" name="TextBox 127">
            <a:extLst>
              <a:ext uri="{FF2B5EF4-FFF2-40B4-BE49-F238E27FC236}">
                <a16:creationId xmlns:a16="http://schemas.microsoft.com/office/drawing/2014/main" id="{8744C086-D1B3-45B9-C26C-284553F7CA56}"/>
              </a:ext>
            </a:extLst>
          </p:cNvPr>
          <p:cNvSpPr txBox="1"/>
          <p:nvPr/>
        </p:nvSpPr>
        <p:spPr>
          <a:xfrm>
            <a:off x="10760148" y="4249247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>
              <a:defRPr>
                <a:solidFill>
                  <a:schemeClr val="bg1">
                    <a:lumMod val="95000"/>
                  </a:schemeClr>
                </a:solidFill>
                <a:latin typeface="Aptos" panose="020B0004020202020204" pitchFamily="34" charset="0"/>
              </a:defRPr>
            </a:lvl1pPr>
          </a:lstStyle>
          <a:p>
            <a:r>
              <a:rPr lang="nl-NL" dirty="0"/>
              <a:t>3</a:t>
            </a:r>
          </a:p>
        </p:txBody>
      </p:sp>
      <p:sp>
        <p:nvSpPr>
          <p:cNvPr id="129" name="TextBox 128">
            <a:extLst>
              <a:ext uri="{FF2B5EF4-FFF2-40B4-BE49-F238E27FC236}">
                <a16:creationId xmlns:a16="http://schemas.microsoft.com/office/drawing/2014/main" id="{F56E19C5-95DF-9D6B-0506-BEDB4769B372}"/>
              </a:ext>
            </a:extLst>
          </p:cNvPr>
          <p:cNvSpPr txBox="1"/>
          <p:nvPr/>
        </p:nvSpPr>
        <p:spPr>
          <a:xfrm>
            <a:off x="10917429" y="2767356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>
              <a:defRPr>
                <a:solidFill>
                  <a:schemeClr val="bg1">
                    <a:lumMod val="95000"/>
                  </a:schemeClr>
                </a:solidFill>
                <a:latin typeface="Aptos" panose="020B0004020202020204" pitchFamily="34" charset="0"/>
              </a:defRPr>
            </a:lvl1pPr>
          </a:lstStyle>
          <a:p>
            <a:r>
              <a:rPr lang="nl-NL" dirty="0"/>
              <a:t>8</a:t>
            </a:r>
          </a:p>
        </p:txBody>
      </p:sp>
      <p:sp>
        <p:nvSpPr>
          <p:cNvPr id="130" name="TextBox 129">
            <a:extLst>
              <a:ext uri="{FF2B5EF4-FFF2-40B4-BE49-F238E27FC236}">
                <a16:creationId xmlns:a16="http://schemas.microsoft.com/office/drawing/2014/main" id="{E715BB65-F804-3584-5285-7D54B319B6D5}"/>
              </a:ext>
            </a:extLst>
          </p:cNvPr>
          <p:cNvSpPr txBox="1"/>
          <p:nvPr/>
        </p:nvSpPr>
        <p:spPr>
          <a:xfrm>
            <a:off x="11702412" y="3871807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>
              <a:defRPr>
                <a:solidFill>
                  <a:schemeClr val="bg1">
                    <a:lumMod val="95000"/>
                  </a:schemeClr>
                </a:solidFill>
                <a:latin typeface="Aptos" panose="020B0004020202020204" pitchFamily="34" charset="0"/>
              </a:defRPr>
            </a:lvl1pPr>
          </a:lstStyle>
          <a:p>
            <a:r>
              <a:rPr lang="nl-NL" dirty="0"/>
              <a:t>9</a:t>
            </a:r>
          </a:p>
        </p:txBody>
      </p:sp>
      <p:sp>
        <p:nvSpPr>
          <p:cNvPr id="131" name="TextBox 130">
            <a:extLst>
              <a:ext uri="{FF2B5EF4-FFF2-40B4-BE49-F238E27FC236}">
                <a16:creationId xmlns:a16="http://schemas.microsoft.com/office/drawing/2014/main" id="{BFBE41D7-2D72-BA51-D857-E7B72709D5E5}"/>
              </a:ext>
            </a:extLst>
          </p:cNvPr>
          <p:cNvSpPr txBox="1"/>
          <p:nvPr/>
        </p:nvSpPr>
        <p:spPr>
          <a:xfrm>
            <a:off x="9636165" y="3226198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>
              <a:defRPr>
                <a:solidFill>
                  <a:schemeClr val="bg1">
                    <a:lumMod val="95000"/>
                  </a:schemeClr>
                </a:solidFill>
                <a:latin typeface="Aptos" panose="020B0004020202020204" pitchFamily="34" charset="0"/>
              </a:defRPr>
            </a:lvl1pPr>
          </a:lstStyle>
          <a:p>
            <a:r>
              <a:rPr lang="nl-NL" dirty="0"/>
              <a:t>6</a:t>
            </a:r>
          </a:p>
        </p:txBody>
      </p:sp>
      <p:sp>
        <p:nvSpPr>
          <p:cNvPr id="132" name="TextBox 131">
            <a:extLst>
              <a:ext uri="{FF2B5EF4-FFF2-40B4-BE49-F238E27FC236}">
                <a16:creationId xmlns:a16="http://schemas.microsoft.com/office/drawing/2014/main" id="{FFFC8115-E4BE-012F-8CE1-CEAD9BF4EE16}"/>
              </a:ext>
            </a:extLst>
          </p:cNvPr>
          <p:cNvSpPr txBox="1"/>
          <p:nvPr/>
        </p:nvSpPr>
        <p:spPr>
          <a:xfrm>
            <a:off x="8051195" y="3212699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>
              <a:defRPr>
                <a:solidFill>
                  <a:schemeClr val="bg1">
                    <a:lumMod val="95000"/>
                  </a:schemeClr>
                </a:solidFill>
                <a:latin typeface="Aptos" panose="020B0004020202020204" pitchFamily="34" charset="0"/>
              </a:defRPr>
            </a:lvl1pPr>
          </a:lstStyle>
          <a:p>
            <a:r>
              <a:rPr lang="nl-NL" dirty="0"/>
              <a:t>7</a:t>
            </a:r>
          </a:p>
        </p:txBody>
      </p:sp>
    </p:spTree>
    <p:extLst>
      <p:ext uri="{BB962C8B-B14F-4D97-AF65-F5344CB8AC3E}">
        <p14:creationId xmlns:p14="http://schemas.microsoft.com/office/powerpoint/2010/main" val="37652131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0070C0"/>
                                      </p:to>
                                    </p:animClr>
                                    <p:set>
                                      <p:cBhvr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3" presetClass="emph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2" dur="500" fill="hold"/>
                                        <p:tgtEl>
                                          <p:spTgt spid="131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000000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3" presetID="3" presetClass="emph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4" dur="500" fill="hold"/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000000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5" presetID="3" presetClass="emph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6" dur="500" fill="hold"/>
                                        <p:tgtEl>
                                          <p:spTgt spid="129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000000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7" presetID="3" presetClass="emph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8" dur="500" fill="hold"/>
                                        <p:tgtEl>
                                          <p:spTgt spid="128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000000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9" presetID="3" presetClass="emph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0" dur="500" fill="hold"/>
                                        <p:tgtEl>
                                          <p:spTgt spid="127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000000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7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4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000000"/>
                                      </p:to>
                                    </p:animClr>
                                    <p:set>
                                      <p:cBhvr>
                                        <p:cTn id="25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500"/>
                            </p:stCondLst>
                            <p:childTnLst>
                              <p:par>
                                <p:cTn id="27" presetID="1" presetClass="emph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8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0070C0"/>
                                      </p:to>
                                    </p:animClr>
                                    <p:set>
                                      <p:cBhvr>
                                        <p:cTn id="29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0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1000"/>
                            </p:stCondLst>
                            <p:childTnLst>
                              <p:par>
                                <p:cTn id="32" presetID="10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3" dur="500"/>
                                        <p:tgtEl>
                                          <p:spTgt spid="12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3" presetClass="emph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8" dur="500" fill="hold"/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000000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39" presetID="3" presetClass="emph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40" dur="500" fill="hold"/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000000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0" grpId="0"/>
      <p:bldP spid="121" grpId="0"/>
      <p:bldP spid="122" grpId="0"/>
      <p:bldP spid="122" grpId="1"/>
      <p:bldP spid="127" grpId="0"/>
      <p:bldP spid="128" grpId="0"/>
      <p:bldP spid="129" grpId="0"/>
      <p:bldP spid="131" grpId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32E3C8-90B5-7848-A510-012D8E9BA0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B4C270-B5DF-41C4-AE65-87928A752D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 err="1"/>
              <a:t>Prim’s</a:t>
            </a:r>
            <a:r>
              <a:rPr lang="nl-NL" dirty="0"/>
              <a:t> </a:t>
            </a:r>
            <a:r>
              <a:rPr lang="nl-NL" dirty="0" err="1"/>
              <a:t>algorithm</a:t>
            </a:r>
            <a:endParaRPr lang="nl-N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B00D31-1866-A91A-0E67-4B37AA519D5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0081" y="2633472"/>
            <a:ext cx="4855372" cy="3459510"/>
          </a:xfrm>
        </p:spPr>
        <p:txBody>
          <a:bodyPr>
            <a:normAutofit/>
          </a:bodyPr>
          <a:lstStyle/>
          <a:p>
            <a:r>
              <a:rPr lang="nl-NL" dirty="0"/>
              <a:t>Pseudocode:</a:t>
            </a:r>
          </a:p>
          <a:p>
            <a:pPr lvl="1"/>
            <a:r>
              <a:rPr lang="nl-NL" dirty="0"/>
              <a:t>Start </a:t>
            </a:r>
            <a:r>
              <a:rPr lang="nl-NL" dirty="0" err="1"/>
              <a:t>with</a:t>
            </a:r>
            <a:r>
              <a:rPr lang="nl-NL" dirty="0"/>
              <a:t> </a:t>
            </a:r>
            <a:r>
              <a:rPr lang="nl-NL" dirty="0" err="1"/>
              <a:t>an</a:t>
            </a:r>
            <a:r>
              <a:rPr lang="nl-NL" dirty="0"/>
              <a:t> </a:t>
            </a:r>
            <a:r>
              <a:rPr lang="nl-NL" dirty="0" err="1"/>
              <a:t>arbitrary</a:t>
            </a:r>
            <a:r>
              <a:rPr lang="nl-NL" dirty="0"/>
              <a:t> node &amp; </a:t>
            </a:r>
            <a:r>
              <a:rPr lang="nl-NL" dirty="0" err="1"/>
              <a:t>add</a:t>
            </a:r>
            <a:r>
              <a:rPr lang="nl-NL" dirty="0"/>
              <a:t> </a:t>
            </a:r>
            <a:r>
              <a:rPr lang="nl-NL" dirty="0" err="1"/>
              <a:t>it</a:t>
            </a:r>
            <a:r>
              <a:rPr lang="nl-NL" dirty="0"/>
              <a:t> </a:t>
            </a:r>
            <a:r>
              <a:rPr lang="nl-NL" dirty="0" err="1"/>
              <a:t>to</a:t>
            </a:r>
            <a:r>
              <a:rPr lang="nl-NL" dirty="0"/>
              <a:t> </a:t>
            </a:r>
            <a:r>
              <a:rPr lang="nl-NL" dirty="0" err="1"/>
              <a:t>the</a:t>
            </a:r>
            <a:r>
              <a:rPr lang="nl-NL" dirty="0"/>
              <a:t> </a:t>
            </a:r>
            <a:r>
              <a:rPr lang="nl-NL" dirty="0" err="1"/>
              <a:t>result</a:t>
            </a:r>
            <a:endParaRPr lang="nl-NL" dirty="0"/>
          </a:p>
          <a:p>
            <a:pPr lvl="1"/>
            <a:r>
              <a:rPr lang="nl-NL" dirty="0" err="1"/>
              <a:t>While</a:t>
            </a:r>
            <a:r>
              <a:rPr lang="nl-NL" dirty="0"/>
              <a:t> </a:t>
            </a:r>
            <a:r>
              <a:rPr lang="nl-NL" dirty="0" err="1"/>
              <a:t>there</a:t>
            </a:r>
            <a:r>
              <a:rPr lang="nl-NL" dirty="0"/>
              <a:t> are </a:t>
            </a:r>
            <a:r>
              <a:rPr lang="nl-NL" dirty="0" err="1"/>
              <a:t>nodes</a:t>
            </a:r>
            <a:r>
              <a:rPr lang="nl-NL" dirty="0"/>
              <a:t> </a:t>
            </a:r>
            <a:r>
              <a:rPr lang="nl-NL" dirty="0" err="1"/>
              <a:t>that</a:t>
            </a:r>
            <a:r>
              <a:rPr lang="nl-NL" dirty="0"/>
              <a:t> are </a:t>
            </a:r>
            <a:r>
              <a:rPr lang="nl-NL" dirty="0" err="1"/>
              <a:t>not</a:t>
            </a:r>
            <a:r>
              <a:rPr lang="nl-NL" dirty="0"/>
              <a:t> part of </a:t>
            </a:r>
            <a:r>
              <a:rPr lang="nl-NL" dirty="0" err="1"/>
              <a:t>the</a:t>
            </a:r>
            <a:r>
              <a:rPr lang="nl-NL" dirty="0"/>
              <a:t> </a:t>
            </a:r>
            <a:r>
              <a:rPr lang="nl-NL" dirty="0" err="1"/>
              <a:t>result</a:t>
            </a:r>
            <a:r>
              <a:rPr lang="nl-NL" dirty="0"/>
              <a:t>:</a:t>
            </a:r>
          </a:p>
          <a:p>
            <a:pPr lvl="2"/>
            <a:r>
              <a:rPr lang="nl-NL" dirty="0" err="1"/>
              <a:t>Find</a:t>
            </a:r>
            <a:r>
              <a:rPr lang="nl-NL" dirty="0"/>
              <a:t> </a:t>
            </a:r>
            <a:r>
              <a:rPr lang="nl-NL" dirty="0" err="1"/>
              <a:t>the</a:t>
            </a:r>
            <a:r>
              <a:rPr lang="nl-NL" dirty="0"/>
              <a:t> </a:t>
            </a:r>
            <a:r>
              <a:rPr lang="nl-NL" dirty="0" err="1"/>
              <a:t>cheapest</a:t>
            </a:r>
            <a:r>
              <a:rPr lang="nl-NL" dirty="0"/>
              <a:t> </a:t>
            </a:r>
            <a:r>
              <a:rPr lang="nl-NL" dirty="0" err="1"/>
              <a:t>edge</a:t>
            </a:r>
            <a:r>
              <a:rPr lang="nl-NL" dirty="0"/>
              <a:t> </a:t>
            </a:r>
            <a:r>
              <a:rPr lang="nl-NL" dirty="0" err="1"/>
              <a:t>between</a:t>
            </a:r>
            <a:r>
              <a:rPr lang="nl-NL" dirty="0"/>
              <a:t> a node </a:t>
            </a:r>
            <a:r>
              <a:rPr lang="nl-NL" dirty="0" err="1"/>
              <a:t>that</a:t>
            </a:r>
            <a:r>
              <a:rPr lang="nl-NL" dirty="0"/>
              <a:t> is in </a:t>
            </a:r>
            <a:r>
              <a:rPr lang="nl-NL" dirty="0" err="1"/>
              <a:t>result</a:t>
            </a:r>
            <a:r>
              <a:rPr lang="nl-NL" dirty="0"/>
              <a:t> </a:t>
            </a:r>
            <a:r>
              <a:rPr lang="nl-NL" dirty="0" err="1"/>
              <a:t>and</a:t>
            </a:r>
            <a:r>
              <a:rPr lang="nl-NL" dirty="0"/>
              <a:t> </a:t>
            </a:r>
            <a:r>
              <a:rPr lang="nl-NL" dirty="0" err="1"/>
              <a:t>one</a:t>
            </a:r>
            <a:r>
              <a:rPr lang="nl-NL" dirty="0"/>
              <a:t> </a:t>
            </a:r>
            <a:r>
              <a:rPr lang="nl-NL" dirty="0" err="1"/>
              <a:t>that</a:t>
            </a:r>
            <a:r>
              <a:rPr lang="nl-NL" dirty="0"/>
              <a:t> is </a:t>
            </a:r>
            <a:r>
              <a:rPr lang="nl-NL" dirty="0" err="1"/>
              <a:t>not</a:t>
            </a:r>
            <a:endParaRPr lang="nl-NL" dirty="0"/>
          </a:p>
          <a:p>
            <a:pPr lvl="2"/>
            <a:r>
              <a:rPr lang="nl-NL" dirty="0" err="1"/>
              <a:t>Add</a:t>
            </a:r>
            <a:r>
              <a:rPr lang="nl-NL" dirty="0"/>
              <a:t> </a:t>
            </a:r>
            <a:r>
              <a:rPr lang="nl-NL" dirty="0" err="1"/>
              <a:t>the</a:t>
            </a:r>
            <a:r>
              <a:rPr lang="nl-NL" dirty="0"/>
              <a:t> </a:t>
            </a:r>
            <a:r>
              <a:rPr lang="nl-NL" dirty="0" err="1"/>
              <a:t>edge</a:t>
            </a:r>
            <a:r>
              <a:rPr lang="nl-NL" dirty="0"/>
              <a:t> &amp; node </a:t>
            </a:r>
            <a:r>
              <a:rPr lang="nl-NL" dirty="0" err="1"/>
              <a:t>to</a:t>
            </a:r>
            <a:r>
              <a:rPr lang="nl-NL" dirty="0"/>
              <a:t> </a:t>
            </a:r>
            <a:r>
              <a:rPr lang="nl-NL" dirty="0" err="1"/>
              <a:t>the</a:t>
            </a:r>
            <a:r>
              <a:rPr lang="nl-NL" dirty="0"/>
              <a:t> </a:t>
            </a:r>
            <a:r>
              <a:rPr lang="nl-NL" dirty="0" err="1"/>
              <a:t>result</a:t>
            </a:r>
            <a:endParaRPr lang="nl-NL" dirty="0"/>
          </a:p>
          <a:p>
            <a:pPr lvl="2"/>
            <a:endParaRPr lang="nl-NL" dirty="0"/>
          </a:p>
        </p:txBody>
      </p:sp>
      <p:sp>
        <p:nvSpPr>
          <p:cNvPr id="4" name="Oval 6">
            <a:extLst>
              <a:ext uri="{FF2B5EF4-FFF2-40B4-BE49-F238E27FC236}">
                <a16:creationId xmlns:a16="http://schemas.microsoft.com/office/drawing/2014/main" id="{55CE0A2F-B52C-5295-AAB1-5339D756D8F8}"/>
              </a:ext>
            </a:extLst>
          </p:cNvPr>
          <p:cNvSpPr/>
          <p:nvPr/>
        </p:nvSpPr>
        <p:spPr>
          <a:xfrm>
            <a:off x="8625333" y="3538158"/>
            <a:ext cx="427106" cy="427106"/>
          </a:xfrm>
          <a:prstGeom prst="ellipse">
            <a:avLst/>
          </a:prstGeom>
          <a:solidFill>
            <a:schemeClr val="bg1">
              <a:lumMod val="85000"/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 dirty="0">
              <a:latin typeface="Aptos" panose="020B0004020202020204" pitchFamily="34" charset="0"/>
            </a:endParaRPr>
          </a:p>
        </p:txBody>
      </p:sp>
      <p:sp>
        <p:nvSpPr>
          <p:cNvPr id="5" name="Oval 8">
            <a:extLst>
              <a:ext uri="{FF2B5EF4-FFF2-40B4-BE49-F238E27FC236}">
                <a16:creationId xmlns:a16="http://schemas.microsoft.com/office/drawing/2014/main" id="{2C75FDE3-1722-28FD-B973-177053A1B4A2}"/>
              </a:ext>
            </a:extLst>
          </p:cNvPr>
          <p:cNvSpPr/>
          <p:nvPr/>
        </p:nvSpPr>
        <p:spPr>
          <a:xfrm>
            <a:off x="10309437" y="3304087"/>
            <a:ext cx="427106" cy="427106"/>
          </a:xfrm>
          <a:prstGeom prst="ellipse">
            <a:avLst/>
          </a:prstGeom>
          <a:solidFill>
            <a:srgbClr val="0070C0">
              <a:alpha val="50000"/>
            </a:srgb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 dirty="0">
              <a:latin typeface="Aptos" panose="020B0004020202020204" pitchFamily="34" charset="0"/>
            </a:endParaRPr>
          </a:p>
        </p:txBody>
      </p:sp>
      <p:cxnSp>
        <p:nvCxnSpPr>
          <p:cNvPr id="6" name="Straight Arrow Connector 18">
            <a:extLst>
              <a:ext uri="{FF2B5EF4-FFF2-40B4-BE49-F238E27FC236}">
                <a16:creationId xmlns:a16="http://schemas.microsoft.com/office/drawing/2014/main" id="{9909003B-7DCB-AED9-FD36-8402B8D06B5E}"/>
              </a:ext>
            </a:extLst>
          </p:cNvPr>
          <p:cNvCxnSpPr>
            <a:cxnSpLocks/>
            <a:stCxn id="7" idx="6"/>
            <a:endCxn id="4" idx="2"/>
          </p:cNvCxnSpPr>
          <p:nvPr/>
        </p:nvCxnSpPr>
        <p:spPr>
          <a:xfrm>
            <a:off x="7540387" y="3305930"/>
            <a:ext cx="1084946" cy="445781"/>
          </a:xfrm>
          <a:prstGeom prst="straightConnector1">
            <a:avLst/>
          </a:prstGeom>
          <a:ln w="38100">
            <a:solidFill>
              <a:schemeClr val="bg1">
                <a:lumMod val="95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" name="Oval 19">
            <a:extLst>
              <a:ext uri="{FF2B5EF4-FFF2-40B4-BE49-F238E27FC236}">
                <a16:creationId xmlns:a16="http://schemas.microsoft.com/office/drawing/2014/main" id="{B043206E-5728-07E7-0438-4DF7BFEE980F}"/>
              </a:ext>
            </a:extLst>
          </p:cNvPr>
          <p:cNvSpPr/>
          <p:nvPr/>
        </p:nvSpPr>
        <p:spPr>
          <a:xfrm>
            <a:off x="7113281" y="3092377"/>
            <a:ext cx="427106" cy="427106"/>
          </a:xfrm>
          <a:prstGeom prst="ellipse">
            <a:avLst/>
          </a:prstGeom>
          <a:solidFill>
            <a:schemeClr val="bg1">
              <a:lumMod val="85000"/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 dirty="0">
              <a:latin typeface="Aptos" panose="020B0004020202020204" pitchFamily="34" charset="0"/>
            </a:endParaRPr>
          </a:p>
        </p:txBody>
      </p:sp>
      <p:sp>
        <p:nvSpPr>
          <p:cNvPr id="8" name="Oval 8">
            <a:extLst>
              <a:ext uri="{FF2B5EF4-FFF2-40B4-BE49-F238E27FC236}">
                <a16:creationId xmlns:a16="http://schemas.microsoft.com/office/drawing/2014/main" id="{594F53B6-EE1C-C3EC-C252-C2D0D9ECB3E8}"/>
              </a:ext>
            </a:extLst>
          </p:cNvPr>
          <p:cNvSpPr/>
          <p:nvPr/>
        </p:nvSpPr>
        <p:spPr>
          <a:xfrm>
            <a:off x="11491903" y="2622018"/>
            <a:ext cx="427106" cy="427106"/>
          </a:xfrm>
          <a:prstGeom prst="ellipse">
            <a:avLst/>
          </a:prstGeom>
          <a:solidFill>
            <a:schemeClr val="bg1">
              <a:lumMod val="85000"/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 dirty="0">
              <a:latin typeface="Aptos" panose="020B0004020202020204" pitchFamily="34" charset="0"/>
            </a:endParaRPr>
          </a:p>
        </p:txBody>
      </p:sp>
      <p:cxnSp>
        <p:nvCxnSpPr>
          <p:cNvPr id="9" name="Straight Arrow Connector 18">
            <a:extLst>
              <a:ext uri="{FF2B5EF4-FFF2-40B4-BE49-F238E27FC236}">
                <a16:creationId xmlns:a16="http://schemas.microsoft.com/office/drawing/2014/main" id="{05F799F4-5B2F-C547-6ED4-36FE9BC01B99}"/>
              </a:ext>
            </a:extLst>
          </p:cNvPr>
          <p:cNvCxnSpPr>
            <a:cxnSpLocks/>
            <a:stCxn id="4" idx="6"/>
            <a:endCxn id="5" idx="2"/>
          </p:cNvCxnSpPr>
          <p:nvPr/>
        </p:nvCxnSpPr>
        <p:spPr>
          <a:xfrm flipV="1">
            <a:off x="9052439" y="3517640"/>
            <a:ext cx="1256998" cy="234071"/>
          </a:xfrm>
          <a:prstGeom prst="straightConnector1">
            <a:avLst/>
          </a:prstGeom>
          <a:ln w="38100">
            <a:solidFill>
              <a:schemeClr val="bg1">
                <a:lumMod val="95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" name="Straight Arrow Connector 18">
            <a:extLst>
              <a:ext uri="{FF2B5EF4-FFF2-40B4-BE49-F238E27FC236}">
                <a16:creationId xmlns:a16="http://schemas.microsoft.com/office/drawing/2014/main" id="{1B35EB27-AE2B-6E0E-FE94-7E721526C1FE}"/>
              </a:ext>
            </a:extLst>
          </p:cNvPr>
          <p:cNvCxnSpPr>
            <a:cxnSpLocks/>
            <a:stCxn id="5" idx="7"/>
            <a:endCxn id="8" idx="3"/>
          </p:cNvCxnSpPr>
          <p:nvPr/>
        </p:nvCxnSpPr>
        <p:spPr>
          <a:xfrm flipV="1">
            <a:off x="10673995" y="2986576"/>
            <a:ext cx="880456" cy="380059"/>
          </a:xfrm>
          <a:prstGeom prst="straightConnector1">
            <a:avLst/>
          </a:prstGeom>
          <a:ln w="38100">
            <a:solidFill>
              <a:schemeClr val="bg1">
                <a:lumMod val="95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1" name="Oval 19">
            <a:extLst>
              <a:ext uri="{FF2B5EF4-FFF2-40B4-BE49-F238E27FC236}">
                <a16:creationId xmlns:a16="http://schemas.microsoft.com/office/drawing/2014/main" id="{2FC3D872-BEAC-480A-24DB-5BDCCD9A5B09}"/>
              </a:ext>
            </a:extLst>
          </p:cNvPr>
          <p:cNvSpPr/>
          <p:nvPr/>
        </p:nvSpPr>
        <p:spPr>
          <a:xfrm>
            <a:off x="8742274" y="1569448"/>
            <a:ext cx="427106" cy="427106"/>
          </a:xfrm>
          <a:prstGeom prst="ellipse">
            <a:avLst/>
          </a:prstGeom>
          <a:solidFill>
            <a:schemeClr val="bg1">
              <a:lumMod val="85000"/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 dirty="0">
              <a:latin typeface="Aptos" panose="020B0004020202020204" pitchFamily="34" charset="0"/>
            </a:endParaRPr>
          </a:p>
        </p:txBody>
      </p:sp>
      <p:sp>
        <p:nvSpPr>
          <p:cNvPr id="12" name="Oval 19">
            <a:extLst>
              <a:ext uri="{FF2B5EF4-FFF2-40B4-BE49-F238E27FC236}">
                <a16:creationId xmlns:a16="http://schemas.microsoft.com/office/drawing/2014/main" id="{DFB57B8A-0FB9-9712-7451-DA9CA0D48599}"/>
              </a:ext>
            </a:extLst>
          </p:cNvPr>
          <p:cNvSpPr/>
          <p:nvPr/>
        </p:nvSpPr>
        <p:spPr>
          <a:xfrm>
            <a:off x="7560320" y="5124757"/>
            <a:ext cx="427106" cy="427106"/>
          </a:xfrm>
          <a:prstGeom prst="ellipse">
            <a:avLst/>
          </a:prstGeom>
          <a:solidFill>
            <a:schemeClr val="bg1">
              <a:lumMod val="85000"/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 dirty="0">
              <a:latin typeface="Aptos" panose="020B0004020202020204" pitchFamily="34" charset="0"/>
            </a:endParaRPr>
          </a:p>
        </p:txBody>
      </p:sp>
      <p:sp>
        <p:nvSpPr>
          <p:cNvPr id="13" name="Oval 19">
            <a:extLst>
              <a:ext uri="{FF2B5EF4-FFF2-40B4-BE49-F238E27FC236}">
                <a16:creationId xmlns:a16="http://schemas.microsoft.com/office/drawing/2014/main" id="{D4900B11-FEF6-48FE-F810-B6C4FBC6604B}"/>
              </a:ext>
            </a:extLst>
          </p:cNvPr>
          <p:cNvSpPr/>
          <p:nvPr/>
        </p:nvSpPr>
        <p:spPr>
          <a:xfrm>
            <a:off x="9443761" y="5376993"/>
            <a:ext cx="427106" cy="427106"/>
          </a:xfrm>
          <a:prstGeom prst="ellipse">
            <a:avLst/>
          </a:prstGeom>
          <a:solidFill>
            <a:schemeClr val="bg1">
              <a:lumMod val="85000"/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 dirty="0">
              <a:latin typeface="Aptos" panose="020B0004020202020204" pitchFamily="34" charset="0"/>
            </a:endParaRPr>
          </a:p>
        </p:txBody>
      </p:sp>
      <p:sp>
        <p:nvSpPr>
          <p:cNvPr id="14" name="Oval 19">
            <a:extLst>
              <a:ext uri="{FF2B5EF4-FFF2-40B4-BE49-F238E27FC236}">
                <a16:creationId xmlns:a16="http://schemas.microsoft.com/office/drawing/2014/main" id="{1D35A456-C8E4-52CF-4955-37752D64F146}"/>
              </a:ext>
            </a:extLst>
          </p:cNvPr>
          <p:cNvSpPr/>
          <p:nvPr/>
        </p:nvSpPr>
        <p:spPr>
          <a:xfrm>
            <a:off x="11444091" y="4877014"/>
            <a:ext cx="427106" cy="427106"/>
          </a:xfrm>
          <a:prstGeom prst="ellipse">
            <a:avLst/>
          </a:prstGeom>
          <a:solidFill>
            <a:schemeClr val="bg1">
              <a:lumMod val="85000"/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 dirty="0">
              <a:latin typeface="Aptos" panose="020B0004020202020204" pitchFamily="34" charset="0"/>
            </a:endParaRPr>
          </a:p>
        </p:txBody>
      </p:sp>
      <p:sp>
        <p:nvSpPr>
          <p:cNvPr id="15" name="Oval 19">
            <a:extLst>
              <a:ext uri="{FF2B5EF4-FFF2-40B4-BE49-F238E27FC236}">
                <a16:creationId xmlns:a16="http://schemas.microsoft.com/office/drawing/2014/main" id="{5621109E-4963-81B9-2D12-686A6975BA02}"/>
              </a:ext>
            </a:extLst>
          </p:cNvPr>
          <p:cNvSpPr/>
          <p:nvPr/>
        </p:nvSpPr>
        <p:spPr>
          <a:xfrm>
            <a:off x="10333484" y="1630175"/>
            <a:ext cx="427106" cy="427106"/>
          </a:xfrm>
          <a:prstGeom prst="ellipse">
            <a:avLst/>
          </a:prstGeom>
          <a:solidFill>
            <a:srgbClr val="0070C0">
              <a:alpha val="50000"/>
            </a:srgb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 dirty="0">
              <a:latin typeface="Aptos" panose="020B0004020202020204" pitchFamily="34" charset="0"/>
            </a:endParaRPr>
          </a:p>
        </p:txBody>
      </p:sp>
      <p:cxnSp>
        <p:nvCxnSpPr>
          <p:cNvPr id="17" name="Straight Arrow Connector 47">
            <a:extLst>
              <a:ext uri="{FF2B5EF4-FFF2-40B4-BE49-F238E27FC236}">
                <a16:creationId xmlns:a16="http://schemas.microsoft.com/office/drawing/2014/main" id="{4E23465D-0EE7-C848-F9EA-F5080EA98F2B}"/>
              </a:ext>
            </a:extLst>
          </p:cNvPr>
          <p:cNvCxnSpPr>
            <a:cxnSpLocks/>
            <a:stCxn id="7" idx="7"/>
            <a:endCxn id="11" idx="3"/>
          </p:cNvCxnSpPr>
          <p:nvPr/>
        </p:nvCxnSpPr>
        <p:spPr>
          <a:xfrm flipV="1">
            <a:off x="7477839" y="1934006"/>
            <a:ext cx="1326983" cy="1220919"/>
          </a:xfrm>
          <a:prstGeom prst="straightConnector1">
            <a:avLst/>
          </a:prstGeom>
          <a:ln w="38100">
            <a:solidFill>
              <a:schemeClr val="bg1">
                <a:lumMod val="95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8" name="Straight Arrow Connector 47">
            <a:extLst>
              <a:ext uri="{FF2B5EF4-FFF2-40B4-BE49-F238E27FC236}">
                <a16:creationId xmlns:a16="http://schemas.microsoft.com/office/drawing/2014/main" id="{F1DB4E75-8AD4-EB65-CFC6-0AFDA9C37332}"/>
              </a:ext>
            </a:extLst>
          </p:cNvPr>
          <p:cNvCxnSpPr>
            <a:cxnSpLocks/>
            <a:stCxn id="11" idx="6"/>
            <a:endCxn id="15" idx="2"/>
          </p:cNvCxnSpPr>
          <p:nvPr/>
        </p:nvCxnSpPr>
        <p:spPr>
          <a:xfrm>
            <a:off x="9169380" y="1783001"/>
            <a:ext cx="1164104" cy="60727"/>
          </a:xfrm>
          <a:prstGeom prst="straightConnector1">
            <a:avLst/>
          </a:prstGeom>
          <a:ln w="38100">
            <a:solidFill>
              <a:schemeClr val="bg1">
                <a:lumMod val="95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9" name="Straight Arrow Connector 47">
            <a:extLst>
              <a:ext uri="{FF2B5EF4-FFF2-40B4-BE49-F238E27FC236}">
                <a16:creationId xmlns:a16="http://schemas.microsoft.com/office/drawing/2014/main" id="{92A75C88-A0A4-2A52-552C-6286C71DC0B0}"/>
              </a:ext>
            </a:extLst>
          </p:cNvPr>
          <p:cNvCxnSpPr>
            <a:cxnSpLocks/>
            <a:stCxn id="5" idx="0"/>
            <a:endCxn id="15" idx="4"/>
          </p:cNvCxnSpPr>
          <p:nvPr/>
        </p:nvCxnSpPr>
        <p:spPr>
          <a:xfrm flipV="1">
            <a:off x="10522990" y="2057281"/>
            <a:ext cx="24047" cy="1246806"/>
          </a:xfrm>
          <a:prstGeom prst="straightConnector1">
            <a:avLst/>
          </a:prstGeom>
          <a:ln w="38100">
            <a:solidFill>
              <a:srgbClr val="000000"/>
            </a:solidFill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0" name="Straight Arrow Connector 47">
            <a:extLst>
              <a:ext uri="{FF2B5EF4-FFF2-40B4-BE49-F238E27FC236}">
                <a16:creationId xmlns:a16="http://schemas.microsoft.com/office/drawing/2014/main" id="{03DD54F5-8480-0AE6-C6ED-AB8925A1D76B}"/>
              </a:ext>
            </a:extLst>
          </p:cNvPr>
          <p:cNvCxnSpPr>
            <a:cxnSpLocks/>
            <a:stCxn id="15" idx="5"/>
            <a:endCxn id="8" idx="1"/>
          </p:cNvCxnSpPr>
          <p:nvPr/>
        </p:nvCxnSpPr>
        <p:spPr>
          <a:xfrm>
            <a:off x="10698042" y="1994733"/>
            <a:ext cx="856409" cy="689833"/>
          </a:xfrm>
          <a:prstGeom prst="straightConnector1">
            <a:avLst/>
          </a:prstGeom>
          <a:ln w="38100">
            <a:solidFill>
              <a:schemeClr val="bg1">
                <a:lumMod val="95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1" name="Straight Arrow Connector 47">
            <a:extLst>
              <a:ext uri="{FF2B5EF4-FFF2-40B4-BE49-F238E27FC236}">
                <a16:creationId xmlns:a16="http://schemas.microsoft.com/office/drawing/2014/main" id="{E5AF03D9-6D55-1BBA-E22C-833F3C2E90BC}"/>
              </a:ext>
            </a:extLst>
          </p:cNvPr>
          <p:cNvCxnSpPr>
            <a:cxnSpLocks/>
            <a:stCxn id="7" idx="4"/>
            <a:endCxn id="12" idx="0"/>
          </p:cNvCxnSpPr>
          <p:nvPr/>
        </p:nvCxnSpPr>
        <p:spPr>
          <a:xfrm>
            <a:off x="7326834" y="3519483"/>
            <a:ext cx="447039" cy="1605274"/>
          </a:xfrm>
          <a:prstGeom prst="straightConnector1">
            <a:avLst/>
          </a:prstGeom>
          <a:ln w="38100">
            <a:solidFill>
              <a:schemeClr val="bg1">
                <a:lumMod val="95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2" name="Straight Arrow Connector 47">
            <a:extLst>
              <a:ext uri="{FF2B5EF4-FFF2-40B4-BE49-F238E27FC236}">
                <a16:creationId xmlns:a16="http://schemas.microsoft.com/office/drawing/2014/main" id="{D26DFDBE-E685-495D-F0E6-117B6EA80C68}"/>
              </a:ext>
            </a:extLst>
          </p:cNvPr>
          <p:cNvCxnSpPr>
            <a:cxnSpLocks/>
            <a:stCxn id="4" idx="5"/>
            <a:endCxn id="13" idx="0"/>
          </p:cNvCxnSpPr>
          <p:nvPr/>
        </p:nvCxnSpPr>
        <p:spPr>
          <a:xfrm>
            <a:off x="8989891" y="3902716"/>
            <a:ext cx="667423" cy="1474277"/>
          </a:xfrm>
          <a:prstGeom prst="straightConnector1">
            <a:avLst/>
          </a:prstGeom>
          <a:ln w="38100">
            <a:solidFill>
              <a:schemeClr val="bg1">
                <a:lumMod val="95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3" name="Straight Arrow Connector 47">
            <a:extLst>
              <a:ext uri="{FF2B5EF4-FFF2-40B4-BE49-F238E27FC236}">
                <a16:creationId xmlns:a16="http://schemas.microsoft.com/office/drawing/2014/main" id="{A0E95329-34EF-4B2B-299C-31CD577E0469}"/>
              </a:ext>
            </a:extLst>
          </p:cNvPr>
          <p:cNvCxnSpPr>
            <a:cxnSpLocks/>
            <a:stCxn id="12" idx="6"/>
            <a:endCxn id="13" idx="2"/>
          </p:cNvCxnSpPr>
          <p:nvPr/>
        </p:nvCxnSpPr>
        <p:spPr>
          <a:xfrm>
            <a:off x="7987426" y="5338310"/>
            <a:ext cx="1456335" cy="252236"/>
          </a:xfrm>
          <a:prstGeom prst="straightConnector1">
            <a:avLst/>
          </a:prstGeom>
          <a:ln w="38100">
            <a:solidFill>
              <a:schemeClr val="bg1">
                <a:lumMod val="95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4" name="Straight Arrow Connector 47">
            <a:extLst>
              <a:ext uri="{FF2B5EF4-FFF2-40B4-BE49-F238E27FC236}">
                <a16:creationId xmlns:a16="http://schemas.microsoft.com/office/drawing/2014/main" id="{A466B3ED-3A8A-7B4A-6452-92239C26109B}"/>
              </a:ext>
            </a:extLst>
          </p:cNvPr>
          <p:cNvCxnSpPr>
            <a:cxnSpLocks/>
            <a:stCxn id="13" idx="6"/>
            <a:endCxn id="14" idx="2"/>
          </p:cNvCxnSpPr>
          <p:nvPr/>
        </p:nvCxnSpPr>
        <p:spPr>
          <a:xfrm flipV="1">
            <a:off x="9870867" y="5090567"/>
            <a:ext cx="1573224" cy="499979"/>
          </a:xfrm>
          <a:prstGeom prst="straightConnector1">
            <a:avLst/>
          </a:prstGeom>
          <a:ln w="38100">
            <a:solidFill>
              <a:schemeClr val="bg1">
                <a:lumMod val="95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8" name="Straight Arrow Connector 47">
            <a:extLst>
              <a:ext uri="{FF2B5EF4-FFF2-40B4-BE49-F238E27FC236}">
                <a16:creationId xmlns:a16="http://schemas.microsoft.com/office/drawing/2014/main" id="{BA920311-1D4F-EE4D-A5DC-5D9793F6590F}"/>
              </a:ext>
            </a:extLst>
          </p:cNvPr>
          <p:cNvCxnSpPr>
            <a:cxnSpLocks/>
            <a:stCxn id="14" idx="0"/>
            <a:endCxn id="8" idx="4"/>
          </p:cNvCxnSpPr>
          <p:nvPr/>
        </p:nvCxnSpPr>
        <p:spPr>
          <a:xfrm flipV="1">
            <a:off x="11657644" y="3049124"/>
            <a:ext cx="47812" cy="1827890"/>
          </a:xfrm>
          <a:prstGeom prst="straightConnector1">
            <a:avLst/>
          </a:prstGeom>
          <a:ln w="38100">
            <a:solidFill>
              <a:schemeClr val="bg1">
                <a:lumMod val="95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7" name="Straight Arrow Connector 47">
            <a:extLst>
              <a:ext uri="{FF2B5EF4-FFF2-40B4-BE49-F238E27FC236}">
                <a16:creationId xmlns:a16="http://schemas.microsoft.com/office/drawing/2014/main" id="{8230CDFD-0BA8-1380-5BD9-49ABDD4C743E}"/>
              </a:ext>
            </a:extLst>
          </p:cNvPr>
          <p:cNvCxnSpPr>
            <a:cxnSpLocks/>
            <a:stCxn id="4" idx="0"/>
            <a:endCxn id="11" idx="4"/>
          </p:cNvCxnSpPr>
          <p:nvPr/>
        </p:nvCxnSpPr>
        <p:spPr>
          <a:xfrm flipV="1">
            <a:off x="8838886" y="1996554"/>
            <a:ext cx="116941" cy="1541604"/>
          </a:xfrm>
          <a:prstGeom prst="straightConnector1">
            <a:avLst/>
          </a:prstGeom>
          <a:ln w="38100">
            <a:solidFill>
              <a:schemeClr val="bg1">
                <a:lumMod val="95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0" name="Straight Arrow Connector 18">
            <a:extLst>
              <a:ext uri="{FF2B5EF4-FFF2-40B4-BE49-F238E27FC236}">
                <a16:creationId xmlns:a16="http://schemas.microsoft.com/office/drawing/2014/main" id="{7D5AAD80-0868-AEF3-E81A-9A7E8EE64DF6}"/>
              </a:ext>
            </a:extLst>
          </p:cNvPr>
          <p:cNvCxnSpPr>
            <a:cxnSpLocks/>
            <a:stCxn id="13" idx="7"/>
            <a:endCxn id="5" idx="3"/>
          </p:cNvCxnSpPr>
          <p:nvPr/>
        </p:nvCxnSpPr>
        <p:spPr>
          <a:xfrm flipV="1">
            <a:off x="9808319" y="3668645"/>
            <a:ext cx="563666" cy="1770896"/>
          </a:xfrm>
          <a:prstGeom prst="straightConnector1">
            <a:avLst/>
          </a:prstGeom>
          <a:ln w="38100">
            <a:solidFill>
              <a:schemeClr val="bg1">
                <a:lumMod val="95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4" name="Straight Arrow Connector 18">
            <a:extLst>
              <a:ext uri="{FF2B5EF4-FFF2-40B4-BE49-F238E27FC236}">
                <a16:creationId xmlns:a16="http://schemas.microsoft.com/office/drawing/2014/main" id="{2F7A6B3C-F6D8-157F-984C-6808FD3C9868}"/>
              </a:ext>
            </a:extLst>
          </p:cNvPr>
          <p:cNvCxnSpPr>
            <a:cxnSpLocks/>
            <a:stCxn id="14" idx="1"/>
            <a:endCxn id="5" idx="5"/>
          </p:cNvCxnSpPr>
          <p:nvPr/>
        </p:nvCxnSpPr>
        <p:spPr>
          <a:xfrm flipH="1" flipV="1">
            <a:off x="10673995" y="3668645"/>
            <a:ext cx="832644" cy="1270917"/>
          </a:xfrm>
          <a:prstGeom prst="straightConnector1">
            <a:avLst/>
          </a:prstGeom>
          <a:ln w="38100">
            <a:solidFill>
              <a:schemeClr val="bg1">
                <a:lumMod val="95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18" name="TextBox 117">
            <a:extLst>
              <a:ext uri="{FF2B5EF4-FFF2-40B4-BE49-F238E27FC236}">
                <a16:creationId xmlns:a16="http://schemas.microsoft.com/office/drawing/2014/main" id="{E6C85C9D-44BA-82BC-92AB-6369B4A4C6AC}"/>
              </a:ext>
            </a:extLst>
          </p:cNvPr>
          <p:cNvSpPr txBox="1"/>
          <p:nvPr/>
        </p:nvSpPr>
        <p:spPr>
          <a:xfrm>
            <a:off x="7820850" y="2253785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NL" dirty="0">
                <a:solidFill>
                  <a:schemeClr val="bg1">
                    <a:lumMod val="95000"/>
                  </a:schemeClr>
                </a:solidFill>
                <a:latin typeface="Aptos" panose="020B0004020202020204" pitchFamily="34" charset="0"/>
              </a:rPr>
              <a:t>5</a:t>
            </a:r>
          </a:p>
        </p:txBody>
      </p:sp>
      <p:sp>
        <p:nvSpPr>
          <p:cNvPr id="119" name="TextBox 118">
            <a:extLst>
              <a:ext uri="{FF2B5EF4-FFF2-40B4-BE49-F238E27FC236}">
                <a16:creationId xmlns:a16="http://schemas.microsoft.com/office/drawing/2014/main" id="{478B0A52-DAC5-B106-C975-8FBA9DF49A5F}"/>
              </a:ext>
            </a:extLst>
          </p:cNvPr>
          <p:cNvSpPr txBox="1"/>
          <p:nvPr/>
        </p:nvSpPr>
        <p:spPr>
          <a:xfrm>
            <a:off x="8893019" y="2644064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>
              <a:defRPr>
                <a:solidFill>
                  <a:schemeClr val="bg1">
                    <a:lumMod val="95000"/>
                  </a:schemeClr>
                </a:solidFill>
                <a:latin typeface="Aptos" panose="020B0004020202020204" pitchFamily="34" charset="0"/>
              </a:defRPr>
            </a:lvl1pPr>
          </a:lstStyle>
          <a:p>
            <a:r>
              <a:rPr lang="nl-NL" dirty="0"/>
              <a:t>3</a:t>
            </a:r>
          </a:p>
        </p:txBody>
      </p:sp>
      <p:sp>
        <p:nvSpPr>
          <p:cNvPr id="120" name="TextBox 119">
            <a:extLst>
              <a:ext uri="{FF2B5EF4-FFF2-40B4-BE49-F238E27FC236}">
                <a16:creationId xmlns:a16="http://schemas.microsoft.com/office/drawing/2014/main" id="{F8258651-D5AE-0D7A-6565-BBFE018DB7D0}"/>
              </a:ext>
            </a:extLst>
          </p:cNvPr>
          <p:cNvSpPr txBox="1"/>
          <p:nvPr/>
        </p:nvSpPr>
        <p:spPr>
          <a:xfrm>
            <a:off x="9769039" y="1813423"/>
            <a:ext cx="4315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>
              <a:defRPr>
                <a:solidFill>
                  <a:schemeClr val="bg1">
                    <a:lumMod val="95000"/>
                  </a:schemeClr>
                </a:solidFill>
                <a:latin typeface="Aptos" panose="020B0004020202020204" pitchFamily="34" charset="0"/>
              </a:defRPr>
            </a:lvl1pPr>
          </a:lstStyle>
          <a:p>
            <a:r>
              <a:rPr lang="nl-NL" dirty="0">
                <a:solidFill>
                  <a:schemeClr val="tx1"/>
                </a:solidFill>
              </a:rPr>
              <a:t>10</a:t>
            </a:r>
          </a:p>
        </p:txBody>
      </p:sp>
      <p:sp>
        <p:nvSpPr>
          <p:cNvPr id="121" name="TextBox 120">
            <a:extLst>
              <a:ext uri="{FF2B5EF4-FFF2-40B4-BE49-F238E27FC236}">
                <a16:creationId xmlns:a16="http://schemas.microsoft.com/office/drawing/2014/main" id="{ACC1D66F-6D7E-0234-1DEE-60C545A3BED5}"/>
              </a:ext>
            </a:extLst>
          </p:cNvPr>
          <p:cNvSpPr txBox="1"/>
          <p:nvPr/>
        </p:nvSpPr>
        <p:spPr>
          <a:xfrm>
            <a:off x="11144364" y="2057281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>
              <a:defRPr>
                <a:latin typeface="Aptos" panose="020B0004020202020204" pitchFamily="34" charset="0"/>
              </a:defRPr>
            </a:lvl1pPr>
          </a:lstStyle>
          <a:p>
            <a:r>
              <a:rPr lang="nl-NL" dirty="0"/>
              <a:t>9</a:t>
            </a:r>
          </a:p>
        </p:txBody>
      </p:sp>
      <p:sp>
        <p:nvSpPr>
          <p:cNvPr id="123" name="TextBox 122">
            <a:extLst>
              <a:ext uri="{FF2B5EF4-FFF2-40B4-BE49-F238E27FC236}">
                <a16:creationId xmlns:a16="http://schemas.microsoft.com/office/drawing/2014/main" id="{8E69C830-1BD9-DD70-1B28-2C997443321D}"/>
              </a:ext>
            </a:extLst>
          </p:cNvPr>
          <p:cNvSpPr txBox="1"/>
          <p:nvPr/>
        </p:nvSpPr>
        <p:spPr>
          <a:xfrm>
            <a:off x="8968232" y="4541872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>
              <a:defRPr>
                <a:solidFill>
                  <a:schemeClr val="bg1">
                    <a:lumMod val="95000"/>
                  </a:schemeClr>
                </a:solidFill>
                <a:latin typeface="Aptos" panose="020B0004020202020204" pitchFamily="34" charset="0"/>
              </a:defRPr>
            </a:lvl1pPr>
          </a:lstStyle>
          <a:p>
            <a:r>
              <a:rPr lang="nl-NL" dirty="0"/>
              <a:t>4</a:t>
            </a:r>
          </a:p>
        </p:txBody>
      </p:sp>
      <p:sp>
        <p:nvSpPr>
          <p:cNvPr id="124" name="TextBox 123">
            <a:extLst>
              <a:ext uri="{FF2B5EF4-FFF2-40B4-BE49-F238E27FC236}">
                <a16:creationId xmlns:a16="http://schemas.microsoft.com/office/drawing/2014/main" id="{7F3F0D60-4F82-62AB-2B0D-A0F6E413E1B5}"/>
              </a:ext>
            </a:extLst>
          </p:cNvPr>
          <p:cNvSpPr txBox="1"/>
          <p:nvPr/>
        </p:nvSpPr>
        <p:spPr>
          <a:xfrm>
            <a:off x="8588225" y="5472694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>
              <a:defRPr>
                <a:solidFill>
                  <a:schemeClr val="bg1">
                    <a:lumMod val="95000"/>
                  </a:schemeClr>
                </a:solidFill>
                <a:latin typeface="Aptos" panose="020B0004020202020204" pitchFamily="34" charset="0"/>
              </a:defRPr>
            </a:lvl1pPr>
          </a:lstStyle>
          <a:p>
            <a:r>
              <a:rPr lang="nl-NL" dirty="0"/>
              <a:t>2</a:t>
            </a:r>
          </a:p>
        </p:txBody>
      </p:sp>
      <p:sp>
        <p:nvSpPr>
          <p:cNvPr id="125" name="TextBox 124">
            <a:extLst>
              <a:ext uri="{FF2B5EF4-FFF2-40B4-BE49-F238E27FC236}">
                <a16:creationId xmlns:a16="http://schemas.microsoft.com/office/drawing/2014/main" id="{9E39087B-77B8-1878-623E-18A01B34C2D6}"/>
              </a:ext>
            </a:extLst>
          </p:cNvPr>
          <p:cNvSpPr txBox="1"/>
          <p:nvPr/>
        </p:nvSpPr>
        <p:spPr>
          <a:xfrm>
            <a:off x="7641483" y="4158639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>
              <a:defRPr>
                <a:solidFill>
                  <a:schemeClr val="bg1">
                    <a:lumMod val="95000"/>
                  </a:schemeClr>
                </a:solidFill>
                <a:latin typeface="Aptos" panose="020B0004020202020204" pitchFamily="34" charset="0"/>
              </a:defRPr>
            </a:lvl1pPr>
          </a:lstStyle>
          <a:p>
            <a:r>
              <a:rPr lang="nl-NL" dirty="0"/>
              <a:t>2</a:t>
            </a:r>
          </a:p>
        </p:txBody>
      </p:sp>
      <p:sp>
        <p:nvSpPr>
          <p:cNvPr id="126" name="TextBox 125">
            <a:extLst>
              <a:ext uri="{FF2B5EF4-FFF2-40B4-BE49-F238E27FC236}">
                <a16:creationId xmlns:a16="http://schemas.microsoft.com/office/drawing/2014/main" id="{019DA45F-FA2F-AD10-3417-90D4CB6C0C22}"/>
              </a:ext>
            </a:extLst>
          </p:cNvPr>
          <p:cNvSpPr txBox="1"/>
          <p:nvPr/>
        </p:nvSpPr>
        <p:spPr>
          <a:xfrm>
            <a:off x="10803088" y="5301733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>
              <a:defRPr>
                <a:solidFill>
                  <a:schemeClr val="bg1">
                    <a:lumMod val="95000"/>
                  </a:schemeClr>
                </a:solidFill>
                <a:latin typeface="Aptos" panose="020B0004020202020204" pitchFamily="34" charset="0"/>
              </a:defRPr>
            </a:lvl1pPr>
          </a:lstStyle>
          <a:p>
            <a:r>
              <a:rPr lang="nl-NL" dirty="0"/>
              <a:t>1</a:t>
            </a:r>
          </a:p>
        </p:txBody>
      </p:sp>
      <p:sp>
        <p:nvSpPr>
          <p:cNvPr id="127" name="TextBox 126">
            <a:extLst>
              <a:ext uri="{FF2B5EF4-FFF2-40B4-BE49-F238E27FC236}">
                <a16:creationId xmlns:a16="http://schemas.microsoft.com/office/drawing/2014/main" id="{2EA6D793-3CE2-2D41-65EA-3FCF0E677CC4}"/>
              </a:ext>
            </a:extLst>
          </p:cNvPr>
          <p:cNvSpPr txBox="1"/>
          <p:nvPr/>
        </p:nvSpPr>
        <p:spPr>
          <a:xfrm>
            <a:off x="9774498" y="4284407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>
              <a:defRPr>
                <a:solidFill>
                  <a:schemeClr val="bg1">
                    <a:lumMod val="95000"/>
                  </a:schemeClr>
                </a:solidFill>
                <a:latin typeface="Aptos" panose="020B0004020202020204" pitchFamily="34" charset="0"/>
              </a:defRPr>
            </a:lvl1pPr>
          </a:lstStyle>
          <a:p>
            <a:r>
              <a:rPr lang="nl-NL" dirty="0">
                <a:solidFill>
                  <a:schemeClr val="tx1"/>
                </a:solidFill>
              </a:rPr>
              <a:t>5</a:t>
            </a:r>
          </a:p>
        </p:txBody>
      </p:sp>
      <p:sp>
        <p:nvSpPr>
          <p:cNvPr id="128" name="TextBox 127">
            <a:extLst>
              <a:ext uri="{FF2B5EF4-FFF2-40B4-BE49-F238E27FC236}">
                <a16:creationId xmlns:a16="http://schemas.microsoft.com/office/drawing/2014/main" id="{4A6EEB7A-3C60-2FDA-E0A7-123CE03BE03F}"/>
              </a:ext>
            </a:extLst>
          </p:cNvPr>
          <p:cNvSpPr txBox="1"/>
          <p:nvPr/>
        </p:nvSpPr>
        <p:spPr>
          <a:xfrm>
            <a:off x="10760148" y="4249247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>
              <a:defRPr>
                <a:solidFill>
                  <a:schemeClr val="bg1">
                    <a:lumMod val="95000"/>
                  </a:schemeClr>
                </a:solidFill>
                <a:latin typeface="Aptos" panose="020B0004020202020204" pitchFamily="34" charset="0"/>
              </a:defRPr>
            </a:lvl1pPr>
          </a:lstStyle>
          <a:p>
            <a:r>
              <a:rPr lang="nl-NL" dirty="0">
                <a:solidFill>
                  <a:schemeClr val="tx1"/>
                </a:solidFill>
              </a:rPr>
              <a:t>3</a:t>
            </a:r>
          </a:p>
        </p:txBody>
      </p:sp>
      <p:sp>
        <p:nvSpPr>
          <p:cNvPr id="129" name="TextBox 128">
            <a:extLst>
              <a:ext uri="{FF2B5EF4-FFF2-40B4-BE49-F238E27FC236}">
                <a16:creationId xmlns:a16="http://schemas.microsoft.com/office/drawing/2014/main" id="{D8D91B5F-BCD9-047B-55E2-7D23F17FACC4}"/>
              </a:ext>
            </a:extLst>
          </p:cNvPr>
          <p:cNvSpPr txBox="1"/>
          <p:nvPr/>
        </p:nvSpPr>
        <p:spPr>
          <a:xfrm>
            <a:off x="10917429" y="2767356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>
              <a:defRPr>
                <a:solidFill>
                  <a:schemeClr val="bg1">
                    <a:lumMod val="95000"/>
                  </a:schemeClr>
                </a:solidFill>
                <a:latin typeface="Aptos" panose="020B0004020202020204" pitchFamily="34" charset="0"/>
              </a:defRPr>
            </a:lvl1pPr>
          </a:lstStyle>
          <a:p>
            <a:r>
              <a:rPr lang="nl-NL" dirty="0">
                <a:solidFill>
                  <a:schemeClr val="tx1"/>
                </a:solidFill>
              </a:rPr>
              <a:t>8</a:t>
            </a:r>
          </a:p>
        </p:txBody>
      </p:sp>
      <p:sp>
        <p:nvSpPr>
          <p:cNvPr id="130" name="TextBox 129">
            <a:extLst>
              <a:ext uri="{FF2B5EF4-FFF2-40B4-BE49-F238E27FC236}">
                <a16:creationId xmlns:a16="http://schemas.microsoft.com/office/drawing/2014/main" id="{244A686C-77D9-630A-021F-52CE43298D86}"/>
              </a:ext>
            </a:extLst>
          </p:cNvPr>
          <p:cNvSpPr txBox="1"/>
          <p:nvPr/>
        </p:nvSpPr>
        <p:spPr>
          <a:xfrm>
            <a:off x="11702412" y="3871807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>
              <a:defRPr>
                <a:solidFill>
                  <a:schemeClr val="bg1">
                    <a:lumMod val="95000"/>
                  </a:schemeClr>
                </a:solidFill>
                <a:latin typeface="Aptos" panose="020B0004020202020204" pitchFamily="34" charset="0"/>
              </a:defRPr>
            </a:lvl1pPr>
          </a:lstStyle>
          <a:p>
            <a:r>
              <a:rPr lang="nl-NL" dirty="0"/>
              <a:t>9</a:t>
            </a:r>
          </a:p>
        </p:txBody>
      </p:sp>
      <p:sp>
        <p:nvSpPr>
          <p:cNvPr id="131" name="TextBox 130">
            <a:extLst>
              <a:ext uri="{FF2B5EF4-FFF2-40B4-BE49-F238E27FC236}">
                <a16:creationId xmlns:a16="http://schemas.microsoft.com/office/drawing/2014/main" id="{99F74CC3-220B-325C-4E39-5D0BB8AC8BA1}"/>
              </a:ext>
            </a:extLst>
          </p:cNvPr>
          <p:cNvSpPr txBox="1"/>
          <p:nvPr/>
        </p:nvSpPr>
        <p:spPr>
          <a:xfrm>
            <a:off x="9636165" y="3226198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>
              <a:defRPr>
                <a:solidFill>
                  <a:schemeClr val="bg1">
                    <a:lumMod val="95000"/>
                  </a:schemeClr>
                </a:solidFill>
                <a:latin typeface="Aptos" panose="020B0004020202020204" pitchFamily="34" charset="0"/>
              </a:defRPr>
            </a:lvl1pPr>
          </a:lstStyle>
          <a:p>
            <a:r>
              <a:rPr lang="nl-NL" dirty="0">
                <a:solidFill>
                  <a:schemeClr val="tx1"/>
                </a:solidFill>
              </a:rPr>
              <a:t>6</a:t>
            </a:r>
          </a:p>
        </p:txBody>
      </p:sp>
      <p:sp>
        <p:nvSpPr>
          <p:cNvPr id="132" name="TextBox 131">
            <a:extLst>
              <a:ext uri="{FF2B5EF4-FFF2-40B4-BE49-F238E27FC236}">
                <a16:creationId xmlns:a16="http://schemas.microsoft.com/office/drawing/2014/main" id="{C84CD871-B164-3975-FA81-E7CCEDF3A6C5}"/>
              </a:ext>
            </a:extLst>
          </p:cNvPr>
          <p:cNvSpPr txBox="1"/>
          <p:nvPr/>
        </p:nvSpPr>
        <p:spPr>
          <a:xfrm>
            <a:off x="8051195" y="3212699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>
              <a:defRPr>
                <a:solidFill>
                  <a:schemeClr val="bg1">
                    <a:lumMod val="95000"/>
                  </a:schemeClr>
                </a:solidFill>
                <a:latin typeface="Aptos" panose="020B0004020202020204" pitchFamily="34" charset="0"/>
              </a:defRPr>
            </a:lvl1pPr>
          </a:lstStyle>
          <a:p>
            <a:r>
              <a:rPr lang="nl-NL" dirty="0"/>
              <a:t>7</a:t>
            </a:r>
          </a:p>
        </p:txBody>
      </p:sp>
    </p:spTree>
    <p:extLst>
      <p:ext uri="{BB962C8B-B14F-4D97-AF65-F5344CB8AC3E}">
        <p14:creationId xmlns:p14="http://schemas.microsoft.com/office/powerpoint/2010/main" val="42726760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7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" dur="500" fill="hold"/>
                                        <p:tgtEl>
                                          <p:spTgt spid="94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000000"/>
                                      </p:to>
                                    </p:animClr>
                                    <p:set>
                                      <p:cBhvr>
                                        <p:cTn id="7" dur="500" fill="hold"/>
                                        <p:tgtEl>
                                          <p:spTgt spid="94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" presetClass="emph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0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0070C0"/>
                                      </p:to>
                                    </p:animClr>
                                    <p:set>
                                      <p:cBhvr>
                                        <p:cTn id="11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2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000"/>
                            </p:stCondLst>
                            <p:childTnLst>
                              <p:par>
                                <p:cTn id="14" presetID="10" presetClass="exit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5" dur="500"/>
                                        <p:tgtEl>
                                          <p:spTgt spid="12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3" presetClass="emph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0" dur="500" fill="hold"/>
                                        <p:tgtEl>
                                          <p:spTgt spid="12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000000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21" presetID="3" presetClass="emph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2" dur="500" fill="hold"/>
                                        <p:tgtEl>
                                          <p:spTgt spid="130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000000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6" grpId="0"/>
      <p:bldP spid="128" grpId="0"/>
      <p:bldP spid="130" grpId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5CED12-BB91-F799-5DB9-0CB99BA4C6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F29ABC-03BE-8D4F-2EFE-15E6094E0D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 err="1"/>
              <a:t>Prim’s</a:t>
            </a:r>
            <a:r>
              <a:rPr lang="nl-NL" dirty="0"/>
              <a:t> </a:t>
            </a:r>
            <a:r>
              <a:rPr lang="nl-NL" dirty="0" err="1"/>
              <a:t>algorithm</a:t>
            </a:r>
            <a:endParaRPr lang="nl-N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B715F9A-156E-3D2C-3ACD-E2C781EA5B9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0081" y="2633472"/>
            <a:ext cx="4855372" cy="3459510"/>
          </a:xfrm>
        </p:spPr>
        <p:txBody>
          <a:bodyPr>
            <a:normAutofit/>
          </a:bodyPr>
          <a:lstStyle/>
          <a:p>
            <a:r>
              <a:rPr lang="nl-NL" dirty="0"/>
              <a:t>Pseudocode:</a:t>
            </a:r>
          </a:p>
          <a:p>
            <a:pPr lvl="1"/>
            <a:r>
              <a:rPr lang="nl-NL" dirty="0"/>
              <a:t>Start </a:t>
            </a:r>
            <a:r>
              <a:rPr lang="nl-NL" dirty="0" err="1"/>
              <a:t>with</a:t>
            </a:r>
            <a:r>
              <a:rPr lang="nl-NL" dirty="0"/>
              <a:t> </a:t>
            </a:r>
            <a:r>
              <a:rPr lang="nl-NL" dirty="0" err="1"/>
              <a:t>an</a:t>
            </a:r>
            <a:r>
              <a:rPr lang="nl-NL" dirty="0"/>
              <a:t> </a:t>
            </a:r>
            <a:r>
              <a:rPr lang="nl-NL" dirty="0" err="1"/>
              <a:t>arbitrary</a:t>
            </a:r>
            <a:r>
              <a:rPr lang="nl-NL" dirty="0"/>
              <a:t> node &amp; </a:t>
            </a:r>
            <a:r>
              <a:rPr lang="nl-NL" dirty="0" err="1"/>
              <a:t>add</a:t>
            </a:r>
            <a:r>
              <a:rPr lang="nl-NL" dirty="0"/>
              <a:t> </a:t>
            </a:r>
            <a:r>
              <a:rPr lang="nl-NL" dirty="0" err="1"/>
              <a:t>it</a:t>
            </a:r>
            <a:r>
              <a:rPr lang="nl-NL" dirty="0"/>
              <a:t> </a:t>
            </a:r>
            <a:r>
              <a:rPr lang="nl-NL" dirty="0" err="1"/>
              <a:t>to</a:t>
            </a:r>
            <a:r>
              <a:rPr lang="nl-NL" dirty="0"/>
              <a:t> </a:t>
            </a:r>
            <a:r>
              <a:rPr lang="nl-NL" dirty="0" err="1"/>
              <a:t>the</a:t>
            </a:r>
            <a:r>
              <a:rPr lang="nl-NL" dirty="0"/>
              <a:t> </a:t>
            </a:r>
            <a:r>
              <a:rPr lang="nl-NL" dirty="0" err="1"/>
              <a:t>result</a:t>
            </a:r>
            <a:endParaRPr lang="nl-NL" dirty="0"/>
          </a:p>
          <a:p>
            <a:pPr lvl="1"/>
            <a:r>
              <a:rPr lang="nl-NL" dirty="0" err="1"/>
              <a:t>While</a:t>
            </a:r>
            <a:r>
              <a:rPr lang="nl-NL" dirty="0"/>
              <a:t> </a:t>
            </a:r>
            <a:r>
              <a:rPr lang="nl-NL" dirty="0" err="1"/>
              <a:t>there</a:t>
            </a:r>
            <a:r>
              <a:rPr lang="nl-NL" dirty="0"/>
              <a:t> are </a:t>
            </a:r>
            <a:r>
              <a:rPr lang="nl-NL" dirty="0" err="1"/>
              <a:t>nodes</a:t>
            </a:r>
            <a:r>
              <a:rPr lang="nl-NL" dirty="0"/>
              <a:t> </a:t>
            </a:r>
            <a:r>
              <a:rPr lang="nl-NL" dirty="0" err="1"/>
              <a:t>that</a:t>
            </a:r>
            <a:r>
              <a:rPr lang="nl-NL" dirty="0"/>
              <a:t> are </a:t>
            </a:r>
            <a:r>
              <a:rPr lang="nl-NL" dirty="0" err="1"/>
              <a:t>not</a:t>
            </a:r>
            <a:r>
              <a:rPr lang="nl-NL" dirty="0"/>
              <a:t> part of </a:t>
            </a:r>
            <a:r>
              <a:rPr lang="nl-NL" dirty="0" err="1"/>
              <a:t>the</a:t>
            </a:r>
            <a:r>
              <a:rPr lang="nl-NL" dirty="0"/>
              <a:t> </a:t>
            </a:r>
            <a:r>
              <a:rPr lang="nl-NL" dirty="0" err="1"/>
              <a:t>result</a:t>
            </a:r>
            <a:r>
              <a:rPr lang="nl-NL" dirty="0"/>
              <a:t>:</a:t>
            </a:r>
          </a:p>
          <a:p>
            <a:pPr lvl="2"/>
            <a:r>
              <a:rPr lang="nl-NL" dirty="0" err="1"/>
              <a:t>Find</a:t>
            </a:r>
            <a:r>
              <a:rPr lang="nl-NL" dirty="0"/>
              <a:t> </a:t>
            </a:r>
            <a:r>
              <a:rPr lang="nl-NL" dirty="0" err="1"/>
              <a:t>the</a:t>
            </a:r>
            <a:r>
              <a:rPr lang="nl-NL" dirty="0"/>
              <a:t> </a:t>
            </a:r>
            <a:r>
              <a:rPr lang="nl-NL" dirty="0" err="1"/>
              <a:t>cheapest</a:t>
            </a:r>
            <a:r>
              <a:rPr lang="nl-NL" dirty="0"/>
              <a:t> </a:t>
            </a:r>
            <a:r>
              <a:rPr lang="nl-NL" dirty="0" err="1"/>
              <a:t>edge</a:t>
            </a:r>
            <a:r>
              <a:rPr lang="nl-NL" dirty="0"/>
              <a:t> </a:t>
            </a:r>
            <a:r>
              <a:rPr lang="nl-NL" dirty="0" err="1"/>
              <a:t>between</a:t>
            </a:r>
            <a:r>
              <a:rPr lang="nl-NL" dirty="0"/>
              <a:t> a node </a:t>
            </a:r>
            <a:r>
              <a:rPr lang="nl-NL" dirty="0" err="1"/>
              <a:t>that</a:t>
            </a:r>
            <a:r>
              <a:rPr lang="nl-NL" dirty="0"/>
              <a:t> is in </a:t>
            </a:r>
            <a:r>
              <a:rPr lang="nl-NL" dirty="0" err="1"/>
              <a:t>result</a:t>
            </a:r>
            <a:r>
              <a:rPr lang="nl-NL" dirty="0"/>
              <a:t> </a:t>
            </a:r>
            <a:r>
              <a:rPr lang="nl-NL" dirty="0" err="1"/>
              <a:t>and</a:t>
            </a:r>
            <a:r>
              <a:rPr lang="nl-NL" dirty="0"/>
              <a:t> </a:t>
            </a:r>
            <a:r>
              <a:rPr lang="nl-NL" dirty="0" err="1"/>
              <a:t>one</a:t>
            </a:r>
            <a:r>
              <a:rPr lang="nl-NL" dirty="0"/>
              <a:t> </a:t>
            </a:r>
            <a:r>
              <a:rPr lang="nl-NL" dirty="0" err="1"/>
              <a:t>that</a:t>
            </a:r>
            <a:r>
              <a:rPr lang="nl-NL" dirty="0"/>
              <a:t> is </a:t>
            </a:r>
            <a:r>
              <a:rPr lang="nl-NL" dirty="0" err="1"/>
              <a:t>not</a:t>
            </a:r>
            <a:endParaRPr lang="nl-NL" dirty="0"/>
          </a:p>
          <a:p>
            <a:pPr lvl="2"/>
            <a:r>
              <a:rPr lang="nl-NL" dirty="0" err="1"/>
              <a:t>Add</a:t>
            </a:r>
            <a:r>
              <a:rPr lang="nl-NL" dirty="0"/>
              <a:t> </a:t>
            </a:r>
            <a:r>
              <a:rPr lang="nl-NL" dirty="0" err="1"/>
              <a:t>the</a:t>
            </a:r>
            <a:r>
              <a:rPr lang="nl-NL" dirty="0"/>
              <a:t> </a:t>
            </a:r>
            <a:r>
              <a:rPr lang="nl-NL" dirty="0" err="1"/>
              <a:t>edge</a:t>
            </a:r>
            <a:r>
              <a:rPr lang="nl-NL" dirty="0"/>
              <a:t> &amp; node </a:t>
            </a:r>
            <a:r>
              <a:rPr lang="nl-NL" dirty="0" err="1"/>
              <a:t>to</a:t>
            </a:r>
            <a:r>
              <a:rPr lang="nl-NL" dirty="0"/>
              <a:t> </a:t>
            </a:r>
            <a:r>
              <a:rPr lang="nl-NL" dirty="0" err="1"/>
              <a:t>the</a:t>
            </a:r>
            <a:r>
              <a:rPr lang="nl-NL" dirty="0"/>
              <a:t> </a:t>
            </a:r>
            <a:r>
              <a:rPr lang="nl-NL" dirty="0" err="1"/>
              <a:t>result</a:t>
            </a:r>
            <a:endParaRPr lang="nl-NL" dirty="0"/>
          </a:p>
          <a:p>
            <a:pPr lvl="2"/>
            <a:endParaRPr lang="nl-NL" dirty="0"/>
          </a:p>
        </p:txBody>
      </p:sp>
      <p:sp>
        <p:nvSpPr>
          <p:cNvPr id="4" name="Oval 6">
            <a:extLst>
              <a:ext uri="{FF2B5EF4-FFF2-40B4-BE49-F238E27FC236}">
                <a16:creationId xmlns:a16="http://schemas.microsoft.com/office/drawing/2014/main" id="{E2DCC0AC-76F0-6BAB-DCCA-AF2833C9E8C4}"/>
              </a:ext>
            </a:extLst>
          </p:cNvPr>
          <p:cNvSpPr/>
          <p:nvPr/>
        </p:nvSpPr>
        <p:spPr>
          <a:xfrm>
            <a:off x="8625333" y="3538158"/>
            <a:ext cx="427106" cy="427106"/>
          </a:xfrm>
          <a:prstGeom prst="ellipse">
            <a:avLst/>
          </a:prstGeom>
          <a:solidFill>
            <a:schemeClr val="bg1">
              <a:lumMod val="85000"/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 dirty="0">
              <a:latin typeface="Aptos" panose="020B0004020202020204" pitchFamily="34" charset="0"/>
            </a:endParaRPr>
          </a:p>
        </p:txBody>
      </p:sp>
      <p:sp>
        <p:nvSpPr>
          <p:cNvPr id="5" name="Oval 8">
            <a:extLst>
              <a:ext uri="{FF2B5EF4-FFF2-40B4-BE49-F238E27FC236}">
                <a16:creationId xmlns:a16="http://schemas.microsoft.com/office/drawing/2014/main" id="{A8CB20A3-36B8-7B0D-72FD-19C4B3345275}"/>
              </a:ext>
            </a:extLst>
          </p:cNvPr>
          <p:cNvSpPr/>
          <p:nvPr/>
        </p:nvSpPr>
        <p:spPr>
          <a:xfrm>
            <a:off x="10309437" y="3304087"/>
            <a:ext cx="427106" cy="427106"/>
          </a:xfrm>
          <a:prstGeom prst="ellipse">
            <a:avLst/>
          </a:prstGeom>
          <a:solidFill>
            <a:srgbClr val="0070C0">
              <a:alpha val="50000"/>
            </a:srgb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 dirty="0">
              <a:latin typeface="Aptos" panose="020B0004020202020204" pitchFamily="34" charset="0"/>
            </a:endParaRPr>
          </a:p>
        </p:txBody>
      </p:sp>
      <p:cxnSp>
        <p:nvCxnSpPr>
          <p:cNvPr id="6" name="Straight Arrow Connector 18">
            <a:extLst>
              <a:ext uri="{FF2B5EF4-FFF2-40B4-BE49-F238E27FC236}">
                <a16:creationId xmlns:a16="http://schemas.microsoft.com/office/drawing/2014/main" id="{FCD220D1-A700-091D-DD4A-DA8D383176EF}"/>
              </a:ext>
            </a:extLst>
          </p:cNvPr>
          <p:cNvCxnSpPr>
            <a:cxnSpLocks/>
            <a:stCxn id="7" idx="6"/>
            <a:endCxn id="4" idx="2"/>
          </p:cNvCxnSpPr>
          <p:nvPr/>
        </p:nvCxnSpPr>
        <p:spPr>
          <a:xfrm>
            <a:off x="7540387" y="3305930"/>
            <a:ext cx="1084946" cy="445781"/>
          </a:xfrm>
          <a:prstGeom prst="straightConnector1">
            <a:avLst/>
          </a:prstGeom>
          <a:ln w="38100">
            <a:solidFill>
              <a:schemeClr val="bg1">
                <a:lumMod val="95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" name="Oval 19">
            <a:extLst>
              <a:ext uri="{FF2B5EF4-FFF2-40B4-BE49-F238E27FC236}">
                <a16:creationId xmlns:a16="http://schemas.microsoft.com/office/drawing/2014/main" id="{8B753921-8C00-F525-7774-798D8FEF0FC6}"/>
              </a:ext>
            </a:extLst>
          </p:cNvPr>
          <p:cNvSpPr/>
          <p:nvPr/>
        </p:nvSpPr>
        <p:spPr>
          <a:xfrm>
            <a:off x="7113281" y="3092377"/>
            <a:ext cx="427106" cy="427106"/>
          </a:xfrm>
          <a:prstGeom prst="ellipse">
            <a:avLst/>
          </a:prstGeom>
          <a:solidFill>
            <a:schemeClr val="bg1">
              <a:lumMod val="85000"/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 dirty="0">
              <a:latin typeface="Aptos" panose="020B0004020202020204" pitchFamily="34" charset="0"/>
            </a:endParaRPr>
          </a:p>
        </p:txBody>
      </p:sp>
      <p:sp>
        <p:nvSpPr>
          <p:cNvPr id="8" name="Oval 8">
            <a:extLst>
              <a:ext uri="{FF2B5EF4-FFF2-40B4-BE49-F238E27FC236}">
                <a16:creationId xmlns:a16="http://schemas.microsoft.com/office/drawing/2014/main" id="{071B14D8-9613-4BF6-5C72-EAF056B4AB0D}"/>
              </a:ext>
            </a:extLst>
          </p:cNvPr>
          <p:cNvSpPr/>
          <p:nvPr/>
        </p:nvSpPr>
        <p:spPr>
          <a:xfrm>
            <a:off x="11491903" y="2622018"/>
            <a:ext cx="427106" cy="427106"/>
          </a:xfrm>
          <a:prstGeom prst="ellipse">
            <a:avLst/>
          </a:prstGeom>
          <a:solidFill>
            <a:schemeClr val="bg1">
              <a:lumMod val="85000"/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 dirty="0">
              <a:latin typeface="Aptos" panose="020B0004020202020204" pitchFamily="34" charset="0"/>
            </a:endParaRPr>
          </a:p>
        </p:txBody>
      </p:sp>
      <p:cxnSp>
        <p:nvCxnSpPr>
          <p:cNvPr id="9" name="Straight Arrow Connector 18">
            <a:extLst>
              <a:ext uri="{FF2B5EF4-FFF2-40B4-BE49-F238E27FC236}">
                <a16:creationId xmlns:a16="http://schemas.microsoft.com/office/drawing/2014/main" id="{92FF1F1A-3C8C-AD05-F64E-4222820413BE}"/>
              </a:ext>
            </a:extLst>
          </p:cNvPr>
          <p:cNvCxnSpPr>
            <a:cxnSpLocks/>
            <a:stCxn id="4" idx="6"/>
            <a:endCxn id="5" idx="2"/>
          </p:cNvCxnSpPr>
          <p:nvPr/>
        </p:nvCxnSpPr>
        <p:spPr>
          <a:xfrm flipV="1">
            <a:off x="9052439" y="3517640"/>
            <a:ext cx="1256998" cy="234071"/>
          </a:xfrm>
          <a:prstGeom prst="straightConnector1">
            <a:avLst/>
          </a:prstGeom>
          <a:ln w="38100">
            <a:solidFill>
              <a:schemeClr val="bg1">
                <a:lumMod val="95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" name="Straight Arrow Connector 18">
            <a:extLst>
              <a:ext uri="{FF2B5EF4-FFF2-40B4-BE49-F238E27FC236}">
                <a16:creationId xmlns:a16="http://schemas.microsoft.com/office/drawing/2014/main" id="{90A21CA1-16BB-9FF9-2BBA-520DC5155F41}"/>
              </a:ext>
            </a:extLst>
          </p:cNvPr>
          <p:cNvCxnSpPr>
            <a:cxnSpLocks/>
            <a:stCxn id="5" idx="7"/>
            <a:endCxn id="8" idx="3"/>
          </p:cNvCxnSpPr>
          <p:nvPr/>
        </p:nvCxnSpPr>
        <p:spPr>
          <a:xfrm flipV="1">
            <a:off x="10673995" y="2986576"/>
            <a:ext cx="880456" cy="380059"/>
          </a:xfrm>
          <a:prstGeom prst="straightConnector1">
            <a:avLst/>
          </a:prstGeom>
          <a:ln w="38100">
            <a:solidFill>
              <a:schemeClr val="bg1">
                <a:lumMod val="95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1" name="Oval 19">
            <a:extLst>
              <a:ext uri="{FF2B5EF4-FFF2-40B4-BE49-F238E27FC236}">
                <a16:creationId xmlns:a16="http://schemas.microsoft.com/office/drawing/2014/main" id="{ACFAFA9D-E0E5-0748-021F-257567B49815}"/>
              </a:ext>
            </a:extLst>
          </p:cNvPr>
          <p:cNvSpPr/>
          <p:nvPr/>
        </p:nvSpPr>
        <p:spPr>
          <a:xfrm>
            <a:off x="8742274" y="1569448"/>
            <a:ext cx="427106" cy="427106"/>
          </a:xfrm>
          <a:prstGeom prst="ellipse">
            <a:avLst/>
          </a:prstGeom>
          <a:solidFill>
            <a:schemeClr val="bg1">
              <a:lumMod val="85000"/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 dirty="0">
              <a:latin typeface="Aptos" panose="020B0004020202020204" pitchFamily="34" charset="0"/>
            </a:endParaRPr>
          </a:p>
        </p:txBody>
      </p:sp>
      <p:sp>
        <p:nvSpPr>
          <p:cNvPr id="12" name="Oval 19">
            <a:extLst>
              <a:ext uri="{FF2B5EF4-FFF2-40B4-BE49-F238E27FC236}">
                <a16:creationId xmlns:a16="http://schemas.microsoft.com/office/drawing/2014/main" id="{5CEC3570-6A62-8D91-7C0C-8A82FD45E093}"/>
              </a:ext>
            </a:extLst>
          </p:cNvPr>
          <p:cNvSpPr/>
          <p:nvPr/>
        </p:nvSpPr>
        <p:spPr>
          <a:xfrm>
            <a:off x="7560320" y="5124757"/>
            <a:ext cx="427106" cy="427106"/>
          </a:xfrm>
          <a:prstGeom prst="ellipse">
            <a:avLst/>
          </a:prstGeom>
          <a:solidFill>
            <a:schemeClr val="bg1">
              <a:lumMod val="85000"/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 dirty="0">
              <a:latin typeface="Aptos" panose="020B0004020202020204" pitchFamily="34" charset="0"/>
            </a:endParaRPr>
          </a:p>
        </p:txBody>
      </p:sp>
      <p:sp>
        <p:nvSpPr>
          <p:cNvPr id="13" name="Oval 19">
            <a:extLst>
              <a:ext uri="{FF2B5EF4-FFF2-40B4-BE49-F238E27FC236}">
                <a16:creationId xmlns:a16="http://schemas.microsoft.com/office/drawing/2014/main" id="{CCA81CCF-6920-E1CC-DDC5-98BB3631BA25}"/>
              </a:ext>
            </a:extLst>
          </p:cNvPr>
          <p:cNvSpPr/>
          <p:nvPr/>
        </p:nvSpPr>
        <p:spPr>
          <a:xfrm>
            <a:off x="9443761" y="5376993"/>
            <a:ext cx="427106" cy="427106"/>
          </a:xfrm>
          <a:prstGeom prst="ellipse">
            <a:avLst/>
          </a:prstGeom>
          <a:solidFill>
            <a:schemeClr val="bg1">
              <a:lumMod val="85000"/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 dirty="0">
              <a:latin typeface="Aptos" panose="020B0004020202020204" pitchFamily="34" charset="0"/>
            </a:endParaRPr>
          </a:p>
        </p:txBody>
      </p:sp>
      <p:sp>
        <p:nvSpPr>
          <p:cNvPr id="14" name="Oval 19">
            <a:extLst>
              <a:ext uri="{FF2B5EF4-FFF2-40B4-BE49-F238E27FC236}">
                <a16:creationId xmlns:a16="http://schemas.microsoft.com/office/drawing/2014/main" id="{D1E276B4-A23D-41B5-1AE9-838BE48BB48D}"/>
              </a:ext>
            </a:extLst>
          </p:cNvPr>
          <p:cNvSpPr/>
          <p:nvPr/>
        </p:nvSpPr>
        <p:spPr>
          <a:xfrm>
            <a:off x="11444091" y="4877014"/>
            <a:ext cx="427106" cy="427106"/>
          </a:xfrm>
          <a:prstGeom prst="ellipse">
            <a:avLst/>
          </a:prstGeom>
          <a:solidFill>
            <a:srgbClr val="0070C0">
              <a:alpha val="50000"/>
            </a:srgb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 dirty="0">
              <a:latin typeface="Aptos" panose="020B0004020202020204" pitchFamily="34" charset="0"/>
            </a:endParaRPr>
          </a:p>
        </p:txBody>
      </p:sp>
      <p:sp>
        <p:nvSpPr>
          <p:cNvPr id="15" name="Oval 19">
            <a:extLst>
              <a:ext uri="{FF2B5EF4-FFF2-40B4-BE49-F238E27FC236}">
                <a16:creationId xmlns:a16="http://schemas.microsoft.com/office/drawing/2014/main" id="{463092D5-85BD-7CF2-99D1-06C462A18D65}"/>
              </a:ext>
            </a:extLst>
          </p:cNvPr>
          <p:cNvSpPr/>
          <p:nvPr/>
        </p:nvSpPr>
        <p:spPr>
          <a:xfrm>
            <a:off x="10333484" y="1630175"/>
            <a:ext cx="427106" cy="427106"/>
          </a:xfrm>
          <a:prstGeom prst="ellipse">
            <a:avLst/>
          </a:prstGeom>
          <a:solidFill>
            <a:srgbClr val="0070C0">
              <a:alpha val="50000"/>
            </a:srgb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 dirty="0">
              <a:latin typeface="Aptos" panose="020B0004020202020204" pitchFamily="34" charset="0"/>
            </a:endParaRPr>
          </a:p>
        </p:txBody>
      </p:sp>
      <p:cxnSp>
        <p:nvCxnSpPr>
          <p:cNvPr id="17" name="Straight Arrow Connector 47">
            <a:extLst>
              <a:ext uri="{FF2B5EF4-FFF2-40B4-BE49-F238E27FC236}">
                <a16:creationId xmlns:a16="http://schemas.microsoft.com/office/drawing/2014/main" id="{75ADB55D-9784-222A-680C-1E817559F6B1}"/>
              </a:ext>
            </a:extLst>
          </p:cNvPr>
          <p:cNvCxnSpPr>
            <a:cxnSpLocks/>
            <a:stCxn id="7" idx="7"/>
            <a:endCxn id="11" idx="3"/>
          </p:cNvCxnSpPr>
          <p:nvPr/>
        </p:nvCxnSpPr>
        <p:spPr>
          <a:xfrm flipV="1">
            <a:off x="7477839" y="1934006"/>
            <a:ext cx="1326983" cy="1220919"/>
          </a:xfrm>
          <a:prstGeom prst="straightConnector1">
            <a:avLst/>
          </a:prstGeom>
          <a:ln w="38100">
            <a:solidFill>
              <a:schemeClr val="bg1">
                <a:lumMod val="95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8" name="Straight Arrow Connector 47">
            <a:extLst>
              <a:ext uri="{FF2B5EF4-FFF2-40B4-BE49-F238E27FC236}">
                <a16:creationId xmlns:a16="http://schemas.microsoft.com/office/drawing/2014/main" id="{7D1C0F28-9FAE-85E9-364D-67316BD14CD5}"/>
              </a:ext>
            </a:extLst>
          </p:cNvPr>
          <p:cNvCxnSpPr>
            <a:cxnSpLocks/>
            <a:stCxn id="11" idx="6"/>
            <a:endCxn id="15" idx="2"/>
          </p:cNvCxnSpPr>
          <p:nvPr/>
        </p:nvCxnSpPr>
        <p:spPr>
          <a:xfrm>
            <a:off x="9169380" y="1783001"/>
            <a:ext cx="1164104" cy="60727"/>
          </a:xfrm>
          <a:prstGeom prst="straightConnector1">
            <a:avLst/>
          </a:prstGeom>
          <a:ln w="38100">
            <a:solidFill>
              <a:schemeClr val="bg1">
                <a:lumMod val="95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9" name="Straight Arrow Connector 47">
            <a:extLst>
              <a:ext uri="{FF2B5EF4-FFF2-40B4-BE49-F238E27FC236}">
                <a16:creationId xmlns:a16="http://schemas.microsoft.com/office/drawing/2014/main" id="{6DD9334A-B61F-9AD9-D389-21CC7C4D6E06}"/>
              </a:ext>
            </a:extLst>
          </p:cNvPr>
          <p:cNvCxnSpPr>
            <a:cxnSpLocks/>
            <a:stCxn id="5" idx="0"/>
            <a:endCxn id="15" idx="4"/>
          </p:cNvCxnSpPr>
          <p:nvPr/>
        </p:nvCxnSpPr>
        <p:spPr>
          <a:xfrm flipV="1">
            <a:off x="10522990" y="2057281"/>
            <a:ext cx="24047" cy="1246806"/>
          </a:xfrm>
          <a:prstGeom prst="straightConnector1">
            <a:avLst/>
          </a:prstGeom>
          <a:ln w="38100">
            <a:solidFill>
              <a:srgbClr val="000000"/>
            </a:solidFill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0" name="Straight Arrow Connector 47">
            <a:extLst>
              <a:ext uri="{FF2B5EF4-FFF2-40B4-BE49-F238E27FC236}">
                <a16:creationId xmlns:a16="http://schemas.microsoft.com/office/drawing/2014/main" id="{193EB822-028D-8BBF-20CA-63B0408A2146}"/>
              </a:ext>
            </a:extLst>
          </p:cNvPr>
          <p:cNvCxnSpPr>
            <a:cxnSpLocks/>
            <a:stCxn id="15" idx="5"/>
            <a:endCxn id="8" idx="1"/>
          </p:cNvCxnSpPr>
          <p:nvPr/>
        </p:nvCxnSpPr>
        <p:spPr>
          <a:xfrm>
            <a:off x="10698042" y="1994733"/>
            <a:ext cx="856409" cy="689833"/>
          </a:xfrm>
          <a:prstGeom prst="straightConnector1">
            <a:avLst/>
          </a:prstGeom>
          <a:ln w="38100">
            <a:solidFill>
              <a:schemeClr val="bg1">
                <a:lumMod val="95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1" name="Straight Arrow Connector 47">
            <a:extLst>
              <a:ext uri="{FF2B5EF4-FFF2-40B4-BE49-F238E27FC236}">
                <a16:creationId xmlns:a16="http://schemas.microsoft.com/office/drawing/2014/main" id="{8A1C1F5D-62ED-36F0-4E3B-07E95633905F}"/>
              </a:ext>
            </a:extLst>
          </p:cNvPr>
          <p:cNvCxnSpPr>
            <a:cxnSpLocks/>
            <a:stCxn id="7" idx="4"/>
            <a:endCxn id="12" idx="0"/>
          </p:cNvCxnSpPr>
          <p:nvPr/>
        </p:nvCxnSpPr>
        <p:spPr>
          <a:xfrm>
            <a:off x="7326834" y="3519483"/>
            <a:ext cx="447039" cy="1605274"/>
          </a:xfrm>
          <a:prstGeom prst="straightConnector1">
            <a:avLst/>
          </a:prstGeom>
          <a:ln w="38100">
            <a:solidFill>
              <a:schemeClr val="bg1">
                <a:lumMod val="95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2" name="Straight Arrow Connector 47">
            <a:extLst>
              <a:ext uri="{FF2B5EF4-FFF2-40B4-BE49-F238E27FC236}">
                <a16:creationId xmlns:a16="http://schemas.microsoft.com/office/drawing/2014/main" id="{08C200E8-AB86-894D-5122-CEF8C04CFC19}"/>
              </a:ext>
            </a:extLst>
          </p:cNvPr>
          <p:cNvCxnSpPr>
            <a:cxnSpLocks/>
            <a:stCxn id="4" idx="5"/>
            <a:endCxn id="13" idx="0"/>
          </p:cNvCxnSpPr>
          <p:nvPr/>
        </p:nvCxnSpPr>
        <p:spPr>
          <a:xfrm>
            <a:off x="8989891" y="3902716"/>
            <a:ext cx="667423" cy="1474277"/>
          </a:xfrm>
          <a:prstGeom prst="straightConnector1">
            <a:avLst/>
          </a:prstGeom>
          <a:ln w="38100">
            <a:solidFill>
              <a:schemeClr val="bg1">
                <a:lumMod val="95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3" name="Straight Arrow Connector 47">
            <a:extLst>
              <a:ext uri="{FF2B5EF4-FFF2-40B4-BE49-F238E27FC236}">
                <a16:creationId xmlns:a16="http://schemas.microsoft.com/office/drawing/2014/main" id="{779D16F8-E462-E645-B348-1E1707DBBD88}"/>
              </a:ext>
            </a:extLst>
          </p:cNvPr>
          <p:cNvCxnSpPr>
            <a:cxnSpLocks/>
            <a:stCxn id="12" idx="6"/>
            <a:endCxn id="13" idx="2"/>
          </p:cNvCxnSpPr>
          <p:nvPr/>
        </p:nvCxnSpPr>
        <p:spPr>
          <a:xfrm>
            <a:off x="7987426" y="5338310"/>
            <a:ext cx="1456335" cy="252236"/>
          </a:xfrm>
          <a:prstGeom prst="straightConnector1">
            <a:avLst/>
          </a:prstGeom>
          <a:ln w="38100">
            <a:solidFill>
              <a:schemeClr val="bg1">
                <a:lumMod val="95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4" name="Straight Arrow Connector 47">
            <a:extLst>
              <a:ext uri="{FF2B5EF4-FFF2-40B4-BE49-F238E27FC236}">
                <a16:creationId xmlns:a16="http://schemas.microsoft.com/office/drawing/2014/main" id="{56AFC3F4-E636-42D8-2535-476AFD4DBA00}"/>
              </a:ext>
            </a:extLst>
          </p:cNvPr>
          <p:cNvCxnSpPr>
            <a:cxnSpLocks/>
            <a:stCxn id="13" idx="6"/>
            <a:endCxn id="14" idx="2"/>
          </p:cNvCxnSpPr>
          <p:nvPr/>
        </p:nvCxnSpPr>
        <p:spPr>
          <a:xfrm flipV="1">
            <a:off x="9870867" y="5090567"/>
            <a:ext cx="1573224" cy="499979"/>
          </a:xfrm>
          <a:prstGeom prst="straightConnector1">
            <a:avLst/>
          </a:prstGeom>
          <a:ln w="38100">
            <a:solidFill>
              <a:schemeClr val="bg1">
                <a:lumMod val="95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8" name="Straight Arrow Connector 47">
            <a:extLst>
              <a:ext uri="{FF2B5EF4-FFF2-40B4-BE49-F238E27FC236}">
                <a16:creationId xmlns:a16="http://schemas.microsoft.com/office/drawing/2014/main" id="{3F5E8C6C-B44B-EC3A-E687-08CC5DC97240}"/>
              </a:ext>
            </a:extLst>
          </p:cNvPr>
          <p:cNvCxnSpPr>
            <a:cxnSpLocks/>
            <a:stCxn id="14" idx="0"/>
            <a:endCxn id="8" idx="4"/>
          </p:cNvCxnSpPr>
          <p:nvPr/>
        </p:nvCxnSpPr>
        <p:spPr>
          <a:xfrm flipV="1">
            <a:off x="11657644" y="3049124"/>
            <a:ext cx="47812" cy="1827890"/>
          </a:xfrm>
          <a:prstGeom prst="straightConnector1">
            <a:avLst/>
          </a:prstGeom>
          <a:ln w="38100">
            <a:solidFill>
              <a:schemeClr val="bg1">
                <a:lumMod val="95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7" name="Straight Arrow Connector 47">
            <a:extLst>
              <a:ext uri="{FF2B5EF4-FFF2-40B4-BE49-F238E27FC236}">
                <a16:creationId xmlns:a16="http://schemas.microsoft.com/office/drawing/2014/main" id="{C95ABB09-1D34-1239-B520-3DF1F203FDA4}"/>
              </a:ext>
            </a:extLst>
          </p:cNvPr>
          <p:cNvCxnSpPr>
            <a:cxnSpLocks/>
            <a:stCxn id="4" idx="0"/>
            <a:endCxn id="11" idx="4"/>
          </p:cNvCxnSpPr>
          <p:nvPr/>
        </p:nvCxnSpPr>
        <p:spPr>
          <a:xfrm flipV="1">
            <a:off x="8838886" y="1996554"/>
            <a:ext cx="116941" cy="1541604"/>
          </a:xfrm>
          <a:prstGeom prst="straightConnector1">
            <a:avLst/>
          </a:prstGeom>
          <a:ln w="38100">
            <a:solidFill>
              <a:schemeClr val="bg1">
                <a:lumMod val="95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0" name="Straight Arrow Connector 18">
            <a:extLst>
              <a:ext uri="{FF2B5EF4-FFF2-40B4-BE49-F238E27FC236}">
                <a16:creationId xmlns:a16="http://schemas.microsoft.com/office/drawing/2014/main" id="{FAC70102-B490-A8C3-7313-875DAC8DD938}"/>
              </a:ext>
            </a:extLst>
          </p:cNvPr>
          <p:cNvCxnSpPr>
            <a:cxnSpLocks/>
            <a:stCxn id="13" idx="7"/>
            <a:endCxn id="5" idx="3"/>
          </p:cNvCxnSpPr>
          <p:nvPr/>
        </p:nvCxnSpPr>
        <p:spPr>
          <a:xfrm flipV="1">
            <a:off x="9808319" y="3668645"/>
            <a:ext cx="563666" cy="1770896"/>
          </a:xfrm>
          <a:prstGeom prst="straightConnector1">
            <a:avLst/>
          </a:prstGeom>
          <a:ln w="38100">
            <a:solidFill>
              <a:schemeClr val="bg1">
                <a:lumMod val="95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4" name="Straight Arrow Connector 18">
            <a:extLst>
              <a:ext uri="{FF2B5EF4-FFF2-40B4-BE49-F238E27FC236}">
                <a16:creationId xmlns:a16="http://schemas.microsoft.com/office/drawing/2014/main" id="{C257EC12-37A9-4360-B370-25C700169E4A}"/>
              </a:ext>
            </a:extLst>
          </p:cNvPr>
          <p:cNvCxnSpPr>
            <a:cxnSpLocks/>
            <a:stCxn id="14" idx="1"/>
            <a:endCxn id="5" idx="5"/>
          </p:cNvCxnSpPr>
          <p:nvPr/>
        </p:nvCxnSpPr>
        <p:spPr>
          <a:xfrm flipH="1" flipV="1">
            <a:off x="10673995" y="3668645"/>
            <a:ext cx="832644" cy="1270917"/>
          </a:xfrm>
          <a:prstGeom prst="straightConnector1">
            <a:avLst/>
          </a:prstGeom>
          <a:ln w="38100">
            <a:solidFill>
              <a:srgbClr val="000000"/>
            </a:solidFill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18" name="TextBox 117">
            <a:extLst>
              <a:ext uri="{FF2B5EF4-FFF2-40B4-BE49-F238E27FC236}">
                <a16:creationId xmlns:a16="http://schemas.microsoft.com/office/drawing/2014/main" id="{8C978B32-DD0C-59A9-E696-C0EE73928B4E}"/>
              </a:ext>
            </a:extLst>
          </p:cNvPr>
          <p:cNvSpPr txBox="1"/>
          <p:nvPr/>
        </p:nvSpPr>
        <p:spPr>
          <a:xfrm>
            <a:off x="7820850" y="2253785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NL" dirty="0">
                <a:solidFill>
                  <a:schemeClr val="bg1">
                    <a:lumMod val="95000"/>
                  </a:schemeClr>
                </a:solidFill>
                <a:latin typeface="Aptos" panose="020B0004020202020204" pitchFamily="34" charset="0"/>
              </a:rPr>
              <a:t>5</a:t>
            </a:r>
          </a:p>
        </p:txBody>
      </p:sp>
      <p:sp>
        <p:nvSpPr>
          <p:cNvPr id="119" name="TextBox 118">
            <a:extLst>
              <a:ext uri="{FF2B5EF4-FFF2-40B4-BE49-F238E27FC236}">
                <a16:creationId xmlns:a16="http://schemas.microsoft.com/office/drawing/2014/main" id="{1670D87C-ED8C-BCDF-F859-AEC66761E7F2}"/>
              </a:ext>
            </a:extLst>
          </p:cNvPr>
          <p:cNvSpPr txBox="1"/>
          <p:nvPr/>
        </p:nvSpPr>
        <p:spPr>
          <a:xfrm>
            <a:off x="8893019" y="2644064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>
              <a:defRPr>
                <a:solidFill>
                  <a:schemeClr val="bg1">
                    <a:lumMod val="95000"/>
                  </a:schemeClr>
                </a:solidFill>
                <a:latin typeface="Aptos" panose="020B0004020202020204" pitchFamily="34" charset="0"/>
              </a:defRPr>
            </a:lvl1pPr>
          </a:lstStyle>
          <a:p>
            <a:r>
              <a:rPr lang="nl-NL" dirty="0"/>
              <a:t>3</a:t>
            </a:r>
          </a:p>
        </p:txBody>
      </p:sp>
      <p:sp>
        <p:nvSpPr>
          <p:cNvPr id="120" name="TextBox 119">
            <a:extLst>
              <a:ext uri="{FF2B5EF4-FFF2-40B4-BE49-F238E27FC236}">
                <a16:creationId xmlns:a16="http://schemas.microsoft.com/office/drawing/2014/main" id="{E869AC10-3F2D-782E-0AB4-B9D6024C05F8}"/>
              </a:ext>
            </a:extLst>
          </p:cNvPr>
          <p:cNvSpPr txBox="1"/>
          <p:nvPr/>
        </p:nvSpPr>
        <p:spPr>
          <a:xfrm>
            <a:off x="9769039" y="1813423"/>
            <a:ext cx="4315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>
              <a:defRPr>
                <a:solidFill>
                  <a:schemeClr val="bg1">
                    <a:lumMod val="95000"/>
                  </a:schemeClr>
                </a:solidFill>
                <a:latin typeface="Aptos" panose="020B0004020202020204" pitchFamily="34" charset="0"/>
              </a:defRPr>
            </a:lvl1pPr>
          </a:lstStyle>
          <a:p>
            <a:r>
              <a:rPr lang="nl-NL" dirty="0">
                <a:solidFill>
                  <a:schemeClr val="tx1"/>
                </a:solidFill>
              </a:rPr>
              <a:t>10</a:t>
            </a:r>
          </a:p>
        </p:txBody>
      </p:sp>
      <p:sp>
        <p:nvSpPr>
          <p:cNvPr id="121" name="TextBox 120">
            <a:extLst>
              <a:ext uri="{FF2B5EF4-FFF2-40B4-BE49-F238E27FC236}">
                <a16:creationId xmlns:a16="http://schemas.microsoft.com/office/drawing/2014/main" id="{ABB7C4F6-5C79-1D0D-19D3-44E88FFC6AA9}"/>
              </a:ext>
            </a:extLst>
          </p:cNvPr>
          <p:cNvSpPr txBox="1"/>
          <p:nvPr/>
        </p:nvSpPr>
        <p:spPr>
          <a:xfrm>
            <a:off x="11144364" y="2057281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>
              <a:defRPr>
                <a:latin typeface="Aptos" panose="020B0004020202020204" pitchFamily="34" charset="0"/>
              </a:defRPr>
            </a:lvl1pPr>
          </a:lstStyle>
          <a:p>
            <a:r>
              <a:rPr lang="nl-NL" dirty="0"/>
              <a:t>9</a:t>
            </a:r>
          </a:p>
        </p:txBody>
      </p:sp>
      <p:sp>
        <p:nvSpPr>
          <p:cNvPr id="123" name="TextBox 122">
            <a:extLst>
              <a:ext uri="{FF2B5EF4-FFF2-40B4-BE49-F238E27FC236}">
                <a16:creationId xmlns:a16="http://schemas.microsoft.com/office/drawing/2014/main" id="{27A149DA-BAD0-5FD2-ED1D-7E84F4A0CF91}"/>
              </a:ext>
            </a:extLst>
          </p:cNvPr>
          <p:cNvSpPr txBox="1"/>
          <p:nvPr/>
        </p:nvSpPr>
        <p:spPr>
          <a:xfrm>
            <a:off x="8968232" y="4541872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>
              <a:defRPr>
                <a:solidFill>
                  <a:schemeClr val="bg1">
                    <a:lumMod val="95000"/>
                  </a:schemeClr>
                </a:solidFill>
                <a:latin typeface="Aptos" panose="020B0004020202020204" pitchFamily="34" charset="0"/>
              </a:defRPr>
            </a:lvl1pPr>
          </a:lstStyle>
          <a:p>
            <a:r>
              <a:rPr lang="nl-NL" dirty="0"/>
              <a:t>4</a:t>
            </a:r>
          </a:p>
        </p:txBody>
      </p:sp>
      <p:sp>
        <p:nvSpPr>
          <p:cNvPr id="124" name="TextBox 123">
            <a:extLst>
              <a:ext uri="{FF2B5EF4-FFF2-40B4-BE49-F238E27FC236}">
                <a16:creationId xmlns:a16="http://schemas.microsoft.com/office/drawing/2014/main" id="{CE25B0CB-F391-0619-D879-8C5EF02FFD91}"/>
              </a:ext>
            </a:extLst>
          </p:cNvPr>
          <p:cNvSpPr txBox="1"/>
          <p:nvPr/>
        </p:nvSpPr>
        <p:spPr>
          <a:xfrm>
            <a:off x="8588225" y="5472694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>
              <a:defRPr>
                <a:solidFill>
                  <a:schemeClr val="bg1">
                    <a:lumMod val="95000"/>
                  </a:schemeClr>
                </a:solidFill>
                <a:latin typeface="Aptos" panose="020B0004020202020204" pitchFamily="34" charset="0"/>
              </a:defRPr>
            </a:lvl1pPr>
          </a:lstStyle>
          <a:p>
            <a:r>
              <a:rPr lang="nl-NL" dirty="0"/>
              <a:t>2</a:t>
            </a:r>
          </a:p>
        </p:txBody>
      </p:sp>
      <p:sp>
        <p:nvSpPr>
          <p:cNvPr id="125" name="TextBox 124">
            <a:extLst>
              <a:ext uri="{FF2B5EF4-FFF2-40B4-BE49-F238E27FC236}">
                <a16:creationId xmlns:a16="http://schemas.microsoft.com/office/drawing/2014/main" id="{92487358-2B03-48B8-0E4C-0768C3010B86}"/>
              </a:ext>
            </a:extLst>
          </p:cNvPr>
          <p:cNvSpPr txBox="1"/>
          <p:nvPr/>
        </p:nvSpPr>
        <p:spPr>
          <a:xfrm>
            <a:off x="7641483" y="4158639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>
              <a:defRPr>
                <a:solidFill>
                  <a:schemeClr val="bg1">
                    <a:lumMod val="95000"/>
                  </a:schemeClr>
                </a:solidFill>
                <a:latin typeface="Aptos" panose="020B0004020202020204" pitchFamily="34" charset="0"/>
              </a:defRPr>
            </a:lvl1pPr>
          </a:lstStyle>
          <a:p>
            <a:r>
              <a:rPr lang="nl-NL" dirty="0"/>
              <a:t>2</a:t>
            </a:r>
          </a:p>
        </p:txBody>
      </p:sp>
      <p:sp>
        <p:nvSpPr>
          <p:cNvPr id="126" name="TextBox 125">
            <a:extLst>
              <a:ext uri="{FF2B5EF4-FFF2-40B4-BE49-F238E27FC236}">
                <a16:creationId xmlns:a16="http://schemas.microsoft.com/office/drawing/2014/main" id="{71926281-7086-D2A7-4F6C-562798DD07AE}"/>
              </a:ext>
            </a:extLst>
          </p:cNvPr>
          <p:cNvSpPr txBox="1"/>
          <p:nvPr/>
        </p:nvSpPr>
        <p:spPr>
          <a:xfrm>
            <a:off x="10803088" y="5301733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>
              <a:defRPr>
                <a:latin typeface="Aptos" panose="020B0004020202020204" pitchFamily="34" charset="0"/>
              </a:defRPr>
            </a:lvl1pPr>
          </a:lstStyle>
          <a:p>
            <a:r>
              <a:rPr lang="nl-NL" dirty="0"/>
              <a:t>1</a:t>
            </a:r>
          </a:p>
        </p:txBody>
      </p:sp>
      <p:sp>
        <p:nvSpPr>
          <p:cNvPr id="127" name="TextBox 126">
            <a:extLst>
              <a:ext uri="{FF2B5EF4-FFF2-40B4-BE49-F238E27FC236}">
                <a16:creationId xmlns:a16="http://schemas.microsoft.com/office/drawing/2014/main" id="{F84E0F3D-FD1A-9E77-49A4-51BC7BC2423C}"/>
              </a:ext>
            </a:extLst>
          </p:cNvPr>
          <p:cNvSpPr txBox="1"/>
          <p:nvPr/>
        </p:nvSpPr>
        <p:spPr>
          <a:xfrm>
            <a:off x="9774498" y="4284407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>
              <a:defRPr>
                <a:solidFill>
                  <a:schemeClr val="bg1">
                    <a:lumMod val="95000"/>
                  </a:schemeClr>
                </a:solidFill>
                <a:latin typeface="Aptos" panose="020B0004020202020204" pitchFamily="34" charset="0"/>
              </a:defRPr>
            </a:lvl1pPr>
          </a:lstStyle>
          <a:p>
            <a:r>
              <a:rPr lang="nl-NL" dirty="0">
                <a:solidFill>
                  <a:schemeClr val="tx1"/>
                </a:solidFill>
              </a:rPr>
              <a:t>5</a:t>
            </a:r>
          </a:p>
        </p:txBody>
      </p:sp>
      <p:sp>
        <p:nvSpPr>
          <p:cNvPr id="129" name="TextBox 128">
            <a:extLst>
              <a:ext uri="{FF2B5EF4-FFF2-40B4-BE49-F238E27FC236}">
                <a16:creationId xmlns:a16="http://schemas.microsoft.com/office/drawing/2014/main" id="{51262CF6-CC69-AF39-606A-F006283A0A97}"/>
              </a:ext>
            </a:extLst>
          </p:cNvPr>
          <p:cNvSpPr txBox="1"/>
          <p:nvPr/>
        </p:nvSpPr>
        <p:spPr>
          <a:xfrm>
            <a:off x="10917429" y="2767356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>
              <a:defRPr>
                <a:solidFill>
                  <a:schemeClr val="bg1">
                    <a:lumMod val="95000"/>
                  </a:schemeClr>
                </a:solidFill>
                <a:latin typeface="Aptos" panose="020B0004020202020204" pitchFamily="34" charset="0"/>
              </a:defRPr>
            </a:lvl1pPr>
          </a:lstStyle>
          <a:p>
            <a:r>
              <a:rPr lang="nl-NL" dirty="0">
                <a:solidFill>
                  <a:schemeClr val="tx1"/>
                </a:solidFill>
              </a:rPr>
              <a:t>8</a:t>
            </a:r>
          </a:p>
        </p:txBody>
      </p:sp>
      <p:sp>
        <p:nvSpPr>
          <p:cNvPr id="130" name="TextBox 129">
            <a:extLst>
              <a:ext uri="{FF2B5EF4-FFF2-40B4-BE49-F238E27FC236}">
                <a16:creationId xmlns:a16="http://schemas.microsoft.com/office/drawing/2014/main" id="{D357483E-8D35-6A87-F6BF-7852B48C69A0}"/>
              </a:ext>
            </a:extLst>
          </p:cNvPr>
          <p:cNvSpPr txBox="1"/>
          <p:nvPr/>
        </p:nvSpPr>
        <p:spPr>
          <a:xfrm>
            <a:off x="11702412" y="3871807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>
              <a:defRPr>
                <a:latin typeface="Aptos" panose="020B0004020202020204" pitchFamily="34" charset="0"/>
              </a:defRPr>
            </a:lvl1pPr>
          </a:lstStyle>
          <a:p>
            <a:r>
              <a:rPr lang="nl-NL" dirty="0"/>
              <a:t>9</a:t>
            </a:r>
          </a:p>
        </p:txBody>
      </p:sp>
      <p:sp>
        <p:nvSpPr>
          <p:cNvPr id="131" name="TextBox 130">
            <a:extLst>
              <a:ext uri="{FF2B5EF4-FFF2-40B4-BE49-F238E27FC236}">
                <a16:creationId xmlns:a16="http://schemas.microsoft.com/office/drawing/2014/main" id="{495E311E-8E1B-9913-D51D-09C70F8D46EF}"/>
              </a:ext>
            </a:extLst>
          </p:cNvPr>
          <p:cNvSpPr txBox="1"/>
          <p:nvPr/>
        </p:nvSpPr>
        <p:spPr>
          <a:xfrm>
            <a:off x="9636165" y="3226198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>
              <a:defRPr>
                <a:solidFill>
                  <a:schemeClr val="bg1">
                    <a:lumMod val="95000"/>
                  </a:schemeClr>
                </a:solidFill>
                <a:latin typeface="Aptos" panose="020B0004020202020204" pitchFamily="34" charset="0"/>
              </a:defRPr>
            </a:lvl1pPr>
          </a:lstStyle>
          <a:p>
            <a:r>
              <a:rPr lang="nl-NL" dirty="0">
                <a:solidFill>
                  <a:schemeClr val="tx1"/>
                </a:solidFill>
              </a:rPr>
              <a:t>6</a:t>
            </a:r>
          </a:p>
        </p:txBody>
      </p:sp>
      <p:sp>
        <p:nvSpPr>
          <p:cNvPr id="132" name="TextBox 131">
            <a:extLst>
              <a:ext uri="{FF2B5EF4-FFF2-40B4-BE49-F238E27FC236}">
                <a16:creationId xmlns:a16="http://schemas.microsoft.com/office/drawing/2014/main" id="{10F6E00F-3E97-9A94-0792-FA9502EB4EE6}"/>
              </a:ext>
            </a:extLst>
          </p:cNvPr>
          <p:cNvSpPr txBox="1"/>
          <p:nvPr/>
        </p:nvSpPr>
        <p:spPr>
          <a:xfrm>
            <a:off x="8051195" y="3212699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>
              <a:defRPr>
                <a:solidFill>
                  <a:schemeClr val="bg1">
                    <a:lumMod val="95000"/>
                  </a:schemeClr>
                </a:solidFill>
                <a:latin typeface="Aptos" panose="020B0004020202020204" pitchFamily="34" charset="0"/>
              </a:defRPr>
            </a:lvl1pPr>
          </a:lstStyle>
          <a:p>
            <a:r>
              <a:rPr lang="nl-NL" dirty="0"/>
              <a:t>7</a:t>
            </a:r>
          </a:p>
        </p:txBody>
      </p:sp>
    </p:spTree>
    <p:extLst>
      <p:ext uri="{BB962C8B-B14F-4D97-AF65-F5344CB8AC3E}">
        <p14:creationId xmlns:p14="http://schemas.microsoft.com/office/powerpoint/2010/main" val="26451971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7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000000"/>
                                      </p:to>
                                    </p:animClr>
                                    <p:set>
                                      <p:cBhvr>
                                        <p:cTn id="7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" presetClass="emph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0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0070C0"/>
                                      </p:to>
                                    </p:animClr>
                                    <p:set>
                                      <p:cBhvr>
                                        <p:cTn id="11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2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000"/>
                            </p:stCondLst>
                            <p:childTnLst>
                              <p:par>
                                <p:cTn id="14" presetID="10" presetClass="exit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5" dur="500"/>
                                        <p:tgtEl>
                                          <p:spTgt spid="12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3" presetClass="emph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0" dur="500" fill="hold"/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000000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21" presetID="3" presetClass="emph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2" dur="500" fill="hold"/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000000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3" grpId="0"/>
      <p:bldP spid="124" grpId="0"/>
      <p:bldP spid="126" grpId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04F45E-E45C-5844-E912-3279968299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69ED18-C0CA-D70C-6ACF-95F5FEA670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 err="1"/>
              <a:t>Prim’s</a:t>
            </a:r>
            <a:r>
              <a:rPr lang="nl-NL" dirty="0"/>
              <a:t> </a:t>
            </a:r>
            <a:r>
              <a:rPr lang="nl-NL" dirty="0" err="1"/>
              <a:t>algorithm</a:t>
            </a:r>
            <a:endParaRPr lang="nl-N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5DA5964-05DB-35BE-706C-58AD25FAE6B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0081" y="2633472"/>
            <a:ext cx="4855372" cy="3459510"/>
          </a:xfrm>
        </p:spPr>
        <p:txBody>
          <a:bodyPr>
            <a:normAutofit/>
          </a:bodyPr>
          <a:lstStyle/>
          <a:p>
            <a:r>
              <a:rPr lang="nl-NL" dirty="0"/>
              <a:t>Pseudocode:</a:t>
            </a:r>
          </a:p>
          <a:p>
            <a:pPr lvl="1"/>
            <a:r>
              <a:rPr lang="nl-NL" dirty="0"/>
              <a:t>Start </a:t>
            </a:r>
            <a:r>
              <a:rPr lang="nl-NL" dirty="0" err="1"/>
              <a:t>with</a:t>
            </a:r>
            <a:r>
              <a:rPr lang="nl-NL" dirty="0"/>
              <a:t> </a:t>
            </a:r>
            <a:r>
              <a:rPr lang="nl-NL" dirty="0" err="1"/>
              <a:t>an</a:t>
            </a:r>
            <a:r>
              <a:rPr lang="nl-NL" dirty="0"/>
              <a:t> </a:t>
            </a:r>
            <a:r>
              <a:rPr lang="nl-NL" dirty="0" err="1"/>
              <a:t>arbitrary</a:t>
            </a:r>
            <a:r>
              <a:rPr lang="nl-NL" dirty="0"/>
              <a:t> node &amp; </a:t>
            </a:r>
            <a:r>
              <a:rPr lang="nl-NL" dirty="0" err="1"/>
              <a:t>add</a:t>
            </a:r>
            <a:r>
              <a:rPr lang="nl-NL" dirty="0"/>
              <a:t> </a:t>
            </a:r>
            <a:r>
              <a:rPr lang="nl-NL" dirty="0" err="1"/>
              <a:t>it</a:t>
            </a:r>
            <a:r>
              <a:rPr lang="nl-NL" dirty="0"/>
              <a:t> </a:t>
            </a:r>
            <a:r>
              <a:rPr lang="nl-NL" dirty="0" err="1"/>
              <a:t>to</a:t>
            </a:r>
            <a:r>
              <a:rPr lang="nl-NL" dirty="0"/>
              <a:t> </a:t>
            </a:r>
            <a:r>
              <a:rPr lang="nl-NL" dirty="0" err="1"/>
              <a:t>the</a:t>
            </a:r>
            <a:r>
              <a:rPr lang="nl-NL" dirty="0"/>
              <a:t> </a:t>
            </a:r>
            <a:r>
              <a:rPr lang="nl-NL" dirty="0" err="1"/>
              <a:t>result</a:t>
            </a:r>
            <a:endParaRPr lang="nl-NL" dirty="0"/>
          </a:p>
          <a:p>
            <a:pPr lvl="1"/>
            <a:r>
              <a:rPr lang="nl-NL" dirty="0" err="1"/>
              <a:t>While</a:t>
            </a:r>
            <a:r>
              <a:rPr lang="nl-NL" dirty="0"/>
              <a:t> </a:t>
            </a:r>
            <a:r>
              <a:rPr lang="nl-NL" dirty="0" err="1"/>
              <a:t>there</a:t>
            </a:r>
            <a:r>
              <a:rPr lang="nl-NL" dirty="0"/>
              <a:t> are </a:t>
            </a:r>
            <a:r>
              <a:rPr lang="nl-NL" dirty="0" err="1"/>
              <a:t>nodes</a:t>
            </a:r>
            <a:r>
              <a:rPr lang="nl-NL" dirty="0"/>
              <a:t> </a:t>
            </a:r>
            <a:r>
              <a:rPr lang="nl-NL" dirty="0" err="1"/>
              <a:t>that</a:t>
            </a:r>
            <a:r>
              <a:rPr lang="nl-NL" dirty="0"/>
              <a:t> are </a:t>
            </a:r>
            <a:r>
              <a:rPr lang="nl-NL" dirty="0" err="1"/>
              <a:t>not</a:t>
            </a:r>
            <a:r>
              <a:rPr lang="nl-NL" dirty="0"/>
              <a:t> part of </a:t>
            </a:r>
            <a:r>
              <a:rPr lang="nl-NL" dirty="0" err="1"/>
              <a:t>the</a:t>
            </a:r>
            <a:r>
              <a:rPr lang="nl-NL" dirty="0"/>
              <a:t> </a:t>
            </a:r>
            <a:r>
              <a:rPr lang="nl-NL" dirty="0" err="1"/>
              <a:t>result</a:t>
            </a:r>
            <a:r>
              <a:rPr lang="nl-NL" dirty="0"/>
              <a:t>:</a:t>
            </a:r>
          </a:p>
          <a:p>
            <a:pPr lvl="2"/>
            <a:r>
              <a:rPr lang="nl-NL" dirty="0" err="1"/>
              <a:t>Find</a:t>
            </a:r>
            <a:r>
              <a:rPr lang="nl-NL" dirty="0"/>
              <a:t> </a:t>
            </a:r>
            <a:r>
              <a:rPr lang="nl-NL" dirty="0" err="1"/>
              <a:t>the</a:t>
            </a:r>
            <a:r>
              <a:rPr lang="nl-NL" dirty="0"/>
              <a:t> </a:t>
            </a:r>
            <a:r>
              <a:rPr lang="nl-NL" dirty="0" err="1"/>
              <a:t>cheapest</a:t>
            </a:r>
            <a:r>
              <a:rPr lang="nl-NL" dirty="0"/>
              <a:t> </a:t>
            </a:r>
            <a:r>
              <a:rPr lang="nl-NL" dirty="0" err="1"/>
              <a:t>edge</a:t>
            </a:r>
            <a:r>
              <a:rPr lang="nl-NL" dirty="0"/>
              <a:t> </a:t>
            </a:r>
            <a:r>
              <a:rPr lang="nl-NL" dirty="0" err="1"/>
              <a:t>between</a:t>
            </a:r>
            <a:r>
              <a:rPr lang="nl-NL" dirty="0"/>
              <a:t> a node </a:t>
            </a:r>
            <a:r>
              <a:rPr lang="nl-NL" dirty="0" err="1"/>
              <a:t>that</a:t>
            </a:r>
            <a:r>
              <a:rPr lang="nl-NL" dirty="0"/>
              <a:t> is in </a:t>
            </a:r>
            <a:r>
              <a:rPr lang="nl-NL" dirty="0" err="1"/>
              <a:t>result</a:t>
            </a:r>
            <a:r>
              <a:rPr lang="nl-NL" dirty="0"/>
              <a:t> </a:t>
            </a:r>
            <a:r>
              <a:rPr lang="nl-NL" dirty="0" err="1"/>
              <a:t>and</a:t>
            </a:r>
            <a:r>
              <a:rPr lang="nl-NL" dirty="0"/>
              <a:t> </a:t>
            </a:r>
            <a:r>
              <a:rPr lang="nl-NL" dirty="0" err="1"/>
              <a:t>one</a:t>
            </a:r>
            <a:r>
              <a:rPr lang="nl-NL" dirty="0"/>
              <a:t> </a:t>
            </a:r>
            <a:r>
              <a:rPr lang="nl-NL" dirty="0" err="1"/>
              <a:t>that</a:t>
            </a:r>
            <a:r>
              <a:rPr lang="nl-NL" dirty="0"/>
              <a:t> is </a:t>
            </a:r>
            <a:r>
              <a:rPr lang="nl-NL" dirty="0" err="1"/>
              <a:t>not</a:t>
            </a:r>
            <a:endParaRPr lang="nl-NL" dirty="0"/>
          </a:p>
          <a:p>
            <a:pPr lvl="2"/>
            <a:r>
              <a:rPr lang="nl-NL" dirty="0" err="1"/>
              <a:t>Add</a:t>
            </a:r>
            <a:r>
              <a:rPr lang="nl-NL" dirty="0"/>
              <a:t> </a:t>
            </a:r>
            <a:r>
              <a:rPr lang="nl-NL" dirty="0" err="1"/>
              <a:t>the</a:t>
            </a:r>
            <a:r>
              <a:rPr lang="nl-NL" dirty="0"/>
              <a:t> </a:t>
            </a:r>
            <a:r>
              <a:rPr lang="nl-NL" dirty="0" err="1"/>
              <a:t>edge</a:t>
            </a:r>
            <a:r>
              <a:rPr lang="nl-NL" dirty="0"/>
              <a:t> &amp; node </a:t>
            </a:r>
            <a:r>
              <a:rPr lang="nl-NL" dirty="0" err="1"/>
              <a:t>to</a:t>
            </a:r>
            <a:r>
              <a:rPr lang="nl-NL" dirty="0"/>
              <a:t> </a:t>
            </a:r>
            <a:r>
              <a:rPr lang="nl-NL" dirty="0" err="1"/>
              <a:t>the</a:t>
            </a:r>
            <a:r>
              <a:rPr lang="nl-NL" dirty="0"/>
              <a:t> </a:t>
            </a:r>
            <a:r>
              <a:rPr lang="nl-NL" dirty="0" err="1"/>
              <a:t>result</a:t>
            </a:r>
            <a:endParaRPr lang="nl-NL" dirty="0"/>
          </a:p>
          <a:p>
            <a:pPr lvl="2"/>
            <a:endParaRPr lang="nl-NL" dirty="0"/>
          </a:p>
        </p:txBody>
      </p:sp>
      <p:sp>
        <p:nvSpPr>
          <p:cNvPr id="4" name="Oval 6">
            <a:extLst>
              <a:ext uri="{FF2B5EF4-FFF2-40B4-BE49-F238E27FC236}">
                <a16:creationId xmlns:a16="http://schemas.microsoft.com/office/drawing/2014/main" id="{E054B029-5A1C-9DB6-22FB-0BDF50B6993D}"/>
              </a:ext>
            </a:extLst>
          </p:cNvPr>
          <p:cNvSpPr/>
          <p:nvPr/>
        </p:nvSpPr>
        <p:spPr>
          <a:xfrm>
            <a:off x="8625333" y="3538158"/>
            <a:ext cx="427106" cy="427106"/>
          </a:xfrm>
          <a:prstGeom prst="ellipse">
            <a:avLst/>
          </a:prstGeom>
          <a:solidFill>
            <a:schemeClr val="bg1">
              <a:lumMod val="85000"/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 dirty="0">
              <a:latin typeface="Aptos" panose="020B0004020202020204" pitchFamily="34" charset="0"/>
            </a:endParaRPr>
          </a:p>
        </p:txBody>
      </p:sp>
      <p:sp>
        <p:nvSpPr>
          <p:cNvPr id="5" name="Oval 8">
            <a:extLst>
              <a:ext uri="{FF2B5EF4-FFF2-40B4-BE49-F238E27FC236}">
                <a16:creationId xmlns:a16="http://schemas.microsoft.com/office/drawing/2014/main" id="{4D2BD914-AD2A-F611-CA5C-FB0C5BCF532B}"/>
              </a:ext>
            </a:extLst>
          </p:cNvPr>
          <p:cNvSpPr/>
          <p:nvPr/>
        </p:nvSpPr>
        <p:spPr>
          <a:xfrm>
            <a:off x="10309437" y="3304087"/>
            <a:ext cx="427106" cy="427106"/>
          </a:xfrm>
          <a:prstGeom prst="ellipse">
            <a:avLst/>
          </a:prstGeom>
          <a:solidFill>
            <a:srgbClr val="0070C0">
              <a:alpha val="50000"/>
            </a:srgb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 dirty="0">
              <a:latin typeface="Aptos" panose="020B0004020202020204" pitchFamily="34" charset="0"/>
            </a:endParaRPr>
          </a:p>
        </p:txBody>
      </p:sp>
      <p:cxnSp>
        <p:nvCxnSpPr>
          <p:cNvPr id="6" name="Straight Arrow Connector 18">
            <a:extLst>
              <a:ext uri="{FF2B5EF4-FFF2-40B4-BE49-F238E27FC236}">
                <a16:creationId xmlns:a16="http://schemas.microsoft.com/office/drawing/2014/main" id="{7DEA02D1-E0D6-CB39-D6D4-7D30F21A2438}"/>
              </a:ext>
            </a:extLst>
          </p:cNvPr>
          <p:cNvCxnSpPr>
            <a:cxnSpLocks/>
            <a:stCxn id="7" idx="6"/>
            <a:endCxn id="4" idx="2"/>
          </p:cNvCxnSpPr>
          <p:nvPr/>
        </p:nvCxnSpPr>
        <p:spPr>
          <a:xfrm>
            <a:off x="7540387" y="3305930"/>
            <a:ext cx="1084946" cy="445781"/>
          </a:xfrm>
          <a:prstGeom prst="straightConnector1">
            <a:avLst/>
          </a:prstGeom>
          <a:ln w="38100">
            <a:solidFill>
              <a:schemeClr val="bg1">
                <a:lumMod val="95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" name="Oval 19">
            <a:extLst>
              <a:ext uri="{FF2B5EF4-FFF2-40B4-BE49-F238E27FC236}">
                <a16:creationId xmlns:a16="http://schemas.microsoft.com/office/drawing/2014/main" id="{F26F59CE-4E4F-6405-B46C-93DB645C1A6D}"/>
              </a:ext>
            </a:extLst>
          </p:cNvPr>
          <p:cNvSpPr/>
          <p:nvPr/>
        </p:nvSpPr>
        <p:spPr>
          <a:xfrm>
            <a:off x="7113281" y="3092377"/>
            <a:ext cx="427106" cy="427106"/>
          </a:xfrm>
          <a:prstGeom prst="ellipse">
            <a:avLst/>
          </a:prstGeom>
          <a:solidFill>
            <a:schemeClr val="bg1">
              <a:lumMod val="85000"/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 dirty="0">
              <a:latin typeface="Aptos" panose="020B0004020202020204" pitchFamily="34" charset="0"/>
            </a:endParaRPr>
          </a:p>
        </p:txBody>
      </p:sp>
      <p:sp>
        <p:nvSpPr>
          <p:cNvPr id="8" name="Oval 8">
            <a:extLst>
              <a:ext uri="{FF2B5EF4-FFF2-40B4-BE49-F238E27FC236}">
                <a16:creationId xmlns:a16="http://schemas.microsoft.com/office/drawing/2014/main" id="{DAF59030-E24E-E54F-3A77-2998F4D332FD}"/>
              </a:ext>
            </a:extLst>
          </p:cNvPr>
          <p:cNvSpPr/>
          <p:nvPr/>
        </p:nvSpPr>
        <p:spPr>
          <a:xfrm>
            <a:off x="11491903" y="2622018"/>
            <a:ext cx="427106" cy="427106"/>
          </a:xfrm>
          <a:prstGeom prst="ellipse">
            <a:avLst/>
          </a:prstGeom>
          <a:solidFill>
            <a:schemeClr val="bg1">
              <a:lumMod val="85000"/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 dirty="0">
              <a:latin typeface="Aptos" panose="020B0004020202020204" pitchFamily="34" charset="0"/>
            </a:endParaRPr>
          </a:p>
        </p:txBody>
      </p:sp>
      <p:cxnSp>
        <p:nvCxnSpPr>
          <p:cNvPr id="9" name="Straight Arrow Connector 18">
            <a:extLst>
              <a:ext uri="{FF2B5EF4-FFF2-40B4-BE49-F238E27FC236}">
                <a16:creationId xmlns:a16="http://schemas.microsoft.com/office/drawing/2014/main" id="{EEB1F4A9-F84C-1F80-1595-B4003D4A5024}"/>
              </a:ext>
            </a:extLst>
          </p:cNvPr>
          <p:cNvCxnSpPr>
            <a:cxnSpLocks/>
            <a:stCxn id="4" idx="6"/>
            <a:endCxn id="5" idx="2"/>
          </p:cNvCxnSpPr>
          <p:nvPr/>
        </p:nvCxnSpPr>
        <p:spPr>
          <a:xfrm flipV="1">
            <a:off x="9052439" y="3517640"/>
            <a:ext cx="1256998" cy="234071"/>
          </a:xfrm>
          <a:prstGeom prst="straightConnector1">
            <a:avLst/>
          </a:prstGeom>
          <a:ln w="38100">
            <a:solidFill>
              <a:schemeClr val="bg1">
                <a:lumMod val="95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" name="Straight Arrow Connector 18">
            <a:extLst>
              <a:ext uri="{FF2B5EF4-FFF2-40B4-BE49-F238E27FC236}">
                <a16:creationId xmlns:a16="http://schemas.microsoft.com/office/drawing/2014/main" id="{B0EF4A0B-AB6E-FA47-422B-D0B276E770F2}"/>
              </a:ext>
            </a:extLst>
          </p:cNvPr>
          <p:cNvCxnSpPr>
            <a:cxnSpLocks/>
            <a:stCxn id="5" idx="7"/>
            <a:endCxn id="8" idx="3"/>
          </p:cNvCxnSpPr>
          <p:nvPr/>
        </p:nvCxnSpPr>
        <p:spPr>
          <a:xfrm flipV="1">
            <a:off x="10673995" y="2986576"/>
            <a:ext cx="880456" cy="380059"/>
          </a:xfrm>
          <a:prstGeom prst="straightConnector1">
            <a:avLst/>
          </a:prstGeom>
          <a:ln w="38100">
            <a:solidFill>
              <a:schemeClr val="bg1">
                <a:lumMod val="95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1" name="Oval 19">
            <a:extLst>
              <a:ext uri="{FF2B5EF4-FFF2-40B4-BE49-F238E27FC236}">
                <a16:creationId xmlns:a16="http://schemas.microsoft.com/office/drawing/2014/main" id="{51E68164-3B93-2DA8-9868-E2031C73218C}"/>
              </a:ext>
            </a:extLst>
          </p:cNvPr>
          <p:cNvSpPr/>
          <p:nvPr/>
        </p:nvSpPr>
        <p:spPr>
          <a:xfrm>
            <a:off x="8742274" y="1569448"/>
            <a:ext cx="427106" cy="427106"/>
          </a:xfrm>
          <a:prstGeom prst="ellipse">
            <a:avLst/>
          </a:prstGeom>
          <a:solidFill>
            <a:schemeClr val="bg1">
              <a:lumMod val="85000"/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 dirty="0">
              <a:latin typeface="Aptos" panose="020B0004020202020204" pitchFamily="34" charset="0"/>
            </a:endParaRPr>
          </a:p>
        </p:txBody>
      </p:sp>
      <p:sp>
        <p:nvSpPr>
          <p:cNvPr id="12" name="Oval 19">
            <a:extLst>
              <a:ext uri="{FF2B5EF4-FFF2-40B4-BE49-F238E27FC236}">
                <a16:creationId xmlns:a16="http://schemas.microsoft.com/office/drawing/2014/main" id="{B6D7079B-324A-B204-3596-30A29A0727CA}"/>
              </a:ext>
            </a:extLst>
          </p:cNvPr>
          <p:cNvSpPr/>
          <p:nvPr/>
        </p:nvSpPr>
        <p:spPr>
          <a:xfrm>
            <a:off x="7560320" y="5124757"/>
            <a:ext cx="427106" cy="427106"/>
          </a:xfrm>
          <a:prstGeom prst="ellipse">
            <a:avLst/>
          </a:prstGeom>
          <a:solidFill>
            <a:schemeClr val="bg1">
              <a:lumMod val="85000"/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 dirty="0">
              <a:latin typeface="Aptos" panose="020B0004020202020204" pitchFamily="34" charset="0"/>
            </a:endParaRPr>
          </a:p>
        </p:txBody>
      </p:sp>
      <p:sp>
        <p:nvSpPr>
          <p:cNvPr id="13" name="Oval 19">
            <a:extLst>
              <a:ext uri="{FF2B5EF4-FFF2-40B4-BE49-F238E27FC236}">
                <a16:creationId xmlns:a16="http://schemas.microsoft.com/office/drawing/2014/main" id="{69323DBA-D6C3-41CA-C87E-D33D9A3420CC}"/>
              </a:ext>
            </a:extLst>
          </p:cNvPr>
          <p:cNvSpPr/>
          <p:nvPr/>
        </p:nvSpPr>
        <p:spPr>
          <a:xfrm>
            <a:off x="9443761" y="5376993"/>
            <a:ext cx="427106" cy="427106"/>
          </a:xfrm>
          <a:prstGeom prst="ellipse">
            <a:avLst/>
          </a:prstGeom>
          <a:solidFill>
            <a:srgbClr val="0070C0">
              <a:alpha val="50000"/>
            </a:srgb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 dirty="0">
              <a:latin typeface="Aptos" panose="020B0004020202020204" pitchFamily="34" charset="0"/>
            </a:endParaRPr>
          </a:p>
        </p:txBody>
      </p:sp>
      <p:sp>
        <p:nvSpPr>
          <p:cNvPr id="14" name="Oval 19">
            <a:extLst>
              <a:ext uri="{FF2B5EF4-FFF2-40B4-BE49-F238E27FC236}">
                <a16:creationId xmlns:a16="http://schemas.microsoft.com/office/drawing/2014/main" id="{67962D96-B60A-5977-1E59-D6E9567D9146}"/>
              </a:ext>
            </a:extLst>
          </p:cNvPr>
          <p:cNvSpPr/>
          <p:nvPr/>
        </p:nvSpPr>
        <p:spPr>
          <a:xfrm>
            <a:off x="11444091" y="4877014"/>
            <a:ext cx="427106" cy="427106"/>
          </a:xfrm>
          <a:prstGeom prst="ellipse">
            <a:avLst/>
          </a:prstGeom>
          <a:solidFill>
            <a:srgbClr val="0070C0">
              <a:alpha val="50000"/>
            </a:srgb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 dirty="0">
              <a:latin typeface="Aptos" panose="020B0004020202020204" pitchFamily="34" charset="0"/>
            </a:endParaRPr>
          </a:p>
        </p:txBody>
      </p:sp>
      <p:sp>
        <p:nvSpPr>
          <p:cNvPr id="15" name="Oval 19">
            <a:extLst>
              <a:ext uri="{FF2B5EF4-FFF2-40B4-BE49-F238E27FC236}">
                <a16:creationId xmlns:a16="http://schemas.microsoft.com/office/drawing/2014/main" id="{B5468127-8173-B18C-1744-6AD23A1AF9E5}"/>
              </a:ext>
            </a:extLst>
          </p:cNvPr>
          <p:cNvSpPr/>
          <p:nvPr/>
        </p:nvSpPr>
        <p:spPr>
          <a:xfrm>
            <a:off x="10333484" y="1630175"/>
            <a:ext cx="427106" cy="427106"/>
          </a:xfrm>
          <a:prstGeom prst="ellipse">
            <a:avLst/>
          </a:prstGeom>
          <a:solidFill>
            <a:srgbClr val="0070C0">
              <a:alpha val="50000"/>
            </a:srgb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 dirty="0">
              <a:latin typeface="Aptos" panose="020B0004020202020204" pitchFamily="34" charset="0"/>
            </a:endParaRPr>
          </a:p>
        </p:txBody>
      </p:sp>
      <p:cxnSp>
        <p:nvCxnSpPr>
          <p:cNvPr id="17" name="Straight Arrow Connector 47">
            <a:extLst>
              <a:ext uri="{FF2B5EF4-FFF2-40B4-BE49-F238E27FC236}">
                <a16:creationId xmlns:a16="http://schemas.microsoft.com/office/drawing/2014/main" id="{8A9CB1CA-ACE9-36C5-0173-662B6746537F}"/>
              </a:ext>
            </a:extLst>
          </p:cNvPr>
          <p:cNvCxnSpPr>
            <a:cxnSpLocks/>
            <a:stCxn id="7" idx="7"/>
            <a:endCxn id="11" idx="3"/>
          </p:cNvCxnSpPr>
          <p:nvPr/>
        </p:nvCxnSpPr>
        <p:spPr>
          <a:xfrm flipV="1">
            <a:off x="7477839" y="1934006"/>
            <a:ext cx="1326983" cy="1220919"/>
          </a:xfrm>
          <a:prstGeom prst="straightConnector1">
            <a:avLst/>
          </a:prstGeom>
          <a:ln w="38100">
            <a:solidFill>
              <a:schemeClr val="bg1">
                <a:lumMod val="95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8" name="Straight Arrow Connector 47">
            <a:extLst>
              <a:ext uri="{FF2B5EF4-FFF2-40B4-BE49-F238E27FC236}">
                <a16:creationId xmlns:a16="http://schemas.microsoft.com/office/drawing/2014/main" id="{AD284320-7C32-6EA1-C71E-2E7420EA3CBE}"/>
              </a:ext>
            </a:extLst>
          </p:cNvPr>
          <p:cNvCxnSpPr>
            <a:cxnSpLocks/>
            <a:stCxn id="11" idx="6"/>
            <a:endCxn id="15" idx="2"/>
          </p:cNvCxnSpPr>
          <p:nvPr/>
        </p:nvCxnSpPr>
        <p:spPr>
          <a:xfrm>
            <a:off x="9169380" y="1783001"/>
            <a:ext cx="1164104" cy="60727"/>
          </a:xfrm>
          <a:prstGeom prst="straightConnector1">
            <a:avLst/>
          </a:prstGeom>
          <a:ln w="38100">
            <a:solidFill>
              <a:schemeClr val="bg1">
                <a:lumMod val="95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9" name="Straight Arrow Connector 47">
            <a:extLst>
              <a:ext uri="{FF2B5EF4-FFF2-40B4-BE49-F238E27FC236}">
                <a16:creationId xmlns:a16="http://schemas.microsoft.com/office/drawing/2014/main" id="{6252817B-17D8-D46C-66DA-B1F680FF506A}"/>
              </a:ext>
            </a:extLst>
          </p:cNvPr>
          <p:cNvCxnSpPr>
            <a:cxnSpLocks/>
            <a:stCxn id="5" idx="0"/>
            <a:endCxn id="15" idx="4"/>
          </p:cNvCxnSpPr>
          <p:nvPr/>
        </p:nvCxnSpPr>
        <p:spPr>
          <a:xfrm flipV="1">
            <a:off x="10522990" y="2057281"/>
            <a:ext cx="24047" cy="1246806"/>
          </a:xfrm>
          <a:prstGeom prst="straightConnector1">
            <a:avLst/>
          </a:prstGeom>
          <a:ln w="38100">
            <a:solidFill>
              <a:srgbClr val="000000"/>
            </a:solidFill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0" name="Straight Arrow Connector 47">
            <a:extLst>
              <a:ext uri="{FF2B5EF4-FFF2-40B4-BE49-F238E27FC236}">
                <a16:creationId xmlns:a16="http://schemas.microsoft.com/office/drawing/2014/main" id="{9D14D98B-23E4-3F28-04A4-7787E0093C53}"/>
              </a:ext>
            </a:extLst>
          </p:cNvPr>
          <p:cNvCxnSpPr>
            <a:cxnSpLocks/>
            <a:stCxn id="15" idx="5"/>
            <a:endCxn id="8" idx="1"/>
          </p:cNvCxnSpPr>
          <p:nvPr/>
        </p:nvCxnSpPr>
        <p:spPr>
          <a:xfrm>
            <a:off x="10698042" y="1994733"/>
            <a:ext cx="856409" cy="689833"/>
          </a:xfrm>
          <a:prstGeom prst="straightConnector1">
            <a:avLst/>
          </a:prstGeom>
          <a:ln w="38100">
            <a:solidFill>
              <a:schemeClr val="bg1">
                <a:lumMod val="95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1" name="Straight Arrow Connector 47">
            <a:extLst>
              <a:ext uri="{FF2B5EF4-FFF2-40B4-BE49-F238E27FC236}">
                <a16:creationId xmlns:a16="http://schemas.microsoft.com/office/drawing/2014/main" id="{2EA83879-56C5-BB44-6D8E-89A68D97E96D}"/>
              </a:ext>
            </a:extLst>
          </p:cNvPr>
          <p:cNvCxnSpPr>
            <a:cxnSpLocks/>
            <a:stCxn id="7" idx="4"/>
            <a:endCxn id="12" idx="0"/>
          </p:cNvCxnSpPr>
          <p:nvPr/>
        </p:nvCxnSpPr>
        <p:spPr>
          <a:xfrm>
            <a:off x="7326834" y="3519483"/>
            <a:ext cx="447039" cy="1605274"/>
          </a:xfrm>
          <a:prstGeom prst="straightConnector1">
            <a:avLst/>
          </a:prstGeom>
          <a:ln w="38100">
            <a:solidFill>
              <a:schemeClr val="bg1">
                <a:lumMod val="95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2" name="Straight Arrow Connector 47">
            <a:extLst>
              <a:ext uri="{FF2B5EF4-FFF2-40B4-BE49-F238E27FC236}">
                <a16:creationId xmlns:a16="http://schemas.microsoft.com/office/drawing/2014/main" id="{154FE2B4-666D-2DC7-296D-79F5DEA1A617}"/>
              </a:ext>
            </a:extLst>
          </p:cNvPr>
          <p:cNvCxnSpPr>
            <a:cxnSpLocks/>
            <a:stCxn id="4" idx="5"/>
            <a:endCxn id="13" idx="0"/>
          </p:cNvCxnSpPr>
          <p:nvPr/>
        </p:nvCxnSpPr>
        <p:spPr>
          <a:xfrm>
            <a:off x="8989891" y="3902716"/>
            <a:ext cx="667423" cy="1474277"/>
          </a:xfrm>
          <a:prstGeom prst="straightConnector1">
            <a:avLst/>
          </a:prstGeom>
          <a:ln w="38100">
            <a:solidFill>
              <a:schemeClr val="bg1">
                <a:lumMod val="95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3" name="Straight Arrow Connector 47">
            <a:extLst>
              <a:ext uri="{FF2B5EF4-FFF2-40B4-BE49-F238E27FC236}">
                <a16:creationId xmlns:a16="http://schemas.microsoft.com/office/drawing/2014/main" id="{E31AD0D9-C199-DB68-08C5-412DA31959DF}"/>
              </a:ext>
            </a:extLst>
          </p:cNvPr>
          <p:cNvCxnSpPr>
            <a:cxnSpLocks/>
            <a:stCxn id="12" idx="6"/>
            <a:endCxn id="13" idx="2"/>
          </p:cNvCxnSpPr>
          <p:nvPr/>
        </p:nvCxnSpPr>
        <p:spPr>
          <a:xfrm>
            <a:off x="7987426" y="5338310"/>
            <a:ext cx="1456335" cy="252236"/>
          </a:xfrm>
          <a:prstGeom prst="straightConnector1">
            <a:avLst/>
          </a:prstGeom>
          <a:ln w="38100">
            <a:solidFill>
              <a:schemeClr val="bg1">
                <a:lumMod val="95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4" name="Straight Arrow Connector 47">
            <a:extLst>
              <a:ext uri="{FF2B5EF4-FFF2-40B4-BE49-F238E27FC236}">
                <a16:creationId xmlns:a16="http://schemas.microsoft.com/office/drawing/2014/main" id="{B3F554E1-496A-00B2-C348-DFEBF184749F}"/>
              </a:ext>
            </a:extLst>
          </p:cNvPr>
          <p:cNvCxnSpPr>
            <a:cxnSpLocks/>
            <a:stCxn id="13" idx="6"/>
            <a:endCxn id="14" idx="2"/>
          </p:cNvCxnSpPr>
          <p:nvPr/>
        </p:nvCxnSpPr>
        <p:spPr>
          <a:xfrm flipV="1">
            <a:off x="9870867" y="5090567"/>
            <a:ext cx="1573224" cy="499979"/>
          </a:xfrm>
          <a:prstGeom prst="straightConnector1">
            <a:avLst/>
          </a:prstGeom>
          <a:ln w="38100">
            <a:solidFill>
              <a:srgbClr val="000000"/>
            </a:solidFill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8" name="Straight Arrow Connector 47">
            <a:extLst>
              <a:ext uri="{FF2B5EF4-FFF2-40B4-BE49-F238E27FC236}">
                <a16:creationId xmlns:a16="http://schemas.microsoft.com/office/drawing/2014/main" id="{55B126C3-2D2A-E31E-16C7-C1905E190FF7}"/>
              </a:ext>
            </a:extLst>
          </p:cNvPr>
          <p:cNvCxnSpPr>
            <a:cxnSpLocks/>
            <a:stCxn id="14" idx="0"/>
            <a:endCxn id="8" idx="4"/>
          </p:cNvCxnSpPr>
          <p:nvPr/>
        </p:nvCxnSpPr>
        <p:spPr>
          <a:xfrm flipV="1">
            <a:off x="11657644" y="3049124"/>
            <a:ext cx="47812" cy="1827890"/>
          </a:xfrm>
          <a:prstGeom prst="straightConnector1">
            <a:avLst/>
          </a:prstGeom>
          <a:ln w="38100">
            <a:solidFill>
              <a:schemeClr val="bg1">
                <a:lumMod val="95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7" name="Straight Arrow Connector 47">
            <a:extLst>
              <a:ext uri="{FF2B5EF4-FFF2-40B4-BE49-F238E27FC236}">
                <a16:creationId xmlns:a16="http://schemas.microsoft.com/office/drawing/2014/main" id="{A6ABA825-50F5-C187-E451-2D8CC7FBB891}"/>
              </a:ext>
            </a:extLst>
          </p:cNvPr>
          <p:cNvCxnSpPr>
            <a:cxnSpLocks/>
            <a:stCxn id="4" idx="0"/>
            <a:endCxn id="11" idx="4"/>
          </p:cNvCxnSpPr>
          <p:nvPr/>
        </p:nvCxnSpPr>
        <p:spPr>
          <a:xfrm flipV="1">
            <a:off x="8838886" y="1996554"/>
            <a:ext cx="116941" cy="1541604"/>
          </a:xfrm>
          <a:prstGeom prst="straightConnector1">
            <a:avLst/>
          </a:prstGeom>
          <a:ln w="38100">
            <a:solidFill>
              <a:schemeClr val="bg1">
                <a:lumMod val="95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0" name="Straight Arrow Connector 18">
            <a:extLst>
              <a:ext uri="{FF2B5EF4-FFF2-40B4-BE49-F238E27FC236}">
                <a16:creationId xmlns:a16="http://schemas.microsoft.com/office/drawing/2014/main" id="{BBA5AD13-97ED-F6E3-07E9-15302B35E7AC}"/>
              </a:ext>
            </a:extLst>
          </p:cNvPr>
          <p:cNvCxnSpPr>
            <a:cxnSpLocks/>
            <a:stCxn id="13" idx="7"/>
            <a:endCxn id="5" idx="3"/>
          </p:cNvCxnSpPr>
          <p:nvPr/>
        </p:nvCxnSpPr>
        <p:spPr>
          <a:xfrm flipV="1">
            <a:off x="9808319" y="3668645"/>
            <a:ext cx="563666" cy="1770896"/>
          </a:xfrm>
          <a:prstGeom prst="straightConnector1">
            <a:avLst/>
          </a:prstGeom>
          <a:ln w="38100">
            <a:solidFill>
              <a:schemeClr val="bg1">
                <a:lumMod val="95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4" name="Straight Arrow Connector 18">
            <a:extLst>
              <a:ext uri="{FF2B5EF4-FFF2-40B4-BE49-F238E27FC236}">
                <a16:creationId xmlns:a16="http://schemas.microsoft.com/office/drawing/2014/main" id="{443516DA-F8CC-3BA3-7A3D-88A19772FDD8}"/>
              </a:ext>
            </a:extLst>
          </p:cNvPr>
          <p:cNvCxnSpPr>
            <a:cxnSpLocks/>
            <a:stCxn id="14" idx="1"/>
            <a:endCxn id="5" idx="5"/>
          </p:cNvCxnSpPr>
          <p:nvPr/>
        </p:nvCxnSpPr>
        <p:spPr>
          <a:xfrm flipH="1" flipV="1">
            <a:off x="10673995" y="3668645"/>
            <a:ext cx="832644" cy="1270917"/>
          </a:xfrm>
          <a:prstGeom prst="straightConnector1">
            <a:avLst/>
          </a:prstGeom>
          <a:ln w="38100">
            <a:solidFill>
              <a:srgbClr val="000000"/>
            </a:solidFill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18" name="TextBox 117">
            <a:extLst>
              <a:ext uri="{FF2B5EF4-FFF2-40B4-BE49-F238E27FC236}">
                <a16:creationId xmlns:a16="http://schemas.microsoft.com/office/drawing/2014/main" id="{9F309E83-2D5D-8DEA-AADA-AC7C35AEA717}"/>
              </a:ext>
            </a:extLst>
          </p:cNvPr>
          <p:cNvSpPr txBox="1"/>
          <p:nvPr/>
        </p:nvSpPr>
        <p:spPr>
          <a:xfrm>
            <a:off x="7820850" y="2253785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NL" dirty="0">
                <a:solidFill>
                  <a:schemeClr val="bg1">
                    <a:lumMod val="95000"/>
                  </a:schemeClr>
                </a:solidFill>
                <a:latin typeface="Aptos" panose="020B0004020202020204" pitchFamily="34" charset="0"/>
              </a:rPr>
              <a:t>5</a:t>
            </a:r>
          </a:p>
        </p:txBody>
      </p:sp>
      <p:sp>
        <p:nvSpPr>
          <p:cNvPr id="119" name="TextBox 118">
            <a:extLst>
              <a:ext uri="{FF2B5EF4-FFF2-40B4-BE49-F238E27FC236}">
                <a16:creationId xmlns:a16="http://schemas.microsoft.com/office/drawing/2014/main" id="{8F6A131C-FA02-1175-35B4-D0E0E9522FAF}"/>
              </a:ext>
            </a:extLst>
          </p:cNvPr>
          <p:cNvSpPr txBox="1"/>
          <p:nvPr/>
        </p:nvSpPr>
        <p:spPr>
          <a:xfrm>
            <a:off x="8893019" y="2644064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>
              <a:defRPr>
                <a:solidFill>
                  <a:schemeClr val="bg1">
                    <a:lumMod val="95000"/>
                  </a:schemeClr>
                </a:solidFill>
                <a:latin typeface="Aptos" panose="020B0004020202020204" pitchFamily="34" charset="0"/>
              </a:defRPr>
            </a:lvl1pPr>
          </a:lstStyle>
          <a:p>
            <a:r>
              <a:rPr lang="nl-NL" dirty="0"/>
              <a:t>3</a:t>
            </a:r>
          </a:p>
        </p:txBody>
      </p:sp>
      <p:sp>
        <p:nvSpPr>
          <p:cNvPr id="120" name="TextBox 119">
            <a:extLst>
              <a:ext uri="{FF2B5EF4-FFF2-40B4-BE49-F238E27FC236}">
                <a16:creationId xmlns:a16="http://schemas.microsoft.com/office/drawing/2014/main" id="{E3D51AC6-C0BB-AD08-7B14-CD8D24104948}"/>
              </a:ext>
            </a:extLst>
          </p:cNvPr>
          <p:cNvSpPr txBox="1"/>
          <p:nvPr/>
        </p:nvSpPr>
        <p:spPr>
          <a:xfrm>
            <a:off x="9769039" y="1813423"/>
            <a:ext cx="4315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>
              <a:defRPr>
                <a:solidFill>
                  <a:schemeClr val="bg1">
                    <a:lumMod val="95000"/>
                  </a:schemeClr>
                </a:solidFill>
                <a:latin typeface="Aptos" panose="020B0004020202020204" pitchFamily="34" charset="0"/>
              </a:defRPr>
            </a:lvl1pPr>
          </a:lstStyle>
          <a:p>
            <a:r>
              <a:rPr lang="nl-NL" dirty="0">
                <a:solidFill>
                  <a:schemeClr val="tx1"/>
                </a:solidFill>
              </a:rPr>
              <a:t>10</a:t>
            </a:r>
          </a:p>
        </p:txBody>
      </p:sp>
      <p:sp>
        <p:nvSpPr>
          <p:cNvPr id="121" name="TextBox 120">
            <a:extLst>
              <a:ext uri="{FF2B5EF4-FFF2-40B4-BE49-F238E27FC236}">
                <a16:creationId xmlns:a16="http://schemas.microsoft.com/office/drawing/2014/main" id="{A73529F9-4DE6-E482-2545-B341260487A2}"/>
              </a:ext>
            </a:extLst>
          </p:cNvPr>
          <p:cNvSpPr txBox="1"/>
          <p:nvPr/>
        </p:nvSpPr>
        <p:spPr>
          <a:xfrm>
            <a:off x="11144364" y="2057281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>
              <a:defRPr>
                <a:latin typeface="Aptos" panose="020B0004020202020204" pitchFamily="34" charset="0"/>
              </a:defRPr>
            </a:lvl1pPr>
          </a:lstStyle>
          <a:p>
            <a:r>
              <a:rPr lang="nl-NL" dirty="0"/>
              <a:t>9</a:t>
            </a:r>
          </a:p>
        </p:txBody>
      </p:sp>
      <p:sp>
        <p:nvSpPr>
          <p:cNvPr id="123" name="TextBox 122">
            <a:extLst>
              <a:ext uri="{FF2B5EF4-FFF2-40B4-BE49-F238E27FC236}">
                <a16:creationId xmlns:a16="http://schemas.microsoft.com/office/drawing/2014/main" id="{2BFDF6EF-7854-7A13-8676-6065A714BE32}"/>
              </a:ext>
            </a:extLst>
          </p:cNvPr>
          <p:cNvSpPr txBox="1"/>
          <p:nvPr/>
        </p:nvSpPr>
        <p:spPr>
          <a:xfrm>
            <a:off x="8968232" y="4541872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>
              <a:defRPr>
                <a:latin typeface="Aptos" panose="020B0004020202020204" pitchFamily="34" charset="0"/>
              </a:defRPr>
            </a:lvl1pPr>
          </a:lstStyle>
          <a:p>
            <a:r>
              <a:rPr lang="nl-NL" dirty="0"/>
              <a:t>4</a:t>
            </a:r>
          </a:p>
        </p:txBody>
      </p:sp>
      <p:sp>
        <p:nvSpPr>
          <p:cNvPr id="124" name="TextBox 123">
            <a:extLst>
              <a:ext uri="{FF2B5EF4-FFF2-40B4-BE49-F238E27FC236}">
                <a16:creationId xmlns:a16="http://schemas.microsoft.com/office/drawing/2014/main" id="{2CBD34C5-FBBE-2E45-AA8E-8D56E2197DAF}"/>
              </a:ext>
            </a:extLst>
          </p:cNvPr>
          <p:cNvSpPr txBox="1"/>
          <p:nvPr/>
        </p:nvSpPr>
        <p:spPr>
          <a:xfrm>
            <a:off x="8588225" y="5472694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>
              <a:defRPr>
                <a:latin typeface="Aptos" panose="020B0004020202020204" pitchFamily="34" charset="0"/>
              </a:defRPr>
            </a:lvl1pPr>
          </a:lstStyle>
          <a:p>
            <a:r>
              <a:rPr lang="nl-NL" dirty="0"/>
              <a:t>2</a:t>
            </a:r>
          </a:p>
        </p:txBody>
      </p:sp>
      <p:sp>
        <p:nvSpPr>
          <p:cNvPr id="125" name="TextBox 124">
            <a:extLst>
              <a:ext uri="{FF2B5EF4-FFF2-40B4-BE49-F238E27FC236}">
                <a16:creationId xmlns:a16="http://schemas.microsoft.com/office/drawing/2014/main" id="{C949F012-A1BE-B513-4ED1-4A8F14AC643A}"/>
              </a:ext>
            </a:extLst>
          </p:cNvPr>
          <p:cNvSpPr txBox="1"/>
          <p:nvPr/>
        </p:nvSpPr>
        <p:spPr>
          <a:xfrm>
            <a:off x="7641483" y="4158639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>
              <a:defRPr>
                <a:solidFill>
                  <a:schemeClr val="bg1">
                    <a:lumMod val="95000"/>
                  </a:schemeClr>
                </a:solidFill>
                <a:latin typeface="Aptos" panose="020B0004020202020204" pitchFamily="34" charset="0"/>
              </a:defRPr>
            </a:lvl1pPr>
          </a:lstStyle>
          <a:p>
            <a:r>
              <a:rPr lang="nl-NL" dirty="0"/>
              <a:t>2</a:t>
            </a:r>
          </a:p>
        </p:txBody>
      </p:sp>
      <p:sp>
        <p:nvSpPr>
          <p:cNvPr id="127" name="TextBox 126">
            <a:extLst>
              <a:ext uri="{FF2B5EF4-FFF2-40B4-BE49-F238E27FC236}">
                <a16:creationId xmlns:a16="http://schemas.microsoft.com/office/drawing/2014/main" id="{5DB583F0-D1DF-8AC4-73B3-58788D8FD512}"/>
              </a:ext>
            </a:extLst>
          </p:cNvPr>
          <p:cNvSpPr txBox="1"/>
          <p:nvPr/>
        </p:nvSpPr>
        <p:spPr>
          <a:xfrm>
            <a:off x="9774498" y="4284407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>
              <a:defRPr>
                <a:solidFill>
                  <a:schemeClr val="bg1">
                    <a:lumMod val="95000"/>
                  </a:schemeClr>
                </a:solidFill>
                <a:latin typeface="Aptos" panose="020B0004020202020204" pitchFamily="34" charset="0"/>
              </a:defRPr>
            </a:lvl1pPr>
          </a:lstStyle>
          <a:p>
            <a:r>
              <a:rPr lang="nl-NL" dirty="0">
                <a:solidFill>
                  <a:schemeClr val="tx1"/>
                </a:solidFill>
              </a:rPr>
              <a:t>5</a:t>
            </a:r>
          </a:p>
        </p:txBody>
      </p:sp>
      <p:sp>
        <p:nvSpPr>
          <p:cNvPr id="129" name="TextBox 128">
            <a:extLst>
              <a:ext uri="{FF2B5EF4-FFF2-40B4-BE49-F238E27FC236}">
                <a16:creationId xmlns:a16="http://schemas.microsoft.com/office/drawing/2014/main" id="{6D85D0BE-5C1C-54B3-42AA-2B69DCD2B771}"/>
              </a:ext>
            </a:extLst>
          </p:cNvPr>
          <p:cNvSpPr txBox="1"/>
          <p:nvPr/>
        </p:nvSpPr>
        <p:spPr>
          <a:xfrm>
            <a:off x="10917429" y="2767356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>
              <a:defRPr>
                <a:solidFill>
                  <a:schemeClr val="bg1">
                    <a:lumMod val="95000"/>
                  </a:schemeClr>
                </a:solidFill>
                <a:latin typeface="Aptos" panose="020B0004020202020204" pitchFamily="34" charset="0"/>
              </a:defRPr>
            </a:lvl1pPr>
          </a:lstStyle>
          <a:p>
            <a:r>
              <a:rPr lang="nl-NL" dirty="0">
                <a:solidFill>
                  <a:schemeClr val="tx1"/>
                </a:solidFill>
              </a:rPr>
              <a:t>8</a:t>
            </a:r>
          </a:p>
        </p:txBody>
      </p:sp>
      <p:sp>
        <p:nvSpPr>
          <p:cNvPr id="130" name="TextBox 129">
            <a:extLst>
              <a:ext uri="{FF2B5EF4-FFF2-40B4-BE49-F238E27FC236}">
                <a16:creationId xmlns:a16="http://schemas.microsoft.com/office/drawing/2014/main" id="{C12463E9-5EDD-E2C3-D0EF-EE4754326AE5}"/>
              </a:ext>
            </a:extLst>
          </p:cNvPr>
          <p:cNvSpPr txBox="1"/>
          <p:nvPr/>
        </p:nvSpPr>
        <p:spPr>
          <a:xfrm>
            <a:off x="11702412" y="3871807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>
              <a:defRPr>
                <a:latin typeface="Aptos" panose="020B0004020202020204" pitchFamily="34" charset="0"/>
              </a:defRPr>
            </a:lvl1pPr>
          </a:lstStyle>
          <a:p>
            <a:r>
              <a:rPr lang="nl-NL" dirty="0"/>
              <a:t>9</a:t>
            </a:r>
          </a:p>
        </p:txBody>
      </p:sp>
      <p:sp>
        <p:nvSpPr>
          <p:cNvPr id="131" name="TextBox 130">
            <a:extLst>
              <a:ext uri="{FF2B5EF4-FFF2-40B4-BE49-F238E27FC236}">
                <a16:creationId xmlns:a16="http://schemas.microsoft.com/office/drawing/2014/main" id="{785C477D-30A9-4943-5576-6B3E99517397}"/>
              </a:ext>
            </a:extLst>
          </p:cNvPr>
          <p:cNvSpPr txBox="1"/>
          <p:nvPr/>
        </p:nvSpPr>
        <p:spPr>
          <a:xfrm>
            <a:off x="9636165" y="3226198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>
              <a:defRPr>
                <a:solidFill>
                  <a:schemeClr val="bg1">
                    <a:lumMod val="95000"/>
                  </a:schemeClr>
                </a:solidFill>
                <a:latin typeface="Aptos" panose="020B0004020202020204" pitchFamily="34" charset="0"/>
              </a:defRPr>
            </a:lvl1pPr>
          </a:lstStyle>
          <a:p>
            <a:r>
              <a:rPr lang="nl-NL" dirty="0">
                <a:solidFill>
                  <a:schemeClr val="tx1"/>
                </a:solidFill>
              </a:rPr>
              <a:t>6</a:t>
            </a:r>
          </a:p>
        </p:txBody>
      </p:sp>
      <p:sp>
        <p:nvSpPr>
          <p:cNvPr id="132" name="TextBox 131">
            <a:extLst>
              <a:ext uri="{FF2B5EF4-FFF2-40B4-BE49-F238E27FC236}">
                <a16:creationId xmlns:a16="http://schemas.microsoft.com/office/drawing/2014/main" id="{392F805E-5AAE-BAD9-57A4-4F0D5D20BF63}"/>
              </a:ext>
            </a:extLst>
          </p:cNvPr>
          <p:cNvSpPr txBox="1"/>
          <p:nvPr/>
        </p:nvSpPr>
        <p:spPr>
          <a:xfrm>
            <a:off x="8051195" y="3212699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>
              <a:defRPr>
                <a:solidFill>
                  <a:schemeClr val="bg1">
                    <a:lumMod val="95000"/>
                  </a:schemeClr>
                </a:solidFill>
                <a:latin typeface="Aptos" panose="020B0004020202020204" pitchFamily="34" charset="0"/>
              </a:defRPr>
            </a:lvl1pPr>
          </a:lstStyle>
          <a:p>
            <a:r>
              <a:rPr lang="nl-NL" dirty="0"/>
              <a:t>7</a:t>
            </a:r>
          </a:p>
        </p:txBody>
      </p:sp>
    </p:spTree>
    <p:extLst>
      <p:ext uri="{BB962C8B-B14F-4D97-AF65-F5344CB8AC3E}">
        <p14:creationId xmlns:p14="http://schemas.microsoft.com/office/powerpoint/2010/main" val="33691157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7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000000"/>
                                      </p:to>
                                    </p:animClr>
                                    <p:set>
                                      <p:cBhvr>
                                        <p:cTn id="7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" presetClass="emph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0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0070C0"/>
                                      </p:to>
                                    </p:animClr>
                                    <p:set>
                                      <p:cBhvr>
                                        <p:cTn id="11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2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000"/>
                            </p:stCondLst>
                            <p:childTnLst>
                              <p:par>
                                <p:cTn id="14" presetID="10" presetClass="exit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5" dur="500"/>
                                        <p:tgtEl>
                                          <p:spTgt spid="12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3" presetClass="emph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0" dur="500" fill="hold"/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000000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4" grpId="0"/>
      <p:bldP spid="125" grpId="0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DAAFBA-3E23-770F-185F-5E6B16FBF9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A78391-1325-5B82-56F6-2025275266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 err="1"/>
              <a:t>Prim’s</a:t>
            </a:r>
            <a:r>
              <a:rPr lang="nl-NL" dirty="0"/>
              <a:t> </a:t>
            </a:r>
            <a:r>
              <a:rPr lang="nl-NL" dirty="0" err="1"/>
              <a:t>algorithm</a:t>
            </a:r>
            <a:endParaRPr lang="nl-N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593739A-B0FE-3945-3B67-722BA95A64A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0081" y="2633472"/>
            <a:ext cx="4855372" cy="3459510"/>
          </a:xfrm>
        </p:spPr>
        <p:txBody>
          <a:bodyPr>
            <a:normAutofit/>
          </a:bodyPr>
          <a:lstStyle/>
          <a:p>
            <a:r>
              <a:rPr lang="nl-NL" dirty="0"/>
              <a:t>Pseudocode:</a:t>
            </a:r>
          </a:p>
          <a:p>
            <a:pPr lvl="1"/>
            <a:r>
              <a:rPr lang="nl-NL" dirty="0"/>
              <a:t>Start </a:t>
            </a:r>
            <a:r>
              <a:rPr lang="nl-NL" dirty="0" err="1"/>
              <a:t>with</a:t>
            </a:r>
            <a:r>
              <a:rPr lang="nl-NL" dirty="0"/>
              <a:t> </a:t>
            </a:r>
            <a:r>
              <a:rPr lang="nl-NL" dirty="0" err="1"/>
              <a:t>an</a:t>
            </a:r>
            <a:r>
              <a:rPr lang="nl-NL" dirty="0"/>
              <a:t> </a:t>
            </a:r>
            <a:r>
              <a:rPr lang="nl-NL" dirty="0" err="1"/>
              <a:t>arbitrary</a:t>
            </a:r>
            <a:r>
              <a:rPr lang="nl-NL" dirty="0"/>
              <a:t> node &amp; </a:t>
            </a:r>
            <a:r>
              <a:rPr lang="nl-NL" dirty="0" err="1"/>
              <a:t>add</a:t>
            </a:r>
            <a:r>
              <a:rPr lang="nl-NL" dirty="0"/>
              <a:t> </a:t>
            </a:r>
            <a:r>
              <a:rPr lang="nl-NL" dirty="0" err="1"/>
              <a:t>it</a:t>
            </a:r>
            <a:r>
              <a:rPr lang="nl-NL" dirty="0"/>
              <a:t> </a:t>
            </a:r>
            <a:r>
              <a:rPr lang="nl-NL" dirty="0" err="1"/>
              <a:t>to</a:t>
            </a:r>
            <a:r>
              <a:rPr lang="nl-NL" dirty="0"/>
              <a:t> </a:t>
            </a:r>
            <a:r>
              <a:rPr lang="nl-NL" dirty="0" err="1"/>
              <a:t>the</a:t>
            </a:r>
            <a:r>
              <a:rPr lang="nl-NL" dirty="0"/>
              <a:t> </a:t>
            </a:r>
            <a:r>
              <a:rPr lang="nl-NL" dirty="0" err="1"/>
              <a:t>result</a:t>
            </a:r>
            <a:endParaRPr lang="nl-NL" dirty="0"/>
          </a:p>
          <a:p>
            <a:pPr lvl="1"/>
            <a:r>
              <a:rPr lang="nl-NL" dirty="0" err="1"/>
              <a:t>While</a:t>
            </a:r>
            <a:r>
              <a:rPr lang="nl-NL" dirty="0"/>
              <a:t> </a:t>
            </a:r>
            <a:r>
              <a:rPr lang="nl-NL" dirty="0" err="1"/>
              <a:t>there</a:t>
            </a:r>
            <a:r>
              <a:rPr lang="nl-NL" dirty="0"/>
              <a:t> are </a:t>
            </a:r>
            <a:r>
              <a:rPr lang="nl-NL" dirty="0" err="1"/>
              <a:t>nodes</a:t>
            </a:r>
            <a:r>
              <a:rPr lang="nl-NL" dirty="0"/>
              <a:t> </a:t>
            </a:r>
            <a:r>
              <a:rPr lang="nl-NL" dirty="0" err="1"/>
              <a:t>that</a:t>
            </a:r>
            <a:r>
              <a:rPr lang="nl-NL" dirty="0"/>
              <a:t> are </a:t>
            </a:r>
            <a:r>
              <a:rPr lang="nl-NL" dirty="0" err="1"/>
              <a:t>not</a:t>
            </a:r>
            <a:r>
              <a:rPr lang="nl-NL" dirty="0"/>
              <a:t> part of </a:t>
            </a:r>
            <a:r>
              <a:rPr lang="nl-NL" dirty="0" err="1"/>
              <a:t>the</a:t>
            </a:r>
            <a:r>
              <a:rPr lang="nl-NL" dirty="0"/>
              <a:t> </a:t>
            </a:r>
            <a:r>
              <a:rPr lang="nl-NL" dirty="0" err="1"/>
              <a:t>result</a:t>
            </a:r>
            <a:r>
              <a:rPr lang="nl-NL" dirty="0"/>
              <a:t>:</a:t>
            </a:r>
          </a:p>
          <a:p>
            <a:pPr lvl="2"/>
            <a:r>
              <a:rPr lang="nl-NL" dirty="0" err="1"/>
              <a:t>Find</a:t>
            </a:r>
            <a:r>
              <a:rPr lang="nl-NL" dirty="0"/>
              <a:t> </a:t>
            </a:r>
            <a:r>
              <a:rPr lang="nl-NL" dirty="0" err="1"/>
              <a:t>the</a:t>
            </a:r>
            <a:r>
              <a:rPr lang="nl-NL" dirty="0"/>
              <a:t> </a:t>
            </a:r>
            <a:r>
              <a:rPr lang="nl-NL" dirty="0" err="1"/>
              <a:t>cheapest</a:t>
            </a:r>
            <a:r>
              <a:rPr lang="nl-NL" dirty="0"/>
              <a:t> </a:t>
            </a:r>
            <a:r>
              <a:rPr lang="nl-NL" dirty="0" err="1"/>
              <a:t>edge</a:t>
            </a:r>
            <a:r>
              <a:rPr lang="nl-NL" dirty="0"/>
              <a:t> </a:t>
            </a:r>
            <a:r>
              <a:rPr lang="nl-NL" dirty="0" err="1"/>
              <a:t>between</a:t>
            </a:r>
            <a:r>
              <a:rPr lang="nl-NL" dirty="0"/>
              <a:t> a node </a:t>
            </a:r>
            <a:r>
              <a:rPr lang="nl-NL" dirty="0" err="1"/>
              <a:t>that</a:t>
            </a:r>
            <a:r>
              <a:rPr lang="nl-NL" dirty="0"/>
              <a:t> is in </a:t>
            </a:r>
            <a:r>
              <a:rPr lang="nl-NL" dirty="0" err="1"/>
              <a:t>result</a:t>
            </a:r>
            <a:r>
              <a:rPr lang="nl-NL" dirty="0"/>
              <a:t> </a:t>
            </a:r>
            <a:r>
              <a:rPr lang="nl-NL" dirty="0" err="1"/>
              <a:t>and</a:t>
            </a:r>
            <a:r>
              <a:rPr lang="nl-NL" dirty="0"/>
              <a:t> </a:t>
            </a:r>
            <a:r>
              <a:rPr lang="nl-NL" dirty="0" err="1"/>
              <a:t>one</a:t>
            </a:r>
            <a:r>
              <a:rPr lang="nl-NL" dirty="0"/>
              <a:t> </a:t>
            </a:r>
            <a:r>
              <a:rPr lang="nl-NL" dirty="0" err="1"/>
              <a:t>that</a:t>
            </a:r>
            <a:r>
              <a:rPr lang="nl-NL" dirty="0"/>
              <a:t> is </a:t>
            </a:r>
            <a:r>
              <a:rPr lang="nl-NL" dirty="0" err="1"/>
              <a:t>not</a:t>
            </a:r>
            <a:endParaRPr lang="nl-NL" dirty="0"/>
          </a:p>
          <a:p>
            <a:pPr lvl="2"/>
            <a:r>
              <a:rPr lang="nl-NL" dirty="0" err="1"/>
              <a:t>Add</a:t>
            </a:r>
            <a:r>
              <a:rPr lang="nl-NL" dirty="0"/>
              <a:t> </a:t>
            </a:r>
            <a:r>
              <a:rPr lang="nl-NL" dirty="0" err="1"/>
              <a:t>the</a:t>
            </a:r>
            <a:r>
              <a:rPr lang="nl-NL" dirty="0"/>
              <a:t> </a:t>
            </a:r>
            <a:r>
              <a:rPr lang="nl-NL" dirty="0" err="1"/>
              <a:t>edge</a:t>
            </a:r>
            <a:r>
              <a:rPr lang="nl-NL" dirty="0"/>
              <a:t> &amp; node </a:t>
            </a:r>
            <a:r>
              <a:rPr lang="nl-NL" dirty="0" err="1"/>
              <a:t>to</a:t>
            </a:r>
            <a:r>
              <a:rPr lang="nl-NL" dirty="0"/>
              <a:t> </a:t>
            </a:r>
            <a:r>
              <a:rPr lang="nl-NL" dirty="0" err="1"/>
              <a:t>the</a:t>
            </a:r>
            <a:r>
              <a:rPr lang="nl-NL" dirty="0"/>
              <a:t> </a:t>
            </a:r>
            <a:r>
              <a:rPr lang="nl-NL" dirty="0" err="1"/>
              <a:t>result</a:t>
            </a:r>
            <a:endParaRPr lang="nl-NL" dirty="0"/>
          </a:p>
          <a:p>
            <a:pPr lvl="2"/>
            <a:endParaRPr lang="nl-NL" dirty="0"/>
          </a:p>
        </p:txBody>
      </p:sp>
      <p:sp>
        <p:nvSpPr>
          <p:cNvPr id="4" name="Oval 6">
            <a:extLst>
              <a:ext uri="{FF2B5EF4-FFF2-40B4-BE49-F238E27FC236}">
                <a16:creationId xmlns:a16="http://schemas.microsoft.com/office/drawing/2014/main" id="{394BEF9A-4B0A-A0C0-F5CA-E220AFE7919C}"/>
              </a:ext>
            </a:extLst>
          </p:cNvPr>
          <p:cNvSpPr/>
          <p:nvPr/>
        </p:nvSpPr>
        <p:spPr>
          <a:xfrm>
            <a:off x="8625333" y="3538158"/>
            <a:ext cx="427106" cy="427106"/>
          </a:xfrm>
          <a:prstGeom prst="ellipse">
            <a:avLst/>
          </a:prstGeom>
          <a:solidFill>
            <a:schemeClr val="bg1">
              <a:lumMod val="85000"/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 dirty="0">
              <a:latin typeface="Aptos" panose="020B0004020202020204" pitchFamily="34" charset="0"/>
            </a:endParaRPr>
          </a:p>
        </p:txBody>
      </p:sp>
      <p:sp>
        <p:nvSpPr>
          <p:cNvPr id="5" name="Oval 8">
            <a:extLst>
              <a:ext uri="{FF2B5EF4-FFF2-40B4-BE49-F238E27FC236}">
                <a16:creationId xmlns:a16="http://schemas.microsoft.com/office/drawing/2014/main" id="{2ABE9036-96D1-9EC3-9A86-0E989D174F7A}"/>
              </a:ext>
            </a:extLst>
          </p:cNvPr>
          <p:cNvSpPr/>
          <p:nvPr/>
        </p:nvSpPr>
        <p:spPr>
          <a:xfrm>
            <a:off x="10309437" y="3304087"/>
            <a:ext cx="427106" cy="427106"/>
          </a:xfrm>
          <a:prstGeom prst="ellipse">
            <a:avLst/>
          </a:prstGeom>
          <a:solidFill>
            <a:srgbClr val="0070C0">
              <a:alpha val="50000"/>
            </a:srgb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 dirty="0">
              <a:latin typeface="Aptos" panose="020B0004020202020204" pitchFamily="34" charset="0"/>
            </a:endParaRPr>
          </a:p>
        </p:txBody>
      </p:sp>
      <p:cxnSp>
        <p:nvCxnSpPr>
          <p:cNvPr id="6" name="Straight Arrow Connector 18">
            <a:extLst>
              <a:ext uri="{FF2B5EF4-FFF2-40B4-BE49-F238E27FC236}">
                <a16:creationId xmlns:a16="http://schemas.microsoft.com/office/drawing/2014/main" id="{1918EC7E-37ED-4C0C-E5CA-BA6F2C3E36EA}"/>
              </a:ext>
            </a:extLst>
          </p:cNvPr>
          <p:cNvCxnSpPr>
            <a:cxnSpLocks/>
            <a:stCxn id="7" idx="6"/>
            <a:endCxn id="4" idx="2"/>
          </p:cNvCxnSpPr>
          <p:nvPr/>
        </p:nvCxnSpPr>
        <p:spPr>
          <a:xfrm>
            <a:off x="7540387" y="3305930"/>
            <a:ext cx="1084946" cy="445781"/>
          </a:xfrm>
          <a:prstGeom prst="straightConnector1">
            <a:avLst/>
          </a:prstGeom>
          <a:ln w="38100">
            <a:solidFill>
              <a:schemeClr val="bg1">
                <a:lumMod val="95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" name="Oval 19">
            <a:extLst>
              <a:ext uri="{FF2B5EF4-FFF2-40B4-BE49-F238E27FC236}">
                <a16:creationId xmlns:a16="http://schemas.microsoft.com/office/drawing/2014/main" id="{243A1AE3-1600-1EC4-6394-B9417D6CC653}"/>
              </a:ext>
            </a:extLst>
          </p:cNvPr>
          <p:cNvSpPr/>
          <p:nvPr/>
        </p:nvSpPr>
        <p:spPr>
          <a:xfrm>
            <a:off x="7113281" y="3092377"/>
            <a:ext cx="427106" cy="427106"/>
          </a:xfrm>
          <a:prstGeom prst="ellipse">
            <a:avLst/>
          </a:prstGeom>
          <a:solidFill>
            <a:schemeClr val="bg1">
              <a:lumMod val="85000"/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 dirty="0">
              <a:latin typeface="Aptos" panose="020B0004020202020204" pitchFamily="34" charset="0"/>
            </a:endParaRPr>
          </a:p>
        </p:txBody>
      </p:sp>
      <p:sp>
        <p:nvSpPr>
          <p:cNvPr id="8" name="Oval 8">
            <a:extLst>
              <a:ext uri="{FF2B5EF4-FFF2-40B4-BE49-F238E27FC236}">
                <a16:creationId xmlns:a16="http://schemas.microsoft.com/office/drawing/2014/main" id="{5C2F81C0-064F-AC90-F08B-6A24CE8B9A0B}"/>
              </a:ext>
            </a:extLst>
          </p:cNvPr>
          <p:cNvSpPr/>
          <p:nvPr/>
        </p:nvSpPr>
        <p:spPr>
          <a:xfrm>
            <a:off x="11491903" y="2622018"/>
            <a:ext cx="427106" cy="427106"/>
          </a:xfrm>
          <a:prstGeom prst="ellipse">
            <a:avLst/>
          </a:prstGeom>
          <a:solidFill>
            <a:schemeClr val="bg1">
              <a:lumMod val="85000"/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 dirty="0">
              <a:latin typeface="Aptos" panose="020B0004020202020204" pitchFamily="34" charset="0"/>
            </a:endParaRPr>
          </a:p>
        </p:txBody>
      </p:sp>
      <p:cxnSp>
        <p:nvCxnSpPr>
          <p:cNvPr id="9" name="Straight Arrow Connector 18">
            <a:extLst>
              <a:ext uri="{FF2B5EF4-FFF2-40B4-BE49-F238E27FC236}">
                <a16:creationId xmlns:a16="http://schemas.microsoft.com/office/drawing/2014/main" id="{AB1CC6FA-39DA-395C-E8E8-1C6341833E70}"/>
              </a:ext>
            </a:extLst>
          </p:cNvPr>
          <p:cNvCxnSpPr>
            <a:cxnSpLocks/>
            <a:stCxn id="4" idx="6"/>
            <a:endCxn id="5" idx="2"/>
          </p:cNvCxnSpPr>
          <p:nvPr/>
        </p:nvCxnSpPr>
        <p:spPr>
          <a:xfrm flipV="1">
            <a:off x="9052439" y="3517640"/>
            <a:ext cx="1256998" cy="234071"/>
          </a:xfrm>
          <a:prstGeom prst="straightConnector1">
            <a:avLst/>
          </a:prstGeom>
          <a:ln w="38100">
            <a:solidFill>
              <a:schemeClr val="bg1">
                <a:lumMod val="95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" name="Straight Arrow Connector 18">
            <a:extLst>
              <a:ext uri="{FF2B5EF4-FFF2-40B4-BE49-F238E27FC236}">
                <a16:creationId xmlns:a16="http://schemas.microsoft.com/office/drawing/2014/main" id="{0B737992-CB1E-DE68-B84B-BF04B41AE035}"/>
              </a:ext>
            </a:extLst>
          </p:cNvPr>
          <p:cNvCxnSpPr>
            <a:cxnSpLocks/>
            <a:stCxn id="5" idx="7"/>
            <a:endCxn id="8" idx="3"/>
          </p:cNvCxnSpPr>
          <p:nvPr/>
        </p:nvCxnSpPr>
        <p:spPr>
          <a:xfrm flipV="1">
            <a:off x="10673995" y="2986576"/>
            <a:ext cx="880456" cy="380059"/>
          </a:xfrm>
          <a:prstGeom prst="straightConnector1">
            <a:avLst/>
          </a:prstGeom>
          <a:ln w="38100">
            <a:solidFill>
              <a:schemeClr val="bg1">
                <a:lumMod val="95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1" name="Oval 19">
            <a:extLst>
              <a:ext uri="{FF2B5EF4-FFF2-40B4-BE49-F238E27FC236}">
                <a16:creationId xmlns:a16="http://schemas.microsoft.com/office/drawing/2014/main" id="{7C6D50DA-B1F4-8D14-4B2F-3FD9CB0B678E}"/>
              </a:ext>
            </a:extLst>
          </p:cNvPr>
          <p:cNvSpPr/>
          <p:nvPr/>
        </p:nvSpPr>
        <p:spPr>
          <a:xfrm>
            <a:off x="8742274" y="1569448"/>
            <a:ext cx="427106" cy="427106"/>
          </a:xfrm>
          <a:prstGeom prst="ellipse">
            <a:avLst/>
          </a:prstGeom>
          <a:solidFill>
            <a:schemeClr val="bg1">
              <a:lumMod val="85000"/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 dirty="0">
              <a:latin typeface="Aptos" panose="020B0004020202020204" pitchFamily="34" charset="0"/>
            </a:endParaRPr>
          </a:p>
        </p:txBody>
      </p:sp>
      <p:sp>
        <p:nvSpPr>
          <p:cNvPr id="12" name="Oval 19">
            <a:extLst>
              <a:ext uri="{FF2B5EF4-FFF2-40B4-BE49-F238E27FC236}">
                <a16:creationId xmlns:a16="http://schemas.microsoft.com/office/drawing/2014/main" id="{A098C0D1-0038-B23E-D13A-37C182A36144}"/>
              </a:ext>
            </a:extLst>
          </p:cNvPr>
          <p:cNvSpPr/>
          <p:nvPr/>
        </p:nvSpPr>
        <p:spPr>
          <a:xfrm>
            <a:off x="7560320" y="5124757"/>
            <a:ext cx="427106" cy="427106"/>
          </a:xfrm>
          <a:prstGeom prst="ellipse">
            <a:avLst/>
          </a:prstGeom>
          <a:solidFill>
            <a:srgbClr val="0070C0">
              <a:alpha val="50000"/>
            </a:srgb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 dirty="0">
              <a:latin typeface="Aptos" panose="020B0004020202020204" pitchFamily="34" charset="0"/>
            </a:endParaRPr>
          </a:p>
        </p:txBody>
      </p:sp>
      <p:sp>
        <p:nvSpPr>
          <p:cNvPr id="13" name="Oval 19">
            <a:extLst>
              <a:ext uri="{FF2B5EF4-FFF2-40B4-BE49-F238E27FC236}">
                <a16:creationId xmlns:a16="http://schemas.microsoft.com/office/drawing/2014/main" id="{868B6D82-2D48-43F6-5B37-65BE806F5235}"/>
              </a:ext>
            </a:extLst>
          </p:cNvPr>
          <p:cNvSpPr/>
          <p:nvPr/>
        </p:nvSpPr>
        <p:spPr>
          <a:xfrm>
            <a:off x="9443761" y="5376993"/>
            <a:ext cx="427106" cy="427106"/>
          </a:xfrm>
          <a:prstGeom prst="ellipse">
            <a:avLst/>
          </a:prstGeom>
          <a:solidFill>
            <a:srgbClr val="0070C0">
              <a:alpha val="50000"/>
            </a:srgb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 dirty="0">
              <a:latin typeface="Aptos" panose="020B0004020202020204" pitchFamily="34" charset="0"/>
            </a:endParaRPr>
          </a:p>
        </p:txBody>
      </p:sp>
      <p:sp>
        <p:nvSpPr>
          <p:cNvPr id="14" name="Oval 19">
            <a:extLst>
              <a:ext uri="{FF2B5EF4-FFF2-40B4-BE49-F238E27FC236}">
                <a16:creationId xmlns:a16="http://schemas.microsoft.com/office/drawing/2014/main" id="{C8077C96-BC49-206B-637E-4C9A51763F3A}"/>
              </a:ext>
            </a:extLst>
          </p:cNvPr>
          <p:cNvSpPr/>
          <p:nvPr/>
        </p:nvSpPr>
        <p:spPr>
          <a:xfrm>
            <a:off x="11444091" y="4877014"/>
            <a:ext cx="427106" cy="427106"/>
          </a:xfrm>
          <a:prstGeom prst="ellipse">
            <a:avLst/>
          </a:prstGeom>
          <a:solidFill>
            <a:srgbClr val="0070C0">
              <a:alpha val="50000"/>
            </a:srgb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 dirty="0">
              <a:latin typeface="Aptos" panose="020B0004020202020204" pitchFamily="34" charset="0"/>
            </a:endParaRPr>
          </a:p>
        </p:txBody>
      </p:sp>
      <p:sp>
        <p:nvSpPr>
          <p:cNvPr id="15" name="Oval 19">
            <a:extLst>
              <a:ext uri="{FF2B5EF4-FFF2-40B4-BE49-F238E27FC236}">
                <a16:creationId xmlns:a16="http://schemas.microsoft.com/office/drawing/2014/main" id="{736F2D0E-241C-1F92-2C9E-372791E3FADE}"/>
              </a:ext>
            </a:extLst>
          </p:cNvPr>
          <p:cNvSpPr/>
          <p:nvPr/>
        </p:nvSpPr>
        <p:spPr>
          <a:xfrm>
            <a:off x="10333484" y="1630175"/>
            <a:ext cx="427106" cy="427106"/>
          </a:xfrm>
          <a:prstGeom prst="ellipse">
            <a:avLst/>
          </a:prstGeom>
          <a:solidFill>
            <a:srgbClr val="0070C0">
              <a:alpha val="50000"/>
            </a:srgb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 dirty="0">
              <a:latin typeface="Aptos" panose="020B0004020202020204" pitchFamily="34" charset="0"/>
            </a:endParaRPr>
          </a:p>
        </p:txBody>
      </p:sp>
      <p:cxnSp>
        <p:nvCxnSpPr>
          <p:cNvPr id="17" name="Straight Arrow Connector 47">
            <a:extLst>
              <a:ext uri="{FF2B5EF4-FFF2-40B4-BE49-F238E27FC236}">
                <a16:creationId xmlns:a16="http://schemas.microsoft.com/office/drawing/2014/main" id="{9CCB847E-C113-321B-76E9-5487D2D8FAC1}"/>
              </a:ext>
            </a:extLst>
          </p:cNvPr>
          <p:cNvCxnSpPr>
            <a:cxnSpLocks/>
            <a:stCxn id="7" idx="7"/>
            <a:endCxn id="11" idx="3"/>
          </p:cNvCxnSpPr>
          <p:nvPr/>
        </p:nvCxnSpPr>
        <p:spPr>
          <a:xfrm flipV="1">
            <a:off x="7477839" y="1934006"/>
            <a:ext cx="1326983" cy="1220919"/>
          </a:xfrm>
          <a:prstGeom prst="straightConnector1">
            <a:avLst/>
          </a:prstGeom>
          <a:ln w="38100">
            <a:solidFill>
              <a:schemeClr val="bg1">
                <a:lumMod val="95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8" name="Straight Arrow Connector 47">
            <a:extLst>
              <a:ext uri="{FF2B5EF4-FFF2-40B4-BE49-F238E27FC236}">
                <a16:creationId xmlns:a16="http://schemas.microsoft.com/office/drawing/2014/main" id="{DC0F2DC3-5BCB-4B75-8931-8069CD76947D}"/>
              </a:ext>
            </a:extLst>
          </p:cNvPr>
          <p:cNvCxnSpPr>
            <a:cxnSpLocks/>
            <a:stCxn id="11" idx="6"/>
            <a:endCxn id="15" idx="2"/>
          </p:cNvCxnSpPr>
          <p:nvPr/>
        </p:nvCxnSpPr>
        <p:spPr>
          <a:xfrm>
            <a:off x="9169380" y="1783001"/>
            <a:ext cx="1164104" cy="60727"/>
          </a:xfrm>
          <a:prstGeom prst="straightConnector1">
            <a:avLst/>
          </a:prstGeom>
          <a:ln w="38100">
            <a:solidFill>
              <a:schemeClr val="bg1">
                <a:lumMod val="95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9" name="Straight Arrow Connector 47">
            <a:extLst>
              <a:ext uri="{FF2B5EF4-FFF2-40B4-BE49-F238E27FC236}">
                <a16:creationId xmlns:a16="http://schemas.microsoft.com/office/drawing/2014/main" id="{6684E5B5-E40B-8BC1-4752-C20CD4FF0F9C}"/>
              </a:ext>
            </a:extLst>
          </p:cNvPr>
          <p:cNvCxnSpPr>
            <a:cxnSpLocks/>
            <a:stCxn id="5" idx="0"/>
            <a:endCxn id="15" idx="4"/>
          </p:cNvCxnSpPr>
          <p:nvPr/>
        </p:nvCxnSpPr>
        <p:spPr>
          <a:xfrm flipV="1">
            <a:off x="10522990" y="2057281"/>
            <a:ext cx="24047" cy="1246806"/>
          </a:xfrm>
          <a:prstGeom prst="straightConnector1">
            <a:avLst/>
          </a:prstGeom>
          <a:ln w="38100">
            <a:solidFill>
              <a:srgbClr val="000000"/>
            </a:solidFill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0" name="Straight Arrow Connector 47">
            <a:extLst>
              <a:ext uri="{FF2B5EF4-FFF2-40B4-BE49-F238E27FC236}">
                <a16:creationId xmlns:a16="http://schemas.microsoft.com/office/drawing/2014/main" id="{EA13FE4B-5D4D-9273-EE68-52C5EC59BB19}"/>
              </a:ext>
            </a:extLst>
          </p:cNvPr>
          <p:cNvCxnSpPr>
            <a:cxnSpLocks/>
            <a:stCxn id="15" idx="5"/>
            <a:endCxn id="8" idx="1"/>
          </p:cNvCxnSpPr>
          <p:nvPr/>
        </p:nvCxnSpPr>
        <p:spPr>
          <a:xfrm>
            <a:off x="10698042" y="1994733"/>
            <a:ext cx="856409" cy="689833"/>
          </a:xfrm>
          <a:prstGeom prst="straightConnector1">
            <a:avLst/>
          </a:prstGeom>
          <a:ln w="38100">
            <a:solidFill>
              <a:schemeClr val="bg1">
                <a:lumMod val="95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1" name="Straight Arrow Connector 47">
            <a:extLst>
              <a:ext uri="{FF2B5EF4-FFF2-40B4-BE49-F238E27FC236}">
                <a16:creationId xmlns:a16="http://schemas.microsoft.com/office/drawing/2014/main" id="{FB88B8D9-5AD7-1303-FF36-BD43C3A3F920}"/>
              </a:ext>
            </a:extLst>
          </p:cNvPr>
          <p:cNvCxnSpPr>
            <a:cxnSpLocks/>
            <a:stCxn id="7" idx="4"/>
            <a:endCxn id="12" idx="0"/>
          </p:cNvCxnSpPr>
          <p:nvPr/>
        </p:nvCxnSpPr>
        <p:spPr>
          <a:xfrm>
            <a:off x="7326834" y="3519483"/>
            <a:ext cx="447039" cy="1605274"/>
          </a:xfrm>
          <a:prstGeom prst="straightConnector1">
            <a:avLst/>
          </a:prstGeom>
          <a:ln w="38100">
            <a:solidFill>
              <a:schemeClr val="bg1">
                <a:lumMod val="95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2" name="Straight Arrow Connector 47">
            <a:extLst>
              <a:ext uri="{FF2B5EF4-FFF2-40B4-BE49-F238E27FC236}">
                <a16:creationId xmlns:a16="http://schemas.microsoft.com/office/drawing/2014/main" id="{8B8F9F2B-6428-CD5D-68AD-C0922FE0ABE3}"/>
              </a:ext>
            </a:extLst>
          </p:cNvPr>
          <p:cNvCxnSpPr>
            <a:cxnSpLocks/>
            <a:stCxn id="4" idx="5"/>
            <a:endCxn id="13" idx="0"/>
          </p:cNvCxnSpPr>
          <p:nvPr/>
        </p:nvCxnSpPr>
        <p:spPr>
          <a:xfrm>
            <a:off x="8989891" y="3902716"/>
            <a:ext cx="667423" cy="1474277"/>
          </a:xfrm>
          <a:prstGeom prst="straightConnector1">
            <a:avLst/>
          </a:prstGeom>
          <a:ln w="38100">
            <a:solidFill>
              <a:schemeClr val="bg1">
                <a:lumMod val="95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3" name="Straight Arrow Connector 47">
            <a:extLst>
              <a:ext uri="{FF2B5EF4-FFF2-40B4-BE49-F238E27FC236}">
                <a16:creationId xmlns:a16="http://schemas.microsoft.com/office/drawing/2014/main" id="{E6E93BD7-4E0B-C03C-FFF8-7EF4E3A15878}"/>
              </a:ext>
            </a:extLst>
          </p:cNvPr>
          <p:cNvCxnSpPr>
            <a:cxnSpLocks/>
            <a:stCxn id="12" idx="6"/>
            <a:endCxn id="13" idx="2"/>
          </p:cNvCxnSpPr>
          <p:nvPr/>
        </p:nvCxnSpPr>
        <p:spPr>
          <a:xfrm>
            <a:off x="7987426" y="5338310"/>
            <a:ext cx="1456335" cy="252236"/>
          </a:xfrm>
          <a:prstGeom prst="straightConnector1">
            <a:avLst/>
          </a:prstGeom>
          <a:ln w="38100">
            <a:solidFill>
              <a:srgbClr val="000000"/>
            </a:solidFill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4" name="Straight Arrow Connector 47">
            <a:extLst>
              <a:ext uri="{FF2B5EF4-FFF2-40B4-BE49-F238E27FC236}">
                <a16:creationId xmlns:a16="http://schemas.microsoft.com/office/drawing/2014/main" id="{964E9BDA-F163-17C8-3028-247E124FDD12}"/>
              </a:ext>
            </a:extLst>
          </p:cNvPr>
          <p:cNvCxnSpPr>
            <a:cxnSpLocks/>
            <a:stCxn id="13" idx="6"/>
            <a:endCxn id="14" idx="2"/>
          </p:cNvCxnSpPr>
          <p:nvPr/>
        </p:nvCxnSpPr>
        <p:spPr>
          <a:xfrm flipV="1">
            <a:off x="9870867" y="5090567"/>
            <a:ext cx="1573224" cy="499979"/>
          </a:xfrm>
          <a:prstGeom prst="straightConnector1">
            <a:avLst/>
          </a:prstGeom>
          <a:ln w="38100">
            <a:solidFill>
              <a:srgbClr val="000000"/>
            </a:solidFill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8" name="Straight Arrow Connector 47">
            <a:extLst>
              <a:ext uri="{FF2B5EF4-FFF2-40B4-BE49-F238E27FC236}">
                <a16:creationId xmlns:a16="http://schemas.microsoft.com/office/drawing/2014/main" id="{99C61425-78F2-1583-2F7B-037DC00164F0}"/>
              </a:ext>
            </a:extLst>
          </p:cNvPr>
          <p:cNvCxnSpPr>
            <a:cxnSpLocks/>
            <a:stCxn id="14" idx="0"/>
            <a:endCxn id="8" idx="4"/>
          </p:cNvCxnSpPr>
          <p:nvPr/>
        </p:nvCxnSpPr>
        <p:spPr>
          <a:xfrm flipV="1">
            <a:off x="11657644" y="3049124"/>
            <a:ext cx="47812" cy="1827890"/>
          </a:xfrm>
          <a:prstGeom prst="straightConnector1">
            <a:avLst/>
          </a:prstGeom>
          <a:ln w="38100">
            <a:solidFill>
              <a:schemeClr val="bg1">
                <a:lumMod val="95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7" name="Straight Arrow Connector 47">
            <a:extLst>
              <a:ext uri="{FF2B5EF4-FFF2-40B4-BE49-F238E27FC236}">
                <a16:creationId xmlns:a16="http://schemas.microsoft.com/office/drawing/2014/main" id="{AAC95D0A-78E4-1A9C-42A2-34A870381A6D}"/>
              </a:ext>
            </a:extLst>
          </p:cNvPr>
          <p:cNvCxnSpPr>
            <a:cxnSpLocks/>
            <a:stCxn id="4" idx="0"/>
            <a:endCxn id="11" idx="4"/>
          </p:cNvCxnSpPr>
          <p:nvPr/>
        </p:nvCxnSpPr>
        <p:spPr>
          <a:xfrm flipV="1">
            <a:off x="8838886" y="1996554"/>
            <a:ext cx="116941" cy="1541604"/>
          </a:xfrm>
          <a:prstGeom prst="straightConnector1">
            <a:avLst/>
          </a:prstGeom>
          <a:ln w="38100">
            <a:solidFill>
              <a:schemeClr val="bg1">
                <a:lumMod val="95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0" name="Straight Arrow Connector 18">
            <a:extLst>
              <a:ext uri="{FF2B5EF4-FFF2-40B4-BE49-F238E27FC236}">
                <a16:creationId xmlns:a16="http://schemas.microsoft.com/office/drawing/2014/main" id="{45E26848-2378-448A-7DBA-ECE486E708EB}"/>
              </a:ext>
            </a:extLst>
          </p:cNvPr>
          <p:cNvCxnSpPr>
            <a:cxnSpLocks/>
            <a:stCxn id="13" idx="7"/>
            <a:endCxn id="5" idx="3"/>
          </p:cNvCxnSpPr>
          <p:nvPr/>
        </p:nvCxnSpPr>
        <p:spPr>
          <a:xfrm flipV="1">
            <a:off x="9808319" y="3668645"/>
            <a:ext cx="563666" cy="1770896"/>
          </a:xfrm>
          <a:prstGeom prst="straightConnector1">
            <a:avLst/>
          </a:prstGeom>
          <a:ln w="38100">
            <a:solidFill>
              <a:schemeClr val="bg1">
                <a:lumMod val="95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4" name="Straight Arrow Connector 18">
            <a:extLst>
              <a:ext uri="{FF2B5EF4-FFF2-40B4-BE49-F238E27FC236}">
                <a16:creationId xmlns:a16="http://schemas.microsoft.com/office/drawing/2014/main" id="{FD6C9290-02CD-6392-C405-76358E3600E9}"/>
              </a:ext>
            </a:extLst>
          </p:cNvPr>
          <p:cNvCxnSpPr>
            <a:cxnSpLocks/>
            <a:stCxn id="14" idx="1"/>
            <a:endCxn id="5" idx="5"/>
          </p:cNvCxnSpPr>
          <p:nvPr/>
        </p:nvCxnSpPr>
        <p:spPr>
          <a:xfrm flipH="1" flipV="1">
            <a:off x="10673995" y="3668645"/>
            <a:ext cx="832644" cy="1270917"/>
          </a:xfrm>
          <a:prstGeom prst="straightConnector1">
            <a:avLst/>
          </a:prstGeom>
          <a:ln w="38100">
            <a:solidFill>
              <a:srgbClr val="000000"/>
            </a:solidFill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18" name="TextBox 117">
            <a:extLst>
              <a:ext uri="{FF2B5EF4-FFF2-40B4-BE49-F238E27FC236}">
                <a16:creationId xmlns:a16="http://schemas.microsoft.com/office/drawing/2014/main" id="{303D1087-997F-FF0D-4A6F-43A162C86F0F}"/>
              </a:ext>
            </a:extLst>
          </p:cNvPr>
          <p:cNvSpPr txBox="1"/>
          <p:nvPr/>
        </p:nvSpPr>
        <p:spPr>
          <a:xfrm>
            <a:off x="7820850" y="2253785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NL" dirty="0">
                <a:solidFill>
                  <a:schemeClr val="bg1">
                    <a:lumMod val="95000"/>
                  </a:schemeClr>
                </a:solidFill>
                <a:latin typeface="Aptos" panose="020B0004020202020204" pitchFamily="34" charset="0"/>
              </a:rPr>
              <a:t>5</a:t>
            </a:r>
          </a:p>
        </p:txBody>
      </p:sp>
      <p:sp>
        <p:nvSpPr>
          <p:cNvPr id="119" name="TextBox 118">
            <a:extLst>
              <a:ext uri="{FF2B5EF4-FFF2-40B4-BE49-F238E27FC236}">
                <a16:creationId xmlns:a16="http://schemas.microsoft.com/office/drawing/2014/main" id="{F642B2B7-3D84-A101-893B-AAADD5DF606E}"/>
              </a:ext>
            </a:extLst>
          </p:cNvPr>
          <p:cNvSpPr txBox="1"/>
          <p:nvPr/>
        </p:nvSpPr>
        <p:spPr>
          <a:xfrm>
            <a:off x="8893019" y="2644064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>
              <a:defRPr>
                <a:solidFill>
                  <a:schemeClr val="bg1">
                    <a:lumMod val="95000"/>
                  </a:schemeClr>
                </a:solidFill>
                <a:latin typeface="Aptos" panose="020B0004020202020204" pitchFamily="34" charset="0"/>
              </a:defRPr>
            </a:lvl1pPr>
          </a:lstStyle>
          <a:p>
            <a:r>
              <a:rPr lang="nl-NL" dirty="0"/>
              <a:t>3</a:t>
            </a:r>
          </a:p>
        </p:txBody>
      </p:sp>
      <p:sp>
        <p:nvSpPr>
          <p:cNvPr id="120" name="TextBox 119">
            <a:extLst>
              <a:ext uri="{FF2B5EF4-FFF2-40B4-BE49-F238E27FC236}">
                <a16:creationId xmlns:a16="http://schemas.microsoft.com/office/drawing/2014/main" id="{D8F6B059-F6F8-3D2F-35DA-C8AD226342A0}"/>
              </a:ext>
            </a:extLst>
          </p:cNvPr>
          <p:cNvSpPr txBox="1"/>
          <p:nvPr/>
        </p:nvSpPr>
        <p:spPr>
          <a:xfrm>
            <a:off x="9769039" y="1813423"/>
            <a:ext cx="4315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>
              <a:defRPr>
                <a:solidFill>
                  <a:schemeClr val="bg1">
                    <a:lumMod val="95000"/>
                  </a:schemeClr>
                </a:solidFill>
                <a:latin typeface="Aptos" panose="020B0004020202020204" pitchFamily="34" charset="0"/>
              </a:defRPr>
            </a:lvl1pPr>
          </a:lstStyle>
          <a:p>
            <a:r>
              <a:rPr lang="nl-NL" dirty="0">
                <a:solidFill>
                  <a:schemeClr val="tx1"/>
                </a:solidFill>
              </a:rPr>
              <a:t>10</a:t>
            </a:r>
          </a:p>
        </p:txBody>
      </p:sp>
      <p:sp>
        <p:nvSpPr>
          <p:cNvPr id="121" name="TextBox 120">
            <a:extLst>
              <a:ext uri="{FF2B5EF4-FFF2-40B4-BE49-F238E27FC236}">
                <a16:creationId xmlns:a16="http://schemas.microsoft.com/office/drawing/2014/main" id="{C2E3A7CA-B1DB-A35E-3BAE-9944AFEAC749}"/>
              </a:ext>
            </a:extLst>
          </p:cNvPr>
          <p:cNvSpPr txBox="1"/>
          <p:nvPr/>
        </p:nvSpPr>
        <p:spPr>
          <a:xfrm>
            <a:off x="11144364" y="2057281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>
              <a:defRPr>
                <a:latin typeface="Aptos" panose="020B0004020202020204" pitchFamily="34" charset="0"/>
              </a:defRPr>
            </a:lvl1pPr>
          </a:lstStyle>
          <a:p>
            <a:r>
              <a:rPr lang="nl-NL" dirty="0"/>
              <a:t>9</a:t>
            </a:r>
          </a:p>
        </p:txBody>
      </p:sp>
      <p:sp>
        <p:nvSpPr>
          <p:cNvPr id="123" name="TextBox 122">
            <a:extLst>
              <a:ext uri="{FF2B5EF4-FFF2-40B4-BE49-F238E27FC236}">
                <a16:creationId xmlns:a16="http://schemas.microsoft.com/office/drawing/2014/main" id="{77FEA380-1683-ACD7-AE9F-318EB39791F1}"/>
              </a:ext>
            </a:extLst>
          </p:cNvPr>
          <p:cNvSpPr txBox="1"/>
          <p:nvPr/>
        </p:nvSpPr>
        <p:spPr>
          <a:xfrm>
            <a:off x="8968232" y="4541872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>
              <a:defRPr>
                <a:latin typeface="Aptos" panose="020B0004020202020204" pitchFamily="34" charset="0"/>
              </a:defRPr>
            </a:lvl1pPr>
          </a:lstStyle>
          <a:p>
            <a:r>
              <a:rPr lang="nl-NL" dirty="0"/>
              <a:t>4</a:t>
            </a:r>
          </a:p>
        </p:txBody>
      </p:sp>
      <p:sp>
        <p:nvSpPr>
          <p:cNvPr id="125" name="TextBox 124">
            <a:extLst>
              <a:ext uri="{FF2B5EF4-FFF2-40B4-BE49-F238E27FC236}">
                <a16:creationId xmlns:a16="http://schemas.microsoft.com/office/drawing/2014/main" id="{0388228B-3A4B-6787-523C-AC0A64ADB514}"/>
              </a:ext>
            </a:extLst>
          </p:cNvPr>
          <p:cNvSpPr txBox="1"/>
          <p:nvPr/>
        </p:nvSpPr>
        <p:spPr>
          <a:xfrm>
            <a:off x="7641483" y="4158639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>
              <a:defRPr>
                <a:latin typeface="Aptos" panose="020B0004020202020204" pitchFamily="34" charset="0"/>
              </a:defRPr>
            </a:lvl1pPr>
          </a:lstStyle>
          <a:p>
            <a:r>
              <a:rPr lang="nl-NL" dirty="0"/>
              <a:t>2</a:t>
            </a:r>
          </a:p>
        </p:txBody>
      </p:sp>
      <p:sp>
        <p:nvSpPr>
          <p:cNvPr id="129" name="TextBox 128">
            <a:extLst>
              <a:ext uri="{FF2B5EF4-FFF2-40B4-BE49-F238E27FC236}">
                <a16:creationId xmlns:a16="http://schemas.microsoft.com/office/drawing/2014/main" id="{42EFD7A1-6074-CE95-F4BF-4C1902990E75}"/>
              </a:ext>
            </a:extLst>
          </p:cNvPr>
          <p:cNvSpPr txBox="1"/>
          <p:nvPr/>
        </p:nvSpPr>
        <p:spPr>
          <a:xfrm>
            <a:off x="10917429" y="2767356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>
              <a:defRPr>
                <a:solidFill>
                  <a:schemeClr val="bg1">
                    <a:lumMod val="95000"/>
                  </a:schemeClr>
                </a:solidFill>
                <a:latin typeface="Aptos" panose="020B0004020202020204" pitchFamily="34" charset="0"/>
              </a:defRPr>
            </a:lvl1pPr>
          </a:lstStyle>
          <a:p>
            <a:r>
              <a:rPr lang="nl-NL" dirty="0">
                <a:solidFill>
                  <a:schemeClr val="tx1"/>
                </a:solidFill>
              </a:rPr>
              <a:t>8</a:t>
            </a:r>
          </a:p>
        </p:txBody>
      </p:sp>
      <p:sp>
        <p:nvSpPr>
          <p:cNvPr id="130" name="TextBox 129">
            <a:extLst>
              <a:ext uri="{FF2B5EF4-FFF2-40B4-BE49-F238E27FC236}">
                <a16:creationId xmlns:a16="http://schemas.microsoft.com/office/drawing/2014/main" id="{76123188-1679-CB0D-4A2E-4641487611D4}"/>
              </a:ext>
            </a:extLst>
          </p:cNvPr>
          <p:cNvSpPr txBox="1"/>
          <p:nvPr/>
        </p:nvSpPr>
        <p:spPr>
          <a:xfrm>
            <a:off x="11702412" y="3871807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>
              <a:defRPr>
                <a:latin typeface="Aptos" panose="020B0004020202020204" pitchFamily="34" charset="0"/>
              </a:defRPr>
            </a:lvl1pPr>
          </a:lstStyle>
          <a:p>
            <a:r>
              <a:rPr lang="nl-NL" dirty="0"/>
              <a:t>9</a:t>
            </a:r>
          </a:p>
        </p:txBody>
      </p:sp>
      <p:sp>
        <p:nvSpPr>
          <p:cNvPr id="131" name="TextBox 130">
            <a:extLst>
              <a:ext uri="{FF2B5EF4-FFF2-40B4-BE49-F238E27FC236}">
                <a16:creationId xmlns:a16="http://schemas.microsoft.com/office/drawing/2014/main" id="{AA3B1E65-8468-8EAA-0BD6-3DFF1D749C8A}"/>
              </a:ext>
            </a:extLst>
          </p:cNvPr>
          <p:cNvSpPr txBox="1"/>
          <p:nvPr/>
        </p:nvSpPr>
        <p:spPr>
          <a:xfrm>
            <a:off x="9636165" y="3226198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>
              <a:defRPr>
                <a:solidFill>
                  <a:schemeClr val="bg1">
                    <a:lumMod val="95000"/>
                  </a:schemeClr>
                </a:solidFill>
                <a:latin typeface="Aptos" panose="020B0004020202020204" pitchFamily="34" charset="0"/>
              </a:defRPr>
            </a:lvl1pPr>
          </a:lstStyle>
          <a:p>
            <a:r>
              <a:rPr lang="nl-NL" dirty="0">
                <a:solidFill>
                  <a:schemeClr val="tx1"/>
                </a:solidFill>
              </a:rPr>
              <a:t>6</a:t>
            </a:r>
          </a:p>
        </p:txBody>
      </p:sp>
      <p:sp>
        <p:nvSpPr>
          <p:cNvPr id="132" name="TextBox 131">
            <a:extLst>
              <a:ext uri="{FF2B5EF4-FFF2-40B4-BE49-F238E27FC236}">
                <a16:creationId xmlns:a16="http://schemas.microsoft.com/office/drawing/2014/main" id="{4CF81EE0-F04B-BAE5-16C1-8B2644329BB6}"/>
              </a:ext>
            </a:extLst>
          </p:cNvPr>
          <p:cNvSpPr txBox="1"/>
          <p:nvPr/>
        </p:nvSpPr>
        <p:spPr>
          <a:xfrm>
            <a:off x="8051195" y="3212699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>
              <a:defRPr>
                <a:solidFill>
                  <a:schemeClr val="bg1">
                    <a:lumMod val="95000"/>
                  </a:schemeClr>
                </a:solidFill>
                <a:latin typeface="Aptos" panose="020B0004020202020204" pitchFamily="34" charset="0"/>
              </a:defRPr>
            </a:lvl1pPr>
          </a:lstStyle>
          <a:p>
            <a:r>
              <a:rPr lang="nl-NL" dirty="0"/>
              <a:t>7</a:t>
            </a:r>
          </a:p>
        </p:txBody>
      </p:sp>
      <p:sp>
        <p:nvSpPr>
          <p:cNvPr id="16" name="TextBox 126">
            <a:extLst>
              <a:ext uri="{FF2B5EF4-FFF2-40B4-BE49-F238E27FC236}">
                <a16:creationId xmlns:a16="http://schemas.microsoft.com/office/drawing/2014/main" id="{9E512C21-B9DF-5AC4-231C-9D410269498F}"/>
              </a:ext>
            </a:extLst>
          </p:cNvPr>
          <p:cNvSpPr txBox="1"/>
          <p:nvPr/>
        </p:nvSpPr>
        <p:spPr>
          <a:xfrm>
            <a:off x="9774498" y="4284407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>
              <a:defRPr>
                <a:solidFill>
                  <a:schemeClr val="bg1">
                    <a:lumMod val="95000"/>
                  </a:schemeClr>
                </a:solidFill>
                <a:latin typeface="Aptos" panose="020B0004020202020204" pitchFamily="34" charset="0"/>
              </a:defRPr>
            </a:lvl1pPr>
          </a:lstStyle>
          <a:p>
            <a:r>
              <a:rPr lang="nl-NL" dirty="0">
                <a:solidFill>
                  <a:schemeClr val="tx1"/>
                </a:solidFill>
              </a:rPr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3746086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7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000000"/>
                                      </p:to>
                                    </p:animClr>
                                    <p:set>
                                      <p:cBhvr>
                                        <p:cTn id="7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" presetClass="emph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0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0070C0"/>
                                      </p:to>
                                    </p:animClr>
                                    <p:set>
                                      <p:cBhvr>
                                        <p:cTn id="11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000"/>
                            </p:stCondLst>
                            <p:childTnLst>
                              <p:par>
                                <p:cTn id="14" presetID="10" presetClass="exit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5" dur="500"/>
                                        <p:tgtEl>
                                          <p:spTgt spid="12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3" presetClass="emph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0" dur="500" fill="hold"/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000000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21" presetID="3" presetClass="emph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2" dur="500" fill="hold"/>
                                        <p:tgtEl>
                                          <p:spTgt spid="13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000000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8" grpId="0"/>
      <p:bldP spid="125" grpId="0"/>
      <p:bldP spid="132" grpId="0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D50C41-F44F-4A84-80A3-E73B843AD1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2799F1-4ABC-B598-2A5F-67D71038D6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 err="1"/>
              <a:t>Prim’s</a:t>
            </a:r>
            <a:r>
              <a:rPr lang="nl-NL" dirty="0"/>
              <a:t> </a:t>
            </a:r>
            <a:r>
              <a:rPr lang="nl-NL" dirty="0" err="1"/>
              <a:t>algorithm</a:t>
            </a:r>
            <a:endParaRPr lang="nl-N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8EFD89C-8BDE-4540-AA4F-16F67D600B5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0081" y="2633472"/>
            <a:ext cx="4855372" cy="3459510"/>
          </a:xfrm>
        </p:spPr>
        <p:txBody>
          <a:bodyPr>
            <a:normAutofit/>
          </a:bodyPr>
          <a:lstStyle/>
          <a:p>
            <a:r>
              <a:rPr lang="nl-NL" dirty="0"/>
              <a:t>Pseudocode:</a:t>
            </a:r>
          </a:p>
          <a:p>
            <a:pPr lvl="1"/>
            <a:r>
              <a:rPr lang="nl-NL" dirty="0"/>
              <a:t>Start </a:t>
            </a:r>
            <a:r>
              <a:rPr lang="nl-NL" dirty="0" err="1"/>
              <a:t>with</a:t>
            </a:r>
            <a:r>
              <a:rPr lang="nl-NL" dirty="0"/>
              <a:t> </a:t>
            </a:r>
            <a:r>
              <a:rPr lang="nl-NL" dirty="0" err="1"/>
              <a:t>an</a:t>
            </a:r>
            <a:r>
              <a:rPr lang="nl-NL" dirty="0"/>
              <a:t> </a:t>
            </a:r>
            <a:r>
              <a:rPr lang="nl-NL" dirty="0" err="1"/>
              <a:t>arbitrary</a:t>
            </a:r>
            <a:r>
              <a:rPr lang="nl-NL" dirty="0"/>
              <a:t> node &amp; </a:t>
            </a:r>
            <a:r>
              <a:rPr lang="nl-NL" dirty="0" err="1"/>
              <a:t>add</a:t>
            </a:r>
            <a:r>
              <a:rPr lang="nl-NL" dirty="0"/>
              <a:t> </a:t>
            </a:r>
            <a:r>
              <a:rPr lang="nl-NL" dirty="0" err="1"/>
              <a:t>it</a:t>
            </a:r>
            <a:r>
              <a:rPr lang="nl-NL" dirty="0"/>
              <a:t> </a:t>
            </a:r>
            <a:r>
              <a:rPr lang="nl-NL" dirty="0" err="1"/>
              <a:t>to</a:t>
            </a:r>
            <a:r>
              <a:rPr lang="nl-NL" dirty="0"/>
              <a:t> </a:t>
            </a:r>
            <a:r>
              <a:rPr lang="nl-NL" dirty="0" err="1"/>
              <a:t>the</a:t>
            </a:r>
            <a:r>
              <a:rPr lang="nl-NL" dirty="0"/>
              <a:t> </a:t>
            </a:r>
            <a:r>
              <a:rPr lang="nl-NL" dirty="0" err="1"/>
              <a:t>result</a:t>
            </a:r>
            <a:endParaRPr lang="nl-NL" dirty="0"/>
          </a:p>
          <a:p>
            <a:pPr lvl="1"/>
            <a:r>
              <a:rPr lang="nl-NL" dirty="0" err="1"/>
              <a:t>While</a:t>
            </a:r>
            <a:r>
              <a:rPr lang="nl-NL" dirty="0"/>
              <a:t> </a:t>
            </a:r>
            <a:r>
              <a:rPr lang="nl-NL" dirty="0" err="1"/>
              <a:t>there</a:t>
            </a:r>
            <a:r>
              <a:rPr lang="nl-NL" dirty="0"/>
              <a:t> are </a:t>
            </a:r>
            <a:r>
              <a:rPr lang="nl-NL" dirty="0" err="1"/>
              <a:t>nodes</a:t>
            </a:r>
            <a:r>
              <a:rPr lang="nl-NL" dirty="0"/>
              <a:t> </a:t>
            </a:r>
            <a:r>
              <a:rPr lang="nl-NL" dirty="0" err="1"/>
              <a:t>that</a:t>
            </a:r>
            <a:r>
              <a:rPr lang="nl-NL" dirty="0"/>
              <a:t> are </a:t>
            </a:r>
            <a:r>
              <a:rPr lang="nl-NL" dirty="0" err="1"/>
              <a:t>not</a:t>
            </a:r>
            <a:r>
              <a:rPr lang="nl-NL" dirty="0"/>
              <a:t> part of </a:t>
            </a:r>
            <a:r>
              <a:rPr lang="nl-NL" dirty="0" err="1"/>
              <a:t>the</a:t>
            </a:r>
            <a:r>
              <a:rPr lang="nl-NL" dirty="0"/>
              <a:t> </a:t>
            </a:r>
            <a:r>
              <a:rPr lang="nl-NL" dirty="0" err="1"/>
              <a:t>result</a:t>
            </a:r>
            <a:r>
              <a:rPr lang="nl-NL" dirty="0"/>
              <a:t>:</a:t>
            </a:r>
          </a:p>
          <a:p>
            <a:pPr lvl="2"/>
            <a:r>
              <a:rPr lang="nl-NL" dirty="0" err="1"/>
              <a:t>Find</a:t>
            </a:r>
            <a:r>
              <a:rPr lang="nl-NL" dirty="0"/>
              <a:t> </a:t>
            </a:r>
            <a:r>
              <a:rPr lang="nl-NL" dirty="0" err="1"/>
              <a:t>the</a:t>
            </a:r>
            <a:r>
              <a:rPr lang="nl-NL" dirty="0"/>
              <a:t> </a:t>
            </a:r>
            <a:r>
              <a:rPr lang="nl-NL" dirty="0" err="1"/>
              <a:t>cheapest</a:t>
            </a:r>
            <a:r>
              <a:rPr lang="nl-NL" dirty="0"/>
              <a:t> </a:t>
            </a:r>
            <a:r>
              <a:rPr lang="nl-NL" dirty="0" err="1"/>
              <a:t>edge</a:t>
            </a:r>
            <a:r>
              <a:rPr lang="nl-NL" dirty="0"/>
              <a:t> </a:t>
            </a:r>
            <a:r>
              <a:rPr lang="nl-NL" dirty="0" err="1"/>
              <a:t>between</a:t>
            </a:r>
            <a:r>
              <a:rPr lang="nl-NL" dirty="0"/>
              <a:t> a node </a:t>
            </a:r>
            <a:r>
              <a:rPr lang="nl-NL" dirty="0" err="1"/>
              <a:t>that</a:t>
            </a:r>
            <a:r>
              <a:rPr lang="nl-NL" dirty="0"/>
              <a:t> is in </a:t>
            </a:r>
            <a:r>
              <a:rPr lang="nl-NL" dirty="0" err="1"/>
              <a:t>result</a:t>
            </a:r>
            <a:r>
              <a:rPr lang="nl-NL" dirty="0"/>
              <a:t> </a:t>
            </a:r>
            <a:r>
              <a:rPr lang="nl-NL" dirty="0" err="1"/>
              <a:t>and</a:t>
            </a:r>
            <a:r>
              <a:rPr lang="nl-NL" dirty="0"/>
              <a:t> </a:t>
            </a:r>
            <a:r>
              <a:rPr lang="nl-NL" dirty="0" err="1"/>
              <a:t>one</a:t>
            </a:r>
            <a:r>
              <a:rPr lang="nl-NL" dirty="0"/>
              <a:t> </a:t>
            </a:r>
            <a:r>
              <a:rPr lang="nl-NL" dirty="0" err="1"/>
              <a:t>that</a:t>
            </a:r>
            <a:r>
              <a:rPr lang="nl-NL" dirty="0"/>
              <a:t> is </a:t>
            </a:r>
            <a:r>
              <a:rPr lang="nl-NL" dirty="0" err="1"/>
              <a:t>not</a:t>
            </a:r>
            <a:endParaRPr lang="nl-NL" dirty="0"/>
          </a:p>
          <a:p>
            <a:pPr lvl="2"/>
            <a:r>
              <a:rPr lang="nl-NL" dirty="0" err="1"/>
              <a:t>Add</a:t>
            </a:r>
            <a:r>
              <a:rPr lang="nl-NL" dirty="0"/>
              <a:t> </a:t>
            </a:r>
            <a:r>
              <a:rPr lang="nl-NL" dirty="0" err="1"/>
              <a:t>the</a:t>
            </a:r>
            <a:r>
              <a:rPr lang="nl-NL" dirty="0"/>
              <a:t> </a:t>
            </a:r>
            <a:r>
              <a:rPr lang="nl-NL" dirty="0" err="1"/>
              <a:t>edge</a:t>
            </a:r>
            <a:r>
              <a:rPr lang="nl-NL" dirty="0"/>
              <a:t> &amp; node </a:t>
            </a:r>
            <a:r>
              <a:rPr lang="nl-NL" dirty="0" err="1"/>
              <a:t>to</a:t>
            </a:r>
            <a:r>
              <a:rPr lang="nl-NL" dirty="0"/>
              <a:t> </a:t>
            </a:r>
            <a:r>
              <a:rPr lang="nl-NL" dirty="0" err="1"/>
              <a:t>the</a:t>
            </a:r>
            <a:r>
              <a:rPr lang="nl-NL" dirty="0"/>
              <a:t> </a:t>
            </a:r>
            <a:r>
              <a:rPr lang="nl-NL" dirty="0" err="1"/>
              <a:t>result</a:t>
            </a:r>
            <a:endParaRPr lang="nl-NL" dirty="0"/>
          </a:p>
          <a:p>
            <a:pPr lvl="2"/>
            <a:endParaRPr lang="nl-NL" dirty="0"/>
          </a:p>
        </p:txBody>
      </p:sp>
      <p:sp>
        <p:nvSpPr>
          <p:cNvPr id="4" name="Oval 6">
            <a:extLst>
              <a:ext uri="{FF2B5EF4-FFF2-40B4-BE49-F238E27FC236}">
                <a16:creationId xmlns:a16="http://schemas.microsoft.com/office/drawing/2014/main" id="{6F1DD1D5-A177-6014-5834-8C9937AB3A57}"/>
              </a:ext>
            </a:extLst>
          </p:cNvPr>
          <p:cNvSpPr/>
          <p:nvPr/>
        </p:nvSpPr>
        <p:spPr>
          <a:xfrm>
            <a:off x="8625333" y="3538158"/>
            <a:ext cx="427106" cy="427106"/>
          </a:xfrm>
          <a:prstGeom prst="ellipse">
            <a:avLst/>
          </a:prstGeom>
          <a:solidFill>
            <a:schemeClr val="bg1">
              <a:lumMod val="85000"/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 dirty="0">
              <a:latin typeface="Aptos" panose="020B0004020202020204" pitchFamily="34" charset="0"/>
            </a:endParaRPr>
          </a:p>
        </p:txBody>
      </p:sp>
      <p:sp>
        <p:nvSpPr>
          <p:cNvPr id="5" name="Oval 8">
            <a:extLst>
              <a:ext uri="{FF2B5EF4-FFF2-40B4-BE49-F238E27FC236}">
                <a16:creationId xmlns:a16="http://schemas.microsoft.com/office/drawing/2014/main" id="{CC11FB07-FF9D-59C4-DE00-A83D1E8CA6CF}"/>
              </a:ext>
            </a:extLst>
          </p:cNvPr>
          <p:cNvSpPr/>
          <p:nvPr/>
        </p:nvSpPr>
        <p:spPr>
          <a:xfrm>
            <a:off x="10309437" y="3304087"/>
            <a:ext cx="427106" cy="427106"/>
          </a:xfrm>
          <a:prstGeom prst="ellipse">
            <a:avLst/>
          </a:prstGeom>
          <a:solidFill>
            <a:srgbClr val="0070C0">
              <a:alpha val="50000"/>
            </a:srgb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 dirty="0">
              <a:latin typeface="Aptos" panose="020B0004020202020204" pitchFamily="34" charset="0"/>
            </a:endParaRPr>
          </a:p>
        </p:txBody>
      </p:sp>
      <p:cxnSp>
        <p:nvCxnSpPr>
          <p:cNvPr id="6" name="Straight Arrow Connector 18">
            <a:extLst>
              <a:ext uri="{FF2B5EF4-FFF2-40B4-BE49-F238E27FC236}">
                <a16:creationId xmlns:a16="http://schemas.microsoft.com/office/drawing/2014/main" id="{5D1D712B-BB1B-3302-FA3F-72608F4FA0B5}"/>
              </a:ext>
            </a:extLst>
          </p:cNvPr>
          <p:cNvCxnSpPr>
            <a:cxnSpLocks/>
            <a:stCxn id="7" idx="6"/>
            <a:endCxn id="4" idx="2"/>
          </p:cNvCxnSpPr>
          <p:nvPr/>
        </p:nvCxnSpPr>
        <p:spPr>
          <a:xfrm>
            <a:off x="7540387" y="3305930"/>
            <a:ext cx="1084946" cy="445781"/>
          </a:xfrm>
          <a:prstGeom prst="straightConnector1">
            <a:avLst/>
          </a:prstGeom>
          <a:ln w="38100">
            <a:solidFill>
              <a:schemeClr val="bg1">
                <a:lumMod val="95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" name="Oval 19">
            <a:extLst>
              <a:ext uri="{FF2B5EF4-FFF2-40B4-BE49-F238E27FC236}">
                <a16:creationId xmlns:a16="http://schemas.microsoft.com/office/drawing/2014/main" id="{A06DD6DE-07F2-6C80-B039-AB4603A5EEA4}"/>
              </a:ext>
            </a:extLst>
          </p:cNvPr>
          <p:cNvSpPr/>
          <p:nvPr/>
        </p:nvSpPr>
        <p:spPr>
          <a:xfrm>
            <a:off x="7113281" y="3092377"/>
            <a:ext cx="427106" cy="427106"/>
          </a:xfrm>
          <a:prstGeom prst="ellipse">
            <a:avLst/>
          </a:prstGeom>
          <a:solidFill>
            <a:srgbClr val="0070C0">
              <a:alpha val="50000"/>
            </a:srgb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 dirty="0">
              <a:latin typeface="Aptos" panose="020B0004020202020204" pitchFamily="34" charset="0"/>
            </a:endParaRPr>
          </a:p>
        </p:txBody>
      </p:sp>
      <p:sp>
        <p:nvSpPr>
          <p:cNvPr id="8" name="Oval 8">
            <a:extLst>
              <a:ext uri="{FF2B5EF4-FFF2-40B4-BE49-F238E27FC236}">
                <a16:creationId xmlns:a16="http://schemas.microsoft.com/office/drawing/2014/main" id="{89684D65-6FA8-3F91-2993-6174C09480EE}"/>
              </a:ext>
            </a:extLst>
          </p:cNvPr>
          <p:cNvSpPr/>
          <p:nvPr/>
        </p:nvSpPr>
        <p:spPr>
          <a:xfrm>
            <a:off x="11491903" y="2622018"/>
            <a:ext cx="427106" cy="427106"/>
          </a:xfrm>
          <a:prstGeom prst="ellipse">
            <a:avLst/>
          </a:prstGeom>
          <a:solidFill>
            <a:schemeClr val="bg1">
              <a:lumMod val="85000"/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 dirty="0">
              <a:latin typeface="Aptos" panose="020B0004020202020204" pitchFamily="34" charset="0"/>
            </a:endParaRPr>
          </a:p>
        </p:txBody>
      </p:sp>
      <p:cxnSp>
        <p:nvCxnSpPr>
          <p:cNvPr id="9" name="Straight Arrow Connector 18">
            <a:extLst>
              <a:ext uri="{FF2B5EF4-FFF2-40B4-BE49-F238E27FC236}">
                <a16:creationId xmlns:a16="http://schemas.microsoft.com/office/drawing/2014/main" id="{DC8E597E-1B1C-ED11-4284-EF978C30E9E5}"/>
              </a:ext>
            </a:extLst>
          </p:cNvPr>
          <p:cNvCxnSpPr>
            <a:cxnSpLocks/>
            <a:stCxn id="4" idx="6"/>
            <a:endCxn id="5" idx="2"/>
          </p:cNvCxnSpPr>
          <p:nvPr/>
        </p:nvCxnSpPr>
        <p:spPr>
          <a:xfrm flipV="1">
            <a:off x="9052439" y="3517640"/>
            <a:ext cx="1256998" cy="234071"/>
          </a:xfrm>
          <a:prstGeom prst="straightConnector1">
            <a:avLst/>
          </a:prstGeom>
          <a:ln w="38100">
            <a:solidFill>
              <a:schemeClr val="bg1">
                <a:lumMod val="95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" name="Straight Arrow Connector 18">
            <a:extLst>
              <a:ext uri="{FF2B5EF4-FFF2-40B4-BE49-F238E27FC236}">
                <a16:creationId xmlns:a16="http://schemas.microsoft.com/office/drawing/2014/main" id="{2F413F95-078C-C736-E8EC-2C92CABF017C}"/>
              </a:ext>
            </a:extLst>
          </p:cNvPr>
          <p:cNvCxnSpPr>
            <a:cxnSpLocks/>
            <a:stCxn id="5" idx="7"/>
            <a:endCxn id="8" idx="3"/>
          </p:cNvCxnSpPr>
          <p:nvPr/>
        </p:nvCxnSpPr>
        <p:spPr>
          <a:xfrm flipV="1">
            <a:off x="10673995" y="2986576"/>
            <a:ext cx="880456" cy="380059"/>
          </a:xfrm>
          <a:prstGeom prst="straightConnector1">
            <a:avLst/>
          </a:prstGeom>
          <a:ln w="38100">
            <a:solidFill>
              <a:schemeClr val="bg1">
                <a:lumMod val="95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1" name="Oval 19">
            <a:extLst>
              <a:ext uri="{FF2B5EF4-FFF2-40B4-BE49-F238E27FC236}">
                <a16:creationId xmlns:a16="http://schemas.microsoft.com/office/drawing/2014/main" id="{5E94177F-FE97-4FFD-031A-FBD16351DE12}"/>
              </a:ext>
            </a:extLst>
          </p:cNvPr>
          <p:cNvSpPr/>
          <p:nvPr/>
        </p:nvSpPr>
        <p:spPr>
          <a:xfrm>
            <a:off x="8742274" y="1569448"/>
            <a:ext cx="427106" cy="427106"/>
          </a:xfrm>
          <a:prstGeom prst="ellipse">
            <a:avLst/>
          </a:prstGeom>
          <a:solidFill>
            <a:schemeClr val="bg1">
              <a:lumMod val="85000"/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 dirty="0">
              <a:latin typeface="Aptos" panose="020B0004020202020204" pitchFamily="34" charset="0"/>
            </a:endParaRPr>
          </a:p>
        </p:txBody>
      </p:sp>
      <p:sp>
        <p:nvSpPr>
          <p:cNvPr id="12" name="Oval 19">
            <a:extLst>
              <a:ext uri="{FF2B5EF4-FFF2-40B4-BE49-F238E27FC236}">
                <a16:creationId xmlns:a16="http://schemas.microsoft.com/office/drawing/2014/main" id="{5FCB0D72-503E-1008-379D-F179D1801C35}"/>
              </a:ext>
            </a:extLst>
          </p:cNvPr>
          <p:cNvSpPr/>
          <p:nvPr/>
        </p:nvSpPr>
        <p:spPr>
          <a:xfrm>
            <a:off x="7560320" y="5124757"/>
            <a:ext cx="427106" cy="427106"/>
          </a:xfrm>
          <a:prstGeom prst="ellipse">
            <a:avLst/>
          </a:prstGeom>
          <a:solidFill>
            <a:srgbClr val="0070C0">
              <a:alpha val="50000"/>
            </a:srgb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 dirty="0">
              <a:latin typeface="Aptos" panose="020B0004020202020204" pitchFamily="34" charset="0"/>
            </a:endParaRPr>
          </a:p>
        </p:txBody>
      </p:sp>
      <p:sp>
        <p:nvSpPr>
          <p:cNvPr id="13" name="Oval 19">
            <a:extLst>
              <a:ext uri="{FF2B5EF4-FFF2-40B4-BE49-F238E27FC236}">
                <a16:creationId xmlns:a16="http://schemas.microsoft.com/office/drawing/2014/main" id="{A61BAE3D-15AE-23CD-8BD3-896FF709ACF4}"/>
              </a:ext>
            </a:extLst>
          </p:cNvPr>
          <p:cNvSpPr/>
          <p:nvPr/>
        </p:nvSpPr>
        <p:spPr>
          <a:xfrm>
            <a:off x="9443761" y="5376993"/>
            <a:ext cx="427106" cy="427106"/>
          </a:xfrm>
          <a:prstGeom prst="ellipse">
            <a:avLst/>
          </a:prstGeom>
          <a:solidFill>
            <a:srgbClr val="0070C0">
              <a:alpha val="50000"/>
            </a:srgb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 dirty="0">
              <a:latin typeface="Aptos" panose="020B0004020202020204" pitchFamily="34" charset="0"/>
            </a:endParaRPr>
          </a:p>
        </p:txBody>
      </p:sp>
      <p:sp>
        <p:nvSpPr>
          <p:cNvPr id="14" name="Oval 19">
            <a:extLst>
              <a:ext uri="{FF2B5EF4-FFF2-40B4-BE49-F238E27FC236}">
                <a16:creationId xmlns:a16="http://schemas.microsoft.com/office/drawing/2014/main" id="{E814CAD0-F578-A9D3-34A9-6077DF6CA31A}"/>
              </a:ext>
            </a:extLst>
          </p:cNvPr>
          <p:cNvSpPr/>
          <p:nvPr/>
        </p:nvSpPr>
        <p:spPr>
          <a:xfrm>
            <a:off x="11444091" y="4877014"/>
            <a:ext cx="427106" cy="427106"/>
          </a:xfrm>
          <a:prstGeom prst="ellipse">
            <a:avLst/>
          </a:prstGeom>
          <a:solidFill>
            <a:srgbClr val="0070C0">
              <a:alpha val="50000"/>
            </a:srgb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 dirty="0">
              <a:latin typeface="Aptos" panose="020B0004020202020204" pitchFamily="34" charset="0"/>
            </a:endParaRPr>
          </a:p>
        </p:txBody>
      </p:sp>
      <p:sp>
        <p:nvSpPr>
          <p:cNvPr id="15" name="Oval 19">
            <a:extLst>
              <a:ext uri="{FF2B5EF4-FFF2-40B4-BE49-F238E27FC236}">
                <a16:creationId xmlns:a16="http://schemas.microsoft.com/office/drawing/2014/main" id="{308661FF-90DB-B645-8E7C-6BD2DD676F75}"/>
              </a:ext>
            </a:extLst>
          </p:cNvPr>
          <p:cNvSpPr/>
          <p:nvPr/>
        </p:nvSpPr>
        <p:spPr>
          <a:xfrm>
            <a:off x="10333484" y="1630175"/>
            <a:ext cx="427106" cy="427106"/>
          </a:xfrm>
          <a:prstGeom prst="ellipse">
            <a:avLst/>
          </a:prstGeom>
          <a:solidFill>
            <a:srgbClr val="0070C0">
              <a:alpha val="50000"/>
            </a:srgb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 dirty="0">
              <a:latin typeface="Aptos" panose="020B0004020202020204" pitchFamily="34" charset="0"/>
            </a:endParaRPr>
          </a:p>
        </p:txBody>
      </p:sp>
      <p:cxnSp>
        <p:nvCxnSpPr>
          <p:cNvPr id="17" name="Straight Arrow Connector 47">
            <a:extLst>
              <a:ext uri="{FF2B5EF4-FFF2-40B4-BE49-F238E27FC236}">
                <a16:creationId xmlns:a16="http://schemas.microsoft.com/office/drawing/2014/main" id="{D88BD9CA-D840-1D6D-3F87-70FBD0E0BB9A}"/>
              </a:ext>
            </a:extLst>
          </p:cNvPr>
          <p:cNvCxnSpPr>
            <a:cxnSpLocks/>
            <a:stCxn id="7" idx="7"/>
            <a:endCxn id="11" idx="3"/>
          </p:cNvCxnSpPr>
          <p:nvPr/>
        </p:nvCxnSpPr>
        <p:spPr>
          <a:xfrm flipV="1">
            <a:off x="7477839" y="1934006"/>
            <a:ext cx="1326983" cy="1220919"/>
          </a:xfrm>
          <a:prstGeom prst="straightConnector1">
            <a:avLst/>
          </a:prstGeom>
          <a:ln w="38100">
            <a:solidFill>
              <a:schemeClr val="bg1">
                <a:lumMod val="95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8" name="Straight Arrow Connector 47">
            <a:extLst>
              <a:ext uri="{FF2B5EF4-FFF2-40B4-BE49-F238E27FC236}">
                <a16:creationId xmlns:a16="http://schemas.microsoft.com/office/drawing/2014/main" id="{B113EB32-3440-78F5-8C45-B10D7AE05145}"/>
              </a:ext>
            </a:extLst>
          </p:cNvPr>
          <p:cNvCxnSpPr>
            <a:cxnSpLocks/>
            <a:stCxn id="11" idx="6"/>
            <a:endCxn id="15" idx="2"/>
          </p:cNvCxnSpPr>
          <p:nvPr/>
        </p:nvCxnSpPr>
        <p:spPr>
          <a:xfrm>
            <a:off x="9169380" y="1783001"/>
            <a:ext cx="1164104" cy="60727"/>
          </a:xfrm>
          <a:prstGeom prst="straightConnector1">
            <a:avLst/>
          </a:prstGeom>
          <a:ln w="38100">
            <a:solidFill>
              <a:schemeClr val="bg1">
                <a:lumMod val="95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9" name="Straight Arrow Connector 47">
            <a:extLst>
              <a:ext uri="{FF2B5EF4-FFF2-40B4-BE49-F238E27FC236}">
                <a16:creationId xmlns:a16="http://schemas.microsoft.com/office/drawing/2014/main" id="{96DE5616-2753-F067-EC90-23A8BD5B474A}"/>
              </a:ext>
            </a:extLst>
          </p:cNvPr>
          <p:cNvCxnSpPr>
            <a:cxnSpLocks/>
            <a:stCxn id="5" idx="0"/>
            <a:endCxn id="15" idx="4"/>
          </p:cNvCxnSpPr>
          <p:nvPr/>
        </p:nvCxnSpPr>
        <p:spPr>
          <a:xfrm flipV="1">
            <a:off x="10522990" y="2057281"/>
            <a:ext cx="24047" cy="1246806"/>
          </a:xfrm>
          <a:prstGeom prst="straightConnector1">
            <a:avLst/>
          </a:prstGeom>
          <a:ln w="38100">
            <a:solidFill>
              <a:srgbClr val="000000"/>
            </a:solidFill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0" name="Straight Arrow Connector 47">
            <a:extLst>
              <a:ext uri="{FF2B5EF4-FFF2-40B4-BE49-F238E27FC236}">
                <a16:creationId xmlns:a16="http://schemas.microsoft.com/office/drawing/2014/main" id="{81A8FBB5-8585-DFD2-42BF-EEBDB5E6AB3B}"/>
              </a:ext>
            </a:extLst>
          </p:cNvPr>
          <p:cNvCxnSpPr>
            <a:cxnSpLocks/>
            <a:stCxn id="15" idx="5"/>
            <a:endCxn id="8" idx="1"/>
          </p:cNvCxnSpPr>
          <p:nvPr/>
        </p:nvCxnSpPr>
        <p:spPr>
          <a:xfrm>
            <a:off x="10698042" y="1994733"/>
            <a:ext cx="856409" cy="689833"/>
          </a:xfrm>
          <a:prstGeom prst="straightConnector1">
            <a:avLst/>
          </a:prstGeom>
          <a:ln w="38100">
            <a:solidFill>
              <a:schemeClr val="bg1">
                <a:lumMod val="95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1" name="Straight Arrow Connector 47">
            <a:extLst>
              <a:ext uri="{FF2B5EF4-FFF2-40B4-BE49-F238E27FC236}">
                <a16:creationId xmlns:a16="http://schemas.microsoft.com/office/drawing/2014/main" id="{AA63730C-B33A-4209-01FC-C18726FEB191}"/>
              </a:ext>
            </a:extLst>
          </p:cNvPr>
          <p:cNvCxnSpPr>
            <a:cxnSpLocks/>
            <a:stCxn id="7" idx="4"/>
            <a:endCxn id="12" idx="0"/>
          </p:cNvCxnSpPr>
          <p:nvPr/>
        </p:nvCxnSpPr>
        <p:spPr>
          <a:xfrm>
            <a:off x="7326834" y="3519483"/>
            <a:ext cx="447039" cy="1605274"/>
          </a:xfrm>
          <a:prstGeom prst="straightConnector1">
            <a:avLst/>
          </a:prstGeom>
          <a:ln w="38100">
            <a:solidFill>
              <a:srgbClr val="000000"/>
            </a:solidFill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2" name="Straight Arrow Connector 47">
            <a:extLst>
              <a:ext uri="{FF2B5EF4-FFF2-40B4-BE49-F238E27FC236}">
                <a16:creationId xmlns:a16="http://schemas.microsoft.com/office/drawing/2014/main" id="{FB411939-27D1-9789-ACDF-D0B1356CC00C}"/>
              </a:ext>
            </a:extLst>
          </p:cNvPr>
          <p:cNvCxnSpPr>
            <a:cxnSpLocks/>
            <a:stCxn id="4" idx="5"/>
            <a:endCxn id="13" idx="0"/>
          </p:cNvCxnSpPr>
          <p:nvPr/>
        </p:nvCxnSpPr>
        <p:spPr>
          <a:xfrm>
            <a:off x="8989891" y="3902716"/>
            <a:ext cx="667423" cy="1474277"/>
          </a:xfrm>
          <a:prstGeom prst="straightConnector1">
            <a:avLst/>
          </a:prstGeom>
          <a:ln w="38100">
            <a:solidFill>
              <a:schemeClr val="bg1">
                <a:lumMod val="95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3" name="Straight Arrow Connector 47">
            <a:extLst>
              <a:ext uri="{FF2B5EF4-FFF2-40B4-BE49-F238E27FC236}">
                <a16:creationId xmlns:a16="http://schemas.microsoft.com/office/drawing/2014/main" id="{B89D729E-6F4D-DAFC-C735-F9ADBA5D5CEA}"/>
              </a:ext>
            </a:extLst>
          </p:cNvPr>
          <p:cNvCxnSpPr>
            <a:cxnSpLocks/>
            <a:stCxn id="12" idx="6"/>
            <a:endCxn id="13" idx="2"/>
          </p:cNvCxnSpPr>
          <p:nvPr/>
        </p:nvCxnSpPr>
        <p:spPr>
          <a:xfrm>
            <a:off x="7987426" y="5338310"/>
            <a:ext cx="1456335" cy="252236"/>
          </a:xfrm>
          <a:prstGeom prst="straightConnector1">
            <a:avLst/>
          </a:prstGeom>
          <a:ln w="38100">
            <a:solidFill>
              <a:srgbClr val="000000"/>
            </a:solidFill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4" name="Straight Arrow Connector 47">
            <a:extLst>
              <a:ext uri="{FF2B5EF4-FFF2-40B4-BE49-F238E27FC236}">
                <a16:creationId xmlns:a16="http://schemas.microsoft.com/office/drawing/2014/main" id="{9F9541E0-A62D-5F88-D505-53BAED285E46}"/>
              </a:ext>
            </a:extLst>
          </p:cNvPr>
          <p:cNvCxnSpPr>
            <a:cxnSpLocks/>
            <a:stCxn id="13" idx="6"/>
            <a:endCxn id="14" idx="2"/>
          </p:cNvCxnSpPr>
          <p:nvPr/>
        </p:nvCxnSpPr>
        <p:spPr>
          <a:xfrm flipV="1">
            <a:off x="9870867" y="5090567"/>
            <a:ext cx="1573224" cy="499979"/>
          </a:xfrm>
          <a:prstGeom prst="straightConnector1">
            <a:avLst/>
          </a:prstGeom>
          <a:ln w="38100">
            <a:solidFill>
              <a:srgbClr val="000000"/>
            </a:solidFill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8" name="Straight Arrow Connector 47">
            <a:extLst>
              <a:ext uri="{FF2B5EF4-FFF2-40B4-BE49-F238E27FC236}">
                <a16:creationId xmlns:a16="http://schemas.microsoft.com/office/drawing/2014/main" id="{74234B61-8F34-AC41-328F-5DC65BDC20A3}"/>
              </a:ext>
            </a:extLst>
          </p:cNvPr>
          <p:cNvCxnSpPr>
            <a:cxnSpLocks/>
            <a:stCxn id="14" idx="0"/>
            <a:endCxn id="8" idx="4"/>
          </p:cNvCxnSpPr>
          <p:nvPr/>
        </p:nvCxnSpPr>
        <p:spPr>
          <a:xfrm flipV="1">
            <a:off x="11657644" y="3049124"/>
            <a:ext cx="47812" cy="1827890"/>
          </a:xfrm>
          <a:prstGeom prst="straightConnector1">
            <a:avLst/>
          </a:prstGeom>
          <a:ln w="38100">
            <a:solidFill>
              <a:schemeClr val="bg1">
                <a:lumMod val="95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7" name="Straight Arrow Connector 47">
            <a:extLst>
              <a:ext uri="{FF2B5EF4-FFF2-40B4-BE49-F238E27FC236}">
                <a16:creationId xmlns:a16="http://schemas.microsoft.com/office/drawing/2014/main" id="{BF52CAF9-E170-2DBD-43A5-94DF14628F64}"/>
              </a:ext>
            </a:extLst>
          </p:cNvPr>
          <p:cNvCxnSpPr>
            <a:cxnSpLocks/>
            <a:stCxn id="4" idx="0"/>
            <a:endCxn id="11" idx="4"/>
          </p:cNvCxnSpPr>
          <p:nvPr/>
        </p:nvCxnSpPr>
        <p:spPr>
          <a:xfrm flipV="1">
            <a:off x="8838886" y="1996554"/>
            <a:ext cx="116941" cy="1541604"/>
          </a:xfrm>
          <a:prstGeom prst="straightConnector1">
            <a:avLst/>
          </a:prstGeom>
          <a:ln w="38100">
            <a:solidFill>
              <a:schemeClr val="bg1">
                <a:lumMod val="95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0" name="Straight Arrow Connector 18">
            <a:extLst>
              <a:ext uri="{FF2B5EF4-FFF2-40B4-BE49-F238E27FC236}">
                <a16:creationId xmlns:a16="http://schemas.microsoft.com/office/drawing/2014/main" id="{59D7CAD9-A502-3326-5A5B-F5CA0D8A937E}"/>
              </a:ext>
            </a:extLst>
          </p:cNvPr>
          <p:cNvCxnSpPr>
            <a:cxnSpLocks/>
            <a:stCxn id="13" idx="7"/>
            <a:endCxn id="5" idx="3"/>
          </p:cNvCxnSpPr>
          <p:nvPr/>
        </p:nvCxnSpPr>
        <p:spPr>
          <a:xfrm flipV="1">
            <a:off x="9808319" y="3668645"/>
            <a:ext cx="563666" cy="1770896"/>
          </a:xfrm>
          <a:prstGeom prst="straightConnector1">
            <a:avLst/>
          </a:prstGeom>
          <a:ln w="38100">
            <a:solidFill>
              <a:schemeClr val="bg1">
                <a:lumMod val="95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4" name="Straight Arrow Connector 18">
            <a:extLst>
              <a:ext uri="{FF2B5EF4-FFF2-40B4-BE49-F238E27FC236}">
                <a16:creationId xmlns:a16="http://schemas.microsoft.com/office/drawing/2014/main" id="{A977968C-7BD0-BBE2-188B-3DBAD8779FE2}"/>
              </a:ext>
            </a:extLst>
          </p:cNvPr>
          <p:cNvCxnSpPr>
            <a:cxnSpLocks/>
            <a:stCxn id="14" idx="1"/>
            <a:endCxn id="5" idx="5"/>
          </p:cNvCxnSpPr>
          <p:nvPr/>
        </p:nvCxnSpPr>
        <p:spPr>
          <a:xfrm flipH="1" flipV="1">
            <a:off x="10673995" y="3668645"/>
            <a:ext cx="832644" cy="1270917"/>
          </a:xfrm>
          <a:prstGeom prst="straightConnector1">
            <a:avLst/>
          </a:prstGeom>
          <a:ln w="38100">
            <a:solidFill>
              <a:srgbClr val="000000"/>
            </a:solidFill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18" name="TextBox 117">
            <a:extLst>
              <a:ext uri="{FF2B5EF4-FFF2-40B4-BE49-F238E27FC236}">
                <a16:creationId xmlns:a16="http://schemas.microsoft.com/office/drawing/2014/main" id="{65970E16-9F62-0C31-F477-90F8E1564D12}"/>
              </a:ext>
            </a:extLst>
          </p:cNvPr>
          <p:cNvSpPr txBox="1"/>
          <p:nvPr/>
        </p:nvSpPr>
        <p:spPr>
          <a:xfrm>
            <a:off x="7820850" y="2253785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>
              <a:defRPr>
                <a:latin typeface="Aptos" panose="020B0004020202020204" pitchFamily="34" charset="0"/>
              </a:defRPr>
            </a:lvl1pPr>
          </a:lstStyle>
          <a:p>
            <a:r>
              <a:rPr lang="nl-NL" dirty="0"/>
              <a:t>5</a:t>
            </a:r>
          </a:p>
        </p:txBody>
      </p:sp>
      <p:sp>
        <p:nvSpPr>
          <p:cNvPr id="119" name="TextBox 118">
            <a:extLst>
              <a:ext uri="{FF2B5EF4-FFF2-40B4-BE49-F238E27FC236}">
                <a16:creationId xmlns:a16="http://schemas.microsoft.com/office/drawing/2014/main" id="{BBA865C6-3E5A-4C67-14C7-6449E85901B0}"/>
              </a:ext>
            </a:extLst>
          </p:cNvPr>
          <p:cNvSpPr txBox="1"/>
          <p:nvPr/>
        </p:nvSpPr>
        <p:spPr>
          <a:xfrm>
            <a:off x="8893019" y="2644064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>
              <a:defRPr>
                <a:solidFill>
                  <a:schemeClr val="bg1">
                    <a:lumMod val="95000"/>
                  </a:schemeClr>
                </a:solidFill>
                <a:latin typeface="Aptos" panose="020B0004020202020204" pitchFamily="34" charset="0"/>
              </a:defRPr>
            </a:lvl1pPr>
          </a:lstStyle>
          <a:p>
            <a:r>
              <a:rPr lang="nl-NL" dirty="0"/>
              <a:t>3</a:t>
            </a:r>
          </a:p>
        </p:txBody>
      </p:sp>
      <p:sp>
        <p:nvSpPr>
          <p:cNvPr id="120" name="TextBox 119">
            <a:extLst>
              <a:ext uri="{FF2B5EF4-FFF2-40B4-BE49-F238E27FC236}">
                <a16:creationId xmlns:a16="http://schemas.microsoft.com/office/drawing/2014/main" id="{7CF772B0-419C-2B33-6491-FFC1796E44C7}"/>
              </a:ext>
            </a:extLst>
          </p:cNvPr>
          <p:cNvSpPr txBox="1"/>
          <p:nvPr/>
        </p:nvSpPr>
        <p:spPr>
          <a:xfrm>
            <a:off x="9769039" y="1813423"/>
            <a:ext cx="4315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>
              <a:defRPr>
                <a:solidFill>
                  <a:schemeClr val="bg1">
                    <a:lumMod val="95000"/>
                  </a:schemeClr>
                </a:solidFill>
                <a:latin typeface="Aptos" panose="020B0004020202020204" pitchFamily="34" charset="0"/>
              </a:defRPr>
            </a:lvl1pPr>
          </a:lstStyle>
          <a:p>
            <a:r>
              <a:rPr lang="nl-NL" dirty="0">
                <a:solidFill>
                  <a:schemeClr val="tx1"/>
                </a:solidFill>
              </a:rPr>
              <a:t>10</a:t>
            </a:r>
          </a:p>
        </p:txBody>
      </p:sp>
      <p:sp>
        <p:nvSpPr>
          <p:cNvPr id="121" name="TextBox 120">
            <a:extLst>
              <a:ext uri="{FF2B5EF4-FFF2-40B4-BE49-F238E27FC236}">
                <a16:creationId xmlns:a16="http://schemas.microsoft.com/office/drawing/2014/main" id="{31431454-A113-18ED-4B13-032793FCAEE7}"/>
              </a:ext>
            </a:extLst>
          </p:cNvPr>
          <p:cNvSpPr txBox="1"/>
          <p:nvPr/>
        </p:nvSpPr>
        <p:spPr>
          <a:xfrm>
            <a:off x="11144364" y="2057281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>
              <a:defRPr>
                <a:latin typeface="Aptos" panose="020B0004020202020204" pitchFamily="34" charset="0"/>
              </a:defRPr>
            </a:lvl1pPr>
          </a:lstStyle>
          <a:p>
            <a:r>
              <a:rPr lang="nl-NL" dirty="0"/>
              <a:t>9</a:t>
            </a:r>
          </a:p>
        </p:txBody>
      </p:sp>
      <p:sp>
        <p:nvSpPr>
          <p:cNvPr id="123" name="TextBox 122">
            <a:extLst>
              <a:ext uri="{FF2B5EF4-FFF2-40B4-BE49-F238E27FC236}">
                <a16:creationId xmlns:a16="http://schemas.microsoft.com/office/drawing/2014/main" id="{83EF800F-9C9E-0069-46BA-1AD133F2AD34}"/>
              </a:ext>
            </a:extLst>
          </p:cNvPr>
          <p:cNvSpPr txBox="1"/>
          <p:nvPr/>
        </p:nvSpPr>
        <p:spPr>
          <a:xfrm>
            <a:off x="8968232" y="4541872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>
              <a:defRPr>
                <a:latin typeface="Aptos" panose="020B0004020202020204" pitchFamily="34" charset="0"/>
              </a:defRPr>
            </a:lvl1pPr>
          </a:lstStyle>
          <a:p>
            <a:r>
              <a:rPr lang="nl-NL" dirty="0"/>
              <a:t>4</a:t>
            </a:r>
          </a:p>
        </p:txBody>
      </p:sp>
      <p:sp>
        <p:nvSpPr>
          <p:cNvPr id="129" name="TextBox 128">
            <a:extLst>
              <a:ext uri="{FF2B5EF4-FFF2-40B4-BE49-F238E27FC236}">
                <a16:creationId xmlns:a16="http://schemas.microsoft.com/office/drawing/2014/main" id="{BF2BBF62-449A-40BD-70B8-BFE1DBD2A2AC}"/>
              </a:ext>
            </a:extLst>
          </p:cNvPr>
          <p:cNvSpPr txBox="1"/>
          <p:nvPr/>
        </p:nvSpPr>
        <p:spPr>
          <a:xfrm>
            <a:off x="10917429" y="2767356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>
              <a:defRPr>
                <a:solidFill>
                  <a:schemeClr val="bg1">
                    <a:lumMod val="95000"/>
                  </a:schemeClr>
                </a:solidFill>
                <a:latin typeface="Aptos" panose="020B0004020202020204" pitchFamily="34" charset="0"/>
              </a:defRPr>
            </a:lvl1pPr>
          </a:lstStyle>
          <a:p>
            <a:r>
              <a:rPr lang="nl-NL" dirty="0">
                <a:solidFill>
                  <a:schemeClr val="tx1"/>
                </a:solidFill>
              </a:rPr>
              <a:t>8</a:t>
            </a:r>
          </a:p>
        </p:txBody>
      </p:sp>
      <p:sp>
        <p:nvSpPr>
          <p:cNvPr id="130" name="TextBox 129">
            <a:extLst>
              <a:ext uri="{FF2B5EF4-FFF2-40B4-BE49-F238E27FC236}">
                <a16:creationId xmlns:a16="http://schemas.microsoft.com/office/drawing/2014/main" id="{DAA172CD-7EF2-9971-BAD2-5CC463D31033}"/>
              </a:ext>
            </a:extLst>
          </p:cNvPr>
          <p:cNvSpPr txBox="1"/>
          <p:nvPr/>
        </p:nvSpPr>
        <p:spPr>
          <a:xfrm>
            <a:off x="11702412" y="3871807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>
              <a:defRPr>
                <a:latin typeface="Aptos" panose="020B0004020202020204" pitchFamily="34" charset="0"/>
              </a:defRPr>
            </a:lvl1pPr>
          </a:lstStyle>
          <a:p>
            <a:r>
              <a:rPr lang="nl-NL" dirty="0"/>
              <a:t>9</a:t>
            </a:r>
          </a:p>
        </p:txBody>
      </p:sp>
      <p:sp>
        <p:nvSpPr>
          <p:cNvPr id="131" name="TextBox 130">
            <a:extLst>
              <a:ext uri="{FF2B5EF4-FFF2-40B4-BE49-F238E27FC236}">
                <a16:creationId xmlns:a16="http://schemas.microsoft.com/office/drawing/2014/main" id="{BBC74167-C551-138B-21CF-9A4157C6102C}"/>
              </a:ext>
            </a:extLst>
          </p:cNvPr>
          <p:cNvSpPr txBox="1"/>
          <p:nvPr/>
        </p:nvSpPr>
        <p:spPr>
          <a:xfrm>
            <a:off x="9636165" y="3226198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>
              <a:defRPr>
                <a:solidFill>
                  <a:schemeClr val="bg1">
                    <a:lumMod val="95000"/>
                  </a:schemeClr>
                </a:solidFill>
                <a:latin typeface="Aptos" panose="020B0004020202020204" pitchFamily="34" charset="0"/>
              </a:defRPr>
            </a:lvl1pPr>
          </a:lstStyle>
          <a:p>
            <a:r>
              <a:rPr lang="nl-NL" dirty="0">
                <a:solidFill>
                  <a:schemeClr val="tx1"/>
                </a:solidFill>
              </a:rPr>
              <a:t>6</a:t>
            </a:r>
          </a:p>
        </p:txBody>
      </p:sp>
      <p:sp>
        <p:nvSpPr>
          <p:cNvPr id="132" name="TextBox 131">
            <a:extLst>
              <a:ext uri="{FF2B5EF4-FFF2-40B4-BE49-F238E27FC236}">
                <a16:creationId xmlns:a16="http://schemas.microsoft.com/office/drawing/2014/main" id="{57091799-B558-1C38-A9F3-FEF3F447E3EC}"/>
              </a:ext>
            </a:extLst>
          </p:cNvPr>
          <p:cNvSpPr txBox="1"/>
          <p:nvPr/>
        </p:nvSpPr>
        <p:spPr>
          <a:xfrm>
            <a:off x="8051195" y="3212699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>
              <a:defRPr>
                <a:latin typeface="Aptos" panose="020B0004020202020204" pitchFamily="34" charset="0"/>
              </a:defRPr>
            </a:lvl1pPr>
          </a:lstStyle>
          <a:p>
            <a:r>
              <a:rPr lang="nl-NL" dirty="0"/>
              <a:t>7</a:t>
            </a:r>
          </a:p>
        </p:txBody>
      </p:sp>
      <p:sp>
        <p:nvSpPr>
          <p:cNvPr id="16" name="TextBox 126">
            <a:extLst>
              <a:ext uri="{FF2B5EF4-FFF2-40B4-BE49-F238E27FC236}">
                <a16:creationId xmlns:a16="http://schemas.microsoft.com/office/drawing/2014/main" id="{84D6A38D-9839-F1A1-453E-D8E84E6937D0}"/>
              </a:ext>
            </a:extLst>
          </p:cNvPr>
          <p:cNvSpPr txBox="1"/>
          <p:nvPr/>
        </p:nvSpPr>
        <p:spPr>
          <a:xfrm>
            <a:off x="9774498" y="4284407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>
              <a:defRPr>
                <a:solidFill>
                  <a:schemeClr val="bg1">
                    <a:lumMod val="95000"/>
                  </a:schemeClr>
                </a:solidFill>
                <a:latin typeface="Aptos" panose="020B0004020202020204" pitchFamily="34" charset="0"/>
              </a:defRPr>
            </a:lvl1pPr>
          </a:lstStyle>
          <a:p>
            <a:r>
              <a:rPr lang="nl-NL" dirty="0">
                <a:solidFill>
                  <a:schemeClr val="tx1"/>
                </a:solidFill>
              </a:rPr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13964318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7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000000"/>
                                      </p:to>
                                    </p:animClr>
                                    <p:set>
                                      <p:cBhvr>
                                        <p:cTn id="7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" presetClass="emph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0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0070C0"/>
                                      </p:to>
                                    </p:animClr>
                                    <p:set>
                                      <p:cBhvr>
                                        <p:cTn id="11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2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000"/>
                            </p:stCondLst>
                            <p:childTnLst>
                              <p:par>
                                <p:cTn id="14" presetID="10" presetClass="exit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5" dur="500"/>
                                        <p:tgtEl>
                                          <p:spTgt spid="12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3" presetClass="emph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0" dur="500" fill="hold"/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000000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9" grpId="0"/>
      <p:bldP spid="123" grpId="0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FD7863-66F3-2620-F583-FAF5FC56F6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A3931D-2D27-44FF-B72F-4BC36EB1A8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 err="1"/>
              <a:t>Prim’s</a:t>
            </a:r>
            <a:r>
              <a:rPr lang="nl-NL" dirty="0"/>
              <a:t> </a:t>
            </a:r>
            <a:r>
              <a:rPr lang="nl-NL" dirty="0" err="1"/>
              <a:t>algorithm</a:t>
            </a:r>
            <a:endParaRPr lang="nl-N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7888879-065E-2E93-049D-AC9EF809AAE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0081" y="2633472"/>
            <a:ext cx="4855372" cy="3459510"/>
          </a:xfrm>
        </p:spPr>
        <p:txBody>
          <a:bodyPr>
            <a:normAutofit/>
          </a:bodyPr>
          <a:lstStyle/>
          <a:p>
            <a:r>
              <a:rPr lang="nl-NL" dirty="0"/>
              <a:t>Pseudocode:</a:t>
            </a:r>
          </a:p>
          <a:p>
            <a:pPr lvl="1"/>
            <a:r>
              <a:rPr lang="nl-NL" dirty="0"/>
              <a:t>Start </a:t>
            </a:r>
            <a:r>
              <a:rPr lang="nl-NL" dirty="0" err="1"/>
              <a:t>with</a:t>
            </a:r>
            <a:r>
              <a:rPr lang="nl-NL" dirty="0"/>
              <a:t> </a:t>
            </a:r>
            <a:r>
              <a:rPr lang="nl-NL" dirty="0" err="1"/>
              <a:t>an</a:t>
            </a:r>
            <a:r>
              <a:rPr lang="nl-NL" dirty="0"/>
              <a:t> </a:t>
            </a:r>
            <a:r>
              <a:rPr lang="nl-NL" dirty="0" err="1"/>
              <a:t>arbitrary</a:t>
            </a:r>
            <a:r>
              <a:rPr lang="nl-NL" dirty="0"/>
              <a:t> node &amp; </a:t>
            </a:r>
            <a:r>
              <a:rPr lang="nl-NL" dirty="0" err="1"/>
              <a:t>add</a:t>
            </a:r>
            <a:r>
              <a:rPr lang="nl-NL" dirty="0"/>
              <a:t> </a:t>
            </a:r>
            <a:r>
              <a:rPr lang="nl-NL" dirty="0" err="1"/>
              <a:t>it</a:t>
            </a:r>
            <a:r>
              <a:rPr lang="nl-NL" dirty="0"/>
              <a:t> </a:t>
            </a:r>
            <a:r>
              <a:rPr lang="nl-NL" dirty="0" err="1"/>
              <a:t>to</a:t>
            </a:r>
            <a:r>
              <a:rPr lang="nl-NL" dirty="0"/>
              <a:t> </a:t>
            </a:r>
            <a:r>
              <a:rPr lang="nl-NL" dirty="0" err="1"/>
              <a:t>the</a:t>
            </a:r>
            <a:r>
              <a:rPr lang="nl-NL" dirty="0"/>
              <a:t> </a:t>
            </a:r>
            <a:r>
              <a:rPr lang="nl-NL" dirty="0" err="1"/>
              <a:t>result</a:t>
            </a:r>
            <a:endParaRPr lang="nl-NL" dirty="0"/>
          </a:p>
          <a:p>
            <a:pPr lvl="1"/>
            <a:r>
              <a:rPr lang="nl-NL" dirty="0" err="1"/>
              <a:t>While</a:t>
            </a:r>
            <a:r>
              <a:rPr lang="nl-NL" dirty="0"/>
              <a:t> </a:t>
            </a:r>
            <a:r>
              <a:rPr lang="nl-NL" dirty="0" err="1"/>
              <a:t>there</a:t>
            </a:r>
            <a:r>
              <a:rPr lang="nl-NL" dirty="0"/>
              <a:t> are </a:t>
            </a:r>
            <a:r>
              <a:rPr lang="nl-NL" dirty="0" err="1"/>
              <a:t>nodes</a:t>
            </a:r>
            <a:r>
              <a:rPr lang="nl-NL" dirty="0"/>
              <a:t> </a:t>
            </a:r>
            <a:r>
              <a:rPr lang="nl-NL" dirty="0" err="1"/>
              <a:t>that</a:t>
            </a:r>
            <a:r>
              <a:rPr lang="nl-NL" dirty="0"/>
              <a:t> are </a:t>
            </a:r>
            <a:r>
              <a:rPr lang="nl-NL" dirty="0" err="1"/>
              <a:t>not</a:t>
            </a:r>
            <a:r>
              <a:rPr lang="nl-NL" dirty="0"/>
              <a:t> part of </a:t>
            </a:r>
            <a:r>
              <a:rPr lang="nl-NL" dirty="0" err="1"/>
              <a:t>the</a:t>
            </a:r>
            <a:r>
              <a:rPr lang="nl-NL" dirty="0"/>
              <a:t> </a:t>
            </a:r>
            <a:r>
              <a:rPr lang="nl-NL" dirty="0" err="1"/>
              <a:t>result</a:t>
            </a:r>
            <a:r>
              <a:rPr lang="nl-NL" dirty="0"/>
              <a:t>:</a:t>
            </a:r>
          </a:p>
          <a:p>
            <a:pPr lvl="2"/>
            <a:r>
              <a:rPr lang="nl-NL" dirty="0" err="1"/>
              <a:t>Find</a:t>
            </a:r>
            <a:r>
              <a:rPr lang="nl-NL" dirty="0"/>
              <a:t> </a:t>
            </a:r>
            <a:r>
              <a:rPr lang="nl-NL" dirty="0" err="1"/>
              <a:t>the</a:t>
            </a:r>
            <a:r>
              <a:rPr lang="nl-NL" dirty="0"/>
              <a:t> </a:t>
            </a:r>
            <a:r>
              <a:rPr lang="nl-NL" dirty="0" err="1"/>
              <a:t>cheapest</a:t>
            </a:r>
            <a:r>
              <a:rPr lang="nl-NL" dirty="0"/>
              <a:t> </a:t>
            </a:r>
            <a:r>
              <a:rPr lang="nl-NL" dirty="0" err="1"/>
              <a:t>edge</a:t>
            </a:r>
            <a:r>
              <a:rPr lang="nl-NL" dirty="0"/>
              <a:t> </a:t>
            </a:r>
            <a:r>
              <a:rPr lang="nl-NL" dirty="0" err="1"/>
              <a:t>between</a:t>
            </a:r>
            <a:r>
              <a:rPr lang="nl-NL" dirty="0"/>
              <a:t> a node </a:t>
            </a:r>
            <a:r>
              <a:rPr lang="nl-NL" dirty="0" err="1"/>
              <a:t>that</a:t>
            </a:r>
            <a:r>
              <a:rPr lang="nl-NL" dirty="0"/>
              <a:t> is in </a:t>
            </a:r>
            <a:r>
              <a:rPr lang="nl-NL" dirty="0" err="1"/>
              <a:t>result</a:t>
            </a:r>
            <a:r>
              <a:rPr lang="nl-NL" dirty="0"/>
              <a:t> </a:t>
            </a:r>
            <a:r>
              <a:rPr lang="nl-NL" dirty="0" err="1"/>
              <a:t>and</a:t>
            </a:r>
            <a:r>
              <a:rPr lang="nl-NL" dirty="0"/>
              <a:t> </a:t>
            </a:r>
            <a:r>
              <a:rPr lang="nl-NL" dirty="0" err="1"/>
              <a:t>one</a:t>
            </a:r>
            <a:r>
              <a:rPr lang="nl-NL" dirty="0"/>
              <a:t> </a:t>
            </a:r>
            <a:r>
              <a:rPr lang="nl-NL" dirty="0" err="1"/>
              <a:t>that</a:t>
            </a:r>
            <a:r>
              <a:rPr lang="nl-NL" dirty="0"/>
              <a:t> is </a:t>
            </a:r>
            <a:r>
              <a:rPr lang="nl-NL" dirty="0" err="1"/>
              <a:t>not</a:t>
            </a:r>
            <a:endParaRPr lang="nl-NL" dirty="0"/>
          </a:p>
          <a:p>
            <a:pPr lvl="2"/>
            <a:r>
              <a:rPr lang="nl-NL" dirty="0" err="1"/>
              <a:t>Add</a:t>
            </a:r>
            <a:r>
              <a:rPr lang="nl-NL" dirty="0"/>
              <a:t> </a:t>
            </a:r>
            <a:r>
              <a:rPr lang="nl-NL" dirty="0" err="1"/>
              <a:t>the</a:t>
            </a:r>
            <a:r>
              <a:rPr lang="nl-NL" dirty="0"/>
              <a:t> </a:t>
            </a:r>
            <a:r>
              <a:rPr lang="nl-NL" dirty="0" err="1"/>
              <a:t>edge</a:t>
            </a:r>
            <a:r>
              <a:rPr lang="nl-NL" dirty="0"/>
              <a:t> &amp; node </a:t>
            </a:r>
            <a:r>
              <a:rPr lang="nl-NL" dirty="0" err="1"/>
              <a:t>to</a:t>
            </a:r>
            <a:r>
              <a:rPr lang="nl-NL" dirty="0"/>
              <a:t> </a:t>
            </a:r>
            <a:r>
              <a:rPr lang="nl-NL" dirty="0" err="1"/>
              <a:t>the</a:t>
            </a:r>
            <a:r>
              <a:rPr lang="nl-NL" dirty="0"/>
              <a:t> </a:t>
            </a:r>
            <a:r>
              <a:rPr lang="nl-NL" dirty="0" err="1"/>
              <a:t>result</a:t>
            </a:r>
            <a:endParaRPr lang="nl-NL" dirty="0"/>
          </a:p>
          <a:p>
            <a:pPr lvl="2"/>
            <a:endParaRPr lang="nl-NL" dirty="0"/>
          </a:p>
        </p:txBody>
      </p:sp>
      <p:sp>
        <p:nvSpPr>
          <p:cNvPr id="4" name="Oval 6">
            <a:extLst>
              <a:ext uri="{FF2B5EF4-FFF2-40B4-BE49-F238E27FC236}">
                <a16:creationId xmlns:a16="http://schemas.microsoft.com/office/drawing/2014/main" id="{2B648FD1-E4D8-A440-0F07-9DE51DED1897}"/>
              </a:ext>
            </a:extLst>
          </p:cNvPr>
          <p:cNvSpPr/>
          <p:nvPr/>
        </p:nvSpPr>
        <p:spPr>
          <a:xfrm>
            <a:off x="8625333" y="3538158"/>
            <a:ext cx="427106" cy="427106"/>
          </a:xfrm>
          <a:prstGeom prst="ellipse">
            <a:avLst/>
          </a:prstGeom>
          <a:solidFill>
            <a:srgbClr val="0070C0">
              <a:alpha val="50000"/>
            </a:srgb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 dirty="0">
              <a:latin typeface="Aptos" panose="020B0004020202020204" pitchFamily="34" charset="0"/>
            </a:endParaRPr>
          </a:p>
        </p:txBody>
      </p:sp>
      <p:sp>
        <p:nvSpPr>
          <p:cNvPr id="5" name="Oval 8">
            <a:extLst>
              <a:ext uri="{FF2B5EF4-FFF2-40B4-BE49-F238E27FC236}">
                <a16:creationId xmlns:a16="http://schemas.microsoft.com/office/drawing/2014/main" id="{52653CBB-CA90-169A-1679-0EBF11709588}"/>
              </a:ext>
            </a:extLst>
          </p:cNvPr>
          <p:cNvSpPr/>
          <p:nvPr/>
        </p:nvSpPr>
        <p:spPr>
          <a:xfrm>
            <a:off x="10309437" y="3304087"/>
            <a:ext cx="427106" cy="427106"/>
          </a:xfrm>
          <a:prstGeom prst="ellipse">
            <a:avLst/>
          </a:prstGeom>
          <a:solidFill>
            <a:srgbClr val="0070C0">
              <a:alpha val="50000"/>
            </a:srgb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 dirty="0">
              <a:latin typeface="Aptos" panose="020B0004020202020204" pitchFamily="34" charset="0"/>
            </a:endParaRPr>
          </a:p>
        </p:txBody>
      </p:sp>
      <p:cxnSp>
        <p:nvCxnSpPr>
          <p:cNvPr id="6" name="Straight Arrow Connector 18">
            <a:extLst>
              <a:ext uri="{FF2B5EF4-FFF2-40B4-BE49-F238E27FC236}">
                <a16:creationId xmlns:a16="http://schemas.microsoft.com/office/drawing/2014/main" id="{81CD7C5A-B2E7-1C8F-4C5B-43A0503A7993}"/>
              </a:ext>
            </a:extLst>
          </p:cNvPr>
          <p:cNvCxnSpPr>
            <a:cxnSpLocks/>
            <a:stCxn id="7" idx="6"/>
            <a:endCxn id="4" idx="2"/>
          </p:cNvCxnSpPr>
          <p:nvPr/>
        </p:nvCxnSpPr>
        <p:spPr>
          <a:xfrm>
            <a:off x="7540387" y="3305930"/>
            <a:ext cx="1084946" cy="445781"/>
          </a:xfrm>
          <a:prstGeom prst="straightConnector1">
            <a:avLst/>
          </a:prstGeom>
          <a:ln w="38100">
            <a:solidFill>
              <a:schemeClr val="bg1">
                <a:lumMod val="95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" name="Oval 19">
            <a:extLst>
              <a:ext uri="{FF2B5EF4-FFF2-40B4-BE49-F238E27FC236}">
                <a16:creationId xmlns:a16="http://schemas.microsoft.com/office/drawing/2014/main" id="{B63EA492-F322-A1C7-2D74-E2DF34C1E303}"/>
              </a:ext>
            </a:extLst>
          </p:cNvPr>
          <p:cNvSpPr/>
          <p:nvPr/>
        </p:nvSpPr>
        <p:spPr>
          <a:xfrm>
            <a:off x="7113281" y="3092377"/>
            <a:ext cx="427106" cy="427106"/>
          </a:xfrm>
          <a:prstGeom prst="ellipse">
            <a:avLst/>
          </a:prstGeom>
          <a:solidFill>
            <a:srgbClr val="0070C0">
              <a:alpha val="50000"/>
            </a:srgb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 dirty="0">
              <a:latin typeface="Aptos" panose="020B0004020202020204" pitchFamily="34" charset="0"/>
            </a:endParaRPr>
          </a:p>
        </p:txBody>
      </p:sp>
      <p:sp>
        <p:nvSpPr>
          <p:cNvPr id="8" name="Oval 8">
            <a:extLst>
              <a:ext uri="{FF2B5EF4-FFF2-40B4-BE49-F238E27FC236}">
                <a16:creationId xmlns:a16="http://schemas.microsoft.com/office/drawing/2014/main" id="{40DF24E8-429C-ED33-C1AF-6F684B23F8DB}"/>
              </a:ext>
            </a:extLst>
          </p:cNvPr>
          <p:cNvSpPr/>
          <p:nvPr/>
        </p:nvSpPr>
        <p:spPr>
          <a:xfrm>
            <a:off x="11491903" y="2622018"/>
            <a:ext cx="427106" cy="427106"/>
          </a:xfrm>
          <a:prstGeom prst="ellipse">
            <a:avLst/>
          </a:prstGeom>
          <a:solidFill>
            <a:schemeClr val="bg1">
              <a:lumMod val="85000"/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 dirty="0">
              <a:latin typeface="Aptos" panose="020B0004020202020204" pitchFamily="34" charset="0"/>
            </a:endParaRPr>
          </a:p>
        </p:txBody>
      </p:sp>
      <p:cxnSp>
        <p:nvCxnSpPr>
          <p:cNvPr id="9" name="Straight Arrow Connector 18">
            <a:extLst>
              <a:ext uri="{FF2B5EF4-FFF2-40B4-BE49-F238E27FC236}">
                <a16:creationId xmlns:a16="http://schemas.microsoft.com/office/drawing/2014/main" id="{BF19139D-FF6B-5DF3-FE1A-C25564AE6607}"/>
              </a:ext>
            </a:extLst>
          </p:cNvPr>
          <p:cNvCxnSpPr>
            <a:cxnSpLocks/>
            <a:stCxn id="4" idx="6"/>
            <a:endCxn id="5" idx="2"/>
          </p:cNvCxnSpPr>
          <p:nvPr/>
        </p:nvCxnSpPr>
        <p:spPr>
          <a:xfrm flipV="1">
            <a:off x="9052439" y="3517640"/>
            <a:ext cx="1256998" cy="234071"/>
          </a:xfrm>
          <a:prstGeom prst="straightConnector1">
            <a:avLst/>
          </a:prstGeom>
          <a:ln w="38100">
            <a:solidFill>
              <a:schemeClr val="bg1">
                <a:lumMod val="95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" name="Straight Arrow Connector 18">
            <a:extLst>
              <a:ext uri="{FF2B5EF4-FFF2-40B4-BE49-F238E27FC236}">
                <a16:creationId xmlns:a16="http://schemas.microsoft.com/office/drawing/2014/main" id="{09EB18E7-58B9-443E-30A2-195E82BD0AFF}"/>
              </a:ext>
            </a:extLst>
          </p:cNvPr>
          <p:cNvCxnSpPr>
            <a:cxnSpLocks/>
            <a:stCxn id="5" idx="7"/>
            <a:endCxn id="8" idx="3"/>
          </p:cNvCxnSpPr>
          <p:nvPr/>
        </p:nvCxnSpPr>
        <p:spPr>
          <a:xfrm flipV="1">
            <a:off x="10673995" y="2986576"/>
            <a:ext cx="880456" cy="380059"/>
          </a:xfrm>
          <a:prstGeom prst="straightConnector1">
            <a:avLst/>
          </a:prstGeom>
          <a:ln w="38100">
            <a:solidFill>
              <a:schemeClr val="bg1">
                <a:lumMod val="95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1" name="Oval 19">
            <a:extLst>
              <a:ext uri="{FF2B5EF4-FFF2-40B4-BE49-F238E27FC236}">
                <a16:creationId xmlns:a16="http://schemas.microsoft.com/office/drawing/2014/main" id="{126DEFC2-28A2-41A4-B7A5-E0626D5B96B2}"/>
              </a:ext>
            </a:extLst>
          </p:cNvPr>
          <p:cNvSpPr/>
          <p:nvPr/>
        </p:nvSpPr>
        <p:spPr>
          <a:xfrm>
            <a:off x="8742274" y="1569448"/>
            <a:ext cx="427106" cy="427106"/>
          </a:xfrm>
          <a:prstGeom prst="ellipse">
            <a:avLst/>
          </a:prstGeom>
          <a:solidFill>
            <a:schemeClr val="bg1">
              <a:lumMod val="85000"/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 dirty="0">
              <a:latin typeface="Aptos" panose="020B0004020202020204" pitchFamily="34" charset="0"/>
            </a:endParaRPr>
          </a:p>
        </p:txBody>
      </p:sp>
      <p:sp>
        <p:nvSpPr>
          <p:cNvPr id="12" name="Oval 19">
            <a:extLst>
              <a:ext uri="{FF2B5EF4-FFF2-40B4-BE49-F238E27FC236}">
                <a16:creationId xmlns:a16="http://schemas.microsoft.com/office/drawing/2014/main" id="{81B9ED9F-EF87-F136-3B0F-3324834DAA8B}"/>
              </a:ext>
            </a:extLst>
          </p:cNvPr>
          <p:cNvSpPr/>
          <p:nvPr/>
        </p:nvSpPr>
        <p:spPr>
          <a:xfrm>
            <a:off x="7560320" y="5124757"/>
            <a:ext cx="427106" cy="427106"/>
          </a:xfrm>
          <a:prstGeom prst="ellipse">
            <a:avLst/>
          </a:prstGeom>
          <a:solidFill>
            <a:srgbClr val="0070C0">
              <a:alpha val="50000"/>
            </a:srgb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 dirty="0">
              <a:latin typeface="Aptos" panose="020B0004020202020204" pitchFamily="34" charset="0"/>
            </a:endParaRPr>
          </a:p>
        </p:txBody>
      </p:sp>
      <p:sp>
        <p:nvSpPr>
          <p:cNvPr id="13" name="Oval 19">
            <a:extLst>
              <a:ext uri="{FF2B5EF4-FFF2-40B4-BE49-F238E27FC236}">
                <a16:creationId xmlns:a16="http://schemas.microsoft.com/office/drawing/2014/main" id="{CF34780D-3CD2-02D9-CDAF-88F4BCCE2588}"/>
              </a:ext>
            </a:extLst>
          </p:cNvPr>
          <p:cNvSpPr/>
          <p:nvPr/>
        </p:nvSpPr>
        <p:spPr>
          <a:xfrm>
            <a:off x="9443761" y="5376993"/>
            <a:ext cx="427106" cy="427106"/>
          </a:xfrm>
          <a:prstGeom prst="ellipse">
            <a:avLst/>
          </a:prstGeom>
          <a:solidFill>
            <a:srgbClr val="0070C0">
              <a:alpha val="50000"/>
            </a:srgb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 dirty="0">
              <a:latin typeface="Aptos" panose="020B0004020202020204" pitchFamily="34" charset="0"/>
            </a:endParaRPr>
          </a:p>
        </p:txBody>
      </p:sp>
      <p:sp>
        <p:nvSpPr>
          <p:cNvPr id="14" name="Oval 19">
            <a:extLst>
              <a:ext uri="{FF2B5EF4-FFF2-40B4-BE49-F238E27FC236}">
                <a16:creationId xmlns:a16="http://schemas.microsoft.com/office/drawing/2014/main" id="{2D820B8A-BCF2-55BF-210B-CB1495825A7B}"/>
              </a:ext>
            </a:extLst>
          </p:cNvPr>
          <p:cNvSpPr/>
          <p:nvPr/>
        </p:nvSpPr>
        <p:spPr>
          <a:xfrm>
            <a:off x="11444091" y="4877014"/>
            <a:ext cx="427106" cy="427106"/>
          </a:xfrm>
          <a:prstGeom prst="ellipse">
            <a:avLst/>
          </a:prstGeom>
          <a:solidFill>
            <a:srgbClr val="0070C0">
              <a:alpha val="50000"/>
            </a:srgb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 dirty="0">
              <a:latin typeface="Aptos" panose="020B0004020202020204" pitchFamily="34" charset="0"/>
            </a:endParaRPr>
          </a:p>
        </p:txBody>
      </p:sp>
      <p:sp>
        <p:nvSpPr>
          <p:cNvPr id="15" name="Oval 19">
            <a:extLst>
              <a:ext uri="{FF2B5EF4-FFF2-40B4-BE49-F238E27FC236}">
                <a16:creationId xmlns:a16="http://schemas.microsoft.com/office/drawing/2014/main" id="{D4959E81-D617-ED6A-02B4-C74A036A3813}"/>
              </a:ext>
            </a:extLst>
          </p:cNvPr>
          <p:cNvSpPr/>
          <p:nvPr/>
        </p:nvSpPr>
        <p:spPr>
          <a:xfrm>
            <a:off x="10333484" y="1630175"/>
            <a:ext cx="427106" cy="427106"/>
          </a:xfrm>
          <a:prstGeom prst="ellipse">
            <a:avLst/>
          </a:prstGeom>
          <a:solidFill>
            <a:srgbClr val="0070C0">
              <a:alpha val="50000"/>
            </a:srgb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 dirty="0">
              <a:latin typeface="Aptos" panose="020B0004020202020204" pitchFamily="34" charset="0"/>
            </a:endParaRPr>
          </a:p>
        </p:txBody>
      </p:sp>
      <p:cxnSp>
        <p:nvCxnSpPr>
          <p:cNvPr id="17" name="Straight Arrow Connector 47">
            <a:extLst>
              <a:ext uri="{FF2B5EF4-FFF2-40B4-BE49-F238E27FC236}">
                <a16:creationId xmlns:a16="http://schemas.microsoft.com/office/drawing/2014/main" id="{D55D41AA-C78E-5219-1D81-CD66AE3452C4}"/>
              </a:ext>
            </a:extLst>
          </p:cNvPr>
          <p:cNvCxnSpPr>
            <a:cxnSpLocks/>
            <a:stCxn id="7" idx="7"/>
            <a:endCxn id="11" idx="3"/>
          </p:cNvCxnSpPr>
          <p:nvPr/>
        </p:nvCxnSpPr>
        <p:spPr>
          <a:xfrm flipV="1">
            <a:off x="7477839" y="1934006"/>
            <a:ext cx="1326983" cy="1220919"/>
          </a:xfrm>
          <a:prstGeom prst="straightConnector1">
            <a:avLst/>
          </a:prstGeom>
          <a:ln w="38100">
            <a:solidFill>
              <a:schemeClr val="bg1">
                <a:lumMod val="95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8" name="Straight Arrow Connector 47">
            <a:extLst>
              <a:ext uri="{FF2B5EF4-FFF2-40B4-BE49-F238E27FC236}">
                <a16:creationId xmlns:a16="http://schemas.microsoft.com/office/drawing/2014/main" id="{240D56F6-081E-CC25-569E-EBD1AA032257}"/>
              </a:ext>
            </a:extLst>
          </p:cNvPr>
          <p:cNvCxnSpPr>
            <a:cxnSpLocks/>
            <a:stCxn id="11" idx="6"/>
            <a:endCxn id="15" idx="2"/>
          </p:cNvCxnSpPr>
          <p:nvPr/>
        </p:nvCxnSpPr>
        <p:spPr>
          <a:xfrm>
            <a:off x="9169380" y="1783001"/>
            <a:ext cx="1164104" cy="60727"/>
          </a:xfrm>
          <a:prstGeom prst="straightConnector1">
            <a:avLst/>
          </a:prstGeom>
          <a:ln w="38100">
            <a:solidFill>
              <a:schemeClr val="bg1">
                <a:lumMod val="95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9" name="Straight Arrow Connector 47">
            <a:extLst>
              <a:ext uri="{FF2B5EF4-FFF2-40B4-BE49-F238E27FC236}">
                <a16:creationId xmlns:a16="http://schemas.microsoft.com/office/drawing/2014/main" id="{434F1103-4191-A841-2C62-5B45F8E7B4A9}"/>
              </a:ext>
            </a:extLst>
          </p:cNvPr>
          <p:cNvCxnSpPr>
            <a:cxnSpLocks/>
            <a:stCxn id="5" idx="0"/>
            <a:endCxn id="15" idx="4"/>
          </p:cNvCxnSpPr>
          <p:nvPr/>
        </p:nvCxnSpPr>
        <p:spPr>
          <a:xfrm flipV="1">
            <a:off x="10522990" y="2057281"/>
            <a:ext cx="24047" cy="1246806"/>
          </a:xfrm>
          <a:prstGeom prst="straightConnector1">
            <a:avLst/>
          </a:prstGeom>
          <a:ln w="38100">
            <a:solidFill>
              <a:srgbClr val="000000"/>
            </a:solidFill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0" name="Straight Arrow Connector 47">
            <a:extLst>
              <a:ext uri="{FF2B5EF4-FFF2-40B4-BE49-F238E27FC236}">
                <a16:creationId xmlns:a16="http://schemas.microsoft.com/office/drawing/2014/main" id="{2E05E7A9-5EF2-C813-9F92-4E0EDC397D0C}"/>
              </a:ext>
            </a:extLst>
          </p:cNvPr>
          <p:cNvCxnSpPr>
            <a:cxnSpLocks/>
            <a:stCxn id="15" idx="5"/>
            <a:endCxn id="8" idx="1"/>
          </p:cNvCxnSpPr>
          <p:nvPr/>
        </p:nvCxnSpPr>
        <p:spPr>
          <a:xfrm>
            <a:off x="10698042" y="1994733"/>
            <a:ext cx="856409" cy="689833"/>
          </a:xfrm>
          <a:prstGeom prst="straightConnector1">
            <a:avLst/>
          </a:prstGeom>
          <a:ln w="38100">
            <a:solidFill>
              <a:schemeClr val="bg1">
                <a:lumMod val="95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1" name="Straight Arrow Connector 47">
            <a:extLst>
              <a:ext uri="{FF2B5EF4-FFF2-40B4-BE49-F238E27FC236}">
                <a16:creationId xmlns:a16="http://schemas.microsoft.com/office/drawing/2014/main" id="{A54F4AE1-D62B-4C76-7E28-9D03B17C2834}"/>
              </a:ext>
            </a:extLst>
          </p:cNvPr>
          <p:cNvCxnSpPr>
            <a:cxnSpLocks/>
            <a:stCxn id="7" idx="4"/>
            <a:endCxn id="12" idx="0"/>
          </p:cNvCxnSpPr>
          <p:nvPr/>
        </p:nvCxnSpPr>
        <p:spPr>
          <a:xfrm>
            <a:off x="7326834" y="3519483"/>
            <a:ext cx="447039" cy="1605274"/>
          </a:xfrm>
          <a:prstGeom prst="straightConnector1">
            <a:avLst/>
          </a:prstGeom>
          <a:ln w="38100">
            <a:solidFill>
              <a:srgbClr val="000000"/>
            </a:solidFill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2" name="Straight Arrow Connector 47">
            <a:extLst>
              <a:ext uri="{FF2B5EF4-FFF2-40B4-BE49-F238E27FC236}">
                <a16:creationId xmlns:a16="http://schemas.microsoft.com/office/drawing/2014/main" id="{467E4526-1D74-AF43-0BA3-E3C9D7585599}"/>
              </a:ext>
            </a:extLst>
          </p:cNvPr>
          <p:cNvCxnSpPr>
            <a:cxnSpLocks/>
            <a:stCxn id="4" idx="5"/>
            <a:endCxn id="13" idx="0"/>
          </p:cNvCxnSpPr>
          <p:nvPr/>
        </p:nvCxnSpPr>
        <p:spPr>
          <a:xfrm>
            <a:off x="8989891" y="3902716"/>
            <a:ext cx="667423" cy="1474277"/>
          </a:xfrm>
          <a:prstGeom prst="straightConnector1">
            <a:avLst/>
          </a:prstGeom>
          <a:ln w="38100">
            <a:solidFill>
              <a:srgbClr val="000000"/>
            </a:solidFill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3" name="Straight Arrow Connector 47">
            <a:extLst>
              <a:ext uri="{FF2B5EF4-FFF2-40B4-BE49-F238E27FC236}">
                <a16:creationId xmlns:a16="http://schemas.microsoft.com/office/drawing/2014/main" id="{191ECCBC-77F5-819F-3225-24AAAA3A0F21}"/>
              </a:ext>
            </a:extLst>
          </p:cNvPr>
          <p:cNvCxnSpPr>
            <a:cxnSpLocks/>
            <a:stCxn id="12" idx="6"/>
            <a:endCxn id="13" idx="2"/>
          </p:cNvCxnSpPr>
          <p:nvPr/>
        </p:nvCxnSpPr>
        <p:spPr>
          <a:xfrm>
            <a:off x="7987426" y="5338310"/>
            <a:ext cx="1456335" cy="252236"/>
          </a:xfrm>
          <a:prstGeom prst="straightConnector1">
            <a:avLst/>
          </a:prstGeom>
          <a:ln w="38100">
            <a:solidFill>
              <a:srgbClr val="000000"/>
            </a:solidFill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4" name="Straight Arrow Connector 47">
            <a:extLst>
              <a:ext uri="{FF2B5EF4-FFF2-40B4-BE49-F238E27FC236}">
                <a16:creationId xmlns:a16="http://schemas.microsoft.com/office/drawing/2014/main" id="{2D382310-A390-786D-CB0D-16CB59F6A874}"/>
              </a:ext>
            </a:extLst>
          </p:cNvPr>
          <p:cNvCxnSpPr>
            <a:cxnSpLocks/>
            <a:stCxn id="13" idx="6"/>
            <a:endCxn id="14" idx="2"/>
          </p:cNvCxnSpPr>
          <p:nvPr/>
        </p:nvCxnSpPr>
        <p:spPr>
          <a:xfrm flipV="1">
            <a:off x="9870867" y="5090567"/>
            <a:ext cx="1573224" cy="499979"/>
          </a:xfrm>
          <a:prstGeom prst="straightConnector1">
            <a:avLst/>
          </a:prstGeom>
          <a:ln w="38100">
            <a:solidFill>
              <a:srgbClr val="000000"/>
            </a:solidFill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8" name="Straight Arrow Connector 47">
            <a:extLst>
              <a:ext uri="{FF2B5EF4-FFF2-40B4-BE49-F238E27FC236}">
                <a16:creationId xmlns:a16="http://schemas.microsoft.com/office/drawing/2014/main" id="{AAC73E12-1474-5BAD-854A-5969E6750FB5}"/>
              </a:ext>
            </a:extLst>
          </p:cNvPr>
          <p:cNvCxnSpPr>
            <a:cxnSpLocks/>
            <a:stCxn id="14" idx="0"/>
            <a:endCxn id="8" idx="4"/>
          </p:cNvCxnSpPr>
          <p:nvPr/>
        </p:nvCxnSpPr>
        <p:spPr>
          <a:xfrm flipV="1">
            <a:off x="11657644" y="3049124"/>
            <a:ext cx="47812" cy="1827890"/>
          </a:xfrm>
          <a:prstGeom prst="straightConnector1">
            <a:avLst/>
          </a:prstGeom>
          <a:ln w="38100">
            <a:solidFill>
              <a:schemeClr val="bg1">
                <a:lumMod val="95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7" name="Straight Arrow Connector 47">
            <a:extLst>
              <a:ext uri="{FF2B5EF4-FFF2-40B4-BE49-F238E27FC236}">
                <a16:creationId xmlns:a16="http://schemas.microsoft.com/office/drawing/2014/main" id="{9D3428D7-09D4-93BA-E9CE-820223D951C8}"/>
              </a:ext>
            </a:extLst>
          </p:cNvPr>
          <p:cNvCxnSpPr>
            <a:cxnSpLocks/>
            <a:stCxn id="4" idx="0"/>
            <a:endCxn id="11" idx="4"/>
          </p:cNvCxnSpPr>
          <p:nvPr/>
        </p:nvCxnSpPr>
        <p:spPr>
          <a:xfrm flipV="1">
            <a:off x="8838886" y="1996554"/>
            <a:ext cx="116941" cy="1541604"/>
          </a:xfrm>
          <a:prstGeom prst="straightConnector1">
            <a:avLst/>
          </a:prstGeom>
          <a:ln w="38100">
            <a:solidFill>
              <a:schemeClr val="bg1">
                <a:lumMod val="95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0" name="Straight Arrow Connector 18">
            <a:extLst>
              <a:ext uri="{FF2B5EF4-FFF2-40B4-BE49-F238E27FC236}">
                <a16:creationId xmlns:a16="http://schemas.microsoft.com/office/drawing/2014/main" id="{0AAD6E7C-D9AB-FE8F-5EB3-90A9C3A3F457}"/>
              </a:ext>
            </a:extLst>
          </p:cNvPr>
          <p:cNvCxnSpPr>
            <a:cxnSpLocks/>
            <a:stCxn id="13" idx="7"/>
            <a:endCxn id="5" idx="3"/>
          </p:cNvCxnSpPr>
          <p:nvPr/>
        </p:nvCxnSpPr>
        <p:spPr>
          <a:xfrm flipV="1">
            <a:off x="9808319" y="3668645"/>
            <a:ext cx="563666" cy="1770896"/>
          </a:xfrm>
          <a:prstGeom prst="straightConnector1">
            <a:avLst/>
          </a:prstGeom>
          <a:ln w="38100">
            <a:solidFill>
              <a:schemeClr val="bg1">
                <a:lumMod val="95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4" name="Straight Arrow Connector 18">
            <a:extLst>
              <a:ext uri="{FF2B5EF4-FFF2-40B4-BE49-F238E27FC236}">
                <a16:creationId xmlns:a16="http://schemas.microsoft.com/office/drawing/2014/main" id="{6BC91A25-14CE-C72B-930C-3CC20E9C7B82}"/>
              </a:ext>
            </a:extLst>
          </p:cNvPr>
          <p:cNvCxnSpPr>
            <a:cxnSpLocks/>
            <a:stCxn id="14" idx="1"/>
            <a:endCxn id="5" idx="5"/>
          </p:cNvCxnSpPr>
          <p:nvPr/>
        </p:nvCxnSpPr>
        <p:spPr>
          <a:xfrm flipH="1" flipV="1">
            <a:off x="10673995" y="3668645"/>
            <a:ext cx="832644" cy="1270917"/>
          </a:xfrm>
          <a:prstGeom prst="straightConnector1">
            <a:avLst/>
          </a:prstGeom>
          <a:ln w="38100">
            <a:solidFill>
              <a:srgbClr val="000000"/>
            </a:solidFill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18" name="TextBox 117">
            <a:extLst>
              <a:ext uri="{FF2B5EF4-FFF2-40B4-BE49-F238E27FC236}">
                <a16:creationId xmlns:a16="http://schemas.microsoft.com/office/drawing/2014/main" id="{A6B42C1F-1AC8-3546-6295-F1E06CFB295D}"/>
              </a:ext>
            </a:extLst>
          </p:cNvPr>
          <p:cNvSpPr txBox="1"/>
          <p:nvPr/>
        </p:nvSpPr>
        <p:spPr>
          <a:xfrm>
            <a:off x="7820850" y="2253785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>
              <a:defRPr>
                <a:latin typeface="Aptos" panose="020B0004020202020204" pitchFamily="34" charset="0"/>
              </a:defRPr>
            </a:lvl1pPr>
          </a:lstStyle>
          <a:p>
            <a:r>
              <a:rPr lang="nl-NL" dirty="0"/>
              <a:t>5</a:t>
            </a:r>
          </a:p>
        </p:txBody>
      </p:sp>
      <p:sp>
        <p:nvSpPr>
          <p:cNvPr id="119" name="TextBox 118">
            <a:extLst>
              <a:ext uri="{FF2B5EF4-FFF2-40B4-BE49-F238E27FC236}">
                <a16:creationId xmlns:a16="http://schemas.microsoft.com/office/drawing/2014/main" id="{7BFFCF4D-5D17-8D57-5A6B-A7652EF6F855}"/>
              </a:ext>
            </a:extLst>
          </p:cNvPr>
          <p:cNvSpPr txBox="1"/>
          <p:nvPr/>
        </p:nvSpPr>
        <p:spPr>
          <a:xfrm>
            <a:off x="8893019" y="2644064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>
              <a:defRPr>
                <a:latin typeface="Aptos" panose="020B0004020202020204" pitchFamily="34" charset="0"/>
              </a:defRPr>
            </a:lvl1pPr>
          </a:lstStyle>
          <a:p>
            <a:r>
              <a:rPr lang="nl-NL" dirty="0"/>
              <a:t>3</a:t>
            </a:r>
          </a:p>
        </p:txBody>
      </p:sp>
      <p:sp>
        <p:nvSpPr>
          <p:cNvPr id="120" name="TextBox 119">
            <a:extLst>
              <a:ext uri="{FF2B5EF4-FFF2-40B4-BE49-F238E27FC236}">
                <a16:creationId xmlns:a16="http://schemas.microsoft.com/office/drawing/2014/main" id="{3E64E085-B73B-82EF-2B42-3072EAC2382E}"/>
              </a:ext>
            </a:extLst>
          </p:cNvPr>
          <p:cNvSpPr txBox="1"/>
          <p:nvPr/>
        </p:nvSpPr>
        <p:spPr>
          <a:xfrm>
            <a:off x="9769039" y="1813423"/>
            <a:ext cx="4315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>
              <a:defRPr>
                <a:solidFill>
                  <a:schemeClr val="bg1">
                    <a:lumMod val="95000"/>
                  </a:schemeClr>
                </a:solidFill>
                <a:latin typeface="Aptos" panose="020B0004020202020204" pitchFamily="34" charset="0"/>
              </a:defRPr>
            </a:lvl1pPr>
          </a:lstStyle>
          <a:p>
            <a:r>
              <a:rPr lang="nl-NL" dirty="0">
                <a:solidFill>
                  <a:schemeClr val="tx1"/>
                </a:solidFill>
              </a:rPr>
              <a:t>10</a:t>
            </a:r>
          </a:p>
        </p:txBody>
      </p:sp>
      <p:sp>
        <p:nvSpPr>
          <p:cNvPr id="16" name="TextBox 120">
            <a:extLst>
              <a:ext uri="{FF2B5EF4-FFF2-40B4-BE49-F238E27FC236}">
                <a16:creationId xmlns:a16="http://schemas.microsoft.com/office/drawing/2014/main" id="{8409438A-932B-B1E6-004D-17FD97F0145D}"/>
              </a:ext>
            </a:extLst>
          </p:cNvPr>
          <p:cNvSpPr txBox="1"/>
          <p:nvPr/>
        </p:nvSpPr>
        <p:spPr>
          <a:xfrm>
            <a:off x="11144364" y="2057281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>
              <a:defRPr>
                <a:latin typeface="Aptos" panose="020B0004020202020204" pitchFamily="34" charset="0"/>
              </a:defRPr>
            </a:lvl1pPr>
          </a:lstStyle>
          <a:p>
            <a:r>
              <a:rPr lang="nl-NL" dirty="0"/>
              <a:t>9</a:t>
            </a:r>
          </a:p>
        </p:txBody>
      </p:sp>
      <p:sp>
        <p:nvSpPr>
          <p:cNvPr id="25" name="TextBox 128">
            <a:extLst>
              <a:ext uri="{FF2B5EF4-FFF2-40B4-BE49-F238E27FC236}">
                <a16:creationId xmlns:a16="http://schemas.microsoft.com/office/drawing/2014/main" id="{3FABF1D3-3ED1-6FE8-A69A-2695CFD659DD}"/>
              </a:ext>
            </a:extLst>
          </p:cNvPr>
          <p:cNvSpPr txBox="1"/>
          <p:nvPr/>
        </p:nvSpPr>
        <p:spPr>
          <a:xfrm>
            <a:off x="10917429" y="2767356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>
              <a:defRPr>
                <a:solidFill>
                  <a:schemeClr val="bg1">
                    <a:lumMod val="95000"/>
                  </a:schemeClr>
                </a:solidFill>
                <a:latin typeface="Aptos" panose="020B0004020202020204" pitchFamily="34" charset="0"/>
              </a:defRPr>
            </a:lvl1pPr>
          </a:lstStyle>
          <a:p>
            <a:r>
              <a:rPr lang="nl-NL" dirty="0">
                <a:solidFill>
                  <a:schemeClr val="tx1"/>
                </a:solidFill>
              </a:rPr>
              <a:t>8</a:t>
            </a:r>
          </a:p>
        </p:txBody>
      </p:sp>
      <p:sp>
        <p:nvSpPr>
          <p:cNvPr id="26" name="TextBox 129">
            <a:extLst>
              <a:ext uri="{FF2B5EF4-FFF2-40B4-BE49-F238E27FC236}">
                <a16:creationId xmlns:a16="http://schemas.microsoft.com/office/drawing/2014/main" id="{0B504D5B-EC66-01E4-ECCE-271648D6B27F}"/>
              </a:ext>
            </a:extLst>
          </p:cNvPr>
          <p:cNvSpPr txBox="1"/>
          <p:nvPr/>
        </p:nvSpPr>
        <p:spPr>
          <a:xfrm>
            <a:off x="11702412" y="3871807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>
              <a:defRPr>
                <a:latin typeface="Aptos" panose="020B0004020202020204" pitchFamily="34" charset="0"/>
              </a:defRPr>
            </a:lvl1pPr>
          </a:lstStyle>
          <a:p>
            <a:r>
              <a:rPr lang="nl-NL" dirty="0"/>
              <a:t>9</a:t>
            </a:r>
          </a:p>
        </p:txBody>
      </p:sp>
      <p:sp>
        <p:nvSpPr>
          <p:cNvPr id="27" name="TextBox 126">
            <a:extLst>
              <a:ext uri="{FF2B5EF4-FFF2-40B4-BE49-F238E27FC236}">
                <a16:creationId xmlns:a16="http://schemas.microsoft.com/office/drawing/2014/main" id="{3EDD8DD0-28F6-4125-9292-8BD3FA59CC26}"/>
              </a:ext>
            </a:extLst>
          </p:cNvPr>
          <p:cNvSpPr txBox="1"/>
          <p:nvPr/>
        </p:nvSpPr>
        <p:spPr>
          <a:xfrm>
            <a:off x="9774498" y="4284407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>
              <a:defRPr>
                <a:solidFill>
                  <a:schemeClr val="bg1">
                    <a:lumMod val="95000"/>
                  </a:schemeClr>
                </a:solidFill>
                <a:latin typeface="Aptos" panose="020B0004020202020204" pitchFamily="34" charset="0"/>
              </a:defRPr>
            </a:lvl1pPr>
          </a:lstStyle>
          <a:p>
            <a:r>
              <a:rPr lang="nl-NL" dirty="0">
                <a:solidFill>
                  <a:schemeClr val="tx1"/>
                </a:solidFill>
              </a:rPr>
              <a:t>5</a:t>
            </a:r>
          </a:p>
        </p:txBody>
      </p:sp>
      <p:sp>
        <p:nvSpPr>
          <p:cNvPr id="28" name="TextBox 130">
            <a:extLst>
              <a:ext uri="{FF2B5EF4-FFF2-40B4-BE49-F238E27FC236}">
                <a16:creationId xmlns:a16="http://schemas.microsoft.com/office/drawing/2014/main" id="{467D1609-8F7B-2A6C-288C-7EFA80D3AB3F}"/>
              </a:ext>
            </a:extLst>
          </p:cNvPr>
          <p:cNvSpPr txBox="1"/>
          <p:nvPr/>
        </p:nvSpPr>
        <p:spPr>
          <a:xfrm>
            <a:off x="9636165" y="3226198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>
              <a:defRPr>
                <a:solidFill>
                  <a:schemeClr val="bg1">
                    <a:lumMod val="95000"/>
                  </a:schemeClr>
                </a:solidFill>
                <a:latin typeface="Aptos" panose="020B0004020202020204" pitchFamily="34" charset="0"/>
              </a:defRPr>
            </a:lvl1pPr>
          </a:lstStyle>
          <a:p>
            <a:r>
              <a:rPr lang="nl-NL" dirty="0">
                <a:solidFill>
                  <a:schemeClr val="tx1"/>
                </a:solidFill>
              </a:rPr>
              <a:t>6</a:t>
            </a:r>
          </a:p>
        </p:txBody>
      </p:sp>
      <p:sp>
        <p:nvSpPr>
          <p:cNvPr id="29" name="TextBox 131">
            <a:extLst>
              <a:ext uri="{FF2B5EF4-FFF2-40B4-BE49-F238E27FC236}">
                <a16:creationId xmlns:a16="http://schemas.microsoft.com/office/drawing/2014/main" id="{FEA8AA4B-55E4-7345-3CEA-0E8AB9E6889D}"/>
              </a:ext>
            </a:extLst>
          </p:cNvPr>
          <p:cNvSpPr txBox="1"/>
          <p:nvPr/>
        </p:nvSpPr>
        <p:spPr>
          <a:xfrm>
            <a:off x="8051195" y="3212699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>
              <a:defRPr>
                <a:latin typeface="Aptos" panose="020B0004020202020204" pitchFamily="34" charset="0"/>
              </a:defRPr>
            </a:lvl1pPr>
          </a:lstStyle>
          <a:p>
            <a:r>
              <a:rPr lang="nl-NL" dirty="0"/>
              <a:t>7</a:t>
            </a:r>
          </a:p>
        </p:txBody>
      </p:sp>
    </p:spTree>
    <p:extLst>
      <p:ext uri="{BB962C8B-B14F-4D97-AF65-F5344CB8AC3E}">
        <p14:creationId xmlns:p14="http://schemas.microsoft.com/office/powerpoint/2010/main" val="29215941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7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" dur="50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000000"/>
                                      </p:to>
                                    </p:animClr>
                                    <p:set>
                                      <p:cBhvr>
                                        <p:cTn id="7" dur="50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" presetClass="emph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0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0070C0"/>
                                      </p:to>
                                    </p:animClr>
                                    <p:set>
                                      <p:cBhvr>
                                        <p:cTn id="11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2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000"/>
                            </p:stCondLst>
                            <p:childTnLst>
                              <p:par>
                                <p:cTn id="14" presetID="10" presetClass="exit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5" dur="500"/>
                                        <p:tgtEl>
                                          <p:spTgt spid="11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7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0" dur="500" fill="hold"/>
                                        <p:tgtEl>
                                          <p:spTgt spid="90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21" dur="500" fill="hold"/>
                                        <p:tgtEl>
                                          <p:spTgt spid="90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5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500"/>
                            </p:stCondLst>
                            <p:childTnLst>
                              <p:par>
                                <p:cTn id="28" presetID="7" presetClass="emph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9" dur="500" fill="hold"/>
                                        <p:tgtEl>
                                          <p:spTgt spid="90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F2F2F2"/>
                                      </p:to>
                                    </p:animClr>
                                    <p:set>
                                      <p:cBhvr>
                                        <p:cTn id="30" dur="500" fill="hold"/>
                                        <p:tgtEl>
                                          <p:spTgt spid="90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7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4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35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9" dur="500"/>
                                        <p:tgtEl>
                                          <p:spTgt spid="11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500"/>
                            </p:stCondLst>
                            <p:childTnLst>
                              <p:par>
                                <p:cTn id="42" presetID="7" presetClass="emph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3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F2F2F2"/>
                                      </p:to>
                                    </p:animClr>
                                    <p:set>
                                      <p:cBhvr>
                                        <p:cTn id="44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7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49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3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" fill="hold">
                            <p:stCondLst>
                              <p:cond delay="500"/>
                            </p:stCondLst>
                            <p:childTnLst>
                              <p:par>
                                <p:cTn id="56" presetID="7" presetClass="emph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F2F2F2"/>
                                      </p:to>
                                    </p:animClr>
                                    <p:set>
                                      <p:cBhvr>
                                        <p:cTn id="5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7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6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9" fill="hold">
                            <p:stCondLst>
                              <p:cond delay="500"/>
                            </p:stCondLst>
                            <p:childTnLst>
                              <p:par>
                                <p:cTn id="70" presetID="7" presetClass="emph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71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F2F2F2"/>
                                      </p:to>
                                    </p:animClr>
                                    <p:set>
                                      <p:cBhvr>
                                        <p:cTn id="7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8" grpId="0"/>
      <p:bldP spid="119" grpId="0"/>
      <p:bldP spid="27" grpId="0"/>
      <p:bldP spid="28" grpId="0"/>
      <p:bldP spid="29" grpId="0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63D87D-4084-E3DF-7E04-737B232534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5A4E2D-42CD-F409-1509-9A8CD2F4FE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 err="1"/>
              <a:t>Prim’s</a:t>
            </a:r>
            <a:r>
              <a:rPr lang="nl-NL" dirty="0"/>
              <a:t> </a:t>
            </a:r>
            <a:r>
              <a:rPr lang="nl-NL" dirty="0" err="1"/>
              <a:t>algorithm</a:t>
            </a:r>
            <a:endParaRPr lang="nl-N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E3FBFA-3C2C-454F-E33E-C2A7D1161F6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0081" y="2633472"/>
            <a:ext cx="4855372" cy="3459510"/>
          </a:xfrm>
        </p:spPr>
        <p:txBody>
          <a:bodyPr>
            <a:normAutofit/>
          </a:bodyPr>
          <a:lstStyle/>
          <a:p>
            <a:r>
              <a:rPr lang="nl-NL" dirty="0"/>
              <a:t>Pseudocode:</a:t>
            </a:r>
          </a:p>
          <a:p>
            <a:pPr lvl="1"/>
            <a:r>
              <a:rPr lang="nl-NL" dirty="0"/>
              <a:t>Start </a:t>
            </a:r>
            <a:r>
              <a:rPr lang="nl-NL" dirty="0" err="1"/>
              <a:t>with</a:t>
            </a:r>
            <a:r>
              <a:rPr lang="nl-NL" dirty="0"/>
              <a:t> </a:t>
            </a:r>
            <a:r>
              <a:rPr lang="nl-NL" dirty="0" err="1"/>
              <a:t>an</a:t>
            </a:r>
            <a:r>
              <a:rPr lang="nl-NL" dirty="0"/>
              <a:t> </a:t>
            </a:r>
            <a:r>
              <a:rPr lang="nl-NL" dirty="0" err="1"/>
              <a:t>arbitrary</a:t>
            </a:r>
            <a:r>
              <a:rPr lang="nl-NL" dirty="0"/>
              <a:t> node &amp; </a:t>
            </a:r>
            <a:r>
              <a:rPr lang="nl-NL" dirty="0" err="1"/>
              <a:t>add</a:t>
            </a:r>
            <a:r>
              <a:rPr lang="nl-NL" dirty="0"/>
              <a:t> </a:t>
            </a:r>
            <a:r>
              <a:rPr lang="nl-NL" dirty="0" err="1"/>
              <a:t>it</a:t>
            </a:r>
            <a:r>
              <a:rPr lang="nl-NL" dirty="0"/>
              <a:t> </a:t>
            </a:r>
            <a:r>
              <a:rPr lang="nl-NL" dirty="0" err="1"/>
              <a:t>to</a:t>
            </a:r>
            <a:r>
              <a:rPr lang="nl-NL" dirty="0"/>
              <a:t> </a:t>
            </a:r>
            <a:r>
              <a:rPr lang="nl-NL" dirty="0" err="1"/>
              <a:t>the</a:t>
            </a:r>
            <a:r>
              <a:rPr lang="nl-NL" dirty="0"/>
              <a:t> </a:t>
            </a:r>
            <a:r>
              <a:rPr lang="nl-NL" dirty="0" err="1"/>
              <a:t>result</a:t>
            </a:r>
            <a:endParaRPr lang="nl-NL" dirty="0"/>
          </a:p>
          <a:p>
            <a:pPr lvl="1"/>
            <a:r>
              <a:rPr lang="nl-NL" dirty="0" err="1"/>
              <a:t>While</a:t>
            </a:r>
            <a:r>
              <a:rPr lang="nl-NL" dirty="0"/>
              <a:t> </a:t>
            </a:r>
            <a:r>
              <a:rPr lang="nl-NL" dirty="0" err="1"/>
              <a:t>there</a:t>
            </a:r>
            <a:r>
              <a:rPr lang="nl-NL" dirty="0"/>
              <a:t> are </a:t>
            </a:r>
            <a:r>
              <a:rPr lang="nl-NL" dirty="0" err="1"/>
              <a:t>nodes</a:t>
            </a:r>
            <a:r>
              <a:rPr lang="nl-NL" dirty="0"/>
              <a:t> </a:t>
            </a:r>
            <a:r>
              <a:rPr lang="nl-NL" dirty="0" err="1"/>
              <a:t>that</a:t>
            </a:r>
            <a:r>
              <a:rPr lang="nl-NL" dirty="0"/>
              <a:t> are </a:t>
            </a:r>
            <a:r>
              <a:rPr lang="nl-NL" dirty="0" err="1"/>
              <a:t>not</a:t>
            </a:r>
            <a:r>
              <a:rPr lang="nl-NL" dirty="0"/>
              <a:t> part of </a:t>
            </a:r>
            <a:r>
              <a:rPr lang="nl-NL" dirty="0" err="1"/>
              <a:t>the</a:t>
            </a:r>
            <a:r>
              <a:rPr lang="nl-NL" dirty="0"/>
              <a:t> </a:t>
            </a:r>
            <a:r>
              <a:rPr lang="nl-NL" dirty="0" err="1"/>
              <a:t>result</a:t>
            </a:r>
            <a:r>
              <a:rPr lang="nl-NL" dirty="0"/>
              <a:t>:</a:t>
            </a:r>
          </a:p>
          <a:p>
            <a:pPr lvl="2"/>
            <a:r>
              <a:rPr lang="nl-NL" dirty="0" err="1"/>
              <a:t>Find</a:t>
            </a:r>
            <a:r>
              <a:rPr lang="nl-NL" dirty="0"/>
              <a:t> </a:t>
            </a:r>
            <a:r>
              <a:rPr lang="nl-NL" dirty="0" err="1"/>
              <a:t>the</a:t>
            </a:r>
            <a:r>
              <a:rPr lang="nl-NL" dirty="0"/>
              <a:t> </a:t>
            </a:r>
            <a:r>
              <a:rPr lang="nl-NL" dirty="0" err="1"/>
              <a:t>cheapest</a:t>
            </a:r>
            <a:r>
              <a:rPr lang="nl-NL" dirty="0"/>
              <a:t> </a:t>
            </a:r>
            <a:r>
              <a:rPr lang="nl-NL" dirty="0" err="1"/>
              <a:t>edge</a:t>
            </a:r>
            <a:r>
              <a:rPr lang="nl-NL" dirty="0"/>
              <a:t> </a:t>
            </a:r>
            <a:r>
              <a:rPr lang="nl-NL" dirty="0" err="1"/>
              <a:t>between</a:t>
            </a:r>
            <a:r>
              <a:rPr lang="nl-NL" dirty="0"/>
              <a:t> a node </a:t>
            </a:r>
            <a:r>
              <a:rPr lang="nl-NL" dirty="0" err="1"/>
              <a:t>that</a:t>
            </a:r>
            <a:r>
              <a:rPr lang="nl-NL" dirty="0"/>
              <a:t> is in </a:t>
            </a:r>
            <a:r>
              <a:rPr lang="nl-NL" dirty="0" err="1"/>
              <a:t>result</a:t>
            </a:r>
            <a:r>
              <a:rPr lang="nl-NL" dirty="0"/>
              <a:t> </a:t>
            </a:r>
            <a:r>
              <a:rPr lang="nl-NL" dirty="0" err="1"/>
              <a:t>and</a:t>
            </a:r>
            <a:r>
              <a:rPr lang="nl-NL" dirty="0"/>
              <a:t> </a:t>
            </a:r>
            <a:r>
              <a:rPr lang="nl-NL" dirty="0" err="1"/>
              <a:t>one</a:t>
            </a:r>
            <a:r>
              <a:rPr lang="nl-NL" dirty="0"/>
              <a:t> </a:t>
            </a:r>
            <a:r>
              <a:rPr lang="nl-NL" dirty="0" err="1"/>
              <a:t>that</a:t>
            </a:r>
            <a:r>
              <a:rPr lang="nl-NL" dirty="0"/>
              <a:t> is </a:t>
            </a:r>
            <a:r>
              <a:rPr lang="nl-NL" dirty="0" err="1"/>
              <a:t>not</a:t>
            </a:r>
            <a:endParaRPr lang="nl-NL" dirty="0"/>
          </a:p>
          <a:p>
            <a:pPr lvl="2"/>
            <a:r>
              <a:rPr lang="nl-NL" dirty="0" err="1"/>
              <a:t>Add</a:t>
            </a:r>
            <a:r>
              <a:rPr lang="nl-NL" dirty="0"/>
              <a:t> </a:t>
            </a:r>
            <a:r>
              <a:rPr lang="nl-NL" dirty="0" err="1"/>
              <a:t>the</a:t>
            </a:r>
            <a:r>
              <a:rPr lang="nl-NL" dirty="0"/>
              <a:t> </a:t>
            </a:r>
            <a:r>
              <a:rPr lang="nl-NL" dirty="0" err="1"/>
              <a:t>edge</a:t>
            </a:r>
            <a:r>
              <a:rPr lang="nl-NL" dirty="0"/>
              <a:t> &amp; node </a:t>
            </a:r>
            <a:r>
              <a:rPr lang="nl-NL" dirty="0" err="1"/>
              <a:t>to</a:t>
            </a:r>
            <a:r>
              <a:rPr lang="nl-NL" dirty="0"/>
              <a:t> </a:t>
            </a:r>
            <a:r>
              <a:rPr lang="nl-NL" dirty="0" err="1"/>
              <a:t>the</a:t>
            </a:r>
            <a:r>
              <a:rPr lang="nl-NL" dirty="0"/>
              <a:t> </a:t>
            </a:r>
            <a:r>
              <a:rPr lang="nl-NL" dirty="0" err="1"/>
              <a:t>result</a:t>
            </a:r>
            <a:endParaRPr lang="nl-NL" dirty="0"/>
          </a:p>
          <a:p>
            <a:pPr lvl="2"/>
            <a:endParaRPr lang="nl-NL" dirty="0"/>
          </a:p>
        </p:txBody>
      </p:sp>
      <p:sp>
        <p:nvSpPr>
          <p:cNvPr id="4" name="Oval 6">
            <a:extLst>
              <a:ext uri="{FF2B5EF4-FFF2-40B4-BE49-F238E27FC236}">
                <a16:creationId xmlns:a16="http://schemas.microsoft.com/office/drawing/2014/main" id="{C43F2E74-CCBD-5DFC-F171-8C6E265B9816}"/>
              </a:ext>
            </a:extLst>
          </p:cNvPr>
          <p:cNvSpPr/>
          <p:nvPr/>
        </p:nvSpPr>
        <p:spPr>
          <a:xfrm>
            <a:off x="8625333" y="3538158"/>
            <a:ext cx="427106" cy="427106"/>
          </a:xfrm>
          <a:prstGeom prst="ellipse">
            <a:avLst/>
          </a:prstGeom>
          <a:solidFill>
            <a:srgbClr val="0070C0">
              <a:alpha val="50000"/>
            </a:srgb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 dirty="0">
              <a:latin typeface="Aptos" panose="020B0004020202020204" pitchFamily="34" charset="0"/>
            </a:endParaRPr>
          </a:p>
        </p:txBody>
      </p:sp>
      <p:sp>
        <p:nvSpPr>
          <p:cNvPr id="5" name="Oval 8">
            <a:extLst>
              <a:ext uri="{FF2B5EF4-FFF2-40B4-BE49-F238E27FC236}">
                <a16:creationId xmlns:a16="http://schemas.microsoft.com/office/drawing/2014/main" id="{C5203119-2A98-612E-0457-1FFB4B4D7FC9}"/>
              </a:ext>
            </a:extLst>
          </p:cNvPr>
          <p:cNvSpPr/>
          <p:nvPr/>
        </p:nvSpPr>
        <p:spPr>
          <a:xfrm>
            <a:off x="10309437" y="3304087"/>
            <a:ext cx="427106" cy="427106"/>
          </a:xfrm>
          <a:prstGeom prst="ellipse">
            <a:avLst/>
          </a:prstGeom>
          <a:solidFill>
            <a:srgbClr val="0070C0">
              <a:alpha val="50000"/>
            </a:srgb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 dirty="0">
              <a:latin typeface="Aptos" panose="020B0004020202020204" pitchFamily="34" charset="0"/>
            </a:endParaRPr>
          </a:p>
        </p:txBody>
      </p:sp>
      <p:cxnSp>
        <p:nvCxnSpPr>
          <p:cNvPr id="6" name="Straight Arrow Connector 18">
            <a:extLst>
              <a:ext uri="{FF2B5EF4-FFF2-40B4-BE49-F238E27FC236}">
                <a16:creationId xmlns:a16="http://schemas.microsoft.com/office/drawing/2014/main" id="{3020E4C8-43AC-5605-E8FE-2748343CE23C}"/>
              </a:ext>
            </a:extLst>
          </p:cNvPr>
          <p:cNvCxnSpPr>
            <a:cxnSpLocks/>
            <a:stCxn id="7" idx="6"/>
            <a:endCxn id="4" idx="2"/>
          </p:cNvCxnSpPr>
          <p:nvPr/>
        </p:nvCxnSpPr>
        <p:spPr>
          <a:xfrm>
            <a:off x="7540387" y="3305930"/>
            <a:ext cx="1084946" cy="445781"/>
          </a:xfrm>
          <a:prstGeom prst="straightConnector1">
            <a:avLst/>
          </a:prstGeom>
          <a:ln w="38100">
            <a:solidFill>
              <a:schemeClr val="bg1">
                <a:lumMod val="95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" name="Oval 19">
            <a:extLst>
              <a:ext uri="{FF2B5EF4-FFF2-40B4-BE49-F238E27FC236}">
                <a16:creationId xmlns:a16="http://schemas.microsoft.com/office/drawing/2014/main" id="{61E55BFD-E9FE-0B58-3C84-FCB8EED54C3E}"/>
              </a:ext>
            </a:extLst>
          </p:cNvPr>
          <p:cNvSpPr/>
          <p:nvPr/>
        </p:nvSpPr>
        <p:spPr>
          <a:xfrm>
            <a:off x="7113281" y="3092377"/>
            <a:ext cx="427106" cy="427106"/>
          </a:xfrm>
          <a:prstGeom prst="ellipse">
            <a:avLst/>
          </a:prstGeom>
          <a:solidFill>
            <a:srgbClr val="0070C0">
              <a:alpha val="50000"/>
            </a:srgb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 dirty="0">
              <a:latin typeface="Aptos" panose="020B0004020202020204" pitchFamily="34" charset="0"/>
            </a:endParaRPr>
          </a:p>
        </p:txBody>
      </p:sp>
      <p:sp>
        <p:nvSpPr>
          <p:cNvPr id="8" name="Oval 8">
            <a:extLst>
              <a:ext uri="{FF2B5EF4-FFF2-40B4-BE49-F238E27FC236}">
                <a16:creationId xmlns:a16="http://schemas.microsoft.com/office/drawing/2014/main" id="{67B5777E-844C-7917-4176-92751AA2E7E7}"/>
              </a:ext>
            </a:extLst>
          </p:cNvPr>
          <p:cNvSpPr/>
          <p:nvPr/>
        </p:nvSpPr>
        <p:spPr>
          <a:xfrm>
            <a:off x="11491903" y="2622018"/>
            <a:ext cx="427106" cy="427106"/>
          </a:xfrm>
          <a:prstGeom prst="ellipse">
            <a:avLst/>
          </a:prstGeom>
          <a:solidFill>
            <a:schemeClr val="bg1">
              <a:lumMod val="85000"/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 dirty="0">
              <a:latin typeface="Aptos" panose="020B0004020202020204" pitchFamily="34" charset="0"/>
            </a:endParaRPr>
          </a:p>
        </p:txBody>
      </p:sp>
      <p:cxnSp>
        <p:nvCxnSpPr>
          <p:cNvPr id="9" name="Straight Arrow Connector 18">
            <a:extLst>
              <a:ext uri="{FF2B5EF4-FFF2-40B4-BE49-F238E27FC236}">
                <a16:creationId xmlns:a16="http://schemas.microsoft.com/office/drawing/2014/main" id="{54E2619D-2372-03DD-AE4D-0CD5043B1FB5}"/>
              </a:ext>
            </a:extLst>
          </p:cNvPr>
          <p:cNvCxnSpPr>
            <a:cxnSpLocks/>
            <a:stCxn id="4" idx="6"/>
            <a:endCxn id="5" idx="2"/>
          </p:cNvCxnSpPr>
          <p:nvPr/>
        </p:nvCxnSpPr>
        <p:spPr>
          <a:xfrm flipV="1">
            <a:off x="9052439" y="3517640"/>
            <a:ext cx="1256998" cy="234071"/>
          </a:xfrm>
          <a:prstGeom prst="straightConnector1">
            <a:avLst/>
          </a:prstGeom>
          <a:ln w="38100">
            <a:solidFill>
              <a:schemeClr val="bg1">
                <a:lumMod val="95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" name="Straight Arrow Connector 18">
            <a:extLst>
              <a:ext uri="{FF2B5EF4-FFF2-40B4-BE49-F238E27FC236}">
                <a16:creationId xmlns:a16="http://schemas.microsoft.com/office/drawing/2014/main" id="{A1514BCE-A5A3-F747-6F9E-691276F08041}"/>
              </a:ext>
            </a:extLst>
          </p:cNvPr>
          <p:cNvCxnSpPr>
            <a:cxnSpLocks/>
            <a:stCxn id="5" idx="7"/>
            <a:endCxn id="8" idx="3"/>
          </p:cNvCxnSpPr>
          <p:nvPr/>
        </p:nvCxnSpPr>
        <p:spPr>
          <a:xfrm flipV="1">
            <a:off x="10673995" y="2986576"/>
            <a:ext cx="880456" cy="380059"/>
          </a:xfrm>
          <a:prstGeom prst="straightConnector1">
            <a:avLst/>
          </a:prstGeom>
          <a:ln w="38100">
            <a:solidFill>
              <a:schemeClr val="bg1">
                <a:lumMod val="95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1" name="Oval 19">
            <a:extLst>
              <a:ext uri="{FF2B5EF4-FFF2-40B4-BE49-F238E27FC236}">
                <a16:creationId xmlns:a16="http://schemas.microsoft.com/office/drawing/2014/main" id="{41451DC8-3664-C2A3-FC69-2C17A87B85A9}"/>
              </a:ext>
            </a:extLst>
          </p:cNvPr>
          <p:cNvSpPr/>
          <p:nvPr/>
        </p:nvSpPr>
        <p:spPr>
          <a:xfrm>
            <a:off x="8742274" y="1569448"/>
            <a:ext cx="427106" cy="427106"/>
          </a:xfrm>
          <a:prstGeom prst="ellipse">
            <a:avLst/>
          </a:prstGeom>
          <a:solidFill>
            <a:srgbClr val="0070C0">
              <a:alpha val="50000"/>
            </a:srgb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 dirty="0">
              <a:latin typeface="Aptos" panose="020B0004020202020204" pitchFamily="34" charset="0"/>
            </a:endParaRPr>
          </a:p>
        </p:txBody>
      </p:sp>
      <p:sp>
        <p:nvSpPr>
          <p:cNvPr id="12" name="Oval 19">
            <a:extLst>
              <a:ext uri="{FF2B5EF4-FFF2-40B4-BE49-F238E27FC236}">
                <a16:creationId xmlns:a16="http://schemas.microsoft.com/office/drawing/2014/main" id="{64E5F67E-A07B-D53A-4701-04103E1AA856}"/>
              </a:ext>
            </a:extLst>
          </p:cNvPr>
          <p:cNvSpPr/>
          <p:nvPr/>
        </p:nvSpPr>
        <p:spPr>
          <a:xfrm>
            <a:off x="7560320" y="5124757"/>
            <a:ext cx="427106" cy="427106"/>
          </a:xfrm>
          <a:prstGeom prst="ellipse">
            <a:avLst/>
          </a:prstGeom>
          <a:solidFill>
            <a:srgbClr val="0070C0">
              <a:alpha val="50000"/>
            </a:srgb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 dirty="0">
              <a:latin typeface="Aptos" panose="020B0004020202020204" pitchFamily="34" charset="0"/>
            </a:endParaRPr>
          </a:p>
        </p:txBody>
      </p:sp>
      <p:sp>
        <p:nvSpPr>
          <p:cNvPr id="13" name="Oval 19">
            <a:extLst>
              <a:ext uri="{FF2B5EF4-FFF2-40B4-BE49-F238E27FC236}">
                <a16:creationId xmlns:a16="http://schemas.microsoft.com/office/drawing/2014/main" id="{E6988A54-EAF8-E9BA-8E3A-E8612892B8EA}"/>
              </a:ext>
            </a:extLst>
          </p:cNvPr>
          <p:cNvSpPr/>
          <p:nvPr/>
        </p:nvSpPr>
        <p:spPr>
          <a:xfrm>
            <a:off x="9443761" y="5376993"/>
            <a:ext cx="427106" cy="427106"/>
          </a:xfrm>
          <a:prstGeom prst="ellipse">
            <a:avLst/>
          </a:prstGeom>
          <a:solidFill>
            <a:srgbClr val="0070C0">
              <a:alpha val="50000"/>
            </a:srgb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 dirty="0">
              <a:latin typeface="Aptos" panose="020B0004020202020204" pitchFamily="34" charset="0"/>
            </a:endParaRPr>
          </a:p>
        </p:txBody>
      </p:sp>
      <p:sp>
        <p:nvSpPr>
          <p:cNvPr id="14" name="Oval 19">
            <a:extLst>
              <a:ext uri="{FF2B5EF4-FFF2-40B4-BE49-F238E27FC236}">
                <a16:creationId xmlns:a16="http://schemas.microsoft.com/office/drawing/2014/main" id="{1D68C804-9219-A1BB-4DFC-7A6D132545BF}"/>
              </a:ext>
            </a:extLst>
          </p:cNvPr>
          <p:cNvSpPr/>
          <p:nvPr/>
        </p:nvSpPr>
        <p:spPr>
          <a:xfrm>
            <a:off x="11444091" y="4877014"/>
            <a:ext cx="427106" cy="427106"/>
          </a:xfrm>
          <a:prstGeom prst="ellipse">
            <a:avLst/>
          </a:prstGeom>
          <a:solidFill>
            <a:srgbClr val="0070C0">
              <a:alpha val="50000"/>
            </a:srgb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 dirty="0">
              <a:latin typeface="Aptos" panose="020B0004020202020204" pitchFamily="34" charset="0"/>
            </a:endParaRPr>
          </a:p>
        </p:txBody>
      </p:sp>
      <p:sp>
        <p:nvSpPr>
          <p:cNvPr id="15" name="Oval 19">
            <a:extLst>
              <a:ext uri="{FF2B5EF4-FFF2-40B4-BE49-F238E27FC236}">
                <a16:creationId xmlns:a16="http://schemas.microsoft.com/office/drawing/2014/main" id="{0EFEF6E5-8F37-4D8B-12E3-FA1285644E08}"/>
              </a:ext>
            </a:extLst>
          </p:cNvPr>
          <p:cNvSpPr/>
          <p:nvPr/>
        </p:nvSpPr>
        <p:spPr>
          <a:xfrm>
            <a:off x="10333484" y="1630175"/>
            <a:ext cx="427106" cy="427106"/>
          </a:xfrm>
          <a:prstGeom prst="ellipse">
            <a:avLst/>
          </a:prstGeom>
          <a:solidFill>
            <a:srgbClr val="0070C0">
              <a:alpha val="50000"/>
            </a:srgb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 dirty="0">
              <a:latin typeface="Aptos" panose="020B0004020202020204" pitchFamily="34" charset="0"/>
            </a:endParaRPr>
          </a:p>
        </p:txBody>
      </p:sp>
      <p:cxnSp>
        <p:nvCxnSpPr>
          <p:cNvPr id="17" name="Straight Arrow Connector 47">
            <a:extLst>
              <a:ext uri="{FF2B5EF4-FFF2-40B4-BE49-F238E27FC236}">
                <a16:creationId xmlns:a16="http://schemas.microsoft.com/office/drawing/2014/main" id="{C7E357DA-E9AE-EB78-5E20-E1980E86DBE6}"/>
              </a:ext>
            </a:extLst>
          </p:cNvPr>
          <p:cNvCxnSpPr>
            <a:cxnSpLocks/>
            <a:stCxn id="7" idx="7"/>
            <a:endCxn id="11" idx="3"/>
          </p:cNvCxnSpPr>
          <p:nvPr/>
        </p:nvCxnSpPr>
        <p:spPr>
          <a:xfrm flipV="1">
            <a:off x="7477839" y="1934006"/>
            <a:ext cx="1326983" cy="1220919"/>
          </a:xfrm>
          <a:prstGeom prst="straightConnector1">
            <a:avLst/>
          </a:prstGeom>
          <a:ln w="38100">
            <a:solidFill>
              <a:schemeClr val="bg1">
                <a:lumMod val="95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8" name="Straight Arrow Connector 47">
            <a:extLst>
              <a:ext uri="{FF2B5EF4-FFF2-40B4-BE49-F238E27FC236}">
                <a16:creationId xmlns:a16="http://schemas.microsoft.com/office/drawing/2014/main" id="{4A382610-E414-B801-9FEE-0D7D5F74885B}"/>
              </a:ext>
            </a:extLst>
          </p:cNvPr>
          <p:cNvCxnSpPr>
            <a:cxnSpLocks/>
            <a:stCxn id="11" idx="6"/>
            <a:endCxn id="15" idx="2"/>
          </p:cNvCxnSpPr>
          <p:nvPr/>
        </p:nvCxnSpPr>
        <p:spPr>
          <a:xfrm>
            <a:off x="9169380" y="1783001"/>
            <a:ext cx="1164104" cy="60727"/>
          </a:xfrm>
          <a:prstGeom prst="straightConnector1">
            <a:avLst/>
          </a:prstGeom>
          <a:ln w="38100">
            <a:solidFill>
              <a:schemeClr val="bg1">
                <a:lumMod val="95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9" name="Straight Arrow Connector 47">
            <a:extLst>
              <a:ext uri="{FF2B5EF4-FFF2-40B4-BE49-F238E27FC236}">
                <a16:creationId xmlns:a16="http://schemas.microsoft.com/office/drawing/2014/main" id="{55698FB6-4492-C7AF-D4CD-0831B8F2FE2A}"/>
              </a:ext>
            </a:extLst>
          </p:cNvPr>
          <p:cNvCxnSpPr>
            <a:cxnSpLocks/>
            <a:stCxn id="5" idx="0"/>
            <a:endCxn id="15" idx="4"/>
          </p:cNvCxnSpPr>
          <p:nvPr/>
        </p:nvCxnSpPr>
        <p:spPr>
          <a:xfrm flipV="1">
            <a:off x="10522990" y="2057281"/>
            <a:ext cx="24047" cy="1246806"/>
          </a:xfrm>
          <a:prstGeom prst="straightConnector1">
            <a:avLst/>
          </a:prstGeom>
          <a:ln w="38100">
            <a:solidFill>
              <a:srgbClr val="000000"/>
            </a:solidFill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0" name="Straight Arrow Connector 47">
            <a:extLst>
              <a:ext uri="{FF2B5EF4-FFF2-40B4-BE49-F238E27FC236}">
                <a16:creationId xmlns:a16="http://schemas.microsoft.com/office/drawing/2014/main" id="{E5442321-9BB0-E9A6-26C9-5DD5FB857500}"/>
              </a:ext>
            </a:extLst>
          </p:cNvPr>
          <p:cNvCxnSpPr>
            <a:cxnSpLocks/>
            <a:stCxn id="15" idx="5"/>
            <a:endCxn id="8" idx="1"/>
          </p:cNvCxnSpPr>
          <p:nvPr/>
        </p:nvCxnSpPr>
        <p:spPr>
          <a:xfrm>
            <a:off x="10698042" y="1994733"/>
            <a:ext cx="856409" cy="689833"/>
          </a:xfrm>
          <a:prstGeom prst="straightConnector1">
            <a:avLst/>
          </a:prstGeom>
          <a:ln w="38100">
            <a:solidFill>
              <a:schemeClr val="bg1">
                <a:lumMod val="95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1" name="Straight Arrow Connector 47">
            <a:extLst>
              <a:ext uri="{FF2B5EF4-FFF2-40B4-BE49-F238E27FC236}">
                <a16:creationId xmlns:a16="http://schemas.microsoft.com/office/drawing/2014/main" id="{453A890A-FBFE-8C15-C57D-2A924F048CD4}"/>
              </a:ext>
            </a:extLst>
          </p:cNvPr>
          <p:cNvCxnSpPr>
            <a:cxnSpLocks/>
            <a:stCxn id="7" idx="4"/>
            <a:endCxn id="12" idx="0"/>
          </p:cNvCxnSpPr>
          <p:nvPr/>
        </p:nvCxnSpPr>
        <p:spPr>
          <a:xfrm>
            <a:off x="7326834" y="3519483"/>
            <a:ext cx="447039" cy="1605274"/>
          </a:xfrm>
          <a:prstGeom prst="straightConnector1">
            <a:avLst/>
          </a:prstGeom>
          <a:ln w="38100">
            <a:solidFill>
              <a:srgbClr val="000000"/>
            </a:solidFill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2" name="Straight Arrow Connector 47">
            <a:extLst>
              <a:ext uri="{FF2B5EF4-FFF2-40B4-BE49-F238E27FC236}">
                <a16:creationId xmlns:a16="http://schemas.microsoft.com/office/drawing/2014/main" id="{93AB11AF-8EFC-EA97-9B35-EF048CA662AE}"/>
              </a:ext>
            </a:extLst>
          </p:cNvPr>
          <p:cNvCxnSpPr>
            <a:cxnSpLocks/>
            <a:stCxn id="4" idx="5"/>
            <a:endCxn id="13" idx="0"/>
          </p:cNvCxnSpPr>
          <p:nvPr/>
        </p:nvCxnSpPr>
        <p:spPr>
          <a:xfrm>
            <a:off x="8989891" y="3902716"/>
            <a:ext cx="667423" cy="1474277"/>
          </a:xfrm>
          <a:prstGeom prst="straightConnector1">
            <a:avLst/>
          </a:prstGeom>
          <a:ln w="38100">
            <a:solidFill>
              <a:srgbClr val="000000"/>
            </a:solidFill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3" name="Straight Arrow Connector 47">
            <a:extLst>
              <a:ext uri="{FF2B5EF4-FFF2-40B4-BE49-F238E27FC236}">
                <a16:creationId xmlns:a16="http://schemas.microsoft.com/office/drawing/2014/main" id="{5DC5D11B-FEAE-E7BB-67AD-CE785E9B17C4}"/>
              </a:ext>
            </a:extLst>
          </p:cNvPr>
          <p:cNvCxnSpPr>
            <a:cxnSpLocks/>
            <a:stCxn id="12" idx="6"/>
            <a:endCxn id="13" idx="2"/>
          </p:cNvCxnSpPr>
          <p:nvPr/>
        </p:nvCxnSpPr>
        <p:spPr>
          <a:xfrm>
            <a:off x="7987426" y="5338310"/>
            <a:ext cx="1456335" cy="252236"/>
          </a:xfrm>
          <a:prstGeom prst="straightConnector1">
            <a:avLst/>
          </a:prstGeom>
          <a:ln w="38100">
            <a:solidFill>
              <a:srgbClr val="000000"/>
            </a:solidFill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4" name="Straight Arrow Connector 47">
            <a:extLst>
              <a:ext uri="{FF2B5EF4-FFF2-40B4-BE49-F238E27FC236}">
                <a16:creationId xmlns:a16="http://schemas.microsoft.com/office/drawing/2014/main" id="{7BD1FFB0-C7D6-F12E-50DF-646178EA5084}"/>
              </a:ext>
            </a:extLst>
          </p:cNvPr>
          <p:cNvCxnSpPr>
            <a:cxnSpLocks/>
            <a:stCxn id="13" idx="6"/>
            <a:endCxn id="14" idx="2"/>
          </p:cNvCxnSpPr>
          <p:nvPr/>
        </p:nvCxnSpPr>
        <p:spPr>
          <a:xfrm flipV="1">
            <a:off x="9870867" y="5090567"/>
            <a:ext cx="1573224" cy="499979"/>
          </a:xfrm>
          <a:prstGeom prst="straightConnector1">
            <a:avLst/>
          </a:prstGeom>
          <a:ln w="38100">
            <a:solidFill>
              <a:srgbClr val="000000"/>
            </a:solidFill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8" name="Straight Arrow Connector 47">
            <a:extLst>
              <a:ext uri="{FF2B5EF4-FFF2-40B4-BE49-F238E27FC236}">
                <a16:creationId xmlns:a16="http://schemas.microsoft.com/office/drawing/2014/main" id="{B7254D92-CF93-1802-492C-7B3C8AE99672}"/>
              </a:ext>
            </a:extLst>
          </p:cNvPr>
          <p:cNvCxnSpPr>
            <a:cxnSpLocks/>
            <a:stCxn id="14" idx="0"/>
            <a:endCxn id="8" idx="4"/>
          </p:cNvCxnSpPr>
          <p:nvPr/>
        </p:nvCxnSpPr>
        <p:spPr>
          <a:xfrm flipV="1">
            <a:off x="11657644" y="3049124"/>
            <a:ext cx="47812" cy="1827890"/>
          </a:xfrm>
          <a:prstGeom prst="straightConnector1">
            <a:avLst/>
          </a:prstGeom>
          <a:ln w="38100">
            <a:solidFill>
              <a:schemeClr val="bg1">
                <a:lumMod val="95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7" name="Straight Arrow Connector 47">
            <a:extLst>
              <a:ext uri="{FF2B5EF4-FFF2-40B4-BE49-F238E27FC236}">
                <a16:creationId xmlns:a16="http://schemas.microsoft.com/office/drawing/2014/main" id="{2642EADE-8BB1-2395-8F39-5499E1837818}"/>
              </a:ext>
            </a:extLst>
          </p:cNvPr>
          <p:cNvCxnSpPr>
            <a:cxnSpLocks/>
            <a:stCxn id="4" idx="0"/>
            <a:endCxn id="11" idx="4"/>
          </p:cNvCxnSpPr>
          <p:nvPr/>
        </p:nvCxnSpPr>
        <p:spPr>
          <a:xfrm flipV="1">
            <a:off x="8838886" y="1996554"/>
            <a:ext cx="116941" cy="1541604"/>
          </a:xfrm>
          <a:prstGeom prst="straightConnector1">
            <a:avLst/>
          </a:prstGeom>
          <a:ln w="38100">
            <a:solidFill>
              <a:srgbClr val="000000"/>
            </a:solidFill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0" name="Straight Arrow Connector 18">
            <a:extLst>
              <a:ext uri="{FF2B5EF4-FFF2-40B4-BE49-F238E27FC236}">
                <a16:creationId xmlns:a16="http://schemas.microsoft.com/office/drawing/2014/main" id="{864CC0A3-0000-7FB2-01A6-BA08862AC1BA}"/>
              </a:ext>
            </a:extLst>
          </p:cNvPr>
          <p:cNvCxnSpPr>
            <a:cxnSpLocks/>
            <a:stCxn id="13" idx="7"/>
            <a:endCxn id="5" idx="3"/>
          </p:cNvCxnSpPr>
          <p:nvPr/>
        </p:nvCxnSpPr>
        <p:spPr>
          <a:xfrm flipV="1">
            <a:off x="9808319" y="3668645"/>
            <a:ext cx="563666" cy="1770896"/>
          </a:xfrm>
          <a:prstGeom prst="straightConnector1">
            <a:avLst/>
          </a:prstGeom>
          <a:ln w="38100">
            <a:solidFill>
              <a:schemeClr val="bg1">
                <a:lumMod val="95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4" name="Straight Arrow Connector 18">
            <a:extLst>
              <a:ext uri="{FF2B5EF4-FFF2-40B4-BE49-F238E27FC236}">
                <a16:creationId xmlns:a16="http://schemas.microsoft.com/office/drawing/2014/main" id="{E81FE0CF-6544-A618-1585-3D7AA978CF57}"/>
              </a:ext>
            </a:extLst>
          </p:cNvPr>
          <p:cNvCxnSpPr>
            <a:cxnSpLocks/>
            <a:stCxn id="14" idx="1"/>
            <a:endCxn id="5" idx="5"/>
          </p:cNvCxnSpPr>
          <p:nvPr/>
        </p:nvCxnSpPr>
        <p:spPr>
          <a:xfrm flipH="1" flipV="1">
            <a:off x="10673995" y="3668645"/>
            <a:ext cx="832644" cy="1270917"/>
          </a:xfrm>
          <a:prstGeom prst="straightConnector1">
            <a:avLst/>
          </a:prstGeom>
          <a:ln w="38100">
            <a:solidFill>
              <a:srgbClr val="000000"/>
            </a:solidFill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1" name="TextBox 120">
            <a:extLst>
              <a:ext uri="{FF2B5EF4-FFF2-40B4-BE49-F238E27FC236}">
                <a16:creationId xmlns:a16="http://schemas.microsoft.com/office/drawing/2014/main" id="{8E29CC82-CAE8-AAE1-EAE9-413B38096A0D}"/>
              </a:ext>
            </a:extLst>
          </p:cNvPr>
          <p:cNvSpPr txBox="1"/>
          <p:nvPr/>
        </p:nvSpPr>
        <p:spPr>
          <a:xfrm>
            <a:off x="11144364" y="2057281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>
              <a:defRPr>
                <a:latin typeface="Aptos" panose="020B0004020202020204" pitchFamily="34" charset="0"/>
              </a:defRPr>
            </a:lvl1pPr>
          </a:lstStyle>
          <a:p>
            <a:r>
              <a:rPr lang="nl-NL" dirty="0"/>
              <a:t>9</a:t>
            </a:r>
          </a:p>
        </p:txBody>
      </p:sp>
      <p:sp>
        <p:nvSpPr>
          <p:cNvPr id="42" name="TextBox 128">
            <a:extLst>
              <a:ext uri="{FF2B5EF4-FFF2-40B4-BE49-F238E27FC236}">
                <a16:creationId xmlns:a16="http://schemas.microsoft.com/office/drawing/2014/main" id="{3913B308-6264-9551-50C9-A4D759E9EEFB}"/>
              </a:ext>
            </a:extLst>
          </p:cNvPr>
          <p:cNvSpPr txBox="1"/>
          <p:nvPr/>
        </p:nvSpPr>
        <p:spPr>
          <a:xfrm>
            <a:off x="10917429" y="2767356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>
              <a:defRPr>
                <a:solidFill>
                  <a:schemeClr val="bg1">
                    <a:lumMod val="95000"/>
                  </a:schemeClr>
                </a:solidFill>
                <a:latin typeface="Aptos" panose="020B0004020202020204" pitchFamily="34" charset="0"/>
              </a:defRPr>
            </a:lvl1pPr>
          </a:lstStyle>
          <a:p>
            <a:r>
              <a:rPr lang="nl-NL" dirty="0">
                <a:solidFill>
                  <a:schemeClr val="tx1"/>
                </a:solidFill>
              </a:rPr>
              <a:t>8</a:t>
            </a:r>
          </a:p>
        </p:txBody>
      </p:sp>
      <p:sp>
        <p:nvSpPr>
          <p:cNvPr id="43" name="TextBox 129">
            <a:extLst>
              <a:ext uri="{FF2B5EF4-FFF2-40B4-BE49-F238E27FC236}">
                <a16:creationId xmlns:a16="http://schemas.microsoft.com/office/drawing/2014/main" id="{C22D85D2-36E4-C749-38F0-C9F85867E966}"/>
              </a:ext>
            </a:extLst>
          </p:cNvPr>
          <p:cNvSpPr txBox="1"/>
          <p:nvPr/>
        </p:nvSpPr>
        <p:spPr>
          <a:xfrm>
            <a:off x="11702412" y="3871807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>
              <a:defRPr>
                <a:latin typeface="Aptos" panose="020B0004020202020204" pitchFamily="34" charset="0"/>
              </a:defRPr>
            </a:lvl1pPr>
          </a:lstStyle>
          <a:p>
            <a:r>
              <a:rPr lang="nl-NL" dirty="0"/>
              <a:t>9</a:t>
            </a:r>
          </a:p>
        </p:txBody>
      </p:sp>
      <p:sp>
        <p:nvSpPr>
          <p:cNvPr id="27" name="TextBox 119">
            <a:extLst>
              <a:ext uri="{FF2B5EF4-FFF2-40B4-BE49-F238E27FC236}">
                <a16:creationId xmlns:a16="http://schemas.microsoft.com/office/drawing/2014/main" id="{0E9759BA-56B6-C434-81BA-619D17C09808}"/>
              </a:ext>
            </a:extLst>
          </p:cNvPr>
          <p:cNvSpPr txBox="1"/>
          <p:nvPr/>
        </p:nvSpPr>
        <p:spPr>
          <a:xfrm>
            <a:off x="9769039" y="1813423"/>
            <a:ext cx="4315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>
              <a:defRPr>
                <a:solidFill>
                  <a:schemeClr val="bg1">
                    <a:lumMod val="95000"/>
                  </a:schemeClr>
                </a:solidFill>
                <a:latin typeface="Aptos" panose="020B0004020202020204" pitchFamily="34" charset="0"/>
              </a:defRPr>
            </a:lvl1pPr>
          </a:lstStyle>
          <a:p>
            <a:r>
              <a:rPr lang="nl-NL" dirty="0">
                <a:solidFill>
                  <a:schemeClr val="tx1"/>
                </a:solidFill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32821159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mph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0070C0"/>
                                      </p:to>
                                    </p:animClr>
                                    <p:set>
                                      <p:cBhvr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7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0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000000"/>
                                      </p:to>
                                    </p:animClr>
                                    <p:set>
                                      <p:cBhvr>
                                        <p:cTn id="11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500"/>
                            </p:stCondLst>
                            <p:childTnLst>
                              <p:par>
                                <p:cTn id="13" presetID="10" presetClass="exit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4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2" grpId="0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CD2EF3-7747-3D47-6714-6EEDE99FCD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32079D-E2DE-B8D4-7DBC-EA5CC44229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 err="1"/>
              <a:t>Prim’s</a:t>
            </a:r>
            <a:r>
              <a:rPr lang="nl-NL" dirty="0"/>
              <a:t> </a:t>
            </a:r>
            <a:r>
              <a:rPr lang="nl-NL" dirty="0" err="1"/>
              <a:t>algorithm</a:t>
            </a:r>
            <a:endParaRPr lang="nl-N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AFD1B7-1433-D36D-AE85-67B41129EE7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0081" y="2633472"/>
            <a:ext cx="4855372" cy="3459510"/>
          </a:xfrm>
        </p:spPr>
        <p:txBody>
          <a:bodyPr>
            <a:normAutofit/>
          </a:bodyPr>
          <a:lstStyle/>
          <a:p>
            <a:r>
              <a:rPr lang="nl-NL" dirty="0"/>
              <a:t>Pseudocode:</a:t>
            </a:r>
          </a:p>
          <a:p>
            <a:pPr lvl="1"/>
            <a:r>
              <a:rPr lang="nl-NL" dirty="0"/>
              <a:t>Start </a:t>
            </a:r>
            <a:r>
              <a:rPr lang="nl-NL" dirty="0" err="1"/>
              <a:t>with</a:t>
            </a:r>
            <a:r>
              <a:rPr lang="nl-NL" dirty="0"/>
              <a:t> </a:t>
            </a:r>
            <a:r>
              <a:rPr lang="nl-NL" dirty="0" err="1"/>
              <a:t>an</a:t>
            </a:r>
            <a:r>
              <a:rPr lang="nl-NL" dirty="0"/>
              <a:t> </a:t>
            </a:r>
            <a:r>
              <a:rPr lang="nl-NL" dirty="0" err="1"/>
              <a:t>arbitrary</a:t>
            </a:r>
            <a:r>
              <a:rPr lang="nl-NL" dirty="0"/>
              <a:t> node &amp; </a:t>
            </a:r>
            <a:r>
              <a:rPr lang="nl-NL" dirty="0" err="1"/>
              <a:t>add</a:t>
            </a:r>
            <a:r>
              <a:rPr lang="nl-NL" dirty="0"/>
              <a:t> </a:t>
            </a:r>
            <a:r>
              <a:rPr lang="nl-NL" dirty="0" err="1"/>
              <a:t>it</a:t>
            </a:r>
            <a:r>
              <a:rPr lang="nl-NL" dirty="0"/>
              <a:t> </a:t>
            </a:r>
            <a:r>
              <a:rPr lang="nl-NL" dirty="0" err="1"/>
              <a:t>to</a:t>
            </a:r>
            <a:r>
              <a:rPr lang="nl-NL" dirty="0"/>
              <a:t> </a:t>
            </a:r>
            <a:r>
              <a:rPr lang="nl-NL" dirty="0" err="1"/>
              <a:t>the</a:t>
            </a:r>
            <a:r>
              <a:rPr lang="nl-NL" dirty="0"/>
              <a:t> </a:t>
            </a:r>
            <a:r>
              <a:rPr lang="nl-NL" dirty="0" err="1"/>
              <a:t>result</a:t>
            </a:r>
            <a:endParaRPr lang="nl-NL" dirty="0"/>
          </a:p>
          <a:p>
            <a:pPr lvl="1"/>
            <a:r>
              <a:rPr lang="nl-NL" dirty="0" err="1"/>
              <a:t>While</a:t>
            </a:r>
            <a:r>
              <a:rPr lang="nl-NL" dirty="0"/>
              <a:t> </a:t>
            </a:r>
            <a:r>
              <a:rPr lang="nl-NL" dirty="0" err="1"/>
              <a:t>there</a:t>
            </a:r>
            <a:r>
              <a:rPr lang="nl-NL" dirty="0"/>
              <a:t> are </a:t>
            </a:r>
            <a:r>
              <a:rPr lang="nl-NL" dirty="0" err="1"/>
              <a:t>nodes</a:t>
            </a:r>
            <a:r>
              <a:rPr lang="nl-NL" dirty="0"/>
              <a:t> </a:t>
            </a:r>
            <a:r>
              <a:rPr lang="nl-NL" dirty="0" err="1"/>
              <a:t>that</a:t>
            </a:r>
            <a:r>
              <a:rPr lang="nl-NL" dirty="0"/>
              <a:t> are </a:t>
            </a:r>
            <a:r>
              <a:rPr lang="nl-NL" dirty="0" err="1"/>
              <a:t>not</a:t>
            </a:r>
            <a:r>
              <a:rPr lang="nl-NL" dirty="0"/>
              <a:t> part of </a:t>
            </a:r>
            <a:r>
              <a:rPr lang="nl-NL" dirty="0" err="1"/>
              <a:t>the</a:t>
            </a:r>
            <a:r>
              <a:rPr lang="nl-NL" dirty="0"/>
              <a:t> </a:t>
            </a:r>
            <a:r>
              <a:rPr lang="nl-NL" dirty="0" err="1"/>
              <a:t>result</a:t>
            </a:r>
            <a:r>
              <a:rPr lang="nl-NL" dirty="0"/>
              <a:t>:</a:t>
            </a:r>
          </a:p>
          <a:p>
            <a:pPr lvl="2"/>
            <a:r>
              <a:rPr lang="nl-NL" dirty="0" err="1"/>
              <a:t>Find</a:t>
            </a:r>
            <a:r>
              <a:rPr lang="nl-NL" dirty="0"/>
              <a:t> </a:t>
            </a:r>
            <a:r>
              <a:rPr lang="nl-NL" dirty="0" err="1"/>
              <a:t>the</a:t>
            </a:r>
            <a:r>
              <a:rPr lang="nl-NL" dirty="0"/>
              <a:t> </a:t>
            </a:r>
            <a:r>
              <a:rPr lang="nl-NL" dirty="0" err="1"/>
              <a:t>cheapest</a:t>
            </a:r>
            <a:r>
              <a:rPr lang="nl-NL" dirty="0"/>
              <a:t> </a:t>
            </a:r>
            <a:r>
              <a:rPr lang="nl-NL" dirty="0" err="1"/>
              <a:t>edge</a:t>
            </a:r>
            <a:r>
              <a:rPr lang="nl-NL" dirty="0"/>
              <a:t> </a:t>
            </a:r>
            <a:r>
              <a:rPr lang="nl-NL" dirty="0" err="1"/>
              <a:t>between</a:t>
            </a:r>
            <a:r>
              <a:rPr lang="nl-NL" dirty="0"/>
              <a:t> a node </a:t>
            </a:r>
            <a:r>
              <a:rPr lang="nl-NL" dirty="0" err="1"/>
              <a:t>that</a:t>
            </a:r>
            <a:r>
              <a:rPr lang="nl-NL" dirty="0"/>
              <a:t> is in </a:t>
            </a:r>
            <a:r>
              <a:rPr lang="nl-NL" dirty="0" err="1"/>
              <a:t>result</a:t>
            </a:r>
            <a:r>
              <a:rPr lang="nl-NL" dirty="0"/>
              <a:t> </a:t>
            </a:r>
            <a:r>
              <a:rPr lang="nl-NL" dirty="0" err="1"/>
              <a:t>and</a:t>
            </a:r>
            <a:r>
              <a:rPr lang="nl-NL" dirty="0"/>
              <a:t> </a:t>
            </a:r>
            <a:r>
              <a:rPr lang="nl-NL" dirty="0" err="1"/>
              <a:t>one</a:t>
            </a:r>
            <a:r>
              <a:rPr lang="nl-NL" dirty="0"/>
              <a:t> </a:t>
            </a:r>
            <a:r>
              <a:rPr lang="nl-NL" dirty="0" err="1"/>
              <a:t>that</a:t>
            </a:r>
            <a:r>
              <a:rPr lang="nl-NL" dirty="0"/>
              <a:t> is </a:t>
            </a:r>
            <a:r>
              <a:rPr lang="nl-NL" dirty="0" err="1"/>
              <a:t>not</a:t>
            </a:r>
            <a:endParaRPr lang="nl-NL" dirty="0"/>
          </a:p>
          <a:p>
            <a:pPr lvl="2"/>
            <a:r>
              <a:rPr lang="nl-NL" dirty="0" err="1"/>
              <a:t>Add</a:t>
            </a:r>
            <a:r>
              <a:rPr lang="nl-NL" dirty="0"/>
              <a:t> </a:t>
            </a:r>
            <a:r>
              <a:rPr lang="nl-NL" dirty="0" err="1"/>
              <a:t>the</a:t>
            </a:r>
            <a:r>
              <a:rPr lang="nl-NL" dirty="0"/>
              <a:t> </a:t>
            </a:r>
            <a:r>
              <a:rPr lang="nl-NL" dirty="0" err="1"/>
              <a:t>edge</a:t>
            </a:r>
            <a:r>
              <a:rPr lang="nl-NL" dirty="0"/>
              <a:t> &amp; node </a:t>
            </a:r>
            <a:r>
              <a:rPr lang="nl-NL" dirty="0" err="1"/>
              <a:t>to</a:t>
            </a:r>
            <a:r>
              <a:rPr lang="nl-NL" dirty="0"/>
              <a:t> </a:t>
            </a:r>
            <a:r>
              <a:rPr lang="nl-NL" dirty="0" err="1"/>
              <a:t>the</a:t>
            </a:r>
            <a:r>
              <a:rPr lang="nl-NL" dirty="0"/>
              <a:t> </a:t>
            </a:r>
            <a:r>
              <a:rPr lang="nl-NL" dirty="0" err="1"/>
              <a:t>result</a:t>
            </a:r>
            <a:endParaRPr lang="nl-NL" dirty="0"/>
          </a:p>
          <a:p>
            <a:pPr lvl="2"/>
            <a:endParaRPr lang="nl-NL" dirty="0"/>
          </a:p>
        </p:txBody>
      </p:sp>
      <p:sp>
        <p:nvSpPr>
          <p:cNvPr id="4" name="Oval 6">
            <a:extLst>
              <a:ext uri="{FF2B5EF4-FFF2-40B4-BE49-F238E27FC236}">
                <a16:creationId xmlns:a16="http://schemas.microsoft.com/office/drawing/2014/main" id="{8BE93B4C-616F-6F1E-DD5B-534A9AE92648}"/>
              </a:ext>
            </a:extLst>
          </p:cNvPr>
          <p:cNvSpPr/>
          <p:nvPr/>
        </p:nvSpPr>
        <p:spPr>
          <a:xfrm>
            <a:off x="8625333" y="3538158"/>
            <a:ext cx="427106" cy="427106"/>
          </a:xfrm>
          <a:prstGeom prst="ellipse">
            <a:avLst/>
          </a:prstGeom>
          <a:solidFill>
            <a:srgbClr val="0070C0">
              <a:alpha val="50000"/>
            </a:srgb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 dirty="0">
              <a:latin typeface="Aptos" panose="020B0004020202020204" pitchFamily="34" charset="0"/>
            </a:endParaRPr>
          </a:p>
        </p:txBody>
      </p:sp>
      <p:sp>
        <p:nvSpPr>
          <p:cNvPr id="5" name="Oval 8">
            <a:extLst>
              <a:ext uri="{FF2B5EF4-FFF2-40B4-BE49-F238E27FC236}">
                <a16:creationId xmlns:a16="http://schemas.microsoft.com/office/drawing/2014/main" id="{9EA174EC-6EBB-161E-7338-5BDBCD37823C}"/>
              </a:ext>
            </a:extLst>
          </p:cNvPr>
          <p:cNvSpPr/>
          <p:nvPr/>
        </p:nvSpPr>
        <p:spPr>
          <a:xfrm>
            <a:off x="10309437" y="3304087"/>
            <a:ext cx="427106" cy="427106"/>
          </a:xfrm>
          <a:prstGeom prst="ellipse">
            <a:avLst/>
          </a:prstGeom>
          <a:solidFill>
            <a:srgbClr val="0070C0">
              <a:alpha val="50000"/>
            </a:srgb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 dirty="0">
              <a:latin typeface="Aptos" panose="020B0004020202020204" pitchFamily="34" charset="0"/>
            </a:endParaRPr>
          </a:p>
        </p:txBody>
      </p:sp>
      <p:cxnSp>
        <p:nvCxnSpPr>
          <p:cNvPr id="6" name="Straight Arrow Connector 18">
            <a:extLst>
              <a:ext uri="{FF2B5EF4-FFF2-40B4-BE49-F238E27FC236}">
                <a16:creationId xmlns:a16="http://schemas.microsoft.com/office/drawing/2014/main" id="{61CABB42-8916-D793-4C10-A2B65BD98ADC}"/>
              </a:ext>
            </a:extLst>
          </p:cNvPr>
          <p:cNvCxnSpPr>
            <a:cxnSpLocks/>
            <a:stCxn id="7" idx="6"/>
            <a:endCxn id="4" idx="2"/>
          </p:cNvCxnSpPr>
          <p:nvPr/>
        </p:nvCxnSpPr>
        <p:spPr>
          <a:xfrm>
            <a:off x="7540387" y="3305930"/>
            <a:ext cx="1084946" cy="445781"/>
          </a:xfrm>
          <a:prstGeom prst="straightConnector1">
            <a:avLst/>
          </a:prstGeom>
          <a:ln w="38100">
            <a:solidFill>
              <a:schemeClr val="bg1">
                <a:lumMod val="95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" name="Oval 19">
            <a:extLst>
              <a:ext uri="{FF2B5EF4-FFF2-40B4-BE49-F238E27FC236}">
                <a16:creationId xmlns:a16="http://schemas.microsoft.com/office/drawing/2014/main" id="{20466698-A52B-2DE6-39AB-8C167EFC2C5B}"/>
              </a:ext>
            </a:extLst>
          </p:cNvPr>
          <p:cNvSpPr/>
          <p:nvPr/>
        </p:nvSpPr>
        <p:spPr>
          <a:xfrm>
            <a:off x="7113281" y="3092377"/>
            <a:ext cx="427106" cy="427106"/>
          </a:xfrm>
          <a:prstGeom prst="ellipse">
            <a:avLst/>
          </a:prstGeom>
          <a:solidFill>
            <a:srgbClr val="0070C0">
              <a:alpha val="50000"/>
            </a:srgb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 dirty="0">
              <a:latin typeface="Aptos" panose="020B0004020202020204" pitchFamily="34" charset="0"/>
            </a:endParaRPr>
          </a:p>
        </p:txBody>
      </p:sp>
      <p:sp>
        <p:nvSpPr>
          <p:cNvPr id="8" name="Oval 8">
            <a:extLst>
              <a:ext uri="{FF2B5EF4-FFF2-40B4-BE49-F238E27FC236}">
                <a16:creationId xmlns:a16="http://schemas.microsoft.com/office/drawing/2014/main" id="{C86798C7-CF9F-EF7C-7340-CE6D8B4F2F7B}"/>
              </a:ext>
            </a:extLst>
          </p:cNvPr>
          <p:cNvSpPr/>
          <p:nvPr/>
        </p:nvSpPr>
        <p:spPr>
          <a:xfrm>
            <a:off x="11491903" y="2622018"/>
            <a:ext cx="427106" cy="427106"/>
          </a:xfrm>
          <a:prstGeom prst="ellipse">
            <a:avLst/>
          </a:prstGeom>
          <a:solidFill>
            <a:srgbClr val="0070C0">
              <a:alpha val="50000"/>
            </a:srgb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 dirty="0">
              <a:latin typeface="Aptos" panose="020B0004020202020204" pitchFamily="34" charset="0"/>
            </a:endParaRPr>
          </a:p>
        </p:txBody>
      </p:sp>
      <p:cxnSp>
        <p:nvCxnSpPr>
          <p:cNvPr id="9" name="Straight Arrow Connector 18">
            <a:extLst>
              <a:ext uri="{FF2B5EF4-FFF2-40B4-BE49-F238E27FC236}">
                <a16:creationId xmlns:a16="http://schemas.microsoft.com/office/drawing/2014/main" id="{8EDC883D-3102-EFD2-054B-E375B4D439C3}"/>
              </a:ext>
            </a:extLst>
          </p:cNvPr>
          <p:cNvCxnSpPr>
            <a:cxnSpLocks/>
            <a:stCxn id="4" idx="6"/>
            <a:endCxn id="5" idx="2"/>
          </p:cNvCxnSpPr>
          <p:nvPr/>
        </p:nvCxnSpPr>
        <p:spPr>
          <a:xfrm flipV="1">
            <a:off x="9052439" y="3517640"/>
            <a:ext cx="1256998" cy="234071"/>
          </a:xfrm>
          <a:prstGeom prst="straightConnector1">
            <a:avLst/>
          </a:prstGeom>
          <a:ln w="38100">
            <a:solidFill>
              <a:schemeClr val="bg1">
                <a:lumMod val="95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" name="Straight Arrow Connector 18">
            <a:extLst>
              <a:ext uri="{FF2B5EF4-FFF2-40B4-BE49-F238E27FC236}">
                <a16:creationId xmlns:a16="http://schemas.microsoft.com/office/drawing/2014/main" id="{DE0DB39D-7B5A-2514-8312-0E6A0F2DB314}"/>
              </a:ext>
            </a:extLst>
          </p:cNvPr>
          <p:cNvCxnSpPr>
            <a:cxnSpLocks/>
            <a:stCxn id="5" idx="7"/>
            <a:endCxn id="8" idx="3"/>
          </p:cNvCxnSpPr>
          <p:nvPr/>
        </p:nvCxnSpPr>
        <p:spPr>
          <a:xfrm flipV="1">
            <a:off x="10673995" y="2986576"/>
            <a:ext cx="880456" cy="380059"/>
          </a:xfrm>
          <a:prstGeom prst="straightConnector1">
            <a:avLst/>
          </a:prstGeom>
          <a:ln w="38100">
            <a:solidFill>
              <a:srgbClr val="000000"/>
            </a:solidFill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1" name="Oval 19">
            <a:extLst>
              <a:ext uri="{FF2B5EF4-FFF2-40B4-BE49-F238E27FC236}">
                <a16:creationId xmlns:a16="http://schemas.microsoft.com/office/drawing/2014/main" id="{B544F124-42D3-5EBB-2903-C01BDA62B870}"/>
              </a:ext>
            </a:extLst>
          </p:cNvPr>
          <p:cNvSpPr/>
          <p:nvPr/>
        </p:nvSpPr>
        <p:spPr>
          <a:xfrm>
            <a:off x="8742274" y="1569448"/>
            <a:ext cx="427106" cy="427106"/>
          </a:xfrm>
          <a:prstGeom prst="ellipse">
            <a:avLst/>
          </a:prstGeom>
          <a:solidFill>
            <a:srgbClr val="0070C0">
              <a:alpha val="50000"/>
            </a:srgb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 dirty="0">
              <a:latin typeface="Aptos" panose="020B0004020202020204" pitchFamily="34" charset="0"/>
            </a:endParaRPr>
          </a:p>
        </p:txBody>
      </p:sp>
      <p:sp>
        <p:nvSpPr>
          <p:cNvPr id="12" name="Oval 19">
            <a:extLst>
              <a:ext uri="{FF2B5EF4-FFF2-40B4-BE49-F238E27FC236}">
                <a16:creationId xmlns:a16="http://schemas.microsoft.com/office/drawing/2014/main" id="{EA0F9D98-DA7A-90ED-01D7-985243E38799}"/>
              </a:ext>
            </a:extLst>
          </p:cNvPr>
          <p:cNvSpPr/>
          <p:nvPr/>
        </p:nvSpPr>
        <p:spPr>
          <a:xfrm>
            <a:off x="7560320" y="5124757"/>
            <a:ext cx="427106" cy="427106"/>
          </a:xfrm>
          <a:prstGeom prst="ellipse">
            <a:avLst/>
          </a:prstGeom>
          <a:solidFill>
            <a:srgbClr val="0070C0">
              <a:alpha val="50000"/>
            </a:srgb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 dirty="0">
              <a:latin typeface="Aptos" panose="020B0004020202020204" pitchFamily="34" charset="0"/>
            </a:endParaRPr>
          </a:p>
        </p:txBody>
      </p:sp>
      <p:sp>
        <p:nvSpPr>
          <p:cNvPr id="13" name="Oval 19">
            <a:extLst>
              <a:ext uri="{FF2B5EF4-FFF2-40B4-BE49-F238E27FC236}">
                <a16:creationId xmlns:a16="http://schemas.microsoft.com/office/drawing/2014/main" id="{FB2123B6-0D7A-89F5-2626-5836A4442085}"/>
              </a:ext>
            </a:extLst>
          </p:cNvPr>
          <p:cNvSpPr/>
          <p:nvPr/>
        </p:nvSpPr>
        <p:spPr>
          <a:xfrm>
            <a:off x="9443761" y="5376993"/>
            <a:ext cx="427106" cy="427106"/>
          </a:xfrm>
          <a:prstGeom prst="ellipse">
            <a:avLst/>
          </a:prstGeom>
          <a:solidFill>
            <a:srgbClr val="0070C0">
              <a:alpha val="50000"/>
            </a:srgb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 dirty="0">
              <a:latin typeface="Aptos" panose="020B0004020202020204" pitchFamily="34" charset="0"/>
            </a:endParaRPr>
          </a:p>
        </p:txBody>
      </p:sp>
      <p:sp>
        <p:nvSpPr>
          <p:cNvPr id="14" name="Oval 19">
            <a:extLst>
              <a:ext uri="{FF2B5EF4-FFF2-40B4-BE49-F238E27FC236}">
                <a16:creationId xmlns:a16="http://schemas.microsoft.com/office/drawing/2014/main" id="{D6B81941-1D8B-57DB-B024-4982D4C39736}"/>
              </a:ext>
            </a:extLst>
          </p:cNvPr>
          <p:cNvSpPr/>
          <p:nvPr/>
        </p:nvSpPr>
        <p:spPr>
          <a:xfrm>
            <a:off x="11444091" y="4877014"/>
            <a:ext cx="427106" cy="427106"/>
          </a:xfrm>
          <a:prstGeom prst="ellipse">
            <a:avLst/>
          </a:prstGeom>
          <a:solidFill>
            <a:srgbClr val="0070C0">
              <a:alpha val="50000"/>
            </a:srgb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 dirty="0">
              <a:latin typeface="Aptos" panose="020B0004020202020204" pitchFamily="34" charset="0"/>
            </a:endParaRPr>
          </a:p>
        </p:txBody>
      </p:sp>
      <p:sp>
        <p:nvSpPr>
          <p:cNvPr id="15" name="Oval 19">
            <a:extLst>
              <a:ext uri="{FF2B5EF4-FFF2-40B4-BE49-F238E27FC236}">
                <a16:creationId xmlns:a16="http://schemas.microsoft.com/office/drawing/2014/main" id="{3FA86EA8-CDCF-6AF0-1027-7BAFCA71BC79}"/>
              </a:ext>
            </a:extLst>
          </p:cNvPr>
          <p:cNvSpPr/>
          <p:nvPr/>
        </p:nvSpPr>
        <p:spPr>
          <a:xfrm>
            <a:off x="10333484" y="1630175"/>
            <a:ext cx="427106" cy="427106"/>
          </a:xfrm>
          <a:prstGeom prst="ellipse">
            <a:avLst/>
          </a:prstGeom>
          <a:solidFill>
            <a:srgbClr val="0070C0">
              <a:alpha val="50000"/>
            </a:srgb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 dirty="0">
              <a:latin typeface="Aptos" panose="020B0004020202020204" pitchFamily="34" charset="0"/>
            </a:endParaRPr>
          </a:p>
        </p:txBody>
      </p:sp>
      <p:cxnSp>
        <p:nvCxnSpPr>
          <p:cNvPr id="17" name="Straight Arrow Connector 47">
            <a:extLst>
              <a:ext uri="{FF2B5EF4-FFF2-40B4-BE49-F238E27FC236}">
                <a16:creationId xmlns:a16="http://schemas.microsoft.com/office/drawing/2014/main" id="{E1347A08-CB44-EED3-2073-0AB6172A2D23}"/>
              </a:ext>
            </a:extLst>
          </p:cNvPr>
          <p:cNvCxnSpPr>
            <a:cxnSpLocks/>
            <a:stCxn id="7" idx="7"/>
            <a:endCxn id="11" idx="3"/>
          </p:cNvCxnSpPr>
          <p:nvPr/>
        </p:nvCxnSpPr>
        <p:spPr>
          <a:xfrm flipV="1">
            <a:off x="7477839" y="1934006"/>
            <a:ext cx="1326983" cy="1220919"/>
          </a:xfrm>
          <a:prstGeom prst="straightConnector1">
            <a:avLst/>
          </a:prstGeom>
          <a:ln w="38100">
            <a:solidFill>
              <a:schemeClr val="bg1">
                <a:lumMod val="95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8" name="Straight Arrow Connector 47">
            <a:extLst>
              <a:ext uri="{FF2B5EF4-FFF2-40B4-BE49-F238E27FC236}">
                <a16:creationId xmlns:a16="http://schemas.microsoft.com/office/drawing/2014/main" id="{DBCE6007-F218-5D45-A9EB-353E3F9F8ABC}"/>
              </a:ext>
            </a:extLst>
          </p:cNvPr>
          <p:cNvCxnSpPr>
            <a:cxnSpLocks/>
            <a:stCxn id="11" idx="6"/>
            <a:endCxn id="15" idx="2"/>
          </p:cNvCxnSpPr>
          <p:nvPr/>
        </p:nvCxnSpPr>
        <p:spPr>
          <a:xfrm>
            <a:off x="9169380" y="1783001"/>
            <a:ext cx="1164104" cy="60727"/>
          </a:xfrm>
          <a:prstGeom prst="straightConnector1">
            <a:avLst/>
          </a:prstGeom>
          <a:ln w="38100">
            <a:solidFill>
              <a:schemeClr val="bg1">
                <a:lumMod val="95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9" name="Straight Arrow Connector 47">
            <a:extLst>
              <a:ext uri="{FF2B5EF4-FFF2-40B4-BE49-F238E27FC236}">
                <a16:creationId xmlns:a16="http://schemas.microsoft.com/office/drawing/2014/main" id="{D65C057E-7C58-92CB-4888-6F27AAC84387}"/>
              </a:ext>
            </a:extLst>
          </p:cNvPr>
          <p:cNvCxnSpPr>
            <a:cxnSpLocks/>
            <a:stCxn id="5" idx="0"/>
            <a:endCxn id="15" idx="4"/>
          </p:cNvCxnSpPr>
          <p:nvPr/>
        </p:nvCxnSpPr>
        <p:spPr>
          <a:xfrm flipV="1">
            <a:off x="10522990" y="2057281"/>
            <a:ext cx="24047" cy="1246806"/>
          </a:xfrm>
          <a:prstGeom prst="straightConnector1">
            <a:avLst/>
          </a:prstGeom>
          <a:ln w="38100">
            <a:solidFill>
              <a:srgbClr val="000000"/>
            </a:solidFill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0" name="Straight Arrow Connector 47">
            <a:extLst>
              <a:ext uri="{FF2B5EF4-FFF2-40B4-BE49-F238E27FC236}">
                <a16:creationId xmlns:a16="http://schemas.microsoft.com/office/drawing/2014/main" id="{BE59770B-BD49-7983-90BA-AD5F23C68949}"/>
              </a:ext>
            </a:extLst>
          </p:cNvPr>
          <p:cNvCxnSpPr>
            <a:cxnSpLocks/>
            <a:stCxn id="15" idx="5"/>
            <a:endCxn id="8" idx="1"/>
          </p:cNvCxnSpPr>
          <p:nvPr/>
        </p:nvCxnSpPr>
        <p:spPr>
          <a:xfrm>
            <a:off x="10698042" y="1994733"/>
            <a:ext cx="856409" cy="689833"/>
          </a:xfrm>
          <a:prstGeom prst="straightConnector1">
            <a:avLst/>
          </a:prstGeom>
          <a:ln w="38100">
            <a:solidFill>
              <a:schemeClr val="bg1">
                <a:lumMod val="95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1" name="Straight Arrow Connector 47">
            <a:extLst>
              <a:ext uri="{FF2B5EF4-FFF2-40B4-BE49-F238E27FC236}">
                <a16:creationId xmlns:a16="http://schemas.microsoft.com/office/drawing/2014/main" id="{8D22B0E4-15D6-9D60-0A81-D3C1D9C71A6B}"/>
              </a:ext>
            </a:extLst>
          </p:cNvPr>
          <p:cNvCxnSpPr>
            <a:cxnSpLocks/>
            <a:stCxn id="7" idx="4"/>
            <a:endCxn id="12" idx="0"/>
          </p:cNvCxnSpPr>
          <p:nvPr/>
        </p:nvCxnSpPr>
        <p:spPr>
          <a:xfrm>
            <a:off x="7326834" y="3519483"/>
            <a:ext cx="447039" cy="1605274"/>
          </a:xfrm>
          <a:prstGeom prst="straightConnector1">
            <a:avLst/>
          </a:prstGeom>
          <a:ln w="38100">
            <a:solidFill>
              <a:srgbClr val="000000"/>
            </a:solidFill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2" name="Straight Arrow Connector 47">
            <a:extLst>
              <a:ext uri="{FF2B5EF4-FFF2-40B4-BE49-F238E27FC236}">
                <a16:creationId xmlns:a16="http://schemas.microsoft.com/office/drawing/2014/main" id="{EA65DF69-8234-740A-E42D-A5EE019ED90B}"/>
              </a:ext>
            </a:extLst>
          </p:cNvPr>
          <p:cNvCxnSpPr>
            <a:cxnSpLocks/>
            <a:stCxn id="4" idx="5"/>
            <a:endCxn id="13" idx="0"/>
          </p:cNvCxnSpPr>
          <p:nvPr/>
        </p:nvCxnSpPr>
        <p:spPr>
          <a:xfrm>
            <a:off x="8989891" y="3902716"/>
            <a:ext cx="667423" cy="1474277"/>
          </a:xfrm>
          <a:prstGeom prst="straightConnector1">
            <a:avLst/>
          </a:prstGeom>
          <a:ln w="38100">
            <a:solidFill>
              <a:srgbClr val="000000"/>
            </a:solidFill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3" name="Straight Arrow Connector 47">
            <a:extLst>
              <a:ext uri="{FF2B5EF4-FFF2-40B4-BE49-F238E27FC236}">
                <a16:creationId xmlns:a16="http://schemas.microsoft.com/office/drawing/2014/main" id="{0C38E248-536A-5A30-8637-DD30A914F558}"/>
              </a:ext>
            </a:extLst>
          </p:cNvPr>
          <p:cNvCxnSpPr>
            <a:cxnSpLocks/>
            <a:stCxn id="12" idx="6"/>
            <a:endCxn id="13" idx="2"/>
          </p:cNvCxnSpPr>
          <p:nvPr/>
        </p:nvCxnSpPr>
        <p:spPr>
          <a:xfrm>
            <a:off x="7987426" y="5338310"/>
            <a:ext cx="1456335" cy="252236"/>
          </a:xfrm>
          <a:prstGeom prst="straightConnector1">
            <a:avLst/>
          </a:prstGeom>
          <a:ln w="38100">
            <a:solidFill>
              <a:srgbClr val="000000"/>
            </a:solidFill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4" name="Straight Arrow Connector 47">
            <a:extLst>
              <a:ext uri="{FF2B5EF4-FFF2-40B4-BE49-F238E27FC236}">
                <a16:creationId xmlns:a16="http://schemas.microsoft.com/office/drawing/2014/main" id="{72FDD7FE-F87D-2473-0CE6-D302ECCB628E}"/>
              </a:ext>
            </a:extLst>
          </p:cNvPr>
          <p:cNvCxnSpPr>
            <a:cxnSpLocks/>
            <a:stCxn id="13" idx="6"/>
            <a:endCxn id="14" idx="2"/>
          </p:cNvCxnSpPr>
          <p:nvPr/>
        </p:nvCxnSpPr>
        <p:spPr>
          <a:xfrm flipV="1">
            <a:off x="9870867" y="5090567"/>
            <a:ext cx="1573224" cy="499979"/>
          </a:xfrm>
          <a:prstGeom prst="straightConnector1">
            <a:avLst/>
          </a:prstGeom>
          <a:ln w="38100">
            <a:solidFill>
              <a:srgbClr val="000000"/>
            </a:solidFill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8" name="Straight Arrow Connector 47">
            <a:extLst>
              <a:ext uri="{FF2B5EF4-FFF2-40B4-BE49-F238E27FC236}">
                <a16:creationId xmlns:a16="http://schemas.microsoft.com/office/drawing/2014/main" id="{1A639080-17E2-AE9B-FD4D-629F504AD309}"/>
              </a:ext>
            </a:extLst>
          </p:cNvPr>
          <p:cNvCxnSpPr>
            <a:cxnSpLocks/>
            <a:stCxn id="14" idx="0"/>
            <a:endCxn id="8" idx="4"/>
          </p:cNvCxnSpPr>
          <p:nvPr/>
        </p:nvCxnSpPr>
        <p:spPr>
          <a:xfrm flipV="1">
            <a:off x="11657644" y="3049124"/>
            <a:ext cx="47812" cy="1827890"/>
          </a:xfrm>
          <a:prstGeom prst="straightConnector1">
            <a:avLst/>
          </a:prstGeom>
          <a:ln w="38100">
            <a:solidFill>
              <a:schemeClr val="bg1">
                <a:lumMod val="95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7" name="Straight Arrow Connector 47">
            <a:extLst>
              <a:ext uri="{FF2B5EF4-FFF2-40B4-BE49-F238E27FC236}">
                <a16:creationId xmlns:a16="http://schemas.microsoft.com/office/drawing/2014/main" id="{29852A92-13E4-EB8E-AF56-CFB891DF2F22}"/>
              </a:ext>
            </a:extLst>
          </p:cNvPr>
          <p:cNvCxnSpPr>
            <a:cxnSpLocks/>
            <a:stCxn id="4" idx="0"/>
            <a:endCxn id="11" idx="4"/>
          </p:cNvCxnSpPr>
          <p:nvPr/>
        </p:nvCxnSpPr>
        <p:spPr>
          <a:xfrm flipV="1">
            <a:off x="8838886" y="1996554"/>
            <a:ext cx="116941" cy="1541604"/>
          </a:xfrm>
          <a:prstGeom prst="straightConnector1">
            <a:avLst/>
          </a:prstGeom>
          <a:ln w="38100">
            <a:solidFill>
              <a:srgbClr val="000000"/>
            </a:solidFill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0" name="Straight Arrow Connector 18">
            <a:extLst>
              <a:ext uri="{FF2B5EF4-FFF2-40B4-BE49-F238E27FC236}">
                <a16:creationId xmlns:a16="http://schemas.microsoft.com/office/drawing/2014/main" id="{742172F3-0C31-7E76-FBA8-1A13BB33895F}"/>
              </a:ext>
            </a:extLst>
          </p:cNvPr>
          <p:cNvCxnSpPr>
            <a:cxnSpLocks/>
            <a:stCxn id="13" idx="7"/>
            <a:endCxn id="5" idx="3"/>
          </p:cNvCxnSpPr>
          <p:nvPr/>
        </p:nvCxnSpPr>
        <p:spPr>
          <a:xfrm flipV="1">
            <a:off x="9808319" y="3668645"/>
            <a:ext cx="563666" cy="1770896"/>
          </a:xfrm>
          <a:prstGeom prst="straightConnector1">
            <a:avLst/>
          </a:prstGeom>
          <a:ln w="38100">
            <a:solidFill>
              <a:schemeClr val="bg1">
                <a:lumMod val="95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4" name="Straight Arrow Connector 18">
            <a:extLst>
              <a:ext uri="{FF2B5EF4-FFF2-40B4-BE49-F238E27FC236}">
                <a16:creationId xmlns:a16="http://schemas.microsoft.com/office/drawing/2014/main" id="{66CD073D-4DE4-4B1C-2A09-7A7435DCF2E7}"/>
              </a:ext>
            </a:extLst>
          </p:cNvPr>
          <p:cNvCxnSpPr>
            <a:cxnSpLocks/>
            <a:stCxn id="14" idx="1"/>
            <a:endCxn id="5" idx="5"/>
          </p:cNvCxnSpPr>
          <p:nvPr/>
        </p:nvCxnSpPr>
        <p:spPr>
          <a:xfrm flipH="1" flipV="1">
            <a:off x="10673995" y="3668645"/>
            <a:ext cx="832644" cy="1270917"/>
          </a:xfrm>
          <a:prstGeom prst="straightConnector1">
            <a:avLst/>
          </a:prstGeom>
          <a:ln w="38100">
            <a:solidFill>
              <a:srgbClr val="000000"/>
            </a:solidFill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6" name="TextBox 117">
            <a:extLst>
              <a:ext uri="{FF2B5EF4-FFF2-40B4-BE49-F238E27FC236}">
                <a16:creationId xmlns:a16="http://schemas.microsoft.com/office/drawing/2014/main" id="{55798DB5-DE41-A16C-A1E7-C91208441A93}"/>
              </a:ext>
            </a:extLst>
          </p:cNvPr>
          <p:cNvSpPr txBox="1"/>
          <p:nvPr/>
        </p:nvSpPr>
        <p:spPr>
          <a:xfrm>
            <a:off x="7820850" y="2253785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NL" dirty="0">
                <a:solidFill>
                  <a:schemeClr val="bg1">
                    <a:lumMod val="85000"/>
                  </a:schemeClr>
                </a:solidFill>
                <a:latin typeface="Aptos" panose="020B0004020202020204" pitchFamily="34" charset="0"/>
              </a:rPr>
              <a:t>5</a:t>
            </a:r>
          </a:p>
        </p:txBody>
      </p:sp>
      <p:sp>
        <p:nvSpPr>
          <p:cNvPr id="25" name="TextBox 118">
            <a:extLst>
              <a:ext uri="{FF2B5EF4-FFF2-40B4-BE49-F238E27FC236}">
                <a16:creationId xmlns:a16="http://schemas.microsoft.com/office/drawing/2014/main" id="{60516C11-159C-4E25-8B38-683BF03F93CF}"/>
              </a:ext>
            </a:extLst>
          </p:cNvPr>
          <p:cNvSpPr txBox="1"/>
          <p:nvPr/>
        </p:nvSpPr>
        <p:spPr>
          <a:xfrm>
            <a:off x="8893019" y="2644064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>
              <a:defRPr>
                <a:solidFill>
                  <a:schemeClr val="bg1">
                    <a:lumMod val="95000"/>
                  </a:schemeClr>
                </a:solidFill>
                <a:latin typeface="Aptos" panose="020B0004020202020204" pitchFamily="34" charset="0"/>
              </a:defRPr>
            </a:lvl1pPr>
          </a:lstStyle>
          <a:p>
            <a:r>
              <a:rPr lang="nl-NL" dirty="0">
                <a:solidFill>
                  <a:schemeClr val="tx1"/>
                </a:solidFill>
              </a:rPr>
              <a:t>3</a:t>
            </a:r>
          </a:p>
        </p:txBody>
      </p:sp>
      <p:sp>
        <p:nvSpPr>
          <p:cNvPr id="26" name="TextBox 119">
            <a:extLst>
              <a:ext uri="{FF2B5EF4-FFF2-40B4-BE49-F238E27FC236}">
                <a16:creationId xmlns:a16="http://schemas.microsoft.com/office/drawing/2014/main" id="{6A75F0E9-BDD8-89F6-1781-D32784131A01}"/>
              </a:ext>
            </a:extLst>
          </p:cNvPr>
          <p:cNvSpPr txBox="1"/>
          <p:nvPr/>
        </p:nvSpPr>
        <p:spPr>
          <a:xfrm>
            <a:off x="9769039" y="1813423"/>
            <a:ext cx="4315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>
              <a:defRPr>
                <a:solidFill>
                  <a:schemeClr val="bg1">
                    <a:lumMod val="95000"/>
                  </a:schemeClr>
                </a:solidFill>
                <a:latin typeface="Aptos" panose="020B0004020202020204" pitchFamily="34" charset="0"/>
              </a:defRPr>
            </a:lvl1pPr>
          </a:lstStyle>
          <a:p>
            <a:r>
              <a:rPr lang="nl-NL" dirty="0">
                <a:solidFill>
                  <a:schemeClr val="bg1">
                    <a:lumMod val="85000"/>
                  </a:schemeClr>
                </a:solidFill>
              </a:rPr>
              <a:t>10</a:t>
            </a:r>
          </a:p>
        </p:txBody>
      </p:sp>
      <p:sp>
        <p:nvSpPr>
          <p:cNvPr id="27" name="TextBox 120">
            <a:extLst>
              <a:ext uri="{FF2B5EF4-FFF2-40B4-BE49-F238E27FC236}">
                <a16:creationId xmlns:a16="http://schemas.microsoft.com/office/drawing/2014/main" id="{36575103-3EAA-F5CB-1DFD-0ACCC842B18F}"/>
              </a:ext>
            </a:extLst>
          </p:cNvPr>
          <p:cNvSpPr txBox="1"/>
          <p:nvPr/>
        </p:nvSpPr>
        <p:spPr>
          <a:xfrm>
            <a:off x="11144364" y="2057281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>
              <a:defRPr>
                <a:solidFill>
                  <a:schemeClr val="bg1">
                    <a:lumMod val="95000"/>
                  </a:schemeClr>
                </a:solidFill>
                <a:latin typeface="Aptos" panose="020B0004020202020204" pitchFamily="34" charset="0"/>
              </a:defRPr>
            </a:lvl1pPr>
          </a:lstStyle>
          <a:p>
            <a:r>
              <a:rPr lang="nl-NL" dirty="0">
                <a:solidFill>
                  <a:schemeClr val="bg1">
                    <a:lumMod val="85000"/>
                  </a:schemeClr>
                </a:solidFill>
              </a:rPr>
              <a:t>9</a:t>
            </a:r>
          </a:p>
        </p:txBody>
      </p:sp>
      <p:sp>
        <p:nvSpPr>
          <p:cNvPr id="28" name="TextBox 121">
            <a:extLst>
              <a:ext uri="{FF2B5EF4-FFF2-40B4-BE49-F238E27FC236}">
                <a16:creationId xmlns:a16="http://schemas.microsoft.com/office/drawing/2014/main" id="{FE383379-FB69-C0DB-BDFF-4A4754A62231}"/>
              </a:ext>
            </a:extLst>
          </p:cNvPr>
          <p:cNvSpPr txBox="1"/>
          <p:nvPr/>
        </p:nvSpPr>
        <p:spPr>
          <a:xfrm>
            <a:off x="10179435" y="2466494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>
              <a:defRPr>
                <a:solidFill>
                  <a:schemeClr val="bg1">
                    <a:lumMod val="95000"/>
                  </a:schemeClr>
                </a:solidFill>
                <a:latin typeface="Aptos" panose="020B0004020202020204" pitchFamily="34" charset="0"/>
              </a:defRPr>
            </a:lvl1pPr>
          </a:lstStyle>
          <a:p>
            <a:r>
              <a:rPr lang="nl-NL" dirty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29" name="TextBox 122">
            <a:extLst>
              <a:ext uri="{FF2B5EF4-FFF2-40B4-BE49-F238E27FC236}">
                <a16:creationId xmlns:a16="http://schemas.microsoft.com/office/drawing/2014/main" id="{FB353ADD-7316-BA7A-9B38-EE6D28A21BD9}"/>
              </a:ext>
            </a:extLst>
          </p:cNvPr>
          <p:cNvSpPr txBox="1"/>
          <p:nvPr/>
        </p:nvSpPr>
        <p:spPr>
          <a:xfrm>
            <a:off x="8968232" y="4541872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>
              <a:defRPr>
                <a:solidFill>
                  <a:schemeClr val="bg1">
                    <a:lumMod val="95000"/>
                  </a:schemeClr>
                </a:solidFill>
                <a:latin typeface="Aptos" panose="020B0004020202020204" pitchFamily="34" charset="0"/>
              </a:defRPr>
            </a:lvl1pPr>
          </a:lstStyle>
          <a:p>
            <a:r>
              <a:rPr lang="nl-NL" dirty="0">
                <a:solidFill>
                  <a:schemeClr val="tx1"/>
                </a:solidFill>
              </a:rPr>
              <a:t>4</a:t>
            </a:r>
          </a:p>
        </p:txBody>
      </p:sp>
      <p:sp>
        <p:nvSpPr>
          <p:cNvPr id="30" name="TextBox 123">
            <a:extLst>
              <a:ext uri="{FF2B5EF4-FFF2-40B4-BE49-F238E27FC236}">
                <a16:creationId xmlns:a16="http://schemas.microsoft.com/office/drawing/2014/main" id="{3C24B33C-3509-8E13-E74A-20D2CDBA0980}"/>
              </a:ext>
            </a:extLst>
          </p:cNvPr>
          <p:cNvSpPr txBox="1"/>
          <p:nvPr/>
        </p:nvSpPr>
        <p:spPr>
          <a:xfrm>
            <a:off x="8588225" y="5472694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>
              <a:defRPr>
                <a:solidFill>
                  <a:schemeClr val="bg1">
                    <a:lumMod val="95000"/>
                  </a:schemeClr>
                </a:solidFill>
                <a:latin typeface="Aptos" panose="020B0004020202020204" pitchFamily="34" charset="0"/>
              </a:defRPr>
            </a:lvl1pPr>
          </a:lstStyle>
          <a:p>
            <a:r>
              <a:rPr lang="nl-NL" dirty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31" name="TextBox 124">
            <a:extLst>
              <a:ext uri="{FF2B5EF4-FFF2-40B4-BE49-F238E27FC236}">
                <a16:creationId xmlns:a16="http://schemas.microsoft.com/office/drawing/2014/main" id="{A8979634-EF96-65F5-549F-A935FDA7956B}"/>
              </a:ext>
            </a:extLst>
          </p:cNvPr>
          <p:cNvSpPr txBox="1"/>
          <p:nvPr/>
        </p:nvSpPr>
        <p:spPr>
          <a:xfrm>
            <a:off x="7641483" y="4158639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>
              <a:defRPr>
                <a:solidFill>
                  <a:schemeClr val="bg1">
                    <a:lumMod val="95000"/>
                  </a:schemeClr>
                </a:solidFill>
                <a:latin typeface="Aptos" panose="020B0004020202020204" pitchFamily="34" charset="0"/>
              </a:defRPr>
            </a:lvl1pPr>
          </a:lstStyle>
          <a:p>
            <a:r>
              <a:rPr lang="nl-NL" dirty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32" name="TextBox 125">
            <a:extLst>
              <a:ext uri="{FF2B5EF4-FFF2-40B4-BE49-F238E27FC236}">
                <a16:creationId xmlns:a16="http://schemas.microsoft.com/office/drawing/2014/main" id="{2070C976-6FE9-1EAF-CF71-46FA2A51C60A}"/>
              </a:ext>
            </a:extLst>
          </p:cNvPr>
          <p:cNvSpPr txBox="1"/>
          <p:nvPr/>
        </p:nvSpPr>
        <p:spPr>
          <a:xfrm>
            <a:off x="10803088" y="5301733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>
              <a:defRPr>
                <a:solidFill>
                  <a:schemeClr val="bg1">
                    <a:lumMod val="95000"/>
                  </a:schemeClr>
                </a:solidFill>
                <a:latin typeface="Aptos" panose="020B0004020202020204" pitchFamily="34" charset="0"/>
              </a:defRPr>
            </a:lvl1pPr>
          </a:lstStyle>
          <a:p>
            <a:r>
              <a:rPr lang="nl-NL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33" name="TextBox 126">
            <a:extLst>
              <a:ext uri="{FF2B5EF4-FFF2-40B4-BE49-F238E27FC236}">
                <a16:creationId xmlns:a16="http://schemas.microsoft.com/office/drawing/2014/main" id="{2522A74B-E493-F5C8-CDE3-EC5E688A2D54}"/>
              </a:ext>
            </a:extLst>
          </p:cNvPr>
          <p:cNvSpPr txBox="1"/>
          <p:nvPr/>
        </p:nvSpPr>
        <p:spPr>
          <a:xfrm>
            <a:off x="9774498" y="4284407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>
              <a:defRPr>
                <a:solidFill>
                  <a:schemeClr val="bg1">
                    <a:lumMod val="95000"/>
                  </a:schemeClr>
                </a:solidFill>
                <a:latin typeface="Aptos" panose="020B0004020202020204" pitchFamily="34" charset="0"/>
              </a:defRPr>
            </a:lvl1pPr>
          </a:lstStyle>
          <a:p>
            <a:r>
              <a:rPr lang="nl-NL" dirty="0">
                <a:solidFill>
                  <a:schemeClr val="bg1">
                    <a:lumMod val="85000"/>
                  </a:schemeClr>
                </a:solidFill>
              </a:rPr>
              <a:t>5</a:t>
            </a:r>
          </a:p>
        </p:txBody>
      </p:sp>
      <p:sp>
        <p:nvSpPr>
          <p:cNvPr id="34" name="TextBox 127">
            <a:extLst>
              <a:ext uri="{FF2B5EF4-FFF2-40B4-BE49-F238E27FC236}">
                <a16:creationId xmlns:a16="http://schemas.microsoft.com/office/drawing/2014/main" id="{72D3A1C3-C340-3C21-A61B-6B1CB3D639FB}"/>
              </a:ext>
            </a:extLst>
          </p:cNvPr>
          <p:cNvSpPr txBox="1"/>
          <p:nvPr/>
        </p:nvSpPr>
        <p:spPr>
          <a:xfrm>
            <a:off x="10760148" y="4249247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>
              <a:defRPr>
                <a:solidFill>
                  <a:schemeClr val="bg1">
                    <a:lumMod val="95000"/>
                  </a:schemeClr>
                </a:solidFill>
                <a:latin typeface="Aptos" panose="020B0004020202020204" pitchFamily="34" charset="0"/>
              </a:defRPr>
            </a:lvl1pPr>
          </a:lstStyle>
          <a:p>
            <a:r>
              <a:rPr lang="nl-NL" dirty="0">
                <a:solidFill>
                  <a:schemeClr val="tx1"/>
                </a:solidFill>
              </a:rPr>
              <a:t>3</a:t>
            </a:r>
          </a:p>
        </p:txBody>
      </p:sp>
      <p:sp>
        <p:nvSpPr>
          <p:cNvPr id="35" name="TextBox 128">
            <a:extLst>
              <a:ext uri="{FF2B5EF4-FFF2-40B4-BE49-F238E27FC236}">
                <a16:creationId xmlns:a16="http://schemas.microsoft.com/office/drawing/2014/main" id="{FE942E1C-D491-4C52-B309-1052EC6A97C2}"/>
              </a:ext>
            </a:extLst>
          </p:cNvPr>
          <p:cNvSpPr txBox="1"/>
          <p:nvPr/>
        </p:nvSpPr>
        <p:spPr>
          <a:xfrm>
            <a:off x="10917429" y="2767356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>
              <a:defRPr>
                <a:solidFill>
                  <a:schemeClr val="bg1">
                    <a:lumMod val="95000"/>
                  </a:schemeClr>
                </a:solidFill>
                <a:latin typeface="Aptos" panose="020B0004020202020204" pitchFamily="34" charset="0"/>
              </a:defRPr>
            </a:lvl1pPr>
          </a:lstStyle>
          <a:p>
            <a:r>
              <a:rPr lang="nl-NL" dirty="0">
                <a:solidFill>
                  <a:schemeClr val="tx1"/>
                </a:solidFill>
              </a:rPr>
              <a:t>8</a:t>
            </a:r>
          </a:p>
        </p:txBody>
      </p:sp>
      <p:sp>
        <p:nvSpPr>
          <p:cNvPr id="36" name="TextBox 129">
            <a:extLst>
              <a:ext uri="{FF2B5EF4-FFF2-40B4-BE49-F238E27FC236}">
                <a16:creationId xmlns:a16="http://schemas.microsoft.com/office/drawing/2014/main" id="{490F94DD-3CBA-23A6-3111-EB09508C8165}"/>
              </a:ext>
            </a:extLst>
          </p:cNvPr>
          <p:cNvSpPr txBox="1"/>
          <p:nvPr/>
        </p:nvSpPr>
        <p:spPr>
          <a:xfrm>
            <a:off x="11702412" y="3871807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>
              <a:defRPr>
                <a:solidFill>
                  <a:schemeClr val="bg1">
                    <a:lumMod val="95000"/>
                  </a:schemeClr>
                </a:solidFill>
                <a:latin typeface="Aptos" panose="020B0004020202020204" pitchFamily="34" charset="0"/>
              </a:defRPr>
            </a:lvl1pPr>
          </a:lstStyle>
          <a:p>
            <a:r>
              <a:rPr lang="nl-NL" dirty="0">
                <a:solidFill>
                  <a:schemeClr val="bg1">
                    <a:lumMod val="85000"/>
                  </a:schemeClr>
                </a:solidFill>
              </a:rPr>
              <a:t>9</a:t>
            </a:r>
          </a:p>
        </p:txBody>
      </p:sp>
      <p:sp>
        <p:nvSpPr>
          <p:cNvPr id="37" name="TextBox 130">
            <a:extLst>
              <a:ext uri="{FF2B5EF4-FFF2-40B4-BE49-F238E27FC236}">
                <a16:creationId xmlns:a16="http://schemas.microsoft.com/office/drawing/2014/main" id="{B1BB848B-A383-31E0-0682-7885B46FAB1F}"/>
              </a:ext>
            </a:extLst>
          </p:cNvPr>
          <p:cNvSpPr txBox="1"/>
          <p:nvPr/>
        </p:nvSpPr>
        <p:spPr>
          <a:xfrm>
            <a:off x="9636165" y="3226198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>
              <a:defRPr>
                <a:solidFill>
                  <a:schemeClr val="bg1">
                    <a:lumMod val="95000"/>
                  </a:schemeClr>
                </a:solidFill>
                <a:latin typeface="Aptos" panose="020B0004020202020204" pitchFamily="34" charset="0"/>
              </a:defRPr>
            </a:lvl1pPr>
          </a:lstStyle>
          <a:p>
            <a:r>
              <a:rPr lang="nl-NL" dirty="0">
                <a:solidFill>
                  <a:schemeClr val="bg1">
                    <a:lumMod val="85000"/>
                  </a:schemeClr>
                </a:solidFill>
              </a:rPr>
              <a:t>6</a:t>
            </a:r>
          </a:p>
        </p:txBody>
      </p:sp>
      <p:sp>
        <p:nvSpPr>
          <p:cNvPr id="39" name="TextBox 131">
            <a:extLst>
              <a:ext uri="{FF2B5EF4-FFF2-40B4-BE49-F238E27FC236}">
                <a16:creationId xmlns:a16="http://schemas.microsoft.com/office/drawing/2014/main" id="{AA1F13D0-3FA7-B610-20BC-CA84F6D6A663}"/>
              </a:ext>
            </a:extLst>
          </p:cNvPr>
          <p:cNvSpPr txBox="1"/>
          <p:nvPr/>
        </p:nvSpPr>
        <p:spPr>
          <a:xfrm>
            <a:off x="8051195" y="3212699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>
              <a:defRPr>
                <a:solidFill>
                  <a:schemeClr val="bg1">
                    <a:lumMod val="95000"/>
                  </a:schemeClr>
                </a:solidFill>
                <a:latin typeface="Aptos" panose="020B0004020202020204" pitchFamily="34" charset="0"/>
              </a:defRPr>
            </a:lvl1pPr>
          </a:lstStyle>
          <a:p>
            <a:r>
              <a:rPr lang="nl-NL" dirty="0">
                <a:solidFill>
                  <a:schemeClr val="bg1">
                    <a:lumMod val="85000"/>
                  </a:schemeClr>
                </a:solidFill>
              </a:rPr>
              <a:t>7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E3E60DC6-B7E6-5FD6-1E17-374D92459F88}"/>
              </a:ext>
            </a:extLst>
          </p:cNvPr>
          <p:cNvSpPr txBox="1"/>
          <p:nvPr/>
        </p:nvSpPr>
        <p:spPr>
          <a:xfrm>
            <a:off x="6513922" y="6092982"/>
            <a:ext cx="163782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NL" dirty="0">
                <a:latin typeface="Aptos" panose="020B0004020202020204" pitchFamily="34" charset="0"/>
              </a:rPr>
              <a:t>Total </a:t>
            </a:r>
            <a:r>
              <a:rPr lang="nl-NL" dirty="0" err="1">
                <a:latin typeface="Aptos" panose="020B0004020202020204" pitchFamily="34" charset="0"/>
              </a:rPr>
              <a:t>costs</a:t>
            </a:r>
            <a:r>
              <a:rPr lang="nl-NL" dirty="0">
                <a:latin typeface="Aptos" panose="020B0004020202020204" pitchFamily="34" charset="0"/>
              </a:rPr>
              <a:t>: </a:t>
            </a:r>
            <a:r>
              <a:rPr lang="nl-NL" sz="2000" b="1" dirty="0">
                <a:latin typeface="Aptos" panose="020B0004020202020204" pitchFamily="34" charset="0"/>
              </a:rPr>
              <a:t>25</a:t>
            </a:r>
            <a:endParaRPr lang="nl-NL" b="1" dirty="0"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435144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25" grpId="0"/>
      <p:bldP spid="26" grpId="0"/>
      <p:bldP spid="27" grpId="0"/>
      <p:bldP spid="28" grpId="0"/>
      <p:bldP spid="29" grpId="0"/>
      <p:bldP spid="30" grpId="0"/>
      <p:bldP spid="31" grpId="0"/>
      <p:bldP spid="32" grpId="0"/>
      <p:bldP spid="33" grpId="0"/>
      <p:bldP spid="34" grpId="0"/>
      <p:bldP spid="35" grpId="0"/>
      <p:bldP spid="36" grpId="0"/>
      <p:bldP spid="37" grpId="0"/>
      <p:bldP spid="39" grpId="0"/>
      <p:bldP spid="40" grpId="0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1FAF17-8FB0-AD60-CF44-2DE831B48A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D044AD-8607-9173-86C3-643E4997F6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 err="1"/>
              <a:t>Prim’s</a:t>
            </a:r>
            <a:r>
              <a:rPr lang="nl-NL" dirty="0"/>
              <a:t> </a:t>
            </a:r>
            <a:r>
              <a:rPr lang="nl-NL" dirty="0" err="1"/>
              <a:t>algorithm</a:t>
            </a:r>
            <a:r>
              <a:rPr lang="nl-NL" dirty="0"/>
              <a:t> – </a:t>
            </a:r>
            <a:r>
              <a:rPr lang="nl-NL" dirty="0" err="1"/>
              <a:t>why</a:t>
            </a:r>
            <a:r>
              <a:rPr lang="nl-NL" dirty="0"/>
              <a:t> </a:t>
            </a:r>
            <a:r>
              <a:rPr lang="nl-NL" dirty="0" err="1"/>
              <a:t>it</a:t>
            </a:r>
            <a:r>
              <a:rPr lang="nl-NL" dirty="0"/>
              <a:t> </a:t>
            </a:r>
            <a:r>
              <a:rPr lang="nl-NL" dirty="0" err="1"/>
              <a:t>works</a:t>
            </a:r>
            <a:endParaRPr lang="nl-N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AAB7699-2273-A04A-0108-3E9CEA8643C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0081" y="2633472"/>
            <a:ext cx="4855372" cy="3459510"/>
          </a:xfrm>
        </p:spPr>
        <p:txBody>
          <a:bodyPr>
            <a:normAutofit/>
          </a:bodyPr>
          <a:lstStyle/>
          <a:p>
            <a:r>
              <a:rPr lang="nl-NL" dirty="0" err="1"/>
              <a:t>After</a:t>
            </a:r>
            <a:r>
              <a:rPr lang="nl-NL" dirty="0"/>
              <a:t> </a:t>
            </a:r>
            <a:r>
              <a:rPr lang="nl-NL" dirty="0" err="1"/>
              <a:t>the</a:t>
            </a:r>
            <a:r>
              <a:rPr lang="nl-NL" dirty="0"/>
              <a:t> first </a:t>
            </a:r>
            <a:r>
              <a:rPr lang="nl-NL" dirty="0" err="1"/>
              <a:t>edge</a:t>
            </a:r>
            <a:r>
              <a:rPr lang="nl-NL" dirty="0"/>
              <a:t> is </a:t>
            </a:r>
            <a:r>
              <a:rPr lang="nl-NL" dirty="0" err="1"/>
              <a:t>added</a:t>
            </a:r>
            <a:r>
              <a:rPr lang="nl-NL" dirty="0"/>
              <a:t>, </a:t>
            </a:r>
            <a:r>
              <a:rPr lang="nl-NL" dirty="0" err="1"/>
              <a:t>that</a:t>
            </a:r>
            <a:r>
              <a:rPr lang="nl-NL" dirty="0"/>
              <a:t> </a:t>
            </a:r>
            <a:r>
              <a:rPr lang="nl-NL" dirty="0" err="1"/>
              <a:t>one</a:t>
            </a:r>
            <a:r>
              <a:rPr lang="nl-NL" dirty="0"/>
              <a:t> </a:t>
            </a:r>
            <a:r>
              <a:rPr lang="nl-NL" dirty="0" err="1"/>
              <a:t>edge</a:t>
            </a:r>
            <a:r>
              <a:rPr lang="nl-NL" dirty="0"/>
              <a:t> </a:t>
            </a:r>
            <a:r>
              <a:rPr lang="nl-NL" dirty="0" err="1"/>
              <a:t>forms</a:t>
            </a:r>
            <a:r>
              <a:rPr lang="nl-NL" dirty="0"/>
              <a:t> </a:t>
            </a:r>
            <a:r>
              <a:rPr lang="nl-NL" dirty="0" err="1"/>
              <a:t>an</a:t>
            </a:r>
            <a:r>
              <a:rPr lang="nl-NL" dirty="0"/>
              <a:t> MST of </a:t>
            </a:r>
            <a:r>
              <a:rPr lang="nl-NL" dirty="0" err="1"/>
              <a:t>the</a:t>
            </a:r>
            <a:r>
              <a:rPr lang="nl-NL" dirty="0"/>
              <a:t> blue </a:t>
            </a:r>
            <a:r>
              <a:rPr lang="nl-NL" dirty="0" err="1"/>
              <a:t>nodes</a:t>
            </a:r>
            <a:endParaRPr lang="nl-NL" dirty="0"/>
          </a:p>
          <a:p>
            <a:endParaRPr lang="nl-NL" dirty="0"/>
          </a:p>
          <a:p>
            <a:r>
              <a:rPr lang="nl-NL" dirty="0" err="1"/>
              <a:t>Adding</a:t>
            </a:r>
            <a:r>
              <a:rPr lang="nl-NL" dirty="0"/>
              <a:t> </a:t>
            </a:r>
            <a:r>
              <a:rPr lang="nl-NL" dirty="0" err="1"/>
              <a:t>the</a:t>
            </a:r>
            <a:r>
              <a:rPr lang="nl-NL" dirty="0"/>
              <a:t> </a:t>
            </a:r>
            <a:r>
              <a:rPr lang="nl-NL" dirty="0" err="1"/>
              <a:t>cheapest</a:t>
            </a:r>
            <a:r>
              <a:rPr lang="nl-NL" dirty="0"/>
              <a:t> </a:t>
            </a:r>
            <a:r>
              <a:rPr lang="nl-NL" dirty="0" err="1"/>
              <a:t>edge</a:t>
            </a:r>
            <a:r>
              <a:rPr lang="nl-NL" dirty="0"/>
              <a:t> </a:t>
            </a:r>
            <a:r>
              <a:rPr lang="nl-NL" dirty="0" err="1"/>
              <a:t>gives</a:t>
            </a:r>
            <a:r>
              <a:rPr lang="nl-NL" dirty="0"/>
              <a:t> </a:t>
            </a:r>
            <a:r>
              <a:rPr lang="nl-NL" dirty="0" err="1"/>
              <a:t>the</a:t>
            </a:r>
            <a:r>
              <a:rPr lang="nl-NL" dirty="0"/>
              <a:t> MST </a:t>
            </a:r>
            <a:r>
              <a:rPr lang="nl-NL" dirty="0" err="1"/>
              <a:t>that</a:t>
            </a:r>
            <a:r>
              <a:rPr lang="nl-NL" dirty="0"/>
              <a:t> </a:t>
            </a:r>
            <a:r>
              <a:rPr lang="nl-NL" dirty="0" err="1"/>
              <a:t>consists</a:t>
            </a:r>
            <a:r>
              <a:rPr lang="nl-NL" dirty="0"/>
              <a:t> of </a:t>
            </a:r>
            <a:r>
              <a:rPr lang="nl-NL" dirty="0" err="1"/>
              <a:t>the</a:t>
            </a:r>
            <a:r>
              <a:rPr lang="nl-NL" dirty="0"/>
              <a:t> blue </a:t>
            </a:r>
            <a:r>
              <a:rPr lang="nl-NL" dirty="0" err="1"/>
              <a:t>nodes</a:t>
            </a:r>
            <a:r>
              <a:rPr lang="nl-NL" dirty="0"/>
              <a:t> plus </a:t>
            </a:r>
            <a:r>
              <a:rPr lang="nl-NL" dirty="0" err="1"/>
              <a:t>the</a:t>
            </a:r>
            <a:r>
              <a:rPr lang="nl-NL" dirty="0"/>
              <a:t> </a:t>
            </a:r>
            <a:r>
              <a:rPr lang="nl-NL" dirty="0" err="1"/>
              <a:t>newly</a:t>
            </a:r>
            <a:r>
              <a:rPr lang="nl-NL" dirty="0"/>
              <a:t> </a:t>
            </a:r>
            <a:r>
              <a:rPr lang="nl-NL" dirty="0" err="1"/>
              <a:t>connected</a:t>
            </a:r>
            <a:r>
              <a:rPr lang="nl-NL" dirty="0"/>
              <a:t> node</a:t>
            </a:r>
          </a:p>
        </p:txBody>
      </p:sp>
      <p:sp>
        <p:nvSpPr>
          <p:cNvPr id="4" name="Oval 6">
            <a:extLst>
              <a:ext uri="{FF2B5EF4-FFF2-40B4-BE49-F238E27FC236}">
                <a16:creationId xmlns:a16="http://schemas.microsoft.com/office/drawing/2014/main" id="{9E8C7AEC-895A-0B3E-C42A-0EE24F128F34}"/>
              </a:ext>
            </a:extLst>
          </p:cNvPr>
          <p:cNvSpPr/>
          <p:nvPr/>
        </p:nvSpPr>
        <p:spPr>
          <a:xfrm>
            <a:off x="8625333" y="3538158"/>
            <a:ext cx="427106" cy="427106"/>
          </a:xfrm>
          <a:prstGeom prst="ellipse">
            <a:avLst/>
          </a:prstGeom>
          <a:solidFill>
            <a:srgbClr val="0070C0">
              <a:alpha val="50000"/>
            </a:srgb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 dirty="0">
              <a:latin typeface="Aptos" panose="020B0004020202020204" pitchFamily="34" charset="0"/>
            </a:endParaRPr>
          </a:p>
        </p:txBody>
      </p:sp>
      <p:sp>
        <p:nvSpPr>
          <p:cNvPr id="5" name="Oval 8">
            <a:extLst>
              <a:ext uri="{FF2B5EF4-FFF2-40B4-BE49-F238E27FC236}">
                <a16:creationId xmlns:a16="http://schemas.microsoft.com/office/drawing/2014/main" id="{B2500FE8-1950-2E33-43F9-DA7DB7E1DB7F}"/>
              </a:ext>
            </a:extLst>
          </p:cNvPr>
          <p:cNvSpPr/>
          <p:nvPr/>
        </p:nvSpPr>
        <p:spPr>
          <a:xfrm>
            <a:off x="10309437" y="3304087"/>
            <a:ext cx="427106" cy="427106"/>
          </a:xfrm>
          <a:prstGeom prst="ellipse">
            <a:avLst/>
          </a:prstGeom>
          <a:solidFill>
            <a:srgbClr val="0070C0">
              <a:alpha val="50000"/>
            </a:srgb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 dirty="0">
              <a:latin typeface="Aptos" panose="020B0004020202020204" pitchFamily="34" charset="0"/>
            </a:endParaRPr>
          </a:p>
        </p:txBody>
      </p:sp>
      <p:cxnSp>
        <p:nvCxnSpPr>
          <p:cNvPr id="6" name="Straight Arrow Connector 18">
            <a:extLst>
              <a:ext uri="{FF2B5EF4-FFF2-40B4-BE49-F238E27FC236}">
                <a16:creationId xmlns:a16="http://schemas.microsoft.com/office/drawing/2014/main" id="{6BAF1CF6-0E3E-8367-FA1C-1812CD41CA06}"/>
              </a:ext>
            </a:extLst>
          </p:cNvPr>
          <p:cNvCxnSpPr>
            <a:cxnSpLocks/>
            <a:stCxn id="7" idx="6"/>
            <a:endCxn id="4" idx="2"/>
          </p:cNvCxnSpPr>
          <p:nvPr/>
        </p:nvCxnSpPr>
        <p:spPr>
          <a:xfrm>
            <a:off x="7540387" y="3305930"/>
            <a:ext cx="1084946" cy="445781"/>
          </a:xfrm>
          <a:prstGeom prst="straightConnector1">
            <a:avLst/>
          </a:prstGeom>
          <a:ln w="38100">
            <a:solidFill>
              <a:schemeClr val="bg1">
                <a:lumMod val="95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" name="Oval 19">
            <a:extLst>
              <a:ext uri="{FF2B5EF4-FFF2-40B4-BE49-F238E27FC236}">
                <a16:creationId xmlns:a16="http://schemas.microsoft.com/office/drawing/2014/main" id="{A3B3790A-76D5-669B-CDD0-50BC4B76C4B6}"/>
              </a:ext>
            </a:extLst>
          </p:cNvPr>
          <p:cNvSpPr/>
          <p:nvPr/>
        </p:nvSpPr>
        <p:spPr>
          <a:xfrm>
            <a:off x="7113281" y="3092377"/>
            <a:ext cx="427106" cy="427106"/>
          </a:xfrm>
          <a:prstGeom prst="ellipse">
            <a:avLst/>
          </a:prstGeom>
          <a:solidFill>
            <a:srgbClr val="0070C0">
              <a:alpha val="50000"/>
            </a:srgb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 dirty="0">
              <a:latin typeface="Aptos" panose="020B0004020202020204" pitchFamily="34" charset="0"/>
            </a:endParaRPr>
          </a:p>
        </p:txBody>
      </p:sp>
      <p:sp>
        <p:nvSpPr>
          <p:cNvPr id="8" name="Oval 8">
            <a:extLst>
              <a:ext uri="{FF2B5EF4-FFF2-40B4-BE49-F238E27FC236}">
                <a16:creationId xmlns:a16="http://schemas.microsoft.com/office/drawing/2014/main" id="{0D2B2943-2C7A-F5A6-815E-BCB8CE04853B}"/>
              </a:ext>
            </a:extLst>
          </p:cNvPr>
          <p:cNvSpPr/>
          <p:nvPr/>
        </p:nvSpPr>
        <p:spPr>
          <a:xfrm>
            <a:off x="11491903" y="2622018"/>
            <a:ext cx="427106" cy="427106"/>
          </a:xfrm>
          <a:prstGeom prst="ellipse">
            <a:avLst/>
          </a:prstGeom>
          <a:solidFill>
            <a:srgbClr val="0070C0">
              <a:alpha val="50000"/>
            </a:srgb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 dirty="0">
              <a:latin typeface="Aptos" panose="020B0004020202020204" pitchFamily="34" charset="0"/>
            </a:endParaRPr>
          </a:p>
        </p:txBody>
      </p:sp>
      <p:cxnSp>
        <p:nvCxnSpPr>
          <p:cNvPr id="9" name="Straight Arrow Connector 18">
            <a:extLst>
              <a:ext uri="{FF2B5EF4-FFF2-40B4-BE49-F238E27FC236}">
                <a16:creationId xmlns:a16="http://schemas.microsoft.com/office/drawing/2014/main" id="{1264056D-4559-47F1-6ADC-ACC6E4D60AF4}"/>
              </a:ext>
            </a:extLst>
          </p:cNvPr>
          <p:cNvCxnSpPr>
            <a:cxnSpLocks/>
            <a:stCxn id="4" idx="6"/>
            <a:endCxn id="5" idx="2"/>
          </p:cNvCxnSpPr>
          <p:nvPr/>
        </p:nvCxnSpPr>
        <p:spPr>
          <a:xfrm flipV="1">
            <a:off x="9052439" y="3517640"/>
            <a:ext cx="1256998" cy="234071"/>
          </a:xfrm>
          <a:prstGeom prst="straightConnector1">
            <a:avLst/>
          </a:prstGeom>
          <a:ln w="38100">
            <a:solidFill>
              <a:schemeClr val="bg1">
                <a:lumMod val="95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" name="Straight Arrow Connector 18">
            <a:extLst>
              <a:ext uri="{FF2B5EF4-FFF2-40B4-BE49-F238E27FC236}">
                <a16:creationId xmlns:a16="http://schemas.microsoft.com/office/drawing/2014/main" id="{593FED32-6A94-99E2-DC5D-5E2BB72F0958}"/>
              </a:ext>
            </a:extLst>
          </p:cNvPr>
          <p:cNvCxnSpPr>
            <a:cxnSpLocks/>
            <a:stCxn id="5" idx="7"/>
            <a:endCxn id="8" idx="3"/>
          </p:cNvCxnSpPr>
          <p:nvPr/>
        </p:nvCxnSpPr>
        <p:spPr>
          <a:xfrm flipV="1">
            <a:off x="10673995" y="2986576"/>
            <a:ext cx="880456" cy="380059"/>
          </a:xfrm>
          <a:prstGeom prst="straightConnector1">
            <a:avLst/>
          </a:prstGeom>
          <a:ln w="38100">
            <a:solidFill>
              <a:srgbClr val="000000"/>
            </a:solidFill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1" name="Oval 19">
            <a:extLst>
              <a:ext uri="{FF2B5EF4-FFF2-40B4-BE49-F238E27FC236}">
                <a16:creationId xmlns:a16="http://schemas.microsoft.com/office/drawing/2014/main" id="{7C917AF6-B1ED-4786-64D7-5E91F4CC8282}"/>
              </a:ext>
            </a:extLst>
          </p:cNvPr>
          <p:cNvSpPr/>
          <p:nvPr/>
        </p:nvSpPr>
        <p:spPr>
          <a:xfrm>
            <a:off x="8742274" y="1569448"/>
            <a:ext cx="427106" cy="427106"/>
          </a:xfrm>
          <a:prstGeom prst="ellipse">
            <a:avLst/>
          </a:prstGeom>
          <a:solidFill>
            <a:srgbClr val="0070C0">
              <a:alpha val="50000"/>
            </a:srgb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 dirty="0">
              <a:latin typeface="Aptos" panose="020B0004020202020204" pitchFamily="34" charset="0"/>
            </a:endParaRPr>
          </a:p>
        </p:txBody>
      </p:sp>
      <p:sp>
        <p:nvSpPr>
          <p:cNvPr id="12" name="Oval 19">
            <a:extLst>
              <a:ext uri="{FF2B5EF4-FFF2-40B4-BE49-F238E27FC236}">
                <a16:creationId xmlns:a16="http://schemas.microsoft.com/office/drawing/2014/main" id="{E83D3BF5-5002-E3AF-F379-EB8F91DA2FAA}"/>
              </a:ext>
            </a:extLst>
          </p:cNvPr>
          <p:cNvSpPr/>
          <p:nvPr/>
        </p:nvSpPr>
        <p:spPr>
          <a:xfrm>
            <a:off x="7560320" y="5124757"/>
            <a:ext cx="427106" cy="427106"/>
          </a:xfrm>
          <a:prstGeom prst="ellipse">
            <a:avLst/>
          </a:prstGeom>
          <a:solidFill>
            <a:srgbClr val="0070C0">
              <a:alpha val="50000"/>
            </a:srgb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 dirty="0">
              <a:latin typeface="Aptos" panose="020B0004020202020204" pitchFamily="34" charset="0"/>
            </a:endParaRPr>
          </a:p>
        </p:txBody>
      </p:sp>
      <p:sp>
        <p:nvSpPr>
          <p:cNvPr id="13" name="Oval 19">
            <a:extLst>
              <a:ext uri="{FF2B5EF4-FFF2-40B4-BE49-F238E27FC236}">
                <a16:creationId xmlns:a16="http://schemas.microsoft.com/office/drawing/2014/main" id="{D249EFC8-FCB5-DED9-54F5-10347A9ED4E7}"/>
              </a:ext>
            </a:extLst>
          </p:cNvPr>
          <p:cNvSpPr/>
          <p:nvPr/>
        </p:nvSpPr>
        <p:spPr>
          <a:xfrm>
            <a:off x="9443761" y="5376993"/>
            <a:ext cx="427106" cy="427106"/>
          </a:xfrm>
          <a:prstGeom prst="ellipse">
            <a:avLst/>
          </a:prstGeom>
          <a:solidFill>
            <a:srgbClr val="0070C0">
              <a:alpha val="50000"/>
            </a:srgb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 dirty="0">
              <a:latin typeface="Aptos" panose="020B0004020202020204" pitchFamily="34" charset="0"/>
            </a:endParaRPr>
          </a:p>
        </p:txBody>
      </p:sp>
      <p:sp>
        <p:nvSpPr>
          <p:cNvPr id="14" name="Oval 19">
            <a:extLst>
              <a:ext uri="{FF2B5EF4-FFF2-40B4-BE49-F238E27FC236}">
                <a16:creationId xmlns:a16="http://schemas.microsoft.com/office/drawing/2014/main" id="{C9AF8187-317E-5DA7-EB58-68EA9703191B}"/>
              </a:ext>
            </a:extLst>
          </p:cNvPr>
          <p:cNvSpPr/>
          <p:nvPr/>
        </p:nvSpPr>
        <p:spPr>
          <a:xfrm>
            <a:off x="11444091" y="4877014"/>
            <a:ext cx="427106" cy="427106"/>
          </a:xfrm>
          <a:prstGeom prst="ellipse">
            <a:avLst/>
          </a:prstGeom>
          <a:solidFill>
            <a:srgbClr val="0070C0">
              <a:alpha val="50000"/>
            </a:srgb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 dirty="0">
              <a:latin typeface="Aptos" panose="020B0004020202020204" pitchFamily="34" charset="0"/>
            </a:endParaRPr>
          </a:p>
        </p:txBody>
      </p:sp>
      <p:sp>
        <p:nvSpPr>
          <p:cNvPr id="15" name="Oval 19">
            <a:extLst>
              <a:ext uri="{FF2B5EF4-FFF2-40B4-BE49-F238E27FC236}">
                <a16:creationId xmlns:a16="http://schemas.microsoft.com/office/drawing/2014/main" id="{5AF7C899-AC0E-644A-8C5E-62EC8CE17ACF}"/>
              </a:ext>
            </a:extLst>
          </p:cNvPr>
          <p:cNvSpPr/>
          <p:nvPr/>
        </p:nvSpPr>
        <p:spPr>
          <a:xfrm>
            <a:off x="10333484" y="1630175"/>
            <a:ext cx="427106" cy="427106"/>
          </a:xfrm>
          <a:prstGeom prst="ellipse">
            <a:avLst/>
          </a:prstGeom>
          <a:solidFill>
            <a:srgbClr val="0070C0">
              <a:alpha val="50000"/>
            </a:srgb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 dirty="0">
              <a:latin typeface="Aptos" panose="020B0004020202020204" pitchFamily="34" charset="0"/>
            </a:endParaRPr>
          </a:p>
        </p:txBody>
      </p:sp>
      <p:cxnSp>
        <p:nvCxnSpPr>
          <p:cNvPr id="17" name="Straight Arrow Connector 47">
            <a:extLst>
              <a:ext uri="{FF2B5EF4-FFF2-40B4-BE49-F238E27FC236}">
                <a16:creationId xmlns:a16="http://schemas.microsoft.com/office/drawing/2014/main" id="{4F489873-90A8-967D-BD04-D53C7D94F5BF}"/>
              </a:ext>
            </a:extLst>
          </p:cNvPr>
          <p:cNvCxnSpPr>
            <a:cxnSpLocks/>
            <a:stCxn id="7" idx="7"/>
            <a:endCxn id="11" idx="3"/>
          </p:cNvCxnSpPr>
          <p:nvPr/>
        </p:nvCxnSpPr>
        <p:spPr>
          <a:xfrm flipV="1">
            <a:off x="7477839" y="1934006"/>
            <a:ext cx="1326983" cy="1220919"/>
          </a:xfrm>
          <a:prstGeom prst="straightConnector1">
            <a:avLst/>
          </a:prstGeom>
          <a:ln w="38100">
            <a:solidFill>
              <a:schemeClr val="bg1">
                <a:lumMod val="95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8" name="Straight Arrow Connector 47">
            <a:extLst>
              <a:ext uri="{FF2B5EF4-FFF2-40B4-BE49-F238E27FC236}">
                <a16:creationId xmlns:a16="http://schemas.microsoft.com/office/drawing/2014/main" id="{74FBB3F4-A485-E286-9513-48475B73A70B}"/>
              </a:ext>
            </a:extLst>
          </p:cNvPr>
          <p:cNvCxnSpPr>
            <a:cxnSpLocks/>
            <a:stCxn id="11" idx="6"/>
            <a:endCxn id="15" idx="2"/>
          </p:cNvCxnSpPr>
          <p:nvPr/>
        </p:nvCxnSpPr>
        <p:spPr>
          <a:xfrm>
            <a:off x="9169380" y="1783001"/>
            <a:ext cx="1164104" cy="60727"/>
          </a:xfrm>
          <a:prstGeom prst="straightConnector1">
            <a:avLst/>
          </a:prstGeom>
          <a:ln w="38100">
            <a:solidFill>
              <a:schemeClr val="bg1">
                <a:lumMod val="95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9" name="Straight Arrow Connector 47">
            <a:extLst>
              <a:ext uri="{FF2B5EF4-FFF2-40B4-BE49-F238E27FC236}">
                <a16:creationId xmlns:a16="http://schemas.microsoft.com/office/drawing/2014/main" id="{6945C930-E65A-6137-8250-8D45AABFFF3D}"/>
              </a:ext>
            </a:extLst>
          </p:cNvPr>
          <p:cNvCxnSpPr>
            <a:cxnSpLocks/>
            <a:stCxn id="5" idx="0"/>
            <a:endCxn id="15" idx="4"/>
          </p:cNvCxnSpPr>
          <p:nvPr/>
        </p:nvCxnSpPr>
        <p:spPr>
          <a:xfrm flipV="1">
            <a:off x="10522990" y="2057281"/>
            <a:ext cx="24047" cy="1246806"/>
          </a:xfrm>
          <a:prstGeom prst="straightConnector1">
            <a:avLst/>
          </a:prstGeom>
          <a:ln w="38100">
            <a:solidFill>
              <a:srgbClr val="000000"/>
            </a:solidFill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0" name="Straight Arrow Connector 47">
            <a:extLst>
              <a:ext uri="{FF2B5EF4-FFF2-40B4-BE49-F238E27FC236}">
                <a16:creationId xmlns:a16="http://schemas.microsoft.com/office/drawing/2014/main" id="{2459FDA6-C45D-04D5-1774-9A7A51375D11}"/>
              </a:ext>
            </a:extLst>
          </p:cNvPr>
          <p:cNvCxnSpPr>
            <a:cxnSpLocks/>
            <a:stCxn id="15" idx="5"/>
            <a:endCxn id="8" idx="1"/>
          </p:cNvCxnSpPr>
          <p:nvPr/>
        </p:nvCxnSpPr>
        <p:spPr>
          <a:xfrm>
            <a:off x="10698042" y="1994733"/>
            <a:ext cx="856409" cy="689833"/>
          </a:xfrm>
          <a:prstGeom prst="straightConnector1">
            <a:avLst/>
          </a:prstGeom>
          <a:ln w="38100">
            <a:solidFill>
              <a:schemeClr val="bg1">
                <a:lumMod val="95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1" name="Straight Arrow Connector 47">
            <a:extLst>
              <a:ext uri="{FF2B5EF4-FFF2-40B4-BE49-F238E27FC236}">
                <a16:creationId xmlns:a16="http://schemas.microsoft.com/office/drawing/2014/main" id="{2069FF15-3182-EF1C-C7BA-6DED68694B82}"/>
              </a:ext>
            </a:extLst>
          </p:cNvPr>
          <p:cNvCxnSpPr>
            <a:cxnSpLocks/>
            <a:stCxn id="7" idx="4"/>
            <a:endCxn id="12" idx="0"/>
          </p:cNvCxnSpPr>
          <p:nvPr/>
        </p:nvCxnSpPr>
        <p:spPr>
          <a:xfrm>
            <a:off x="7326834" y="3519483"/>
            <a:ext cx="447039" cy="1605274"/>
          </a:xfrm>
          <a:prstGeom prst="straightConnector1">
            <a:avLst/>
          </a:prstGeom>
          <a:ln w="38100">
            <a:solidFill>
              <a:srgbClr val="000000"/>
            </a:solidFill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2" name="Straight Arrow Connector 47">
            <a:extLst>
              <a:ext uri="{FF2B5EF4-FFF2-40B4-BE49-F238E27FC236}">
                <a16:creationId xmlns:a16="http://schemas.microsoft.com/office/drawing/2014/main" id="{A4A8B32F-2338-A7FC-5282-E2BC7B9AF52A}"/>
              </a:ext>
            </a:extLst>
          </p:cNvPr>
          <p:cNvCxnSpPr>
            <a:cxnSpLocks/>
            <a:stCxn id="4" idx="5"/>
            <a:endCxn id="13" idx="0"/>
          </p:cNvCxnSpPr>
          <p:nvPr/>
        </p:nvCxnSpPr>
        <p:spPr>
          <a:xfrm>
            <a:off x="8989891" y="3902716"/>
            <a:ext cx="667423" cy="1474277"/>
          </a:xfrm>
          <a:prstGeom prst="straightConnector1">
            <a:avLst/>
          </a:prstGeom>
          <a:ln w="38100">
            <a:solidFill>
              <a:srgbClr val="000000"/>
            </a:solidFill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3" name="Straight Arrow Connector 47">
            <a:extLst>
              <a:ext uri="{FF2B5EF4-FFF2-40B4-BE49-F238E27FC236}">
                <a16:creationId xmlns:a16="http://schemas.microsoft.com/office/drawing/2014/main" id="{466B3A1D-8DD7-D2D1-D28E-82FB206DE156}"/>
              </a:ext>
            </a:extLst>
          </p:cNvPr>
          <p:cNvCxnSpPr>
            <a:cxnSpLocks/>
            <a:stCxn id="12" idx="6"/>
            <a:endCxn id="13" idx="2"/>
          </p:cNvCxnSpPr>
          <p:nvPr/>
        </p:nvCxnSpPr>
        <p:spPr>
          <a:xfrm>
            <a:off x="7987426" y="5338310"/>
            <a:ext cx="1456335" cy="252236"/>
          </a:xfrm>
          <a:prstGeom prst="straightConnector1">
            <a:avLst/>
          </a:prstGeom>
          <a:ln w="38100">
            <a:solidFill>
              <a:srgbClr val="000000"/>
            </a:solidFill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4" name="Straight Arrow Connector 47">
            <a:extLst>
              <a:ext uri="{FF2B5EF4-FFF2-40B4-BE49-F238E27FC236}">
                <a16:creationId xmlns:a16="http://schemas.microsoft.com/office/drawing/2014/main" id="{6F4ACA09-907A-D804-D678-78181CFC34D4}"/>
              </a:ext>
            </a:extLst>
          </p:cNvPr>
          <p:cNvCxnSpPr>
            <a:cxnSpLocks/>
            <a:stCxn id="13" idx="6"/>
            <a:endCxn id="14" idx="2"/>
          </p:cNvCxnSpPr>
          <p:nvPr/>
        </p:nvCxnSpPr>
        <p:spPr>
          <a:xfrm flipV="1">
            <a:off x="9870867" y="5090567"/>
            <a:ext cx="1573224" cy="499979"/>
          </a:xfrm>
          <a:prstGeom prst="straightConnector1">
            <a:avLst/>
          </a:prstGeom>
          <a:ln w="38100">
            <a:solidFill>
              <a:srgbClr val="000000"/>
            </a:solidFill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8" name="Straight Arrow Connector 47">
            <a:extLst>
              <a:ext uri="{FF2B5EF4-FFF2-40B4-BE49-F238E27FC236}">
                <a16:creationId xmlns:a16="http://schemas.microsoft.com/office/drawing/2014/main" id="{A14D2935-A528-D59E-71C1-9E57F7FB369C}"/>
              </a:ext>
            </a:extLst>
          </p:cNvPr>
          <p:cNvCxnSpPr>
            <a:cxnSpLocks/>
            <a:stCxn id="14" idx="0"/>
            <a:endCxn id="8" idx="4"/>
          </p:cNvCxnSpPr>
          <p:nvPr/>
        </p:nvCxnSpPr>
        <p:spPr>
          <a:xfrm flipV="1">
            <a:off x="11657644" y="3049124"/>
            <a:ext cx="47812" cy="1827890"/>
          </a:xfrm>
          <a:prstGeom prst="straightConnector1">
            <a:avLst/>
          </a:prstGeom>
          <a:ln w="38100">
            <a:solidFill>
              <a:schemeClr val="bg1">
                <a:lumMod val="95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7" name="Straight Arrow Connector 47">
            <a:extLst>
              <a:ext uri="{FF2B5EF4-FFF2-40B4-BE49-F238E27FC236}">
                <a16:creationId xmlns:a16="http://schemas.microsoft.com/office/drawing/2014/main" id="{70359E1B-444C-2D67-A85E-D66A9B796B01}"/>
              </a:ext>
            </a:extLst>
          </p:cNvPr>
          <p:cNvCxnSpPr>
            <a:cxnSpLocks/>
            <a:stCxn id="4" idx="0"/>
            <a:endCxn id="11" idx="4"/>
          </p:cNvCxnSpPr>
          <p:nvPr/>
        </p:nvCxnSpPr>
        <p:spPr>
          <a:xfrm flipV="1">
            <a:off x="8838886" y="1996554"/>
            <a:ext cx="116941" cy="1541604"/>
          </a:xfrm>
          <a:prstGeom prst="straightConnector1">
            <a:avLst/>
          </a:prstGeom>
          <a:ln w="38100">
            <a:solidFill>
              <a:srgbClr val="000000"/>
            </a:solidFill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0" name="Straight Arrow Connector 18">
            <a:extLst>
              <a:ext uri="{FF2B5EF4-FFF2-40B4-BE49-F238E27FC236}">
                <a16:creationId xmlns:a16="http://schemas.microsoft.com/office/drawing/2014/main" id="{FC3E8369-2535-6882-567D-18933373DA17}"/>
              </a:ext>
            </a:extLst>
          </p:cNvPr>
          <p:cNvCxnSpPr>
            <a:cxnSpLocks/>
            <a:stCxn id="13" idx="7"/>
            <a:endCxn id="5" idx="3"/>
          </p:cNvCxnSpPr>
          <p:nvPr/>
        </p:nvCxnSpPr>
        <p:spPr>
          <a:xfrm flipV="1">
            <a:off x="9808319" y="3668645"/>
            <a:ext cx="563666" cy="1770896"/>
          </a:xfrm>
          <a:prstGeom prst="straightConnector1">
            <a:avLst/>
          </a:prstGeom>
          <a:ln w="38100">
            <a:solidFill>
              <a:schemeClr val="bg1">
                <a:lumMod val="95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4" name="Straight Arrow Connector 18">
            <a:extLst>
              <a:ext uri="{FF2B5EF4-FFF2-40B4-BE49-F238E27FC236}">
                <a16:creationId xmlns:a16="http://schemas.microsoft.com/office/drawing/2014/main" id="{44CC39F4-BF3B-8D05-16A4-8A2CAA80612B}"/>
              </a:ext>
            </a:extLst>
          </p:cNvPr>
          <p:cNvCxnSpPr>
            <a:cxnSpLocks/>
            <a:stCxn id="14" idx="1"/>
            <a:endCxn id="5" idx="5"/>
          </p:cNvCxnSpPr>
          <p:nvPr/>
        </p:nvCxnSpPr>
        <p:spPr>
          <a:xfrm flipH="1" flipV="1">
            <a:off x="10673995" y="3668645"/>
            <a:ext cx="832644" cy="1270917"/>
          </a:xfrm>
          <a:prstGeom prst="straightConnector1">
            <a:avLst/>
          </a:prstGeom>
          <a:ln w="38100">
            <a:solidFill>
              <a:srgbClr val="000000"/>
            </a:solidFill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6" name="TextBox 117">
            <a:extLst>
              <a:ext uri="{FF2B5EF4-FFF2-40B4-BE49-F238E27FC236}">
                <a16:creationId xmlns:a16="http://schemas.microsoft.com/office/drawing/2014/main" id="{F91606B2-9250-1C76-5594-36C1097B8FE9}"/>
              </a:ext>
            </a:extLst>
          </p:cNvPr>
          <p:cNvSpPr txBox="1"/>
          <p:nvPr/>
        </p:nvSpPr>
        <p:spPr>
          <a:xfrm>
            <a:off x="7820850" y="2253785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NL" dirty="0">
                <a:solidFill>
                  <a:schemeClr val="bg1">
                    <a:lumMod val="85000"/>
                  </a:schemeClr>
                </a:solidFill>
                <a:latin typeface="Aptos" panose="020B0004020202020204" pitchFamily="34" charset="0"/>
              </a:rPr>
              <a:t>5</a:t>
            </a:r>
          </a:p>
        </p:txBody>
      </p:sp>
      <p:sp>
        <p:nvSpPr>
          <p:cNvPr id="25" name="TextBox 118">
            <a:extLst>
              <a:ext uri="{FF2B5EF4-FFF2-40B4-BE49-F238E27FC236}">
                <a16:creationId xmlns:a16="http://schemas.microsoft.com/office/drawing/2014/main" id="{A076E3CA-CE6D-5B52-8E01-788783C5EFC5}"/>
              </a:ext>
            </a:extLst>
          </p:cNvPr>
          <p:cNvSpPr txBox="1"/>
          <p:nvPr/>
        </p:nvSpPr>
        <p:spPr>
          <a:xfrm>
            <a:off x="8893019" y="2644064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>
              <a:defRPr>
                <a:solidFill>
                  <a:schemeClr val="bg1">
                    <a:lumMod val="95000"/>
                  </a:schemeClr>
                </a:solidFill>
                <a:latin typeface="Aptos" panose="020B0004020202020204" pitchFamily="34" charset="0"/>
              </a:defRPr>
            </a:lvl1pPr>
          </a:lstStyle>
          <a:p>
            <a:r>
              <a:rPr lang="nl-NL" dirty="0">
                <a:solidFill>
                  <a:schemeClr val="tx1"/>
                </a:solidFill>
              </a:rPr>
              <a:t>3</a:t>
            </a:r>
          </a:p>
        </p:txBody>
      </p:sp>
      <p:sp>
        <p:nvSpPr>
          <p:cNvPr id="26" name="TextBox 119">
            <a:extLst>
              <a:ext uri="{FF2B5EF4-FFF2-40B4-BE49-F238E27FC236}">
                <a16:creationId xmlns:a16="http://schemas.microsoft.com/office/drawing/2014/main" id="{DE6B284A-9FC1-4E32-81E3-3FAD24A32FD5}"/>
              </a:ext>
            </a:extLst>
          </p:cNvPr>
          <p:cNvSpPr txBox="1"/>
          <p:nvPr/>
        </p:nvSpPr>
        <p:spPr>
          <a:xfrm>
            <a:off x="9769039" y="1813423"/>
            <a:ext cx="4315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>
              <a:defRPr>
                <a:solidFill>
                  <a:schemeClr val="bg1">
                    <a:lumMod val="95000"/>
                  </a:schemeClr>
                </a:solidFill>
                <a:latin typeface="Aptos" panose="020B0004020202020204" pitchFamily="34" charset="0"/>
              </a:defRPr>
            </a:lvl1pPr>
          </a:lstStyle>
          <a:p>
            <a:r>
              <a:rPr lang="nl-NL" dirty="0">
                <a:solidFill>
                  <a:schemeClr val="bg1">
                    <a:lumMod val="85000"/>
                  </a:schemeClr>
                </a:solidFill>
              </a:rPr>
              <a:t>10</a:t>
            </a:r>
          </a:p>
        </p:txBody>
      </p:sp>
      <p:sp>
        <p:nvSpPr>
          <p:cNvPr id="27" name="TextBox 120">
            <a:extLst>
              <a:ext uri="{FF2B5EF4-FFF2-40B4-BE49-F238E27FC236}">
                <a16:creationId xmlns:a16="http://schemas.microsoft.com/office/drawing/2014/main" id="{3C750D22-C684-C3CB-8138-D15A0F916811}"/>
              </a:ext>
            </a:extLst>
          </p:cNvPr>
          <p:cNvSpPr txBox="1"/>
          <p:nvPr/>
        </p:nvSpPr>
        <p:spPr>
          <a:xfrm>
            <a:off x="11144364" y="2057281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>
              <a:defRPr>
                <a:solidFill>
                  <a:schemeClr val="bg1">
                    <a:lumMod val="95000"/>
                  </a:schemeClr>
                </a:solidFill>
                <a:latin typeface="Aptos" panose="020B0004020202020204" pitchFamily="34" charset="0"/>
              </a:defRPr>
            </a:lvl1pPr>
          </a:lstStyle>
          <a:p>
            <a:r>
              <a:rPr lang="nl-NL" dirty="0">
                <a:solidFill>
                  <a:schemeClr val="bg1">
                    <a:lumMod val="85000"/>
                  </a:schemeClr>
                </a:solidFill>
              </a:rPr>
              <a:t>9</a:t>
            </a:r>
          </a:p>
        </p:txBody>
      </p:sp>
      <p:sp>
        <p:nvSpPr>
          <p:cNvPr id="28" name="TextBox 121">
            <a:extLst>
              <a:ext uri="{FF2B5EF4-FFF2-40B4-BE49-F238E27FC236}">
                <a16:creationId xmlns:a16="http://schemas.microsoft.com/office/drawing/2014/main" id="{B608F824-C660-52B7-D8A3-4C7F62532D19}"/>
              </a:ext>
            </a:extLst>
          </p:cNvPr>
          <p:cNvSpPr txBox="1"/>
          <p:nvPr/>
        </p:nvSpPr>
        <p:spPr>
          <a:xfrm>
            <a:off x="10179435" y="2466494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>
              <a:defRPr>
                <a:solidFill>
                  <a:schemeClr val="bg1">
                    <a:lumMod val="95000"/>
                  </a:schemeClr>
                </a:solidFill>
                <a:latin typeface="Aptos" panose="020B0004020202020204" pitchFamily="34" charset="0"/>
              </a:defRPr>
            </a:lvl1pPr>
          </a:lstStyle>
          <a:p>
            <a:r>
              <a:rPr lang="nl-NL" dirty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29" name="TextBox 122">
            <a:extLst>
              <a:ext uri="{FF2B5EF4-FFF2-40B4-BE49-F238E27FC236}">
                <a16:creationId xmlns:a16="http://schemas.microsoft.com/office/drawing/2014/main" id="{EE65359D-11DE-3461-32E0-DE6CD3B400FC}"/>
              </a:ext>
            </a:extLst>
          </p:cNvPr>
          <p:cNvSpPr txBox="1"/>
          <p:nvPr/>
        </p:nvSpPr>
        <p:spPr>
          <a:xfrm>
            <a:off x="8968232" y="4541872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>
              <a:defRPr>
                <a:solidFill>
                  <a:schemeClr val="bg1">
                    <a:lumMod val="95000"/>
                  </a:schemeClr>
                </a:solidFill>
                <a:latin typeface="Aptos" panose="020B0004020202020204" pitchFamily="34" charset="0"/>
              </a:defRPr>
            </a:lvl1pPr>
          </a:lstStyle>
          <a:p>
            <a:r>
              <a:rPr lang="nl-NL" dirty="0">
                <a:solidFill>
                  <a:schemeClr val="tx1"/>
                </a:solidFill>
              </a:rPr>
              <a:t>4</a:t>
            </a:r>
          </a:p>
        </p:txBody>
      </p:sp>
      <p:sp>
        <p:nvSpPr>
          <p:cNvPr id="30" name="TextBox 123">
            <a:extLst>
              <a:ext uri="{FF2B5EF4-FFF2-40B4-BE49-F238E27FC236}">
                <a16:creationId xmlns:a16="http://schemas.microsoft.com/office/drawing/2014/main" id="{419EB61E-3FA8-46D8-BFD5-C1577562828D}"/>
              </a:ext>
            </a:extLst>
          </p:cNvPr>
          <p:cNvSpPr txBox="1"/>
          <p:nvPr/>
        </p:nvSpPr>
        <p:spPr>
          <a:xfrm>
            <a:off x="8588225" y="5472694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>
              <a:defRPr>
                <a:solidFill>
                  <a:schemeClr val="bg1">
                    <a:lumMod val="95000"/>
                  </a:schemeClr>
                </a:solidFill>
                <a:latin typeface="Aptos" panose="020B0004020202020204" pitchFamily="34" charset="0"/>
              </a:defRPr>
            </a:lvl1pPr>
          </a:lstStyle>
          <a:p>
            <a:r>
              <a:rPr lang="nl-NL" dirty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31" name="TextBox 124">
            <a:extLst>
              <a:ext uri="{FF2B5EF4-FFF2-40B4-BE49-F238E27FC236}">
                <a16:creationId xmlns:a16="http://schemas.microsoft.com/office/drawing/2014/main" id="{02AF9FEC-CB9F-40B2-B3CC-99538B212D9E}"/>
              </a:ext>
            </a:extLst>
          </p:cNvPr>
          <p:cNvSpPr txBox="1"/>
          <p:nvPr/>
        </p:nvSpPr>
        <p:spPr>
          <a:xfrm>
            <a:off x="7641483" y="4158639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>
              <a:defRPr>
                <a:solidFill>
                  <a:schemeClr val="bg1">
                    <a:lumMod val="95000"/>
                  </a:schemeClr>
                </a:solidFill>
                <a:latin typeface="Aptos" panose="020B0004020202020204" pitchFamily="34" charset="0"/>
              </a:defRPr>
            </a:lvl1pPr>
          </a:lstStyle>
          <a:p>
            <a:r>
              <a:rPr lang="nl-NL" dirty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32" name="TextBox 125">
            <a:extLst>
              <a:ext uri="{FF2B5EF4-FFF2-40B4-BE49-F238E27FC236}">
                <a16:creationId xmlns:a16="http://schemas.microsoft.com/office/drawing/2014/main" id="{54BE7478-C75B-8BF5-E27B-701D9D802964}"/>
              </a:ext>
            </a:extLst>
          </p:cNvPr>
          <p:cNvSpPr txBox="1"/>
          <p:nvPr/>
        </p:nvSpPr>
        <p:spPr>
          <a:xfrm>
            <a:off x="10803088" y="5301733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>
              <a:defRPr>
                <a:solidFill>
                  <a:schemeClr val="bg1">
                    <a:lumMod val="95000"/>
                  </a:schemeClr>
                </a:solidFill>
                <a:latin typeface="Aptos" panose="020B0004020202020204" pitchFamily="34" charset="0"/>
              </a:defRPr>
            </a:lvl1pPr>
          </a:lstStyle>
          <a:p>
            <a:r>
              <a:rPr lang="nl-NL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33" name="TextBox 126">
            <a:extLst>
              <a:ext uri="{FF2B5EF4-FFF2-40B4-BE49-F238E27FC236}">
                <a16:creationId xmlns:a16="http://schemas.microsoft.com/office/drawing/2014/main" id="{7CCFCA8B-4502-9442-3E6C-DC677A63EA81}"/>
              </a:ext>
            </a:extLst>
          </p:cNvPr>
          <p:cNvSpPr txBox="1"/>
          <p:nvPr/>
        </p:nvSpPr>
        <p:spPr>
          <a:xfrm>
            <a:off x="9774498" y="4284407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>
              <a:defRPr>
                <a:solidFill>
                  <a:schemeClr val="bg1">
                    <a:lumMod val="95000"/>
                  </a:schemeClr>
                </a:solidFill>
                <a:latin typeface="Aptos" panose="020B0004020202020204" pitchFamily="34" charset="0"/>
              </a:defRPr>
            </a:lvl1pPr>
          </a:lstStyle>
          <a:p>
            <a:r>
              <a:rPr lang="nl-NL" dirty="0">
                <a:solidFill>
                  <a:schemeClr val="bg1">
                    <a:lumMod val="85000"/>
                  </a:schemeClr>
                </a:solidFill>
              </a:rPr>
              <a:t>5</a:t>
            </a:r>
          </a:p>
        </p:txBody>
      </p:sp>
      <p:sp>
        <p:nvSpPr>
          <p:cNvPr id="34" name="TextBox 127">
            <a:extLst>
              <a:ext uri="{FF2B5EF4-FFF2-40B4-BE49-F238E27FC236}">
                <a16:creationId xmlns:a16="http://schemas.microsoft.com/office/drawing/2014/main" id="{F855E90E-395B-7D8E-69B4-ADF6AE7B9FF6}"/>
              </a:ext>
            </a:extLst>
          </p:cNvPr>
          <p:cNvSpPr txBox="1"/>
          <p:nvPr/>
        </p:nvSpPr>
        <p:spPr>
          <a:xfrm>
            <a:off x="10760148" y="4249247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>
              <a:defRPr>
                <a:solidFill>
                  <a:schemeClr val="bg1">
                    <a:lumMod val="95000"/>
                  </a:schemeClr>
                </a:solidFill>
                <a:latin typeface="Aptos" panose="020B0004020202020204" pitchFamily="34" charset="0"/>
              </a:defRPr>
            </a:lvl1pPr>
          </a:lstStyle>
          <a:p>
            <a:r>
              <a:rPr lang="nl-NL" dirty="0">
                <a:solidFill>
                  <a:schemeClr val="tx1"/>
                </a:solidFill>
              </a:rPr>
              <a:t>3</a:t>
            </a:r>
          </a:p>
        </p:txBody>
      </p:sp>
      <p:sp>
        <p:nvSpPr>
          <p:cNvPr id="35" name="TextBox 128">
            <a:extLst>
              <a:ext uri="{FF2B5EF4-FFF2-40B4-BE49-F238E27FC236}">
                <a16:creationId xmlns:a16="http://schemas.microsoft.com/office/drawing/2014/main" id="{919A4B53-088A-7676-9011-1B721C47AD3B}"/>
              </a:ext>
            </a:extLst>
          </p:cNvPr>
          <p:cNvSpPr txBox="1"/>
          <p:nvPr/>
        </p:nvSpPr>
        <p:spPr>
          <a:xfrm>
            <a:off x="10917429" y="2767356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>
              <a:defRPr>
                <a:solidFill>
                  <a:schemeClr val="bg1">
                    <a:lumMod val="95000"/>
                  </a:schemeClr>
                </a:solidFill>
                <a:latin typeface="Aptos" panose="020B0004020202020204" pitchFamily="34" charset="0"/>
              </a:defRPr>
            </a:lvl1pPr>
          </a:lstStyle>
          <a:p>
            <a:r>
              <a:rPr lang="nl-NL" dirty="0">
                <a:solidFill>
                  <a:schemeClr val="tx1"/>
                </a:solidFill>
              </a:rPr>
              <a:t>8</a:t>
            </a:r>
          </a:p>
        </p:txBody>
      </p:sp>
      <p:sp>
        <p:nvSpPr>
          <p:cNvPr id="36" name="TextBox 129">
            <a:extLst>
              <a:ext uri="{FF2B5EF4-FFF2-40B4-BE49-F238E27FC236}">
                <a16:creationId xmlns:a16="http://schemas.microsoft.com/office/drawing/2014/main" id="{289B7DCE-299C-C15D-527A-A61415DB195F}"/>
              </a:ext>
            </a:extLst>
          </p:cNvPr>
          <p:cNvSpPr txBox="1"/>
          <p:nvPr/>
        </p:nvSpPr>
        <p:spPr>
          <a:xfrm>
            <a:off x="11702412" y="3871807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>
              <a:defRPr>
                <a:solidFill>
                  <a:schemeClr val="bg1">
                    <a:lumMod val="95000"/>
                  </a:schemeClr>
                </a:solidFill>
                <a:latin typeface="Aptos" panose="020B0004020202020204" pitchFamily="34" charset="0"/>
              </a:defRPr>
            </a:lvl1pPr>
          </a:lstStyle>
          <a:p>
            <a:r>
              <a:rPr lang="nl-NL" dirty="0">
                <a:solidFill>
                  <a:schemeClr val="bg1">
                    <a:lumMod val="85000"/>
                  </a:schemeClr>
                </a:solidFill>
              </a:rPr>
              <a:t>9</a:t>
            </a:r>
          </a:p>
        </p:txBody>
      </p:sp>
      <p:sp>
        <p:nvSpPr>
          <p:cNvPr id="37" name="TextBox 130">
            <a:extLst>
              <a:ext uri="{FF2B5EF4-FFF2-40B4-BE49-F238E27FC236}">
                <a16:creationId xmlns:a16="http://schemas.microsoft.com/office/drawing/2014/main" id="{96D1545B-EFA6-01B7-ABD3-6BBFD86CEE92}"/>
              </a:ext>
            </a:extLst>
          </p:cNvPr>
          <p:cNvSpPr txBox="1"/>
          <p:nvPr/>
        </p:nvSpPr>
        <p:spPr>
          <a:xfrm>
            <a:off x="9636165" y="3226198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>
              <a:defRPr>
                <a:solidFill>
                  <a:schemeClr val="bg1">
                    <a:lumMod val="95000"/>
                  </a:schemeClr>
                </a:solidFill>
                <a:latin typeface="Aptos" panose="020B0004020202020204" pitchFamily="34" charset="0"/>
              </a:defRPr>
            </a:lvl1pPr>
          </a:lstStyle>
          <a:p>
            <a:r>
              <a:rPr lang="nl-NL" dirty="0">
                <a:solidFill>
                  <a:schemeClr val="bg1">
                    <a:lumMod val="85000"/>
                  </a:schemeClr>
                </a:solidFill>
              </a:rPr>
              <a:t>6</a:t>
            </a:r>
          </a:p>
        </p:txBody>
      </p:sp>
      <p:sp>
        <p:nvSpPr>
          <p:cNvPr id="39" name="TextBox 131">
            <a:extLst>
              <a:ext uri="{FF2B5EF4-FFF2-40B4-BE49-F238E27FC236}">
                <a16:creationId xmlns:a16="http://schemas.microsoft.com/office/drawing/2014/main" id="{17D8AE6C-1197-65D0-742B-78F75B79522D}"/>
              </a:ext>
            </a:extLst>
          </p:cNvPr>
          <p:cNvSpPr txBox="1"/>
          <p:nvPr/>
        </p:nvSpPr>
        <p:spPr>
          <a:xfrm>
            <a:off x="8051195" y="3212699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>
              <a:defRPr>
                <a:solidFill>
                  <a:schemeClr val="bg1">
                    <a:lumMod val="95000"/>
                  </a:schemeClr>
                </a:solidFill>
                <a:latin typeface="Aptos" panose="020B0004020202020204" pitchFamily="34" charset="0"/>
              </a:defRPr>
            </a:lvl1pPr>
          </a:lstStyle>
          <a:p>
            <a:r>
              <a:rPr lang="nl-NL" dirty="0">
                <a:solidFill>
                  <a:schemeClr val="bg1">
                    <a:lumMod val="85000"/>
                  </a:schemeClr>
                </a:solidFill>
              </a:rPr>
              <a:t>7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BEA6577E-9713-E93D-A890-3AEE71B4F5D0}"/>
              </a:ext>
            </a:extLst>
          </p:cNvPr>
          <p:cNvSpPr txBox="1"/>
          <p:nvPr/>
        </p:nvSpPr>
        <p:spPr>
          <a:xfrm>
            <a:off x="6513922" y="6092982"/>
            <a:ext cx="163782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NL" dirty="0">
                <a:latin typeface="Aptos" panose="020B0004020202020204" pitchFamily="34" charset="0"/>
              </a:rPr>
              <a:t>Total </a:t>
            </a:r>
            <a:r>
              <a:rPr lang="nl-NL" dirty="0" err="1">
                <a:latin typeface="Aptos" panose="020B0004020202020204" pitchFamily="34" charset="0"/>
              </a:rPr>
              <a:t>costs</a:t>
            </a:r>
            <a:r>
              <a:rPr lang="nl-NL" dirty="0">
                <a:latin typeface="Aptos" panose="020B0004020202020204" pitchFamily="34" charset="0"/>
              </a:rPr>
              <a:t>: </a:t>
            </a:r>
            <a:r>
              <a:rPr lang="nl-NL" sz="2000" b="1" dirty="0">
                <a:latin typeface="Aptos" panose="020B0004020202020204" pitchFamily="34" charset="0"/>
              </a:rPr>
              <a:t>25</a:t>
            </a:r>
            <a:endParaRPr lang="nl-NL" b="1" dirty="0"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46324399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AAA1A8-81D7-8A69-BE96-9D446D71F6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9327F0-0416-F972-1D58-D88D8681B8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nl-NL" dirty="0" err="1"/>
              <a:t>Prim</a:t>
            </a:r>
            <a:r>
              <a:rPr lang="nl-NL" dirty="0"/>
              <a:t> – </a:t>
            </a:r>
            <a:r>
              <a:rPr lang="nl-NL" dirty="0" err="1"/>
              <a:t>Implementation</a:t>
            </a:r>
            <a:r>
              <a:rPr lang="nl-NL" dirty="0"/>
              <a:t> &amp; time </a:t>
            </a:r>
            <a:r>
              <a:rPr lang="nl-NL" dirty="0" err="1"/>
              <a:t>complexity</a:t>
            </a:r>
            <a:endParaRPr lang="nl-NL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68CC268-EDE4-95F6-92AA-6FEF3B1F935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40081" y="2633472"/>
                <a:ext cx="8065007" cy="3685032"/>
              </a:xfrm>
            </p:spPr>
            <p:txBody>
              <a:bodyPr>
                <a:normAutofit/>
              </a:bodyPr>
              <a:lstStyle/>
              <a:p>
                <a:r>
                  <a:rPr lang="nl-NL" dirty="0"/>
                  <a:t>Pseudocode (</a:t>
                </a:r>
                <a:r>
                  <a:rPr lang="nl-NL" b="1" dirty="0">
                    <a:latin typeface="Aptos" panose="020B0004020202020204" pitchFamily="34" charset="0"/>
                  </a:rPr>
                  <a:t>*</a:t>
                </a:r>
                <a:r>
                  <a:rPr lang="nl-NL" dirty="0"/>
                  <a:t>)</a:t>
                </a:r>
              </a:p>
              <a:p>
                <a:pPr marL="608076" lvl="1" indent="-342900">
                  <a:buFont typeface="+mj-lt"/>
                  <a:buAutoNum type="arabicPeriod"/>
                </a:pPr>
                <a:r>
                  <a:rPr lang="nl-NL" dirty="0" err="1"/>
                  <a:t>Add</a:t>
                </a:r>
                <a:r>
                  <a:rPr lang="nl-NL" dirty="0"/>
                  <a:t> </a:t>
                </a:r>
                <a:r>
                  <a:rPr lang="nl-NL" dirty="0" err="1"/>
                  <a:t>an</a:t>
                </a:r>
                <a:r>
                  <a:rPr lang="nl-NL" dirty="0"/>
                  <a:t> </a:t>
                </a:r>
                <a:r>
                  <a:rPr lang="nl-NL" dirty="0" err="1"/>
                  <a:t>initial</a:t>
                </a:r>
                <a:r>
                  <a:rPr lang="nl-NL" dirty="0"/>
                  <a:t> node </a:t>
                </a:r>
                <a:r>
                  <a:rPr lang="nl-NL" dirty="0" err="1"/>
                  <a:t>to</a:t>
                </a:r>
                <a:r>
                  <a:rPr lang="nl-NL" dirty="0"/>
                  <a:t> </a:t>
                </a:r>
                <a:r>
                  <a:rPr lang="nl-NL" dirty="0" err="1"/>
                  <a:t>the</a:t>
                </a:r>
                <a:r>
                  <a:rPr lang="nl-NL" dirty="0"/>
                  <a:t> MST, </a:t>
                </a:r>
                <a:r>
                  <a:rPr lang="nl-NL" dirty="0" err="1"/>
                  <a:t>and</a:t>
                </a:r>
                <a:r>
                  <a:rPr lang="nl-NL" dirty="0"/>
                  <a:t> </a:t>
                </a:r>
                <a:r>
                  <a:rPr lang="nl-NL" dirty="0" err="1"/>
                  <a:t>its</a:t>
                </a:r>
                <a:r>
                  <a:rPr lang="nl-NL" dirty="0"/>
                  <a:t> </a:t>
                </a:r>
                <a:r>
                  <a:rPr lang="nl-NL" dirty="0" err="1"/>
                  <a:t>edges</a:t>
                </a:r>
                <a:r>
                  <a:rPr lang="nl-NL" dirty="0"/>
                  <a:t> </a:t>
                </a:r>
                <a:r>
                  <a:rPr lang="nl-NL" dirty="0" err="1"/>
                  <a:t>to</a:t>
                </a:r>
                <a:r>
                  <a:rPr lang="nl-NL" dirty="0"/>
                  <a:t> a priority queue</a:t>
                </a:r>
              </a:p>
              <a:p>
                <a:pPr marL="608076" lvl="1" indent="-342900">
                  <a:buFont typeface="+mj-lt"/>
                  <a:buAutoNum type="arabicPeriod"/>
                </a:pPr>
                <a:r>
                  <a:rPr lang="nl-NL" dirty="0" err="1"/>
                  <a:t>Repeat</a:t>
                </a:r>
                <a:r>
                  <a:rPr lang="nl-NL" dirty="0"/>
                  <a:t> </a:t>
                </a:r>
                <a:r>
                  <a:rPr lang="nl-NL" dirty="0" err="1"/>
                  <a:t>until</a:t>
                </a:r>
                <a:r>
                  <a:rPr lang="nl-NL" dirty="0"/>
                  <a:t> </a:t>
                </a:r>
                <a:r>
                  <a:rPr lang="nl-NL" dirty="0" err="1"/>
                  <a:t>all</a:t>
                </a:r>
                <a:r>
                  <a:rPr lang="nl-NL" dirty="0"/>
                  <a:t> </a:t>
                </a:r>
                <a:r>
                  <a:rPr lang="nl-NL" dirty="0" err="1"/>
                  <a:t>nodes</a:t>
                </a:r>
                <a:r>
                  <a:rPr lang="nl-NL" dirty="0"/>
                  <a:t> are in </a:t>
                </a:r>
                <a:r>
                  <a:rPr lang="nl-NL" dirty="0" err="1"/>
                  <a:t>the</a:t>
                </a:r>
                <a:r>
                  <a:rPr lang="nl-NL" dirty="0"/>
                  <a:t> MST:</a:t>
                </a:r>
              </a:p>
              <a:p>
                <a:pPr marL="845820" lvl="2" indent="-342900">
                  <a:buFont typeface="+mj-lt"/>
                  <a:buAutoNum type="arabicPeriod"/>
                </a:pPr>
                <a:r>
                  <a:rPr lang="nl-NL" dirty="0" err="1"/>
                  <a:t>Find</a:t>
                </a:r>
                <a:r>
                  <a:rPr lang="nl-NL" dirty="0"/>
                  <a:t> </a:t>
                </a:r>
                <a:r>
                  <a:rPr lang="nl-NL" dirty="0" err="1"/>
                  <a:t>the</a:t>
                </a:r>
                <a:r>
                  <a:rPr lang="nl-NL" dirty="0"/>
                  <a:t> </a:t>
                </a:r>
                <a:r>
                  <a:rPr lang="nl-NL" dirty="0" err="1"/>
                  <a:t>cheapest</a:t>
                </a:r>
                <a:r>
                  <a:rPr lang="nl-NL" dirty="0"/>
                  <a:t> </a:t>
                </a:r>
                <a:r>
                  <a:rPr lang="nl-NL" dirty="0" err="1"/>
                  <a:t>edge</a:t>
                </a:r>
                <a:r>
                  <a:rPr lang="nl-NL" dirty="0"/>
                  <a:t> </a:t>
                </a:r>
                <a:r>
                  <a:rPr lang="nl-NL" dirty="0" err="1"/>
                  <a:t>that</a:t>
                </a:r>
                <a:r>
                  <a:rPr lang="nl-NL" dirty="0"/>
                  <a:t> </a:t>
                </a:r>
                <a:r>
                  <a:rPr lang="nl-NL" dirty="0" err="1"/>
                  <a:t>connects</a:t>
                </a:r>
                <a:r>
                  <a:rPr lang="nl-NL" dirty="0"/>
                  <a:t> </a:t>
                </a:r>
                <a:r>
                  <a:rPr lang="nl-NL" dirty="0" err="1"/>
                  <a:t>with</a:t>
                </a:r>
                <a:r>
                  <a:rPr lang="nl-NL" dirty="0"/>
                  <a:t> a node </a:t>
                </a:r>
                <a:r>
                  <a:rPr lang="nl-NL" dirty="0" err="1"/>
                  <a:t>not</a:t>
                </a:r>
                <a:r>
                  <a:rPr lang="nl-NL" dirty="0"/>
                  <a:t> in </a:t>
                </a:r>
                <a:r>
                  <a:rPr lang="nl-NL" dirty="0" err="1"/>
                  <a:t>the</a:t>
                </a:r>
                <a:r>
                  <a:rPr lang="nl-NL" dirty="0"/>
                  <a:t> MST</a:t>
                </a:r>
              </a:p>
              <a:p>
                <a:pPr marL="845820" lvl="2" indent="-342900">
                  <a:buFont typeface="+mj-lt"/>
                  <a:buAutoNum type="arabicPeriod"/>
                </a:pPr>
                <a:r>
                  <a:rPr lang="nl-NL" dirty="0" err="1"/>
                  <a:t>Add</a:t>
                </a:r>
                <a:r>
                  <a:rPr lang="nl-NL" dirty="0"/>
                  <a:t> </a:t>
                </a:r>
                <a:r>
                  <a:rPr lang="nl-NL" dirty="0" err="1"/>
                  <a:t>all</a:t>
                </a:r>
                <a:r>
                  <a:rPr lang="nl-NL" dirty="0"/>
                  <a:t> </a:t>
                </a:r>
                <a:r>
                  <a:rPr lang="nl-NL" dirty="0" err="1"/>
                  <a:t>its</a:t>
                </a:r>
                <a:r>
                  <a:rPr lang="nl-NL" dirty="0"/>
                  <a:t> </a:t>
                </a:r>
                <a:r>
                  <a:rPr lang="nl-NL" dirty="0" err="1"/>
                  <a:t>edges</a:t>
                </a:r>
                <a:r>
                  <a:rPr lang="nl-NL" dirty="0"/>
                  <a:t> </a:t>
                </a:r>
                <a:r>
                  <a:rPr lang="nl-NL" dirty="0" err="1"/>
                  <a:t>to</a:t>
                </a:r>
                <a:r>
                  <a:rPr lang="nl-NL" dirty="0"/>
                  <a:t> </a:t>
                </a:r>
                <a:r>
                  <a:rPr lang="nl-NL" dirty="0" err="1"/>
                  <a:t>the</a:t>
                </a:r>
                <a:r>
                  <a:rPr lang="nl-NL" dirty="0"/>
                  <a:t> priority queue</a:t>
                </a:r>
              </a:p>
              <a:p>
                <a:endParaRPr lang="nl-NL" dirty="0"/>
              </a:p>
              <a:p>
                <a:r>
                  <a:rPr lang="nl-NL" dirty="0"/>
                  <a:t>In </a:t>
                </a:r>
                <a:r>
                  <a:rPr lang="nl-NL" dirty="0" err="1"/>
                  <a:t>the</a:t>
                </a:r>
                <a:r>
                  <a:rPr lang="nl-NL" dirty="0"/>
                  <a:t> worst case, </a:t>
                </a:r>
                <a:r>
                  <a:rPr lang="nl-NL" dirty="0" err="1"/>
                  <a:t>all</a:t>
                </a:r>
                <a:r>
                  <a:rPr lang="nl-NL" dirty="0"/>
                  <a:t> </a:t>
                </a:r>
                <a14:m>
                  <m:oMath xmlns:m="http://schemas.openxmlformats.org/officeDocument/2006/math">
                    <m:r>
                      <a:rPr lang="nl-NL" b="1" i="1" dirty="0" smtClean="0">
                        <a:latin typeface="Cambria Math" panose="02040503050406030204" pitchFamily="18" charset="0"/>
                      </a:rPr>
                      <m:t>𝒎</m:t>
                    </m:r>
                  </m:oMath>
                </a14:m>
                <a:r>
                  <a:rPr lang="nl-NL" dirty="0"/>
                  <a:t> </a:t>
                </a:r>
                <a:r>
                  <a:rPr lang="nl-NL" dirty="0" err="1"/>
                  <a:t>edges</a:t>
                </a:r>
                <a:r>
                  <a:rPr lang="nl-NL" dirty="0"/>
                  <a:t> are </a:t>
                </a:r>
                <a:r>
                  <a:rPr lang="nl-NL" dirty="0" err="1"/>
                  <a:t>checked</a:t>
                </a:r>
                <a:endParaRPr lang="nl-NL" dirty="0"/>
              </a:p>
              <a:p>
                <a:r>
                  <a:rPr lang="nl-NL" dirty="0"/>
                  <a:t>Time </a:t>
                </a:r>
                <a:r>
                  <a:rPr lang="nl-NL" dirty="0" err="1"/>
                  <a:t>complexity</a:t>
                </a:r>
                <a:r>
                  <a:rPr lang="nl-NL" dirty="0"/>
                  <a:t>: </a:t>
                </a:r>
                <a14:m>
                  <m:oMath xmlns:m="http://schemas.openxmlformats.org/officeDocument/2006/math">
                    <m:r>
                      <a:rPr lang="nl-NL" b="1" i="1" dirty="0" smtClean="0">
                        <a:latin typeface="Cambria Math" panose="02040503050406030204" pitchFamily="18" charset="0"/>
                      </a:rPr>
                      <m:t>𝑶</m:t>
                    </m:r>
                    <m:d>
                      <m:dPr>
                        <m:ctrlPr>
                          <a:rPr lang="nl-NL" b="1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nl-NL" b="1" i="1" dirty="0" smtClean="0">
                            <a:latin typeface="Cambria Math" panose="02040503050406030204" pitchFamily="18" charset="0"/>
                          </a:rPr>
                          <m:t>𝒎</m:t>
                        </m:r>
                        <m:func>
                          <m:funcPr>
                            <m:ctrlPr>
                              <a:rPr lang="nl-NL" b="1" i="1" dirty="0" smtClean="0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a:rPr lang="nl-NL" b="1" i="0" dirty="0" smtClean="0">
                                <a:latin typeface="Cambria Math" panose="02040503050406030204" pitchFamily="18" charset="0"/>
                              </a:rPr>
                              <m:t>𝐥𝐨𝐠</m:t>
                            </m:r>
                          </m:fName>
                          <m:e>
                            <m:r>
                              <a:rPr lang="nl-NL" b="1" i="1" dirty="0" smtClean="0">
                                <a:latin typeface="Cambria Math" panose="02040503050406030204" pitchFamily="18" charset="0"/>
                              </a:rPr>
                              <m:t>𝒎</m:t>
                            </m:r>
                          </m:e>
                        </m:func>
                      </m:e>
                    </m:d>
                    <m:r>
                      <a:rPr lang="nl-NL" b="1" i="1" dirty="0" smtClean="0">
                        <a:latin typeface="Cambria Math" panose="02040503050406030204" pitchFamily="18" charset="0"/>
                      </a:rPr>
                      <m:t>= </m:t>
                    </m:r>
                    <m:r>
                      <a:rPr lang="nl-NL" b="1" i="1" dirty="0" smtClean="0">
                        <a:latin typeface="Cambria Math" panose="02040503050406030204" pitchFamily="18" charset="0"/>
                      </a:rPr>
                      <m:t>𝑶</m:t>
                    </m:r>
                    <m:d>
                      <m:dPr>
                        <m:ctrlPr>
                          <a:rPr lang="nl-NL" b="1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nl-NL" b="1" i="1" dirty="0" smtClean="0">
                            <a:latin typeface="Cambria Math" panose="02040503050406030204" pitchFamily="18" charset="0"/>
                          </a:rPr>
                          <m:t>𝒎</m:t>
                        </m:r>
                        <m:func>
                          <m:funcPr>
                            <m:ctrlPr>
                              <a:rPr lang="nl-NL" b="1" i="1" dirty="0" smtClean="0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a:rPr lang="nl-NL" b="1" i="0" dirty="0" smtClean="0">
                                <a:latin typeface="Cambria Math" panose="02040503050406030204" pitchFamily="18" charset="0"/>
                              </a:rPr>
                              <m:t>𝐥𝐨𝐠</m:t>
                            </m:r>
                          </m:fName>
                          <m:e>
                            <m:r>
                              <a:rPr lang="nl-NL" b="1" i="1" dirty="0" smtClean="0">
                                <a:latin typeface="Cambria Math" panose="02040503050406030204" pitchFamily="18" charset="0"/>
                              </a:rPr>
                              <m:t>𝒏</m:t>
                            </m:r>
                          </m:e>
                        </m:func>
                      </m:e>
                    </m:d>
                  </m:oMath>
                </a14:m>
                <a:endParaRPr lang="nl-NL" b="1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68CC268-EDE4-95F6-92AA-6FEF3B1F935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40081" y="2633472"/>
                <a:ext cx="8065007" cy="3685032"/>
              </a:xfrm>
              <a:blipFill>
                <a:blip r:embed="rId2"/>
                <a:stretch>
                  <a:fillRect l="-454" t="-165"/>
                </a:stretch>
              </a:blipFill>
            </p:spPr>
            <p:txBody>
              <a:bodyPr/>
              <a:lstStyle/>
              <a:p>
                <a:r>
                  <a:rPr lang="nl-N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extBox 3">
            <a:extLst>
              <a:ext uri="{FF2B5EF4-FFF2-40B4-BE49-F238E27FC236}">
                <a16:creationId xmlns:a16="http://schemas.microsoft.com/office/drawing/2014/main" id="{87325AC1-E04E-CF29-0A7B-14581D226698}"/>
              </a:ext>
            </a:extLst>
          </p:cNvPr>
          <p:cNvSpPr txBox="1"/>
          <p:nvPr/>
        </p:nvSpPr>
        <p:spPr>
          <a:xfrm>
            <a:off x="7419088" y="3825376"/>
            <a:ext cx="1751380" cy="400110"/>
          </a:xfrm>
          <a:prstGeom prst="leftArrowCallout">
            <a:avLst/>
          </a:prstGeom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wrap="none" rtlCol="0">
            <a:spAutoFit/>
          </a:bodyPr>
          <a:lstStyle>
            <a:defPPr>
              <a:defRPr lang="en-US"/>
            </a:defPPr>
            <a:lvl1pPr>
              <a:defRPr sz="2000" b="1"/>
            </a:lvl1pPr>
          </a:lstStyle>
          <a:p>
            <a:r>
              <a:rPr lang="nl-NL" dirty="0"/>
              <a:t>O(log m)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AF045EA-9A1E-632E-8230-CE28FBB7540A}"/>
              </a:ext>
            </a:extLst>
          </p:cNvPr>
          <p:cNvSpPr txBox="1"/>
          <p:nvPr/>
        </p:nvSpPr>
        <p:spPr>
          <a:xfrm>
            <a:off x="5907464" y="5154450"/>
            <a:ext cx="2186033" cy="400110"/>
          </a:xfrm>
          <a:prstGeom prst="leftArrowCallout">
            <a:avLst/>
          </a:prstGeom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nl-NL" sz="2000" b="1" dirty="0"/>
              <a:t>O(m log m)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65ED6618-4B6F-8DB4-BEB3-C1CC0D840554}"/>
                  </a:ext>
                </a:extLst>
              </p:cNvPr>
              <p:cNvSpPr txBox="1"/>
              <p:nvPr/>
            </p:nvSpPr>
            <p:spPr>
              <a:xfrm>
                <a:off x="8900381" y="4886620"/>
                <a:ext cx="1928670" cy="93576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nl-NL" dirty="0">
                    <a:latin typeface="Aptos" panose="020B0004020202020204" pitchFamily="34" charset="0"/>
                  </a:rPr>
                  <a:t>Note</a:t>
                </a:r>
                <a:r>
                  <a:rPr lang="nl-NL" dirty="0"/>
                  <a:t>:</a:t>
                </a: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nl-NL" b="1" i="1" dirty="0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a:rPr lang="nl-NL" b="1" i="0" dirty="0" smtClean="0">
                              <a:latin typeface="Cambria Math" panose="02040503050406030204" pitchFamily="18" charset="0"/>
                            </a:rPr>
                            <m:t>𝐥𝐨𝐠</m:t>
                          </m:r>
                        </m:fName>
                        <m:e>
                          <m:r>
                            <a:rPr lang="nl-NL" b="1" i="1" dirty="0" smtClean="0">
                              <a:latin typeface="Cambria Math" panose="02040503050406030204" pitchFamily="18" charset="0"/>
                            </a:rPr>
                            <m:t>𝒎</m:t>
                          </m:r>
                        </m:e>
                      </m:func>
                      <m:r>
                        <a:rPr lang="nl-NL" b="1" i="1" dirty="0" smtClean="0">
                          <a:latin typeface="Cambria Math" panose="02040503050406030204" pitchFamily="18" charset="0"/>
                        </a:rPr>
                        <m:t>&lt;</m:t>
                      </m:r>
                      <m:func>
                        <m:funcPr>
                          <m:ctrlPr>
                            <a:rPr lang="nl-NL" b="1" i="1" dirty="0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a:rPr lang="nl-NL" b="1" i="0" dirty="0" smtClean="0">
                              <a:latin typeface="Cambria Math" panose="02040503050406030204" pitchFamily="18" charset="0"/>
                            </a:rPr>
                            <m:t>𝐥𝐨𝐠</m:t>
                          </m:r>
                        </m:fName>
                        <m:e>
                          <m:sSup>
                            <m:sSupPr>
                              <m:ctrlPr>
                                <a:rPr lang="nl-NL" b="1" i="1" dirty="0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nl-NL" b="1" i="1" dirty="0" smtClean="0">
                                  <a:latin typeface="Cambria Math" panose="02040503050406030204" pitchFamily="18" charset="0"/>
                                </a:rPr>
                                <m:t>𝒏</m:t>
                              </m:r>
                            </m:e>
                            <m:sup>
                              <m:r>
                                <a:rPr lang="nl-NL" b="1" i="1" dirty="0" smtClean="0"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sup>
                          </m:sSup>
                        </m:e>
                      </m:func>
                    </m:oMath>
                  </m:oMathPara>
                </a14:m>
                <a:endParaRPr lang="nl-NL" b="1" i="1" dirty="0">
                  <a:latin typeface="Cambria Math" panose="02040503050406030204" pitchFamily="18" charset="0"/>
                </a:endParaRP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nl-NL" b="1" i="1" dirty="0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a:rPr lang="nl-NL" b="1" i="0" dirty="0" smtClean="0">
                              <a:latin typeface="Cambria Math" panose="02040503050406030204" pitchFamily="18" charset="0"/>
                            </a:rPr>
                            <m:t>𝐥𝐨𝐠</m:t>
                          </m:r>
                        </m:fName>
                        <m:e>
                          <m:sSup>
                            <m:sSupPr>
                              <m:ctrlPr>
                                <a:rPr lang="nl-NL" b="1" i="1" dirty="0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nl-NL" b="1" i="1" dirty="0" smtClean="0">
                                  <a:latin typeface="Cambria Math" panose="02040503050406030204" pitchFamily="18" charset="0"/>
                                </a:rPr>
                                <m:t>𝒏</m:t>
                              </m:r>
                            </m:e>
                            <m:sup>
                              <m:r>
                                <a:rPr lang="nl-NL" b="1" i="1" dirty="0" smtClean="0"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sup>
                          </m:sSup>
                        </m:e>
                      </m:func>
                      <m:r>
                        <a:rPr lang="nl-NL" b="1" i="1" dirty="0" smtClean="0">
                          <a:latin typeface="Cambria Math" panose="02040503050406030204" pitchFamily="18" charset="0"/>
                        </a:rPr>
                        <m:t>= </m:t>
                      </m:r>
                      <m:r>
                        <a:rPr lang="nl-NL" b="1" i="1" dirty="0" smtClean="0">
                          <a:latin typeface="Cambria Math" panose="02040503050406030204" pitchFamily="18" charset="0"/>
                        </a:rPr>
                        <m:t>𝟐</m:t>
                      </m:r>
                      <m:func>
                        <m:funcPr>
                          <m:ctrlPr>
                            <a:rPr lang="nl-NL" b="1" i="1" dirty="0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a:rPr lang="nl-NL" b="1" i="0" dirty="0" smtClean="0">
                              <a:latin typeface="Cambria Math" panose="02040503050406030204" pitchFamily="18" charset="0"/>
                            </a:rPr>
                            <m:t>𝐥𝐨𝐠</m:t>
                          </m:r>
                        </m:fName>
                        <m:e>
                          <m:r>
                            <a:rPr lang="nl-NL" b="1" i="1" dirty="0" smtClean="0">
                              <a:latin typeface="Cambria Math" panose="02040503050406030204" pitchFamily="18" charset="0"/>
                            </a:rPr>
                            <m:t>𝒏</m:t>
                          </m:r>
                        </m:e>
                      </m:func>
                    </m:oMath>
                  </m:oMathPara>
                </a14:m>
                <a:endParaRPr lang="nl-NL" b="1" dirty="0"/>
              </a:p>
            </p:txBody>
          </p:sp>
        </mc:Choice>
        <mc:Fallback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65ED6618-4B6F-8DB4-BEB3-C1CC0D84055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00381" y="4886620"/>
                <a:ext cx="1928670" cy="935769"/>
              </a:xfrm>
              <a:prstGeom prst="rect">
                <a:avLst/>
              </a:prstGeom>
              <a:blipFill>
                <a:blip r:embed="rId3"/>
                <a:stretch>
                  <a:fillRect l="-316" t="-5229" b="-6536"/>
                </a:stretch>
              </a:blipFill>
            </p:spPr>
            <p:txBody>
              <a:bodyPr/>
              <a:lstStyle/>
              <a:p>
                <a:r>
                  <a:rPr lang="nl-N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TextBox 9">
            <a:extLst>
              <a:ext uri="{FF2B5EF4-FFF2-40B4-BE49-F238E27FC236}">
                <a16:creationId xmlns:a16="http://schemas.microsoft.com/office/drawing/2014/main" id="{C0FEA22B-CDBA-E959-1D81-996B3C5F344F}"/>
              </a:ext>
            </a:extLst>
          </p:cNvPr>
          <p:cNvSpPr txBox="1"/>
          <p:nvPr/>
        </p:nvSpPr>
        <p:spPr>
          <a:xfrm>
            <a:off x="4958499" y="4197205"/>
            <a:ext cx="2384741" cy="400110"/>
          </a:xfrm>
          <a:prstGeom prst="leftArrowCallout">
            <a:avLst>
              <a:gd name="adj1" fmla="val 25000"/>
              <a:gd name="adj2" fmla="val 25000"/>
              <a:gd name="adj3" fmla="val 25000"/>
              <a:gd name="adj4" fmla="val 47584"/>
            </a:avLst>
          </a:prstGeom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wrap="square" rtlCol="0">
            <a:spAutoFit/>
          </a:bodyPr>
          <a:lstStyle>
            <a:defPPr>
              <a:defRPr lang="en-US"/>
            </a:defPPr>
            <a:lvl1pPr>
              <a:defRPr sz="2000" b="1"/>
            </a:lvl1pPr>
          </a:lstStyle>
          <a:p>
            <a:r>
              <a:rPr lang="nl-NL" dirty="0"/>
              <a:t>O(log m)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EFB4CD8-075B-0D27-942C-B1FBF1B481CB}"/>
              </a:ext>
            </a:extLst>
          </p:cNvPr>
          <p:cNvSpPr txBox="1"/>
          <p:nvPr/>
        </p:nvSpPr>
        <p:spPr>
          <a:xfrm>
            <a:off x="7934157" y="3080873"/>
            <a:ext cx="1751380" cy="400110"/>
          </a:xfrm>
          <a:prstGeom prst="leftArrowCallout">
            <a:avLst/>
          </a:prstGeom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nl-NL" sz="2000" b="1" dirty="0"/>
              <a:t>O(log m)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464A29D-B277-E6C6-08ED-68E259A439F3}"/>
              </a:ext>
            </a:extLst>
          </p:cNvPr>
          <p:cNvSpPr txBox="1"/>
          <p:nvPr/>
        </p:nvSpPr>
        <p:spPr>
          <a:xfrm>
            <a:off x="2275828" y="6479794"/>
            <a:ext cx="855322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sz="1600" dirty="0"/>
              <a:t>(</a:t>
            </a:r>
            <a:r>
              <a:rPr lang="nl-NL" sz="1600" b="1" dirty="0">
                <a:latin typeface="Aptos" panose="020B0004020202020204" pitchFamily="34" charset="0"/>
              </a:rPr>
              <a:t>*</a:t>
            </a:r>
            <a:r>
              <a:rPr lang="nl-NL" sz="1600" dirty="0"/>
              <a:t>) </a:t>
            </a:r>
            <a:r>
              <a:rPr lang="nl-NL" sz="1600" dirty="0" err="1"/>
              <a:t>This</a:t>
            </a:r>
            <a:r>
              <a:rPr lang="nl-NL" sz="1600" dirty="0"/>
              <a:t> is a </a:t>
            </a:r>
            <a:r>
              <a:rPr lang="nl-NL" sz="1600" dirty="0" err="1"/>
              <a:t>simplified</a:t>
            </a:r>
            <a:r>
              <a:rPr lang="nl-NL" sz="1600" dirty="0"/>
              <a:t> </a:t>
            </a:r>
            <a:r>
              <a:rPr lang="nl-NL" sz="1600" dirty="0" err="1"/>
              <a:t>version</a:t>
            </a:r>
            <a:r>
              <a:rPr lang="nl-NL" sz="1600" dirty="0"/>
              <a:t> of </a:t>
            </a:r>
            <a:r>
              <a:rPr lang="nl-NL" sz="1600" dirty="0" err="1"/>
              <a:t>the</a:t>
            </a:r>
            <a:r>
              <a:rPr lang="nl-NL" sz="1600" dirty="0"/>
              <a:t> </a:t>
            </a:r>
            <a:r>
              <a:rPr lang="nl-NL" sz="1600" dirty="0" err="1"/>
              <a:t>algorithm</a:t>
            </a:r>
            <a:r>
              <a:rPr lang="nl-NL" sz="1600" dirty="0"/>
              <a:t> but </a:t>
            </a:r>
            <a:r>
              <a:rPr lang="nl-NL" sz="1600" dirty="0" err="1"/>
              <a:t>it</a:t>
            </a:r>
            <a:r>
              <a:rPr lang="nl-NL" sz="1600" dirty="0"/>
              <a:t> has </a:t>
            </a:r>
            <a:r>
              <a:rPr lang="nl-NL" sz="1600" dirty="0" err="1"/>
              <a:t>the</a:t>
            </a:r>
            <a:r>
              <a:rPr lang="nl-NL" sz="1600" dirty="0"/>
              <a:t> </a:t>
            </a:r>
            <a:r>
              <a:rPr lang="nl-NL" sz="1600" dirty="0" err="1"/>
              <a:t>same</a:t>
            </a:r>
            <a:r>
              <a:rPr lang="nl-NL" sz="1600" dirty="0"/>
              <a:t> time </a:t>
            </a:r>
            <a:r>
              <a:rPr lang="nl-NL" sz="1600" dirty="0" err="1"/>
              <a:t>complexity</a:t>
            </a:r>
            <a:endParaRPr lang="nl-NL" sz="1600" dirty="0"/>
          </a:p>
        </p:txBody>
      </p:sp>
      <p:sp>
        <p:nvSpPr>
          <p:cNvPr id="13" name="Speech Bubble: Oval 12">
            <a:extLst>
              <a:ext uri="{FF2B5EF4-FFF2-40B4-BE49-F238E27FC236}">
                <a16:creationId xmlns:a16="http://schemas.microsoft.com/office/drawing/2014/main" id="{92624A15-C7B9-E8E5-1F7E-F47189BD9C6D}"/>
              </a:ext>
            </a:extLst>
          </p:cNvPr>
          <p:cNvSpPr/>
          <p:nvPr/>
        </p:nvSpPr>
        <p:spPr>
          <a:xfrm>
            <a:off x="9977377" y="2633472"/>
            <a:ext cx="2214623" cy="1963843"/>
          </a:xfrm>
          <a:prstGeom prst="wedgeEllipseCallout">
            <a:avLst>
              <a:gd name="adj1" fmla="val -83853"/>
              <a:gd name="adj2" fmla="val 21452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dirty="0" err="1">
                <a:latin typeface="Aptos" panose="020B0004020202020204" pitchFamily="34" charset="0"/>
              </a:rPr>
              <a:t>Assumes</a:t>
            </a:r>
            <a:r>
              <a:rPr lang="nl-NL" dirty="0">
                <a:latin typeface="Aptos" panose="020B0004020202020204" pitchFamily="34" charset="0"/>
              </a:rPr>
              <a:t> a </a:t>
            </a:r>
            <a:r>
              <a:rPr lang="nl-NL" b="1" dirty="0" err="1">
                <a:latin typeface="Aptos" panose="020B0004020202020204" pitchFamily="34" charset="0"/>
              </a:rPr>
              <a:t>hash</a:t>
            </a:r>
            <a:r>
              <a:rPr lang="nl-NL" b="1" dirty="0">
                <a:latin typeface="Aptos" panose="020B0004020202020204" pitchFamily="34" charset="0"/>
              </a:rPr>
              <a:t> </a:t>
            </a:r>
            <a:r>
              <a:rPr lang="nl-NL" b="1" dirty="0" err="1">
                <a:latin typeface="Aptos" panose="020B0004020202020204" pitchFamily="34" charset="0"/>
              </a:rPr>
              <a:t>table</a:t>
            </a:r>
            <a:r>
              <a:rPr lang="nl-NL" dirty="0">
                <a:latin typeface="Aptos" panose="020B0004020202020204" pitchFamily="34" charset="0"/>
              </a:rPr>
              <a:t> is </a:t>
            </a:r>
            <a:r>
              <a:rPr lang="nl-NL" dirty="0" err="1">
                <a:latin typeface="Aptos" panose="020B0004020202020204" pitchFamily="34" charset="0"/>
              </a:rPr>
              <a:t>used</a:t>
            </a:r>
            <a:r>
              <a:rPr lang="nl-NL" dirty="0">
                <a:latin typeface="Aptos" panose="020B0004020202020204" pitchFamily="34" charset="0"/>
              </a:rPr>
              <a:t> </a:t>
            </a:r>
            <a:r>
              <a:rPr lang="nl-NL" dirty="0" err="1">
                <a:latin typeface="Aptos" panose="020B0004020202020204" pitchFamily="34" charset="0"/>
              </a:rPr>
              <a:t>for</a:t>
            </a:r>
            <a:r>
              <a:rPr lang="nl-NL" dirty="0">
                <a:latin typeface="Aptos" panose="020B0004020202020204" pitchFamily="34" charset="0"/>
              </a:rPr>
              <a:t> </a:t>
            </a:r>
            <a:r>
              <a:rPr lang="nl-NL" dirty="0" err="1">
                <a:latin typeface="Aptos" panose="020B0004020202020204" pitchFamily="34" charset="0"/>
              </a:rPr>
              <a:t>membership</a:t>
            </a:r>
            <a:r>
              <a:rPr lang="nl-NL" dirty="0">
                <a:latin typeface="Aptos" panose="020B0004020202020204" pitchFamily="34" charset="0"/>
              </a:rPr>
              <a:t> </a:t>
            </a:r>
            <a:r>
              <a:rPr lang="nl-NL" dirty="0" err="1">
                <a:latin typeface="Aptos" panose="020B0004020202020204" pitchFamily="34" charset="0"/>
              </a:rPr>
              <a:t>testing</a:t>
            </a:r>
            <a:endParaRPr lang="nl-NL" dirty="0"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32250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500"/>
                            </p:stCondLst>
                            <p:childTnLst>
                              <p:par>
                                <p:cTn id="3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500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/>
      <p:bldP spid="10" grpId="0" animBg="1"/>
      <p:bldP spid="11" grpId="0" animBg="1"/>
      <p:bldP spid="12" grpId="0"/>
      <p:bldP spid="13" grpId="0" animBg="1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FD78C8-B0F9-7E9E-7BA1-304503DD2C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D34E1F-55B9-17D4-5702-4F0721015C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 err="1"/>
              <a:t>Kruskal’s</a:t>
            </a:r>
            <a:r>
              <a:rPr lang="nl-NL" dirty="0"/>
              <a:t> </a:t>
            </a:r>
            <a:r>
              <a:rPr lang="nl-NL" dirty="0" err="1"/>
              <a:t>algorithm</a:t>
            </a:r>
            <a:endParaRPr lang="nl-N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D5BB02F-01EE-3137-0211-1F35EFAF8F1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0081" y="2633472"/>
            <a:ext cx="5213964" cy="3625926"/>
          </a:xfrm>
        </p:spPr>
        <p:txBody>
          <a:bodyPr>
            <a:normAutofit/>
          </a:bodyPr>
          <a:lstStyle/>
          <a:p>
            <a:r>
              <a:rPr lang="nl-NL" dirty="0"/>
              <a:t>Pseudocode:</a:t>
            </a:r>
          </a:p>
          <a:p>
            <a:pPr lvl="1"/>
            <a:r>
              <a:rPr lang="nl-NL" dirty="0"/>
              <a:t>Start </a:t>
            </a:r>
            <a:r>
              <a:rPr lang="nl-NL" dirty="0" err="1"/>
              <a:t>with</a:t>
            </a:r>
            <a:r>
              <a:rPr lang="nl-NL" dirty="0"/>
              <a:t> a </a:t>
            </a:r>
            <a:r>
              <a:rPr lang="nl-NL" dirty="0" err="1"/>
              <a:t>result</a:t>
            </a:r>
            <a:r>
              <a:rPr lang="nl-NL" dirty="0"/>
              <a:t> </a:t>
            </a:r>
            <a:r>
              <a:rPr lang="nl-NL" dirty="0" err="1"/>
              <a:t>that</a:t>
            </a:r>
            <a:r>
              <a:rPr lang="nl-NL" dirty="0"/>
              <a:t> has </a:t>
            </a:r>
            <a:r>
              <a:rPr lang="nl-NL" dirty="0" err="1"/>
              <a:t>all</a:t>
            </a:r>
            <a:r>
              <a:rPr lang="nl-NL" dirty="0"/>
              <a:t> </a:t>
            </a:r>
            <a:r>
              <a:rPr lang="nl-NL" dirty="0" err="1"/>
              <a:t>nodes</a:t>
            </a:r>
            <a:r>
              <a:rPr lang="nl-NL" dirty="0"/>
              <a:t> but no </a:t>
            </a:r>
            <a:r>
              <a:rPr lang="nl-NL" dirty="0" err="1"/>
              <a:t>edges</a:t>
            </a:r>
            <a:endParaRPr lang="nl-NL" dirty="0"/>
          </a:p>
          <a:p>
            <a:pPr lvl="1"/>
            <a:r>
              <a:rPr lang="nl-NL" dirty="0" err="1"/>
              <a:t>While</a:t>
            </a:r>
            <a:r>
              <a:rPr lang="nl-NL" dirty="0"/>
              <a:t> we have </a:t>
            </a:r>
            <a:r>
              <a:rPr lang="nl-NL" dirty="0" err="1"/>
              <a:t>not</a:t>
            </a:r>
            <a:r>
              <a:rPr lang="nl-NL" dirty="0"/>
              <a:t> </a:t>
            </a:r>
            <a:r>
              <a:rPr lang="nl-NL" dirty="0" err="1"/>
              <a:t>yet</a:t>
            </a:r>
            <a:r>
              <a:rPr lang="nl-NL" dirty="0"/>
              <a:t> </a:t>
            </a:r>
            <a:r>
              <a:rPr lang="nl-NL" dirty="0" err="1"/>
              <a:t>added</a:t>
            </a:r>
            <a:r>
              <a:rPr lang="nl-NL" dirty="0"/>
              <a:t> n – 1 </a:t>
            </a:r>
            <a:r>
              <a:rPr lang="nl-NL" dirty="0" err="1"/>
              <a:t>edges</a:t>
            </a:r>
            <a:r>
              <a:rPr lang="nl-NL" dirty="0"/>
              <a:t>:</a:t>
            </a:r>
          </a:p>
          <a:p>
            <a:pPr lvl="2"/>
            <a:r>
              <a:rPr lang="nl-NL" dirty="0" err="1"/>
              <a:t>Find</a:t>
            </a:r>
            <a:r>
              <a:rPr lang="nl-NL" dirty="0"/>
              <a:t> </a:t>
            </a:r>
            <a:r>
              <a:rPr lang="nl-NL" dirty="0" err="1"/>
              <a:t>the</a:t>
            </a:r>
            <a:r>
              <a:rPr lang="nl-NL" dirty="0"/>
              <a:t> </a:t>
            </a:r>
            <a:r>
              <a:rPr lang="nl-NL" dirty="0" err="1"/>
              <a:t>cheapest</a:t>
            </a:r>
            <a:r>
              <a:rPr lang="nl-NL" dirty="0"/>
              <a:t> </a:t>
            </a:r>
            <a:r>
              <a:rPr lang="nl-NL" dirty="0" err="1"/>
              <a:t>edge</a:t>
            </a:r>
            <a:endParaRPr lang="nl-NL" dirty="0"/>
          </a:p>
          <a:p>
            <a:pPr lvl="2"/>
            <a:r>
              <a:rPr lang="nl-NL" dirty="0" err="1"/>
              <a:t>Add</a:t>
            </a:r>
            <a:r>
              <a:rPr lang="nl-NL" dirty="0"/>
              <a:t> </a:t>
            </a:r>
            <a:r>
              <a:rPr lang="nl-NL" dirty="0" err="1"/>
              <a:t>it</a:t>
            </a:r>
            <a:r>
              <a:rPr lang="nl-NL" dirty="0"/>
              <a:t> </a:t>
            </a:r>
            <a:r>
              <a:rPr lang="nl-NL" dirty="0" err="1"/>
              <a:t>to</a:t>
            </a:r>
            <a:r>
              <a:rPr lang="nl-NL" dirty="0"/>
              <a:t> </a:t>
            </a:r>
            <a:r>
              <a:rPr lang="nl-NL" dirty="0" err="1"/>
              <a:t>the</a:t>
            </a:r>
            <a:r>
              <a:rPr lang="nl-NL" dirty="0"/>
              <a:t> </a:t>
            </a:r>
            <a:r>
              <a:rPr lang="nl-NL" dirty="0" err="1"/>
              <a:t>graph</a:t>
            </a:r>
            <a:r>
              <a:rPr lang="nl-NL" dirty="0"/>
              <a:t>, but </a:t>
            </a:r>
            <a:r>
              <a:rPr lang="nl-NL" dirty="0" err="1"/>
              <a:t>only</a:t>
            </a:r>
            <a:r>
              <a:rPr lang="nl-NL" dirty="0"/>
              <a:t> </a:t>
            </a:r>
            <a:r>
              <a:rPr lang="nl-NL" dirty="0" err="1"/>
              <a:t>if</a:t>
            </a:r>
            <a:r>
              <a:rPr lang="nl-NL" dirty="0"/>
              <a:t> </a:t>
            </a:r>
            <a:r>
              <a:rPr lang="nl-NL" dirty="0" err="1"/>
              <a:t>it</a:t>
            </a:r>
            <a:r>
              <a:rPr lang="nl-NL" dirty="0"/>
              <a:t> does </a:t>
            </a:r>
            <a:r>
              <a:rPr lang="nl-NL" dirty="0" err="1"/>
              <a:t>not</a:t>
            </a:r>
            <a:r>
              <a:rPr lang="nl-NL" dirty="0"/>
              <a:t> introduce a </a:t>
            </a:r>
            <a:r>
              <a:rPr lang="nl-NL" dirty="0" err="1"/>
              <a:t>cycle</a:t>
            </a:r>
            <a:r>
              <a:rPr lang="nl-NL" dirty="0"/>
              <a:t> (</a:t>
            </a:r>
            <a:r>
              <a:rPr lang="nl-NL" dirty="0" err="1"/>
              <a:t>if</a:t>
            </a:r>
            <a:r>
              <a:rPr lang="nl-NL" dirty="0"/>
              <a:t> </a:t>
            </a:r>
            <a:r>
              <a:rPr lang="nl-NL" dirty="0" err="1"/>
              <a:t>it</a:t>
            </a:r>
            <a:r>
              <a:rPr lang="nl-NL" dirty="0"/>
              <a:t> does, </a:t>
            </a:r>
            <a:r>
              <a:rPr lang="nl-NL" dirty="0" err="1"/>
              <a:t>exclude</a:t>
            </a:r>
            <a:r>
              <a:rPr lang="nl-NL" dirty="0"/>
              <a:t> </a:t>
            </a:r>
            <a:r>
              <a:rPr lang="nl-NL" dirty="0" err="1"/>
              <a:t>it</a:t>
            </a:r>
            <a:r>
              <a:rPr lang="nl-NL" dirty="0"/>
              <a:t>)</a:t>
            </a:r>
          </a:p>
          <a:p>
            <a:pPr lvl="2"/>
            <a:endParaRPr lang="nl-NL" dirty="0"/>
          </a:p>
        </p:txBody>
      </p:sp>
      <p:sp>
        <p:nvSpPr>
          <p:cNvPr id="4" name="Oval 6">
            <a:extLst>
              <a:ext uri="{FF2B5EF4-FFF2-40B4-BE49-F238E27FC236}">
                <a16:creationId xmlns:a16="http://schemas.microsoft.com/office/drawing/2014/main" id="{7C582B76-F5EF-DFC7-427D-5487E176E87D}"/>
              </a:ext>
            </a:extLst>
          </p:cNvPr>
          <p:cNvSpPr/>
          <p:nvPr/>
        </p:nvSpPr>
        <p:spPr>
          <a:xfrm>
            <a:off x="8625333" y="3538158"/>
            <a:ext cx="427106" cy="427106"/>
          </a:xfrm>
          <a:prstGeom prst="ellipse">
            <a:avLst/>
          </a:prstGeom>
          <a:solidFill>
            <a:schemeClr val="bg1">
              <a:lumMod val="85000"/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 dirty="0">
              <a:latin typeface="Aptos" panose="020B0004020202020204" pitchFamily="34" charset="0"/>
            </a:endParaRPr>
          </a:p>
        </p:txBody>
      </p:sp>
      <p:sp>
        <p:nvSpPr>
          <p:cNvPr id="5" name="Oval 8">
            <a:extLst>
              <a:ext uri="{FF2B5EF4-FFF2-40B4-BE49-F238E27FC236}">
                <a16:creationId xmlns:a16="http://schemas.microsoft.com/office/drawing/2014/main" id="{F35D92E5-4879-A42E-09AF-C31C3D3B9E37}"/>
              </a:ext>
            </a:extLst>
          </p:cNvPr>
          <p:cNvSpPr/>
          <p:nvPr/>
        </p:nvSpPr>
        <p:spPr>
          <a:xfrm>
            <a:off x="10309437" y="3304087"/>
            <a:ext cx="427106" cy="427106"/>
          </a:xfrm>
          <a:prstGeom prst="ellipse">
            <a:avLst/>
          </a:prstGeom>
          <a:solidFill>
            <a:schemeClr val="bg1">
              <a:lumMod val="85000"/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 dirty="0">
              <a:latin typeface="Aptos" panose="020B0004020202020204" pitchFamily="34" charset="0"/>
            </a:endParaRPr>
          </a:p>
        </p:txBody>
      </p:sp>
      <p:cxnSp>
        <p:nvCxnSpPr>
          <p:cNvPr id="6" name="Straight Arrow Connector 18">
            <a:extLst>
              <a:ext uri="{FF2B5EF4-FFF2-40B4-BE49-F238E27FC236}">
                <a16:creationId xmlns:a16="http://schemas.microsoft.com/office/drawing/2014/main" id="{2680E448-55D9-FD18-93F0-E831624C64C1}"/>
              </a:ext>
            </a:extLst>
          </p:cNvPr>
          <p:cNvCxnSpPr>
            <a:cxnSpLocks/>
            <a:stCxn id="7" idx="6"/>
            <a:endCxn id="4" idx="2"/>
          </p:cNvCxnSpPr>
          <p:nvPr/>
        </p:nvCxnSpPr>
        <p:spPr>
          <a:xfrm>
            <a:off x="7540387" y="3305930"/>
            <a:ext cx="1084946" cy="445781"/>
          </a:xfrm>
          <a:prstGeom prst="straightConnector1">
            <a:avLst/>
          </a:prstGeom>
          <a:ln w="38100">
            <a:solidFill>
              <a:schemeClr val="bg1">
                <a:lumMod val="95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" name="Oval 19">
            <a:extLst>
              <a:ext uri="{FF2B5EF4-FFF2-40B4-BE49-F238E27FC236}">
                <a16:creationId xmlns:a16="http://schemas.microsoft.com/office/drawing/2014/main" id="{2C9EF176-4DC5-9746-9FDF-31D8DF1A3A26}"/>
              </a:ext>
            </a:extLst>
          </p:cNvPr>
          <p:cNvSpPr/>
          <p:nvPr/>
        </p:nvSpPr>
        <p:spPr>
          <a:xfrm>
            <a:off x="7113281" y="3092377"/>
            <a:ext cx="427106" cy="427106"/>
          </a:xfrm>
          <a:prstGeom prst="ellipse">
            <a:avLst/>
          </a:prstGeom>
          <a:solidFill>
            <a:schemeClr val="bg1">
              <a:lumMod val="85000"/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 dirty="0">
              <a:latin typeface="Aptos" panose="020B0004020202020204" pitchFamily="34" charset="0"/>
            </a:endParaRPr>
          </a:p>
        </p:txBody>
      </p:sp>
      <p:sp>
        <p:nvSpPr>
          <p:cNvPr id="8" name="Oval 8">
            <a:extLst>
              <a:ext uri="{FF2B5EF4-FFF2-40B4-BE49-F238E27FC236}">
                <a16:creationId xmlns:a16="http://schemas.microsoft.com/office/drawing/2014/main" id="{F3B539C9-9D97-FDA0-BC41-033A21BC8A64}"/>
              </a:ext>
            </a:extLst>
          </p:cNvPr>
          <p:cNvSpPr/>
          <p:nvPr/>
        </p:nvSpPr>
        <p:spPr>
          <a:xfrm>
            <a:off x="11491903" y="2622018"/>
            <a:ext cx="427106" cy="427106"/>
          </a:xfrm>
          <a:prstGeom prst="ellipse">
            <a:avLst/>
          </a:prstGeom>
          <a:solidFill>
            <a:schemeClr val="bg1">
              <a:lumMod val="85000"/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 dirty="0">
              <a:latin typeface="Aptos" panose="020B0004020202020204" pitchFamily="34" charset="0"/>
            </a:endParaRPr>
          </a:p>
        </p:txBody>
      </p:sp>
      <p:cxnSp>
        <p:nvCxnSpPr>
          <p:cNvPr id="9" name="Straight Arrow Connector 18">
            <a:extLst>
              <a:ext uri="{FF2B5EF4-FFF2-40B4-BE49-F238E27FC236}">
                <a16:creationId xmlns:a16="http://schemas.microsoft.com/office/drawing/2014/main" id="{0FDED880-D3A4-C929-7DCE-75D24CC9A27A}"/>
              </a:ext>
            </a:extLst>
          </p:cNvPr>
          <p:cNvCxnSpPr>
            <a:cxnSpLocks/>
            <a:stCxn id="4" idx="6"/>
            <a:endCxn id="5" idx="2"/>
          </p:cNvCxnSpPr>
          <p:nvPr/>
        </p:nvCxnSpPr>
        <p:spPr>
          <a:xfrm flipV="1">
            <a:off x="9052439" y="3517640"/>
            <a:ext cx="1256998" cy="234071"/>
          </a:xfrm>
          <a:prstGeom prst="straightConnector1">
            <a:avLst/>
          </a:prstGeom>
          <a:ln w="38100">
            <a:solidFill>
              <a:schemeClr val="bg1">
                <a:lumMod val="95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" name="Straight Arrow Connector 18">
            <a:extLst>
              <a:ext uri="{FF2B5EF4-FFF2-40B4-BE49-F238E27FC236}">
                <a16:creationId xmlns:a16="http://schemas.microsoft.com/office/drawing/2014/main" id="{BF2EC0AF-3F49-2952-7CFF-9FC151FCDACC}"/>
              </a:ext>
            </a:extLst>
          </p:cNvPr>
          <p:cNvCxnSpPr>
            <a:cxnSpLocks/>
            <a:stCxn id="5" idx="7"/>
            <a:endCxn id="8" idx="3"/>
          </p:cNvCxnSpPr>
          <p:nvPr/>
        </p:nvCxnSpPr>
        <p:spPr>
          <a:xfrm flipV="1">
            <a:off x="10673995" y="2986576"/>
            <a:ext cx="880456" cy="380059"/>
          </a:xfrm>
          <a:prstGeom prst="straightConnector1">
            <a:avLst/>
          </a:prstGeom>
          <a:ln w="38100">
            <a:solidFill>
              <a:schemeClr val="bg1">
                <a:lumMod val="95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1" name="Oval 19">
            <a:extLst>
              <a:ext uri="{FF2B5EF4-FFF2-40B4-BE49-F238E27FC236}">
                <a16:creationId xmlns:a16="http://schemas.microsoft.com/office/drawing/2014/main" id="{B6314E2A-C423-CEC5-82A2-F06B085C1A54}"/>
              </a:ext>
            </a:extLst>
          </p:cNvPr>
          <p:cNvSpPr/>
          <p:nvPr/>
        </p:nvSpPr>
        <p:spPr>
          <a:xfrm>
            <a:off x="8742274" y="1569448"/>
            <a:ext cx="427106" cy="427106"/>
          </a:xfrm>
          <a:prstGeom prst="ellipse">
            <a:avLst/>
          </a:prstGeom>
          <a:solidFill>
            <a:schemeClr val="bg1">
              <a:lumMod val="85000"/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 dirty="0">
              <a:latin typeface="Aptos" panose="020B0004020202020204" pitchFamily="34" charset="0"/>
            </a:endParaRPr>
          </a:p>
        </p:txBody>
      </p:sp>
      <p:sp>
        <p:nvSpPr>
          <p:cNvPr id="12" name="Oval 19">
            <a:extLst>
              <a:ext uri="{FF2B5EF4-FFF2-40B4-BE49-F238E27FC236}">
                <a16:creationId xmlns:a16="http://schemas.microsoft.com/office/drawing/2014/main" id="{79265EA9-8F5F-F8FE-EDEB-8C885850C8C4}"/>
              </a:ext>
            </a:extLst>
          </p:cNvPr>
          <p:cNvSpPr/>
          <p:nvPr/>
        </p:nvSpPr>
        <p:spPr>
          <a:xfrm>
            <a:off x="7560320" y="5124757"/>
            <a:ext cx="427106" cy="427106"/>
          </a:xfrm>
          <a:prstGeom prst="ellipse">
            <a:avLst/>
          </a:prstGeom>
          <a:solidFill>
            <a:schemeClr val="bg1">
              <a:lumMod val="85000"/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 dirty="0">
              <a:latin typeface="Aptos" panose="020B0004020202020204" pitchFamily="34" charset="0"/>
            </a:endParaRPr>
          </a:p>
        </p:txBody>
      </p:sp>
      <p:sp>
        <p:nvSpPr>
          <p:cNvPr id="13" name="Oval 19">
            <a:extLst>
              <a:ext uri="{FF2B5EF4-FFF2-40B4-BE49-F238E27FC236}">
                <a16:creationId xmlns:a16="http://schemas.microsoft.com/office/drawing/2014/main" id="{2E003995-7124-EEA8-EBEA-7ED36517476B}"/>
              </a:ext>
            </a:extLst>
          </p:cNvPr>
          <p:cNvSpPr/>
          <p:nvPr/>
        </p:nvSpPr>
        <p:spPr>
          <a:xfrm>
            <a:off x="9443761" y="5376993"/>
            <a:ext cx="427106" cy="427106"/>
          </a:xfrm>
          <a:prstGeom prst="ellipse">
            <a:avLst/>
          </a:prstGeom>
          <a:solidFill>
            <a:schemeClr val="bg1">
              <a:lumMod val="85000"/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 dirty="0">
              <a:latin typeface="Aptos" panose="020B0004020202020204" pitchFamily="34" charset="0"/>
            </a:endParaRPr>
          </a:p>
        </p:txBody>
      </p:sp>
      <p:sp>
        <p:nvSpPr>
          <p:cNvPr id="14" name="Oval 19">
            <a:extLst>
              <a:ext uri="{FF2B5EF4-FFF2-40B4-BE49-F238E27FC236}">
                <a16:creationId xmlns:a16="http://schemas.microsoft.com/office/drawing/2014/main" id="{13EC380B-2967-0FE1-806D-4579375CA994}"/>
              </a:ext>
            </a:extLst>
          </p:cNvPr>
          <p:cNvSpPr/>
          <p:nvPr/>
        </p:nvSpPr>
        <p:spPr>
          <a:xfrm>
            <a:off x="11444091" y="4877014"/>
            <a:ext cx="427106" cy="427106"/>
          </a:xfrm>
          <a:prstGeom prst="ellipse">
            <a:avLst/>
          </a:prstGeom>
          <a:solidFill>
            <a:schemeClr val="bg1">
              <a:lumMod val="85000"/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 dirty="0">
              <a:latin typeface="Aptos" panose="020B0004020202020204" pitchFamily="34" charset="0"/>
            </a:endParaRPr>
          </a:p>
        </p:txBody>
      </p:sp>
      <p:sp>
        <p:nvSpPr>
          <p:cNvPr id="15" name="Oval 19">
            <a:extLst>
              <a:ext uri="{FF2B5EF4-FFF2-40B4-BE49-F238E27FC236}">
                <a16:creationId xmlns:a16="http://schemas.microsoft.com/office/drawing/2014/main" id="{DB6CABE2-3510-C49C-8F7B-187A3659BEC8}"/>
              </a:ext>
            </a:extLst>
          </p:cNvPr>
          <p:cNvSpPr/>
          <p:nvPr/>
        </p:nvSpPr>
        <p:spPr>
          <a:xfrm>
            <a:off x="10333484" y="1630175"/>
            <a:ext cx="427106" cy="427106"/>
          </a:xfrm>
          <a:prstGeom prst="ellipse">
            <a:avLst/>
          </a:prstGeom>
          <a:solidFill>
            <a:schemeClr val="bg1">
              <a:lumMod val="85000"/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 dirty="0">
              <a:latin typeface="Aptos" panose="020B0004020202020204" pitchFamily="34" charset="0"/>
            </a:endParaRPr>
          </a:p>
        </p:txBody>
      </p:sp>
      <p:cxnSp>
        <p:nvCxnSpPr>
          <p:cNvPr id="16" name="Straight Arrow Connector 47">
            <a:extLst>
              <a:ext uri="{FF2B5EF4-FFF2-40B4-BE49-F238E27FC236}">
                <a16:creationId xmlns:a16="http://schemas.microsoft.com/office/drawing/2014/main" id="{C925A60B-AEF9-55AD-74DA-5B0F365C6029}"/>
              </a:ext>
            </a:extLst>
          </p:cNvPr>
          <p:cNvCxnSpPr>
            <a:cxnSpLocks/>
            <a:stCxn id="7" idx="7"/>
            <a:endCxn id="11" idx="3"/>
          </p:cNvCxnSpPr>
          <p:nvPr/>
        </p:nvCxnSpPr>
        <p:spPr>
          <a:xfrm flipV="1">
            <a:off x="7477839" y="1934006"/>
            <a:ext cx="1326983" cy="1220919"/>
          </a:xfrm>
          <a:prstGeom prst="straightConnector1">
            <a:avLst/>
          </a:prstGeom>
          <a:ln w="38100">
            <a:solidFill>
              <a:schemeClr val="bg1">
                <a:lumMod val="95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7" name="Straight Arrow Connector 47">
            <a:extLst>
              <a:ext uri="{FF2B5EF4-FFF2-40B4-BE49-F238E27FC236}">
                <a16:creationId xmlns:a16="http://schemas.microsoft.com/office/drawing/2014/main" id="{557643D6-C1F2-BF9B-FD08-9E2DE2761614}"/>
              </a:ext>
            </a:extLst>
          </p:cNvPr>
          <p:cNvCxnSpPr>
            <a:cxnSpLocks/>
            <a:stCxn id="11" idx="6"/>
            <a:endCxn id="15" idx="2"/>
          </p:cNvCxnSpPr>
          <p:nvPr/>
        </p:nvCxnSpPr>
        <p:spPr>
          <a:xfrm>
            <a:off x="9169380" y="1783001"/>
            <a:ext cx="1164104" cy="60727"/>
          </a:xfrm>
          <a:prstGeom prst="straightConnector1">
            <a:avLst/>
          </a:prstGeom>
          <a:ln w="38100">
            <a:solidFill>
              <a:schemeClr val="bg1">
                <a:lumMod val="95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8" name="Straight Arrow Connector 47">
            <a:extLst>
              <a:ext uri="{FF2B5EF4-FFF2-40B4-BE49-F238E27FC236}">
                <a16:creationId xmlns:a16="http://schemas.microsoft.com/office/drawing/2014/main" id="{96CC23EB-3350-2FB4-5B7A-A578E5C966CB}"/>
              </a:ext>
            </a:extLst>
          </p:cNvPr>
          <p:cNvCxnSpPr>
            <a:cxnSpLocks/>
            <a:stCxn id="5" idx="0"/>
            <a:endCxn id="15" idx="4"/>
          </p:cNvCxnSpPr>
          <p:nvPr/>
        </p:nvCxnSpPr>
        <p:spPr>
          <a:xfrm flipV="1">
            <a:off x="10522990" y="2057281"/>
            <a:ext cx="24047" cy="1246806"/>
          </a:xfrm>
          <a:prstGeom prst="straightConnector1">
            <a:avLst/>
          </a:prstGeom>
          <a:ln w="38100">
            <a:solidFill>
              <a:schemeClr val="bg1">
                <a:lumMod val="95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9" name="Straight Arrow Connector 47">
            <a:extLst>
              <a:ext uri="{FF2B5EF4-FFF2-40B4-BE49-F238E27FC236}">
                <a16:creationId xmlns:a16="http://schemas.microsoft.com/office/drawing/2014/main" id="{032B7B8C-1650-44C0-2808-237EF83009F6}"/>
              </a:ext>
            </a:extLst>
          </p:cNvPr>
          <p:cNvCxnSpPr>
            <a:cxnSpLocks/>
            <a:stCxn id="15" idx="5"/>
            <a:endCxn id="8" idx="1"/>
          </p:cNvCxnSpPr>
          <p:nvPr/>
        </p:nvCxnSpPr>
        <p:spPr>
          <a:xfrm>
            <a:off x="10698042" y="1994733"/>
            <a:ext cx="856409" cy="689833"/>
          </a:xfrm>
          <a:prstGeom prst="straightConnector1">
            <a:avLst/>
          </a:prstGeom>
          <a:ln w="38100">
            <a:solidFill>
              <a:schemeClr val="bg1">
                <a:lumMod val="95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0" name="Straight Arrow Connector 47">
            <a:extLst>
              <a:ext uri="{FF2B5EF4-FFF2-40B4-BE49-F238E27FC236}">
                <a16:creationId xmlns:a16="http://schemas.microsoft.com/office/drawing/2014/main" id="{CF6ADA08-3FCC-62AE-FEED-A3D2EB585F10}"/>
              </a:ext>
            </a:extLst>
          </p:cNvPr>
          <p:cNvCxnSpPr>
            <a:cxnSpLocks/>
            <a:stCxn id="7" idx="4"/>
            <a:endCxn id="12" idx="0"/>
          </p:cNvCxnSpPr>
          <p:nvPr/>
        </p:nvCxnSpPr>
        <p:spPr>
          <a:xfrm>
            <a:off x="7326834" y="3519483"/>
            <a:ext cx="447039" cy="1605274"/>
          </a:xfrm>
          <a:prstGeom prst="straightConnector1">
            <a:avLst/>
          </a:prstGeom>
          <a:ln w="38100">
            <a:solidFill>
              <a:schemeClr val="bg1">
                <a:lumMod val="95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1" name="Straight Arrow Connector 47">
            <a:extLst>
              <a:ext uri="{FF2B5EF4-FFF2-40B4-BE49-F238E27FC236}">
                <a16:creationId xmlns:a16="http://schemas.microsoft.com/office/drawing/2014/main" id="{BFADA21D-B1F5-1E0C-1B2C-0DE2221B8C53}"/>
              </a:ext>
            </a:extLst>
          </p:cNvPr>
          <p:cNvCxnSpPr>
            <a:cxnSpLocks/>
            <a:stCxn id="4" idx="5"/>
            <a:endCxn id="13" idx="0"/>
          </p:cNvCxnSpPr>
          <p:nvPr/>
        </p:nvCxnSpPr>
        <p:spPr>
          <a:xfrm>
            <a:off x="8989891" y="3902716"/>
            <a:ext cx="667423" cy="1474277"/>
          </a:xfrm>
          <a:prstGeom prst="straightConnector1">
            <a:avLst/>
          </a:prstGeom>
          <a:ln w="38100">
            <a:solidFill>
              <a:schemeClr val="bg1">
                <a:lumMod val="95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2" name="Straight Arrow Connector 47">
            <a:extLst>
              <a:ext uri="{FF2B5EF4-FFF2-40B4-BE49-F238E27FC236}">
                <a16:creationId xmlns:a16="http://schemas.microsoft.com/office/drawing/2014/main" id="{C0C15FC5-81A4-CE54-771A-787975842343}"/>
              </a:ext>
            </a:extLst>
          </p:cNvPr>
          <p:cNvCxnSpPr>
            <a:cxnSpLocks/>
            <a:stCxn id="12" idx="6"/>
            <a:endCxn id="13" idx="2"/>
          </p:cNvCxnSpPr>
          <p:nvPr/>
        </p:nvCxnSpPr>
        <p:spPr>
          <a:xfrm>
            <a:off x="7987426" y="5338310"/>
            <a:ext cx="1456335" cy="252236"/>
          </a:xfrm>
          <a:prstGeom prst="straightConnector1">
            <a:avLst/>
          </a:prstGeom>
          <a:ln w="38100">
            <a:solidFill>
              <a:schemeClr val="bg1">
                <a:lumMod val="95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3" name="Straight Arrow Connector 47">
            <a:extLst>
              <a:ext uri="{FF2B5EF4-FFF2-40B4-BE49-F238E27FC236}">
                <a16:creationId xmlns:a16="http://schemas.microsoft.com/office/drawing/2014/main" id="{455B3C51-A2F2-B09F-0B7C-3359EE1F6E15}"/>
              </a:ext>
            </a:extLst>
          </p:cNvPr>
          <p:cNvCxnSpPr>
            <a:cxnSpLocks/>
            <a:stCxn id="13" idx="6"/>
            <a:endCxn id="14" idx="2"/>
          </p:cNvCxnSpPr>
          <p:nvPr/>
        </p:nvCxnSpPr>
        <p:spPr>
          <a:xfrm flipV="1">
            <a:off x="9870867" y="5090567"/>
            <a:ext cx="1573224" cy="499979"/>
          </a:xfrm>
          <a:prstGeom prst="straightConnector1">
            <a:avLst/>
          </a:prstGeom>
          <a:ln w="38100">
            <a:solidFill>
              <a:schemeClr val="bg1">
                <a:lumMod val="95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4" name="Straight Arrow Connector 47">
            <a:extLst>
              <a:ext uri="{FF2B5EF4-FFF2-40B4-BE49-F238E27FC236}">
                <a16:creationId xmlns:a16="http://schemas.microsoft.com/office/drawing/2014/main" id="{5CACC0BB-A869-033D-0A9F-2445595B46C2}"/>
              </a:ext>
            </a:extLst>
          </p:cNvPr>
          <p:cNvCxnSpPr>
            <a:cxnSpLocks/>
            <a:stCxn id="14" idx="0"/>
            <a:endCxn id="8" idx="4"/>
          </p:cNvCxnSpPr>
          <p:nvPr/>
        </p:nvCxnSpPr>
        <p:spPr>
          <a:xfrm flipV="1">
            <a:off x="11657644" y="3049124"/>
            <a:ext cx="47812" cy="1827890"/>
          </a:xfrm>
          <a:prstGeom prst="straightConnector1">
            <a:avLst/>
          </a:prstGeom>
          <a:ln w="38100">
            <a:solidFill>
              <a:schemeClr val="bg1">
                <a:lumMod val="95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5" name="Straight Arrow Connector 47">
            <a:extLst>
              <a:ext uri="{FF2B5EF4-FFF2-40B4-BE49-F238E27FC236}">
                <a16:creationId xmlns:a16="http://schemas.microsoft.com/office/drawing/2014/main" id="{B80E6B2C-8835-D3BB-2BC4-B98A4A68C504}"/>
              </a:ext>
            </a:extLst>
          </p:cNvPr>
          <p:cNvCxnSpPr>
            <a:cxnSpLocks/>
            <a:stCxn id="4" idx="0"/>
            <a:endCxn id="11" idx="4"/>
          </p:cNvCxnSpPr>
          <p:nvPr/>
        </p:nvCxnSpPr>
        <p:spPr>
          <a:xfrm flipV="1">
            <a:off x="8838886" y="1996554"/>
            <a:ext cx="116941" cy="1541604"/>
          </a:xfrm>
          <a:prstGeom prst="straightConnector1">
            <a:avLst/>
          </a:prstGeom>
          <a:ln w="38100">
            <a:solidFill>
              <a:schemeClr val="bg1">
                <a:lumMod val="95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6" name="Straight Arrow Connector 18">
            <a:extLst>
              <a:ext uri="{FF2B5EF4-FFF2-40B4-BE49-F238E27FC236}">
                <a16:creationId xmlns:a16="http://schemas.microsoft.com/office/drawing/2014/main" id="{3338C791-320B-262F-2EDC-59787C812511}"/>
              </a:ext>
            </a:extLst>
          </p:cNvPr>
          <p:cNvCxnSpPr>
            <a:cxnSpLocks/>
            <a:stCxn id="13" idx="7"/>
            <a:endCxn id="5" idx="3"/>
          </p:cNvCxnSpPr>
          <p:nvPr/>
        </p:nvCxnSpPr>
        <p:spPr>
          <a:xfrm flipV="1">
            <a:off x="9808319" y="3668645"/>
            <a:ext cx="563666" cy="1770896"/>
          </a:xfrm>
          <a:prstGeom prst="straightConnector1">
            <a:avLst/>
          </a:prstGeom>
          <a:ln w="38100">
            <a:solidFill>
              <a:schemeClr val="bg1">
                <a:lumMod val="95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7" name="Straight Arrow Connector 18">
            <a:extLst>
              <a:ext uri="{FF2B5EF4-FFF2-40B4-BE49-F238E27FC236}">
                <a16:creationId xmlns:a16="http://schemas.microsoft.com/office/drawing/2014/main" id="{D3279AF4-D5C8-D6FC-877D-CE7D2F09791B}"/>
              </a:ext>
            </a:extLst>
          </p:cNvPr>
          <p:cNvCxnSpPr>
            <a:cxnSpLocks/>
            <a:stCxn id="14" idx="1"/>
            <a:endCxn id="5" idx="5"/>
          </p:cNvCxnSpPr>
          <p:nvPr/>
        </p:nvCxnSpPr>
        <p:spPr>
          <a:xfrm flipH="1" flipV="1">
            <a:off x="10673995" y="3668645"/>
            <a:ext cx="832644" cy="1270917"/>
          </a:xfrm>
          <a:prstGeom prst="straightConnector1">
            <a:avLst/>
          </a:prstGeom>
          <a:ln w="38100">
            <a:solidFill>
              <a:schemeClr val="bg1">
                <a:lumMod val="95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8" name="TextBox 117">
            <a:extLst>
              <a:ext uri="{FF2B5EF4-FFF2-40B4-BE49-F238E27FC236}">
                <a16:creationId xmlns:a16="http://schemas.microsoft.com/office/drawing/2014/main" id="{124DFE48-3291-0F5B-1E44-09815C39DF8B}"/>
              </a:ext>
            </a:extLst>
          </p:cNvPr>
          <p:cNvSpPr txBox="1"/>
          <p:nvPr/>
        </p:nvSpPr>
        <p:spPr>
          <a:xfrm>
            <a:off x="7820850" y="2253785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NL" dirty="0">
                <a:solidFill>
                  <a:schemeClr val="bg1">
                    <a:lumMod val="85000"/>
                  </a:schemeClr>
                </a:solidFill>
                <a:latin typeface="Aptos" panose="020B0004020202020204" pitchFamily="34" charset="0"/>
              </a:rPr>
              <a:t>5</a:t>
            </a:r>
          </a:p>
        </p:txBody>
      </p:sp>
      <p:sp>
        <p:nvSpPr>
          <p:cNvPr id="29" name="TextBox 118">
            <a:extLst>
              <a:ext uri="{FF2B5EF4-FFF2-40B4-BE49-F238E27FC236}">
                <a16:creationId xmlns:a16="http://schemas.microsoft.com/office/drawing/2014/main" id="{6B976BB6-4544-093D-6475-6572FBE2BABE}"/>
              </a:ext>
            </a:extLst>
          </p:cNvPr>
          <p:cNvSpPr txBox="1"/>
          <p:nvPr/>
        </p:nvSpPr>
        <p:spPr>
          <a:xfrm>
            <a:off x="8893019" y="2644064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>
              <a:defRPr>
                <a:solidFill>
                  <a:schemeClr val="bg1">
                    <a:lumMod val="95000"/>
                  </a:schemeClr>
                </a:solidFill>
                <a:latin typeface="Aptos" panose="020B0004020202020204" pitchFamily="34" charset="0"/>
              </a:defRPr>
            </a:lvl1pPr>
          </a:lstStyle>
          <a:p>
            <a:r>
              <a:rPr lang="nl-NL" dirty="0">
                <a:solidFill>
                  <a:schemeClr val="bg1">
                    <a:lumMod val="85000"/>
                  </a:schemeClr>
                </a:solidFill>
              </a:rPr>
              <a:t>3</a:t>
            </a:r>
          </a:p>
        </p:txBody>
      </p:sp>
      <p:sp>
        <p:nvSpPr>
          <p:cNvPr id="30" name="TextBox 119">
            <a:extLst>
              <a:ext uri="{FF2B5EF4-FFF2-40B4-BE49-F238E27FC236}">
                <a16:creationId xmlns:a16="http://schemas.microsoft.com/office/drawing/2014/main" id="{BB337814-F0AB-56E1-CB51-26EA31768122}"/>
              </a:ext>
            </a:extLst>
          </p:cNvPr>
          <p:cNvSpPr txBox="1"/>
          <p:nvPr/>
        </p:nvSpPr>
        <p:spPr>
          <a:xfrm>
            <a:off x="9769039" y="1813423"/>
            <a:ext cx="4315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>
              <a:defRPr>
                <a:solidFill>
                  <a:schemeClr val="bg1">
                    <a:lumMod val="95000"/>
                  </a:schemeClr>
                </a:solidFill>
                <a:latin typeface="Aptos" panose="020B0004020202020204" pitchFamily="34" charset="0"/>
              </a:defRPr>
            </a:lvl1pPr>
          </a:lstStyle>
          <a:p>
            <a:r>
              <a:rPr lang="nl-NL" dirty="0">
                <a:solidFill>
                  <a:schemeClr val="bg1">
                    <a:lumMod val="85000"/>
                  </a:schemeClr>
                </a:solidFill>
              </a:rPr>
              <a:t>10</a:t>
            </a:r>
          </a:p>
        </p:txBody>
      </p:sp>
      <p:sp>
        <p:nvSpPr>
          <p:cNvPr id="31" name="TextBox 120">
            <a:extLst>
              <a:ext uri="{FF2B5EF4-FFF2-40B4-BE49-F238E27FC236}">
                <a16:creationId xmlns:a16="http://schemas.microsoft.com/office/drawing/2014/main" id="{3FBB851A-6E3A-6B6A-BE44-E9470F04A89B}"/>
              </a:ext>
            </a:extLst>
          </p:cNvPr>
          <p:cNvSpPr txBox="1"/>
          <p:nvPr/>
        </p:nvSpPr>
        <p:spPr>
          <a:xfrm>
            <a:off x="11144364" y="2057281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>
              <a:defRPr>
                <a:solidFill>
                  <a:schemeClr val="bg1">
                    <a:lumMod val="95000"/>
                  </a:schemeClr>
                </a:solidFill>
                <a:latin typeface="Aptos" panose="020B0004020202020204" pitchFamily="34" charset="0"/>
              </a:defRPr>
            </a:lvl1pPr>
          </a:lstStyle>
          <a:p>
            <a:r>
              <a:rPr lang="nl-NL" dirty="0">
                <a:solidFill>
                  <a:schemeClr val="bg1">
                    <a:lumMod val="85000"/>
                  </a:schemeClr>
                </a:solidFill>
              </a:rPr>
              <a:t>9</a:t>
            </a:r>
          </a:p>
        </p:txBody>
      </p:sp>
      <p:sp>
        <p:nvSpPr>
          <p:cNvPr id="32" name="TextBox 121">
            <a:extLst>
              <a:ext uri="{FF2B5EF4-FFF2-40B4-BE49-F238E27FC236}">
                <a16:creationId xmlns:a16="http://schemas.microsoft.com/office/drawing/2014/main" id="{282026FC-CA1E-2892-460D-AC1ED17F5D5C}"/>
              </a:ext>
            </a:extLst>
          </p:cNvPr>
          <p:cNvSpPr txBox="1"/>
          <p:nvPr/>
        </p:nvSpPr>
        <p:spPr>
          <a:xfrm>
            <a:off x="10179435" y="2466494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>
              <a:defRPr>
                <a:solidFill>
                  <a:schemeClr val="bg1">
                    <a:lumMod val="95000"/>
                  </a:schemeClr>
                </a:solidFill>
                <a:latin typeface="Aptos" panose="020B0004020202020204" pitchFamily="34" charset="0"/>
              </a:defRPr>
            </a:lvl1pPr>
          </a:lstStyle>
          <a:p>
            <a:r>
              <a:rPr lang="nl-NL" dirty="0">
                <a:solidFill>
                  <a:schemeClr val="bg1">
                    <a:lumMod val="85000"/>
                  </a:schemeClr>
                </a:solidFill>
              </a:rPr>
              <a:t>2</a:t>
            </a:r>
          </a:p>
        </p:txBody>
      </p:sp>
      <p:sp>
        <p:nvSpPr>
          <p:cNvPr id="33" name="TextBox 122">
            <a:extLst>
              <a:ext uri="{FF2B5EF4-FFF2-40B4-BE49-F238E27FC236}">
                <a16:creationId xmlns:a16="http://schemas.microsoft.com/office/drawing/2014/main" id="{7C7D2218-FACF-0163-5342-17E61527D490}"/>
              </a:ext>
            </a:extLst>
          </p:cNvPr>
          <p:cNvSpPr txBox="1"/>
          <p:nvPr/>
        </p:nvSpPr>
        <p:spPr>
          <a:xfrm>
            <a:off x="8968232" y="4541872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>
              <a:defRPr>
                <a:solidFill>
                  <a:schemeClr val="bg1">
                    <a:lumMod val="95000"/>
                  </a:schemeClr>
                </a:solidFill>
                <a:latin typeface="Aptos" panose="020B0004020202020204" pitchFamily="34" charset="0"/>
              </a:defRPr>
            </a:lvl1pPr>
          </a:lstStyle>
          <a:p>
            <a:r>
              <a:rPr lang="nl-NL" dirty="0">
                <a:solidFill>
                  <a:schemeClr val="bg1">
                    <a:lumMod val="85000"/>
                  </a:schemeClr>
                </a:solidFill>
              </a:rPr>
              <a:t>4</a:t>
            </a:r>
          </a:p>
        </p:txBody>
      </p:sp>
      <p:sp>
        <p:nvSpPr>
          <p:cNvPr id="34" name="TextBox 123">
            <a:extLst>
              <a:ext uri="{FF2B5EF4-FFF2-40B4-BE49-F238E27FC236}">
                <a16:creationId xmlns:a16="http://schemas.microsoft.com/office/drawing/2014/main" id="{083F0B90-AC54-E097-5E56-39BE0A5F8BCC}"/>
              </a:ext>
            </a:extLst>
          </p:cNvPr>
          <p:cNvSpPr txBox="1"/>
          <p:nvPr/>
        </p:nvSpPr>
        <p:spPr>
          <a:xfrm>
            <a:off x="8588225" y="5472694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>
              <a:defRPr>
                <a:solidFill>
                  <a:schemeClr val="bg1">
                    <a:lumMod val="95000"/>
                  </a:schemeClr>
                </a:solidFill>
                <a:latin typeface="Aptos" panose="020B0004020202020204" pitchFamily="34" charset="0"/>
              </a:defRPr>
            </a:lvl1pPr>
          </a:lstStyle>
          <a:p>
            <a:r>
              <a:rPr lang="nl-NL" dirty="0">
                <a:solidFill>
                  <a:schemeClr val="bg1">
                    <a:lumMod val="85000"/>
                  </a:schemeClr>
                </a:solidFill>
              </a:rPr>
              <a:t>2</a:t>
            </a:r>
          </a:p>
        </p:txBody>
      </p:sp>
      <p:sp>
        <p:nvSpPr>
          <p:cNvPr id="35" name="TextBox 124">
            <a:extLst>
              <a:ext uri="{FF2B5EF4-FFF2-40B4-BE49-F238E27FC236}">
                <a16:creationId xmlns:a16="http://schemas.microsoft.com/office/drawing/2014/main" id="{9CA6DF3E-B3CB-E323-BECE-71B311175515}"/>
              </a:ext>
            </a:extLst>
          </p:cNvPr>
          <p:cNvSpPr txBox="1"/>
          <p:nvPr/>
        </p:nvSpPr>
        <p:spPr>
          <a:xfrm>
            <a:off x="7641483" y="4158639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>
              <a:defRPr>
                <a:solidFill>
                  <a:schemeClr val="bg1">
                    <a:lumMod val="95000"/>
                  </a:schemeClr>
                </a:solidFill>
                <a:latin typeface="Aptos" panose="020B0004020202020204" pitchFamily="34" charset="0"/>
              </a:defRPr>
            </a:lvl1pPr>
          </a:lstStyle>
          <a:p>
            <a:r>
              <a:rPr lang="nl-NL" dirty="0">
                <a:solidFill>
                  <a:schemeClr val="bg1">
                    <a:lumMod val="85000"/>
                  </a:schemeClr>
                </a:solidFill>
              </a:rPr>
              <a:t>2</a:t>
            </a:r>
          </a:p>
        </p:txBody>
      </p:sp>
      <p:sp>
        <p:nvSpPr>
          <p:cNvPr id="36" name="TextBox 125">
            <a:extLst>
              <a:ext uri="{FF2B5EF4-FFF2-40B4-BE49-F238E27FC236}">
                <a16:creationId xmlns:a16="http://schemas.microsoft.com/office/drawing/2014/main" id="{6B7FDE55-08E6-A15B-BC46-AD8C4ABD9B7C}"/>
              </a:ext>
            </a:extLst>
          </p:cNvPr>
          <p:cNvSpPr txBox="1"/>
          <p:nvPr/>
        </p:nvSpPr>
        <p:spPr>
          <a:xfrm>
            <a:off x="10803088" y="5301733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>
              <a:defRPr>
                <a:solidFill>
                  <a:schemeClr val="bg1">
                    <a:lumMod val="95000"/>
                  </a:schemeClr>
                </a:solidFill>
                <a:latin typeface="Aptos" panose="020B0004020202020204" pitchFamily="34" charset="0"/>
              </a:defRPr>
            </a:lvl1pPr>
          </a:lstStyle>
          <a:p>
            <a:r>
              <a:rPr lang="nl-NL" dirty="0">
                <a:solidFill>
                  <a:schemeClr val="bg1">
                    <a:lumMod val="85000"/>
                  </a:schemeClr>
                </a:solidFill>
              </a:rPr>
              <a:t>1</a:t>
            </a:r>
          </a:p>
        </p:txBody>
      </p:sp>
      <p:sp>
        <p:nvSpPr>
          <p:cNvPr id="37" name="TextBox 126">
            <a:extLst>
              <a:ext uri="{FF2B5EF4-FFF2-40B4-BE49-F238E27FC236}">
                <a16:creationId xmlns:a16="http://schemas.microsoft.com/office/drawing/2014/main" id="{B657C6E2-AF4E-6922-C319-2507010E0823}"/>
              </a:ext>
            </a:extLst>
          </p:cNvPr>
          <p:cNvSpPr txBox="1"/>
          <p:nvPr/>
        </p:nvSpPr>
        <p:spPr>
          <a:xfrm>
            <a:off x="9774498" y="4284407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>
              <a:defRPr>
                <a:solidFill>
                  <a:schemeClr val="bg1">
                    <a:lumMod val="95000"/>
                  </a:schemeClr>
                </a:solidFill>
                <a:latin typeface="Aptos" panose="020B0004020202020204" pitchFamily="34" charset="0"/>
              </a:defRPr>
            </a:lvl1pPr>
          </a:lstStyle>
          <a:p>
            <a:r>
              <a:rPr lang="nl-NL" dirty="0">
                <a:solidFill>
                  <a:schemeClr val="bg1">
                    <a:lumMod val="85000"/>
                  </a:schemeClr>
                </a:solidFill>
              </a:rPr>
              <a:t>5</a:t>
            </a:r>
          </a:p>
        </p:txBody>
      </p:sp>
      <p:sp>
        <p:nvSpPr>
          <p:cNvPr id="38" name="TextBox 127">
            <a:extLst>
              <a:ext uri="{FF2B5EF4-FFF2-40B4-BE49-F238E27FC236}">
                <a16:creationId xmlns:a16="http://schemas.microsoft.com/office/drawing/2014/main" id="{77D841A1-9A84-EC69-0496-F992A2FF4BE9}"/>
              </a:ext>
            </a:extLst>
          </p:cNvPr>
          <p:cNvSpPr txBox="1"/>
          <p:nvPr/>
        </p:nvSpPr>
        <p:spPr>
          <a:xfrm>
            <a:off x="10760148" y="4249247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>
              <a:defRPr>
                <a:solidFill>
                  <a:schemeClr val="bg1">
                    <a:lumMod val="95000"/>
                  </a:schemeClr>
                </a:solidFill>
                <a:latin typeface="Aptos" panose="020B0004020202020204" pitchFamily="34" charset="0"/>
              </a:defRPr>
            </a:lvl1pPr>
          </a:lstStyle>
          <a:p>
            <a:r>
              <a:rPr lang="nl-NL" dirty="0">
                <a:solidFill>
                  <a:schemeClr val="bg1">
                    <a:lumMod val="85000"/>
                  </a:schemeClr>
                </a:solidFill>
              </a:rPr>
              <a:t>3</a:t>
            </a:r>
          </a:p>
        </p:txBody>
      </p:sp>
      <p:sp>
        <p:nvSpPr>
          <p:cNvPr id="39" name="TextBox 128">
            <a:extLst>
              <a:ext uri="{FF2B5EF4-FFF2-40B4-BE49-F238E27FC236}">
                <a16:creationId xmlns:a16="http://schemas.microsoft.com/office/drawing/2014/main" id="{8BFAE19E-6DA7-3BC4-87E5-F7038E12C291}"/>
              </a:ext>
            </a:extLst>
          </p:cNvPr>
          <p:cNvSpPr txBox="1"/>
          <p:nvPr/>
        </p:nvSpPr>
        <p:spPr>
          <a:xfrm>
            <a:off x="10917429" y="2767356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>
              <a:defRPr>
                <a:solidFill>
                  <a:schemeClr val="bg1">
                    <a:lumMod val="95000"/>
                  </a:schemeClr>
                </a:solidFill>
                <a:latin typeface="Aptos" panose="020B0004020202020204" pitchFamily="34" charset="0"/>
              </a:defRPr>
            </a:lvl1pPr>
          </a:lstStyle>
          <a:p>
            <a:r>
              <a:rPr lang="nl-NL" dirty="0">
                <a:solidFill>
                  <a:schemeClr val="bg1">
                    <a:lumMod val="85000"/>
                  </a:schemeClr>
                </a:solidFill>
              </a:rPr>
              <a:t>8</a:t>
            </a:r>
          </a:p>
        </p:txBody>
      </p:sp>
      <p:sp>
        <p:nvSpPr>
          <p:cNvPr id="40" name="TextBox 129">
            <a:extLst>
              <a:ext uri="{FF2B5EF4-FFF2-40B4-BE49-F238E27FC236}">
                <a16:creationId xmlns:a16="http://schemas.microsoft.com/office/drawing/2014/main" id="{89F8B96B-F83C-584D-F616-C365A4392217}"/>
              </a:ext>
            </a:extLst>
          </p:cNvPr>
          <p:cNvSpPr txBox="1"/>
          <p:nvPr/>
        </p:nvSpPr>
        <p:spPr>
          <a:xfrm>
            <a:off x="11702412" y="3871807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>
              <a:defRPr>
                <a:solidFill>
                  <a:schemeClr val="bg1">
                    <a:lumMod val="95000"/>
                  </a:schemeClr>
                </a:solidFill>
                <a:latin typeface="Aptos" panose="020B0004020202020204" pitchFamily="34" charset="0"/>
              </a:defRPr>
            </a:lvl1pPr>
          </a:lstStyle>
          <a:p>
            <a:r>
              <a:rPr lang="nl-NL" dirty="0">
                <a:solidFill>
                  <a:schemeClr val="bg1">
                    <a:lumMod val="85000"/>
                  </a:schemeClr>
                </a:solidFill>
              </a:rPr>
              <a:t>9</a:t>
            </a:r>
          </a:p>
        </p:txBody>
      </p:sp>
      <p:sp>
        <p:nvSpPr>
          <p:cNvPr id="41" name="TextBox 130">
            <a:extLst>
              <a:ext uri="{FF2B5EF4-FFF2-40B4-BE49-F238E27FC236}">
                <a16:creationId xmlns:a16="http://schemas.microsoft.com/office/drawing/2014/main" id="{CCDDC202-E24D-534F-CA72-25B64A9C13C8}"/>
              </a:ext>
            </a:extLst>
          </p:cNvPr>
          <p:cNvSpPr txBox="1"/>
          <p:nvPr/>
        </p:nvSpPr>
        <p:spPr>
          <a:xfrm>
            <a:off x="9636165" y="3226198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>
              <a:defRPr>
                <a:solidFill>
                  <a:schemeClr val="bg1">
                    <a:lumMod val="95000"/>
                  </a:schemeClr>
                </a:solidFill>
                <a:latin typeface="Aptos" panose="020B0004020202020204" pitchFamily="34" charset="0"/>
              </a:defRPr>
            </a:lvl1pPr>
          </a:lstStyle>
          <a:p>
            <a:r>
              <a:rPr lang="nl-NL" dirty="0">
                <a:solidFill>
                  <a:schemeClr val="bg1">
                    <a:lumMod val="85000"/>
                  </a:schemeClr>
                </a:solidFill>
              </a:rPr>
              <a:t>6</a:t>
            </a:r>
          </a:p>
        </p:txBody>
      </p:sp>
      <p:sp>
        <p:nvSpPr>
          <p:cNvPr id="42" name="TextBox 131">
            <a:extLst>
              <a:ext uri="{FF2B5EF4-FFF2-40B4-BE49-F238E27FC236}">
                <a16:creationId xmlns:a16="http://schemas.microsoft.com/office/drawing/2014/main" id="{1B6F242B-05E0-E31C-69F3-8614F2C5617F}"/>
              </a:ext>
            </a:extLst>
          </p:cNvPr>
          <p:cNvSpPr txBox="1"/>
          <p:nvPr/>
        </p:nvSpPr>
        <p:spPr>
          <a:xfrm>
            <a:off x="8051195" y="3212699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>
              <a:defRPr>
                <a:solidFill>
                  <a:schemeClr val="bg1">
                    <a:lumMod val="95000"/>
                  </a:schemeClr>
                </a:solidFill>
                <a:latin typeface="Aptos" panose="020B0004020202020204" pitchFamily="34" charset="0"/>
              </a:defRPr>
            </a:lvl1pPr>
          </a:lstStyle>
          <a:p>
            <a:r>
              <a:rPr lang="nl-NL" dirty="0">
                <a:solidFill>
                  <a:schemeClr val="bg1">
                    <a:lumMod val="85000"/>
                  </a:schemeClr>
                </a:solidFill>
              </a:rPr>
              <a:t>7</a:t>
            </a:r>
          </a:p>
        </p:txBody>
      </p:sp>
    </p:spTree>
    <p:extLst>
      <p:ext uri="{BB962C8B-B14F-4D97-AF65-F5344CB8AC3E}">
        <p14:creationId xmlns:p14="http://schemas.microsoft.com/office/powerpoint/2010/main" val="2506649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7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000000"/>
                                      </p:to>
                                    </p:animClr>
                                    <p:set>
                                      <p:cBhvr>
                                        <p:cTn id="7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9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0070C0"/>
                                      </p:to>
                                    </p:animClr>
                                    <p:set>
                                      <p:cBhvr>
                                        <p:cTn id="10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1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3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0070C0"/>
                                      </p:to>
                                    </p:animClr>
                                    <p:set>
                                      <p:cBhvr>
                                        <p:cTn id="14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5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" presetID="3" presetClass="emph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7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000000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7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1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000000"/>
                                      </p:to>
                                    </p:animClr>
                                    <p:set>
                                      <p:cBhvr>
                                        <p:cTn id="22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4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0070C0"/>
                                      </p:to>
                                    </p:animClr>
                                    <p:set>
                                      <p:cBhvr>
                                        <p:cTn id="25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6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3" presetClass="emph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8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000000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7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2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000000"/>
                                      </p:to>
                                    </p:animClr>
                                    <p:set>
                                      <p:cBhvr>
                                        <p:cTn id="33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0070C0"/>
                                      </p:to>
                                    </p:animClr>
                                    <p:set>
                                      <p:cBhvr>
                                        <p:cTn id="3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8" presetID="3" presetClass="emph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9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000000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7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3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000000"/>
                                      </p:to>
                                    </p:animClr>
                                    <p:set>
                                      <p:cBhvr>
                                        <p:cTn id="44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6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0070C0"/>
                                      </p:to>
                                    </p:animClr>
                                    <p:set>
                                      <p:cBhvr>
                                        <p:cTn id="4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4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0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0070C0"/>
                                      </p:to>
                                    </p:animClr>
                                    <p:set>
                                      <p:cBhvr>
                                        <p:cTn id="51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52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3" presetClass="emph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54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000000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" grpId="0"/>
      <p:bldP spid="34" grpId="0"/>
      <p:bldP spid="35" grpId="0"/>
      <p:bldP spid="36" grpId="0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289D7C-8086-853D-7D25-3774F1D2C1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DD2D64-BD13-0938-73D7-16C7857D7E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 err="1"/>
              <a:t>Kruskal’s</a:t>
            </a:r>
            <a:r>
              <a:rPr lang="nl-NL" dirty="0"/>
              <a:t> </a:t>
            </a:r>
            <a:r>
              <a:rPr lang="nl-NL" dirty="0" err="1"/>
              <a:t>algorithm</a:t>
            </a:r>
            <a:endParaRPr lang="nl-N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C9482E-6140-EF79-CF58-557B920B7C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0081" y="2633472"/>
            <a:ext cx="5213964" cy="3625926"/>
          </a:xfrm>
        </p:spPr>
        <p:txBody>
          <a:bodyPr>
            <a:normAutofit/>
          </a:bodyPr>
          <a:lstStyle/>
          <a:p>
            <a:r>
              <a:rPr lang="nl-NL" dirty="0"/>
              <a:t>Pseudocode:</a:t>
            </a:r>
          </a:p>
          <a:p>
            <a:pPr lvl="1"/>
            <a:r>
              <a:rPr lang="nl-NL" dirty="0"/>
              <a:t>Start </a:t>
            </a:r>
            <a:r>
              <a:rPr lang="nl-NL" dirty="0" err="1"/>
              <a:t>with</a:t>
            </a:r>
            <a:r>
              <a:rPr lang="nl-NL" dirty="0"/>
              <a:t> a </a:t>
            </a:r>
            <a:r>
              <a:rPr lang="nl-NL" dirty="0" err="1"/>
              <a:t>result</a:t>
            </a:r>
            <a:r>
              <a:rPr lang="nl-NL" dirty="0"/>
              <a:t> </a:t>
            </a:r>
            <a:r>
              <a:rPr lang="nl-NL" dirty="0" err="1"/>
              <a:t>that</a:t>
            </a:r>
            <a:r>
              <a:rPr lang="nl-NL" dirty="0"/>
              <a:t> has </a:t>
            </a:r>
            <a:r>
              <a:rPr lang="nl-NL" dirty="0" err="1"/>
              <a:t>all</a:t>
            </a:r>
            <a:r>
              <a:rPr lang="nl-NL" dirty="0"/>
              <a:t> </a:t>
            </a:r>
            <a:r>
              <a:rPr lang="nl-NL" dirty="0" err="1"/>
              <a:t>nodes</a:t>
            </a:r>
            <a:r>
              <a:rPr lang="nl-NL" dirty="0"/>
              <a:t> but no </a:t>
            </a:r>
            <a:r>
              <a:rPr lang="nl-NL" dirty="0" err="1"/>
              <a:t>edges</a:t>
            </a:r>
            <a:endParaRPr lang="nl-NL" dirty="0"/>
          </a:p>
          <a:p>
            <a:pPr lvl="1"/>
            <a:r>
              <a:rPr lang="nl-NL" dirty="0" err="1"/>
              <a:t>While</a:t>
            </a:r>
            <a:r>
              <a:rPr lang="nl-NL" dirty="0"/>
              <a:t> we have </a:t>
            </a:r>
            <a:r>
              <a:rPr lang="nl-NL" dirty="0" err="1"/>
              <a:t>not</a:t>
            </a:r>
            <a:r>
              <a:rPr lang="nl-NL" dirty="0"/>
              <a:t> </a:t>
            </a:r>
            <a:r>
              <a:rPr lang="nl-NL" dirty="0" err="1"/>
              <a:t>yet</a:t>
            </a:r>
            <a:r>
              <a:rPr lang="nl-NL" dirty="0"/>
              <a:t> </a:t>
            </a:r>
            <a:r>
              <a:rPr lang="nl-NL" dirty="0" err="1"/>
              <a:t>added</a:t>
            </a:r>
            <a:r>
              <a:rPr lang="nl-NL" dirty="0"/>
              <a:t> n – 1 </a:t>
            </a:r>
            <a:r>
              <a:rPr lang="nl-NL" dirty="0" err="1"/>
              <a:t>edges</a:t>
            </a:r>
            <a:r>
              <a:rPr lang="nl-NL" dirty="0"/>
              <a:t>:</a:t>
            </a:r>
          </a:p>
          <a:p>
            <a:pPr lvl="2"/>
            <a:r>
              <a:rPr lang="nl-NL" dirty="0" err="1"/>
              <a:t>Find</a:t>
            </a:r>
            <a:r>
              <a:rPr lang="nl-NL" dirty="0"/>
              <a:t> </a:t>
            </a:r>
            <a:r>
              <a:rPr lang="nl-NL" dirty="0" err="1"/>
              <a:t>the</a:t>
            </a:r>
            <a:r>
              <a:rPr lang="nl-NL" dirty="0"/>
              <a:t> </a:t>
            </a:r>
            <a:r>
              <a:rPr lang="nl-NL" dirty="0" err="1"/>
              <a:t>cheapest</a:t>
            </a:r>
            <a:r>
              <a:rPr lang="nl-NL" dirty="0"/>
              <a:t> </a:t>
            </a:r>
            <a:r>
              <a:rPr lang="nl-NL" dirty="0" err="1"/>
              <a:t>edge</a:t>
            </a:r>
            <a:endParaRPr lang="nl-NL" dirty="0"/>
          </a:p>
          <a:p>
            <a:pPr lvl="2"/>
            <a:r>
              <a:rPr lang="nl-NL" dirty="0" err="1"/>
              <a:t>Add</a:t>
            </a:r>
            <a:r>
              <a:rPr lang="nl-NL" dirty="0"/>
              <a:t> </a:t>
            </a:r>
            <a:r>
              <a:rPr lang="nl-NL" dirty="0" err="1"/>
              <a:t>it</a:t>
            </a:r>
            <a:r>
              <a:rPr lang="nl-NL" dirty="0"/>
              <a:t> </a:t>
            </a:r>
            <a:r>
              <a:rPr lang="nl-NL" dirty="0" err="1"/>
              <a:t>to</a:t>
            </a:r>
            <a:r>
              <a:rPr lang="nl-NL" dirty="0"/>
              <a:t> </a:t>
            </a:r>
            <a:r>
              <a:rPr lang="nl-NL" dirty="0" err="1"/>
              <a:t>the</a:t>
            </a:r>
            <a:r>
              <a:rPr lang="nl-NL" dirty="0"/>
              <a:t> </a:t>
            </a:r>
            <a:r>
              <a:rPr lang="nl-NL" dirty="0" err="1"/>
              <a:t>graph</a:t>
            </a:r>
            <a:r>
              <a:rPr lang="nl-NL" dirty="0"/>
              <a:t>, but </a:t>
            </a:r>
            <a:r>
              <a:rPr lang="nl-NL" dirty="0" err="1"/>
              <a:t>only</a:t>
            </a:r>
            <a:r>
              <a:rPr lang="nl-NL" dirty="0"/>
              <a:t> </a:t>
            </a:r>
            <a:r>
              <a:rPr lang="nl-NL" dirty="0" err="1"/>
              <a:t>if</a:t>
            </a:r>
            <a:r>
              <a:rPr lang="nl-NL" dirty="0"/>
              <a:t> </a:t>
            </a:r>
            <a:r>
              <a:rPr lang="nl-NL" dirty="0" err="1"/>
              <a:t>it</a:t>
            </a:r>
            <a:r>
              <a:rPr lang="nl-NL" dirty="0"/>
              <a:t> does </a:t>
            </a:r>
            <a:r>
              <a:rPr lang="nl-NL" dirty="0" err="1"/>
              <a:t>not</a:t>
            </a:r>
            <a:r>
              <a:rPr lang="nl-NL" dirty="0"/>
              <a:t> introduce a </a:t>
            </a:r>
            <a:r>
              <a:rPr lang="nl-NL" dirty="0" err="1"/>
              <a:t>cycle</a:t>
            </a:r>
            <a:r>
              <a:rPr lang="nl-NL" dirty="0"/>
              <a:t> (</a:t>
            </a:r>
            <a:r>
              <a:rPr lang="nl-NL" dirty="0" err="1"/>
              <a:t>if</a:t>
            </a:r>
            <a:r>
              <a:rPr lang="nl-NL" dirty="0"/>
              <a:t> </a:t>
            </a:r>
            <a:r>
              <a:rPr lang="nl-NL" dirty="0" err="1"/>
              <a:t>it</a:t>
            </a:r>
            <a:r>
              <a:rPr lang="nl-NL" dirty="0"/>
              <a:t> does, </a:t>
            </a:r>
            <a:r>
              <a:rPr lang="nl-NL" dirty="0" err="1"/>
              <a:t>exclude</a:t>
            </a:r>
            <a:r>
              <a:rPr lang="nl-NL" dirty="0"/>
              <a:t> </a:t>
            </a:r>
            <a:r>
              <a:rPr lang="nl-NL" dirty="0" err="1"/>
              <a:t>it</a:t>
            </a:r>
            <a:r>
              <a:rPr lang="nl-NL" dirty="0"/>
              <a:t>)</a:t>
            </a:r>
          </a:p>
          <a:p>
            <a:pPr lvl="2"/>
            <a:endParaRPr lang="nl-NL" dirty="0"/>
          </a:p>
        </p:txBody>
      </p:sp>
      <p:sp>
        <p:nvSpPr>
          <p:cNvPr id="4" name="Oval 6">
            <a:extLst>
              <a:ext uri="{FF2B5EF4-FFF2-40B4-BE49-F238E27FC236}">
                <a16:creationId xmlns:a16="http://schemas.microsoft.com/office/drawing/2014/main" id="{602A8921-B256-D011-BE71-3096ECDEAE6B}"/>
              </a:ext>
            </a:extLst>
          </p:cNvPr>
          <p:cNvSpPr/>
          <p:nvPr/>
        </p:nvSpPr>
        <p:spPr>
          <a:xfrm>
            <a:off x="8625333" y="3538158"/>
            <a:ext cx="427106" cy="427106"/>
          </a:xfrm>
          <a:prstGeom prst="ellipse">
            <a:avLst/>
          </a:prstGeom>
          <a:solidFill>
            <a:schemeClr val="bg1">
              <a:lumMod val="85000"/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 dirty="0">
              <a:latin typeface="Aptos" panose="020B0004020202020204" pitchFamily="34" charset="0"/>
            </a:endParaRPr>
          </a:p>
        </p:txBody>
      </p:sp>
      <p:sp>
        <p:nvSpPr>
          <p:cNvPr id="5" name="Oval 8">
            <a:extLst>
              <a:ext uri="{FF2B5EF4-FFF2-40B4-BE49-F238E27FC236}">
                <a16:creationId xmlns:a16="http://schemas.microsoft.com/office/drawing/2014/main" id="{DE5E2D0D-B4F2-2B44-4E76-D82065BE7C92}"/>
              </a:ext>
            </a:extLst>
          </p:cNvPr>
          <p:cNvSpPr/>
          <p:nvPr/>
        </p:nvSpPr>
        <p:spPr>
          <a:xfrm>
            <a:off x="10309437" y="3304087"/>
            <a:ext cx="427106" cy="427106"/>
          </a:xfrm>
          <a:prstGeom prst="ellipse">
            <a:avLst/>
          </a:prstGeom>
          <a:solidFill>
            <a:srgbClr val="0070C0">
              <a:alpha val="50000"/>
            </a:srgb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 dirty="0">
              <a:latin typeface="Aptos" panose="020B0004020202020204" pitchFamily="34" charset="0"/>
            </a:endParaRPr>
          </a:p>
        </p:txBody>
      </p:sp>
      <p:cxnSp>
        <p:nvCxnSpPr>
          <p:cNvPr id="6" name="Straight Arrow Connector 18">
            <a:extLst>
              <a:ext uri="{FF2B5EF4-FFF2-40B4-BE49-F238E27FC236}">
                <a16:creationId xmlns:a16="http://schemas.microsoft.com/office/drawing/2014/main" id="{7CA93DC7-2C00-69D9-A3BA-D761A54587D7}"/>
              </a:ext>
            </a:extLst>
          </p:cNvPr>
          <p:cNvCxnSpPr>
            <a:cxnSpLocks/>
            <a:stCxn id="7" idx="6"/>
            <a:endCxn id="4" idx="2"/>
          </p:cNvCxnSpPr>
          <p:nvPr/>
        </p:nvCxnSpPr>
        <p:spPr>
          <a:xfrm>
            <a:off x="7540387" y="3305930"/>
            <a:ext cx="1084946" cy="445781"/>
          </a:xfrm>
          <a:prstGeom prst="straightConnector1">
            <a:avLst/>
          </a:prstGeom>
          <a:ln w="38100">
            <a:solidFill>
              <a:schemeClr val="bg1">
                <a:lumMod val="95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" name="Oval 19">
            <a:extLst>
              <a:ext uri="{FF2B5EF4-FFF2-40B4-BE49-F238E27FC236}">
                <a16:creationId xmlns:a16="http://schemas.microsoft.com/office/drawing/2014/main" id="{47D42E57-C0F3-2828-3852-A01078B9654B}"/>
              </a:ext>
            </a:extLst>
          </p:cNvPr>
          <p:cNvSpPr/>
          <p:nvPr/>
        </p:nvSpPr>
        <p:spPr>
          <a:xfrm>
            <a:off x="7113281" y="3092377"/>
            <a:ext cx="427106" cy="427106"/>
          </a:xfrm>
          <a:prstGeom prst="ellipse">
            <a:avLst/>
          </a:prstGeom>
          <a:solidFill>
            <a:srgbClr val="0070C0">
              <a:alpha val="50000"/>
            </a:srgb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 dirty="0">
              <a:latin typeface="Aptos" panose="020B0004020202020204" pitchFamily="34" charset="0"/>
            </a:endParaRPr>
          </a:p>
        </p:txBody>
      </p:sp>
      <p:sp>
        <p:nvSpPr>
          <p:cNvPr id="8" name="Oval 8">
            <a:extLst>
              <a:ext uri="{FF2B5EF4-FFF2-40B4-BE49-F238E27FC236}">
                <a16:creationId xmlns:a16="http://schemas.microsoft.com/office/drawing/2014/main" id="{DBB3A639-91C8-7410-D3DB-798B9CA2DE54}"/>
              </a:ext>
            </a:extLst>
          </p:cNvPr>
          <p:cNvSpPr/>
          <p:nvPr/>
        </p:nvSpPr>
        <p:spPr>
          <a:xfrm>
            <a:off x="11491903" y="2622018"/>
            <a:ext cx="427106" cy="427106"/>
          </a:xfrm>
          <a:prstGeom prst="ellipse">
            <a:avLst/>
          </a:prstGeom>
          <a:solidFill>
            <a:schemeClr val="bg1">
              <a:lumMod val="85000"/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 dirty="0">
              <a:latin typeface="Aptos" panose="020B0004020202020204" pitchFamily="34" charset="0"/>
            </a:endParaRPr>
          </a:p>
        </p:txBody>
      </p:sp>
      <p:cxnSp>
        <p:nvCxnSpPr>
          <p:cNvPr id="9" name="Straight Arrow Connector 18">
            <a:extLst>
              <a:ext uri="{FF2B5EF4-FFF2-40B4-BE49-F238E27FC236}">
                <a16:creationId xmlns:a16="http://schemas.microsoft.com/office/drawing/2014/main" id="{A12AA672-28FB-E29D-7B4B-5DC299C22047}"/>
              </a:ext>
            </a:extLst>
          </p:cNvPr>
          <p:cNvCxnSpPr>
            <a:cxnSpLocks/>
            <a:stCxn id="4" idx="6"/>
            <a:endCxn id="5" idx="2"/>
          </p:cNvCxnSpPr>
          <p:nvPr/>
        </p:nvCxnSpPr>
        <p:spPr>
          <a:xfrm flipV="1">
            <a:off x="9052439" y="3517640"/>
            <a:ext cx="1256998" cy="234071"/>
          </a:xfrm>
          <a:prstGeom prst="straightConnector1">
            <a:avLst/>
          </a:prstGeom>
          <a:ln w="38100">
            <a:solidFill>
              <a:schemeClr val="bg1">
                <a:lumMod val="95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" name="Straight Arrow Connector 18">
            <a:extLst>
              <a:ext uri="{FF2B5EF4-FFF2-40B4-BE49-F238E27FC236}">
                <a16:creationId xmlns:a16="http://schemas.microsoft.com/office/drawing/2014/main" id="{208B673D-5B8D-02A9-2EF7-F1ECE675E1C8}"/>
              </a:ext>
            </a:extLst>
          </p:cNvPr>
          <p:cNvCxnSpPr>
            <a:cxnSpLocks/>
            <a:stCxn id="5" idx="7"/>
            <a:endCxn id="8" idx="3"/>
          </p:cNvCxnSpPr>
          <p:nvPr/>
        </p:nvCxnSpPr>
        <p:spPr>
          <a:xfrm flipV="1">
            <a:off x="10673995" y="2986576"/>
            <a:ext cx="880456" cy="380059"/>
          </a:xfrm>
          <a:prstGeom prst="straightConnector1">
            <a:avLst/>
          </a:prstGeom>
          <a:ln w="38100">
            <a:solidFill>
              <a:schemeClr val="bg1">
                <a:lumMod val="95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1" name="Oval 19">
            <a:extLst>
              <a:ext uri="{FF2B5EF4-FFF2-40B4-BE49-F238E27FC236}">
                <a16:creationId xmlns:a16="http://schemas.microsoft.com/office/drawing/2014/main" id="{B09ECE7B-16EF-8929-26F9-CB40EB4F7312}"/>
              </a:ext>
            </a:extLst>
          </p:cNvPr>
          <p:cNvSpPr/>
          <p:nvPr/>
        </p:nvSpPr>
        <p:spPr>
          <a:xfrm>
            <a:off x="8742274" y="1569448"/>
            <a:ext cx="427106" cy="427106"/>
          </a:xfrm>
          <a:prstGeom prst="ellipse">
            <a:avLst/>
          </a:prstGeom>
          <a:solidFill>
            <a:schemeClr val="bg1">
              <a:lumMod val="85000"/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 dirty="0">
              <a:latin typeface="Aptos" panose="020B0004020202020204" pitchFamily="34" charset="0"/>
            </a:endParaRPr>
          </a:p>
        </p:txBody>
      </p:sp>
      <p:sp>
        <p:nvSpPr>
          <p:cNvPr id="12" name="Oval 19">
            <a:extLst>
              <a:ext uri="{FF2B5EF4-FFF2-40B4-BE49-F238E27FC236}">
                <a16:creationId xmlns:a16="http://schemas.microsoft.com/office/drawing/2014/main" id="{08A45C0A-44ED-C10D-B1DD-3956E172422E}"/>
              </a:ext>
            </a:extLst>
          </p:cNvPr>
          <p:cNvSpPr/>
          <p:nvPr/>
        </p:nvSpPr>
        <p:spPr>
          <a:xfrm>
            <a:off x="7560320" y="5124757"/>
            <a:ext cx="427106" cy="427106"/>
          </a:xfrm>
          <a:prstGeom prst="ellipse">
            <a:avLst/>
          </a:prstGeom>
          <a:solidFill>
            <a:srgbClr val="0070C0">
              <a:alpha val="50000"/>
            </a:srgb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 dirty="0">
              <a:latin typeface="Aptos" panose="020B0004020202020204" pitchFamily="34" charset="0"/>
            </a:endParaRPr>
          </a:p>
        </p:txBody>
      </p:sp>
      <p:sp>
        <p:nvSpPr>
          <p:cNvPr id="13" name="Oval 19">
            <a:extLst>
              <a:ext uri="{FF2B5EF4-FFF2-40B4-BE49-F238E27FC236}">
                <a16:creationId xmlns:a16="http://schemas.microsoft.com/office/drawing/2014/main" id="{C68BA6C5-8F59-9A55-7DFF-06FD75B5AEEA}"/>
              </a:ext>
            </a:extLst>
          </p:cNvPr>
          <p:cNvSpPr/>
          <p:nvPr/>
        </p:nvSpPr>
        <p:spPr>
          <a:xfrm>
            <a:off x="9443761" y="5376993"/>
            <a:ext cx="427106" cy="427106"/>
          </a:xfrm>
          <a:prstGeom prst="ellipse">
            <a:avLst/>
          </a:prstGeom>
          <a:solidFill>
            <a:srgbClr val="0070C0">
              <a:alpha val="50000"/>
            </a:srgb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 dirty="0">
              <a:latin typeface="Aptos" panose="020B0004020202020204" pitchFamily="34" charset="0"/>
            </a:endParaRPr>
          </a:p>
        </p:txBody>
      </p:sp>
      <p:sp>
        <p:nvSpPr>
          <p:cNvPr id="14" name="Oval 19">
            <a:extLst>
              <a:ext uri="{FF2B5EF4-FFF2-40B4-BE49-F238E27FC236}">
                <a16:creationId xmlns:a16="http://schemas.microsoft.com/office/drawing/2014/main" id="{3AEEB009-A3C2-4B12-5634-598F54986DA7}"/>
              </a:ext>
            </a:extLst>
          </p:cNvPr>
          <p:cNvSpPr/>
          <p:nvPr/>
        </p:nvSpPr>
        <p:spPr>
          <a:xfrm>
            <a:off x="11444091" y="4877014"/>
            <a:ext cx="427106" cy="427106"/>
          </a:xfrm>
          <a:prstGeom prst="ellipse">
            <a:avLst/>
          </a:prstGeom>
          <a:solidFill>
            <a:srgbClr val="0070C0">
              <a:alpha val="50000"/>
            </a:srgb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 dirty="0">
              <a:latin typeface="Aptos" panose="020B0004020202020204" pitchFamily="34" charset="0"/>
            </a:endParaRPr>
          </a:p>
        </p:txBody>
      </p:sp>
      <p:sp>
        <p:nvSpPr>
          <p:cNvPr id="15" name="Oval 19">
            <a:extLst>
              <a:ext uri="{FF2B5EF4-FFF2-40B4-BE49-F238E27FC236}">
                <a16:creationId xmlns:a16="http://schemas.microsoft.com/office/drawing/2014/main" id="{A992B131-D1FB-2B7C-F7F9-0B34ABD7AB8D}"/>
              </a:ext>
            </a:extLst>
          </p:cNvPr>
          <p:cNvSpPr/>
          <p:nvPr/>
        </p:nvSpPr>
        <p:spPr>
          <a:xfrm>
            <a:off x="10333484" y="1630175"/>
            <a:ext cx="427106" cy="427106"/>
          </a:xfrm>
          <a:prstGeom prst="ellipse">
            <a:avLst/>
          </a:prstGeom>
          <a:solidFill>
            <a:srgbClr val="0070C0">
              <a:alpha val="50000"/>
            </a:srgb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 dirty="0">
              <a:latin typeface="Aptos" panose="020B0004020202020204" pitchFamily="34" charset="0"/>
            </a:endParaRPr>
          </a:p>
        </p:txBody>
      </p:sp>
      <p:cxnSp>
        <p:nvCxnSpPr>
          <p:cNvPr id="16" name="Straight Arrow Connector 47">
            <a:extLst>
              <a:ext uri="{FF2B5EF4-FFF2-40B4-BE49-F238E27FC236}">
                <a16:creationId xmlns:a16="http://schemas.microsoft.com/office/drawing/2014/main" id="{C6164A85-DF17-8B6E-71F4-762BF90082A9}"/>
              </a:ext>
            </a:extLst>
          </p:cNvPr>
          <p:cNvCxnSpPr>
            <a:cxnSpLocks/>
            <a:stCxn id="7" idx="7"/>
            <a:endCxn id="11" idx="3"/>
          </p:cNvCxnSpPr>
          <p:nvPr/>
        </p:nvCxnSpPr>
        <p:spPr>
          <a:xfrm flipV="1">
            <a:off x="7477839" y="1934006"/>
            <a:ext cx="1326983" cy="1220919"/>
          </a:xfrm>
          <a:prstGeom prst="straightConnector1">
            <a:avLst/>
          </a:prstGeom>
          <a:ln w="38100">
            <a:solidFill>
              <a:schemeClr val="bg1">
                <a:lumMod val="95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7" name="Straight Arrow Connector 47">
            <a:extLst>
              <a:ext uri="{FF2B5EF4-FFF2-40B4-BE49-F238E27FC236}">
                <a16:creationId xmlns:a16="http://schemas.microsoft.com/office/drawing/2014/main" id="{C2FE240F-C297-7A10-67E7-3B75F6279D4D}"/>
              </a:ext>
            </a:extLst>
          </p:cNvPr>
          <p:cNvCxnSpPr>
            <a:cxnSpLocks/>
            <a:stCxn id="11" idx="6"/>
            <a:endCxn id="15" idx="2"/>
          </p:cNvCxnSpPr>
          <p:nvPr/>
        </p:nvCxnSpPr>
        <p:spPr>
          <a:xfrm>
            <a:off x="9169380" y="1783001"/>
            <a:ext cx="1164104" cy="60727"/>
          </a:xfrm>
          <a:prstGeom prst="straightConnector1">
            <a:avLst/>
          </a:prstGeom>
          <a:ln w="38100">
            <a:solidFill>
              <a:schemeClr val="bg1">
                <a:lumMod val="95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8" name="Straight Arrow Connector 47">
            <a:extLst>
              <a:ext uri="{FF2B5EF4-FFF2-40B4-BE49-F238E27FC236}">
                <a16:creationId xmlns:a16="http://schemas.microsoft.com/office/drawing/2014/main" id="{2007AA6E-2FB4-EA9C-6E4D-675B62BBD91E}"/>
              </a:ext>
            </a:extLst>
          </p:cNvPr>
          <p:cNvCxnSpPr>
            <a:cxnSpLocks/>
            <a:stCxn id="5" idx="0"/>
            <a:endCxn id="15" idx="4"/>
          </p:cNvCxnSpPr>
          <p:nvPr/>
        </p:nvCxnSpPr>
        <p:spPr>
          <a:xfrm flipV="1">
            <a:off x="10522990" y="2057281"/>
            <a:ext cx="24047" cy="1246806"/>
          </a:xfrm>
          <a:prstGeom prst="straightConnector1">
            <a:avLst/>
          </a:prstGeom>
          <a:ln w="38100">
            <a:solidFill>
              <a:srgbClr val="000000"/>
            </a:solidFill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9" name="Straight Arrow Connector 47">
            <a:extLst>
              <a:ext uri="{FF2B5EF4-FFF2-40B4-BE49-F238E27FC236}">
                <a16:creationId xmlns:a16="http://schemas.microsoft.com/office/drawing/2014/main" id="{921D0F50-8C44-8C2D-1404-818314FF2EE8}"/>
              </a:ext>
            </a:extLst>
          </p:cNvPr>
          <p:cNvCxnSpPr>
            <a:cxnSpLocks/>
            <a:stCxn id="15" idx="5"/>
            <a:endCxn id="8" idx="1"/>
          </p:cNvCxnSpPr>
          <p:nvPr/>
        </p:nvCxnSpPr>
        <p:spPr>
          <a:xfrm>
            <a:off x="10698042" y="1994733"/>
            <a:ext cx="856409" cy="689833"/>
          </a:xfrm>
          <a:prstGeom prst="straightConnector1">
            <a:avLst/>
          </a:prstGeom>
          <a:ln w="38100">
            <a:solidFill>
              <a:schemeClr val="bg1">
                <a:lumMod val="95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0" name="Straight Arrow Connector 47">
            <a:extLst>
              <a:ext uri="{FF2B5EF4-FFF2-40B4-BE49-F238E27FC236}">
                <a16:creationId xmlns:a16="http://schemas.microsoft.com/office/drawing/2014/main" id="{53DF4655-A519-C0C2-EB87-2FE0FAA55C5E}"/>
              </a:ext>
            </a:extLst>
          </p:cNvPr>
          <p:cNvCxnSpPr>
            <a:cxnSpLocks/>
            <a:stCxn id="7" idx="4"/>
            <a:endCxn id="12" idx="0"/>
          </p:cNvCxnSpPr>
          <p:nvPr/>
        </p:nvCxnSpPr>
        <p:spPr>
          <a:xfrm>
            <a:off x="7326834" y="3519483"/>
            <a:ext cx="447039" cy="1605274"/>
          </a:xfrm>
          <a:prstGeom prst="straightConnector1">
            <a:avLst/>
          </a:prstGeom>
          <a:ln w="38100">
            <a:solidFill>
              <a:srgbClr val="000000"/>
            </a:solidFill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1" name="Straight Arrow Connector 47">
            <a:extLst>
              <a:ext uri="{FF2B5EF4-FFF2-40B4-BE49-F238E27FC236}">
                <a16:creationId xmlns:a16="http://schemas.microsoft.com/office/drawing/2014/main" id="{D121D893-390F-2F8E-1D95-854A9A69159D}"/>
              </a:ext>
            </a:extLst>
          </p:cNvPr>
          <p:cNvCxnSpPr>
            <a:cxnSpLocks/>
            <a:stCxn id="4" idx="5"/>
            <a:endCxn id="13" idx="0"/>
          </p:cNvCxnSpPr>
          <p:nvPr/>
        </p:nvCxnSpPr>
        <p:spPr>
          <a:xfrm>
            <a:off x="8989891" y="3902716"/>
            <a:ext cx="667423" cy="1474277"/>
          </a:xfrm>
          <a:prstGeom prst="straightConnector1">
            <a:avLst/>
          </a:prstGeom>
          <a:ln w="38100">
            <a:solidFill>
              <a:schemeClr val="bg1">
                <a:lumMod val="95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2" name="Straight Arrow Connector 47">
            <a:extLst>
              <a:ext uri="{FF2B5EF4-FFF2-40B4-BE49-F238E27FC236}">
                <a16:creationId xmlns:a16="http://schemas.microsoft.com/office/drawing/2014/main" id="{1EF240D7-6C57-B999-D0E4-968633F716DC}"/>
              </a:ext>
            </a:extLst>
          </p:cNvPr>
          <p:cNvCxnSpPr>
            <a:cxnSpLocks/>
            <a:stCxn id="12" idx="6"/>
            <a:endCxn id="13" idx="2"/>
          </p:cNvCxnSpPr>
          <p:nvPr/>
        </p:nvCxnSpPr>
        <p:spPr>
          <a:xfrm>
            <a:off x="7987426" y="5338310"/>
            <a:ext cx="1456335" cy="252236"/>
          </a:xfrm>
          <a:prstGeom prst="straightConnector1">
            <a:avLst/>
          </a:prstGeom>
          <a:ln w="38100">
            <a:solidFill>
              <a:srgbClr val="000000"/>
            </a:solidFill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3" name="Straight Arrow Connector 47">
            <a:extLst>
              <a:ext uri="{FF2B5EF4-FFF2-40B4-BE49-F238E27FC236}">
                <a16:creationId xmlns:a16="http://schemas.microsoft.com/office/drawing/2014/main" id="{EC3EA645-D0DC-D209-3937-9FD310E1A000}"/>
              </a:ext>
            </a:extLst>
          </p:cNvPr>
          <p:cNvCxnSpPr>
            <a:cxnSpLocks/>
            <a:stCxn id="13" idx="6"/>
            <a:endCxn id="14" idx="2"/>
          </p:cNvCxnSpPr>
          <p:nvPr/>
        </p:nvCxnSpPr>
        <p:spPr>
          <a:xfrm flipV="1">
            <a:off x="9870867" y="5090567"/>
            <a:ext cx="1573224" cy="499979"/>
          </a:xfrm>
          <a:prstGeom prst="straightConnector1">
            <a:avLst/>
          </a:prstGeom>
          <a:ln w="38100">
            <a:solidFill>
              <a:srgbClr val="000000"/>
            </a:solidFill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4" name="Straight Arrow Connector 47">
            <a:extLst>
              <a:ext uri="{FF2B5EF4-FFF2-40B4-BE49-F238E27FC236}">
                <a16:creationId xmlns:a16="http://schemas.microsoft.com/office/drawing/2014/main" id="{960648B1-1928-C94B-9E56-8D863FD13180}"/>
              </a:ext>
            </a:extLst>
          </p:cNvPr>
          <p:cNvCxnSpPr>
            <a:cxnSpLocks/>
            <a:stCxn id="14" idx="0"/>
            <a:endCxn id="8" idx="4"/>
          </p:cNvCxnSpPr>
          <p:nvPr/>
        </p:nvCxnSpPr>
        <p:spPr>
          <a:xfrm flipV="1">
            <a:off x="11657644" y="3049124"/>
            <a:ext cx="47812" cy="1827890"/>
          </a:xfrm>
          <a:prstGeom prst="straightConnector1">
            <a:avLst/>
          </a:prstGeom>
          <a:ln w="38100">
            <a:solidFill>
              <a:schemeClr val="bg1">
                <a:lumMod val="95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5" name="Straight Arrow Connector 47">
            <a:extLst>
              <a:ext uri="{FF2B5EF4-FFF2-40B4-BE49-F238E27FC236}">
                <a16:creationId xmlns:a16="http://schemas.microsoft.com/office/drawing/2014/main" id="{55722EFC-A601-AEF7-2E81-B2028F3624A0}"/>
              </a:ext>
            </a:extLst>
          </p:cNvPr>
          <p:cNvCxnSpPr>
            <a:cxnSpLocks/>
            <a:stCxn id="4" idx="0"/>
            <a:endCxn id="11" idx="4"/>
          </p:cNvCxnSpPr>
          <p:nvPr/>
        </p:nvCxnSpPr>
        <p:spPr>
          <a:xfrm flipV="1">
            <a:off x="8838886" y="1996554"/>
            <a:ext cx="116941" cy="1541604"/>
          </a:xfrm>
          <a:prstGeom prst="straightConnector1">
            <a:avLst/>
          </a:prstGeom>
          <a:ln w="38100">
            <a:solidFill>
              <a:schemeClr val="bg1">
                <a:lumMod val="95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6" name="Straight Arrow Connector 18">
            <a:extLst>
              <a:ext uri="{FF2B5EF4-FFF2-40B4-BE49-F238E27FC236}">
                <a16:creationId xmlns:a16="http://schemas.microsoft.com/office/drawing/2014/main" id="{4FD91F4D-0F22-E57E-87FB-68C8D5DEEA55}"/>
              </a:ext>
            </a:extLst>
          </p:cNvPr>
          <p:cNvCxnSpPr>
            <a:cxnSpLocks/>
            <a:stCxn id="13" idx="7"/>
            <a:endCxn id="5" idx="3"/>
          </p:cNvCxnSpPr>
          <p:nvPr/>
        </p:nvCxnSpPr>
        <p:spPr>
          <a:xfrm flipV="1">
            <a:off x="9808319" y="3668645"/>
            <a:ext cx="563666" cy="1770896"/>
          </a:xfrm>
          <a:prstGeom prst="straightConnector1">
            <a:avLst/>
          </a:prstGeom>
          <a:ln w="38100">
            <a:solidFill>
              <a:schemeClr val="bg1">
                <a:lumMod val="95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7" name="Straight Arrow Connector 18">
            <a:extLst>
              <a:ext uri="{FF2B5EF4-FFF2-40B4-BE49-F238E27FC236}">
                <a16:creationId xmlns:a16="http://schemas.microsoft.com/office/drawing/2014/main" id="{3C5197E9-A964-CD64-32F1-9EC5109B7C5A}"/>
              </a:ext>
            </a:extLst>
          </p:cNvPr>
          <p:cNvCxnSpPr>
            <a:cxnSpLocks/>
            <a:stCxn id="14" idx="1"/>
            <a:endCxn id="5" idx="5"/>
          </p:cNvCxnSpPr>
          <p:nvPr/>
        </p:nvCxnSpPr>
        <p:spPr>
          <a:xfrm flipH="1" flipV="1">
            <a:off x="10673995" y="3668645"/>
            <a:ext cx="832644" cy="1270917"/>
          </a:xfrm>
          <a:prstGeom prst="straightConnector1">
            <a:avLst/>
          </a:prstGeom>
          <a:ln w="38100">
            <a:solidFill>
              <a:schemeClr val="bg1">
                <a:lumMod val="95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8" name="TextBox 117">
            <a:extLst>
              <a:ext uri="{FF2B5EF4-FFF2-40B4-BE49-F238E27FC236}">
                <a16:creationId xmlns:a16="http://schemas.microsoft.com/office/drawing/2014/main" id="{5FE7D6AA-167E-D566-FAC0-416F83675E4E}"/>
              </a:ext>
            </a:extLst>
          </p:cNvPr>
          <p:cNvSpPr txBox="1"/>
          <p:nvPr/>
        </p:nvSpPr>
        <p:spPr>
          <a:xfrm>
            <a:off x="7820850" y="2253785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NL" dirty="0">
                <a:solidFill>
                  <a:schemeClr val="bg1">
                    <a:lumMod val="85000"/>
                  </a:schemeClr>
                </a:solidFill>
                <a:latin typeface="Aptos" panose="020B0004020202020204" pitchFamily="34" charset="0"/>
              </a:rPr>
              <a:t>5</a:t>
            </a:r>
          </a:p>
        </p:txBody>
      </p:sp>
      <p:sp>
        <p:nvSpPr>
          <p:cNvPr id="29" name="TextBox 118">
            <a:extLst>
              <a:ext uri="{FF2B5EF4-FFF2-40B4-BE49-F238E27FC236}">
                <a16:creationId xmlns:a16="http://schemas.microsoft.com/office/drawing/2014/main" id="{2C4C5217-4C74-4884-32F1-0C034BD9A3B3}"/>
              </a:ext>
            </a:extLst>
          </p:cNvPr>
          <p:cNvSpPr txBox="1"/>
          <p:nvPr/>
        </p:nvSpPr>
        <p:spPr>
          <a:xfrm>
            <a:off x="8893019" y="2644064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>
              <a:defRPr>
                <a:solidFill>
                  <a:schemeClr val="bg1">
                    <a:lumMod val="95000"/>
                  </a:schemeClr>
                </a:solidFill>
                <a:latin typeface="Aptos" panose="020B0004020202020204" pitchFamily="34" charset="0"/>
              </a:defRPr>
            </a:lvl1pPr>
          </a:lstStyle>
          <a:p>
            <a:r>
              <a:rPr lang="nl-NL" dirty="0">
                <a:solidFill>
                  <a:schemeClr val="bg1">
                    <a:lumMod val="85000"/>
                  </a:schemeClr>
                </a:solidFill>
              </a:rPr>
              <a:t>3</a:t>
            </a:r>
          </a:p>
        </p:txBody>
      </p:sp>
      <p:sp>
        <p:nvSpPr>
          <p:cNvPr id="30" name="TextBox 119">
            <a:extLst>
              <a:ext uri="{FF2B5EF4-FFF2-40B4-BE49-F238E27FC236}">
                <a16:creationId xmlns:a16="http://schemas.microsoft.com/office/drawing/2014/main" id="{1DD0F70A-CE4E-7E76-4342-AE2A2AB778A2}"/>
              </a:ext>
            </a:extLst>
          </p:cNvPr>
          <p:cNvSpPr txBox="1"/>
          <p:nvPr/>
        </p:nvSpPr>
        <p:spPr>
          <a:xfrm>
            <a:off x="9769039" y="1813423"/>
            <a:ext cx="4315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>
              <a:defRPr>
                <a:solidFill>
                  <a:schemeClr val="bg1">
                    <a:lumMod val="95000"/>
                  </a:schemeClr>
                </a:solidFill>
                <a:latin typeface="Aptos" panose="020B0004020202020204" pitchFamily="34" charset="0"/>
              </a:defRPr>
            </a:lvl1pPr>
          </a:lstStyle>
          <a:p>
            <a:r>
              <a:rPr lang="nl-NL" dirty="0">
                <a:solidFill>
                  <a:schemeClr val="bg1">
                    <a:lumMod val="85000"/>
                  </a:schemeClr>
                </a:solidFill>
              </a:rPr>
              <a:t>10</a:t>
            </a:r>
          </a:p>
        </p:txBody>
      </p:sp>
      <p:sp>
        <p:nvSpPr>
          <p:cNvPr id="31" name="TextBox 120">
            <a:extLst>
              <a:ext uri="{FF2B5EF4-FFF2-40B4-BE49-F238E27FC236}">
                <a16:creationId xmlns:a16="http://schemas.microsoft.com/office/drawing/2014/main" id="{28357884-639D-CDA1-9BF2-FBED0433A039}"/>
              </a:ext>
            </a:extLst>
          </p:cNvPr>
          <p:cNvSpPr txBox="1"/>
          <p:nvPr/>
        </p:nvSpPr>
        <p:spPr>
          <a:xfrm>
            <a:off x="11144364" y="2057281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>
              <a:defRPr>
                <a:solidFill>
                  <a:schemeClr val="bg1">
                    <a:lumMod val="95000"/>
                  </a:schemeClr>
                </a:solidFill>
                <a:latin typeface="Aptos" panose="020B0004020202020204" pitchFamily="34" charset="0"/>
              </a:defRPr>
            </a:lvl1pPr>
          </a:lstStyle>
          <a:p>
            <a:r>
              <a:rPr lang="nl-NL" dirty="0">
                <a:solidFill>
                  <a:schemeClr val="bg1">
                    <a:lumMod val="85000"/>
                  </a:schemeClr>
                </a:solidFill>
              </a:rPr>
              <a:t>9</a:t>
            </a:r>
          </a:p>
        </p:txBody>
      </p:sp>
      <p:sp>
        <p:nvSpPr>
          <p:cNvPr id="32" name="TextBox 121">
            <a:extLst>
              <a:ext uri="{FF2B5EF4-FFF2-40B4-BE49-F238E27FC236}">
                <a16:creationId xmlns:a16="http://schemas.microsoft.com/office/drawing/2014/main" id="{11DCB904-BF68-2073-D446-3E997C8E5729}"/>
              </a:ext>
            </a:extLst>
          </p:cNvPr>
          <p:cNvSpPr txBox="1"/>
          <p:nvPr/>
        </p:nvSpPr>
        <p:spPr>
          <a:xfrm>
            <a:off x="10179435" y="2466494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>
              <a:defRPr>
                <a:solidFill>
                  <a:schemeClr val="bg1">
                    <a:lumMod val="95000"/>
                  </a:schemeClr>
                </a:solidFill>
                <a:latin typeface="Aptos" panose="020B0004020202020204" pitchFamily="34" charset="0"/>
              </a:defRPr>
            </a:lvl1pPr>
          </a:lstStyle>
          <a:p>
            <a:r>
              <a:rPr lang="nl-NL" dirty="0">
                <a:solidFill>
                  <a:srgbClr val="000000"/>
                </a:solidFill>
              </a:rPr>
              <a:t>2</a:t>
            </a:r>
          </a:p>
        </p:txBody>
      </p:sp>
      <p:sp>
        <p:nvSpPr>
          <p:cNvPr id="33" name="TextBox 122">
            <a:extLst>
              <a:ext uri="{FF2B5EF4-FFF2-40B4-BE49-F238E27FC236}">
                <a16:creationId xmlns:a16="http://schemas.microsoft.com/office/drawing/2014/main" id="{D092559F-C23B-8991-98FC-95DFDC8DBFD3}"/>
              </a:ext>
            </a:extLst>
          </p:cNvPr>
          <p:cNvSpPr txBox="1"/>
          <p:nvPr/>
        </p:nvSpPr>
        <p:spPr>
          <a:xfrm>
            <a:off x="8968232" y="4541872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>
              <a:defRPr>
                <a:solidFill>
                  <a:schemeClr val="bg1">
                    <a:lumMod val="95000"/>
                  </a:schemeClr>
                </a:solidFill>
                <a:latin typeface="Aptos" panose="020B0004020202020204" pitchFamily="34" charset="0"/>
              </a:defRPr>
            </a:lvl1pPr>
          </a:lstStyle>
          <a:p>
            <a:r>
              <a:rPr lang="nl-NL" dirty="0">
                <a:solidFill>
                  <a:schemeClr val="bg1">
                    <a:lumMod val="85000"/>
                  </a:schemeClr>
                </a:solidFill>
              </a:rPr>
              <a:t>4</a:t>
            </a:r>
          </a:p>
        </p:txBody>
      </p:sp>
      <p:sp>
        <p:nvSpPr>
          <p:cNvPr id="34" name="TextBox 123">
            <a:extLst>
              <a:ext uri="{FF2B5EF4-FFF2-40B4-BE49-F238E27FC236}">
                <a16:creationId xmlns:a16="http://schemas.microsoft.com/office/drawing/2014/main" id="{84F18ECA-AB84-211A-7993-2B849241EEF7}"/>
              </a:ext>
            </a:extLst>
          </p:cNvPr>
          <p:cNvSpPr txBox="1"/>
          <p:nvPr/>
        </p:nvSpPr>
        <p:spPr>
          <a:xfrm>
            <a:off x="8588225" y="5472694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>
              <a:defRPr>
                <a:solidFill>
                  <a:schemeClr val="bg1">
                    <a:lumMod val="95000"/>
                  </a:schemeClr>
                </a:solidFill>
                <a:latin typeface="Aptos" panose="020B0004020202020204" pitchFamily="34" charset="0"/>
              </a:defRPr>
            </a:lvl1pPr>
          </a:lstStyle>
          <a:p>
            <a:r>
              <a:rPr lang="nl-NL" dirty="0">
                <a:solidFill>
                  <a:srgbClr val="000000"/>
                </a:solidFill>
              </a:rPr>
              <a:t>2</a:t>
            </a:r>
          </a:p>
        </p:txBody>
      </p:sp>
      <p:sp>
        <p:nvSpPr>
          <p:cNvPr id="35" name="TextBox 124">
            <a:extLst>
              <a:ext uri="{FF2B5EF4-FFF2-40B4-BE49-F238E27FC236}">
                <a16:creationId xmlns:a16="http://schemas.microsoft.com/office/drawing/2014/main" id="{4A31B2CC-75CA-0844-73D8-5DBDF6BCFA6A}"/>
              </a:ext>
            </a:extLst>
          </p:cNvPr>
          <p:cNvSpPr txBox="1"/>
          <p:nvPr/>
        </p:nvSpPr>
        <p:spPr>
          <a:xfrm>
            <a:off x="7641483" y="4158639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>
              <a:defRPr>
                <a:solidFill>
                  <a:schemeClr val="bg1">
                    <a:lumMod val="95000"/>
                  </a:schemeClr>
                </a:solidFill>
                <a:latin typeface="Aptos" panose="020B0004020202020204" pitchFamily="34" charset="0"/>
              </a:defRPr>
            </a:lvl1pPr>
          </a:lstStyle>
          <a:p>
            <a:r>
              <a:rPr lang="nl-NL" dirty="0">
                <a:solidFill>
                  <a:srgbClr val="000000"/>
                </a:solidFill>
              </a:rPr>
              <a:t>2</a:t>
            </a:r>
          </a:p>
        </p:txBody>
      </p:sp>
      <p:sp>
        <p:nvSpPr>
          <p:cNvPr id="36" name="TextBox 125">
            <a:extLst>
              <a:ext uri="{FF2B5EF4-FFF2-40B4-BE49-F238E27FC236}">
                <a16:creationId xmlns:a16="http://schemas.microsoft.com/office/drawing/2014/main" id="{47B4C2F6-617C-C553-12A9-71A276B0040A}"/>
              </a:ext>
            </a:extLst>
          </p:cNvPr>
          <p:cNvSpPr txBox="1"/>
          <p:nvPr/>
        </p:nvSpPr>
        <p:spPr>
          <a:xfrm>
            <a:off x="10803088" y="5301733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>
              <a:defRPr>
                <a:solidFill>
                  <a:schemeClr val="bg1">
                    <a:lumMod val="95000"/>
                  </a:schemeClr>
                </a:solidFill>
                <a:latin typeface="Aptos" panose="020B0004020202020204" pitchFamily="34" charset="0"/>
              </a:defRPr>
            </a:lvl1pPr>
          </a:lstStyle>
          <a:p>
            <a:r>
              <a:rPr lang="nl-NL" dirty="0">
                <a:solidFill>
                  <a:srgbClr val="000000"/>
                </a:solidFill>
              </a:rPr>
              <a:t>1</a:t>
            </a:r>
          </a:p>
        </p:txBody>
      </p:sp>
      <p:sp>
        <p:nvSpPr>
          <p:cNvPr id="37" name="TextBox 126">
            <a:extLst>
              <a:ext uri="{FF2B5EF4-FFF2-40B4-BE49-F238E27FC236}">
                <a16:creationId xmlns:a16="http://schemas.microsoft.com/office/drawing/2014/main" id="{BD9691B8-16C5-44A1-744A-A5B2F82B5446}"/>
              </a:ext>
            </a:extLst>
          </p:cNvPr>
          <p:cNvSpPr txBox="1"/>
          <p:nvPr/>
        </p:nvSpPr>
        <p:spPr>
          <a:xfrm>
            <a:off x="9774498" y="4284407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>
              <a:defRPr>
                <a:solidFill>
                  <a:schemeClr val="bg1">
                    <a:lumMod val="95000"/>
                  </a:schemeClr>
                </a:solidFill>
                <a:latin typeface="Aptos" panose="020B0004020202020204" pitchFamily="34" charset="0"/>
              </a:defRPr>
            </a:lvl1pPr>
          </a:lstStyle>
          <a:p>
            <a:r>
              <a:rPr lang="nl-NL" dirty="0">
                <a:solidFill>
                  <a:schemeClr val="bg1">
                    <a:lumMod val="85000"/>
                  </a:schemeClr>
                </a:solidFill>
              </a:rPr>
              <a:t>5</a:t>
            </a:r>
          </a:p>
        </p:txBody>
      </p:sp>
      <p:sp>
        <p:nvSpPr>
          <p:cNvPr id="38" name="TextBox 127">
            <a:extLst>
              <a:ext uri="{FF2B5EF4-FFF2-40B4-BE49-F238E27FC236}">
                <a16:creationId xmlns:a16="http://schemas.microsoft.com/office/drawing/2014/main" id="{BDCCE1CF-2B1E-1C7B-2CCE-4B5B45A99627}"/>
              </a:ext>
            </a:extLst>
          </p:cNvPr>
          <p:cNvSpPr txBox="1"/>
          <p:nvPr/>
        </p:nvSpPr>
        <p:spPr>
          <a:xfrm>
            <a:off x="10760148" y="4249247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>
              <a:defRPr>
                <a:solidFill>
                  <a:schemeClr val="bg1">
                    <a:lumMod val="95000"/>
                  </a:schemeClr>
                </a:solidFill>
                <a:latin typeface="Aptos" panose="020B0004020202020204" pitchFamily="34" charset="0"/>
              </a:defRPr>
            </a:lvl1pPr>
          </a:lstStyle>
          <a:p>
            <a:r>
              <a:rPr lang="nl-NL" dirty="0">
                <a:solidFill>
                  <a:schemeClr val="bg1">
                    <a:lumMod val="85000"/>
                  </a:schemeClr>
                </a:solidFill>
              </a:rPr>
              <a:t>3</a:t>
            </a:r>
          </a:p>
        </p:txBody>
      </p:sp>
      <p:sp>
        <p:nvSpPr>
          <p:cNvPr id="39" name="TextBox 128">
            <a:extLst>
              <a:ext uri="{FF2B5EF4-FFF2-40B4-BE49-F238E27FC236}">
                <a16:creationId xmlns:a16="http://schemas.microsoft.com/office/drawing/2014/main" id="{42B8AFE7-BF3C-4D79-BC25-C54C28DA4EC6}"/>
              </a:ext>
            </a:extLst>
          </p:cNvPr>
          <p:cNvSpPr txBox="1"/>
          <p:nvPr/>
        </p:nvSpPr>
        <p:spPr>
          <a:xfrm>
            <a:off x="10917429" y="2767356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>
              <a:defRPr>
                <a:solidFill>
                  <a:schemeClr val="bg1">
                    <a:lumMod val="95000"/>
                  </a:schemeClr>
                </a:solidFill>
                <a:latin typeface="Aptos" panose="020B0004020202020204" pitchFamily="34" charset="0"/>
              </a:defRPr>
            </a:lvl1pPr>
          </a:lstStyle>
          <a:p>
            <a:r>
              <a:rPr lang="nl-NL" dirty="0">
                <a:solidFill>
                  <a:schemeClr val="bg1">
                    <a:lumMod val="85000"/>
                  </a:schemeClr>
                </a:solidFill>
              </a:rPr>
              <a:t>8</a:t>
            </a:r>
          </a:p>
        </p:txBody>
      </p:sp>
      <p:sp>
        <p:nvSpPr>
          <p:cNvPr id="40" name="TextBox 129">
            <a:extLst>
              <a:ext uri="{FF2B5EF4-FFF2-40B4-BE49-F238E27FC236}">
                <a16:creationId xmlns:a16="http://schemas.microsoft.com/office/drawing/2014/main" id="{CBADAD47-6F04-712F-73C6-2FE29EC18CD7}"/>
              </a:ext>
            </a:extLst>
          </p:cNvPr>
          <p:cNvSpPr txBox="1"/>
          <p:nvPr/>
        </p:nvSpPr>
        <p:spPr>
          <a:xfrm>
            <a:off x="11702412" y="3871807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>
              <a:defRPr>
                <a:solidFill>
                  <a:schemeClr val="bg1">
                    <a:lumMod val="95000"/>
                  </a:schemeClr>
                </a:solidFill>
                <a:latin typeface="Aptos" panose="020B0004020202020204" pitchFamily="34" charset="0"/>
              </a:defRPr>
            </a:lvl1pPr>
          </a:lstStyle>
          <a:p>
            <a:r>
              <a:rPr lang="nl-NL" dirty="0">
                <a:solidFill>
                  <a:schemeClr val="bg1">
                    <a:lumMod val="85000"/>
                  </a:schemeClr>
                </a:solidFill>
              </a:rPr>
              <a:t>9</a:t>
            </a:r>
          </a:p>
        </p:txBody>
      </p:sp>
      <p:sp>
        <p:nvSpPr>
          <p:cNvPr id="41" name="TextBox 130">
            <a:extLst>
              <a:ext uri="{FF2B5EF4-FFF2-40B4-BE49-F238E27FC236}">
                <a16:creationId xmlns:a16="http://schemas.microsoft.com/office/drawing/2014/main" id="{A807ED97-0F39-D6BC-7FA2-F377A91B2436}"/>
              </a:ext>
            </a:extLst>
          </p:cNvPr>
          <p:cNvSpPr txBox="1"/>
          <p:nvPr/>
        </p:nvSpPr>
        <p:spPr>
          <a:xfrm>
            <a:off x="9636165" y="3226198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>
              <a:defRPr>
                <a:solidFill>
                  <a:schemeClr val="bg1">
                    <a:lumMod val="95000"/>
                  </a:schemeClr>
                </a:solidFill>
                <a:latin typeface="Aptos" panose="020B0004020202020204" pitchFamily="34" charset="0"/>
              </a:defRPr>
            </a:lvl1pPr>
          </a:lstStyle>
          <a:p>
            <a:r>
              <a:rPr lang="nl-NL" dirty="0">
                <a:solidFill>
                  <a:schemeClr val="bg1">
                    <a:lumMod val="85000"/>
                  </a:schemeClr>
                </a:solidFill>
              </a:rPr>
              <a:t>6</a:t>
            </a:r>
          </a:p>
        </p:txBody>
      </p:sp>
      <p:sp>
        <p:nvSpPr>
          <p:cNvPr id="42" name="TextBox 131">
            <a:extLst>
              <a:ext uri="{FF2B5EF4-FFF2-40B4-BE49-F238E27FC236}">
                <a16:creationId xmlns:a16="http://schemas.microsoft.com/office/drawing/2014/main" id="{76E484AC-5034-D800-8B4C-12EE1747BA2C}"/>
              </a:ext>
            </a:extLst>
          </p:cNvPr>
          <p:cNvSpPr txBox="1"/>
          <p:nvPr/>
        </p:nvSpPr>
        <p:spPr>
          <a:xfrm>
            <a:off x="8051195" y="3212699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>
              <a:defRPr>
                <a:solidFill>
                  <a:schemeClr val="bg1">
                    <a:lumMod val="95000"/>
                  </a:schemeClr>
                </a:solidFill>
                <a:latin typeface="Aptos" panose="020B0004020202020204" pitchFamily="34" charset="0"/>
              </a:defRPr>
            </a:lvl1pPr>
          </a:lstStyle>
          <a:p>
            <a:r>
              <a:rPr lang="nl-NL" dirty="0">
                <a:solidFill>
                  <a:schemeClr val="bg1">
                    <a:lumMod val="85000"/>
                  </a:schemeClr>
                </a:solidFill>
              </a:rPr>
              <a:t>7</a:t>
            </a:r>
          </a:p>
        </p:txBody>
      </p:sp>
    </p:spTree>
    <p:extLst>
      <p:ext uri="{BB962C8B-B14F-4D97-AF65-F5344CB8AC3E}">
        <p14:creationId xmlns:p14="http://schemas.microsoft.com/office/powerpoint/2010/main" val="6406629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7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000000"/>
                                      </p:to>
                                    </p:animClr>
                                    <p:set>
                                      <p:cBhvr>
                                        <p:cTn id="7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" presetID="3" presetClass="emph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9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000000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7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3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000000"/>
                                      </p:to>
                                    </p:animClr>
                                    <p:set>
                                      <p:cBhvr>
                                        <p:cTn id="14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3" presetClass="emph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6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000000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7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0070C0"/>
                                      </p:to>
                                    </p:animClr>
                                    <p:set>
                                      <p:cBhvr>
                                        <p:cTn id="19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0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2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0070C0"/>
                                      </p:to>
                                    </p:animClr>
                                    <p:set>
                                      <p:cBhvr>
                                        <p:cTn id="23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4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" grpId="0"/>
      <p:bldP spid="38" grpId="0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F57B63-B95F-813A-25B9-23379B84C8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B924D3-0BD9-3CF7-B6B5-E03B5ABBF3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 err="1"/>
              <a:t>Kruskal’s</a:t>
            </a:r>
            <a:r>
              <a:rPr lang="nl-NL" dirty="0"/>
              <a:t> </a:t>
            </a:r>
            <a:r>
              <a:rPr lang="nl-NL" dirty="0" err="1"/>
              <a:t>algorithm</a:t>
            </a:r>
            <a:endParaRPr lang="nl-N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4526823-F57C-2AF5-B608-B31A69117C8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0081" y="2633472"/>
            <a:ext cx="5213964" cy="3625926"/>
          </a:xfrm>
        </p:spPr>
        <p:txBody>
          <a:bodyPr>
            <a:normAutofit/>
          </a:bodyPr>
          <a:lstStyle/>
          <a:p>
            <a:r>
              <a:rPr lang="nl-NL" dirty="0"/>
              <a:t>Pseudocode:</a:t>
            </a:r>
          </a:p>
          <a:p>
            <a:pPr lvl="1"/>
            <a:r>
              <a:rPr lang="nl-NL" dirty="0"/>
              <a:t>Start </a:t>
            </a:r>
            <a:r>
              <a:rPr lang="nl-NL" dirty="0" err="1"/>
              <a:t>with</a:t>
            </a:r>
            <a:r>
              <a:rPr lang="nl-NL" dirty="0"/>
              <a:t> a </a:t>
            </a:r>
            <a:r>
              <a:rPr lang="nl-NL" dirty="0" err="1"/>
              <a:t>result</a:t>
            </a:r>
            <a:r>
              <a:rPr lang="nl-NL" dirty="0"/>
              <a:t> </a:t>
            </a:r>
            <a:r>
              <a:rPr lang="nl-NL" dirty="0" err="1"/>
              <a:t>that</a:t>
            </a:r>
            <a:r>
              <a:rPr lang="nl-NL" dirty="0"/>
              <a:t> has </a:t>
            </a:r>
            <a:r>
              <a:rPr lang="nl-NL" dirty="0" err="1"/>
              <a:t>all</a:t>
            </a:r>
            <a:r>
              <a:rPr lang="nl-NL" dirty="0"/>
              <a:t> </a:t>
            </a:r>
            <a:r>
              <a:rPr lang="nl-NL" dirty="0" err="1"/>
              <a:t>nodes</a:t>
            </a:r>
            <a:r>
              <a:rPr lang="nl-NL" dirty="0"/>
              <a:t> but no </a:t>
            </a:r>
            <a:r>
              <a:rPr lang="nl-NL" dirty="0" err="1"/>
              <a:t>edges</a:t>
            </a:r>
            <a:endParaRPr lang="nl-NL" dirty="0"/>
          </a:p>
          <a:p>
            <a:pPr lvl="1"/>
            <a:r>
              <a:rPr lang="nl-NL" dirty="0" err="1"/>
              <a:t>While</a:t>
            </a:r>
            <a:r>
              <a:rPr lang="nl-NL" dirty="0"/>
              <a:t> we have </a:t>
            </a:r>
            <a:r>
              <a:rPr lang="nl-NL" dirty="0" err="1"/>
              <a:t>not</a:t>
            </a:r>
            <a:r>
              <a:rPr lang="nl-NL" dirty="0"/>
              <a:t> </a:t>
            </a:r>
            <a:r>
              <a:rPr lang="nl-NL" dirty="0" err="1"/>
              <a:t>yet</a:t>
            </a:r>
            <a:r>
              <a:rPr lang="nl-NL" dirty="0"/>
              <a:t> </a:t>
            </a:r>
            <a:r>
              <a:rPr lang="nl-NL" dirty="0" err="1"/>
              <a:t>added</a:t>
            </a:r>
            <a:r>
              <a:rPr lang="nl-NL" dirty="0"/>
              <a:t> n – 1 </a:t>
            </a:r>
            <a:r>
              <a:rPr lang="nl-NL" dirty="0" err="1"/>
              <a:t>edges</a:t>
            </a:r>
            <a:r>
              <a:rPr lang="nl-NL" dirty="0"/>
              <a:t>:</a:t>
            </a:r>
          </a:p>
          <a:p>
            <a:pPr lvl="2"/>
            <a:r>
              <a:rPr lang="nl-NL" dirty="0" err="1"/>
              <a:t>Find</a:t>
            </a:r>
            <a:r>
              <a:rPr lang="nl-NL" dirty="0"/>
              <a:t> </a:t>
            </a:r>
            <a:r>
              <a:rPr lang="nl-NL" dirty="0" err="1"/>
              <a:t>the</a:t>
            </a:r>
            <a:r>
              <a:rPr lang="nl-NL" dirty="0"/>
              <a:t> </a:t>
            </a:r>
            <a:r>
              <a:rPr lang="nl-NL" dirty="0" err="1"/>
              <a:t>cheapest</a:t>
            </a:r>
            <a:r>
              <a:rPr lang="nl-NL" dirty="0"/>
              <a:t> </a:t>
            </a:r>
            <a:r>
              <a:rPr lang="nl-NL" dirty="0" err="1"/>
              <a:t>edge</a:t>
            </a:r>
            <a:endParaRPr lang="nl-NL" dirty="0"/>
          </a:p>
          <a:p>
            <a:pPr lvl="2"/>
            <a:r>
              <a:rPr lang="nl-NL" dirty="0" err="1"/>
              <a:t>Add</a:t>
            </a:r>
            <a:r>
              <a:rPr lang="nl-NL" dirty="0"/>
              <a:t> </a:t>
            </a:r>
            <a:r>
              <a:rPr lang="nl-NL" dirty="0" err="1"/>
              <a:t>it</a:t>
            </a:r>
            <a:r>
              <a:rPr lang="nl-NL" dirty="0"/>
              <a:t> </a:t>
            </a:r>
            <a:r>
              <a:rPr lang="nl-NL" dirty="0" err="1"/>
              <a:t>to</a:t>
            </a:r>
            <a:r>
              <a:rPr lang="nl-NL" dirty="0"/>
              <a:t> </a:t>
            </a:r>
            <a:r>
              <a:rPr lang="nl-NL" dirty="0" err="1"/>
              <a:t>the</a:t>
            </a:r>
            <a:r>
              <a:rPr lang="nl-NL" dirty="0"/>
              <a:t> </a:t>
            </a:r>
            <a:r>
              <a:rPr lang="nl-NL" dirty="0" err="1"/>
              <a:t>graph</a:t>
            </a:r>
            <a:r>
              <a:rPr lang="nl-NL" dirty="0"/>
              <a:t>, but </a:t>
            </a:r>
            <a:r>
              <a:rPr lang="nl-NL" dirty="0" err="1"/>
              <a:t>only</a:t>
            </a:r>
            <a:r>
              <a:rPr lang="nl-NL" dirty="0"/>
              <a:t> </a:t>
            </a:r>
            <a:r>
              <a:rPr lang="nl-NL" dirty="0" err="1"/>
              <a:t>if</a:t>
            </a:r>
            <a:r>
              <a:rPr lang="nl-NL" dirty="0"/>
              <a:t> </a:t>
            </a:r>
            <a:r>
              <a:rPr lang="nl-NL" dirty="0" err="1"/>
              <a:t>it</a:t>
            </a:r>
            <a:r>
              <a:rPr lang="nl-NL" dirty="0"/>
              <a:t> does </a:t>
            </a:r>
            <a:r>
              <a:rPr lang="nl-NL" dirty="0" err="1"/>
              <a:t>not</a:t>
            </a:r>
            <a:r>
              <a:rPr lang="nl-NL" dirty="0"/>
              <a:t> introduce a </a:t>
            </a:r>
            <a:r>
              <a:rPr lang="nl-NL" dirty="0" err="1"/>
              <a:t>cycle</a:t>
            </a:r>
            <a:r>
              <a:rPr lang="nl-NL" dirty="0"/>
              <a:t> (</a:t>
            </a:r>
            <a:r>
              <a:rPr lang="nl-NL" dirty="0" err="1"/>
              <a:t>if</a:t>
            </a:r>
            <a:r>
              <a:rPr lang="nl-NL" dirty="0"/>
              <a:t> </a:t>
            </a:r>
            <a:r>
              <a:rPr lang="nl-NL" dirty="0" err="1"/>
              <a:t>it</a:t>
            </a:r>
            <a:r>
              <a:rPr lang="nl-NL" dirty="0"/>
              <a:t> does, </a:t>
            </a:r>
            <a:r>
              <a:rPr lang="nl-NL" dirty="0" err="1"/>
              <a:t>exclude</a:t>
            </a:r>
            <a:r>
              <a:rPr lang="nl-NL" dirty="0"/>
              <a:t> </a:t>
            </a:r>
            <a:r>
              <a:rPr lang="nl-NL" dirty="0" err="1"/>
              <a:t>it</a:t>
            </a:r>
            <a:r>
              <a:rPr lang="nl-NL" dirty="0"/>
              <a:t>)</a:t>
            </a:r>
          </a:p>
          <a:p>
            <a:pPr lvl="2"/>
            <a:endParaRPr lang="nl-NL" dirty="0"/>
          </a:p>
        </p:txBody>
      </p:sp>
      <p:sp>
        <p:nvSpPr>
          <p:cNvPr id="4" name="Oval 6">
            <a:extLst>
              <a:ext uri="{FF2B5EF4-FFF2-40B4-BE49-F238E27FC236}">
                <a16:creationId xmlns:a16="http://schemas.microsoft.com/office/drawing/2014/main" id="{FDE48190-AD2F-7DD0-B490-3E95D4F99746}"/>
              </a:ext>
            </a:extLst>
          </p:cNvPr>
          <p:cNvSpPr/>
          <p:nvPr/>
        </p:nvSpPr>
        <p:spPr>
          <a:xfrm>
            <a:off x="8625333" y="3538158"/>
            <a:ext cx="427106" cy="427106"/>
          </a:xfrm>
          <a:prstGeom prst="ellipse">
            <a:avLst/>
          </a:prstGeom>
          <a:solidFill>
            <a:srgbClr val="0070C0">
              <a:alpha val="50000"/>
            </a:srgb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 dirty="0">
              <a:latin typeface="Aptos" panose="020B0004020202020204" pitchFamily="34" charset="0"/>
            </a:endParaRPr>
          </a:p>
        </p:txBody>
      </p:sp>
      <p:sp>
        <p:nvSpPr>
          <p:cNvPr id="5" name="Oval 8">
            <a:extLst>
              <a:ext uri="{FF2B5EF4-FFF2-40B4-BE49-F238E27FC236}">
                <a16:creationId xmlns:a16="http://schemas.microsoft.com/office/drawing/2014/main" id="{0156D475-19C4-E6C3-C0F0-FBE4A018D0F2}"/>
              </a:ext>
            </a:extLst>
          </p:cNvPr>
          <p:cNvSpPr/>
          <p:nvPr/>
        </p:nvSpPr>
        <p:spPr>
          <a:xfrm>
            <a:off x="10309437" y="3304087"/>
            <a:ext cx="427106" cy="427106"/>
          </a:xfrm>
          <a:prstGeom prst="ellipse">
            <a:avLst/>
          </a:prstGeom>
          <a:solidFill>
            <a:srgbClr val="0070C0">
              <a:alpha val="50000"/>
            </a:srgb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 dirty="0">
              <a:latin typeface="Aptos" panose="020B0004020202020204" pitchFamily="34" charset="0"/>
            </a:endParaRPr>
          </a:p>
        </p:txBody>
      </p:sp>
      <p:cxnSp>
        <p:nvCxnSpPr>
          <p:cNvPr id="6" name="Straight Arrow Connector 18">
            <a:extLst>
              <a:ext uri="{FF2B5EF4-FFF2-40B4-BE49-F238E27FC236}">
                <a16:creationId xmlns:a16="http://schemas.microsoft.com/office/drawing/2014/main" id="{A9219961-50A7-EA45-FE54-927D62558C95}"/>
              </a:ext>
            </a:extLst>
          </p:cNvPr>
          <p:cNvCxnSpPr>
            <a:cxnSpLocks/>
            <a:stCxn id="7" idx="6"/>
            <a:endCxn id="4" idx="2"/>
          </p:cNvCxnSpPr>
          <p:nvPr/>
        </p:nvCxnSpPr>
        <p:spPr>
          <a:xfrm>
            <a:off x="7540387" y="3305930"/>
            <a:ext cx="1084946" cy="445781"/>
          </a:xfrm>
          <a:prstGeom prst="straightConnector1">
            <a:avLst/>
          </a:prstGeom>
          <a:ln w="38100">
            <a:solidFill>
              <a:schemeClr val="bg1">
                <a:lumMod val="95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" name="Oval 19">
            <a:extLst>
              <a:ext uri="{FF2B5EF4-FFF2-40B4-BE49-F238E27FC236}">
                <a16:creationId xmlns:a16="http://schemas.microsoft.com/office/drawing/2014/main" id="{1A551AEB-79A7-09BC-46BA-9563B44D91F6}"/>
              </a:ext>
            </a:extLst>
          </p:cNvPr>
          <p:cNvSpPr/>
          <p:nvPr/>
        </p:nvSpPr>
        <p:spPr>
          <a:xfrm>
            <a:off x="7113281" y="3092377"/>
            <a:ext cx="427106" cy="427106"/>
          </a:xfrm>
          <a:prstGeom prst="ellipse">
            <a:avLst/>
          </a:prstGeom>
          <a:solidFill>
            <a:srgbClr val="0070C0">
              <a:alpha val="50000"/>
            </a:srgb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 dirty="0">
              <a:latin typeface="Aptos" panose="020B0004020202020204" pitchFamily="34" charset="0"/>
            </a:endParaRPr>
          </a:p>
        </p:txBody>
      </p:sp>
      <p:sp>
        <p:nvSpPr>
          <p:cNvPr id="8" name="Oval 8">
            <a:extLst>
              <a:ext uri="{FF2B5EF4-FFF2-40B4-BE49-F238E27FC236}">
                <a16:creationId xmlns:a16="http://schemas.microsoft.com/office/drawing/2014/main" id="{2FB40EA5-19AB-938A-29CD-370A2CEDACA2}"/>
              </a:ext>
            </a:extLst>
          </p:cNvPr>
          <p:cNvSpPr/>
          <p:nvPr/>
        </p:nvSpPr>
        <p:spPr>
          <a:xfrm>
            <a:off x="11491903" y="2622018"/>
            <a:ext cx="427106" cy="427106"/>
          </a:xfrm>
          <a:prstGeom prst="ellipse">
            <a:avLst/>
          </a:prstGeom>
          <a:solidFill>
            <a:schemeClr val="bg1">
              <a:lumMod val="85000"/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 dirty="0">
              <a:latin typeface="Aptos" panose="020B0004020202020204" pitchFamily="34" charset="0"/>
            </a:endParaRPr>
          </a:p>
        </p:txBody>
      </p:sp>
      <p:cxnSp>
        <p:nvCxnSpPr>
          <p:cNvPr id="9" name="Straight Arrow Connector 18">
            <a:extLst>
              <a:ext uri="{FF2B5EF4-FFF2-40B4-BE49-F238E27FC236}">
                <a16:creationId xmlns:a16="http://schemas.microsoft.com/office/drawing/2014/main" id="{BF88552E-9CEF-500D-9446-859051EBEAE4}"/>
              </a:ext>
            </a:extLst>
          </p:cNvPr>
          <p:cNvCxnSpPr>
            <a:cxnSpLocks/>
            <a:stCxn id="4" idx="6"/>
            <a:endCxn id="5" idx="2"/>
          </p:cNvCxnSpPr>
          <p:nvPr/>
        </p:nvCxnSpPr>
        <p:spPr>
          <a:xfrm flipV="1">
            <a:off x="9052439" y="3517640"/>
            <a:ext cx="1256998" cy="234071"/>
          </a:xfrm>
          <a:prstGeom prst="straightConnector1">
            <a:avLst/>
          </a:prstGeom>
          <a:ln w="38100">
            <a:solidFill>
              <a:schemeClr val="bg1">
                <a:lumMod val="95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" name="Straight Arrow Connector 18">
            <a:extLst>
              <a:ext uri="{FF2B5EF4-FFF2-40B4-BE49-F238E27FC236}">
                <a16:creationId xmlns:a16="http://schemas.microsoft.com/office/drawing/2014/main" id="{E0B01847-9226-A5BF-4185-3ACD683ACA6D}"/>
              </a:ext>
            </a:extLst>
          </p:cNvPr>
          <p:cNvCxnSpPr>
            <a:cxnSpLocks/>
            <a:stCxn id="5" idx="7"/>
            <a:endCxn id="8" idx="3"/>
          </p:cNvCxnSpPr>
          <p:nvPr/>
        </p:nvCxnSpPr>
        <p:spPr>
          <a:xfrm flipV="1">
            <a:off x="10673995" y="2986576"/>
            <a:ext cx="880456" cy="380059"/>
          </a:xfrm>
          <a:prstGeom prst="straightConnector1">
            <a:avLst/>
          </a:prstGeom>
          <a:ln w="38100">
            <a:solidFill>
              <a:schemeClr val="bg1">
                <a:lumMod val="95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1" name="Oval 19">
            <a:extLst>
              <a:ext uri="{FF2B5EF4-FFF2-40B4-BE49-F238E27FC236}">
                <a16:creationId xmlns:a16="http://schemas.microsoft.com/office/drawing/2014/main" id="{107EE719-5EAB-00B0-60C3-E503888081A4}"/>
              </a:ext>
            </a:extLst>
          </p:cNvPr>
          <p:cNvSpPr/>
          <p:nvPr/>
        </p:nvSpPr>
        <p:spPr>
          <a:xfrm>
            <a:off x="8742274" y="1569448"/>
            <a:ext cx="427106" cy="427106"/>
          </a:xfrm>
          <a:prstGeom prst="ellipse">
            <a:avLst/>
          </a:prstGeom>
          <a:solidFill>
            <a:srgbClr val="0070C0">
              <a:alpha val="50000"/>
            </a:srgb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 dirty="0">
              <a:latin typeface="Aptos" panose="020B0004020202020204" pitchFamily="34" charset="0"/>
            </a:endParaRPr>
          </a:p>
        </p:txBody>
      </p:sp>
      <p:sp>
        <p:nvSpPr>
          <p:cNvPr id="12" name="Oval 19">
            <a:extLst>
              <a:ext uri="{FF2B5EF4-FFF2-40B4-BE49-F238E27FC236}">
                <a16:creationId xmlns:a16="http://schemas.microsoft.com/office/drawing/2014/main" id="{BF627357-B704-E5FE-0443-2093F460E9D0}"/>
              </a:ext>
            </a:extLst>
          </p:cNvPr>
          <p:cNvSpPr/>
          <p:nvPr/>
        </p:nvSpPr>
        <p:spPr>
          <a:xfrm>
            <a:off x="7560320" y="5124757"/>
            <a:ext cx="427106" cy="427106"/>
          </a:xfrm>
          <a:prstGeom prst="ellipse">
            <a:avLst/>
          </a:prstGeom>
          <a:solidFill>
            <a:srgbClr val="0070C0">
              <a:alpha val="50000"/>
            </a:srgb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 dirty="0">
              <a:latin typeface="Aptos" panose="020B0004020202020204" pitchFamily="34" charset="0"/>
            </a:endParaRPr>
          </a:p>
        </p:txBody>
      </p:sp>
      <p:sp>
        <p:nvSpPr>
          <p:cNvPr id="13" name="Oval 19">
            <a:extLst>
              <a:ext uri="{FF2B5EF4-FFF2-40B4-BE49-F238E27FC236}">
                <a16:creationId xmlns:a16="http://schemas.microsoft.com/office/drawing/2014/main" id="{4A6C066A-4A81-3FB2-4FC0-806029A47900}"/>
              </a:ext>
            </a:extLst>
          </p:cNvPr>
          <p:cNvSpPr/>
          <p:nvPr/>
        </p:nvSpPr>
        <p:spPr>
          <a:xfrm>
            <a:off x="9443761" y="5376993"/>
            <a:ext cx="427106" cy="427106"/>
          </a:xfrm>
          <a:prstGeom prst="ellipse">
            <a:avLst/>
          </a:prstGeom>
          <a:solidFill>
            <a:srgbClr val="0070C0">
              <a:alpha val="50000"/>
            </a:srgb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 dirty="0">
              <a:latin typeface="Aptos" panose="020B0004020202020204" pitchFamily="34" charset="0"/>
            </a:endParaRPr>
          </a:p>
        </p:txBody>
      </p:sp>
      <p:sp>
        <p:nvSpPr>
          <p:cNvPr id="14" name="Oval 19">
            <a:extLst>
              <a:ext uri="{FF2B5EF4-FFF2-40B4-BE49-F238E27FC236}">
                <a16:creationId xmlns:a16="http://schemas.microsoft.com/office/drawing/2014/main" id="{F3ADA374-53A7-B7D4-0290-C9C9B1323248}"/>
              </a:ext>
            </a:extLst>
          </p:cNvPr>
          <p:cNvSpPr/>
          <p:nvPr/>
        </p:nvSpPr>
        <p:spPr>
          <a:xfrm>
            <a:off x="11444091" y="4877014"/>
            <a:ext cx="427106" cy="427106"/>
          </a:xfrm>
          <a:prstGeom prst="ellipse">
            <a:avLst/>
          </a:prstGeom>
          <a:solidFill>
            <a:srgbClr val="0070C0">
              <a:alpha val="50000"/>
            </a:srgb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 dirty="0">
              <a:latin typeface="Aptos" panose="020B0004020202020204" pitchFamily="34" charset="0"/>
            </a:endParaRPr>
          </a:p>
        </p:txBody>
      </p:sp>
      <p:sp>
        <p:nvSpPr>
          <p:cNvPr id="15" name="Oval 19">
            <a:extLst>
              <a:ext uri="{FF2B5EF4-FFF2-40B4-BE49-F238E27FC236}">
                <a16:creationId xmlns:a16="http://schemas.microsoft.com/office/drawing/2014/main" id="{182396A3-88A6-2E0C-4C90-CDC016DCFA10}"/>
              </a:ext>
            </a:extLst>
          </p:cNvPr>
          <p:cNvSpPr/>
          <p:nvPr/>
        </p:nvSpPr>
        <p:spPr>
          <a:xfrm>
            <a:off x="10333484" y="1630175"/>
            <a:ext cx="427106" cy="427106"/>
          </a:xfrm>
          <a:prstGeom prst="ellipse">
            <a:avLst/>
          </a:prstGeom>
          <a:solidFill>
            <a:srgbClr val="0070C0">
              <a:alpha val="50000"/>
            </a:srgb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 dirty="0">
              <a:latin typeface="Aptos" panose="020B0004020202020204" pitchFamily="34" charset="0"/>
            </a:endParaRPr>
          </a:p>
        </p:txBody>
      </p:sp>
      <p:cxnSp>
        <p:nvCxnSpPr>
          <p:cNvPr id="16" name="Straight Arrow Connector 47">
            <a:extLst>
              <a:ext uri="{FF2B5EF4-FFF2-40B4-BE49-F238E27FC236}">
                <a16:creationId xmlns:a16="http://schemas.microsoft.com/office/drawing/2014/main" id="{AC009F5D-7393-2A16-BEDC-DAEA6714D782}"/>
              </a:ext>
            </a:extLst>
          </p:cNvPr>
          <p:cNvCxnSpPr>
            <a:cxnSpLocks/>
            <a:stCxn id="7" idx="7"/>
            <a:endCxn id="11" idx="3"/>
          </p:cNvCxnSpPr>
          <p:nvPr/>
        </p:nvCxnSpPr>
        <p:spPr>
          <a:xfrm flipV="1">
            <a:off x="7477839" y="1934006"/>
            <a:ext cx="1326983" cy="1220919"/>
          </a:xfrm>
          <a:prstGeom prst="straightConnector1">
            <a:avLst/>
          </a:prstGeom>
          <a:ln w="38100">
            <a:solidFill>
              <a:schemeClr val="bg1">
                <a:lumMod val="95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7" name="Straight Arrow Connector 47">
            <a:extLst>
              <a:ext uri="{FF2B5EF4-FFF2-40B4-BE49-F238E27FC236}">
                <a16:creationId xmlns:a16="http://schemas.microsoft.com/office/drawing/2014/main" id="{1E774DD9-C1CE-631B-ADBC-3255C4FE1083}"/>
              </a:ext>
            </a:extLst>
          </p:cNvPr>
          <p:cNvCxnSpPr>
            <a:cxnSpLocks/>
            <a:stCxn id="11" idx="6"/>
            <a:endCxn id="15" idx="2"/>
          </p:cNvCxnSpPr>
          <p:nvPr/>
        </p:nvCxnSpPr>
        <p:spPr>
          <a:xfrm>
            <a:off x="9169380" y="1783001"/>
            <a:ext cx="1164104" cy="60727"/>
          </a:xfrm>
          <a:prstGeom prst="straightConnector1">
            <a:avLst/>
          </a:prstGeom>
          <a:ln w="38100">
            <a:solidFill>
              <a:schemeClr val="bg1">
                <a:lumMod val="95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8" name="Straight Arrow Connector 47">
            <a:extLst>
              <a:ext uri="{FF2B5EF4-FFF2-40B4-BE49-F238E27FC236}">
                <a16:creationId xmlns:a16="http://schemas.microsoft.com/office/drawing/2014/main" id="{086DCBD6-AEF7-A876-C326-72D646A27565}"/>
              </a:ext>
            </a:extLst>
          </p:cNvPr>
          <p:cNvCxnSpPr>
            <a:cxnSpLocks/>
            <a:stCxn id="5" idx="0"/>
            <a:endCxn id="15" idx="4"/>
          </p:cNvCxnSpPr>
          <p:nvPr/>
        </p:nvCxnSpPr>
        <p:spPr>
          <a:xfrm flipV="1">
            <a:off x="10522990" y="2057281"/>
            <a:ext cx="24047" cy="1246806"/>
          </a:xfrm>
          <a:prstGeom prst="straightConnector1">
            <a:avLst/>
          </a:prstGeom>
          <a:ln w="38100">
            <a:solidFill>
              <a:srgbClr val="000000"/>
            </a:solidFill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9" name="Straight Arrow Connector 47">
            <a:extLst>
              <a:ext uri="{FF2B5EF4-FFF2-40B4-BE49-F238E27FC236}">
                <a16:creationId xmlns:a16="http://schemas.microsoft.com/office/drawing/2014/main" id="{13A6B584-1A22-34D8-AA21-E43DCC5ABC2D}"/>
              </a:ext>
            </a:extLst>
          </p:cNvPr>
          <p:cNvCxnSpPr>
            <a:cxnSpLocks/>
            <a:stCxn id="15" idx="5"/>
            <a:endCxn id="8" idx="1"/>
          </p:cNvCxnSpPr>
          <p:nvPr/>
        </p:nvCxnSpPr>
        <p:spPr>
          <a:xfrm>
            <a:off x="10698042" y="1994733"/>
            <a:ext cx="856409" cy="689833"/>
          </a:xfrm>
          <a:prstGeom prst="straightConnector1">
            <a:avLst/>
          </a:prstGeom>
          <a:ln w="38100">
            <a:solidFill>
              <a:schemeClr val="bg1">
                <a:lumMod val="95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0" name="Straight Arrow Connector 47">
            <a:extLst>
              <a:ext uri="{FF2B5EF4-FFF2-40B4-BE49-F238E27FC236}">
                <a16:creationId xmlns:a16="http://schemas.microsoft.com/office/drawing/2014/main" id="{4470763F-F0D2-7448-3591-81E58A48564A}"/>
              </a:ext>
            </a:extLst>
          </p:cNvPr>
          <p:cNvCxnSpPr>
            <a:cxnSpLocks/>
            <a:stCxn id="7" idx="4"/>
            <a:endCxn id="12" idx="0"/>
          </p:cNvCxnSpPr>
          <p:nvPr/>
        </p:nvCxnSpPr>
        <p:spPr>
          <a:xfrm>
            <a:off x="7326834" y="3519483"/>
            <a:ext cx="447039" cy="1605274"/>
          </a:xfrm>
          <a:prstGeom prst="straightConnector1">
            <a:avLst/>
          </a:prstGeom>
          <a:ln w="38100">
            <a:solidFill>
              <a:srgbClr val="000000"/>
            </a:solidFill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1" name="Straight Arrow Connector 47">
            <a:extLst>
              <a:ext uri="{FF2B5EF4-FFF2-40B4-BE49-F238E27FC236}">
                <a16:creationId xmlns:a16="http://schemas.microsoft.com/office/drawing/2014/main" id="{8B62CD31-2C1F-F2F8-4C7F-BC706383B4C1}"/>
              </a:ext>
            </a:extLst>
          </p:cNvPr>
          <p:cNvCxnSpPr>
            <a:cxnSpLocks/>
            <a:stCxn id="4" idx="5"/>
            <a:endCxn id="13" idx="0"/>
          </p:cNvCxnSpPr>
          <p:nvPr/>
        </p:nvCxnSpPr>
        <p:spPr>
          <a:xfrm>
            <a:off x="8989891" y="3902716"/>
            <a:ext cx="667423" cy="1474277"/>
          </a:xfrm>
          <a:prstGeom prst="straightConnector1">
            <a:avLst/>
          </a:prstGeom>
          <a:ln w="38100">
            <a:solidFill>
              <a:schemeClr val="bg1">
                <a:lumMod val="95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2" name="Straight Arrow Connector 47">
            <a:extLst>
              <a:ext uri="{FF2B5EF4-FFF2-40B4-BE49-F238E27FC236}">
                <a16:creationId xmlns:a16="http://schemas.microsoft.com/office/drawing/2014/main" id="{7CE0D77C-56ED-4434-9995-2F90D11DDCC1}"/>
              </a:ext>
            </a:extLst>
          </p:cNvPr>
          <p:cNvCxnSpPr>
            <a:cxnSpLocks/>
            <a:stCxn id="12" idx="6"/>
            <a:endCxn id="13" idx="2"/>
          </p:cNvCxnSpPr>
          <p:nvPr/>
        </p:nvCxnSpPr>
        <p:spPr>
          <a:xfrm>
            <a:off x="7987426" y="5338310"/>
            <a:ext cx="1456335" cy="252236"/>
          </a:xfrm>
          <a:prstGeom prst="straightConnector1">
            <a:avLst/>
          </a:prstGeom>
          <a:ln w="38100">
            <a:solidFill>
              <a:srgbClr val="000000"/>
            </a:solidFill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3" name="Straight Arrow Connector 47">
            <a:extLst>
              <a:ext uri="{FF2B5EF4-FFF2-40B4-BE49-F238E27FC236}">
                <a16:creationId xmlns:a16="http://schemas.microsoft.com/office/drawing/2014/main" id="{60E8E583-15C4-D1F1-EB33-DA9519E4E1F5}"/>
              </a:ext>
            </a:extLst>
          </p:cNvPr>
          <p:cNvCxnSpPr>
            <a:cxnSpLocks/>
            <a:stCxn id="13" idx="6"/>
            <a:endCxn id="14" idx="2"/>
          </p:cNvCxnSpPr>
          <p:nvPr/>
        </p:nvCxnSpPr>
        <p:spPr>
          <a:xfrm flipV="1">
            <a:off x="9870867" y="5090567"/>
            <a:ext cx="1573224" cy="499979"/>
          </a:xfrm>
          <a:prstGeom prst="straightConnector1">
            <a:avLst/>
          </a:prstGeom>
          <a:ln w="38100">
            <a:solidFill>
              <a:srgbClr val="000000"/>
            </a:solidFill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4" name="Straight Arrow Connector 47">
            <a:extLst>
              <a:ext uri="{FF2B5EF4-FFF2-40B4-BE49-F238E27FC236}">
                <a16:creationId xmlns:a16="http://schemas.microsoft.com/office/drawing/2014/main" id="{BFC957ED-2486-471D-FD3B-C4656BCAF529}"/>
              </a:ext>
            </a:extLst>
          </p:cNvPr>
          <p:cNvCxnSpPr>
            <a:cxnSpLocks/>
            <a:stCxn id="14" idx="0"/>
            <a:endCxn id="8" idx="4"/>
          </p:cNvCxnSpPr>
          <p:nvPr/>
        </p:nvCxnSpPr>
        <p:spPr>
          <a:xfrm flipV="1">
            <a:off x="11657644" y="3049124"/>
            <a:ext cx="47812" cy="1827890"/>
          </a:xfrm>
          <a:prstGeom prst="straightConnector1">
            <a:avLst/>
          </a:prstGeom>
          <a:ln w="38100">
            <a:solidFill>
              <a:schemeClr val="bg1">
                <a:lumMod val="95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5" name="Straight Arrow Connector 47">
            <a:extLst>
              <a:ext uri="{FF2B5EF4-FFF2-40B4-BE49-F238E27FC236}">
                <a16:creationId xmlns:a16="http://schemas.microsoft.com/office/drawing/2014/main" id="{4EA65E14-FA75-4187-8735-15A85160586D}"/>
              </a:ext>
            </a:extLst>
          </p:cNvPr>
          <p:cNvCxnSpPr>
            <a:cxnSpLocks/>
            <a:stCxn id="4" idx="0"/>
            <a:endCxn id="11" idx="4"/>
          </p:cNvCxnSpPr>
          <p:nvPr/>
        </p:nvCxnSpPr>
        <p:spPr>
          <a:xfrm flipV="1">
            <a:off x="8838886" y="1996554"/>
            <a:ext cx="116941" cy="1541604"/>
          </a:xfrm>
          <a:prstGeom prst="straightConnector1">
            <a:avLst/>
          </a:prstGeom>
          <a:ln w="38100">
            <a:solidFill>
              <a:srgbClr val="000000"/>
            </a:solidFill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6" name="Straight Arrow Connector 18">
            <a:extLst>
              <a:ext uri="{FF2B5EF4-FFF2-40B4-BE49-F238E27FC236}">
                <a16:creationId xmlns:a16="http://schemas.microsoft.com/office/drawing/2014/main" id="{2AE97031-9495-7B86-D2A4-CDE3C205D1AC}"/>
              </a:ext>
            </a:extLst>
          </p:cNvPr>
          <p:cNvCxnSpPr>
            <a:cxnSpLocks/>
            <a:stCxn id="13" idx="7"/>
            <a:endCxn id="5" idx="3"/>
          </p:cNvCxnSpPr>
          <p:nvPr/>
        </p:nvCxnSpPr>
        <p:spPr>
          <a:xfrm flipV="1">
            <a:off x="9808319" y="3668645"/>
            <a:ext cx="563666" cy="1770896"/>
          </a:xfrm>
          <a:prstGeom prst="straightConnector1">
            <a:avLst/>
          </a:prstGeom>
          <a:ln w="38100">
            <a:solidFill>
              <a:schemeClr val="bg1">
                <a:lumMod val="95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7" name="Straight Arrow Connector 18">
            <a:extLst>
              <a:ext uri="{FF2B5EF4-FFF2-40B4-BE49-F238E27FC236}">
                <a16:creationId xmlns:a16="http://schemas.microsoft.com/office/drawing/2014/main" id="{A8ECEC5C-939A-CEE4-9C7F-4E6BA0BAABC7}"/>
              </a:ext>
            </a:extLst>
          </p:cNvPr>
          <p:cNvCxnSpPr>
            <a:cxnSpLocks/>
            <a:stCxn id="14" idx="1"/>
            <a:endCxn id="5" idx="5"/>
          </p:cNvCxnSpPr>
          <p:nvPr/>
        </p:nvCxnSpPr>
        <p:spPr>
          <a:xfrm flipH="1" flipV="1">
            <a:off x="10673995" y="3668645"/>
            <a:ext cx="832644" cy="1270917"/>
          </a:xfrm>
          <a:prstGeom prst="straightConnector1">
            <a:avLst/>
          </a:prstGeom>
          <a:ln w="38100">
            <a:solidFill>
              <a:srgbClr val="000000"/>
            </a:solidFill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8" name="TextBox 117">
            <a:extLst>
              <a:ext uri="{FF2B5EF4-FFF2-40B4-BE49-F238E27FC236}">
                <a16:creationId xmlns:a16="http://schemas.microsoft.com/office/drawing/2014/main" id="{A1573EC7-6746-8A78-4D7D-F3CBD9B60E25}"/>
              </a:ext>
            </a:extLst>
          </p:cNvPr>
          <p:cNvSpPr txBox="1"/>
          <p:nvPr/>
        </p:nvSpPr>
        <p:spPr>
          <a:xfrm>
            <a:off x="7820850" y="2253785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NL" dirty="0">
                <a:solidFill>
                  <a:schemeClr val="bg1">
                    <a:lumMod val="85000"/>
                  </a:schemeClr>
                </a:solidFill>
                <a:latin typeface="Aptos" panose="020B0004020202020204" pitchFamily="34" charset="0"/>
              </a:rPr>
              <a:t>5</a:t>
            </a:r>
          </a:p>
        </p:txBody>
      </p:sp>
      <p:sp>
        <p:nvSpPr>
          <p:cNvPr id="29" name="TextBox 118">
            <a:extLst>
              <a:ext uri="{FF2B5EF4-FFF2-40B4-BE49-F238E27FC236}">
                <a16:creationId xmlns:a16="http://schemas.microsoft.com/office/drawing/2014/main" id="{61CB2CD4-0833-8BA5-2090-D63B50797BDD}"/>
              </a:ext>
            </a:extLst>
          </p:cNvPr>
          <p:cNvSpPr txBox="1"/>
          <p:nvPr/>
        </p:nvSpPr>
        <p:spPr>
          <a:xfrm>
            <a:off x="8893019" y="2644064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>
              <a:defRPr>
                <a:solidFill>
                  <a:srgbClr val="000000"/>
                </a:solidFill>
                <a:latin typeface="Aptos" panose="020B0004020202020204" pitchFamily="34" charset="0"/>
              </a:defRPr>
            </a:lvl1pPr>
          </a:lstStyle>
          <a:p>
            <a:r>
              <a:rPr lang="nl-NL" dirty="0"/>
              <a:t>3</a:t>
            </a:r>
          </a:p>
        </p:txBody>
      </p:sp>
      <p:sp>
        <p:nvSpPr>
          <p:cNvPr id="30" name="TextBox 119">
            <a:extLst>
              <a:ext uri="{FF2B5EF4-FFF2-40B4-BE49-F238E27FC236}">
                <a16:creationId xmlns:a16="http://schemas.microsoft.com/office/drawing/2014/main" id="{AFBEF683-65DC-22F6-D0F3-9F863788E042}"/>
              </a:ext>
            </a:extLst>
          </p:cNvPr>
          <p:cNvSpPr txBox="1"/>
          <p:nvPr/>
        </p:nvSpPr>
        <p:spPr>
          <a:xfrm>
            <a:off x="9769039" y="1813423"/>
            <a:ext cx="4315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>
              <a:defRPr>
                <a:solidFill>
                  <a:schemeClr val="bg1">
                    <a:lumMod val="95000"/>
                  </a:schemeClr>
                </a:solidFill>
                <a:latin typeface="Aptos" panose="020B0004020202020204" pitchFamily="34" charset="0"/>
              </a:defRPr>
            </a:lvl1pPr>
          </a:lstStyle>
          <a:p>
            <a:r>
              <a:rPr lang="nl-NL" dirty="0">
                <a:solidFill>
                  <a:schemeClr val="bg1">
                    <a:lumMod val="85000"/>
                  </a:schemeClr>
                </a:solidFill>
              </a:rPr>
              <a:t>10</a:t>
            </a:r>
          </a:p>
        </p:txBody>
      </p:sp>
      <p:sp>
        <p:nvSpPr>
          <p:cNvPr id="31" name="TextBox 120">
            <a:extLst>
              <a:ext uri="{FF2B5EF4-FFF2-40B4-BE49-F238E27FC236}">
                <a16:creationId xmlns:a16="http://schemas.microsoft.com/office/drawing/2014/main" id="{C304D308-7B03-32EC-1E9A-D9FADCC5742C}"/>
              </a:ext>
            </a:extLst>
          </p:cNvPr>
          <p:cNvSpPr txBox="1"/>
          <p:nvPr/>
        </p:nvSpPr>
        <p:spPr>
          <a:xfrm>
            <a:off x="11144364" y="2057281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>
              <a:defRPr>
                <a:solidFill>
                  <a:schemeClr val="bg1">
                    <a:lumMod val="95000"/>
                  </a:schemeClr>
                </a:solidFill>
                <a:latin typeface="Aptos" panose="020B0004020202020204" pitchFamily="34" charset="0"/>
              </a:defRPr>
            </a:lvl1pPr>
          </a:lstStyle>
          <a:p>
            <a:r>
              <a:rPr lang="nl-NL" dirty="0">
                <a:solidFill>
                  <a:schemeClr val="bg1">
                    <a:lumMod val="85000"/>
                  </a:schemeClr>
                </a:solidFill>
              </a:rPr>
              <a:t>9</a:t>
            </a:r>
          </a:p>
        </p:txBody>
      </p:sp>
      <p:sp>
        <p:nvSpPr>
          <p:cNvPr id="32" name="TextBox 121">
            <a:extLst>
              <a:ext uri="{FF2B5EF4-FFF2-40B4-BE49-F238E27FC236}">
                <a16:creationId xmlns:a16="http://schemas.microsoft.com/office/drawing/2014/main" id="{A2FF1BAA-FB91-5860-854D-9AE67F7449DA}"/>
              </a:ext>
            </a:extLst>
          </p:cNvPr>
          <p:cNvSpPr txBox="1"/>
          <p:nvPr/>
        </p:nvSpPr>
        <p:spPr>
          <a:xfrm>
            <a:off x="10179435" y="2466494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>
              <a:defRPr>
                <a:solidFill>
                  <a:schemeClr val="bg1">
                    <a:lumMod val="95000"/>
                  </a:schemeClr>
                </a:solidFill>
                <a:latin typeface="Aptos" panose="020B0004020202020204" pitchFamily="34" charset="0"/>
              </a:defRPr>
            </a:lvl1pPr>
          </a:lstStyle>
          <a:p>
            <a:r>
              <a:rPr lang="nl-NL" dirty="0">
                <a:solidFill>
                  <a:srgbClr val="000000"/>
                </a:solidFill>
              </a:rPr>
              <a:t>2</a:t>
            </a:r>
          </a:p>
        </p:txBody>
      </p:sp>
      <p:sp>
        <p:nvSpPr>
          <p:cNvPr id="33" name="TextBox 122">
            <a:extLst>
              <a:ext uri="{FF2B5EF4-FFF2-40B4-BE49-F238E27FC236}">
                <a16:creationId xmlns:a16="http://schemas.microsoft.com/office/drawing/2014/main" id="{F8AC8B41-D1A1-7041-2403-555F951EB4EB}"/>
              </a:ext>
            </a:extLst>
          </p:cNvPr>
          <p:cNvSpPr txBox="1"/>
          <p:nvPr/>
        </p:nvSpPr>
        <p:spPr>
          <a:xfrm>
            <a:off x="8968232" y="4541872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>
              <a:defRPr>
                <a:solidFill>
                  <a:schemeClr val="bg1">
                    <a:lumMod val="95000"/>
                  </a:schemeClr>
                </a:solidFill>
                <a:latin typeface="Aptos" panose="020B0004020202020204" pitchFamily="34" charset="0"/>
              </a:defRPr>
            </a:lvl1pPr>
          </a:lstStyle>
          <a:p>
            <a:r>
              <a:rPr lang="nl-NL" dirty="0">
                <a:solidFill>
                  <a:schemeClr val="bg1">
                    <a:lumMod val="85000"/>
                  </a:schemeClr>
                </a:solidFill>
              </a:rPr>
              <a:t>4</a:t>
            </a:r>
          </a:p>
        </p:txBody>
      </p:sp>
      <p:sp>
        <p:nvSpPr>
          <p:cNvPr id="34" name="TextBox 123">
            <a:extLst>
              <a:ext uri="{FF2B5EF4-FFF2-40B4-BE49-F238E27FC236}">
                <a16:creationId xmlns:a16="http://schemas.microsoft.com/office/drawing/2014/main" id="{A4F42213-26E5-8E7C-9A9E-5B2314A45C70}"/>
              </a:ext>
            </a:extLst>
          </p:cNvPr>
          <p:cNvSpPr txBox="1"/>
          <p:nvPr/>
        </p:nvSpPr>
        <p:spPr>
          <a:xfrm>
            <a:off x="8588225" y="5472694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>
              <a:defRPr>
                <a:solidFill>
                  <a:schemeClr val="bg1">
                    <a:lumMod val="95000"/>
                  </a:schemeClr>
                </a:solidFill>
                <a:latin typeface="Aptos" panose="020B0004020202020204" pitchFamily="34" charset="0"/>
              </a:defRPr>
            </a:lvl1pPr>
          </a:lstStyle>
          <a:p>
            <a:r>
              <a:rPr lang="nl-NL" dirty="0">
                <a:solidFill>
                  <a:srgbClr val="000000"/>
                </a:solidFill>
              </a:rPr>
              <a:t>2</a:t>
            </a:r>
          </a:p>
        </p:txBody>
      </p:sp>
      <p:sp>
        <p:nvSpPr>
          <p:cNvPr id="35" name="TextBox 124">
            <a:extLst>
              <a:ext uri="{FF2B5EF4-FFF2-40B4-BE49-F238E27FC236}">
                <a16:creationId xmlns:a16="http://schemas.microsoft.com/office/drawing/2014/main" id="{15AB11E3-354A-61B6-F098-6A5099F36777}"/>
              </a:ext>
            </a:extLst>
          </p:cNvPr>
          <p:cNvSpPr txBox="1"/>
          <p:nvPr/>
        </p:nvSpPr>
        <p:spPr>
          <a:xfrm>
            <a:off x="7641483" y="4158639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>
              <a:defRPr>
                <a:solidFill>
                  <a:schemeClr val="bg1">
                    <a:lumMod val="95000"/>
                  </a:schemeClr>
                </a:solidFill>
                <a:latin typeface="Aptos" panose="020B0004020202020204" pitchFamily="34" charset="0"/>
              </a:defRPr>
            </a:lvl1pPr>
          </a:lstStyle>
          <a:p>
            <a:r>
              <a:rPr lang="nl-NL" dirty="0">
                <a:solidFill>
                  <a:srgbClr val="000000"/>
                </a:solidFill>
              </a:rPr>
              <a:t>2</a:t>
            </a:r>
          </a:p>
        </p:txBody>
      </p:sp>
      <p:sp>
        <p:nvSpPr>
          <p:cNvPr id="36" name="TextBox 125">
            <a:extLst>
              <a:ext uri="{FF2B5EF4-FFF2-40B4-BE49-F238E27FC236}">
                <a16:creationId xmlns:a16="http://schemas.microsoft.com/office/drawing/2014/main" id="{6D8F4A43-4F8D-B67C-A161-34CBCAF865F1}"/>
              </a:ext>
            </a:extLst>
          </p:cNvPr>
          <p:cNvSpPr txBox="1"/>
          <p:nvPr/>
        </p:nvSpPr>
        <p:spPr>
          <a:xfrm>
            <a:off x="10803088" y="5301733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>
              <a:defRPr>
                <a:solidFill>
                  <a:schemeClr val="bg1">
                    <a:lumMod val="95000"/>
                  </a:schemeClr>
                </a:solidFill>
                <a:latin typeface="Aptos" panose="020B0004020202020204" pitchFamily="34" charset="0"/>
              </a:defRPr>
            </a:lvl1pPr>
          </a:lstStyle>
          <a:p>
            <a:r>
              <a:rPr lang="nl-NL" dirty="0">
                <a:solidFill>
                  <a:srgbClr val="000000"/>
                </a:solidFill>
              </a:rPr>
              <a:t>1</a:t>
            </a:r>
          </a:p>
        </p:txBody>
      </p:sp>
      <p:sp>
        <p:nvSpPr>
          <p:cNvPr id="37" name="TextBox 126">
            <a:extLst>
              <a:ext uri="{FF2B5EF4-FFF2-40B4-BE49-F238E27FC236}">
                <a16:creationId xmlns:a16="http://schemas.microsoft.com/office/drawing/2014/main" id="{E8F1894A-CF60-DA4D-501C-68B101AEB5BD}"/>
              </a:ext>
            </a:extLst>
          </p:cNvPr>
          <p:cNvSpPr txBox="1"/>
          <p:nvPr/>
        </p:nvSpPr>
        <p:spPr>
          <a:xfrm>
            <a:off x="9774498" y="4284407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>
              <a:defRPr>
                <a:solidFill>
                  <a:schemeClr val="bg1">
                    <a:lumMod val="95000"/>
                  </a:schemeClr>
                </a:solidFill>
                <a:latin typeface="Aptos" panose="020B0004020202020204" pitchFamily="34" charset="0"/>
              </a:defRPr>
            </a:lvl1pPr>
          </a:lstStyle>
          <a:p>
            <a:r>
              <a:rPr lang="nl-NL" dirty="0">
                <a:solidFill>
                  <a:schemeClr val="bg1">
                    <a:lumMod val="85000"/>
                  </a:schemeClr>
                </a:solidFill>
              </a:rPr>
              <a:t>5</a:t>
            </a:r>
          </a:p>
        </p:txBody>
      </p:sp>
      <p:sp>
        <p:nvSpPr>
          <p:cNvPr id="38" name="TextBox 127">
            <a:extLst>
              <a:ext uri="{FF2B5EF4-FFF2-40B4-BE49-F238E27FC236}">
                <a16:creationId xmlns:a16="http://schemas.microsoft.com/office/drawing/2014/main" id="{6CA6885E-2BF6-BBF0-81B4-E0427B58D333}"/>
              </a:ext>
            </a:extLst>
          </p:cNvPr>
          <p:cNvSpPr txBox="1"/>
          <p:nvPr/>
        </p:nvSpPr>
        <p:spPr>
          <a:xfrm>
            <a:off x="10760148" y="4249247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>
              <a:defRPr>
                <a:solidFill>
                  <a:srgbClr val="000000"/>
                </a:solidFill>
                <a:latin typeface="Aptos" panose="020B0004020202020204" pitchFamily="34" charset="0"/>
              </a:defRPr>
            </a:lvl1pPr>
          </a:lstStyle>
          <a:p>
            <a:r>
              <a:rPr lang="nl-NL" dirty="0"/>
              <a:t>3</a:t>
            </a:r>
          </a:p>
        </p:txBody>
      </p:sp>
      <p:sp>
        <p:nvSpPr>
          <p:cNvPr id="39" name="TextBox 128">
            <a:extLst>
              <a:ext uri="{FF2B5EF4-FFF2-40B4-BE49-F238E27FC236}">
                <a16:creationId xmlns:a16="http://schemas.microsoft.com/office/drawing/2014/main" id="{DD77EDDB-3411-B0A4-0C11-552C3914F6B3}"/>
              </a:ext>
            </a:extLst>
          </p:cNvPr>
          <p:cNvSpPr txBox="1"/>
          <p:nvPr/>
        </p:nvSpPr>
        <p:spPr>
          <a:xfrm>
            <a:off x="10917429" y="2767356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>
              <a:defRPr>
                <a:solidFill>
                  <a:schemeClr val="bg1">
                    <a:lumMod val="95000"/>
                  </a:schemeClr>
                </a:solidFill>
                <a:latin typeface="Aptos" panose="020B0004020202020204" pitchFamily="34" charset="0"/>
              </a:defRPr>
            </a:lvl1pPr>
          </a:lstStyle>
          <a:p>
            <a:r>
              <a:rPr lang="nl-NL" dirty="0">
                <a:solidFill>
                  <a:schemeClr val="bg1">
                    <a:lumMod val="85000"/>
                  </a:schemeClr>
                </a:solidFill>
              </a:rPr>
              <a:t>8</a:t>
            </a:r>
          </a:p>
        </p:txBody>
      </p:sp>
      <p:sp>
        <p:nvSpPr>
          <p:cNvPr id="40" name="TextBox 129">
            <a:extLst>
              <a:ext uri="{FF2B5EF4-FFF2-40B4-BE49-F238E27FC236}">
                <a16:creationId xmlns:a16="http://schemas.microsoft.com/office/drawing/2014/main" id="{9294110F-992A-8165-C655-02C865F26F73}"/>
              </a:ext>
            </a:extLst>
          </p:cNvPr>
          <p:cNvSpPr txBox="1"/>
          <p:nvPr/>
        </p:nvSpPr>
        <p:spPr>
          <a:xfrm>
            <a:off x="11702412" y="3871807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>
              <a:defRPr>
                <a:solidFill>
                  <a:schemeClr val="bg1">
                    <a:lumMod val="95000"/>
                  </a:schemeClr>
                </a:solidFill>
                <a:latin typeface="Aptos" panose="020B0004020202020204" pitchFamily="34" charset="0"/>
              </a:defRPr>
            </a:lvl1pPr>
          </a:lstStyle>
          <a:p>
            <a:r>
              <a:rPr lang="nl-NL" dirty="0">
                <a:solidFill>
                  <a:schemeClr val="bg1">
                    <a:lumMod val="85000"/>
                  </a:schemeClr>
                </a:solidFill>
              </a:rPr>
              <a:t>9</a:t>
            </a:r>
          </a:p>
        </p:txBody>
      </p:sp>
      <p:sp>
        <p:nvSpPr>
          <p:cNvPr id="41" name="TextBox 130">
            <a:extLst>
              <a:ext uri="{FF2B5EF4-FFF2-40B4-BE49-F238E27FC236}">
                <a16:creationId xmlns:a16="http://schemas.microsoft.com/office/drawing/2014/main" id="{D1265542-3132-11D1-8193-0EAC2B73C4E1}"/>
              </a:ext>
            </a:extLst>
          </p:cNvPr>
          <p:cNvSpPr txBox="1"/>
          <p:nvPr/>
        </p:nvSpPr>
        <p:spPr>
          <a:xfrm>
            <a:off x="9636165" y="3226198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>
              <a:defRPr>
                <a:solidFill>
                  <a:schemeClr val="bg1">
                    <a:lumMod val="95000"/>
                  </a:schemeClr>
                </a:solidFill>
                <a:latin typeface="Aptos" panose="020B0004020202020204" pitchFamily="34" charset="0"/>
              </a:defRPr>
            </a:lvl1pPr>
          </a:lstStyle>
          <a:p>
            <a:r>
              <a:rPr lang="nl-NL" dirty="0">
                <a:solidFill>
                  <a:schemeClr val="bg1">
                    <a:lumMod val="85000"/>
                  </a:schemeClr>
                </a:solidFill>
              </a:rPr>
              <a:t>6</a:t>
            </a:r>
          </a:p>
        </p:txBody>
      </p:sp>
      <p:sp>
        <p:nvSpPr>
          <p:cNvPr id="42" name="TextBox 131">
            <a:extLst>
              <a:ext uri="{FF2B5EF4-FFF2-40B4-BE49-F238E27FC236}">
                <a16:creationId xmlns:a16="http://schemas.microsoft.com/office/drawing/2014/main" id="{4FB6FA50-B393-D9B8-F66A-66107CCB2670}"/>
              </a:ext>
            </a:extLst>
          </p:cNvPr>
          <p:cNvSpPr txBox="1"/>
          <p:nvPr/>
        </p:nvSpPr>
        <p:spPr>
          <a:xfrm>
            <a:off x="8051195" y="3212699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>
              <a:defRPr>
                <a:solidFill>
                  <a:schemeClr val="bg1">
                    <a:lumMod val="95000"/>
                  </a:schemeClr>
                </a:solidFill>
                <a:latin typeface="Aptos" panose="020B0004020202020204" pitchFamily="34" charset="0"/>
              </a:defRPr>
            </a:lvl1pPr>
          </a:lstStyle>
          <a:p>
            <a:r>
              <a:rPr lang="nl-NL" dirty="0">
                <a:solidFill>
                  <a:schemeClr val="bg1">
                    <a:lumMod val="85000"/>
                  </a:schemeClr>
                </a:solidFill>
              </a:rPr>
              <a:t>7</a:t>
            </a:r>
          </a:p>
        </p:txBody>
      </p:sp>
    </p:spTree>
    <p:extLst>
      <p:ext uri="{BB962C8B-B14F-4D97-AF65-F5344CB8AC3E}">
        <p14:creationId xmlns:p14="http://schemas.microsoft.com/office/powerpoint/2010/main" val="34616863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7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000000"/>
                                      </p:to>
                                    </p:animClr>
                                    <p:set>
                                      <p:cBhvr>
                                        <p:cTn id="7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" presetID="3" presetClass="emph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9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000000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" grpId="0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5E78DE-05FA-0E55-F82F-59BA3030E6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8C153D-E720-DCF3-D23A-4EE8301C8E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 err="1"/>
              <a:t>Kruskal’s</a:t>
            </a:r>
            <a:r>
              <a:rPr lang="nl-NL" dirty="0"/>
              <a:t> </a:t>
            </a:r>
            <a:r>
              <a:rPr lang="nl-NL" dirty="0" err="1"/>
              <a:t>algorithm</a:t>
            </a:r>
            <a:endParaRPr lang="nl-N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B76B31D-981A-EB19-459F-460DE7324CC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0081" y="2633472"/>
            <a:ext cx="5213964" cy="3625926"/>
          </a:xfrm>
        </p:spPr>
        <p:txBody>
          <a:bodyPr>
            <a:normAutofit/>
          </a:bodyPr>
          <a:lstStyle/>
          <a:p>
            <a:r>
              <a:rPr lang="nl-NL" dirty="0"/>
              <a:t>Pseudocode:</a:t>
            </a:r>
          </a:p>
          <a:p>
            <a:pPr lvl="1"/>
            <a:r>
              <a:rPr lang="nl-NL" dirty="0"/>
              <a:t>Start </a:t>
            </a:r>
            <a:r>
              <a:rPr lang="nl-NL" dirty="0" err="1"/>
              <a:t>with</a:t>
            </a:r>
            <a:r>
              <a:rPr lang="nl-NL" dirty="0"/>
              <a:t> a </a:t>
            </a:r>
            <a:r>
              <a:rPr lang="nl-NL" dirty="0" err="1"/>
              <a:t>result</a:t>
            </a:r>
            <a:r>
              <a:rPr lang="nl-NL" dirty="0"/>
              <a:t> </a:t>
            </a:r>
            <a:r>
              <a:rPr lang="nl-NL" dirty="0" err="1"/>
              <a:t>that</a:t>
            </a:r>
            <a:r>
              <a:rPr lang="nl-NL" dirty="0"/>
              <a:t> has </a:t>
            </a:r>
            <a:r>
              <a:rPr lang="nl-NL" dirty="0" err="1"/>
              <a:t>all</a:t>
            </a:r>
            <a:r>
              <a:rPr lang="nl-NL" dirty="0"/>
              <a:t> </a:t>
            </a:r>
            <a:r>
              <a:rPr lang="nl-NL" dirty="0" err="1"/>
              <a:t>nodes</a:t>
            </a:r>
            <a:r>
              <a:rPr lang="nl-NL" dirty="0"/>
              <a:t> but no </a:t>
            </a:r>
            <a:r>
              <a:rPr lang="nl-NL" dirty="0" err="1"/>
              <a:t>edges</a:t>
            </a:r>
            <a:endParaRPr lang="nl-NL" dirty="0"/>
          </a:p>
          <a:p>
            <a:pPr lvl="1"/>
            <a:r>
              <a:rPr lang="nl-NL" dirty="0" err="1"/>
              <a:t>While</a:t>
            </a:r>
            <a:r>
              <a:rPr lang="nl-NL" dirty="0"/>
              <a:t> we have </a:t>
            </a:r>
            <a:r>
              <a:rPr lang="nl-NL" dirty="0" err="1"/>
              <a:t>not</a:t>
            </a:r>
            <a:r>
              <a:rPr lang="nl-NL" dirty="0"/>
              <a:t> </a:t>
            </a:r>
            <a:r>
              <a:rPr lang="nl-NL" dirty="0" err="1"/>
              <a:t>yet</a:t>
            </a:r>
            <a:r>
              <a:rPr lang="nl-NL" dirty="0"/>
              <a:t> </a:t>
            </a:r>
            <a:r>
              <a:rPr lang="nl-NL" dirty="0" err="1"/>
              <a:t>added</a:t>
            </a:r>
            <a:r>
              <a:rPr lang="nl-NL" dirty="0"/>
              <a:t> n – 1 </a:t>
            </a:r>
            <a:r>
              <a:rPr lang="nl-NL" dirty="0" err="1"/>
              <a:t>edges</a:t>
            </a:r>
            <a:r>
              <a:rPr lang="nl-NL" dirty="0"/>
              <a:t>:</a:t>
            </a:r>
          </a:p>
          <a:p>
            <a:pPr lvl="2"/>
            <a:r>
              <a:rPr lang="nl-NL" dirty="0" err="1"/>
              <a:t>Find</a:t>
            </a:r>
            <a:r>
              <a:rPr lang="nl-NL" dirty="0"/>
              <a:t> </a:t>
            </a:r>
            <a:r>
              <a:rPr lang="nl-NL" dirty="0" err="1"/>
              <a:t>the</a:t>
            </a:r>
            <a:r>
              <a:rPr lang="nl-NL" dirty="0"/>
              <a:t> </a:t>
            </a:r>
            <a:r>
              <a:rPr lang="nl-NL" dirty="0" err="1"/>
              <a:t>cheapest</a:t>
            </a:r>
            <a:r>
              <a:rPr lang="nl-NL" dirty="0"/>
              <a:t> </a:t>
            </a:r>
            <a:r>
              <a:rPr lang="nl-NL" dirty="0" err="1"/>
              <a:t>edge</a:t>
            </a:r>
            <a:endParaRPr lang="nl-NL" dirty="0"/>
          </a:p>
          <a:p>
            <a:pPr lvl="2"/>
            <a:r>
              <a:rPr lang="nl-NL" dirty="0" err="1"/>
              <a:t>Add</a:t>
            </a:r>
            <a:r>
              <a:rPr lang="nl-NL" dirty="0"/>
              <a:t> </a:t>
            </a:r>
            <a:r>
              <a:rPr lang="nl-NL" dirty="0" err="1"/>
              <a:t>it</a:t>
            </a:r>
            <a:r>
              <a:rPr lang="nl-NL" dirty="0"/>
              <a:t> </a:t>
            </a:r>
            <a:r>
              <a:rPr lang="nl-NL" dirty="0" err="1"/>
              <a:t>to</a:t>
            </a:r>
            <a:r>
              <a:rPr lang="nl-NL" dirty="0"/>
              <a:t> </a:t>
            </a:r>
            <a:r>
              <a:rPr lang="nl-NL" dirty="0" err="1"/>
              <a:t>the</a:t>
            </a:r>
            <a:r>
              <a:rPr lang="nl-NL" dirty="0"/>
              <a:t> </a:t>
            </a:r>
            <a:r>
              <a:rPr lang="nl-NL" dirty="0" err="1"/>
              <a:t>graph</a:t>
            </a:r>
            <a:r>
              <a:rPr lang="nl-NL" dirty="0"/>
              <a:t>, but </a:t>
            </a:r>
            <a:r>
              <a:rPr lang="nl-NL" dirty="0" err="1"/>
              <a:t>only</a:t>
            </a:r>
            <a:r>
              <a:rPr lang="nl-NL" dirty="0"/>
              <a:t> </a:t>
            </a:r>
            <a:r>
              <a:rPr lang="nl-NL" dirty="0" err="1"/>
              <a:t>if</a:t>
            </a:r>
            <a:r>
              <a:rPr lang="nl-NL" dirty="0"/>
              <a:t> </a:t>
            </a:r>
            <a:r>
              <a:rPr lang="nl-NL" dirty="0" err="1"/>
              <a:t>it</a:t>
            </a:r>
            <a:r>
              <a:rPr lang="nl-NL" dirty="0"/>
              <a:t> does </a:t>
            </a:r>
            <a:r>
              <a:rPr lang="nl-NL" dirty="0" err="1"/>
              <a:t>not</a:t>
            </a:r>
            <a:r>
              <a:rPr lang="nl-NL" dirty="0"/>
              <a:t> introduce a </a:t>
            </a:r>
            <a:r>
              <a:rPr lang="nl-NL" dirty="0" err="1"/>
              <a:t>cycle</a:t>
            </a:r>
            <a:r>
              <a:rPr lang="nl-NL" dirty="0"/>
              <a:t> (</a:t>
            </a:r>
            <a:r>
              <a:rPr lang="nl-NL" dirty="0" err="1"/>
              <a:t>if</a:t>
            </a:r>
            <a:r>
              <a:rPr lang="nl-NL" dirty="0"/>
              <a:t> </a:t>
            </a:r>
            <a:r>
              <a:rPr lang="nl-NL" dirty="0" err="1"/>
              <a:t>it</a:t>
            </a:r>
            <a:r>
              <a:rPr lang="nl-NL" dirty="0"/>
              <a:t> does, </a:t>
            </a:r>
            <a:r>
              <a:rPr lang="nl-NL" dirty="0" err="1"/>
              <a:t>exclude</a:t>
            </a:r>
            <a:r>
              <a:rPr lang="nl-NL" dirty="0"/>
              <a:t> </a:t>
            </a:r>
            <a:r>
              <a:rPr lang="nl-NL" dirty="0" err="1"/>
              <a:t>it</a:t>
            </a:r>
            <a:r>
              <a:rPr lang="nl-NL" dirty="0"/>
              <a:t>)</a:t>
            </a:r>
          </a:p>
          <a:p>
            <a:pPr lvl="2"/>
            <a:endParaRPr lang="nl-NL" dirty="0"/>
          </a:p>
        </p:txBody>
      </p:sp>
      <p:sp>
        <p:nvSpPr>
          <p:cNvPr id="4" name="Oval 6">
            <a:extLst>
              <a:ext uri="{FF2B5EF4-FFF2-40B4-BE49-F238E27FC236}">
                <a16:creationId xmlns:a16="http://schemas.microsoft.com/office/drawing/2014/main" id="{93E3B670-BF1B-99BB-73BB-1B042CEA27E7}"/>
              </a:ext>
            </a:extLst>
          </p:cNvPr>
          <p:cNvSpPr/>
          <p:nvPr/>
        </p:nvSpPr>
        <p:spPr>
          <a:xfrm>
            <a:off x="8625333" y="3538158"/>
            <a:ext cx="427106" cy="427106"/>
          </a:xfrm>
          <a:prstGeom prst="ellipse">
            <a:avLst/>
          </a:prstGeom>
          <a:solidFill>
            <a:srgbClr val="0070C0">
              <a:alpha val="50000"/>
            </a:srgb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 dirty="0">
              <a:latin typeface="Aptos" panose="020B0004020202020204" pitchFamily="34" charset="0"/>
            </a:endParaRPr>
          </a:p>
        </p:txBody>
      </p:sp>
      <p:sp>
        <p:nvSpPr>
          <p:cNvPr id="5" name="Oval 8">
            <a:extLst>
              <a:ext uri="{FF2B5EF4-FFF2-40B4-BE49-F238E27FC236}">
                <a16:creationId xmlns:a16="http://schemas.microsoft.com/office/drawing/2014/main" id="{0A75429B-6E5C-8213-1A1C-1BCA2B429D0B}"/>
              </a:ext>
            </a:extLst>
          </p:cNvPr>
          <p:cNvSpPr/>
          <p:nvPr/>
        </p:nvSpPr>
        <p:spPr>
          <a:xfrm>
            <a:off x="10309437" y="3304087"/>
            <a:ext cx="427106" cy="427106"/>
          </a:xfrm>
          <a:prstGeom prst="ellipse">
            <a:avLst/>
          </a:prstGeom>
          <a:solidFill>
            <a:srgbClr val="0070C0">
              <a:alpha val="50000"/>
            </a:srgb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 dirty="0">
              <a:latin typeface="Aptos" panose="020B0004020202020204" pitchFamily="34" charset="0"/>
            </a:endParaRPr>
          </a:p>
        </p:txBody>
      </p:sp>
      <p:cxnSp>
        <p:nvCxnSpPr>
          <p:cNvPr id="6" name="Straight Arrow Connector 18">
            <a:extLst>
              <a:ext uri="{FF2B5EF4-FFF2-40B4-BE49-F238E27FC236}">
                <a16:creationId xmlns:a16="http://schemas.microsoft.com/office/drawing/2014/main" id="{9DDBA816-7324-810B-7616-27141CFB0873}"/>
              </a:ext>
            </a:extLst>
          </p:cNvPr>
          <p:cNvCxnSpPr>
            <a:cxnSpLocks/>
            <a:stCxn id="7" idx="6"/>
            <a:endCxn id="4" idx="2"/>
          </p:cNvCxnSpPr>
          <p:nvPr/>
        </p:nvCxnSpPr>
        <p:spPr>
          <a:xfrm>
            <a:off x="7540387" y="3305930"/>
            <a:ext cx="1084946" cy="445781"/>
          </a:xfrm>
          <a:prstGeom prst="straightConnector1">
            <a:avLst/>
          </a:prstGeom>
          <a:ln w="38100">
            <a:solidFill>
              <a:schemeClr val="bg1">
                <a:lumMod val="95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" name="Oval 19">
            <a:extLst>
              <a:ext uri="{FF2B5EF4-FFF2-40B4-BE49-F238E27FC236}">
                <a16:creationId xmlns:a16="http://schemas.microsoft.com/office/drawing/2014/main" id="{66670BAA-A132-1CC1-2CC7-8ED73D62C314}"/>
              </a:ext>
            </a:extLst>
          </p:cNvPr>
          <p:cNvSpPr/>
          <p:nvPr/>
        </p:nvSpPr>
        <p:spPr>
          <a:xfrm>
            <a:off x="7113281" y="3092377"/>
            <a:ext cx="427106" cy="427106"/>
          </a:xfrm>
          <a:prstGeom prst="ellipse">
            <a:avLst/>
          </a:prstGeom>
          <a:solidFill>
            <a:srgbClr val="0070C0">
              <a:alpha val="50000"/>
            </a:srgb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 dirty="0">
              <a:latin typeface="Aptos" panose="020B0004020202020204" pitchFamily="34" charset="0"/>
            </a:endParaRPr>
          </a:p>
        </p:txBody>
      </p:sp>
      <p:sp>
        <p:nvSpPr>
          <p:cNvPr id="8" name="Oval 8">
            <a:extLst>
              <a:ext uri="{FF2B5EF4-FFF2-40B4-BE49-F238E27FC236}">
                <a16:creationId xmlns:a16="http://schemas.microsoft.com/office/drawing/2014/main" id="{A1610A6F-BC9F-4B69-14C3-5BD24D4A9EA7}"/>
              </a:ext>
            </a:extLst>
          </p:cNvPr>
          <p:cNvSpPr/>
          <p:nvPr/>
        </p:nvSpPr>
        <p:spPr>
          <a:xfrm>
            <a:off x="11491903" y="2622018"/>
            <a:ext cx="427106" cy="427106"/>
          </a:xfrm>
          <a:prstGeom prst="ellipse">
            <a:avLst/>
          </a:prstGeom>
          <a:solidFill>
            <a:schemeClr val="bg1">
              <a:lumMod val="85000"/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 dirty="0">
              <a:latin typeface="Aptos" panose="020B0004020202020204" pitchFamily="34" charset="0"/>
            </a:endParaRPr>
          </a:p>
        </p:txBody>
      </p:sp>
      <p:cxnSp>
        <p:nvCxnSpPr>
          <p:cNvPr id="9" name="Straight Arrow Connector 18">
            <a:extLst>
              <a:ext uri="{FF2B5EF4-FFF2-40B4-BE49-F238E27FC236}">
                <a16:creationId xmlns:a16="http://schemas.microsoft.com/office/drawing/2014/main" id="{45332273-D9D4-E7C8-FF83-1AC2B9887E82}"/>
              </a:ext>
            </a:extLst>
          </p:cNvPr>
          <p:cNvCxnSpPr>
            <a:cxnSpLocks/>
            <a:stCxn id="4" idx="6"/>
            <a:endCxn id="5" idx="2"/>
          </p:cNvCxnSpPr>
          <p:nvPr/>
        </p:nvCxnSpPr>
        <p:spPr>
          <a:xfrm flipV="1">
            <a:off x="9052439" y="3517640"/>
            <a:ext cx="1256998" cy="234071"/>
          </a:xfrm>
          <a:prstGeom prst="straightConnector1">
            <a:avLst/>
          </a:prstGeom>
          <a:ln w="38100">
            <a:solidFill>
              <a:schemeClr val="bg1">
                <a:lumMod val="95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" name="Straight Arrow Connector 18">
            <a:extLst>
              <a:ext uri="{FF2B5EF4-FFF2-40B4-BE49-F238E27FC236}">
                <a16:creationId xmlns:a16="http://schemas.microsoft.com/office/drawing/2014/main" id="{300C2627-06CF-AA62-C7FD-5FFAE3A3C4D5}"/>
              </a:ext>
            </a:extLst>
          </p:cNvPr>
          <p:cNvCxnSpPr>
            <a:cxnSpLocks/>
            <a:stCxn id="5" idx="7"/>
            <a:endCxn id="8" idx="3"/>
          </p:cNvCxnSpPr>
          <p:nvPr/>
        </p:nvCxnSpPr>
        <p:spPr>
          <a:xfrm flipV="1">
            <a:off x="10673995" y="2986576"/>
            <a:ext cx="880456" cy="380059"/>
          </a:xfrm>
          <a:prstGeom prst="straightConnector1">
            <a:avLst/>
          </a:prstGeom>
          <a:ln w="38100">
            <a:solidFill>
              <a:schemeClr val="bg1">
                <a:lumMod val="95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1" name="Oval 19">
            <a:extLst>
              <a:ext uri="{FF2B5EF4-FFF2-40B4-BE49-F238E27FC236}">
                <a16:creationId xmlns:a16="http://schemas.microsoft.com/office/drawing/2014/main" id="{436F2262-8FDF-FAD0-E1AE-7EBE4DA80EB9}"/>
              </a:ext>
            </a:extLst>
          </p:cNvPr>
          <p:cNvSpPr/>
          <p:nvPr/>
        </p:nvSpPr>
        <p:spPr>
          <a:xfrm>
            <a:off x="8742274" y="1569448"/>
            <a:ext cx="427106" cy="427106"/>
          </a:xfrm>
          <a:prstGeom prst="ellipse">
            <a:avLst/>
          </a:prstGeom>
          <a:solidFill>
            <a:srgbClr val="0070C0">
              <a:alpha val="50000"/>
            </a:srgb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 dirty="0">
              <a:latin typeface="Aptos" panose="020B0004020202020204" pitchFamily="34" charset="0"/>
            </a:endParaRPr>
          </a:p>
        </p:txBody>
      </p:sp>
      <p:sp>
        <p:nvSpPr>
          <p:cNvPr id="12" name="Oval 19">
            <a:extLst>
              <a:ext uri="{FF2B5EF4-FFF2-40B4-BE49-F238E27FC236}">
                <a16:creationId xmlns:a16="http://schemas.microsoft.com/office/drawing/2014/main" id="{DBC6C5FD-793B-2A65-A4DC-C161F128A563}"/>
              </a:ext>
            </a:extLst>
          </p:cNvPr>
          <p:cNvSpPr/>
          <p:nvPr/>
        </p:nvSpPr>
        <p:spPr>
          <a:xfrm>
            <a:off x="7560320" y="5124757"/>
            <a:ext cx="427106" cy="427106"/>
          </a:xfrm>
          <a:prstGeom prst="ellipse">
            <a:avLst/>
          </a:prstGeom>
          <a:solidFill>
            <a:srgbClr val="0070C0">
              <a:alpha val="50000"/>
            </a:srgb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 dirty="0">
              <a:latin typeface="Aptos" panose="020B0004020202020204" pitchFamily="34" charset="0"/>
            </a:endParaRPr>
          </a:p>
        </p:txBody>
      </p:sp>
      <p:sp>
        <p:nvSpPr>
          <p:cNvPr id="13" name="Oval 19">
            <a:extLst>
              <a:ext uri="{FF2B5EF4-FFF2-40B4-BE49-F238E27FC236}">
                <a16:creationId xmlns:a16="http://schemas.microsoft.com/office/drawing/2014/main" id="{9EEA1FEF-C5A3-2415-0156-4CCB88B77CD5}"/>
              </a:ext>
            </a:extLst>
          </p:cNvPr>
          <p:cNvSpPr/>
          <p:nvPr/>
        </p:nvSpPr>
        <p:spPr>
          <a:xfrm>
            <a:off x="9443761" y="5376993"/>
            <a:ext cx="427106" cy="427106"/>
          </a:xfrm>
          <a:prstGeom prst="ellipse">
            <a:avLst/>
          </a:prstGeom>
          <a:solidFill>
            <a:srgbClr val="0070C0">
              <a:alpha val="50000"/>
            </a:srgb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 dirty="0">
              <a:latin typeface="Aptos" panose="020B0004020202020204" pitchFamily="34" charset="0"/>
            </a:endParaRPr>
          </a:p>
        </p:txBody>
      </p:sp>
      <p:sp>
        <p:nvSpPr>
          <p:cNvPr id="14" name="Oval 19">
            <a:extLst>
              <a:ext uri="{FF2B5EF4-FFF2-40B4-BE49-F238E27FC236}">
                <a16:creationId xmlns:a16="http://schemas.microsoft.com/office/drawing/2014/main" id="{22014F2B-9663-8EE5-BB3D-4E6355F95E9B}"/>
              </a:ext>
            </a:extLst>
          </p:cNvPr>
          <p:cNvSpPr/>
          <p:nvPr/>
        </p:nvSpPr>
        <p:spPr>
          <a:xfrm>
            <a:off x="11444091" y="4877014"/>
            <a:ext cx="427106" cy="427106"/>
          </a:xfrm>
          <a:prstGeom prst="ellipse">
            <a:avLst/>
          </a:prstGeom>
          <a:solidFill>
            <a:srgbClr val="0070C0">
              <a:alpha val="50000"/>
            </a:srgb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 dirty="0">
              <a:latin typeface="Aptos" panose="020B0004020202020204" pitchFamily="34" charset="0"/>
            </a:endParaRPr>
          </a:p>
        </p:txBody>
      </p:sp>
      <p:sp>
        <p:nvSpPr>
          <p:cNvPr id="15" name="Oval 19">
            <a:extLst>
              <a:ext uri="{FF2B5EF4-FFF2-40B4-BE49-F238E27FC236}">
                <a16:creationId xmlns:a16="http://schemas.microsoft.com/office/drawing/2014/main" id="{24471DBF-9012-F8BC-7773-C861230A7338}"/>
              </a:ext>
            </a:extLst>
          </p:cNvPr>
          <p:cNvSpPr/>
          <p:nvPr/>
        </p:nvSpPr>
        <p:spPr>
          <a:xfrm>
            <a:off x="10333484" y="1630175"/>
            <a:ext cx="427106" cy="427106"/>
          </a:xfrm>
          <a:prstGeom prst="ellipse">
            <a:avLst/>
          </a:prstGeom>
          <a:solidFill>
            <a:srgbClr val="0070C0">
              <a:alpha val="50000"/>
            </a:srgb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 dirty="0">
              <a:latin typeface="Aptos" panose="020B0004020202020204" pitchFamily="34" charset="0"/>
            </a:endParaRPr>
          </a:p>
        </p:txBody>
      </p:sp>
      <p:cxnSp>
        <p:nvCxnSpPr>
          <p:cNvPr id="16" name="Straight Arrow Connector 47">
            <a:extLst>
              <a:ext uri="{FF2B5EF4-FFF2-40B4-BE49-F238E27FC236}">
                <a16:creationId xmlns:a16="http://schemas.microsoft.com/office/drawing/2014/main" id="{7E090401-3D12-405D-75F3-979E352DC057}"/>
              </a:ext>
            </a:extLst>
          </p:cNvPr>
          <p:cNvCxnSpPr>
            <a:cxnSpLocks/>
            <a:stCxn id="7" idx="7"/>
            <a:endCxn id="11" idx="3"/>
          </p:cNvCxnSpPr>
          <p:nvPr/>
        </p:nvCxnSpPr>
        <p:spPr>
          <a:xfrm flipV="1">
            <a:off x="7477839" y="1934006"/>
            <a:ext cx="1326983" cy="1220919"/>
          </a:xfrm>
          <a:prstGeom prst="straightConnector1">
            <a:avLst/>
          </a:prstGeom>
          <a:ln w="38100">
            <a:solidFill>
              <a:schemeClr val="bg1">
                <a:lumMod val="95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7" name="Straight Arrow Connector 47">
            <a:extLst>
              <a:ext uri="{FF2B5EF4-FFF2-40B4-BE49-F238E27FC236}">
                <a16:creationId xmlns:a16="http://schemas.microsoft.com/office/drawing/2014/main" id="{5063A54B-DF50-8177-4B7D-68FD58803BBC}"/>
              </a:ext>
            </a:extLst>
          </p:cNvPr>
          <p:cNvCxnSpPr>
            <a:cxnSpLocks/>
            <a:stCxn id="11" idx="6"/>
            <a:endCxn id="15" idx="2"/>
          </p:cNvCxnSpPr>
          <p:nvPr/>
        </p:nvCxnSpPr>
        <p:spPr>
          <a:xfrm>
            <a:off x="9169380" y="1783001"/>
            <a:ext cx="1164104" cy="60727"/>
          </a:xfrm>
          <a:prstGeom prst="straightConnector1">
            <a:avLst/>
          </a:prstGeom>
          <a:ln w="38100">
            <a:solidFill>
              <a:schemeClr val="bg1">
                <a:lumMod val="95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8" name="Straight Arrow Connector 47">
            <a:extLst>
              <a:ext uri="{FF2B5EF4-FFF2-40B4-BE49-F238E27FC236}">
                <a16:creationId xmlns:a16="http://schemas.microsoft.com/office/drawing/2014/main" id="{98A5902F-9745-B85B-B2F6-51C1B224FB45}"/>
              </a:ext>
            </a:extLst>
          </p:cNvPr>
          <p:cNvCxnSpPr>
            <a:cxnSpLocks/>
            <a:stCxn id="5" idx="0"/>
            <a:endCxn id="15" idx="4"/>
          </p:cNvCxnSpPr>
          <p:nvPr/>
        </p:nvCxnSpPr>
        <p:spPr>
          <a:xfrm flipV="1">
            <a:off x="10522990" y="2057281"/>
            <a:ext cx="24047" cy="1246806"/>
          </a:xfrm>
          <a:prstGeom prst="straightConnector1">
            <a:avLst/>
          </a:prstGeom>
          <a:ln w="38100">
            <a:solidFill>
              <a:srgbClr val="000000"/>
            </a:solidFill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9" name="Straight Arrow Connector 47">
            <a:extLst>
              <a:ext uri="{FF2B5EF4-FFF2-40B4-BE49-F238E27FC236}">
                <a16:creationId xmlns:a16="http://schemas.microsoft.com/office/drawing/2014/main" id="{ABE2CC4C-8E96-8F5A-CDE4-4868EDFFCF0F}"/>
              </a:ext>
            </a:extLst>
          </p:cNvPr>
          <p:cNvCxnSpPr>
            <a:cxnSpLocks/>
            <a:stCxn id="15" idx="5"/>
            <a:endCxn id="8" idx="1"/>
          </p:cNvCxnSpPr>
          <p:nvPr/>
        </p:nvCxnSpPr>
        <p:spPr>
          <a:xfrm>
            <a:off x="10698042" y="1994733"/>
            <a:ext cx="856409" cy="689833"/>
          </a:xfrm>
          <a:prstGeom prst="straightConnector1">
            <a:avLst/>
          </a:prstGeom>
          <a:ln w="38100">
            <a:solidFill>
              <a:schemeClr val="bg1">
                <a:lumMod val="95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0" name="Straight Arrow Connector 47">
            <a:extLst>
              <a:ext uri="{FF2B5EF4-FFF2-40B4-BE49-F238E27FC236}">
                <a16:creationId xmlns:a16="http://schemas.microsoft.com/office/drawing/2014/main" id="{A45F1604-63D3-A2A8-B8D8-F0CCF64A8A6F}"/>
              </a:ext>
            </a:extLst>
          </p:cNvPr>
          <p:cNvCxnSpPr>
            <a:cxnSpLocks/>
            <a:stCxn id="7" idx="4"/>
            <a:endCxn id="12" idx="0"/>
          </p:cNvCxnSpPr>
          <p:nvPr/>
        </p:nvCxnSpPr>
        <p:spPr>
          <a:xfrm>
            <a:off x="7326834" y="3519483"/>
            <a:ext cx="447039" cy="1605274"/>
          </a:xfrm>
          <a:prstGeom prst="straightConnector1">
            <a:avLst/>
          </a:prstGeom>
          <a:ln w="38100">
            <a:solidFill>
              <a:srgbClr val="000000"/>
            </a:solidFill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1" name="Straight Arrow Connector 47">
            <a:extLst>
              <a:ext uri="{FF2B5EF4-FFF2-40B4-BE49-F238E27FC236}">
                <a16:creationId xmlns:a16="http://schemas.microsoft.com/office/drawing/2014/main" id="{393BCBEB-0C80-B581-84D8-8CF7EE40373B}"/>
              </a:ext>
            </a:extLst>
          </p:cNvPr>
          <p:cNvCxnSpPr>
            <a:cxnSpLocks/>
            <a:stCxn id="4" idx="5"/>
            <a:endCxn id="13" idx="0"/>
          </p:cNvCxnSpPr>
          <p:nvPr/>
        </p:nvCxnSpPr>
        <p:spPr>
          <a:xfrm>
            <a:off x="8989891" y="3902716"/>
            <a:ext cx="667423" cy="1474277"/>
          </a:xfrm>
          <a:prstGeom prst="straightConnector1">
            <a:avLst/>
          </a:prstGeom>
          <a:ln w="38100">
            <a:solidFill>
              <a:srgbClr val="000000"/>
            </a:solidFill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2" name="Straight Arrow Connector 47">
            <a:extLst>
              <a:ext uri="{FF2B5EF4-FFF2-40B4-BE49-F238E27FC236}">
                <a16:creationId xmlns:a16="http://schemas.microsoft.com/office/drawing/2014/main" id="{D919D126-B62B-CA99-27DD-86E2A9E4773C}"/>
              </a:ext>
            </a:extLst>
          </p:cNvPr>
          <p:cNvCxnSpPr>
            <a:cxnSpLocks/>
            <a:stCxn id="12" idx="6"/>
            <a:endCxn id="13" idx="2"/>
          </p:cNvCxnSpPr>
          <p:nvPr/>
        </p:nvCxnSpPr>
        <p:spPr>
          <a:xfrm>
            <a:off x="7987426" y="5338310"/>
            <a:ext cx="1456335" cy="252236"/>
          </a:xfrm>
          <a:prstGeom prst="straightConnector1">
            <a:avLst/>
          </a:prstGeom>
          <a:ln w="38100">
            <a:solidFill>
              <a:srgbClr val="000000"/>
            </a:solidFill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3" name="Straight Arrow Connector 47">
            <a:extLst>
              <a:ext uri="{FF2B5EF4-FFF2-40B4-BE49-F238E27FC236}">
                <a16:creationId xmlns:a16="http://schemas.microsoft.com/office/drawing/2014/main" id="{89B068EA-FAC9-E3DD-59BC-7383BE154C03}"/>
              </a:ext>
            </a:extLst>
          </p:cNvPr>
          <p:cNvCxnSpPr>
            <a:cxnSpLocks/>
            <a:stCxn id="13" idx="6"/>
            <a:endCxn id="14" idx="2"/>
          </p:cNvCxnSpPr>
          <p:nvPr/>
        </p:nvCxnSpPr>
        <p:spPr>
          <a:xfrm flipV="1">
            <a:off x="9870867" y="5090567"/>
            <a:ext cx="1573224" cy="499979"/>
          </a:xfrm>
          <a:prstGeom prst="straightConnector1">
            <a:avLst/>
          </a:prstGeom>
          <a:ln w="38100">
            <a:solidFill>
              <a:srgbClr val="000000"/>
            </a:solidFill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4" name="Straight Arrow Connector 47">
            <a:extLst>
              <a:ext uri="{FF2B5EF4-FFF2-40B4-BE49-F238E27FC236}">
                <a16:creationId xmlns:a16="http://schemas.microsoft.com/office/drawing/2014/main" id="{D651F8E7-50CD-00DB-4AFB-35D38DD5B142}"/>
              </a:ext>
            </a:extLst>
          </p:cNvPr>
          <p:cNvCxnSpPr>
            <a:cxnSpLocks/>
            <a:stCxn id="14" idx="0"/>
            <a:endCxn id="8" idx="4"/>
          </p:cNvCxnSpPr>
          <p:nvPr/>
        </p:nvCxnSpPr>
        <p:spPr>
          <a:xfrm flipV="1">
            <a:off x="11657644" y="3049124"/>
            <a:ext cx="47812" cy="1827890"/>
          </a:xfrm>
          <a:prstGeom prst="straightConnector1">
            <a:avLst/>
          </a:prstGeom>
          <a:ln w="38100">
            <a:solidFill>
              <a:schemeClr val="bg1">
                <a:lumMod val="95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5" name="Straight Arrow Connector 47">
            <a:extLst>
              <a:ext uri="{FF2B5EF4-FFF2-40B4-BE49-F238E27FC236}">
                <a16:creationId xmlns:a16="http://schemas.microsoft.com/office/drawing/2014/main" id="{70C33D83-12D6-6B7C-9354-3EA0993731CF}"/>
              </a:ext>
            </a:extLst>
          </p:cNvPr>
          <p:cNvCxnSpPr>
            <a:cxnSpLocks/>
            <a:stCxn id="4" idx="0"/>
            <a:endCxn id="11" idx="4"/>
          </p:cNvCxnSpPr>
          <p:nvPr/>
        </p:nvCxnSpPr>
        <p:spPr>
          <a:xfrm flipV="1">
            <a:off x="8838886" y="1996554"/>
            <a:ext cx="116941" cy="1541604"/>
          </a:xfrm>
          <a:prstGeom prst="straightConnector1">
            <a:avLst/>
          </a:prstGeom>
          <a:ln w="38100">
            <a:solidFill>
              <a:srgbClr val="000000"/>
            </a:solidFill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6" name="Straight Arrow Connector 18">
            <a:extLst>
              <a:ext uri="{FF2B5EF4-FFF2-40B4-BE49-F238E27FC236}">
                <a16:creationId xmlns:a16="http://schemas.microsoft.com/office/drawing/2014/main" id="{4D258A46-0400-4D19-98A9-B3CBD8D66AA2}"/>
              </a:ext>
            </a:extLst>
          </p:cNvPr>
          <p:cNvCxnSpPr>
            <a:cxnSpLocks/>
            <a:stCxn id="13" idx="7"/>
            <a:endCxn id="5" idx="3"/>
          </p:cNvCxnSpPr>
          <p:nvPr/>
        </p:nvCxnSpPr>
        <p:spPr>
          <a:xfrm flipV="1">
            <a:off x="9808319" y="3668645"/>
            <a:ext cx="563666" cy="1770896"/>
          </a:xfrm>
          <a:prstGeom prst="straightConnector1">
            <a:avLst/>
          </a:prstGeom>
          <a:ln w="38100">
            <a:solidFill>
              <a:schemeClr val="bg1">
                <a:lumMod val="95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7" name="Straight Arrow Connector 18">
            <a:extLst>
              <a:ext uri="{FF2B5EF4-FFF2-40B4-BE49-F238E27FC236}">
                <a16:creationId xmlns:a16="http://schemas.microsoft.com/office/drawing/2014/main" id="{6BC9FCA7-AC75-9358-BE6F-F0A0AB96F8BC}"/>
              </a:ext>
            </a:extLst>
          </p:cNvPr>
          <p:cNvCxnSpPr>
            <a:cxnSpLocks/>
            <a:stCxn id="14" idx="1"/>
            <a:endCxn id="5" idx="5"/>
          </p:cNvCxnSpPr>
          <p:nvPr/>
        </p:nvCxnSpPr>
        <p:spPr>
          <a:xfrm flipH="1" flipV="1">
            <a:off x="10673995" y="3668645"/>
            <a:ext cx="832644" cy="1270917"/>
          </a:xfrm>
          <a:prstGeom prst="straightConnector1">
            <a:avLst/>
          </a:prstGeom>
          <a:ln w="38100">
            <a:solidFill>
              <a:srgbClr val="000000"/>
            </a:solidFill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8" name="TextBox 117">
            <a:extLst>
              <a:ext uri="{FF2B5EF4-FFF2-40B4-BE49-F238E27FC236}">
                <a16:creationId xmlns:a16="http://schemas.microsoft.com/office/drawing/2014/main" id="{F184E0B6-BD19-4392-9A2C-1E76C9D1FE0F}"/>
              </a:ext>
            </a:extLst>
          </p:cNvPr>
          <p:cNvSpPr txBox="1"/>
          <p:nvPr/>
        </p:nvSpPr>
        <p:spPr>
          <a:xfrm>
            <a:off x="7820850" y="2253785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NL" dirty="0">
                <a:solidFill>
                  <a:schemeClr val="bg1">
                    <a:lumMod val="85000"/>
                  </a:schemeClr>
                </a:solidFill>
                <a:latin typeface="Aptos" panose="020B0004020202020204" pitchFamily="34" charset="0"/>
              </a:rPr>
              <a:t>5</a:t>
            </a:r>
          </a:p>
        </p:txBody>
      </p:sp>
      <p:sp>
        <p:nvSpPr>
          <p:cNvPr id="29" name="TextBox 118">
            <a:extLst>
              <a:ext uri="{FF2B5EF4-FFF2-40B4-BE49-F238E27FC236}">
                <a16:creationId xmlns:a16="http://schemas.microsoft.com/office/drawing/2014/main" id="{9A03E4BE-8A5D-B284-BC6C-0BBA852DD76A}"/>
              </a:ext>
            </a:extLst>
          </p:cNvPr>
          <p:cNvSpPr txBox="1"/>
          <p:nvPr/>
        </p:nvSpPr>
        <p:spPr>
          <a:xfrm>
            <a:off x="8893019" y="2644064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>
              <a:defRPr>
                <a:solidFill>
                  <a:srgbClr val="000000"/>
                </a:solidFill>
                <a:latin typeface="Aptos" panose="020B0004020202020204" pitchFamily="34" charset="0"/>
              </a:defRPr>
            </a:lvl1pPr>
          </a:lstStyle>
          <a:p>
            <a:r>
              <a:rPr lang="nl-NL" dirty="0"/>
              <a:t>3</a:t>
            </a:r>
          </a:p>
        </p:txBody>
      </p:sp>
      <p:sp>
        <p:nvSpPr>
          <p:cNvPr id="30" name="TextBox 119">
            <a:extLst>
              <a:ext uri="{FF2B5EF4-FFF2-40B4-BE49-F238E27FC236}">
                <a16:creationId xmlns:a16="http://schemas.microsoft.com/office/drawing/2014/main" id="{848BE00D-D70C-3A83-594E-76C3671485F5}"/>
              </a:ext>
            </a:extLst>
          </p:cNvPr>
          <p:cNvSpPr txBox="1"/>
          <p:nvPr/>
        </p:nvSpPr>
        <p:spPr>
          <a:xfrm>
            <a:off x="9769039" y="1813423"/>
            <a:ext cx="4315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>
              <a:defRPr>
                <a:solidFill>
                  <a:schemeClr val="bg1">
                    <a:lumMod val="95000"/>
                  </a:schemeClr>
                </a:solidFill>
                <a:latin typeface="Aptos" panose="020B0004020202020204" pitchFamily="34" charset="0"/>
              </a:defRPr>
            </a:lvl1pPr>
          </a:lstStyle>
          <a:p>
            <a:r>
              <a:rPr lang="nl-NL" dirty="0">
                <a:solidFill>
                  <a:schemeClr val="bg1">
                    <a:lumMod val="85000"/>
                  </a:schemeClr>
                </a:solidFill>
              </a:rPr>
              <a:t>10</a:t>
            </a:r>
          </a:p>
        </p:txBody>
      </p:sp>
      <p:sp>
        <p:nvSpPr>
          <p:cNvPr id="31" name="TextBox 120">
            <a:extLst>
              <a:ext uri="{FF2B5EF4-FFF2-40B4-BE49-F238E27FC236}">
                <a16:creationId xmlns:a16="http://schemas.microsoft.com/office/drawing/2014/main" id="{F49C7C30-C655-49A2-2D12-CB227D7B6D0B}"/>
              </a:ext>
            </a:extLst>
          </p:cNvPr>
          <p:cNvSpPr txBox="1"/>
          <p:nvPr/>
        </p:nvSpPr>
        <p:spPr>
          <a:xfrm>
            <a:off x="11144364" y="2057281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>
              <a:defRPr>
                <a:solidFill>
                  <a:schemeClr val="bg1">
                    <a:lumMod val="95000"/>
                  </a:schemeClr>
                </a:solidFill>
                <a:latin typeface="Aptos" panose="020B0004020202020204" pitchFamily="34" charset="0"/>
              </a:defRPr>
            </a:lvl1pPr>
          </a:lstStyle>
          <a:p>
            <a:r>
              <a:rPr lang="nl-NL" dirty="0">
                <a:solidFill>
                  <a:schemeClr val="bg1">
                    <a:lumMod val="85000"/>
                  </a:schemeClr>
                </a:solidFill>
              </a:rPr>
              <a:t>9</a:t>
            </a:r>
          </a:p>
        </p:txBody>
      </p:sp>
      <p:sp>
        <p:nvSpPr>
          <p:cNvPr id="32" name="TextBox 121">
            <a:extLst>
              <a:ext uri="{FF2B5EF4-FFF2-40B4-BE49-F238E27FC236}">
                <a16:creationId xmlns:a16="http://schemas.microsoft.com/office/drawing/2014/main" id="{8B2CDDA9-562A-A39B-1955-123731A53485}"/>
              </a:ext>
            </a:extLst>
          </p:cNvPr>
          <p:cNvSpPr txBox="1"/>
          <p:nvPr/>
        </p:nvSpPr>
        <p:spPr>
          <a:xfrm>
            <a:off x="10179435" y="2466494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>
              <a:defRPr>
                <a:solidFill>
                  <a:schemeClr val="bg1">
                    <a:lumMod val="95000"/>
                  </a:schemeClr>
                </a:solidFill>
                <a:latin typeface="Aptos" panose="020B0004020202020204" pitchFamily="34" charset="0"/>
              </a:defRPr>
            </a:lvl1pPr>
          </a:lstStyle>
          <a:p>
            <a:r>
              <a:rPr lang="nl-NL" dirty="0">
                <a:solidFill>
                  <a:srgbClr val="000000"/>
                </a:solidFill>
              </a:rPr>
              <a:t>2</a:t>
            </a:r>
          </a:p>
        </p:txBody>
      </p:sp>
      <p:sp>
        <p:nvSpPr>
          <p:cNvPr id="33" name="TextBox 122">
            <a:extLst>
              <a:ext uri="{FF2B5EF4-FFF2-40B4-BE49-F238E27FC236}">
                <a16:creationId xmlns:a16="http://schemas.microsoft.com/office/drawing/2014/main" id="{BF65DDAB-64EE-0D52-BC76-19E7EFFB3D8D}"/>
              </a:ext>
            </a:extLst>
          </p:cNvPr>
          <p:cNvSpPr txBox="1"/>
          <p:nvPr/>
        </p:nvSpPr>
        <p:spPr>
          <a:xfrm>
            <a:off x="8968232" y="4541872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>
              <a:defRPr>
                <a:solidFill>
                  <a:srgbClr val="000000"/>
                </a:solidFill>
                <a:latin typeface="Aptos" panose="020B0004020202020204" pitchFamily="34" charset="0"/>
              </a:defRPr>
            </a:lvl1pPr>
          </a:lstStyle>
          <a:p>
            <a:r>
              <a:rPr lang="nl-NL" dirty="0"/>
              <a:t>4</a:t>
            </a:r>
          </a:p>
        </p:txBody>
      </p:sp>
      <p:sp>
        <p:nvSpPr>
          <p:cNvPr id="34" name="TextBox 123">
            <a:extLst>
              <a:ext uri="{FF2B5EF4-FFF2-40B4-BE49-F238E27FC236}">
                <a16:creationId xmlns:a16="http://schemas.microsoft.com/office/drawing/2014/main" id="{DC744A39-4713-16E3-A24E-B13A683441B0}"/>
              </a:ext>
            </a:extLst>
          </p:cNvPr>
          <p:cNvSpPr txBox="1"/>
          <p:nvPr/>
        </p:nvSpPr>
        <p:spPr>
          <a:xfrm>
            <a:off x="8588225" y="5472694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>
              <a:defRPr>
                <a:solidFill>
                  <a:schemeClr val="bg1">
                    <a:lumMod val="95000"/>
                  </a:schemeClr>
                </a:solidFill>
                <a:latin typeface="Aptos" panose="020B0004020202020204" pitchFamily="34" charset="0"/>
              </a:defRPr>
            </a:lvl1pPr>
          </a:lstStyle>
          <a:p>
            <a:r>
              <a:rPr lang="nl-NL" dirty="0">
                <a:solidFill>
                  <a:srgbClr val="000000"/>
                </a:solidFill>
              </a:rPr>
              <a:t>2</a:t>
            </a:r>
          </a:p>
        </p:txBody>
      </p:sp>
      <p:sp>
        <p:nvSpPr>
          <p:cNvPr id="35" name="TextBox 124">
            <a:extLst>
              <a:ext uri="{FF2B5EF4-FFF2-40B4-BE49-F238E27FC236}">
                <a16:creationId xmlns:a16="http://schemas.microsoft.com/office/drawing/2014/main" id="{FB4DD5AF-7242-D3DD-01DE-7F8D507D5CBE}"/>
              </a:ext>
            </a:extLst>
          </p:cNvPr>
          <p:cNvSpPr txBox="1"/>
          <p:nvPr/>
        </p:nvSpPr>
        <p:spPr>
          <a:xfrm>
            <a:off x="7641483" y="4158639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>
              <a:defRPr>
                <a:solidFill>
                  <a:schemeClr val="bg1">
                    <a:lumMod val="95000"/>
                  </a:schemeClr>
                </a:solidFill>
                <a:latin typeface="Aptos" panose="020B0004020202020204" pitchFamily="34" charset="0"/>
              </a:defRPr>
            </a:lvl1pPr>
          </a:lstStyle>
          <a:p>
            <a:r>
              <a:rPr lang="nl-NL" dirty="0">
                <a:solidFill>
                  <a:srgbClr val="000000"/>
                </a:solidFill>
              </a:rPr>
              <a:t>2</a:t>
            </a:r>
          </a:p>
        </p:txBody>
      </p:sp>
      <p:sp>
        <p:nvSpPr>
          <p:cNvPr id="36" name="TextBox 125">
            <a:extLst>
              <a:ext uri="{FF2B5EF4-FFF2-40B4-BE49-F238E27FC236}">
                <a16:creationId xmlns:a16="http://schemas.microsoft.com/office/drawing/2014/main" id="{992595DF-C30F-E412-E379-EC63E8C37BF4}"/>
              </a:ext>
            </a:extLst>
          </p:cNvPr>
          <p:cNvSpPr txBox="1"/>
          <p:nvPr/>
        </p:nvSpPr>
        <p:spPr>
          <a:xfrm>
            <a:off x="10803088" y="5301733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>
              <a:defRPr>
                <a:solidFill>
                  <a:schemeClr val="bg1">
                    <a:lumMod val="95000"/>
                  </a:schemeClr>
                </a:solidFill>
                <a:latin typeface="Aptos" panose="020B0004020202020204" pitchFamily="34" charset="0"/>
              </a:defRPr>
            </a:lvl1pPr>
          </a:lstStyle>
          <a:p>
            <a:r>
              <a:rPr lang="nl-NL" dirty="0">
                <a:solidFill>
                  <a:srgbClr val="000000"/>
                </a:solidFill>
              </a:rPr>
              <a:t>1</a:t>
            </a:r>
          </a:p>
        </p:txBody>
      </p:sp>
      <p:sp>
        <p:nvSpPr>
          <p:cNvPr id="37" name="TextBox 126">
            <a:extLst>
              <a:ext uri="{FF2B5EF4-FFF2-40B4-BE49-F238E27FC236}">
                <a16:creationId xmlns:a16="http://schemas.microsoft.com/office/drawing/2014/main" id="{DA72B081-FCD5-DFD8-AE77-069BCA4C7ABC}"/>
              </a:ext>
            </a:extLst>
          </p:cNvPr>
          <p:cNvSpPr txBox="1"/>
          <p:nvPr/>
        </p:nvSpPr>
        <p:spPr>
          <a:xfrm>
            <a:off x="9774498" y="4284407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>
              <a:defRPr>
                <a:solidFill>
                  <a:schemeClr val="bg1">
                    <a:lumMod val="95000"/>
                  </a:schemeClr>
                </a:solidFill>
                <a:latin typeface="Aptos" panose="020B0004020202020204" pitchFamily="34" charset="0"/>
              </a:defRPr>
            </a:lvl1pPr>
          </a:lstStyle>
          <a:p>
            <a:r>
              <a:rPr lang="nl-NL" dirty="0">
                <a:solidFill>
                  <a:schemeClr val="bg1">
                    <a:lumMod val="85000"/>
                  </a:schemeClr>
                </a:solidFill>
              </a:rPr>
              <a:t>5</a:t>
            </a:r>
          </a:p>
        </p:txBody>
      </p:sp>
      <p:sp>
        <p:nvSpPr>
          <p:cNvPr id="38" name="TextBox 127">
            <a:extLst>
              <a:ext uri="{FF2B5EF4-FFF2-40B4-BE49-F238E27FC236}">
                <a16:creationId xmlns:a16="http://schemas.microsoft.com/office/drawing/2014/main" id="{6A5A003E-7B53-374B-CBDA-792A0192906A}"/>
              </a:ext>
            </a:extLst>
          </p:cNvPr>
          <p:cNvSpPr txBox="1"/>
          <p:nvPr/>
        </p:nvSpPr>
        <p:spPr>
          <a:xfrm>
            <a:off x="10760148" y="4249247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>
              <a:defRPr>
                <a:solidFill>
                  <a:srgbClr val="000000"/>
                </a:solidFill>
                <a:latin typeface="Aptos" panose="020B0004020202020204" pitchFamily="34" charset="0"/>
              </a:defRPr>
            </a:lvl1pPr>
          </a:lstStyle>
          <a:p>
            <a:r>
              <a:rPr lang="nl-NL" dirty="0"/>
              <a:t>3</a:t>
            </a:r>
          </a:p>
        </p:txBody>
      </p:sp>
      <p:sp>
        <p:nvSpPr>
          <p:cNvPr id="39" name="TextBox 128">
            <a:extLst>
              <a:ext uri="{FF2B5EF4-FFF2-40B4-BE49-F238E27FC236}">
                <a16:creationId xmlns:a16="http://schemas.microsoft.com/office/drawing/2014/main" id="{44F9B3A6-7F4E-E277-52FA-6519DBA3E68B}"/>
              </a:ext>
            </a:extLst>
          </p:cNvPr>
          <p:cNvSpPr txBox="1"/>
          <p:nvPr/>
        </p:nvSpPr>
        <p:spPr>
          <a:xfrm>
            <a:off x="10917429" y="2767356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>
              <a:defRPr>
                <a:solidFill>
                  <a:schemeClr val="bg1">
                    <a:lumMod val="95000"/>
                  </a:schemeClr>
                </a:solidFill>
                <a:latin typeface="Aptos" panose="020B0004020202020204" pitchFamily="34" charset="0"/>
              </a:defRPr>
            </a:lvl1pPr>
          </a:lstStyle>
          <a:p>
            <a:r>
              <a:rPr lang="nl-NL" dirty="0">
                <a:solidFill>
                  <a:schemeClr val="bg1">
                    <a:lumMod val="85000"/>
                  </a:schemeClr>
                </a:solidFill>
              </a:rPr>
              <a:t>8</a:t>
            </a:r>
          </a:p>
        </p:txBody>
      </p:sp>
      <p:sp>
        <p:nvSpPr>
          <p:cNvPr id="40" name="TextBox 129">
            <a:extLst>
              <a:ext uri="{FF2B5EF4-FFF2-40B4-BE49-F238E27FC236}">
                <a16:creationId xmlns:a16="http://schemas.microsoft.com/office/drawing/2014/main" id="{8DC15353-F245-1C21-EAA3-CB45DF7F63A7}"/>
              </a:ext>
            </a:extLst>
          </p:cNvPr>
          <p:cNvSpPr txBox="1"/>
          <p:nvPr/>
        </p:nvSpPr>
        <p:spPr>
          <a:xfrm>
            <a:off x="11702412" y="3871807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>
              <a:defRPr>
                <a:solidFill>
                  <a:schemeClr val="bg1">
                    <a:lumMod val="95000"/>
                  </a:schemeClr>
                </a:solidFill>
                <a:latin typeface="Aptos" panose="020B0004020202020204" pitchFamily="34" charset="0"/>
              </a:defRPr>
            </a:lvl1pPr>
          </a:lstStyle>
          <a:p>
            <a:r>
              <a:rPr lang="nl-NL" dirty="0">
                <a:solidFill>
                  <a:schemeClr val="bg1">
                    <a:lumMod val="85000"/>
                  </a:schemeClr>
                </a:solidFill>
              </a:rPr>
              <a:t>9</a:t>
            </a:r>
          </a:p>
        </p:txBody>
      </p:sp>
      <p:sp>
        <p:nvSpPr>
          <p:cNvPr id="41" name="TextBox 130">
            <a:extLst>
              <a:ext uri="{FF2B5EF4-FFF2-40B4-BE49-F238E27FC236}">
                <a16:creationId xmlns:a16="http://schemas.microsoft.com/office/drawing/2014/main" id="{CA2249AD-7C35-180D-284F-E8A48F098A06}"/>
              </a:ext>
            </a:extLst>
          </p:cNvPr>
          <p:cNvSpPr txBox="1"/>
          <p:nvPr/>
        </p:nvSpPr>
        <p:spPr>
          <a:xfrm>
            <a:off x="9636165" y="3226198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>
              <a:defRPr>
                <a:solidFill>
                  <a:schemeClr val="bg1">
                    <a:lumMod val="95000"/>
                  </a:schemeClr>
                </a:solidFill>
                <a:latin typeface="Aptos" panose="020B0004020202020204" pitchFamily="34" charset="0"/>
              </a:defRPr>
            </a:lvl1pPr>
          </a:lstStyle>
          <a:p>
            <a:r>
              <a:rPr lang="nl-NL" dirty="0">
                <a:solidFill>
                  <a:schemeClr val="bg1">
                    <a:lumMod val="85000"/>
                  </a:schemeClr>
                </a:solidFill>
              </a:rPr>
              <a:t>6</a:t>
            </a:r>
          </a:p>
        </p:txBody>
      </p:sp>
      <p:sp>
        <p:nvSpPr>
          <p:cNvPr id="42" name="TextBox 131">
            <a:extLst>
              <a:ext uri="{FF2B5EF4-FFF2-40B4-BE49-F238E27FC236}">
                <a16:creationId xmlns:a16="http://schemas.microsoft.com/office/drawing/2014/main" id="{0D56129E-42CD-7C5C-B3E5-80D44237A150}"/>
              </a:ext>
            </a:extLst>
          </p:cNvPr>
          <p:cNvSpPr txBox="1"/>
          <p:nvPr/>
        </p:nvSpPr>
        <p:spPr>
          <a:xfrm>
            <a:off x="8051195" y="3212699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>
              <a:defRPr>
                <a:solidFill>
                  <a:schemeClr val="bg1">
                    <a:lumMod val="95000"/>
                  </a:schemeClr>
                </a:solidFill>
                <a:latin typeface="Aptos" panose="020B0004020202020204" pitchFamily="34" charset="0"/>
              </a:defRPr>
            </a:lvl1pPr>
          </a:lstStyle>
          <a:p>
            <a:r>
              <a:rPr lang="nl-NL" dirty="0">
                <a:solidFill>
                  <a:schemeClr val="bg1">
                    <a:lumMod val="85000"/>
                  </a:schemeClr>
                </a:solidFill>
              </a:rPr>
              <a:t>7</a:t>
            </a:r>
          </a:p>
        </p:txBody>
      </p:sp>
    </p:spTree>
    <p:extLst>
      <p:ext uri="{BB962C8B-B14F-4D97-AF65-F5344CB8AC3E}">
        <p14:creationId xmlns:p14="http://schemas.microsoft.com/office/powerpoint/2010/main" val="16640359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7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7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" presetID="7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9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10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7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2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13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5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C00000"/>
                                      </p:to>
                                    </p:animClr>
                                    <p:set>
                                      <p:cBhvr>
                                        <p:cTn id="16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9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C00000"/>
                                      </p:to>
                                    </p:animClr>
                                    <p:set>
                                      <p:cBhvr>
                                        <p:cTn id="20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1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3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C00000"/>
                                      </p:to>
                                    </p:animClr>
                                    <p:set>
                                      <p:cBhvr>
                                        <p:cTn id="24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5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7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9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F2F2F2"/>
                                      </p:to>
                                    </p:animClr>
                                    <p:set>
                                      <p:cBhvr>
                                        <p:cTn id="30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7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2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000000"/>
                                      </p:to>
                                    </p:animClr>
                                    <p:set>
                                      <p:cBhvr>
                                        <p:cTn id="33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" presetID="7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5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000000"/>
                                      </p:to>
                                    </p:animClr>
                                    <p:set>
                                      <p:cBhvr>
                                        <p:cTn id="36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0070C0"/>
                                      </p:to>
                                    </p:animClr>
                                    <p:set>
                                      <p:cBhvr>
                                        <p:cTn id="39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40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2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0070C0"/>
                                      </p:to>
                                    </p:animClr>
                                    <p:set>
                                      <p:cBhvr>
                                        <p:cTn id="43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44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6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0070C0"/>
                                      </p:to>
                                    </p:animClr>
                                    <p:set>
                                      <p:cBhvr>
                                        <p:cTn id="47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48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7597AB-E1F1-D025-040A-E1649848BE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4F13B8-FFF3-EEFA-8122-602584828E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 err="1"/>
              <a:t>Kruskal’s</a:t>
            </a:r>
            <a:r>
              <a:rPr lang="nl-NL" dirty="0"/>
              <a:t> </a:t>
            </a:r>
            <a:r>
              <a:rPr lang="nl-NL" dirty="0" err="1"/>
              <a:t>algorithm</a:t>
            </a:r>
            <a:endParaRPr lang="nl-N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6325B74-016A-7297-B22E-EE1784AD808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0081" y="2633472"/>
            <a:ext cx="5213964" cy="3625926"/>
          </a:xfrm>
        </p:spPr>
        <p:txBody>
          <a:bodyPr>
            <a:normAutofit/>
          </a:bodyPr>
          <a:lstStyle/>
          <a:p>
            <a:r>
              <a:rPr lang="nl-NL" dirty="0"/>
              <a:t>Pseudocode:</a:t>
            </a:r>
          </a:p>
          <a:p>
            <a:pPr lvl="1"/>
            <a:r>
              <a:rPr lang="nl-NL" dirty="0"/>
              <a:t>Start </a:t>
            </a:r>
            <a:r>
              <a:rPr lang="nl-NL" dirty="0" err="1"/>
              <a:t>with</a:t>
            </a:r>
            <a:r>
              <a:rPr lang="nl-NL" dirty="0"/>
              <a:t> a </a:t>
            </a:r>
            <a:r>
              <a:rPr lang="nl-NL" dirty="0" err="1"/>
              <a:t>result</a:t>
            </a:r>
            <a:r>
              <a:rPr lang="nl-NL" dirty="0"/>
              <a:t> </a:t>
            </a:r>
            <a:r>
              <a:rPr lang="nl-NL" dirty="0" err="1"/>
              <a:t>that</a:t>
            </a:r>
            <a:r>
              <a:rPr lang="nl-NL" dirty="0"/>
              <a:t> has </a:t>
            </a:r>
            <a:r>
              <a:rPr lang="nl-NL" dirty="0" err="1"/>
              <a:t>all</a:t>
            </a:r>
            <a:r>
              <a:rPr lang="nl-NL" dirty="0"/>
              <a:t> </a:t>
            </a:r>
            <a:r>
              <a:rPr lang="nl-NL" dirty="0" err="1"/>
              <a:t>nodes</a:t>
            </a:r>
            <a:r>
              <a:rPr lang="nl-NL" dirty="0"/>
              <a:t> but no </a:t>
            </a:r>
            <a:r>
              <a:rPr lang="nl-NL" dirty="0" err="1"/>
              <a:t>edges</a:t>
            </a:r>
            <a:endParaRPr lang="nl-NL" dirty="0"/>
          </a:p>
          <a:p>
            <a:pPr lvl="1"/>
            <a:r>
              <a:rPr lang="nl-NL" dirty="0" err="1"/>
              <a:t>While</a:t>
            </a:r>
            <a:r>
              <a:rPr lang="nl-NL" dirty="0"/>
              <a:t> we have </a:t>
            </a:r>
            <a:r>
              <a:rPr lang="nl-NL" dirty="0" err="1"/>
              <a:t>not</a:t>
            </a:r>
            <a:r>
              <a:rPr lang="nl-NL" dirty="0"/>
              <a:t> </a:t>
            </a:r>
            <a:r>
              <a:rPr lang="nl-NL" dirty="0" err="1"/>
              <a:t>yet</a:t>
            </a:r>
            <a:r>
              <a:rPr lang="nl-NL" dirty="0"/>
              <a:t> </a:t>
            </a:r>
            <a:r>
              <a:rPr lang="nl-NL" dirty="0" err="1"/>
              <a:t>added</a:t>
            </a:r>
            <a:r>
              <a:rPr lang="nl-NL" dirty="0"/>
              <a:t> n – 1 </a:t>
            </a:r>
            <a:r>
              <a:rPr lang="nl-NL" dirty="0" err="1"/>
              <a:t>edges</a:t>
            </a:r>
            <a:r>
              <a:rPr lang="nl-NL" dirty="0"/>
              <a:t>:</a:t>
            </a:r>
          </a:p>
          <a:p>
            <a:pPr lvl="2"/>
            <a:r>
              <a:rPr lang="nl-NL" dirty="0" err="1"/>
              <a:t>Find</a:t>
            </a:r>
            <a:r>
              <a:rPr lang="nl-NL" dirty="0"/>
              <a:t> </a:t>
            </a:r>
            <a:r>
              <a:rPr lang="nl-NL" dirty="0" err="1"/>
              <a:t>the</a:t>
            </a:r>
            <a:r>
              <a:rPr lang="nl-NL" dirty="0"/>
              <a:t> </a:t>
            </a:r>
            <a:r>
              <a:rPr lang="nl-NL" dirty="0" err="1"/>
              <a:t>cheapest</a:t>
            </a:r>
            <a:r>
              <a:rPr lang="nl-NL" dirty="0"/>
              <a:t> </a:t>
            </a:r>
            <a:r>
              <a:rPr lang="nl-NL" dirty="0" err="1"/>
              <a:t>edge</a:t>
            </a:r>
            <a:endParaRPr lang="nl-NL" dirty="0"/>
          </a:p>
          <a:p>
            <a:pPr lvl="2"/>
            <a:r>
              <a:rPr lang="nl-NL" dirty="0" err="1"/>
              <a:t>Add</a:t>
            </a:r>
            <a:r>
              <a:rPr lang="nl-NL" dirty="0"/>
              <a:t> </a:t>
            </a:r>
            <a:r>
              <a:rPr lang="nl-NL" dirty="0" err="1"/>
              <a:t>it</a:t>
            </a:r>
            <a:r>
              <a:rPr lang="nl-NL" dirty="0"/>
              <a:t> </a:t>
            </a:r>
            <a:r>
              <a:rPr lang="nl-NL" dirty="0" err="1"/>
              <a:t>to</a:t>
            </a:r>
            <a:r>
              <a:rPr lang="nl-NL" dirty="0"/>
              <a:t> </a:t>
            </a:r>
            <a:r>
              <a:rPr lang="nl-NL" dirty="0" err="1"/>
              <a:t>the</a:t>
            </a:r>
            <a:r>
              <a:rPr lang="nl-NL" dirty="0"/>
              <a:t> </a:t>
            </a:r>
            <a:r>
              <a:rPr lang="nl-NL" dirty="0" err="1"/>
              <a:t>graph</a:t>
            </a:r>
            <a:r>
              <a:rPr lang="nl-NL" dirty="0"/>
              <a:t>, but </a:t>
            </a:r>
            <a:r>
              <a:rPr lang="nl-NL" dirty="0" err="1"/>
              <a:t>only</a:t>
            </a:r>
            <a:r>
              <a:rPr lang="nl-NL" dirty="0"/>
              <a:t> </a:t>
            </a:r>
            <a:r>
              <a:rPr lang="nl-NL" dirty="0" err="1"/>
              <a:t>if</a:t>
            </a:r>
            <a:r>
              <a:rPr lang="nl-NL" dirty="0"/>
              <a:t> </a:t>
            </a:r>
            <a:r>
              <a:rPr lang="nl-NL" dirty="0" err="1"/>
              <a:t>it</a:t>
            </a:r>
            <a:r>
              <a:rPr lang="nl-NL" dirty="0"/>
              <a:t> does </a:t>
            </a:r>
            <a:r>
              <a:rPr lang="nl-NL" dirty="0" err="1"/>
              <a:t>not</a:t>
            </a:r>
            <a:r>
              <a:rPr lang="nl-NL" dirty="0"/>
              <a:t> introduce a </a:t>
            </a:r>
            <a:r>
              <a:rPr lang="nl-NL" dirty="0" err="1"/>
              <a:t>cycle</a:t>
            </a:r>
            <a:r>
              <a:rPr lang="nl-NL" dirty="0"/>
              <a:t> (</a:t>
            </a:r>
            <a:r>
              <a:rPr lang="nl-NL" dirty="0" err="1"/>
              <a:t>if</a:t>
            </a:r>
            <a:r>
              <a:rPr lang="nl-NL" dirty="0"/>
              <a:t> </a:t>
            </a:r>
            <a:r>
              <a:rPr lang="nl-NL" dirty="0" err="1"/>
              <a:t>it</a:t>
            </a:r>
            <a:r>
              <a:rPr lang="nl-NL" dirty="0"/>
              <a:t> does, </a:t>
            </a:r>
            <a:r>
              <a:rPr lang="nl-NL" dirty="0" err="1"/>
              <a:t>exclude</a:t>
            </a:r>
            <a:r>
              <a:rPr lang="nl-NL" dirty="0"/>
              <a:t> </a:t>
            </a:r>
            <a:r>
              <a:rPr lang="nl-NL" dirty="0" err="1"/>
              <a:t>it</a:t>
            </a:r>
            <a:r>
              <a:rPr lang="nl-NL" dirty="0"/>
              <a:t>)</a:t>
            </a:r>
          </a:p>
          <a:p>
            <a:pPr lvl="2"/>
            <a:endParaRPr lang="nl-NL" dirty="0"/>
          </a:p>
        </p:txBody>
      </p:sp>
      <p:sp>
        <p:nvSpPr>
          <p:cNvPr id="4" name="Oval 6">
            <a:extLst>
              <a:ext uri="{FF2B5EF4-FFF2-40B4-BE49-F238E27FC236}">
                <a16:creationId xmlns:a16="http://schemas.microsoft.com/office/drawing/2014/main" id="{0EE00910-609B-EB78-5FB8-D2998A9470B5}"/>
              </a:ext>
            </a:extLst>
          </p:cNvPr>
          <p:cNvSpPr/>
          <p:nvPr/>
        </p:nvSpPr>
        <p:spPr>
          <a:xfrm>
            <a:off x="8625333" y="3538158"/>
            <a:ext cx="427106" cy="427106"/>
          </a:xfrm>
          <a:prstGeom prst="ellipse">
            <a:avLst/>
          </a:prstGeom>
          <a:solidFill>
            <a:srgbClr val="0070C0">
              <a:alpha val="50000"/>
            </a:srgb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 dirty="0">
              <a:latin typeface="Aptos" panose="020B0004020202020204" pitchFamily="34" charset="0"/>
            </a:endParaRPr>
          </a:p>
        </p:txBody>
      </p:sp>
      <p:sp>
        <p:nvSpPr>
          <p:cNvPr id="5" name="Oval 8">
            <a:extLst>
              <a:ext uri="{FF2B5EF4-FFF2-40B4-BE49-F238E27FC236}">
                <a16:creationId xmlns:a16="http://schemas.microsoft.com/office/drawing/2014/main" id="{4831B587-0BE9-DE11-76EA-28FDFAFBE950}"/>
              </a:ext>
            </a:extLst>
          </p:cNvPr>
          <p:cNvSpPr/>
          <p:nvPr/>
        </p:nvSpPr>
        <p:spPr>
          <a:xfrm>
            <a:off x="10309437" y="3304087"/>
            <a:ext cx="427106" cy="427106"/>
          </a:xfrm>
          <a:prstGeom prst="ellipse">
            <a:avLst/>
          </a:prstGeom>
          <a:solidFill>
            <a:srgbClr val="0070C0">
              <a:alpha val="50000"/>
            </a:srgb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 dirty="0">
              <a:latin typeface="Aptos" panose="020B0004020202020204" pitchFamily="34" charset="0"/>
            </a:endParaRPr>
          </a:p>
        </p:txBody>
      </p:sp>
      <p:cxnSp>
        <p:nvCxnSpPr>
          <p:cNvPr id="6" name="Straight Arrow Connector 18">
            <a:extLst>
              <a:ext uri="{FF2B5EF4-FFF2-40B4-BE49-F238E27FC236}">
                <a16:creationId xmlns:a16="http://schemas.microsoft.com/office/drawing/2014/main" id="{55E517C0-6118-0972-4EC1-CC5001BD1C0C}"/>
              </a:ext>
            </a:extLst>
          </p:cNvPr>
          <p:cNvCxnSpPr>
            <a:cxnSpLocks/>
            <a:stCxn id="7" idx="6"/>
            <a:endCxn id="4" idx="2"/>
          </p:cNvCxnSpPr>
          <p:nvPr/>
        </p:nvCxnSpPr>
        <p:spPr>
          <a:xfrm>
            <a:off x="7540387" y="3305930"/>
            <a:ext cx="1084946" cy="445781"/>
          </a:xfrm>
          <a:prstGeom prst="straightConnector1">
            <a:avLst/>
          </a:prstGeom>
          <a:ln w="38100">
            <a:solidFill>
              <a:schemeClr val="bg1">
                <a:lumMod val="95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" name="Oval 19">
            <a:extLst>
              <a:ext uri="{FF2B5EF4-FFF2-40B4-BE49-F238E27FC236}">
                <a16:creationId xmlns:a16="http://schemas.microsoft.com/office/drawing/2014/main" id="{94362951-77FA-B285-6093-AAE8FC56DE0A}"/>
              </a:ext>
            </a:extLst>
          </p:cNvPr>
          <p:cNvSpPr/>
          <p:nvPr/>
        </p:nvSpPr>
        <p:spPr>
          <a:xfrm>
            <a:off x="7113281" y="3092377"/>
            <a:ext cx="427106" cy="427106"/>
          </a:xfrm>
          <a:prstGeom prst="ellipse">
            <a:avLst/>
          </a:prstGeom>
          <a:solidFill>
            <a:srgbClr val="0070C0">
              <a:alpha val="50000"/>
            </a:srgb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 dirty="0">
              <a:latin typeface="Aptos" panose="020B0004020202020204" pitchFamily="34" charset="0"/>
            </a:endParaRPr>
          </a:p>
        </p:txBody>
      </p:sp>
      <p:sp>
        <p:nvSpPr>
          <p:cNvPr id="8" name="Oval 8">
            <a:extLst>
              <a:ext uri="{FF2B5EF4-FFF2-40B4-BE49-F238E27FC236}">
                <a16:creationId xmlns:a16="http://schemas.microsoft.com/office/drawing/2014/main" id="{9B581CCD-FA43-E5A7-2F58-DFD5693F82F3}"/>
              </a:ext>
            </a:extLst>
          </p:cNvPr>
          <p:cNvSpPr/>
          <p:nvPr/>
        </p:nvSpPr>
        <p:spPr>
          <a:xfrm>
            <a:off x="11491903" y="2622018"/>
            <a:ext cx="427106" cy="427106"/>
          </a:xfrm>
          <a:prstGeom prst="ellipse">
            <a:avLst/>
          </a:prstGeom>
          <a:solidFill>
            <a:schemeClr val="bg1">
              <a:lumMod val="85000"/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 dirty="0">
              <a:latin typeface="Aptos" panose="020B0004020202020204" pitchFamily="34" charset="0"/>
            </a:endParaRPr>
          </a:p>
        </p:txBody>
      </p:sp>
      <p:cxnSp>
        <p:nvCxnSpPr>
          <p:cNvPr id="9" name="Straight Arrow Connector 18">
            <a:extLst>
              <a:ext uri="{FF2B5EF4-FFF2-40B4-BE49-F238E27FC236}">
                <a16:creationId xmlns:a16="http://schemas.microsoft.com/office/drawing/2014/main" id="{EB2D2445-4A85-1498-2A34-1F733A40E584}"/>
              </a:ext>
            </a:extLst>
          </p:cNvPr>
          <p:cNvCxnSpPr>
            <a:cxnSpLocks/>
            <a:stCxn id="4" idx="6"/>
            <a:endCxn id="5" idx="2"/>
          </p:cNvCxnSpPr>
          <p:nvPr/>
        </p:nvCxnSpPr>
        <p:spPr>
          <a:xfrm flipV="1">
            <a:off x="9052439" y="3517640"/>
            <a:ext cx="1256998" cy="234071"/>
          </a:xfrm>
          <a:prstGeom prst="straightConnector1">
            <a:avLst/>
          </a:prstGeom>
          <a:ln w="38100">
            <a:solidFill>
              <a:schemeClr val="bg1">
                <a:lumMod val="95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" name="Straight Arrow Connector 18">
            <a:extLst>
              <a:ext uri="{FF2B5EF4-FFF2-40B4-BE49-F238E27FC236}">
                <a16:creationId xmlns:a16="http://schemas.microsoft.com/office/drawing/2014/main" id="{BEC7B661-1C0A-B7F6-217B-972616FA397E}"/>
              </a:ext>
            </a:extLst>
          </p:cNvPr>
          <p:cNvCxnSpPr>
            <a:cxnSpLocks/>
            <a:stCxn id="5" idx="7"/>
            <a:endCxn id="8" idx="3"/>
          </p:cNvCxnSpPr>
          <p:nvPr/>
        </p:nvCxnSpPr>
        <p:spPr>
          <a:xfrm flipV="1">
            <a:off x="10673995" y="2986576"/>
            <a:ext cx="880456" cy="380059"/>
          </a:xfrm>
          <a:prstGeom prst="straightConnector1">
            <a:avLst/>
          </a:prstGeom>
          <a:ln w="38100">
            <a:solidFill>
              <a:schemeClr val="bg1">
                <a:lumMod val="95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1" name="Oval 19">
            <a:extLst>
              <a:ext uri="{FF2B5EF4-FFF2-40B4-BE49-F238E27FC236}">
                <a16:creationId xmlns:a16="http://schemas.microsoft.com/office/drawing/2014/main" id="{A9AD7F33-1A1E-B99A-9B64-CCAF607A4EA3}"/>
              </a:ext>
            </a:extLst>
          </p:cNvPr>
          <p:cNvSpPr/>
          <p:nvPr/>
        </p:nvSpPr>
        <p:spPr>
          <a:xfrm>
            <a:off x="8742274" y="1569448"/>
            <a:ext cx="427106" cy="427106"/>
          </a:xfrm>
          <a:prstGeom prst="ellipse">
            <a:avLst/>
          </a:prstGeom>
          <a:solidFill>
            <a:srgbClr val="0070C0">
              <a:alpha val="50000"/>
            </a:srgb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 dirty="0">
              <a:latin typeface="Aptos" panose="020B0004020202020204" pitchFamily="34" charset="0"/>
            </a:endParaRPr>
          </a:p>
        </p:txBody>
      </p:sp>
      <p:sp>
        <p:nvSpPr>
          <p:cNvPr id="12" name="Oval 19">
            <a:extLst>
              <a:ext uri="{FF2B5EF4-FFF2-40B4-BE49-F238E27FC236}">
                <a16:creationId xmlns:a16="http://schemas.microsoft.com/office/drawing/2014/main" id="{BC034629-3450-B602-D48E-9B67B0A050B5}"/>
              </a:ext>
            </a:extLst>
          </p:cNvPr>
          <p:cNvSpPr/>
          <p:nvPr/>
        </p:nvSpPr>
        <p:spPr>
          <a:xfrm>
            <a:off x="7560320" y="5124757"/>
            <a:ext cx="427106" cy="427106"/>
          </a:xfrm>
          <a:prstGeom prst="ellipse">
            <a:avLst/>
          </a:prstGeom>
          <a:solidFill>
            <a:srgbClr val="0070C0">
              <a:alpha val="50000"/>
            </a:srgb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 dirty="0">
              <a:latin typeface="Aptos" panose="020B0004020202020204" pitchFamily="34" charset="0"/>
            </a:endParaRPr>
          </a:p>
        </p:txBody>
      </p:sp>
      <p:sp>
        <p:nvSpPr>
          <p:cNvPr id="13" name="Oval 19">
            <a:extLst>
              <a:ext uri="{FF2B5EF4-FFF2-40B4-BE49-F238E27FC236}">
                <a16:creationId xmlns:a16="http://schemas.microsoft.com/office/drawing/2014/main" id="{ACFDF46B-B4B1-DDC9-3E1E-DCC38851C267}"/>
              </a:ext>
            </a:extLst>
          </p:cNvPr>
          <p:cNvSpPr/>
          <p:nvPr/>
        </p:nvSpPr>
        <p:spPr>
          <a:xfrm>
            <a:off x="9443761" y="5376993"/>
            <a:ext cx="427106" cy="427106"/>
          </a:xfrm>
          <a:prstGeom prst="ellipse">
            <a:avLst/>
          </a:prstGeom>
          <a:solidFill>
            <a:srgbClr val="0070C0">
              <a:alpha val="50000"/>
            </a:srgb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 dirty="0">
              <a:latin typeface="Aptos" panose="020B0004020202020204" pitchFamily="34" charset="0"/>
            </a:endParaRPr>
          </a:p>
        </p:txBody>
      </p:sp>
      <p:sp>
        <p:nvSpPr>
          <p:cNvPr id="14" name="Oval 19">
            <a:extLst>
              <a:ext uri="{FF2B5EF4-FFF2-40B4-BE49-F238E27FC236}">
                <a16:creationId xmlns:a16="http://schemas.microsoft.com/office/drawing/2014/main" id="{DB38C608-1A62-1621-310E-B7BDFD280D86}"/>
              </a:ext>
            </a:extLst>
          </p:cNvPr>
          <p:cNvSpPr/>
          <p:nvPr/>
        </p:nvSpPr>
        <p:spPr>
          <a:xfrm>
            <a:off x="11444091" y="4877014"/>
            <a:ext cx="427106" cy="427106"/>
          </a:xfrm>
          <a:prstGeom prst="ellipse">
            <a:avLst/>
          </a:prstGeom>
          <a:solidFill>
            <a:srgbClr val="0070C0">
              <a:alpha val="50000"/>
            </a:srgb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 dirty="0">
              <a:latin typeface="Aptos" panose="020B0004020202020204" pitchFamily="34" charset="0"/>
            </a:endParaRPr>
          </a:p>
        </p:txBody>
      </p:sp>
      <p:sp>
        <p:nvSpPr>
          <p:cNvPr id="15" name="Oval 19">
            <a:extLst>
              <a:ext uri="{FF2B5EF4-FFF2-40B4-BE49-F238E27FC236}">
                <a16:creationId xmlns:a16="http://schemas.microsoft.com/office/drawing/2014/main" id="{619E998B-C25F-6AF0-769F-818A9AD41DC4}"/>
              </a:ext>
            </a:extLst>
          </p:cNvPr>
          <p:cNvSpPr/>
          <p:nvPr/>
        </p:nvSpPr>
        <p:spPr>
          <a:xfrm>
            <a:off x="10333484" y="1630175"/>
            <a:ext cx="427106" cy="427106"/>
          </a:xfrm>
          <a:prstGeom prst="ellipse">
            <a:avLst/>
          </a:prstGeom>
          <a:solidFill>
            <a:srgbClr val="0070C0">
              <a:alpha val="50000"/>
            </a:srgb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 dirty="0">
              <a:latin typeface="Aptos" panose="020B0004020202020204" pitchFamily="34" charset="0"/>
            </a:endParaRPr>
          </a:p>
        </p:txBody>
      </p:sp>
      <p:cxnSp>
        <p:nvCxnSpPr>
          <p:cNvPr id="16" name="Straight Arrow Connector 47">
            <a:extLst>
              <a:ext uri="{FF2B5EF4-FFF2-40B4-BE49-F238E27FC236}">
                <a16:creationId xmlns:a16="http://schemas.microsoft.com/office/drawing/2014/main" id="{D017A835-9473-59B4-39DB-19B5BE1510A7}"/>
              </a:ext>
            </a:extLst>
          </p:cNvPr>
          <p:cNvCxnSpPr>
            <a:cxnSpLocks/>
            <a:stCxn id="7" idx="7"/>
            <a:endCxn id="11" idx="3"/>
          </p:cNvCxnSpPr>
          <p:nvPr/>
        </p:nvCxnSpPr>
        <p:spPr>
          <a:xfrm flipV="1">
            <a:off x="7477839" y="1934006"/>
            <a:ext cx="1326983" cy="1220919"/>
          </a:xfrm>
          <a:prstGeom prst="straightConnector1">
            <a:avLst/>
          </a:prstGeom>
          <a:ln w="38100">
            <a:solidFill>
              <a:schemeClr val="bg1">
                <a:lumMod val="95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7" name="Straight Arrow Connector 47">
            <a:extLst>
              <a:ext uri="{FF2B5EF4-FFF2-40B4-BE49-F238E27FC236}">
                <a16:creationId xmlns:a16="http://schemas.microsoft.com/office/drawing/2014/main" id="{EB008710-7473-06C9-FC42-E14A18C0EE21}"/>
              </a:ext>
            </a:extLst>
          </p:cNvPr>
          <p:cNvCxnSpPr>
            <a:cxnSpLocks/>
            <a:stCxn id="11" idx="6"/>
            <a:endCxn id="15" idx="2"/>
          </p:cNvCxnSpPr>
          <p:nvPr/>
        </p:nvCxnSpPr>
        <p:spPr>
          <a:xfrm>
            <a:off x="9169380" y="1783001"/>
            <a:ext cx="1164104" cy="60727"/>
          </a:xfrm>
          <a:prstGeom prst="straightConnector1">
            <a:avLst/>
          </a:prstGeom>
          <a:ln w="38100">
            <a:solidFill>
              <a:schemeClr val="bg1">
                <a:lumMod val="95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8" name="Straight Arrow Connector 47">
            <a:extLst>
              <a:ext uri="{FF2B5EF4-FFF2-40B4-BE49-F238E27FC236}">
                <a16:creationId xmlns:a16="http://schemas.microsoft.com/office/drawing/2014/main" id="{AF8F6FC5-4572-2537-375B-AA62433ABE3B}"/>
              </a:ext>
            </a:extLst>
          </p:cNvPr>
          <p:cNvCxnSpPr>
            <a:cxnSpLocks/>
            <a:stCxn id="5" idx="0"/>
            <a:endCxn id="15" idx="4"/>
          </p:cNvCxnSpPr>
          <p:nvPr/>
        </p:nvCxnSpPr>
        <p:spPr>
          <a:xfrm flipV="1">
            <a:off x="10522990" y="2057281"/>
            <a:ext cx="24047" cy="1246806"/>
          </a:xfrm>
          <a:prstGeom prst="straightConnector1">
            <a:avLst/>
          </a:prstGeom>
          <a:ln w="38100">
            <a:solidFill>
              <a:srgbClr val="000000"/>
            </a:solidFill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9" name="Straight Arrow Connector 47">
            <a:extLst>
              <a:ext uri="{FF2B5EF4-FFF2-40B4-BE49-F238E27FC236}">
                <a16:creationId xmlns:a16="http://schemas.microsoft.com/office/drawing/2014/main" id="{FE9C7B27-477A-2F6C-731C-814230457076}"/>
              </a:ext>
            </a:extLst>
          </p:cNvPr>
          <p:cNvCxnSpPr>
            <a:cxnSpLocks/>
            <a:stCxn id="15" idx="5"/>
            <a:endCxn id="8" idx="1"/>
          </p:cNvCxnSpPr>
          <p:nvPr/>
        </p:nvCxnSpPr>
        <p:spPr>
          <a:xfrm>
            <a:off x="10698042" y="1994733"/>
            <a:ext cx="856409" cy="689833"/>
          </a:xfrm>
          <a:prstGeom prst="straightConnector1">
            <a:avLst/>
          </a:prstGeom>
          <a:ln w="38100">
            <a:solidFill>
              <a:schemeClr val="bg1">
                <a:lumMod val="95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0" name="Straight Arrow Connector 47">
            <a:extLst>
              <a:ext uri="{FF2B5EF4-FFF2-40B4-BE49-F238E27FC236}">
                <a16:creationId xmlns:a16="http://schemas.microsoft.com/office/drawing/2014/main" id="{B6F7D165-849A-0121-4E07-6C0A11D7071B}"/>
              </a:ext>
            </a:extLst>
          </p:cNvPr>
          <p:cNvCxnSpPr>
            <a:cxnSpLocks/>
            <a:stCxn id="7" idx="4"/>
            <a:endCxn id="12" idx="0"/>
          </p:cNvCxnSpPr>
          <p:nvPr/>
        </p:nvCxnSpPr>
        <p:spPr>
          <a:xfrm>
            <a:off x="7326834" y="3519483"/>
            <a:ext cx="447039" cy="1605274"/>
          </a:xfrm>
          <a:prstGeom prst="straightConnector1">
            <a:avLst/>
          </a:prstGeom>
          <a:ln w="38100">
            <a:solidFill>
              <a:srgbClr val="000000"/>
            </a:solidFill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1" name="Straight Arrow Connector 47">
            <a:extLst>
              <a:ext uri="{FF2B5EF4-FFF2-40B4-BE49-F238E27FC236}">
                <a16:creationId xmlns:a16="http://schemas.microsoft.com/office/drawing/2014/main" id="{70FFAD98-D0C1-F62D-F18A-2C5636D01D08}"/>
              </a:ext>
            </a:extLst>
          </p:cNvPr>
          <p:cNvCxnSpPr>
            <a:cxnSpLocks/>
            <a:stCxn id="4" idx="5"/>
            <a:endCxn id="13" idx="0"/>
          </p:cNvCxnSpPr>
          <p:nvPr/>
        </p:nvCxnSpPr>
        <p:spPr>
          <a:xfrm>
            <a:off x="8989891" y="3902716"/>
            <a:ext cx="667423" cy="1474277"/>
          </a:xfrm>
          <a:prstGeom prst="straightConnector1">
            <a:avLst/>
          </a:prstGeom>
          <a:ln w="38100">
            <a:solidFill>
              <a:srgbClr val="000000"/>
            </a:solidFill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2" name="Straight Arrow Connector 47">
            <a:extLst>
              <a:ext uri="{FF2B5EF4-FFF2-40B4-BE49-F238E27FC236}">
                <a16:creationId xmlns:a16="http://schemas.microsoft.com/office/drawing/2014/main" id="{4629FA8C-AF09-66F3-A46D-038215D895DE}"/>
              </a:ext>
            </a:extLst>
          </p:cNvPr>
          <p:cNvCxnSpPr>
            <a:cxnSpLocks/>
            <a:stCxn id="12" idx="6"/>
            <a:endCxn id="13" idx="2"/>
          </p:cNvCxnSpPr>
          <p:nvPr/>
        </p:nvCxnSpPr>
        <p:spPr>
          <a:xfrm>
            <a:off x="7987426" y="5338310"/>
            <a:ext cx="1456335" cy="252236"/>
          </a:xfrm>
          <a:prstGeom prst="straightConnector1">
            <a:avLst/>
          </a:prstGeom>
          <a:ln w="38100">
            <a:solidFill>
              <a:srgbClr val="000000"/>
            </a:solidFill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3" name="Straight Arrow Connector 47">
            <a:extLst>
              <a:ext uri="{FF2B5EF4-FFF2-40B4-BE49-F238E27FC236}">
                <a16:creationId xmlns:a16="http://schemas.microsoft.com/office/drawing/2014/main" id="{375D92C0-A3DF-2799-579D-2A2AB3CC3363}"/>
              </a:ext>
            </a:extLst>
          </p:cNvPr>
          <p:cNvCxnSpPr>
            <a:cxnSpLocks/>
            <a:stCxn id="13" idx="6"/>
            <a:endCxn id="14" idx="2"/>
          </p:cNvCxnSpPr>
          <p:nvPr/>
        </p:nvCxnSpPr>
        <p:spPr>
          <a:xfrm flipV="1">
            <a:off x="9870867" y="5090567"/>
            <a:ext cx="1573224" cy="499979"/>
          </a:xfrm>
          <a:prstGeom prst="straightConnector1">
            <a:avLst/>
          </a:prstGeom>
          <a:ln w="38100">
            <a:solidFill>
              <a:srgbClr val="000000"/>
            </a:solidFill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4" name="Straight Arrow Connector 47">
            <a:extLst>
              <a:ext uri="{FF2B5EF4-FFF2-40B4-BE49-F238E27FC236}">
                <a16:creationId xmlns:a16="http://schemas.microsoft.com/office/drawing/2014/main" id="{F49F488F-7718-708A-20EE-AFF8D6EC3EF4}"/>
              </a:ext>
            </a:extLst>
          </p:cNvPr>
          <p:cNvCxnSpPr>
            <a:cxnSpLocks/>
            <a:stCxn id="14" idx="0"/>
            <a:endCxn id="8" idx="4"/>
          </p:cNvCxnSpPr>
          <p:nvPr/>
        </p:nvCxnSpPr>
        <p:spPr>
          <a:xfrm flipV="1">
            <a:off x="11657644" y="3049124"/>
            <a:ext cx="47812" cy="1827890"/>
          </a:xfrm>
          <a:prstGeom prst="straightConnector1">
            <a:avLst/>
          </a:prstGeom>
          <a:ln w="38100">
            <a:solidFill>
              <a:schemeClr val="bg1">
                <a:lumMod val="95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5" name="Straight Arrow Connector 47">
            <a:extLst>
              <a:ext uri="{FF2B5EF4-FFF2-40B4-BE49-F238E27FC236}">
                <a16:creationId xmlns:a16="http://schemas.microsoft.com/office/drawing/2014/main" id="{B899A355-D34D-8CBB-5986-16C24CFDE71D}"/>
              </a:ext>
            </a:extLst>
          </p:cNvPr>
          <p:cNvCxnSpPr>
            <a:cxnSpLocks/>
            <a:stCxn id="4" idx="0"/>
            <a:endCxn id="11" idx="4"/>
          </p:cNvCxnSpPr>
          <p:nvPr/>
        </p:nvCxnSpPr>
        <p:spPr>
          <a:xfrm flipV="1">
            <a:off x="8838886" y="1996554"/>
            <a:ext cx="116941" cy="1541604"/>
          </a:xfrm>
          <a:prstGeom prst="straightConnector1">
            <a:avLst/>
          </a:prstGeom>
          <a:ln w="38100">
            <a:solidFill>
              <a:srgbClr val="000000"/>
            </a:solidFill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6" name="Straight Arrow Connector 18">
            <a:extLst>
              <a:ext uri="{FF2B5EF4-FFF2-40B4-BE49-F238E27FC236}">
                <a16:creationId xmlns:a16="http://schemas.microsoft.com/office/drawing/2014/main" id="{E940D349-8783-B2B5-2582-A969DB6CA24E}"/>
              </a:ext>
            </a:extLst>
          </p:cNvPr>
          <p:cNvCxnSpPr>
            <a:cxnSpLocks/>
            <a:stCxn id="13" idx="7"/>
            <a:endCxn id="5" idx="3"/>
          </p:cNvCxnSpPr>
          <p:nvPr/>
        </p:nvCxnSpPr>
        <p:spPr>
          <a:xfrm flipV="1">
            <a:off x="9808319" y="3668645"/>
            <a:ext cx="563666" cy="1770896"/>
          </a:xfrm>
          <a:prstGeom prst="straightConnector1">
            <a:avLst/>
          </a:prstGeom>
          <a:ln w="38100">
            <a:solidFill>
              <a:schemeClr val="bg1">
                <a:lumMod val="95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7" name="Straight Arrow Connector 18">
            <a:extLst>
              <a:ext uri="{FF2B5EF4-FFF2-40B4-BE49-F238E27FC236}">
                <a16:creationId xmlns:a16="http://schemas.microsoft.com/office/drawing/2014/main" id="{09D41C45-1BC3-8967-1CBD-9F29B4FF9A5A}"/>
              </a:ext>
            </a:extLst>
          </p:cNvPr>
          <p:cNvCxnSpPr>
            <a:cxnSpLocks/>
            <a:stCxn id="14" idx="1"/>
            <a:endCxn id="5" idx="5"/>
          </p:cNvCxnSpPr>
          <p:nvPr/>
        </p:nvCxnSpPr>
        <p:spPr>
          <a:xfrm flipH="1" flipV="1">
            <a:off x="10673995" y="3668645"/>
            <a:ext cx="832644" cy="1270917"/>
          </a:xfrm>
          <a:prstGeom prst="straightConnector1">
            <a:avLst/>
          </a:prstGeom>
          <a:ln w="38100">
            <a:solidFill>
              <a:srgbClr val="000000"/>
            </a:solidFill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8" name="TextBox 117">
            <a:extLst>
              <a:ext uri="{FF2B5EF4-FFF2-40B4-BE49-F238E27FC236}">
                <a16:creationId xmlns:a16="http://schemas.microsoft.com/office/drawing/2014/main" id="{183710D5-A4AC-C30E-E144-BBAB5BFAA102}"/>
              </a:ext>
            </a:extLst>
          </p:cNvPr>
          <p:cNvSpPr txBox="1"/>
          <p:nvPr/>
        </p:nvSpPr>
        <p:spPr>
          <a:xfrm>
            <a:off x="7820850" y="2253785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NL" dirty="0">
                <a:solidFill>
                  <a:schemeClr val="bg1">
                    <a:lumMod val="85000"/>
                  </a:schemeClr>
                </a:solidFill>
                <a:latin typeface="Aptos" panose="020B0004020202020204" pitchFamily="34" charset="0"/>
              </a:rPr>
              <a:t>5</a:t>
            </a:r>
          </a:p>
        </p:txBody>
      </p:sp>
      <p:sp>
        <p:nvSpPr>
          <p:cNvPr id="29" name="TextBox 118">
            <a:extLst>
              <a:ext uri="{FF2B5EF4-FFF2-40B4-BE49-F238E27FC236}">
                <a16:creationId xmlns:a16="http://schemas.microsoft.com/office/drawing/2014/main" id="{BF2A39F9-B1B1-9BD2-67E8-9BB60F3D6793}"/>
              </a:ext>
            </a:extLst>
          </p:cNvPr>
          <p:cNvSpPr txBox="1"/>
          <p:nvPr/>
        </p:nvSpPr>
        <p:spPr>
          <a:xfrm>
            <a:off x="8893019" y="2644064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>
              <a:defRPr>
                <a:solidFill>
                  <a:srgbClr val="000000"/>
                </a:solidFill>
                <a:latin typeface="Aptos" panose="020B0004020202020204" pitchFamily="34" charset="0"/>
              </a:defRPr>
            </a:lvl1pPr>
          </a:lstStyle>
          <a:p>
            <a:r>
              <a:rPr lang="nl-NL" dirty="0"/>
              <a:t>3</a:t>
            </a:r>
          </a:p>
        </p:txBody>
      </p:sp>
      <p:sp>
        <p:nvSpPr>
          <p:cNvPr id="30" name="TextBox 119">
            <a:extLst>
              <a:ext uri="{FF2B5EF4-FFF2-40B4-BE49-F238E27FC236}">
                <a16:creationId xmlns:a16="http://schemas.microsoft.com/office/drawing/2014/main" id="{FE18BFB7-D14F-FC77-A482-2CADA1BC2FFE}"/>
              </a:ext>
            </a:extLst>
          </p:cNvPr>
          <p:cNvSpPr txBox="1"/>
          <p:nvPr/>
        </p:nvSpPr>
        <p:spPr>
          <a:xfrm>
            <a:off x="9769039" y="1813423"/>
            <a:ext cx="4315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>
              <a:defRPr>
                <a:solidFill>
                  <a:schemeClr val="bg1">
                    <a:lumMod val="95000"/>
                  </a:schemeClr>
                </a:solidFill>
                <a:latin typeface="Aptos" panose="020B0004020202020204" pitchFamily="34" charset="0"/>
              </a:defRPr>
            </a:lvl1pPr>
          </a:lstStyle>
          <a:p>
            <a:r>
              <a:rPr lang="nl-NL" dirty="0">
                <a:solidFill>
                  <a:schemeClr val="bg1">
                    <a:lumMod val="85000"/>
                  </a:schemeClr>
                </a:solidFill>
              </a:rPr>
              <a:t>10</a:t>
            </a:r>
          </a:p>
        </p:txBody>
      </p:sp>
      <p:sp>
        <p:nvSpPr>
          <p:cNvPr id="31" name="TextBox 120">
            <a:extLst>
              <a:ext uri="{FF2B5EF4-FFF2-40B4-BE49-F238E27FC236}">
                <a16:creationId xmlns:a16="http://schemas.microsoft.com/office/drawing/2014/main" id="{17A5CE59-5224-CB36-8907-99F28EFC60D5}"/>
              </a:ext>
            </a:extLst>
          </p:cNvPr>
          <p:cNvSpPr txBox="1"/>
          <p:nvPr/>
        </p:nvSpPr>
        <p:spPr>
          <a:xfrm>
            <a:off x="11144364" y="2057281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>
              <a:defRPr>
                <a:solidFill>
                  <a:schemeClr val="bg1">
                    <a:lumMod val="95000"/>
                  </a:schemeClr>
                </a:solidFill>
                <a:latin typeface="Aptos" panose="020B0004020202020204" pitchFamily="34" charset="0"/>
              </a:defRPr>
            </a:lvl1pPr>
          </a:lstStyle>
          <a:p>
            <a:r>
              <a:rPr lang="nl-NL" dirty="0">
                <a:solidFill>
                  <a:schemeClr val="bg1">
                    <a:lumMod val="85000"/>
                  </a:schemeClr>
                </a:solidFill>
              </a:rPr>
              <a:t>9</a:t>
            </a:r>
          </a:p>
        </p:txBody>
      </p:sp>
      <p:sp>
        <p:nvSpPr>
          <p:cNvPr id="32" name="TextBox 121">
            <a:extLst>
              <a:ext uri="{FF2B5EF4-FFF2-40B4-BE49-F238E27FC236}">
                <a16:creationId xmlns:a16="http://schemas.microsoft.com/office/drawing/2014/main" id="{E0D3EBE0-7216-2179-BF77-DB25E9E0BB8E}"/>
              </a:ext>
            </a:extLst>
          </p:cNvPr>
          <p:cNvSpPr txBox="1"/>
          <p:nvPr/>
        </p:nvSpPr>
        <p:spPr>
          <a:xfrm>
            <a:off x="10179435" y="2466494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>
              <a:defRPr>
                <a:solidFill>
                  <a:schemeClr val="bg1">
                    <a:lumMod val="95000"/>
                  </a:schemeClr>
                </a:solidFill>
                <a:latin typeface="Aptos" panose="020B0004020202020204" pitchFamily="34" charset="0"/>
              </a:defRPr>
            </a:lvl1pPr>
          </a:lstStyle>
          <a:p>
            <a:r>
              <a:rPr lang="nl-NL" dirty="0">
                <a:solidFill>
                  <a:srgbClr val="000000"/>
                </a:solidFill>
              </a:rPr>
              <a:t>2</a:t>
            </a:r>
          </a:p>
        </p:txBody>
      </p:sp>
      <p:sp>
        <p:nvSpPr>
          <p:cNvPr id="33" name="TextBox 122">
            <a:extLst>
              <a:ext uri="{FF2B5EF4-FFF2-40B4-BE49-F238E27FC236}">
                <a16:creationId xmlns:a16="http://schemas.microsoft.com/office/drawing/2014/main" id="{53BD1D04-9E3E-0AB3-1465-7B46D9CAF688}"/>
              </a:ext>
            </a:extLst>
          </p:cNvPr>
          <p:cNvSpPr txBox="1"/>
          <p:nvPr/>
        </p:nvSpPr>
        <p:spPr>
          <a:xfrm>
            <a:off x="8968232" y="4541872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>
              <a:defRPr>
                <a:solidFill>
                  <a:srgbClr val="000000"/>
                </a:solidFill>
                <a:latin typeface="Aptos" panose="020B0004020202020204" pitchFamily="34" charset="0"/>
              </a:defRPr>
            </a:lvl1pPr>
          </a:lstStyle>
          <a:p>
            <a:r>
              <a:rPr lang="nl-NL" dirty="0"/>
              <a:t>4</a:t>
            </a:r>
          </a:p>
        </p:txBody>
      </p:sp>
      <p:sp>
        <p:nvSpPr>
          <p:cNvPr id="34" name="TextBox 123">
            <a:extLst>
              <a:ext uri="{FF2B5EF4-FFF2-40B4-BE49-F238E27FC236}">
                <a16:creationId xmlns:a16="http://schemas.microsoft.com/office/drawing/2014/main" id="{CB850AF2-1B7E-0EA2-1C02-9E023FA3D4EB}"/>
              </a:ext>
            </a:extLst>
          </p:cNvPr>
          <p:cNvSpPr txBox="1"/>
          <p:nvPr/>
        </p:nvSpPr>
        <p:spPr>
          <a:xfrm>
            <a:off x="8588225" y="5472694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>
              <a:defRPr>
                <a:solidFill>
                  <a:schemeClr val="bg1">
                    <a:lumMod val="95000"/>
                  </a:schemeClr>
                </a:solidFill>
                <a:latin typeface="Aptos" panose="020B0004020202020204" pitchFamily="34" charset="0"/>
              </a:defRPr>
            </a:lvl1pPr>
          </a:lstStyle>
          <a:p>
            <a:r>
              <a:rPr lang="nl-NL" dirty="0">
                <a:solidFill>
                  <a:srgbClr val="000000"/>
                </a:solidFill>
              </a:rPr>
              <a:t>2</a:t>
            </a:r>
          </a:p>
        </p:txBody>
      </p:sp>
      <p:sp>
        <p:nvSpPr>
          <p:cNvPr id="35" name="TextBox 124">
            <a:extLst>
              <a:ext uri="{FF2B5EF4-FFF2-40B4-BE49-F238E27FC236}">
                <a16:creationId xmlns:a16="http://schemas.microsoft.com/office/drawing/2014/main" id="{B9D47369-B39F-7E88-CCFA-FA2D0001B2DE}"/>
              </a:ext>
            </a:extLst>
          </p:cNvPr>
          <p:cNvSpPr txBox="1"/>
          <p:nvPr/>
        </p:nvSpPr>
        <p:spPr>
          <a:xfrm>
            <a:off x="7641483" y="4158639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>
              <a:defRPr>
                <a:solidFill>
                  <a:schemeClr val="bg1">
                    <a:lumMod val="95000"/>
                  </a:schemeClr>
                </a:solidFill>
                <a:latin typeface="Aptos" panose="020B0004020202020204" pitchFamily="34" charset="0"/>
              </a:defRPr>
            </a:lvl1pPr>
          </a:lstStyle>
          <a:p>
            <a:r>
              <a:rPr lang="nl-NL" dirty="0">
                <a:solidFill>
                  <a:srgbClr val="000000"/>
                </a:solidFill>
              </a:rPr>
              <a:t>2</a:t>
            </a:r>
          </a:p>
        </p:txBody>
      </p:sp>
      <p:sp>
        <p:nvSpPr>
          <p:cNvPr id="36" name="TextBox 125">
            <a:extLst>
              <a:ext uri="{FF2B5EF4-FFF2-40B4-BE49-F238E27FC236}">
                <a16:creationId xmlns:a16="http://schemas.microsoft.com/office/drawing/2014/main" id="{098AE206-31DE-148C-77E1-419641A619D0}"/>
              </a:ext>
            </a:extLst>
          </p:cNvPr>
          <p:cNvSpPr txBox="1"/>
          <p:nvPr/>
        </p:nvSpPr>
        <p:spPr>
          <a:xfrm>
            <a:off x="10803088" y="5301733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>
              <a:defRPr>
                <a:solidFill>
                  <a:schemeClr val="bg1">
                    <a:lumMod val="95000"/>
                  </a:schemeClr>
                </a:solidFill>
                <a:latin typeface="Aptos" panose="020B0004020202020204" pitchFamily="34" charset="0"/>
              </a:defRPr>
            </a:lvl1pPr>
          </a:lstStyle>
          <a:p>
            <a:r>
              <a:rPr lang="nl-NL" dirty="0">
                <a:solidFill>
                  <a:srgbClr val="000000"/>
                </a:solidFill>
              </a:rPr>
              <a:t>1</a:t>
            </a:r>
          </a:p>
        </p:txBody>
      </p:sp>
      <p:sp>
        <p:nvSpPr>
          <p:cNvPr id="37" name="TextBox 126">
            <a:extLst>
              <a:ext uri="{FF2B5EF4-FFF2-40B4-BE49-F238E27FC236}">
                <a16:creationId xmlns:a16="http://schemas.microsoft.com/office/drawing/2014/main" id="{E15A7076-4E82-473E-3ECE-39AE40B8FE98}"/>
              </a:ext>
            </a:extLst>
          </p:cNvPr>
          <p:cNvSpPr txBox="1"/>
          <p:nvPr/>
        </p:nvSpPr>
        <p:spPr>
          <a:xfrm>
            <a:off x="9774498" y="4284407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>
              <a:defRPr>
                <a:solidFill>
                  <a:schemeClr val="bg1">
                    <a:lumMod val="95000"/>
                  </a:schemeClr>
                </a:solidFill>
                <a:latin typeface="Aptos" panose="020B0004020202020204" pitchFamily="34" charset="0"/>
              </a:defRPr>
            </a:lvl1pPr>
          </a:lstStyle>
          <a:p>
            <a:r>
              <a:rPr lang="nl-NL" dirty="0">
                <a:solidFill>
                  <a:schemeClr val="bg1">
                    <a:lumMod val="85000"/>
                  </a:schemeClr>
                </a:solidFill>
              </a:rPr>
              <a:t>5</a:t>
            </a:r>
          </a:p>
        </p:txBody>
      </p:sp>
      <p:sp>
        <p:nvSpPr>
          <p:cNvPr id="38" name="TextBox 127">
            <a:extLst>
              <a:ext uri="{FF2B5EF4-FFF2-40B4-BE49-F238E27FC236}">
                <a16:creationId xmlns:a16="http://schemas.microsoft.com/office/drawing/2014/main" id="{0FE902B6-D3F7-5F67-3FB9-8BE7C0DFDACE}"/>
              </a:ext>
            </a:extLst>
          </p:cNvPr>
          <p:cNvSpPr txBox="1"/>
          <p:nvPr/>
        </p:nvSpPr>
        <p:spPr>
          <a:xfrm>
            <a:off x="10760148" y="4249247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>
              <a:defRPr>
                <a:solidFill>
                  <a:srgbClr val="000000"/>
                </a:solidFill>
                <a:latin typeface="Aptos" panose="020B0004020202020204" pitchFamily="34" charset="0"/>
              </a:defRPr>
            </a:lvl1pPr>
          </a:lstStyle>
          <a:p>
            <a:r>
              <a:rPr lang="nl-NL" dirty="0"/>
              <a:t>3</a:t>
            </a:r>
          </a:p>
        </p:txBody>
      </p:sp>
      <p:sp>
        <p:nvSpPr>
          <p:cNvPr id="39" name="TextBox 128">
            <a:extLst>
              <a:ext uri="{FF2B5EF4-FFF2-40B4-BE49-F238E27FC236}">
                <a16:creationId xmlns:a16="http://schemas.microsoft.com/office/drawing/2014/main" id="{1008F135-A757-78BD-171D-3315EA7B72F7}"/>
              </a:ext>
            </a:extLst>
          </p:cNvPr>
          <p:cNvSpPr txBox="1"/>
          <p:nvPr/>
        </p:nvSpPr>
        <p:spPr>
          <a:xfrm>
            <a:off x="10917429" y="2767356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>
              <a:defRPr>
                <a:solidFill>
                  <a:schemeClr val="bg1">
                    <a:lumMod val="95000"/>
                  </a:schemeClr>
                </a:solidFill>
                <a:latin typeface="Aptos" panose="020B0004020202020204" pitchFamily="34" charset="0"/>
              </a:defRPr>
            </a:lvl1pPr>
          </a:lstStyle>
          <a:p>
            <a:r>
              <a:rPr lang="nl-NL" dirty="0">
                <a:solidFill>
                  <a:schemeClr val="bg1">
                    <a:lumMod val="85000"/>
                  </a:schemeClr>
                </a:solidFill>
              </a:rPr>
              <a:t>8</a:t>
            </a:r>
          </a:p>
        </p:txBody>
      </p:sp>
      <p:sp>
        <p:nvSpPr>
          <p:cNvPr id="40" name="TextBox 129">
            <a:extLst>
              <a:ext uri="{FF2B5EF4-FFF2-40B4-BE49-F238E27FC236}">
                <a16:creationId xmlns:a16="http://schemas.microsoft.com/office/drawing/2014/main" id="{BA687351-4C1B-FE8B-1875-52A2291B52EE}"/>
              </a:ext>
            </a:extLst>
          </p:cNvPr>
          <p:cNvSpPr txBox="1"/>
          <p:nvPr/>
        </p:nvSpPr>
        <p:spPr>
          <a:xfrm>
            <a:off x="11702412" y="3871807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>
              <a:defRPr>
                <a:solidFill>
                  <a:schemeClr val="bg1">
                    <a:lumMod val="95000"/>
                  </a:schemeClr>
                </a:solidFill>
                <a:latin typeface="Aptos" panose="020B0004020202020204" pitchFamily="34" charset="0"/>
              </a:defRPr>
            </a:lvl1pPr>
          </a:lstStyle>
          <a:p>
            <a:r>
              <a:rPr lang="nl-NL" dirty="0">
                <a:solidFill>
                  <a:schemeClr val="bg1">
                    <a:lumMod val="85000"/>
                  </a:schemeClr>
                </a:solidFill>
              </a:rPr>
              <a:t>9</a:t>
            </a:r>
          </a:p>
        </p:txBody>
      </p:sp>
      <p:sp>
        <p:nvSpPr>
          <p:cNvPr id="41" name="TextBox 130">
            <a:extLst>
              <a:ext uri="{FF2B5EF4-FFF2-40B4-BE49-F238E27FC236}">
                <a16:creationId xmlns:a16="http://schemas.microsoft.com/office/drawing/2014/main" id="{57D36C62-7E0C-8120-817C-BAA4F6747267}"/>
              </a:ext>
            </a:extLst>
          </p:cNvPr>
          <p:cNvSpPr txBox="1"/>
          <p:nvPr/>
        </p:nvSpPr>
        <p:spPr>
          <a:xfrm>
            <a:off x="9636165" y="3226198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>
              <a:defRPr>
                <a:solidFill>
                  <a:schemeClr val="bg1">
                    <a:lumMod val="95000"/>
                  </a:schemeClr>
                </a:solidFill>
                <a:latin typeface="Aptos" panose="020B0004020202020204" pitchFamily="34" charset="0"/>
              </a:defRPr>
            </a:lvl1pPr>
          </a:lstStyle>
          <a:p>
            <a:r>
              <a:rPr lang="nl-NL" dirty="0">
                <a:solidFill>
                  <a:schemeClr val="bg1">
                    <a:lumMod val="85000"/>
                  </a:schemeClr>
                </a:solidFill>
              </a:rPr>
              <a:t>6</a:t>
            </a:r>
          </a:p>
        </p:txBody>
      </p:sp>
      <p:sp>
        <p:nvSpPr>
          <p:cNvPr id="42" name="TextBox 131">
            <a:extLst>
              <a:ext uri="{FF2B5EF4-FFF2-40B4-BE49-F238E27FC236}">
                <a16:creationId xmlns:a16="http://schemas.microsoft.com/office/drawing/2014/main" id="{8CEBC17D-A967-E0A4-40D1-DF377278920D}"/>
              </a:ext>
            </a:extLst>
          </p:cNvPr>
          <p:cNvSpPr txBox="1"/>
          <p:nvPr/>
        </p:nvSpPr>
        <p:spPr>
          <a:xfrm>
            <a:off x="8051195" y="3212699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>
              <a:defRPr>
                <a:solidFill>
                  <a:schemeClr val="bg1">
                    <a:lumMod val="95000"/>
                  </a:schemeClr>
                </a:solidFill>
                <a:latin typeface="Aptos" panose="020B0004020202020204" pitchFamily="34" charset="0"/>
              </a:defRPr>
            </a:lvl1pPr>
          </a:lstStyle>
          <a:p>
            <a:r>
              <a:rPr lang="nl-NL" dirty="0">
                <a:solidFill>
                  <a:schemeClr val="bg1">
                    <a:lumMod val="85000"/>
                  </a:schemeClr>
                </a:solidFill>
              </a:rPr>
              <a:t>7</a:t>
            </a:r>
          </a:p>
        </p:txBody>
      </p:sp>
    </p:spTree>
    <p:extLst>
      <p:ext uri="{BB962C8B-B14F-4D97-AF65-F5344CB8AC3E}">
        <p14:creationId xmlns:p14="http://schemas.microsoft.com/office/powerpoint/2010/main" val="36977764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7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7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" presetID="7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9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10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7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2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13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7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5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16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7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8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19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1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C00000"/>
                                      </p:to>
                                    </p:animClr>
                                    <p:set>
                                      <p:cBhvr>
                                        <p:cTn id="22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3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C00000"/>
                                      </p:to>
                                    </p:animClr>
                                    <p:set>
                                      <p:cBhvr>
                                        <p:cTn id="2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9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C00000"/>
                                      </p:to>
                                    </p:animClr>
                                    <p:set>
                                      <p:cBhvr>
                                        <p:cTn id="30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1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3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C00000"/>
                                      </p:to>
                                    </p:animClr>
                                    <p:set>
                                      <p:cBhvr>
                                        <p:cTn id="34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5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6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7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C00000"/>
                                      </p:to>
                                    </p:animClr>
                                    <p:set>
                                      <p:cBhvr>
                                        <p:cTn id="38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9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7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3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F2F2F2"/>
                                      </p:to>
                                    </p:animClr>
                                    <p:set>
                                      <p:cBhvr>
                                        <p:cTn id="44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7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6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000000"/>
                                      </p:to>
                                    </p:animClr>
                                    <p:set>
                                      <p:cBhvr>
                                        <p:cTn id="47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8" presetID="7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9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000000"/>
                                      </p:to>
                                    </p:animClr>
                                    <p:set>
                                      <p:cBhvr>
                                        <p:cTn id="50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7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2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000000"/>
                                      </p:to>
                                    </p:animClr>
                                    <p:set>
                                      <p:cBhvr>
                                        <p:cTn id="53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4" presetID="7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5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000000"/>
                                      </p:to>
                                    </p:animClr>
                                    <p:set>
                                      <p:cBhvr>
                                        <p:cTn id="56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0070C0"/>
                                      </p:to>
                                    </p:animClr>
                                    <p:set>
                                      <p:cBhvr>
                                        <p:cTn id="59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60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0070C0"/>
                                      </p:to>
                                    </p:animClr>
                                    <p:set>
                                      <p:cBhvr>
                                        <p:cTn id="6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64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6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0070C0"/>
                                      </p:to>
                                    </p:animClr>
                                    <p:set>
                                      <p:cBhvr>
                                        <p:cTn id="6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6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70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0070C0"/>
                                      </p:to>
                                    </p:animClr>
                                    <p:set>
                                      <p:cBhvr>
                                        <p:cTn id="71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72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74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0070C0"/>
                                      </p:to>
                                    </p:animClr>
                                    <p:set>
                                      <p:cBhvr>
                                        <p:cTn id="75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76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2FA48B-8E9C-69AD-B049-73D92C98C3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5EAD03-B9A0-D4D1-59C3-311BFCBDF4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 err="1"/>
              <a:t>Kruskal’s</a:t>
            </a:r>
            <a:r>
              <a:rPr lang="nl-NL" dirty="0"/>
              <a:t> </a:t>
            </a:r>
            <a:r>
              <a:rPr lang="nl-NL" dirty="0" err="1"/>
              <a:t>algorithm</a:t>
            </a:r>
            <a:endParaRPr lang="nl-N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BAB4F5-451F-D153-DB28-1485BB8E347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0081" y="2633472"/>
            <a:ext cx="5213964" cy="3625926"/>
          </a:xfrm>
        </p:spPr>
        <p:txBody>
          <a:bodyPr>
            <a:normAutofit/>
          </a:bodyPr>
          <a:lstStyle/>
          <a:p>
            <a:r>
              <a:rPr lang="nl-NL" dirty="0"/>
              <a:t>Pseudocode:</a:t>
            </a:r>
          </a:p>
          <a:p>
            <a:pPr lvl="1"/>
            <a:r>
              <a:rPr lang="nl-NL" dirty="0"/>
              <a:t>Start </a:t>
            </a:r>
            <a:r>
              <a:rPr lang="nl-NL" dirty="0" err="1"/>
              <a:t>with</a:t>
            </a:r>
            <a:r>
              <a:rPr lang="nl-NL" dirty="0"/>
              <a:t> a </a:t>
            </a:r>
            <a:r>
              <a:rPr lang="nl-NL" dirty="0" err="1"/>
              <a:t>result</a:t>
            </a:r>
            <a:r>
              <a:rPr lang="nl-NL" dirty="0"/>
              <a:t> </a:t>
            </a:r>
            <a:r>
              <a:rPr lang="nl-NL" dirty="0" err="1"/>
              <a:t>that</a:t>
            </a:r>
            <a:r>
              <a:rPr lang="nl-NL" dirty="0"/>
              <a:t> has </a:t>
            </a:r>
            <a:r>
              <a:rPr lang="nl-NL" dirty="0" err="1"/>
              <a:t>all</a:t>
            </a:r>
            <a:r>
              <a:rPr lang="nl-NL" dirty="0"/>
              <a:t> </a:t>
            </a:r>
            <a:r>
              <a:rPr lang="nl-NL" dirty="0" err="1"/>
              <a:t>nodes</a:t>
            </a:r>
            <a:r>
              <a:rPr lang="nl-NL" dirty="0"/>
              <a:t> but no </a:t>
            </a:r>
            <a:r>
              <a:rPr lang="nl-NL" dirty="0" err="1"/>
              <a:t>edges</a:t>
            </a:r>
            <a:endParaRPr lang="nl-NL" dirty="0"/>
          </a:p>
          <a:p>
            <a:pPr lvl="1"/>
            <a:r>
              <a:rPr lang="nl-NL" dirty="0" err="1"/>
              <a:t>While</a:t>
            </a:r>
            <a:r>
              <a:rPr lang="nl-NL" dirty="0"/>
              <a:t> we have </a:t>
            </a:r>
            <a:r>
              <a:rPr lang="nl-NL" dirty="0" err="1"/>
              <a:t>not</a:t>
            </a:r>
            <a:r>
              <a:rPr lang="nl-NL" dirty="0"/>
              <a:t> </a:t>
            </a:r>
            <a:r>
              <a:rPr lang="nl-NL" dirty="0" err="1"/>
              <a:t>yet</a:t>
            </a:r>
            <a:r>
              <a:rPr lang="nl-NL" dirty="0"/>
              <a:t> </a:t>
            </a:r>
            <a:r>
              <a:rPr lang="nl-NL" dirty="0" err="1"/>
              <a:t>added</a:t>
            </a:r>
            <a:r>
              <a:rPr lang="nl-NL" dirty="0"/>
              <a:t> n – 1 </a:t>
            </a:r>
            <a:r>
              <a:rPr lang="nl-NL" dirty="0" err="1"/>
              <a:t>edges</a:t>
            </a:r>
            <a:r>
              <a:rPr lang="nl-NL" dirty="0"/>
              <a:t>:</a:t>
            </a:r>
          </a:p>
          <a:p>
            <a:pPr lvl="2"/>
            <a:r>
              <a:rPr lang="nl-NL" dirty="0" err="1"/>
              <a:t>Find</a:t>
            </a:r>
            <a:r>
              <a:rPr lang="nl-NL" dirty="0"/>
              <a:t> </a:t>
            </a:r>
            <a:r>
              <a:rPr lang="nl-NL" dirty="0" err="1"/>
              <a:t>the</a:t>
            </a:r>
            <a:r>
              <a:rPr lang="nl-NL" dirty="0"/>
              <a:t> </a:t>
            </a:r>
            <a:r>
              <a:rPr lang="nl-NL" dirty="0" err="1"/>
              <a:t>cheapest</a:t>
            </a:r>
            <a:r>
              <a:rPr lang="nl-NL" dirty="0"/>
              <a:t> </a:t>
            </a:r>
            <a:r>
              <a:rPr lang="nl-NL" dirty="0" err="1"/>
              <a:t>edge</a:t>
            </a:r>
            <a:endParaRPr lang="nl-NL" dirty="0"/>
          </a:p>
          <a:p>
            <a:pPr lvl="2"/>
            <a:r>
              <a:rPr lang="nl-NL" dirty="0" err="1"/>
              <a:t>Add</a:t>
            </a:r>
            <a:r>
              <a:rPr lang="nl-NL" dirty="0"/>
              <a:t> </a:t>
            </a:r>
            <a:r>
              <a:rPr lang="nl-NL" dirty="0" err="1"/>
              <a:t>it</a:t>
            </a:r>
            <a:r>
              <a:rPr lang="nl-NL" dirty="0"/>
              <a:t> </a:t>
            </a:r>
            <a:r>
              <a:rPr lang="nl-NL" dirty="0" err="1"/>
              <a:t>to</a:t>
            </a:r>
            <a:r>
              <a:rPr lang="nl-NL" dirty="0"/>
              <a:t> </a:t>
            </a:r>
            <a:r>
              <a:rPr lang="nl-NL" dirty="0" err="1"/>
              <a:t>the</a:t>
            </a:r>
            <a:r>
              <a:rPr lang="nl-NL" dirty="0"/>
              <a:t> </a:t>
            </a:r>
            <a:r>
              <a:rPr lang="nl-NL" dirty="0" err="1"/>
              <a:t>graph</a:t>
            </a:r>
            <a:r>
              <a:rPr lang="nl-NL" dirty="0"/>
              <a:t>, but </a:t>
            </a:r>
            <a:r>
              <a:rPr lang="nl-NL" dirty="0" err="1"/>
              <a:t>only</a:t>
            </a:r>
            <a:r>
              <a:rPr lang="nl-NL" dirty="0"/>
              <a:t> </a:t>
            </a:r>
            <a:r>
              <a:rPr lang="nl-NL" dirty="0" err="1"/>
              <a:t>if</a:t>
            </a:r>
            <a:r>
              <a:rPr lang="nl-NL" dirty="0"/>
              <a:t> </a:t>
            </a:r>
            <a:r>
              <a:rPr lang="nl-NL" dirty="0" err="1"/>
              <a:t>it</a:t>
            </a:r>
            <a:r>
              <a:rPr lang="nl-NL" dirty="0"/>
              <a:t> does </a:t>
            </a:r>
            <a:r>
              <a:rPr lang="nl-NL" dirty="0" err="1"/>
              <a:t>not</a:t>
            </a:r>
            <a:r>
              <a:rPr lang="nl-NL" dirty="0"/>
              <a:t> introduce a </a:t>
            </a:r>
            <a:r>
              <a:rPr lang="nl-NL" dirty="0" err="1"/>
              <a:t>cycle</a:t>
            </a:r>
            <a:r>
              <a:rPr lang="nl-NL" dirty="0"/>
              <a:t> (</a:t>
            </a:r>
            <a:r>
              <a:rPr lang="nl-NL" dirty="0" err="1"/>
              <a:t>if</a:t>
            </a:r>
            <a:r>
              <a:rPr lang="nl-NL" dirty="0"/>
              <a:t> </a:t>
            </a:r>
            <a:r>
              <a:rPr lang="nl-NL" dirty="0" err="1"/>
              <a:t>it</a:t>
            </a:r>
            <a:r>
              <a:rPr lang="nl-NL" dirty="0"/>
              <a:t> does, </a:t>
            </a:r>
            <a:r>
              <a:rPr lang="nl-NL" dirty="0" err="1"/>
              <a:t>exclude</a:t>
            </a:r>
            <a:r>
              <a:rPr lang="nl-NL" dirty="0"/>
              <a:t> </a:t>
            </a:r>
            <a:r>
              <a:rPr lang="nl-NL" dirty="0" err="1"/>
              <a:t>it</a:t>
            </a:r>
            <a:r>
              <a:rPr lang="nl-NL" dirty="0"/>
              <a:t>)</a:t>
            </a:r>
          </a:p>
          <a:p>
            <a:pPr lvl="2"/>
            <a:endParaRPr lang="nl-NL" dirty="0"/>
          </a:p>
        </p:txBody>
      </p:sp>
      <p:sp>
        <p:nvSpPr>
          <p:cNvPr id="4" name="Oval 6">
            <a:extLst>
              <a:ext uri="{FF2B5EF4-FFF2-40B4-BE49-F238E27FC236}">
                <a16:creationId xmlns:a16="http://schemas.microsoft.com/office/drawing/2014/main" id="{FA6181E0-4C87-1380-F5B8-8840EA0368DF}"/>
              </a:ext>
            </a:extLst>
          </p:cNvPr>
          <p:cNvSpPr/>
          <p:nvPr/>
        </p:nvSpPr>
        <p:spPr>
          <a:xfrm>
            <a:off x="8625333" y="3538158"/>
            <a:ext cx="427106" cy="427106"/>
          </a:xfrm>
          <a:prstGeom prst="ellipse">
            <a:avLst/>
          </a:prstGeom>
          <a:solidFill>
            <a:srgbClr val="0070C0">
              <a:alpha val="50000"/>
            </a:srgb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 dirty="0">
              <a:latin typeface="Aptos" panose="020B0004020202020204" pitchFamily="34" charset="0"/>
            </a:endParaRPr>
          </a:p>
        </p:txBody>
      </p:sp>
      <p:sp>
        <p:nvSpPr>
          <p:cNvPr id="5" name="Oval 8">
            <a:extLst>
              <a:ext uri="{FF2B5EF4-FFF2-40B4-BE49-F238E27FC236}">
                <a16:creationId xmlns:a16="http://schemas.microsoft.com/office/drawing/2014/main" id="{2CD20077-D767-05CC-154A-65276204356A}"/>
              </a:ext>
            </a:extLst>
          </p:cNvPr>
          <p:cNvSpPr/>
          <p:nvPr/>
        </p:nvSpPr>
        <p:spPr>
          <a:xfrm>
            <a:off x="10309437" y="3304087"/>
            <a:ext cx="427106" cy="427106"/>
          </a:xfrm>
          <a:prstGeom prst="ellipse">
            <a:avLst/>
          </a:prstGeom>
          <a:solidFill>
            <a:srgbClr val="0070C0">
              <a:alpha val="50000"/>
            </a:srgb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 dirty="0">
              <a:latin typeface="Aptos" panose="020B0004020202020204" pitchFamily="34" charset="0"/>
            </a:endParaRPr>
          </a:p>
        </p:txBody>
      </p:sp>
      <p:cxnSp>
        <p:nvCxnSpPr>
          <p:cNvPr id="6" name="Straight Arrow Connector 18">
            <a:extLst>
              <a:ext uri="{FF2B5EF4-FFF2-40B4-BE49-F238E27FC236}">
                <a16:creationId xmlns:a16="http://schemas.microsoft.com/office/drawing/2014/main" id="{290B7DB7-CC75-6929-2965-3CD619F115FD}"/>
              </a:ext>
            </a:extLst>
          </p:cNvPr>
          <p:cNvCxnSpPr>
            <a:cxnSpLocks/>
            <a:stCxn id="7" idx="6"/>
            <a:endCxn id="4" idx="2"/>
          </p:cNvCxnSpPr>
          <p:nvPr/>
        </p:nvCxnSpPr>
        <p:spPr>
          <a:xfrm>
            <a:off x="7540387" y="3305930"/>
            <a:ext cx="1084946" cy="445781"/>
          </a:xfrm>
          <a:prstGeom prst="straightConnector1">
            <a:avLst/>
          </a:prstGeom>
          <a:ln w="38100">
            <a:solidFill>
              <a:schemeClr val="bg1">
                <a:lumMod val="95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" name="Oval 19">
            <a:extLst>
              <a:ext uri="{FF2B5EF4-FFF2-40B4-BE49-F238E27FC236}">
                <a16:creationId xmlns:a16="http://schemas.microsoft.com/office/drawing/2014/main" id="{3ECE4268-0E85-5B48-0FF3-BE183CA00887}"/>
              </a:ext>
            </a:extLst>
          </p:cNvPr>
          <p:cNvSpPr/>
          <p:nvPr/>
        </p:nvSpPr>
        <p:spPr>
          <a:xfrm>
            <a:off x="7113281" y="3092377"/>
            <a:ext cx="427106" cy="427106"/>
          </a:xfrm>
          <a:prstGeom prst="ellipse">
            <a:avLst/>
          </a:prstGeom>
          <a:solidFill>
            <a:srgbClr val="0070C0">
              <a:alpha val="50000"/>
            </a:srgb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 dirty="0">
              <a:latin typeface="Aptos" panose="020B0004020202020204" pitchFamily="34" charset="0"/>
            </a:endParaRPr>
          </a:p>
        </p:txBody>
      </p:sp>
      <p:sp>
        <p:nvSpPr>
          <p:cNvPr id="8" name="Oval 8">
            <a:extLst>
              <a:ext uri="{FF2B5EF4-FFF2-40B4-BE49-F238E27FC236}">
                <a16:creationId xmlns:a16="http://schemas.microsoft.com/office/drawing/2014/main" id="{ABF37DA9-17CB-6A06-5406-B8FF48BC59AF}"/>
              </a:ext>
            </a:extLst>
          </p:cNvPr>
          <p:cNvSpPr/>
          <p:nvPr/>
        </p:nvSpPr>
        <p:spPr>
          <a:xfrm>
            <a:off x="11491903" y="2622018"/>
            <a:ext cx="427106" cy="427106"/>
          </a:xfrm>
          <a:prstGeom prst="ellipse">
            <a:avLst/>
          </a:prstGeom>
          <a:solidFill>
            <a:schemeClr val="bg1">
              <a:lumMod val="85000"/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 dirty="0">
              <a:latin typeface="Aptos" panose="020B0004020202020204" pitchFamily="34" charset="0"/>
            </a:endParaRPr>
          </a:p>
        </p:txBody>
      </p:sp>
      <p:cxnSp>
        <p:nvCxnSpPr>
          <p:cNvPr id="9" name="Straight Arrow Connector 18">
            <a:extLst>
              <a:ext uri="{FF2B5EF4-FFF2-40B4-BE49-F238E27FC236}">
                <a16:creationId xmlns:a16="http://schemas.microsoft.com/office/drawing/2014/main" id="{82E2B3D3-1861-AB70-4D36-9381D2309463}"/>
              </a:ext>
            </a:extLst>
          </p:cNvPr>
          <p:cNvCxnSpPr>
            <a:cxnSpLocks/>
            <a:stCxn id="4" idx="6"/>
            <a:endCxn id="5" idx="2"/>
          </p:cNvCxnSpPr>
          <p:nvPr/>
        </p:nvCxnSpPr>
        <p:spPr>
          <a:xfrm flipV="1">
            <a:off x="9052439" y="3517640"/>
            <a:ext cx="1256998" cy="234071"/>
          </a:xfrm>
          <a:prstGeom prst="straightConnector1">
            <a:avLst/>
          </a:prstGeom>
          <a:ln w="38100">
            <a:solidFill>
              <a:schemeClr val="bg1">
                <a:lumMod val="95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" name="Straight Arrow Connector 18">
            <a:extLst>
              <a:ext uri="{FF2B5EF4-FFF2-40B4-BE49-F238E27FC236}">
                <a16:creationId xmlns:a16="http://schemas.microsoft.com/office/drawing/2014/main" id="{1060DBF3-288D-510C-72C8-35D2552C2D19}"/>
              </a:ext>
            </a:extLst>
          </p:cNvPr>
          <p:cNvCxnSpPr>
            <a:cxnSpLocks/>
            <a:stCxn id="5" idx="7"/>
            <a:endCxn id="8" idx="3"/>
          </p:cNvCxnSpPr>
          <p:nvPr/>
        </p:nvCxnSpPr>
        <p:spPr>
          <a:xfrm flipV="1">
            <a:off x="10673995" y="2986576"/>
            <a:ext cx="880456" cy="380059"/>
          </a:xfrm>
          <a:prstGeom prst="straightConnector1">
            <a:avLst/>
          </a:prstGeom>
          <a:ln w="38100">
            <a:solidFill>
              <a:schemeClr val="bg1">
                <a:lumMod val="95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1" name="Oval 19">
            <a:extLst>
              <a:ext uri="{FF2B5EF4-FFF2-40B4-BE49-F238E27FC236}">
                <a16:creationId xmlns:a16="http://schemas.microsoft.com/office/drawing/2014/main" id="{9B2AA4F5-FA3D-8C0D-C535-000441E674ED}"/>
              </a:ext>
            </a:extLst>
          </p:cNvPr>
          <p:cNvSpPr/>
          <p:nvPr/>
        </p:nvSpPr>
        <p:spPr>
          <a:xfrm>
            <a:off x="8742274" y="1569448"/>
            <a:ext cx="427106" cy="427106"/>
          </a:xfrm>
          <a:prstGeom prst="ellipse">
            <a:avLst/>
          </a:prstGeom>
          <a:solidFill>
            <a:srgbClr val="0070C0">
              <a:alpha val="50000"/>
            </a:srgb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 dirty="0">
              <a:latin typeface="Aptos" panose="020B0004020202020204" pitchFamily="34" charset="0"/>
            </a:endParaRPr>
          </a:p>
        </p:txBody>
      </p:sp>
      <p:sp>
        <p:nvSpPr>
          <p:cNvPr id="12" name="Oval 19">
            <a:extLst>
              <a:ext uri="{FF2B5EF4-FFF2-40B4-BE49-F238E27FC236}">
                <a16:creationId xmlns:a16="http://schemas.microsoft.com/office/drawing/2014/main" id="{D07AAC60-FE4F-DF02-5C59-D8634C360D0F}"/>
              </a:ext>
            </a:extLst>
          </p:cNvPr>
          <p:cNvSpPr/>
          <p:nvPr/>
        </p:nvSpPr>
        <p:spPr>
          <a:xfrm>
            <a:off x="7560320" y="5124757"/>
            <a:ext cx="427106" cy="427106"/>
          </a:xfrm>
          <a:prstGeom prst="ellipse">
            <a:avLst/>
          </a:prstGeom>
          <a:solidFill>
            <a:srgbClr val="0070C0">
              <a:alpha val="50000"/>
            </a:srgb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 dirty="0">
              <a:latin typeface="Aptos" panose="020B0004020202020204" pitchFamily="34" charset="0"/>
            </a:endParaRPr>
          </a:p>
        </p:txBody>
      </p:sp>
      <p:sp>
        <p:nvSpPr>
          <p:cNvPr id="13" name="Oval 19">
            <a:extLst>
              <a:ext uri="{FF2B5EF4-FFF2-40B4-BE49-F238E27FC236}">
                <a16:creationId xmlns:a16="http://schemas.microsoft.com/office/drawing/2014/main" id="{5BF7AA30-E141-8B0A-E3D7-A485D27B1F4F}"/>
              </a:ext>
            </a:extLst>
          </p:cNvPr>
          <p:cNvSpPr/>
          <p:nvPr/>
        </p:nvSpPr>
        <p:spPr>
          <a:xfrm>
            <a:off x="9443761" y="5376993"/>
            <a:ext cx="427106" cy="427106"/>
          </a:xfrm>
          <a:prstGeom prst="ellipse">
            <a:avLst/>
          </a:prstGeom>
          <a:solidFill>
            <a:srgbClr val="0070C0">
              <a:alpha val="50000"/>
            </a:srgb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 dirty="0">
              <a:latin typeface="Aptos" panose="020B0004020202020204" pitchFamily="34" charset="0"/>
            </a:endParaRPr>
          </a:p>
        </p:txBody>
      </p:sp>
      <p:sp>
        <p:nvSpPr>
          <p:cNvPr id="14" name="Oval 19">
            <a:extLst>
              <a:ext uri="{FF2B5EF4-FFF2-40B4-BE49-F238E27FC236}">
                <a16:creationId xmlns:a16="http://schemas.microsoft.com/office/drawing/2014/main" id="{C6786B38-4EA1-79A9-675C-90FEEB0555B0}"/>
              </a:ext>
            </a:extLst>
          </p:cNvPr>
          <p:cNvSpPr/>
          <p:nvPr/>
        </p:nvSpPr>
        <p:spPr>
          <a:xfrm>
            <a:off x="11444091" y="4877014"/>
            <a:ext cx="427106" cy="427106"/>
          </a:xfrm>
          <a:prstGeom prst="ellipse">
            <a:avLst/>
          </a:prstGeom>
          <a:solidFill>
            <a:srgbClr val="0070C0">
              <a:alpha val="50000"/>
            </a:srgb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 dirty="0">
              <a:latin typeface="Aptos" panose="020B0004020202020204" pitchFamily="34" charset="0"/>
            </a:endParaRPr>
          </a:p>
        </p:txBody>
      </p:sp>
      <p:sp>
        <p:nvSpPr>
          <p:cNvPr id="15" name="Oval 19">
            <a:extLst>
              <a:ext uri="{FF2B5EF4-FFF2-40B4-BE49-F238E27FC236}">
                <a16:creationId xmlns:a16="http://schemas.microsoft.com/office/drawing/2014/main" id="{20A47B54-171E-F090-9666-72DCBFB94BFB}"/>
              </a:ext>
            </a:extLst>
          </p:cNvPr>
          <p:cNvSpPr/>
          <p:nvPr/>
        </p:nvSpPr>
        <p:spPr>
          <a:xfrm>
            <a:off x="10333484" y="1630175"/>
            <a:ext cx="427106" cy="427106"/>
          </a:xfrm>
          <a:prstGeom prst="ellipse">
            <a:avLst/>
          </a:prstGeom>
          <a:solidFill>
            <a:srgbClr val="0070C0">
              <a:alpha val="50000"/>
            </a:srgb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 dirty="0">
              <a:latin typeface="Aptos" panose="020B0004020202020204" pitchFamily="34" charset="0"/>
            </a:endParaRPr>
          </a:p>
        </p:txBody>
      </p:sp>
      <p:cxnSp>
        <p:nvCxnSpPr>
          <p:cNvPr id="16" name="Straight Arrow Connector 47">
            <a:extLst>
              <a:ext uri="{FF2B5EF4-FFF2-40B4-BE49-F238E27FC236}">
                <a16:creationId xmlns:a16="http://schemas.microsoft.com/office/drawing/2014/main" id="{BBAAF6E8-3BB5-0316-B248-959FB4688680}"/>
              </a:ext>
            </a:extLst>
          </p:cNvPr>
          <p:cNvCxnSpPr>
            <a:cxnSpLocks/>
            <a:stCxn id="7" idx="7"/>
            <a:endCxn id="11" idx="3"/>
          </p:cNvCxnSpPr>
          <p:nvPr/>
        </p:nvCxnSpPr>
        <p:spPr>
          <a:xfrm flipV="1">
            <a:off x="7477839" y="1934006"/>
            <a:ext cx="1326983" cy="1220919"/>
          </a:xfrm>
          <a:prstGeom prst="straightConnector1">
            <a:avLst/>
          </a:prstGeom>
          <a:ln w="38100">
            <a:solidFill>
              <a:schemeClr val="bg1">
                <a:lumMod val="95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7" name="Straight Arrow Connector 47">
            <a:extLst>
              <a:ext uri="{FF2B5EF4-FFF2-40B4-BE49-F238E27FC236}">
                <a16:creationId xmlns:a16="http://schemas.microsoft.com/office/drawing/2014/main" id="{5ED1478F-AA6A-3FF1-F913-3C5F9F7A3096}"/>
              </a:ext>
            </a:extLst>
          </p:cNvPr>
          <p:cNvCxnSpPr>
            <a:cxnSpLocks/>
            <a:stCxn id="11" idx="6"/>
            <a:endCxn id="15" idx="2"/>
          </p:cNvCxnSpPr>
          <p:nvPr/>
        </p:nvCxnSpPr>
        <p:spPr>
          <a:xfrm>
            <a:off x="9169380" y="1783001"/>
            <a:ext cx="1164104" cy="60727"/>
          </a:xfrm>
          <a:prstGeom prst="straightConnector1">
            <a:avLst/>
          </a:prstGeom>
          <a:ln w="38100">
            <a:solidFill>
              <a:schemeClr val="bg1">
                <a:lumMod val="95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8" name="Straight Arrow Connector 47">
            <a:extLst>
              <a:ext uri="{FF2B5EF4-FFF2-40B4-BE49-F238E27FC236}">
                <a16:creationId xmlns:a16="http://schemas.microsoft.com/office/drawing/2014/main" id="{241D2A8B-9021-A957-D682-CD4A083DAB68}"/>
              </a:ext>
            </a:extLst>
          </p:cNvPr>
          <p:cNvCxnSpPr>
            <a:cxnSpLocks/>
            <a:stCxn id="5" idx="0"/>
            <a:endCxn id="15" idx="4"/>
          </p:cNvCxnSpPr>
          <p:nvPr/>
        </p:nvCxnSpPr>
        <p:spPr>
          <a:xfrm flipV="1">
            <a:off x="10522990" y="2057281"/>
            <a:ext cx="24047" cy="1246806"/>
          </a:xfrm>
          <a:prstGeom prst="straightConnector1">
            <a:avLst/>
          </a:prstGeom>
          <a:ln w="38100">
            <a:solidFill>
              <a:srgbClr val="000000"/>
            </a:solidFill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9" name="Straight Arrow Connector 47">
            <a:extLst>
              <a:ext uri="{FF2B5EF4-FFF2-40B4-BE49-F238E27FC236}">
                <a16:creationId xmlns:a16="http://schemas.microsoft.com/office/drawing/2014/main" id="{039C427F-BBDB-9BC7-E6FB-D324582F35D2}"/>
              </a:ext>
            </a:extLst>
          </p:cNvPr>
          <p:cNvCxnSpPr>
            <a:cxnSpLocks/>
            <a:stCxn id="15" idx="5"/>
            <a:endCxn id="8" idx="1"/>
          </p:cNvCxnSpPr>
          <p:nvPr/>
        </p:nvCxnSpPr>
        <p:spPr>
          <a:xfrm>
            <a:off x="10698042" y="1994733"/>
            <a:ext cx="856409" cy="689833"/>
          </a:xfrm>
          <a:prstGeom prst="straightConnector1">
            <a:avLst/>
          </a:prstGeom>
          <a:ln w="38100">
            <a:solidFill>
              <a:schemeClr val="bg1">
                <a:lumMod val="95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0" name="Straight Arrow Connector 47">
            <a:extLst>
              <a:ext uri="{FF2B5EF4-FFF2-40B4-BE49-F238E27FC236}">
                <a16:creationId xmlns:a16="http://schemas.microsoft.com/office/drawing/2014/main" id="{23911386-F15E-C4A7-08C0-CB866DB9EAC8}"/>
              </a:ext>
            </a:extLst>
          </p:cNvPr>
          <p:cNvCxnSpPr>
            <a:cxnSpLocks/>
            <a:stCxn id="7" idx="4"/>
            <a:endCxn id="12" idx="0"/>
          </p:cNvCxnSpPr>
          <p:nvPr/>
        </p:nvCxnSpPr>
        <p:spPr>
          <a:xfrm>
            <a:off x="7326834" y="3519483"/>
            <a:ext cx="447039" cy="1605274"/>
          </a:xfrm>
          <a:prstGeom prst="straightConnector1">
            <a:avLst/>
          </a:prstGeom>
          <a:ln w="38100">
            <a:solidFill>
              <a:srgbClr val="000000"/>
            </a:solidFill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1" name="Straight Arrow Connector 47">
            <a:extLst>
              <a:ext uri="{FF2B5EF4-FFF2-40B4-BE49-F238E27FC236}">
                <a16:creationId xmlns:a16="http://schemas.microsoft.com/office/drawing/2014/main" id="{5D28A13A-295E-5E40-FA6F-7399197B0BAA}"/>
              </a:ext>
            </a:extLst>
          </p:cNvPr>
          <p:cNvCxnSpPr>
            <a:cxnSpLocks/>
            <a:stCxn id="4" idx="5"/>
            <a:endCxn id="13" idx="0"/>
          </p:cNvCxnSpPr>
          <p:nvPr/>
        </p:nvCxnSpPr>
        <p:spPr>
          <a:xfrm>
            <a:off x="8989891" y="3902716"/>
            <a:ext cx="667423" cy="1474277"/>
          </a:xfrm>
          <a:prstGeom prst="straightConnector1">
            <a:avLst/>
          </a:prstGeom>
          <a:ln w="38100">
            <a:solidFill>
              <a:srgbClr val="000000"/>
            </a:solidFill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2" name="Straight Arrow Connector 47">
            <a:extLst>
              <a:ext uri="{FF2B5EF4-FFF2-40B4-BE49-F238E27FC236}">
                <a16:creationId xmlns:a16="http://schemas.microsoft.com/office/drawing/2014/main" id="{C04ACC1F-D91C-04D8-DC61-AEBED698B48A}"/>
              </a:ext>
            </a:extLst>
          </p:cNvPr>
          <p:cNvCxnSpPr>
            <a:cxnSpLocks/>
            <a:stCxn id="12" idx="6"/>
            <a:endCxn id="13" idx="2"/>
          </p:cNvCxnSpPr>
          <p:nvPr/>
        </p:nvCxnSpPr>
        <p:spPr>
          <a:xfrm>
            <a:off x="7987426" y="5338310"/>
            <a:ext cx="1456335" cy="252236"/>
          </a:xfrm>
          <a:prstGeom prst="straightConnector1">
            <a:avLst/>
          </a:prstGeom>
          <a:ln w="38100">
            <a:solidFill>
              <a:srgbClr val="000000"/>
            </a:solidFill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3" name="Straight Arrow Connector 47">
            <a:extLst>
              <a:ext uri="{FF2B5EF4-FFF2-40B4-BE49-F238E27FC236}">
                <a16:creationId xmlns:a16="http://schemas.microsoft.com/office/drawing/2014/main" id="{F542D243-92C4-A4FA-05B6-F7C1AFC3C718}"/>
              </a:ext>
            </a:extLst>
          </p:cNvPr>
          <p:cNvCxnSpPr>
            <a:cxnSpLocks/>
            <a:stCxn id="13" idx="6"/>
            <a:endCxn id="14" idx="2"/>
          </p:cNvCxnSpPr>
          <p:nvPr/>
        </p:nvCxnSpPr>
        <p:spPr>
          <a:xfrm flipV="1">
            <a:off x="9870867" y="5090567"/>
            <a:ext cx="1573224" cy="499979"/>
          </a:xfrm>
          <a:prstGeom prst="straightConnector1">
            <a:avLst/>
          </a:prstGeom>
          <a:ln w="38100">
            <a:solidFill>
              <a:srgbClr val="000000"/>
            </a:solidFill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4" name="Straight Arrow Connector 47">
            <a:extLst>
              <a:ext uri="{FF2B5EF4-FFF2-40B4-BE49-F238E27FC236}">
                <a16:creationId xmlns:a16="http://schemas.microsoft.com/office/drawing/2014/main" id="{F0C1B91A-AE0D-B75D-E5C2-41ECD77CFD78}"/>
              </a:ext>
            </a:extLst>
          </p:cNvPr>
          <p:cNvCxnSpPr>
            <a:cxnSpLocks/>
            <a:stCxn id="14" idx="0"/>
            <a:endCxn id="8" idx="4"/>
          </p:cNvCxnSpPr>
          <p:nvPr/>
        </p:nvCxnSpPr>
        <p:spPr>
          <a:xfrm flipV="1">
            <a:off x="11657644" y="3049124"/>
            <a:ext cx="47812" cy="1827890"/>
          </a:xfrm>
          <a:prstGeom prst="straightConnector1">
            <a:avLst/>
          </a:prstGeom>
          <a:ln w="38100">
            <a:solidFill>
              <a:schemeClr val="bg1">
                <a:lumMod val="95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5" name="Straight Arrow Connector 47">
            <a:extLst>
              <a:ext uri="{FF2B5EF4-FFF2-40B4-BE49-F238E27FC236}">
                <a16:creationId xmlns:a16="http://schemas.microsoft.com/office/drawing/2014/main" id="{B7F3AC79-614D-615F-F0F2-74C7337A7CBF}"/>
              </a:ext>
            </a:extLst>
          </p:cNvPr>
          <p:cNvCxnSpPr>
            <a:cxnSpLocks/>
            <a:stCxn id="4" idx="0"/>
            <a:endCxn id="11" idx="4"/>
          </p:cNvCxnSpPr>
          <p:nvPr/>
        </p:nvCxnSpPr>
        <p:spPr>
          <a:xfrm flipV="1">
            <a:off x="8838886" y="1996554"/>
            <a:ext cx="116941" cy="1541604"/>
          </a:xfrm>
          <a:prstGeom prst="straightConnector1">
            <a:avLst/>
          </a:prstGeom>
          <a:ln w="38100">
            <a:solidFill>
              <a:srgbClr val="000000"/>
            </a:solidFill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6" name="Straight Arrow Connector 18">
            <a:extLst>
              <a:ext uri="{FF2B5EF4-FFF2-40B4-BE49-F238E27FC236}">
                <a16:creationId xmlns:a16="http://schemas.microsoft.com/office/drawing/2014/main" id="{FE6398AE-A3A3-C444-E82E-FBDC02A47CD0}"/>
              </a:ext>
            </a:extLst>
          </p:cNvPr>
          <p:cNvCxnSpPr>
            <a:cxnSpLocks/>
            <a:stCxn id="13" idx="7"/>
            <a:endCxn id="5" idx="3"/>
          </p:cNvCxnSpPr>
          <p:nvPr/>
        </p:nvCxnSpPr>
        <p:spPr>
          <a:xfrm flipV="1">
            <a:off x="9808319" y="3668645"/>
            <a:ext cx="563666" cy="1770896"/>
          </a:xfrm>
          <a:prstGeom prst="straightConnector1">
            <a:avLst/>
          </a:prstGeom>
          <a:ln w="38100">
            <a:solidFill>
              <a:schemeClr val="bg1">
                <a:lumMod val="95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7" name="Straight Arrow Connector 18">
            <a:extLst>
              <a:ext uri="{FF2B5EF4-FFF2-40B4-BE49-F238E27FC236}">
                <a16:creationId xmlns:a16="http://schemas.microsoft.com/office/drawing/2014/main" id="{FFF7069B-0C1E-9644-D2D1-00E5461256F1}"/>
              </a:ext>
            </a:extLst>
          </p:cNvPr>
          <p:cNvCxnSpPr>
            <a:cxnSpLocks/>
            <a:stCxn id="14" idx="1"/>
            <a:endCxn id="5" idx="5"/>
          </p:cNvCxnSpPr>
          <p:nvPr/>
        </p:nvCxnSpPr>
        <p:spPr>
          <a:xfrm flipH="1" flipV="1">
            <a:off x="10673995" y="3668645"/>
            <a:ext cx="832644" cy="1270917"/>
          </a:xfrm>
          <a:prstGeom prst="straightConnector1">
            <a:avLst/>
          </a:prstGeom>
          <a:ln w="38100">
            <a:solidFill>
              <a:srgbClr val="000000"/>
            </a:solidFill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8" name="TextBox 117">
            <a:extLst>
              <a:ext uri="{FF2B5EF4-FFF2-40B4-BE49-F238E27FC236}">
                <a16:creationId xmlns:a16="http://schemas.microsoft.com/office/drawing/2014/main" id="{1C06DF04-2C29-1373-F0E6-AF747D96D0D4}"/>
              </a:ext>
            </a:extLst>
          </p:cNvPr>
          <p:cNvSpPr txBox="1"/>
          <p:nvPr/>
        </p:nvSpPr>
        <p:spPr>
          <a:xfrm>
            <a:off x="7820850" y="2253785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NL" dirty="0">
                <a:solidFill>
                  <a:schemeClr val="bg1">
                    <a:lumMod val="85000"/>
                  </a:schemeClr>
                </a:solidFill>
                <a:latin typeface="Aptos" panose="020B0004020202020204" pitchFamily="34" charset="0"/>
              </a:rPr>
              <a:t>5</a:t>
            </a:r>
          </a:p>
        </p:txBody>
      </p:sp>
      <p:sp>
        <p:nvSpPr>
          <p:cNvPr id="29" name="TextBox 118">
            <a:extLst>
              <a:ext uri="{FF2B5EF4-FFF2-40B4-BE49-F238E27FC236}">
                <a16:creationId xmlns:a16="http://schemas.microsoft.com/office/drawing/2014/main" id="{5E4677AD-0A09-3536-248D-C7388D5EBADE}"/>
              </a:ext>
            </a:extLst>
          </p:cNvPr>
          <p:cNvSpPr txBox="1"/>
          <p:nvPr/>
        </p:nvSpPr>
        <p:spPr>
          <a:xfrm>
            <a:off x="8893019" y="2644064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>
              <a:defRPr>
                <a:solidFill>
                  <a:srgbClr val="000000"/>
                </a:solidFill>
                <a:latin typeface="Aptos" panose="020B0004020202020204" pitchFamily="34" charset="0"/>
              </a:defRPr>
            </a:lvl1pPr>
          </a:lstStyle>
          <a:p>
            <a:r>
              <a:rPr lang="nl-NL" dirty="0"/>
              <a:t>3</a:t>
            </a:r>
          </a:p>
        </p:txBody>
      </p:sp>
      <p:sp>
        <p:nvSpPr>
          <p:cNvPr id="30" name="TextBox 119">
            <a:extLst>
              <a:ext uri="{FF2B5EF4-FFF2-40B4-BE49-F238E27FC236}">
                <a16:creationId xmlns:a16="http://schemas.microsoft.com/office/drawing/2014/main" id="{2A817C2D-B53C-05BC-828D-C0CB52B3A7C5}"/>
              </a:ext>
            </a:extLst>
          </p:cNvPr>
          <p:cNvSpPr txBox="1"/>
          <p:nvPr/>
        </p:nvSpPr>
        <p:spPr>
          <a:xfrm>
            <a:off x="9769039" y="1813423"/>
            <a:ext cx="4315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>
              <a:defRPr>
                <a:solidFill>
                  <a:schemeClr val="bg1">
                    <a:lumMod val="95000"/>
                  </a:schemeClr>
                </a:solidFill>
                <a:latin typeface="Aptos" panose="020B0004020202020204" pitchFamily="34" charset="0"/>
              </a:defRPr>
            </a:lvl1pPr>
          </a:lstStyle>
          <a:p>
            <a:r>
              <a:rPr lang="nl-NL" dirty="0">
                <a:solidFill>
                  <a:schemeClr val="bg1">
                    <a:lumMod val="85000"/>
                  </a:schemeClr>
                </a:solidFill>
              </a:rPr>
              <a:t>10</a:t>
            </a:r>
          </a:p>
        </p:txBody>
      </p:sp>
      <p:sp>
        <p:nvSpPr>
          <p:cNvPr id="31" name="TextBox 120">
            <a:extLst>
              <a:ext uri="{FF2B5EF4-FFF2-40B4-BE49-F238E27FC236}">
                <a16:creationId xmlns:a16="http://schemas.microsoft.com/office/drawing/2014/main" id="{B527591D-86E9-331C-DB5E-D875895C0C4F}"/>
              </a:ext>
            </a:extLst>
          </p:cNvPr>
          <p:cNvSpPr txBox="1"/>
          <p:nvPr/>
        </p:nvSpPr>
        <p:spPr>
          <a:xfrm>
            <a:off x="11144364" y="2057281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>
              <a:defRPr>
                <a:solidFill>
                  <a:schemeClr val="bg1">
                    <a:lumMod val="95000"/>
                  </a:schemeClr>
                </a:solidFill>
                <a:latin typeface="Aptos" panose="020B0004020202020204" pitchFamily="34" charset="0"/>
              </a:defRPr>
            </a:lvl1pPr>
          </a:lstStyle>
          <a:p>
            <a:r>
              <a:rPr lang="nl-NL" dirty="0">
                <a:solidFill>
                  <a:schemeClr val="bg1">
                    <a:lumMod val="85000"/>
                  </a:schemeClr>
                </a:solidFill>
              </a:rPr>
              <a:t>9</a:t>
            </a:r>
          </a:p>
        </p:txBody>
      </p:sp>
      <p:sp>
        <p:nvSpPr>
          <p:cNvPr id="32" name="TextBox 121">
            <a:extLst>
              <a:ext uri="{FF2B5EF4-FFF2-40B4-BE49-F238E27FC236}">
                <a16:creationId xmlns:a16="http://schemas.microsoft.com/office/drawing/2014/main" id="{09E4C3F3-2241-7176-0A98-DF940414B8D4}"/>
              </a:ext>
            </a:extLst>
          </p:cNvPr>
          <p:cNvSpPr txBox="1"/>
          <p:nvPr/>
        </p:nvSpPr>
        <p:spPr>
          <a:xfrm>
            <a:off x="10179435" y="2466494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>
              <a:defRPr>
                <a:solidFill>
                  <a:schemeClr val="bg1">
                    <a:lumMod val="95000"/>
                  </a:schemeClr>
                </a:solidFill>
                <a:latin typeface="Aptos" panose="020B0004020202020204" pitchFamily="34" charset="0"/>
              </a:defRPr>
            </a:lvl1pPr>
          </a:lstStyle>
          <a:p>
            <a:r>
              <a:rPr lang="nl-NL" dirty="0">
                <a:solidFill>
                  <a:srgbClr val="000000"/>
                </a:solidFill>
              </a:rPr>
              <a:t>2</a:t>
            </a:r>
          </a:p>
        </p:txBody>
      </p:sp>
      <p:sp>
        <p:nvSpPr>
          <p:cNvPr id="33" name="TextBox 122">
            <a:extLst>
              <a:ext uri="{FF2B5EF4-FFF2-40B4-BE49-F238E27FC236}">
                <a16:creationId xmlns:a16="http://schemas.microsoft.com/office/drawing/2014/main" id="{9E82719F-04C9-A8D6-4DDE-35DC6DACFA32}"/>
              </a:ext>
            </a:extLst>
          </p:cNvPr>
          <p:cNvSpPr txBox="1"/>
          <p:nvPr/>
        </p:nvSpPr>
        <p:spPr>
          <a:xfrm>
            <a:off x="8968232" y="4541872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>
              <a:defRPr>
                <a:solidFill>
                  <a:srgbClr val="000000"/>
                </a:solidFill>
                <a:latin typeface="Aptos" panose="020B0004020202020204" pitchFamily="34" charset="0"/>
              </a:defRPr>
            </a:lvl1pPr>
          </a:lstStyle>
          <a:p>
            <a:r>
              <a:rPr lang="nl-NL" dirty="0"/>
              <a:t>4</a:t>
            </a:r>
          </a:p>
        </p:txBody>
      </p:sp>
      <p:sp>
        <p:nvSpPr>
          <p:cNvPr id="34" name="TextBox 123">
            <a:extLst>
              <a:ext uri="{FF2B5EF4-FFF2-40B4-BE49-F238E27FC236}">
                <a16:creationId xmlns:a16="http://schemas.microsoft.com/office/drawing/2014/main" id="{506615DC-38B7-09F9-E29E-AA86A87938B4}"/>
              </a:ext>
            </a:extLst>
          </p:cNvPr>
          <p:cNvSpPr txBox="1"/>
          <p:nvPr/>
        </p:nvSpPr>
        <p:spPr>
          <a:xfrm>
            <a:off x="8588225" y="5472694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>
              <a:defRPr>
                <a:solidFill>
                  <a:schemeClr val="bg1">
                    <a:lumMod val="95000"/>
                  </a:schemeClr>
                </a:solidFill>
                <a:latin typeface="Aptos" panose="020B0004020202020204" pitchFamily="34" charset="0"/>
              </a:defRPr>
            </a:lvl1pPr>
          </a:lstStyle>
          <a:p>
            <a:r>
              <a:rPr lang="nl-NL" dirty="0">
                <a:solidFill>
                  <a:srgbClr val="000000"/>
                </a:solidFill>
              </a:rPr>
              <a:t>2</a:t>
            </a:r>
          </a:p>
        </p:txBody>
      </p:sp>
      <p:sp>
        <p:nvSpPr>
          <p:cNvPr id="35" name="TextBox 124">
            <a:extLst>
              <a:ext uri="{FF2B5EF4-FFF2-40B4-BE49-F238E27FC236}">
                <a16:creationId xmlns:a16="http://schemas.microsoft.com/office/drawing/2014/main" id="{270C9948-B248-3A3E-2E45-7B1ED368DD63}"/>
              </a:ext>
            </a:extLst>
          </p:cNvPr>
          <p:cNvSpPr txBox="1"/>
          <p:nvPr/>
        </p:nvSpPr>
        <p:spPr>
          <a:xfrm>
            <a:off x="7641483" y="4158639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>
              <a:defRPr>
                <a:solidFill>
                  <a:schemeClr val="bg1">
                    <a:lumMod val="95000"/>
                  </a:schemeClr>
                </a:solidFill>
                <a:latin typeface="Aptos" panose="020B0004020202020204" pitchFamily="34" charset="0"/>
              </a:defRPr>
            </a:lvl1pPr>
          </a:lstStyle>
          <a:p>
            <a:r>
              <a:rPr lang="nl-NL" dirty="0">
                <a:solidFill>
                  <a:srgbClr val="000000"/>
                </a:solidFill>
              </a:rPr>
              <a:t>2</a:t>
            </a:r>
          </a:p>
        </p:txBody>
      </p:sp>
      <p:sp>
        <p:nvSpPr>
          <p:cNvPr id="36" name="TextBox 125">
            <a:extLst>
              <a:ext uri="{FF2B5EF4-FFF2-40B4-BE49-F238E27FC236}">
                <a16:creationId xmlns:a16="http://schemas.microsoft.com/office/drawing/2014/main" id="{05EEB629-D633-8E0C-683E-A56C3F0CCE8F}"/>
              </a:ext>
            </a:extLst>
          </p:cNvPr>
          <p:cNvSpPr txBox="1"/>
          <p:nvPr/>
        </p:nvSpPr>
        <p:spPr>
          <a:xfrm>
            <a:off x="10803088" y="5301733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>
              <a:defRPr>
                <a:solidFill>
                  <a:schemeClr val="bg1">
                    <a:lumMod val="95000"/>
                  </a:schemeClr>
                </a:solidFill>
                <a:latin typeface="Aptos" panose="020B0004020202020204" pitchFamily="34" charset="0"/>
              </a:defRPr>
            </a:lvl1pPr>
          </a:lstStyle>
          <a:p>
            <a:r>
              <a:rPr lang="nl-NL" dirty="0">
                <a:solidFill>
                  <a:srgbClr val="000000"/>
                </a:solidFill>
              </a:rPr>
              <a:t>1</a:t>
            </a:r>
          </a:p>
        </p:txBody>
      </p:sp>
      <p:sp>
        <p:nvSpPr>
          <p:cNvPr id="37" name="TextBox 126">
            <a:extLst>
              <a:ext uri="{FF2B5EF4-FFF2-40B4-BE49-F238E27FC236}">
                <a16:creationId xmlns:a16="http://schemas.microsoft.com/office/drawing/2014/main" id="{6CBE8313-933B-9350-83FF-D5C25CDFB9BE}"/>
              </a:ext>
            </a:extLst>
          </p:cNvPr>
          <p:cNvSpPr txBox="1"/>
          <p:nvPr/>
        </p:nvSpPr>
        <p:spPr>
          <a:xfrm>
            <a:off x="9774498" y="4284407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>
              <a:defRPr>
                <a:solidFill>
                  <a:schemeClr val="bg1">
                    <a:lumMod val="95000"/>
                  </a:schemeClr>
                </a:solidFill>
                <a:latin typeface="Aptos" panose="020B0004020202020204" pitchFamily="34" charset="0"/>
              </a:defRPr>
            </a:lvl1pPr>
          </a:lstStyle>
          <a:p>
            <a:r>
              <a:rPr lang="nl-NL" dirty="0">
                <a:solidFill>
                  <a:schemeClr val="bg1">
                    <a:lumMod val="85000"/>
                  </a:schemeClr>
                </a:solidFill>
              </a:rPr>
              <a:t>5</a:t>
            </a:r>
          </a:p>
        </p:txBody>
      </p:sp>
      <p:sp>
        <p:nvSpPr>
          <p:cNvPr id="38" name="TextBox 127">
            <a:extLst>
              <a:ext uri="{FF2B5EF4-FFF2-40B4-BE49-F238E27FC236}">
                <a16:creationId xmlns:a16="http://schemas.microsoft.com/office/drawing/2014/main" id="{E23FAA55-BD99-F197-FBDA-CC48E50CC489}"/>
              </a:ext>
            </a:extLst>
          </p:cNvPr>
          <p:cNvSpPr txBox="1"/>
          <p:nvPr/>
        </p:nvSpPr>
        <p:spPr>
          <a:xfrm>
            <a:off x="10760148" y="4249247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>
              <a:defRPr>
                <a:solidFill>
                  <a:srgbClr val="000000"/>
                </a:solidFill>
                <a:latin typeface="Aptos" panose="020B0004020202020204" pitchFamily="34" charset="0"/>
              </a:defRPr>
            </a:lvl1pPr>
          </a:lstStyle>
          <a:p>
            <a:r>
              <a:rPr lang="nl-NL" dirty="0"/>
              <a:t>3</a:t>
            </a:r>
          </a:p>
        </p:txBody>
      </p:sp>
      <p:sp>
        <p:nvSpPr>
          <p:cNvPr id="39" name="TextBox 128">
            <a:extLst>
              <a:ext uri="{FF2B5EF4-FFF2-40B4-BE49-F238E27FC236}">
                <a16:creationId xmlns:a16="http://schemas.microsoft.com/office/drawing/2014/main" id="{645FC3C6-21F0-4580-BB54-F21D8C552BFC}"/>
              </a:ext>
            </a:extLst>
          </p:cNvPr>
          <p:cNvSpPr txBox="1"/>
          <p:nvPr/>
        </p:nvSpPr>
        <p:spPr>
          <a:xfrm>
            <a:off x="10917429" y="2767356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>
              <a:defRPr>
                <a:solidFill>
                  <a:schemeClr val="bg1">
                    <a:lumMod val="95000"/>
                  </a:schemeClr>
                </a:solidFill>
                <a:latin typeface="Aptos" panose="020B0004020202020204" pitchFamily="34" charset="0"/>
              </a:defRPr>
            </a:lvl1pPr>
          </a:lstStyle>
          <a:p>
            <a:r>
              <a:rPr lang="nl-NL" dirty="0">
                <a:solidFill>
                  <a:schemeClr val="bg1">
                    <a:lumMod val="85000"/>
                  </a:schemeClr>
                </a:solidFill>
              </a:rPr>
              <a:t>8</a:t>
            </a:r>
          </a:p>
        </p:txBody>
      </p:sp>
      <p:sp>
        <p:nvSpPr>
          <p:cNvPr id="40" name="TextBox 129">
            <a:extLst>
              <a:ext uri="{FF2B5EF4-FFF2-40B4-BE49-F238E27FC236}">
                <a16:creationId xmlns:a16="http://schemas.microsoft.com/office/drawing/2014/main" id="{F5CF68EA-6C97-0903-FC9C-D0F5B9030D35}"/>
              </a:ext>
            </a:extLst>
          </p:cNvPr>
          <p:cNvSpPr txBox="1"/>
          <p:nvPr/>
        </p:nvSpPr>
        <p:spPr>
          <a:xfrm>
            <a:off x="11702412" y="3871807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>
              <a:defRPr>
                <a:solidFill>
                  <a:schemeClr val="bg1">
                    <a:lumMod val="95000"/>
                  </a:schemeClr>
                </a:solidFill>
                <a:latin typeface="Aptos" panose="020B0004020202020204" pitchFamily="34" charset="0"/>
              </a:defRPr>
            </a:lvl1pPr>
          </a:lstStyle>
          <a:p>
            <a:r>
              <a:rPr lang="nl-NL" dirty="0">
                <a:solidFill>
                  <a:schemeClr val="bg1">
                    <a:lumMod val="85000"/>
                  </a:schemeClr>
                </a:solidFill>
              </a:rPr>
              <a:t>9</a:t>
            </a:r>
          </a:p>
        </p:txBody>
      </p:sp>
      <p:sp>
        <p:nvSpPr>
          <p:cNvPr id="41" name="TextBox 130">
            <a:extLst>
              <a:ext uri="{FF2B5EF4-FFF2-40B4-BE49-F238E27FC236}">
                <a16:creationId xmlns:a16="http://schemas.microsoft.com/office/drawing/2014/main" id="{AA65F6B3-B380-7BBC-F5F9-8DCA4C045399}"/>
              </a:ext>
            </a:extLst>
          </p:cNvPr>
          <p:cNvSpPr txBox="1"/>
          <p:nvPr/>
        </p:nvSpPr>
        <p:spPr>
          <a:xfrm>
            <a:off x="9636165" y="3226198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>
              <a:defRPr>
                <a:solidFill>
                  <a:schemeClr val="bg1">
                    <a:lumMod val="95000"/>
                  </a:schemeClr>
                </a:solidFill>
                <a:latin typeface="Aptos" panose="020B0004020202020204" pitchFamily="34" charset="0"/>
              </a:defRPr>
            </a:lvl1pPr>
          </a:lstStyle>
          <a:p>
            <a:r>
              <a:rPr lang="nl-NL" dirty="0">
                <a:solidFill>
                  <a:schemeClr val="bg1">
                    <a:lumMod val="85000"/>
                  </a:schemeClr>
                </a:solidFill>
              </a:rPr>
              <a:t>6</a:t>
            </a:r>
          </a:p>
        </p:txBody>
      </p:sp>
      <p:sp>
        <p:nvSpPr>
          <p:cNvPr id="42" name="TextBox 131">
            <a:extLst>
              <a:ext uri="{FF2B5EF4-FFF2-40B4-BE49-F238E27FC236}">
                <a16:creationId xmlns:a16="http://schemas.microsoft.com/office/drawing/2014/main" id="{98F65A54-0F2C-64E9-F491-463B2F941313}"/>
              </a:ext>
            </a:extLst>
          </p:cNvPr>
          <p:cNvSpPr txBox="1"/>
          <p:nvPr/>
        </p:nvSpPr>
        <p:spPr>
          <a:xfrm>
            <a:off x="8051195" y="3212699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>
              <a:defRPr>
                <a:solidFill>
                  <a:schemeClr val="bg1">
                    <a:lumMod val="95000"/>
                  </a:schemeClr>
                </a:solidFill>
                <a:latin typeface="Aptos" panose="020B0004020202020204" pitchFamily="34" charset="0"/>
              </a:defRPr>
            </a:lvl1pPr>
          </a:lstStyle>
          <a:p>
            <a:r>
              <a:rPr lang="nl-NL" dirty="0">
                <a:solidFill>
                  <a:schemeClr val="bg1">
                    <a:lumMod val="85000"/>
                  </a:schemeClr>
                </a:solidFill>
              </a:rPr>
              <a:t>7</a:t>
            </a:r>
          </a:p>
        </p:txBody>
      </p:sp>
      <p:sp>
        <p:nvSpPr>
          <p:cNvPr id="43" name="TextBox 39">
            <a:extLst>
              <a:ext uri="{FF2B5EF4-FFF2-40B4-BE49-F238E27FC236}">
                <a16:creationId xmlns:a16="http://schemas.microsoft.com/office/drawing/2014/main" id="{09C886AB-05DF-02D6-0761-1CDC14E3E32F}"/>
              </a:ext>
            </a:extLst>
          </p:cNvPr>
          <p:cNvSpPr txBox="1"/>
          <p:nvPr/>
        </p:nvSpPr>
        <p:spPr>
          <a:xfrm>
            <a:off x="6513922" y="6092982"/>
            <a:ext cx="163782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NL" dirty="0">
                <a:latin typeface="Aptos" panose="020B0004020202020204" pitchFamily="34" charset="0"/>
              </a:rPr>
              <a:t>Total </a:t>
            </a:r>
            <a:r>
              <a:rPr lang="nl-NL" dirty="0" err="1">
                <a:latin typeface="Aptos" panose="020B0004020202020204" pitchFamily="34" charset="0"/>
              </a:rPr>
              <a:t>costs</a:t>
            </a:r>
            <a:r>
              <a:rPr lang="nl-NL" dirty="0">
                <a:latin typeface="Aptos" panose="020B0004020202020204" pitchFamily="34" charset="0"/>
              </a:rPr>
              <a:t>: </a:t>
            </a:r>
            <a:r>
              <a:rPr lang="nl-NL" sz="2000" b="1" dirty="0">
                <a:latin typeface="Aptos" panose="020B0004020202020204" pitchFamily="34" charset="0"/>
              </a:rPr>
              <a:t>25</a:t>
            </a:r>
            <a:endParaRPr lang="nl-NL" b="1" dirty="0"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559995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7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7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" presetID="7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9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10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7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2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13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7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5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16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8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C00000"/>
                                      </p:to>
                                    </p:animClr>
                                    <p:set>
                                      <p:cBhvr>
                                        <p:cTn id="19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0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2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C00000"/>
                                      </p:to>
                                    </p:animClr>
                                    <p:set>
                                      <p:cBhvr>
                                        <p:cTn id="23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4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C00000"/>
                                      </p:to>
                                    </p:animClr>
                                    <p:set>
                                      <p:cBhvr>
                                        <p:cTn id="2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0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C00000"/>
                                      </p:to>
                                    </p:animClr>
                                    <p:set>
                                      <p:cBhvr>
                                        <p:cTn id="31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2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7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6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000000"/>
                                      </p:to>
                                    </p:animClr>
                                    <p:set>
                                      <p:cBhvr>
                                        <p:cTn id="37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8" presetID="7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9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F2F2F2"/>
                                      </p:to>
                                    </p:animClr>
                                    <p:set>
                                      <p:cBhvr>
                                        <p:cTn id="40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7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2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000000"/>
                                      </p:to>
                                    </p:animClr>
                                    <p:set>
                                      <p:cBhvr>
                                        <p:cTn id="43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4" presetID="7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5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000000"/>
                                      </p:to>
                                    </p:animClr>
                                    <p:set>
                                      <p:cBhvr>
                                        <p:cTn id="46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0070C0"/>
                                      </p:to>
                                    </p:animClr>
                                    <p:set>
                                      <p:cBhvr>
                                        <p:cTn id="49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50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2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0070C0"/>
                                      </p:to>
                                    </p:animClr>
                                    <p:set>
                                      <p:cBhvr>
                                        <p:cTn id="53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54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6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0070C0"/>
                                      </p:to>
                                    </p:animClr>
                                    <p:set>
                                      <p:cBhvr>
                                        <p:cTn id="57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58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0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0070C0"/>
                                      </p:to>
                                    </p:animClr>
                                    <p:set>
                                      <p:cBhvr>
                                        <p:cTn id="61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62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7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6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000000"/>
                                      </p:to>
                                    </p:animClr>
                                    <p:set>
                                      <p:cBhvr>
                                        <p:cTn id="6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8" presetID="3" presetClass="emph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9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000000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70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71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0070C0"/>
                                      </p:to>
                                    </p:animClr>
                                    <p:set>
                                      <p:cBhvr>
                                        <p:cTn id="72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73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9" grpId="0"/>
      <p:bldP spid="43" grpId="0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AD5171-410E-EDB4-D2F7-A1E6404049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DB51D6-E28E-6898-5866-46F06A8F4B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 err="1"/>
              <a:t>Kruskal’s</a:t>
            </a:r>
            <a:r>
              <a:rPr lang="nl-NL" dirty="0"/>
              <a:t> </a:t>
            </a:r>
            <a:r>
              <a:rPr lang="nl-NL" dirty="0" err="1"/>
              <a:t>algorithm</a:t>
            </a:r>
            <a:r>
              <a:rPr lang="nl-NL" dirty="0"/>
              <a:t> – </a:t>
            </a:r>
            <a:r>
              <a:rPr lang="nl-NL" dirty="0" err="1"/>
              <a:t>why</a:t>
            </a:r>
            <a:r>
              <a:rPr lang="nl-NL" dirty="0"/>
              <a:t> </a:t>
            </a:r>
            <a:r>
              <a:rPr lang="nl-NL" dirty="0" err="1"/>
              <a:t>it</a:t>
            </a:r>
            <a:r>
              <a:rPr lang="nl-NL" dirty="0"/>
              <a:t> </a:t>
            </a:r>
            <a:r>
              <a:rPr lang="nl-NL" dirty="0" err="1"/>
              <a:t>works</a:t>
            </a:r>
            <a:endParaRPr lang="nl-N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FD2BBE-0B19-A413-D16B-5C7FDDE8E0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0080" y="2633472"/>
            <a:ext cx="5868325" cy="3625926"/>
          </a:xfrm>
        </p:spPr>
        <p:txBody>
          <a:bodyPr>
            <a:normAutofit/>
          </a:bodyPr>
          <a:lstStyle/>
          <a:p>
            <a:r>
              <a:rPr lang="nl-NL" dirty="0"/>
              <a:t>We </a:t>
            </a:r>
            <a:r>
              <a:rPr lang="nl-NL" dirty="0" err="1"/>
              <a:t>build</a:t>
            </a:r>
            <a:r>
              <a:rPr lang="nl-NL" dirty="0"/>
              <a:t> up </a:t>
            </a:r>
            <a:r>
              <a:rPr lang="nl-NL" dirty="0" err="1"/>
              <a:t>several</a:t>
            </a:r>
            <a:r>
              <a:rPr lang="nl-NL" dirty="0"/>
              <a:t> </a:t>
            </a:r>
            <a:r>
              <a:rPr lang="nl-NL" dirty="0" err="1"/>
              <a:t>MSTs</a:t>
            </a:r>
            <a:r>
              <a:rPr lang="nl-NL" dirty="0"/>
              <a:t> in “parallel”</a:t>
            </a:r>
          </a:p>
          <a:p>
            <a:pPr lvl="1"/>
            <a:r>
              <a:rPr lang="nl-NL" dirty="0" err="1"/>
              <a:t>Also</a:t>
            </a:r>
            <a:r>
              <a:rPr lang="nl-NL" dirty="0"/>
              <a:t> </a:t>
            </a:r>
            <a:r>
              <a:rPr lang="nl-NL" dirty="0" err="1"/>
              <a:t>called</a:t>
            </a:r>
            <a:r>
              <a:rPr lang="nl-NL" dirty="0"/>
              <a:t> a </a:t>
            </a:r>
            <a:r>
              <a:rPr lang="nl-NL" i="1" dirty="0" err="1"/>
              <a:t>forest</a:t>
            </a:r>
            <a:endParaRPr lang="nl-NL" i="1" dirty="0"/>
          </a:p>
          <a:p>
            <a:r>
              <a:rPr lang="nl-NL" dirty="0" err="1"/>
              <a:t>When</a:t>
            </a:r>
            <a:r>
              <a:rPr lang="nl-NL" dirty="0"/>
              <a:t> </a:t>
            </a:r>
            <a:r>
              <a:rPr lang="nl-NL" dirty="0" err="1"/>
              <a:t>joining</a:t>
            </a:r>
            <a:r>
              <a:rPr lang="nl-NL" dirty="0"/>
              <a:t> </a:t>
            </a:r>
            <a:r>
              <a:rPr lang="nl-NL" dirty="0" err="1"/>
              <a:t>two</a:t>
            </a:r>
            <a:r>
              <a:rPr lang="nl-NL" dirty="0"/>
              <a:t> trees </a:t>
            </a:r>
            <a:r>
              <a:rPr lang="nl-NL" dirty="0" err="1"/>
              <a:t>into</a:t>
            </a:r>
            <a:r>
              <a:rPr lang="nl-NL" dirty="0"/>
              <a:t> a new tree, </a:t>
            </a:r>
            <a:r>
              <a:rPr lang="nl-NL" dirty="0" err="1"/>
              <a:t>it</a:t>
            </a:r>
            <a:r>
              <a:rPr lang="nl-NL" dirty="0"/>
              <a:t> is </a:t>
            </a:r>
            <a:r>
              <a:rPr lang="nl-NL" dirty="0" err="1"/>
              <a:t>the</a:t>
            </a:r>
            <a:r>
              <a:rPr lang="nl-NL" dirty="0"/>
              <a:t> “</a:t>
            </a:r>
            <a:r>
              <a:rPr lang="nl-NL" dirty="0" err="1"/>
              <a:t>cheapest</a:t>
            </a:r>
            <a:r>
              <a:rPr lang="nl-NL" dirty="0"/>
              <a:t>” way of </a:t>
            </a:r>
            <a:r>
              <a:rPr lang="nl-NL" dirty="0" err="1"/>
              <a:t>doing</a:t>
            </a:r>
            <a:r>
              <a:rPr lang="nl-NL" dirty="0"/>
              <a:t> </a:t>
            </a:r>
            <a:r>
              <a:rPr lang="nl-NL" dirty="0" err="1"/>
              <a:t>so</a:t>
            </a:r>
            <a:endParaRPr lang="nl-NL" dirty="0"/>
          </a:p>
          <a:p>
            <a:r>
              <a:rPr lang="nl-NL" dirty="0"/>
              <a:t>Every </a:t>
            </a:r>
            <a:r>
              <a:rPr lang="nl-NL" dirty="0" err="1"/>
              <a:t>newly</a:t>
            </a:r>
            <a:r>
              <a:rPr lang="nl-NL" dirty="0"/>
              <a:t> </a:t>
            </a:r>
            <a:r>
              <a:rPr lang="nl-NL" dirty="0" err="1"/>
              <a:t>formed</a:t>
            </a:r>
            <a:r>
              <a:rPr lang="nl-NL" dirty="0"/>
              <a:t> tree is </a:t>
            </a:r>
            <a:r>
              <a:rPr lang="nl-NL" dirty="0" err="1"/>
              <a:t>thus</a:t>
            </a:r>
            <a:r>
              <a:rPr lang="nl-NL" dirty="0"/>
              <a:t> a minimum spanning tree, </a:t>
            </a:r>
            <a:r>
              <a:rPr lang="nl-NL" dirty="0" err="1"/>
              <a:t>so</a:t>
            </a:r>
            <a:r>
              <a:rPr lang="nl-NL" dirty="0"/>
              <a:t> </a:t>
            </a:r>
            <a:r>
              <a:rPr lang="nl-NL" dirty="0" err="1"/>
              <a:t>the</a:t>
            </a:r>
            <a:r>
              <a:rPr lang="nl-NL" dirty="0"/>
              <a:t> last </a:t>
            </a:r>
            <a:r>
              <a:rPr lang="nl-NL" dirty="0" err="1"/>
              <a:t>formed</a:t>
            </a:r>
            <a:r>
              <a:rPr lang="nl-NL" dirty="0"/>
              <a:t> tree must </a:t>
            </a:r>
            <a:r>
              <a:rPr lang="nl-NL" dirty="0" err="1"/>
              <a:t>be</a:t>
            </a:r>
            <a:r>
              <a:rPr lang="nl-NL" dirty="0"/>
              <a:t> a minimum spanning tree as well</a:t>
            </a:r>
          </a:p>
        </p:txBody>
      </p:sp>
      <p:sp>
        <p:nvSpPr>
          <p:cNvPr id="4" name="Oval 6">
            <a:extLst>
              <a:ext uri="{FF2B5EF4-FFF2-40B4-BE49-F238E27FC236}">
                <a16:creationId xmlns:a16="http://schemas.microsoft.com/office/drawing/2014/main" id="{1C7BD27E-BF2E-732C-3313-BE58CAF6DBAC}"/>
              </a:ext>
            </a:extLst>
          </p:cNvPr>
          <p:cNvSpPr/>
          <p:nvPr/>
        </p:nvSpPr>
        <p:spPr>
          <a:xfrm>
            <a:off x="8625333" y="3538158"/>
            <a:ext cx="427106" cy="427106"/>
          </a:xfrm>
          <a:prstGeom prst="ellipse">
            <a:avLst/>
          </a:prstGeom>
          <a:solidFill>
            <a:srgbClr val="0070C0">
              <a:alpha val="50000"/>
            </a:srgb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 dirty="0">
              <a:latin typeface="Aptos" panose="020B0004020202020204" pitchFamily="34" charset="0"/>
            </a:endParaRPr>
          </a:p>
        </p:txBody>
      </p:sp>
      <p:sp>
        <p:nvSpPr>
          <p:cNvPr id="5" name="Oval 8">
            <a:extLst>
              <a:ext uri="{FF2B5EF4-FFF2-40B4-BE49-F238E27FC236}">
                <a16:creationId xmlns:a16="http://schemas.microsoft.com/office/drawing/2014/main" id="{DB3F8B81-3BD0-B53D-5116-88DF3D2A35E2}"/>
              </a:ext>
            </a:extLst>
          </p:cNvPr>
          <p:cNvSpPr/>
          <p:nvPr/>
        </p:nvSpPr>
        <p:spPr>
          <a:xfrm>
            <a:off x="10309437" y="3304087"/>
            <a:ext cx="427106" cy="427106"/>
          </a:xfrm>
          <a:prstGeom prst="ellipse">
            <a:avLst/>
          </a:prstGeom>
          <a:solidFill>
            <a:srgbClr val="0070C0">
              <a:alpha val="50000"/>
            </a:srgb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 dirty="0">
              <a:latin typeface="Aptos" panose="020B0004020202020204" pitchFamily="34" charset="0"/>
            </a:endParaRPr>
          </a:p>
        </p:txBody>
      </p:sp>
      <p:cxnSp>
        <p:nvCxnSpPr>
          <p:cNvPr id="6" name="Straight Arrow Connector 18">
            <a:extLst>
              <a:ext uri="{FF2B5EF4-FFF2-40B4-BE49-F238E27FC236}">
                <a16:creationId xmlns:a16="http://schemas.microsoft.com/office/drawing/2014/main" id="{225E53AD-FDD2-11FC-1A0E-C902CCC26912}"/>
              </a:ext>
            </a:extLst>
          </p:cNvPr>
          <p:cNvCxnSpPr>
            <a:cxnSpLocks/>
            <a:stCxn id="7" idx="6"/>
            <a:endCxn id="4" idx="2"/>
          </p:cNvCxnSpPr>
          <p:nvPr/>
        </p:nvCxnSpPr>
        <p:spPr>
          <a:xfrm>
            <a:off x="7540387" y="3305930"/>
            <a:ext cx="1084946" cy="445781"/>
          </a:xfrm>
          <a:prstGeom prst="straightConnector1">
            <a:avLst/>
          </a:prstGeom>
          <a:ln w="38100">
            <a:solidFill>
              <a:schemeClr val="bg1">
                <a:lumMod val="95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" name="Oval 19">
            <a:extLst>
              <a:ext uri="{FF2B5EF4-FFF2-40B4-BE49-F238E27FC236}">
                <a16:creationId xmlns:a16="http://schemas.microsoft.com/office/drawing/2014/main" id="{91B5EC37-A77C-0291-9728-8A4B15AA5ACF}"/>
              </a:ext>
            </a:extLst>
          </p:cNvPr>
          <p:cNvSpPr/>
          <p:nvPr/>
        </p:nvSpPr>
        <p:spPr>
          <a:xfrm>
            <a:off x="7113281" y="3092377"/>
            <a:ext cx="427106" cy="427106"/>
          </a:xfrm>
          <a:prstGeom prst="ellipse">
            <a:avLst/>
          </a:prstGeom>
          <a:solidFill>
            <a:srgbClr val="0070C0">
              <a:alpha val="50000"/>
            </a:srgb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 dirty="0">
              <a:latin typeface="Aptos" panose="020B0004020202020204" pitchFamily="34" charset="0"/>
            </a:endParaRPr>
          </a:p>
        </p:txBody>
      </p:sp>
      <p:sp>
        <p:nvSpPr>
          <p:cNvPr id="8" name="Oval 8">
            <a:extLst>
              <a:ext uri="{FF2B5EF4-FFF2-40B4-BE49-F238E27FC236}">
                <a16:creationId xmlns:a16="http://schemas.microsoft.com/office/drawing/2014/main" id="{6E573092-2E85-13D0-B704-A1608EDA16B2}"/>
              </a:ext>
            </a:extLst>
          </p:cNvPr>
          <p:cNvSpPr/>
          <p:nvPr/>
        </p:nvSpPr>
        <p:spPr>
          <a:xfrm>
            <a:off x="11491903" y="2622018"/>
            <a:ext cx="427106" cy="427106"/>
          </a:xfrm>
          <a:prstGeom prst="ellipse">
            <a:avLst/>
          </a:prstGeom>
          <a:solidFill>
            <a:srgbClr val="0070C0">
              <a:alpha val="50000"/>
            </a:srgb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 dirty="0">
              <a:latin typeface="Aptos" panose="020B0004020202020204" pitchFamily="34" charset="0"/>
            </a:endParaRPr>
          </a:p>
        </p:txBody>
      </p:sp>
      <p:cxnSp>
        <p:nvCxnSpPr>
          <p:cNvPr id="9" name="Straight Arrow Connector 18">
            <a:extLst>
              <a:ext uri="{FF2B5EF4-FFF2-40B4-BE49-F238E27FC236}">
                <a16:creationId xmlns:a16="http://schemas.microsoft.com/office/drawing/2014/main" id="{DF5F68A2-ACF8-37A7-2F38-CDEF557BB0A1}"/>
              </a:ext>
            </a:extLst>
          </p:cNvPr>
          <p:cNvCxnSpPr>
            <a:cxnSpLocks/>
            <a:stCxn id="4" idx="6"/>
            <a:endCxn id="5" idx="2"/>
          </p:cNvCxnSpPr>
          <p:nvPr/>
        </p:nvCxnSpPr>
        <p:spPr>
          <a:xfrm flipV="1">
            <a:off x="9052439" y="3517640"/>
            <a:ext cx="1256998" cy="234071"/>
          </a:xfrm>
          <a:prstGeom prst="straightConnector1">
            <a:avLst/>
          </a:prstGeom>
          <a:ln w="38100">
            <a:solidFill>
              <a:schemeClr val="bg1">
                <a:lumMod val="95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" name="Straight Arrow Connector 18">
            <a:extLst>
              <a:ext uri="{FF2B5EF4-FFF2-40B4-BE49-F238E27FC236}">
                <a16:creationId xmlns:a16="http://schemas.microsoft.com/office/drawing/2014/main" id="{93144744-D8F7-3988-A78E-DD8CADA35ECD}"/>
              </a:ext>
            </a:extLst>
          </p:cNvPr>
          <p:cNvCxnSpPr>
            <a:cxnSpLocks/>
            <a:stCxn id="5" idx="7"/>
            <a:endCxn id="8" idx="3"/>
          </p:cNvCxnSpPr>
          <p:nvPr/>
        </p:nvCxnSpPr>
        <p:spPr>
          <a:xfrm flipV="1">
            <a:off x="10673995" y="2986576"/>
            <a:ext cx="880456" cy="380059"/>
          </a:xfrm>
          <a:prstGeom prst="straightConnector1">
            <a:avLst/>
          </a:prstGeom>
          <a:ln w="38100">
            <a:solidFill>
              <a:srgbClr val="000000"/>
            </a:solidFill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1" name="Oval 19">
            <a:extLst>
              <a:ext uri="{FF2B5EF4-FFF2-40B4-BE49-F238E27FC236}">
                <a16:creationId xmlns:a16="http://schemas.microsoft.com/office/drawing/2014/main" id="{E13AC513-E332-7516-B838-1B494DB9CE1F}"/>
              </a:ext>
            </a:extLst>
          </p:cNvPr>
          <p:cNvSpPr/>
          <p:nvPr/>
        </p:nvSpPr>
        <p:spPr>
          <a:xfrm>
            <a:off x="8742274" y="1569448"/>
            <a:ext cx="427106" cy="427106"/>
          </a:xfrm>
          <a:prstGeom prst="ellipse">
            <a:avLst/>
          </a:prstGeom>
          <a:solidFill>
            <a:srgbClr val="0070C0">
              <a:alpha val="50000"/>
            </a:srgb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 dirty="0">
              <a:latin typeface="Aptos" panose="020B0004020202020204" pitchFamily="34" charset="0"/>
            </a:endParaRPr>
          </a:p>
        </p:txBody>
      </p:sp>
      <p:sp>
        <p:nvSpPr>
          <p:cNvPr id="12" name="Oval 19">
            <a:extLst>
              <a:ext uri="{FF2B5EF4-FFF2-40B4-BE49-F238E27FC236}">
                <a16:creationId xmlns:a16="http://schemas.microsoft.com/office/drawing/2014/main" id="{966B0850-41CB-9857-723B-22A862ADD526}"/>
              </a:ext>
            </a:extLst>
          </p:cNvPr>
          <p:cNvSpPr/>
          <p:nvPr/>
        </p:nvSpPr>
        <p:spPr>
          <a:xfrm>
            <a:off x="7560320" y="5124757"/>
            <a:ext cx="427106" cy="427106"/>
          </a:xfrm>
          <a:prstGeom prst="ellipse">
            <a:avLst/>
          </a:prstGeom>
          <a:solidFill>
            <a:srgbClr val="0070C0">
              <a:alpha val="50000"/>
            </a:srgb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 dirty="0">
              <a:latin typeface="Aptos" panose="020B0004020202020204" pitchFamily="34" charset="0"/>
            </a:endParaRPr>
          </a:p>
        </p:txBody>
      </p:sp>
      <p:sp>
        <p:nvSpPr>
          <p:cNvPr id="13" name="Oval 19">
            <a:extLst>
              <a:ext uri="{FF2B5EF4-FFF2-40B4-BE49-F238E27FC236}">
                <a16:creationId xmlns:a16="http://schemas.microsoft.com/office/drawing/2014/main" id="{95CD8EF0-C12B-5A25-7C68-CB8663486375}"/>
              </a:ext>
            </a:extLst>
          </p:cNvPr>
          <p:cNvSpPr/>
          <p:nvPr/>
        </p:nvSpPr>
        <p:spPr>
          <a:xfrm>
            <a:off x="9443761" y="5376993"/>
            <a:ext cx="427106" cy="427106"/>
          </a:xfrm>
          <a:prstGeom prst="ellipse">
            <a:avLst/>
          </a:prstGeom>
          <a:solidFill>
            <a:srgbClr val="0070C0">
              <a:alpha val="50000"/>
            </a:srgb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 dirty="0">
              <a:latin typeface="Aptos" panose="020B0004020202020204" pitchFamily="34" charset="0"/>
            </a:endParaRPr>
          </a:p>
        </p:txBody>
      </p:sp>
      <p:sp>
        <p:nvSpPr>
          <p:cNvPr id="14" name="Oval 19">
            <a:extLst>
              <a:ext uri="{FF2B5EF4-FFF2-40B4-BE49-F238E27FC236}">
                <a16:creationId xmlns:a16="http://schemas.microsoft.com/office/drawing/2014/main" id="{374A1C2C-BCD6-8BCD-591F-2FB54672CEC3}"/>
              </a:ext>
            </a:extLst>
          </p:cNvPr>
          <p:cNvSpPr/>
          <p:nvPr/>
        </p:nvSpPr>
        <p:spPr>
          <a:xfrm>
            <a:off x="11444091" y="4877014"/>
            <a:ext cx="427106" cy="427106"/>
          </a:xfrm>
          <a:prstGeom prst="ellipse">
            <a:avLst/>
          </a:prstGeom>
          <a:solidFill>
            <a:srgbClr val="0070C0">
              <a:alpha val="50000"/>
            </a:srgb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 dirty="0">
              <a:latin typeface="Aptos" panose="020B0004020202020204" pitchFamily="34" charset="0"/>
            </a:endParaRPr>
          </a:p>
        </p:txBody>
      </p:sp>
      <p:sp>
        <p:nvSpPr>
          <p:cNvPr id="15" name="Oval 19">
            <a:extLst>
              <a:ext uri="{FF2B5EF4-FFF2-40B4-BE49-F238E27FC236}">
                <a16:creationId xmlns:a16="http://schemas.microsoft.com/office/drawing/2014/main" id="{30ACE94B-1EBC-83DC-066A-6DE7AAAB0AC6}"/>
              </a:ext>
            </a:extLst>
          </p:cNvPr>
          <p:cNvSpPr/>
          <p:nvPr/>
        </p:nvSpPr>
        <p:spPr>
          <a:xfrm>
            <a:off x="10333484" y="1630175"/>
            <a:ext cx="427106" cy="427106"/>
          </a:xfrm>
          <a:prstGeom prst="ellipse">
            <a:avLst/>
          </a:prstGeom>
          <a:solidFill>
            <a:srgbClr val="0070C0">
              <a:alpha val="50000"/>
            </a:srgb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 dirty="0">
              <a:latin typeface="Aptos" panose="020B0004020202020204" pitchFamily="34" charset="0"/>
            </a:endParaRPr>
          </a:p>
        </p:txBody>
      </p:sp>
      <p:cxnSp>
        <p:nvCxnSpPr>
          <p:cNvPr id="16" name="Straight Arrow Connector 47">
            <a:extLst>
              <a:ext uri="{FF2B5EF4-FFF2-40B4-BE49-F238E27FC236}">
                <a16:creationId xmlns:a16="http://schemas.microsoft.com/office/drawing/2014/main" id="{0C4EFF11-2ABA-6502-65F3-7955236CA200}"/>
              </a:ext>
            </a:extLst>
          </p:cNvPr>
          <p:cNvCxnSpPr>
            <a:cxnSpLocks/>
            <a:stCxn id="7" idx="7"/>
            <a:endCxn id="11" idx="3"/>
          </p:cNvCxnSpPr>
          <p:nvPr/>
        </p:nvCxnSpPr>
        <p:spPr>
          <a:xfrm flipV="1">
            <a:off x="7477839" y="1934006"/>
            <a:ext cx="1326983" cy="1220919"/>
          </a:xfrm>
          <a:prstGeom prst="straightConnector1">
            <a:avLst/>
          </a:prstGeom>
          <a:ln w="38100">
            <a:solidFill>
              <a:schemeClr val="bg1">
                <a:lumMod val="95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7" name="Straight Arrow Connector 47">
            <a:extLst>
              <a:ext uri="{FF2B5EF4-FFF2-40B4-BE49-F238E27FC236}">
                <a16:creationId xmlns:a16="http://schemas.microsoft.com/office/drawing/2014/main" id="{7FFAFA97-9115-944D-3056-0769E02B42EF}"/>
              </a:ext>
            </a:extLst>
          </p:cNvPr>
          <p:cNvCxnSpPr>
            <a:cxnSpLocks/>
            <a:stCxn id="11" idx="6"/>
            <a:endCxn id="15" idx="2"/>
          </p:cNvCxnSpPr>
          <p:nvPr/>
        </p:nvCxnSpPr>
        <p:spPr>
          <a:xfrm>
            <a:off x="9169380" y="1783001"/>
            <a:ext cx="1164104" cy="60727"/>
          </a:xfrm>
          <a:prstGeom prst="straightConnector1">
            <a:avLst/>
          </a:prstGeom>
          <a:ln w="38100">
            <a:solidFill>
              <a:schemeClr val="bg1">
                <a:lumMod val="95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8" name="Straight Arrow Connector 47">
            <a:extLst>
              <a:ext uri="{FF2B5EF4-FFF2-40B4-BE49-F238E27FC236}">
                <a16:creationId xmlns:a16="http://schemas.microsoft.com/office/drawing/2014/main" id="{7AE96369-4182-A959-CE61-6D249CC632C0}"/>
              </a:ext>
            </a:extLst>
          </p:cNvPr>
          <p:cNvCxnSpPr>
            <a:cxnSpLocks/>
            <a:stCxn id="5" idx="0"/>
            <a:endCxn id="15" idx="4"/>
          </p:cNvCxnSpPr>
          <p:nvPr/>
        </p:nvCxnSpPr>
        <p:spPr>
          <a:xfrm flipV="1">
            <a:off x="10522990" y="2057281"/>
            <a:ext cx="24047" cy="1246806"/>
          </a:xfrm>
          <a:prstGeom prst="straightConnector1">
            <a:avLst/>
          </a:prstGeom>
          <a:ln w="38100">
            <a:solidFill>
              <a:srgbClr val="000000"/>
            </a:solidFill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9" name="Straight Arrow Connector 47">
            <a:extLst>
              <a:ext uri="{FF2B5EF4-FFF2-40B4-BE49-F238E27FC236}">
                <a16:creationId xmlns:a16="http://schemas.microsoft.com/office/drawing/2014/main" id="{A166B9A7-B04F-9898-170C-03E10EB8E23C}"/>
              </a:ext>
            </a:extLst>
          </p:cNvPr>
          <p:cNvCxnSpPr>
            <a:cxnSpLocks/>
            <a:stCxn id="15" idx="5"/>
            <a:endCxn id="8" idx="1"/>
          </p:cNvCxnSpPr>
          <p:nvPr/>
        </p:nvCxnSpPr>
        <p:spPr>
          <a:xfrm>
            <a:off x="10698042" y="1994733"/>
            <a:ext cx="856409" cy="689833"/>
          </a:xfrm>
          <a:prstGeom prst="straightConnector1">
            <a:avLst/>
          </a:prstGeom>
          <a:ln w="38100">
            <a:solidFill>
              <a:schemeClr val="bg1">
                <a:lumMod val="95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0" name="Straight Arrow Connector 47">
            <a:extLst>
              <a:ext uri="{FF2B5EF4-FFF2-40B4-BE49-F238E27FC236}">
                <a16:creationId xmlns:a16="http://schemas.microsoft.com/office/drawing/2014/main" id="{3BD60573-E17C-38A8-703C-883A6E182A8A}"/>
              </a:ext>
            </a:extLst>
          </p:cNvPr>
          <p:cNvCxnSpPr>
            <a:cxnSpLocks/>
            <a:stCxn id="7" idx="4"/>
            <a:endCxn id="12" idx="0"/>
          </p:cNvCxnSpPr>
          <p:nvPr/>
        </p:nvCxnSpPr>
        <p:spPr>
          <a:xfrm>
            <a:off x="7326834" y="3519483"/>
            <a:ext cx="447039" cy="1605274"/>
          </a:xfrm>
          <a:prstGeom prst="straightConnector1">
            <a:avLst/>
          </a:prstGeom>
          <a:ln w="38100">
            <a:solidFill>
              <a:srgbClr val="000000"/>
            </a:solidFill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1" name="Straight Arrow Connector 47">
            <a:extLst>
              <a:ext uri="{FF2B5EF4-FFF2-40B4-BE49-F238E27FC236}">
                <a16:creationId xmlns:a16="http://schemas.microsoft.com/office/drawing/2014/main" id="{80A5A9AA-192F-8D4B-7BF0-4C14CD7980E8}"/>
              </a:ext>
            </a:extLst>
          </p:cNvPr>
          <p:cNvCxnSpPr>
            <a:cxnSpLocks/>
            <a:stCxn id="4" idx="5"/>
            <a:endCxn id="13" idx="0"/>
          </p:cNvCxnSpPr>
          <p:nvPr/>
        </p:nvCxnSpPr>
        <p:spPr>
          <a:xfrm>
            <a:off x="8989891" y="3902716"/>
            <a:ext cx="667423" cy="1474277"/>
          </a:xfrm>
          <a:prstGeom prst="straightConnector1">
            <a:avLst/>
          </a:prstGeom>
          <a:ln w="38100">
            <a:solidFill>
              <a:srgbClr val="000000"/>
            </a:solidFill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2" name="Straight Arrow Connector 47">
            <a:extLst>
              <a:ext uri="{FF2B5EF4-FFF2-40B4-BE49-F238E27FC236}">
                <a16:creationId xmlns:a16="http://schemas.microsoft.com/office/drawing/2014/main" id="{43E1C34A-AB6C-2A7B-6E8D-17F8417C6627}"/>
              </a:ext>
            </a:extLst>
          </p:cNvPr>
          <p:cNvCxnSpPr>
            <a:cxnSpLocks/>
            <a:stCxn id="12" idx="6"/>
            <a:endCxn id="13" idx="2"/>
          </p:cNvCxnSpPr>
          <p:nvPr/>
        </p:nvCxnSpPr>
        <p:spPr>
          <a:xfrm>
            <a:off x="7987426" y="5338310"/>
            <a:ext cx="1456335" cy="252236"/>
          </a:xfrm>
          <a:prstGeom prst="straightConnector1">
            <a:avLst/>
          </a:prstGeom>
          <a:ln w="38100">
            <a:solidFill>
              <a:srgbClr val="000000"/>
            </a:solidFill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3" name="Straight Arrow Connector 47">
            <a:extLst>
              <a:ext uri="{FF2B5EF4-FFF2-40B4-BE49-F238E27FC236}">
                <a16:creationId xmlns:a16="http://schemas.microsoft.com/office/drawing/2014/main" id="{386DE769-A159-FC84-BFF3-536CF950D053}"/>
              </a:ext>
            </a:extLst>
          </p:cNvPr>
          <p:cNvCxnSpPr>
            <a:cxnSpLocks/>
            <a:stCxn id="13" idx="6"/>
            <a:endCxn id="14" idx="2"/>
          </p:cNvCxnSpPr>
          <p:nvPr/>
        </p:nvCxnSpPr>
        <p:spPr>
          <a:xfrm flipV="1">
            <a:off x="9870867" y="5090567"/>
            <a:ext cx="1573224" cy="499979"/>
          </a:xfrm>
          <a:prstGeom prst="straightConnector1">
            <a:avLst/>
          </a:prstGeom>
          <a:ln w="38100">
            <a:solidFill>
              <a:srgbClr val="000000"/>
            </a:solidFill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4" name="Straight Arrow Connector 47">
            <a:extLst>
              <a:ext uri="{FF2B5EF4-FFF2-40B4-BE49-F238E27FC236}">
                <a16:creationId xmlns:a16="http://schemas.microsoft.com/office/drawing/2014/main" id="{EE966983-591D-0EEB-2097-DC636B41E184}"/>
              </a:ext>
            </a:extLst>
          </p:cNvPr>
          <p:cNvCxnSpPr>
            <a:cxnSpLocks/>
            <a:stCxn id="14" idx="0"/>
            <a:endCxn id="8" idx="4"/>
          </p:cNvCxnSpPr>
          <p:nvPr/>
        </p:nvCxnSpPr>
        <p:spPr>
          <a:xfrm flipV="1">
            <a:off x="11657644" y="3049124"/>
            <a:ext cx="47812" cy="1827890"/>
          </a:xfrm>
          <a:prstGeom prst="straightConnector1">
            <a:avLst/>
          </a:prstGeom>
          <a:ln w="38100">
            <a:solidFill>
              <a:schemeClr val="bg1">
                <a:lumMod val="95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5" name="Straight Arrow Connector 47">
            <a:extLst>
              <a:ext uri="{FF2B5EF4-FFF2-40B4-BE49-F238E27FC236}">
                <a16:creationId xmlns:a16="http://schemas.microsoft.com/office/drawing/2014/main" id="{7C7539B6-C42A-772F-BA87-EB6047CE7918}"/>
              </a:ext>
            </a:extLst>
          </p:cNvPr>
          <p:cNvCxnSpPr>
            <a:cxnSpLocks/>
            <a:stCxn id="4" idx="0"/>
            <a:endCxn id="11" idx="4"/>
          </p:cNvCxnSpPr>
          <p:nvPr/>
        </p:nvCxnSpPr>
        <p:spPr>
          <a:xfrm flipV="1">
            <a:off x="8838886" y="1996554"/>
            <a:ext cx="116941" cy="1541604"/>
          </a:xfrm>
          <a:prstGeom prst="straightConnector1">
            <a:avLst/>
          </a:prstGeom>
          <a:ln w="38100">
            <a:solidFill>
              <a:srgbClr val="000000"/>
            </a:solidFill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6" name="Straight Arrow Connector 18">
            <a:extLst>
              <a:ext uri="{FF2B5EF4-FFF2-40B4-BE49-F238E27FC236}">
                <a16:creationId xmlns:a16="http://schemas.microsoft.com/office/drawing/2014/main" id="{BD3CB42D-3949-784B-5A38-66DFA721D3E9}"/>
              </a:ext>
            </a:extLst>
          </p:cNvPr>
          <p:cNvCxnSpPr>
            <a:cxnSpLocks/>
            <a:stCxn id="13" idx="7"/>
            <a:endCxn id="5" idx="3"/>
          </p:cNvCxnSpPr>
          <p:nvPr/>
        </p:nvCxnSpPr>
        <p:spPr>
          <a:xfrm flipV="1">
            <a:off x="9808319" y="3668645"/>
            <a:ext cx="563666" cy="1770896"/>
          </a:xfrm>
          <a:prstGeom prst="straightConnector1">
            <a:avLst/>
          </a:prstGeom>
          <a:ln w="38100">
            <a:solidFill>
              <a:schemeClr val="bg1">
                <a:lumMod val="95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7" name="Straight Arrow Connector 18">
            <a:extLst>
              <a:ext uri="{FF2B5EF4-FFF2-40B4-BE49-F238E27FC236}">
                <a16:creationId xmlns:a16="http://schemas.microsoft.com/office/drawing/2014/main" id="{752F49C4-1655-C792-CDDE-D757976DAF08}"/>
              </a:ext>
            </a:extLst>
          </p:cNvPr>
          <p:cNvCxnSpPr>
            <a:cxnSpLocks/>
            <a:stCxn id="14" idx="1"/>
            <a:endCxn id="5" idx="5"/>
          </p:cNvCxnSpPr>
          <p:nvPr/>
        </p:nvCxnSpPr>
        <p:spPr>
          <a:xfrm flipH="1" flipV="1">
            <a:off x="10673995" y="3668645"/>
            <a:ext cx="832644" cy="1270917"/>
          </a:xfrm>
          <a:prstGeom prst="straightConnector1">
            <a:avLst/>
          </a:prstGeom>
          <a:ln w="38100">
            <a:solidFill>
              <a:srgbClr val="000000"/>
            </a:solidFill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8" name="TextBox 117">
            <a:extLst>
              <a:ext uri="{FF2B5EF4-FFF2-40B4-BE49-F238E27FC236}">
                <a16:creationId xmlns:a16="http://schemas.microsoft.com/office/drawing/2014/main" id="{2C0F77D7-AAE3-DC6F-38EB-71241787EA18}"/>
              </a:ext>
            </a:extLst>
          </p:cNvPr>
          <p:cNvSpPr txBox="1"/>
          <p:nvPr/>
        </p:nvSpPr>
        <p:spPr>
          <a:xfrm>
            <a:off x="7820850" y="2253785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NL" dirty="0">
                <a:solidFill>
                  <a:schemeClr val="bg1">
                    <a:lumMod val="85000"/>
                  </a:schemeClr>
                </a:solidFill>
                <a:latin typeface="Aptos" panose="020B0004020202020204" pitchFamily="34" charset="0"/>
              </a:rPr>
              <a:t>5</a:t>
            </a:r>
          </a:p>
        </p:txBody>
      </p:sp>
      <p:sp>
        <p:nvSpPr>
          <p:cNvPr id="29" name="TextBox 118">
            <a:extLst>
              <a:ext uri="{FF2B5EF4-FFF2-40B4-BE49-F238E27FC236}">
                <a16:creationId xmlns:a16="http://schemas.microsoft.com/office/drawing/2014/main" id="{4F49AD90-C9EA-01F7-14B8-74B69C92FBA4}"/>
              </a:ext>
            </a:extLst>
          </p:cNvPr>
          <p:cNvSpPr txBox="1"/>
          <p:nvPr/>
        </p:nvSpPr>
        <p:spPr>
          <a:xfrm>
            <a:off x="8893019" y="2644064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>
              <a:defRPr>
                <a:solidFill>
                  <a:srgbClr val="000000"/>
                </a:solidFill>
                <a:latin typeface="Aptos" panose="020B0004020202020204" pitchFamily="34" charset="0"/>
              </a:defRPr>
            </a:lvl1pPr>
          </a:lstStyle>
          <a:p>
            <a:r>
              <a:rPr lang="nl-NL" dirty="0"/>
              <a:t>3</a:t>
            </a:r>
          </a:p>
        </p:txBody>
      </p:sp>
      <p:sp>
        <p:nvSpPr>
          <p:cNvPr id="30" name="TextBox 119">
            <a:extLst>
              <a:ext uri="{FF2B5EF4-FFF2-40B4-BE49-F238E27FC236}">
                <a16:creationId xmlns:a16="http://schemas.microsoft.com/office/drawing/2014/main" id="{70E146BC-8001-9892-9236-A02E300B51E0}"/>
              </a:ext>
            </a:extLst>
          </p:cNvPr>
          <p:cNvSpPr txBox="1"/>
          <p:nvPr/>
        </p:nvSpPr>
        <p:spPr>
          <a:xfrm>
            <a:off x="9769039" y="1813423"/>
            <a:ext cx="4315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>
              <a:defRPr>
                <a:solidFill>
                  <a:schemeClr val="bg1">
                    <a:lumMod val="95000"/>
                  </a:schemeClr>
                </a:solidFill>
                <a:latin typeface="Aptos" panose="020B0004020202020204" pitchFamily="34" charset="0"/>
              </a:defRPr>
            </a:lvl1pPr>
          </a:lstStyle>
          <a:p>
            <a:r>
              <a:rPr lang="nl-NL" dirty="0">
                <a:solidFill>
                  <a:schemeClr val="bg1">
                    <a:lumMod val="85000"/>
                  </a:schemeClr>
                </a:solidFill>
              </a:rPr>
              <a:t>10</a:t>
            </a:r>
          </a:p>
        </p:txBody>
      </p:sp>
      <p:sp>
        <p:nvSpPr>
          <p:cNvPr id="31" name="TextBox 120">
            <a:extLst>
              <a:ext uri="{FF2B5EF4-FFF2-40B4-BE49-F238E27FC236}">
                <a16:creationId xmlns:a16="http://schemas.microsoft.com/office/drawing/2014/main" id="{9C54F66E-9B54-BCA8-E977-299EB1F7500D}"/>
              </a:ext>
            </a:extLst>
          </p:cNvPr>
          <p:cNvSpPr txBox="1"/>
          <p:nvPr/>
        </p:nvSpPr>
        <p:spPr>
          <a:xfrm>
            <a:off x="11144364" y="2057281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>
              <a:defRPr>
                <a:solidFill>
                  <a:schemeClr val="bg1">
                    <a:lumMod val="95000"/>
                  </a:schemeClr>
                </a:solidFill>
                <a:latin typeface="Aptos" panose="020B0004020202020204" pitchFamily="34" charset="0"/>
              </a:defRPr>
            </a:lvl1pPr>
          </a:lstStyle>
          <a:p>
            <a:r>
              <a:rPr lang="nl-NL" dirty="0">
                <a:solidFill>
                  <a:schemeClr val="bg1">
                    <a:lumMod val="85000"/>
                  </a:schemeClr>
                </a:solidFill>
              </a:rPr>
              <a:t>9</a:t>
            </a:r>
          </a:p>
        </p:txBody>
      </p:sp>
      <p:sp>
        <p:nvSpPr>
          <p:cNvPr id="32" name="TextBox 121">
            <a:extLst>
              <a:ext uri="{FF2B5EF4-FFF2-40B4-BE49-F238E27FC236}">
                <a16:creationId xmlns:a16="http://schemas.microsoft.com/office/drawing/2014/main" id="{64C7BF45-9B27-4028-AF31-006CF15BD1BD}"/>
              </a:ext>
            </a:extLst>
          </p:cNvPr>
          <p:cNvSpPr txBox="1"/>
          <p:nvPr/>
        </p:nvSpPr>
        <p:spPr>
          <a:xfrm>
            <a:off x="10179435" y="2466494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>
              <a:defRPr>
                <a:solidFill>
                  <a:schemeClr val="bg1">
                    <a:lumMod val="95000"/>
                  </a:schemeClr>
                </a:solidFill>
                <a:latin typeface="Aptos" panose="020B0004020202020204" pitchFamily="34" charset="0"/>
              </a:defRPr>
            </a:lvl1pPr>
          </a:lstStyle>
          <a:p>
            <a:r>
              <a:rPr lang="nl-NL" dirty="0">
                <a:solidFill>
                  <a:srgbClr val="000000"/>
                </a:solidFill>
              </a:rPr>
              <a:t>2</a:t>
            </a:r>
          </a:p>
        </p:txBody>
      </p:sp>
      <p:sp>
        <p:nvSpPr>
          <p:cNvPr id="33" name="TextBox 122">
            <a:extLst>
              <a:ext uri="{FF2B5EF4-FFF2-40B4-BE49-F238E27FC236}">
                <a16:creationId xmlns:a16="http://schemas.microsoft.com/office/drawing/2014/main" id="{9E95B672-B06D-7B23-7761-E09A252C5595}"/>
              </a:ext>
            </a:extLst>
          </p:cNvPr>
          <p:cNvSpPr txBox="1"/>
          <p:nvPr/>
        </p:nvSpPr>
        <p:spPr>
          <a:xfrm>
            <a:off x="8968232" y="4541872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>
              <a:defRPr>
                <a:solidFill>
                  <a:srgbClr val="000000"/>
                </a:solidFill>
                <a:latin typeface="Aptos" panose="020B0004020202020204" pitchFamily="34" charset="0"/>
              </a:defRPr>
            </a:lvl1pPr>
          </a:lstStyle>
          <a:p>
            <a:r>
              <a:rPr lang="nl-NL" dirty="0"/>
              <a:t>4</a:t>
            </a:r>
          </a:p>
        </p:txBody>
      </p:sp>
      <p:sp>
        <p:nvSpPr>
          <p:cNvPr id="34" name="TextBox 123">
            <a:extLst>
              <a:ext uri="{FF2B5EF4-FFF2-40B4-BE49-F238E27FC236}">
                <a16:creationId xmlns:a16="http://schemas.microsoft.com/office/drawing/2014/main" id="{B24B8CA1-C588-0963-8681-396F45DA9AD7}"/>
              </a:ext>
            </a:extLst>
          </p:cNvPr>
          <p:cNvSpPr txBox="1"/>
          <p:nvPr/>
        </p:nvSpPr>
        <p:spPr>
          <a:xfrm>
            <a:off x="8588225" y="5472694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>
              <a:defRPr>
                <a:solidFill>
                  <a:schemeClr val="bg1">
                    <a:lumMod val="95000"/>
                  </a:schemeClr>
                </a:solidFill>
                <a:latin typeface="Aptos" panose="020B0004020202020204" pitchFamily="34" charset="0"/>
              </a:defRPr>
            </a:lvl1pPr>
          </a:lstStyle>
          <a:p>
            <a:r>
              <a:rPr lang="nl-NL" dirty="0">
                <a:solidFill>
                  <a:srgbClr val="000000"/>
                </a:solidFill>
              </a:rPr>
              <a:t>2</a:t>
            </a:r>
          </a:p>
        </p:txBody>
      </p:sp>
      <p:sp>
        <p:nvSpPr>
          <p:cNvPr id="35" name="TextBox 124">
            <a:extLst>
              <a:ext uri="{FF2B5EF4-FFF2-40B4-BE49-F238E27FC236}">
                <a16:creationId xmlns:a16="http://schemas.microsoft.com/office/drawing/2014/main" id="{C25F7835-7046-C49D-C172-2406559E9B42}"/>
              </a:ext>
            </a:extLst>
          </p:cNvPr>
          <p:cNvSpPr txBox="1"/>
          <p:nvPr/>
        </p:nvSpPr>
        <p:spPr>
          <a:xfrm>
            <a:off x="7641483" y="4158639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>
              <a:defRPr>
                <a:solidFill>
                  <a:schemeClr val="bg1">
                    <a:lumMod val="95000"/>
                  </a:schemeClr>
                </a:solidFill>
                <a:latin typeface="Aptos" panose="020B0004020202020204" pitchFamily="34" charset="0"/>
              </a:defRPr>
            </a:lvl1pPr>
          </a:lstStyle>
          <a:p>
            <a:r>
              <a:rPr lang="nl-NL" dirty="0">
                <a:solidFill>
                  <a:srgbClr val="000000"/>
                </a:solidFill>
              </a:rPr>
              <a:t>2</a:t>
            </a:r>
          </a:p>
        </p:txBody>
      </p:sp>
      <p:sp>
        <p:nvSpPr>
          <p:cNvPr id="36" name="TextBox 125">
            <a:extLst>
              <a:ext uri="{FF2B5EF4-FFF2-40B4-BE49-F238E27FC236}">
                <a16:creationId xmlns:a16="http://schemas.microsoft.com/office/drawing/2014/main" id="{8FD28630-9C69-C3DC-D431-F37336F3259D}"/>
              </a:ext>
            </a:extLst>
          </p:cNvPr>
          <p:cNvSpPr txBox="1"/>
          <p:nvPr/>
        </p:nvSpPr>
        <p:spPr>
          <a:xfrm>
            <a:off x="10803088" y="5301733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>
              <a:defRPr>
                <a:solidFill>
                  <a:schemeClr val="bg1">
                    <a:lumMod val="95000"/>
                  </a:schemeClr>
                </a:solidFill>
                <a:latin typeface="Aptos" panose="020B0004020202020204" pitchFamily="34" charset="0"/>
              </a:defRPr>
            </a:lvl1pPr>
          </a:lstStyle>
          <a:p>
            <a:r>
              <a:rPr lang="nl-NL" dirty="0">
                <a:solidFill>
                  <a:srgbClr val="000000"/>
                </a:solidFill>
              </a:rPr>
              <a:t>1</a:t>
            </a:r>
          </a:p>
        </p:txBody>
      </p:sp>
      <p:sp>
        <p:nvSpPr>
          <p:cNvPr id="37" name="TextBox 126">
            <a:extLst>
              <a:ext uri="{FF2B5EF4-FFF2-40B4-BE49-F238E27FC236}">
                <a16:creationId xmlns:a16="http://schemas.microsoft.com/office/drawing/2014/main" id="{253814B8-A6AF-BB5B-E21F-919495B7BE1C}"/>
              </a:ext>
            </a:extLst>
          </p:cNvPr>
          <p:cNvSpPr txBox="1"/>
          <p:nvPr/>
        </p:nvSpPr>
        <p:spPr>
          <a:xfrm>
            <a:off x="9774498" y="4284407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>
              <a:defRPr>
                <a:solidFill>
                  <a:schemeClr val="bg1">
                    <a:lumMod val="95000"/>
                  </a:schemeClr>
                </a:solidFill>
                <a:latin typeface="Aptos" panose="020B0004020202020204" pitchFamily="34" charset="0"/>
              </a:defRPr>
            </a:lvl1pPr>
          </a:lstStyle>
          <a:p>
            <a:r>
              <a:rPr lang="nl-NL" dirty="0">
                <a:solidFill>
                  <a:schemeClr val="bg1">
                    <a:lumMod val="85000"/>
                  </a:schemeClr>
                </a:solidFill>
              </a:rPr>
              <a:t>5</a:t>
            </a:r>
          </a:p>
        </p:txBody>
      </p:sp>
      <p:sp>
        <p:nvSpPr>
          <p:cNvPr id="38" name="TextBox 127">
            <a:extLst>
              <a:ext uri="{FF2B5EF4-FFF2-40B4-BE49-F238E27FC236}">
                <a16:creationId xmlns:a16="http://schemas.microsoft.com/office/drawing/2014/main" id="{33110762-38E0-5364-6ADF-B6F3F23A5217}"/>
              </a:ext>
            </a:extLst>
          </p:cNvPr>
          <p:cNvSpPr txBox="1"/>
          <p:nvPr/>
        </p:nvSpPr>
        <p:spPr>
          <a:xfrm>
            <a:off x="10760148" y="4249247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>
              <a:defRPr>
                <a:solidFill>
                  <a:srgbClr val="000000"/>
                </a:solidFill>
                <a:latin typeface="Aptos" panose="020B0004020202020204" pitchFamily="34" charset="0"/>
              </a:defRPr>
            </a:lvl1pPr>
          </a:lstStyle>
          <a:p>
            <a:r>
              <a:rPr lang="nl-NL" dirty="0"/>
              <a:t>3</a:t>
            </a:r>
          </a:p>
        </p:txBody>
      </p:sp>
      <p:sp>
        <p:nvSpPr>
          <p:cNvPr id="39" name="TextBox 128">
            <a:extLst>
              <a:ext uri="{FF2B5EF4-FFF2-40B4-BE49-F238E27FC236}">
                <a16:creationId xmlns:a16="http://schemas.microsoft.com/office/drawing/2014/main" id="{06A2DA17-B0C4-FB09-809D-C3D7533C95AE}"/>
              </a:ext>
            </a:extLst>
          </p:cNvPr>
          <p:cNvSpPr txBox="1"/>
          <p:nvPr/>
        </p:nvSpPr>
        <p:spPr>
          <a:xfrm>
            <a:off x="10917429" y="2767356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>
              <a:defRPr>
                <a:solidFill>
                  <a:srgbClr val="000000"/>
                </a:solidFill>
                <a:latin typeface="Aptos" panose="020B0004020202020204" pitchFamily="34" charset="0"/>
              </a:defRPr>
            </a:lvl1pPr>
          </a:lstStyle>
          <a:p>
            <a:r>
              <a:rPr lang="nl-NL" dirty="0"/>
              <a:t>8</a:t>
            </a:r>
          </a:p>
        </p:txBody>
      </p:sp>
      <p:sp>
        <p:nvSpPr>
          <p:cNvPr id="40" name="TextBox 129">
            <a:extLst>
              <a:ext uri="{FF2B5EF4-FFF2-40B4-BE49-F238E27FC236}">
                <a16:creationId xmlns:a16="http://schemas.microsoft.com/office/drawing/2014/main" id="{2E2A5679-FA41-C1A9-D503-6ADECADE90BD}"/>
              </a:ext>
            </a:extLst>
          </p:cNvPr>
          <p:cNvSpPr txBox="1"/>
          <p:nvPr/>
        </p:nvSpPr>
        <p:spPr>
          <a:xfrm>
            <a:off x="11702412" y="3871807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>
              <a:defRPr>
                <a:solidFill>
                  <a:schemeClr val="bg1">
                    <a:lumMod val="95000"/>
                  </a:schemeClr>
                </a:solidFill>
                <a:latin typeface="Aptos" panose="020B0004020202020204" pitchFamily="34" charset="0"/>
              </a:defRPr>
            </a:lvl1pPr>
          </a:lstStyle>
          <a:p>
            <a:r>
              <a:rPr lang="nl-NL" dirty="0">
                <a:solidFill>
                  <a:schemeClr val="bg1">
                    <a:lumMod val="85000"/>
                  </a:schemeClr>
                </a:solidFill>
              </a:rPr>
              <a:t>9</a:t>
            </a:r>
          </a:p>
        </p:txBody>
      </p:sp>
      <p:sp>
        <p:nvSpPr>
          <p:cNvPr id="41" name="TextBox 130">
            <a:extLst>
              <a:ext uri="{FF2B5EF4-FFF2-40B4-BE49-F238E27FC236}">
                <a16:creationId xmlns:a16="http://schemas.microsoft.com/office/drawing/2014/main" id="{D960477B-089D-4BC1-1FE1-0EF97C786CE8}"/>
              </a:ext>
            </a:extLst>
          </p:cNvPr>
          <p:cNvSpPr txBox="1"/>
          <p:nvPr/>
        </p:nvSpPr>
        <p:spPr>
          <a:xfrm>
            <a:off x="9636165" y="3226198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>
              <a:defRPr>
                <a:solidFill>
                  <a:schemeClr val="bg1">
                    <a:lumMod val="95000"/>
                  </a:schemeClr>
                </a:solidFill>
                <a:latin typeface="Aptos" panose="020B0004020202020204" pitchFamily="34" charset="0"/>
              </a:defRPr>
            </a:lvl1pPr>
          </a:lstStyle>
          <a:p>
            <a:r>
              <a:rPr lang="nl-NL" dirty="0">
                <a:solidFill>
                  <a:schemeClr val="bg1">
                    <a:lumMod val="85000"/>
                  </a:schemeClr>
                </a:solidFill>
              </a:rPr>
              <a:t>6</a:t>
            </a:r>
          </a:p>
        </p:txBody>
      </p:sp>
      <p:sp>
        <p:nvSpPr>
          <p:cNvPr id="42" name="TextBox 131">
            <a:extLst>
              <a:ext uri="{FF2B5EF4-FFF2-40B4-BE49-F238E27FC236}">
                <a16:creationId xmlns:a16="http://schemas.microsoft.com/office/drawing/2014/main" id="{2ED94606-DFE6-4AB3-9CA0-290DFD3FA658}"/>
              </a:ext>
            </a:extLst>
          </p:cNvPr>
          <p:cNvSpPr txBox="1"/>
          <p:nvPr/>
        </p:nvSpPr>
        <p:spPr>
          <a:xfrm>
            <a:off x="8051195" y="3212699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>
              <a:defRPr>
                <a:solidFill>
                  <a:schemeClr val="bg1">
                    <a:lumMod val="95000"/>
                  </a:schemeClr>
                </a:solidFill>
                <a:latin typeface="Aptos" panose="020B0004020202020204" pitchFamily="34" charset="0"/>
              </a:defRPr>
            </a:lvl1pPr>
          </a:lstStyle>
          <a:p>
            <a:r>
              <a:rPr lang="nl-NL" dirty="0">
                <a:solidFill>
                  <a:schemeClr val="bg1">
                    <a:lumMod val="85000"/>
                  </a:schemeClr>
                </a:solidFill>
              </a:rPr>
              <a:t>7</a:t>
            </a:r>
          </a:p>
        </p:txBody>
      </p:sp>
      <p:sp>
        <p:nvSpPr>
          <p:cNvPr id="43" name="TextBox 39">
            <a:extLst>
              <a:ext uri="{FF2B5EF4-FFF2-40B4-BE49-F238E27FC236}">
                <a16:creationId xmlns:a16="http://schemas.microsoft.com/office/drawing/2014/main" id="{CBB390F5-D62B-A8E8-D102-359E664F2BB6}"/>
              </a:ext>
            </a:extLst>
          </p:cNvPr>
          <p:cNvSpPr txBox="1"/>
          <p:nvPr/>
        </p:nvSpPr>
        <p:spPr>
          <a:xfrm>
            <a:off x="6513922" y="6092982"/>
            <a:ext cx="163782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NL" dirty="0">
                <a:latin typeface="Aptos" panose="020B0004020202020204" pitchFamily="34" charset="0"/>
              </a:rPr>
              <a:t>Total </a:t>
            </a:r>
            <a:r>
              <a:rPr lang="nl-NL" dirty="0" err="1">
                <a:latin typeface="Aptos" panose="020B0004020202020204" pitchFamily="34" charset="0"/>
              </a:rPr>
              <a:t>costs</a:t>
            </a:r>
            <a:r>
              <a:rPr lang="nl-NL" dirty="0">
                <a:latin typeface="Aptos" panose="020B0004020202020204" pitchFamily="34" charset="0"/>
              </a:rPr>
              <a:t>: </a:t>
            </a:r>
            <a:r>
              <a:rPr lang="nl-NL" sz="2000" b="1" dirty="0">
                <a:latin typeface="Aptos" panose="020B0004020202020204" pitchFamily="34" charset="0"/>
              </a:rPr>
              <a:t>25</a:t>
            </a:r>
            <a:endParaRPr lang="nl-NL" b="1" dirty="0"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78207448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E408CF-3F01-F0CD-86C3-C96817F598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9A7D28-4507-4A92-CBBD-34D1B65661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 err="1"/>
              <a:t>Kruskal</a:t>
            </a:r>
            <a:r>
              <a:rPr lang="nl-NL" dirty="0"/>
              <a:t> – </a:t>
            </a:r>
            <a:r>
              <a:rPr lang="nl-NL" dirty="0" err="1"/>
              <a:t>Implementation</a:t>
            </a:r>
            <a:r>
              <a:rPr lang="nl-NL" dirty="0"/>
              <a:t> &amp; time </a:t>
            </a:r>
            <a:r>
              <a:rPr lang="nl-NL" dirty="0" err="1"/>
              <a:t>complexity</a:t>
            </a:r>
            <a:endParaRPr lang="nl-NL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F254367-591C-9E65-986B-39B6C03FBAA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40081" y="2633472"/>
                <a:ext cx="9916260" cy="3437390"/>
              </a:xfrm>
            </p:spPr>
            <p:txBody>
              <a:bodyPr>
                <a:normAutofit/>
              </a:bodyPr>
              <a:lstStyle/>
              <a:p>
                <a:r>
                  <a:rPr lang="nl-NL" dirty="0"/>
                  <a:t>Pseudocode:</a:t>
                </a:r>
              </a:p>
              <a:p>
                <a:pPr lvl="1"/>
                <a:r>
                  <a:rPr lang="nl-NL" b="1" dirty="0" err="1">
                    <a:latin typeface="Aptos" panose="020B0004020202020204" pitchFamily="34" charset="0"/>
                  </a:rPr>
                  <a:t>Sort</a:t>
                </a:r>
                <a:r>
                  <a:rPr lang="nl-NL" dirty="0"/>
                  <a:t> </a:t>
                </a:r>
                <a:r>
                  <a:rPr lang="nl-NL" dirty="0" err="1"/>
                  <a:t>the</a:t>
                </a:r>
                <a:r>
                  <a:rPr lang="nl-NL" dirty="0"/>
                  <a:t> </a:t>
                </a:r>
                <a:r>
                  <a:rPr lang="nl-NL" dirty="0" err="1"/>
                  <a:t>edges</a:t>
                </a:r>
                <a:r>
                  <a:rPr lang="nl-NL" dirty="0"/>
                  <a:t> </a:t>
                </a:r>
                <a:r>
                  <a:rPr lang="nl-NL" dirty="0" err="1"/>
                  <a:t>by</a:t>
                </a:r>
                <a:r>
                  <a:rPr lang="nl-NL" dirty="0"/>
                  <a:t> </a:t>
                </a:r>
                <a:r>
                  <a:rPr lang="nl-NL" dirty="0" err="1"/>
                  <a:t>their</a:t>
                </a:r>
                <a:r>
                  <a:rPr lang="nl-NL" dirty="0"/>
                  <a:t> </a:t>
                </a:r>
                <a:r>
                  <a:rPr lang="nl-NL" b="1" dirty="0" err="1">
                    <a:latin typeface="Aptos" panose="020B0004020202020204" pitchFamily="34" charset="0"/>
                  </a:rPr>
                  <a:t>weight</a:t>
                </a:r>
                <a:r>
                  <a:rPr lang="nl-NL" dirty="0"/>
                  <a:t> (</a:t>
                </a:r>
                <a:r>
                  <a:rPr lang="nl-NL" dirty="0" err="1"/>
                  <a:t>from</a:t>
                </a:r>
                <a:r>
                  <a:rPr lang="nl-NL" dirty="0"/>
                  <a:t> </a:t>
                </a:r>
                <a:r>
                  <a:rPr lang="nl-NL" dirty="0" err="1"/>
                  <a:t>smallest</a:t>
                </a:r>
                <a:r>
                  <a:rPr lang="nl-NL" dirty="0"/>
                  <a:t> </a:t>
                </a:r>
                <a:r>
                  <a:rPr lang="nl-NL" dirty="0" err="1"/>
                  <a:t>to</a:t>
                </a:r>
                <a:r>
                  <a:rPr lang="nl-NL" dirty="0"/>
                  <a:t> </a:t>
                </a:r>
                <a:r>
                  <a:rPr lang="nl-NL" dirty="0" err="1"/>
                  <a:t>largest</a:t>
                </a:r>
                <a:r>
                  <a:rPr lang="nl-NL" dirty="0"/>
                  <a:t>)</a:t>
                </a:r>
              </a:p>
              <a:p>
                <a:pPr lvl="1"/>
                <a:r>
                  <a:rPr lang="nl-NL" dirty="0" err="1"/>
                  <a:t>While</a:t>
                </a:r>
                <a:r>
                  <a:rPr lang="nl-NL" dirty="0"/>
                  <a:t> we have </a:t>
                </a:r>
                <a:r>
                  <a:rPr lang="nl-NL" dirty="0" err="1"/>
                  <a:t>not</a:t>
                </a:r>
                <a:r>
                  <a:rPr lang="nl-NL" dirty="0"/>
                  <a:t> </a:t>
                </a:r>
                <a:r>
                  <a:rPr lang="nl-NL" dirty="0" err="1"/>
                  <a:t>yet</a:t>
                </a:r>
                <a:r>
                  <a:rPr lang="nl-NL" dirty="0"/>
                  <a:t> </a:t>
                </a:r>
                <a:r>
                  <a:rPr lang="nl-NL" dirty="0" err="1"/>
                  <a:t>added</a:t>
                </a:r>
                <a:r>
                  <a:rPr lang="nl-NL" dirty="0"/>
                  <a:t> </a:t>
                </a:r>
                <a14:m>
                  <m:oMath xmlns:m="http://schemas.openxmlformats.org/officeDocument/2006/math">
                    <m:r>
                      <a:rPr lang="nl-NL" b="1" i="1" dirty="0" smtClean="0">
                        <a:latin typeface="Cambria Math" panose="02040503050406030204" pitchFamily="18" charset="0"/>
                      </a:rPr>
                      <m:t>𝒏</m:t>
                    </m:r>
                    <m:r>
                      <a:rPr lang="nl-NL" b="1" i="1" dirty="0" smtClean="0">
                        <a:latin typeface="Cambria Math" panose="02040503050406030204" pitchFamily="18" charset="0"/>
                      </a:rPr>
                      <m:t> – </m:t>
                    </m:r>
                    <m:r>
                      <a:rPr lang="nl-NL" b="1" i="1" dirty="0" smtClean="0">
                        <a:latin typeface="Cambria Math" panose="02040503050406030204" pitchFamily="18" charset="0"/>
                      </a:rPr>
                      <m:t>𝟏</m:t>
                    </m:r>
                  </m:oMath>
                </a14:m>
                <a:r>
                  <a:rPr lang="nl-NL" dirty="0"/>
                  <a:t> </a:t>
                </a:r>
                <a:r>
                  <a:rPr lang="nl-NL" dirty="0" err="1"/>
                  <a:t>edges</a:t>
                </a:r>
                <a:r>
                  <a:rPr lang="nl-NL" dirty="0"/>
                  <a:t>:</a:t>
                </a:r>
              </a:p>
              <a:p>
                <a:pPr lvl="2"/>
                <a:r>
                  <a:rPr lang="nl-NL" dirty="0" err="1"/>
                  <a:t>Find</a:t>
                </a:r>
                <a:r>
                  <a:rPr lang="nl-NL" dirty="0"/>
                  <a:t> </a:t>
                </a:r>
                <a:r>
                  <a:rPr lang="nl-NL" dirty="0" err="1"/>
                  <a:t>the</a:t>
                </a:r>
                <a:r>
                  <a:rPr lang="nl-NL" dirty="0"/>
                  <a:t> </a:t>
                </a:r>
                <a:r>
                  <a:rPr lang="nl-NL" b="1" dirty="0" err="1">
                    <a:latin typeface="Aptos" panose="020B0004020202020204" pitchFamily="34" charset="0"/>
                  </a:rPr>
                  <a:t>cheapest</a:t>
                </a:r>
                <a:r>
                  <a:rPr lang="nl-NL" dirty="0"/>
                  <a:t> </a:t>
                </a:r>
                <a:r>
                  <a:rPr lang="nl-NL" dirty="0" err="1"/>
                  <a:t>edge</a:t>
                </a:r>
                <a:endParaRPr lang="nl-NL" dirty="0"/>
              </a:p>
              <a:p>
                <a:pPr lvl="2"/>
                <a:r>
                  <a:rPr lang="nl-NL" dirty="0" err="1"/>
                  <a:t>Add</a:t>
                </a:r>
                <a:r>
                  <a:rPr lang="nl-NL" dirty="0"/>
                  <a:t> </a:t>
                </a:r>
                <a:r>
                  <a:rPr lang="nl-NL" dirty="0" err="1"/>
                  <a:t>it</a:t>
                </a:r>
                <a:r>
                  <a:rPr lang="nl-NL" dirty="0"/>
                  <a:t> </a:t>
                </a:r>
                <a:r>
                  <a:rPr lang="nl-NL" dirty="0" err="1"/>
                  <a:t>to</a:t>
                </a:r>
                <a:r>
                  <a:rPr lang="nl-NL" dirty="0"/>
                  <a:t> </a:t>
                </a:r>
                <a:r>
                  <a:rPr lang="nl-NL" dirty="0" err="1"/>
                  <a:t>the</a:t>
                </a:r>
                <a:r>
                  <a:rPr lang="nl-NL" dirty="0"/>
                  <a:t> </a:t>
                </a:r>
                <a:r>
                  <a:rPr lang="nl-NL" dirty="0" err="1"/>
                  <a:t>graph</a:t>
                </a:r>
                <a:r>
                  <a:rPr lang="nl-NL" dirty="0"/>
                  <a:t>, but </a:t>
                </a:r>
                <a:r>
                  <a:rPr lang="nl-NL" b="1" dirty="0" err="1">
                    <a:latin typeface="Aptos" panose="020B0004020202020204" pitchFamily="34" charset="0"/>
                  </a:rPr>
                  <a:t>only</a:t>
                </a:r>
                <a:r>
                  <a:rPr lang="nl-NL" dirty="0"/>
                  <a:t> </a:t>
                </a:r>
                <a:r>
                  <a:rPr lang="nl-NL" b="1" dirty="0" err="1">
                    <a:latin typeface="Aptos" panose="020B0004020202020204" pitchFamily="34" charset="0"/>
                  </a:rPr>
                  <a:t>if</a:t>
                </a:r>
                <a:r>
                  <a:rPr lang="nl-NL" dirty="0"/>
                  <a:t> </a:t>
                </a:r>
                <a:r>
                  <a:rPr lang="nl-NL" dirty="0" err="1"/>
                  <a:t>it</a:t>
                </a:r>
                <a:r>
                  <a:rPr lang="nl-NL" dirty="0"/>
                  <a:t> does </a:t>
                </a:r>
                <a:r>
                  <a:rPr lang="nl-NL" b="1" dirty="0" err="1">
                    <a:latin typeface="Aptos" panose="020B0004020202020204" pitchFamily="34" charset="0"/>
                  </a:rPr>
                  <a:t>not</a:t>
                </a:r>
                <a:r>
                  <a:rPr lang="nl-NL" dirty="0"/>
                  <a:t> introduce a </a:t>
                </a:r>
                <a:r>
                  <a:rPr lang="nl-NL" b="1" dirty="0" err="1">
                    <a:latin typeface="Aptos" panose="020B0004020202020204" pitchFamily="34" charset="0"/>
                  </a:rPr>
                  <a:t>cycle</a:t>
                </a:r>
                <a:r>
                  <a:rPr lang="nl-NL" dirty="0"/>
                  <a:t> (</a:t>
                </a:r>
                <a:r>
                  <a:rPr lang="nl-NL" dirty="0" err="1"/>
                  <a:t>if</a:t>
                </a:r>
                <a:r>
                  <a:rPr lang="nl-NL" dirty="0"/>
                  <a:t> </a:t>
                </a:r>
                <a:r>
                  <a:rPr lang="nl-NL" dirty="0" err="1"/>
                  <a:t>it</a:t>
                </a:r>
                <a:r>
                  <a:rPr lang="nl-NL" dirty="0"/>
                  <a:t> does, </a:t>
                </a:r>
                <a:r>
                  <a:rPr lang="nl-NL" dirty="0" err="1"/>
                  <a:t>exclude</a:t>
                </a:r>
                <a:r>
                  <a:rPr lang="nl-NL" dirty="0"/>
                  <a:t> </a:t>
                </a:r>
                <a:r>
                  <a:rPr lang="nl-NL" dirty="0" err="1"/>
                  <a:t>it</a:t>
                </a:r>
                <a:r>
                  <a:rPr lang="nl-NL" dirty="0"/>
                  <a:t>)</a:t>
                </a:r>
              </a:p>
              <a:p>
                <a:pPr lvl="2"/>
                <a:endParaRPr lang="nl-NL" dirty="0"/>
              </a:p>
              <a:p>
                <a:r>
                  <a:rPr lang="nl-NL" dirty="0"/>
                  <a:t>How do we </a:t>
                </a:r>
                <a:r>
                  <a:rPr lang="nl-NL" dirty="0" err="1"/>
                  <a:t>efficiently</a:t>
                </a:r>
                <a:r>
                  <a:rPr lang="nl-NL" dirty="0"/>
                  <a:t> check </a:t>
                </a:r>
                <a:r>
                  <a:rPr lang="nl-NL" dirty="0" err="1"/>
                  <a:t>if</a:t>
                </a:r>
                <a:r>
                  <a:rPr lang="nl-NL" dirty="0"/>
                  <a:t> a </a:t>
                </a:r>
                <a:r>
                  <a:rPr lang="nl-NL" dirty="0" err="1"/>
                  <a:t>cycle</a:t>
                </a:r>
                <a:r>
                  <a:rPr lang="nl-NL" dirty="0"/>
                  <a:t> is </a:t>
                </a:r>
                <a:r>
                  <a:rPr lang="nl-NL" dirty="0" err="1"/>
                  <a:t>introduced</a:t>
                </a:r>
                <a:r>
                  <a:rPr lang="nl-NL" dirty="0"/>
                  <a:t>?</a:t>
                </a:r>
              </a:p>
              <a:p>
                <a:pPr lvl="1"/>
                <a:r>
                  <a:rPr lang="nl-NL" dirty="0"/>
                  <a:t>Using a </a:t>
                </a:r>
                <a:r>
                  <a:rPr lang="nl-NL" b="1" dirty="0">
                    <a:latin typeface="Aptos" panose="020B0004020202020204" pitchFamily="34" charset="0"/>
                  </a:rPr>
                  <a:t>disjoint-set</a:t>
                </a:r>
                <a:r>
                  <a:rPr lang="nl-NL" dirty="0"/>
                  <a:t> “data </a:t>
                </a:r>
                <a:r>
                  <a:rPr lang="nl-NL" dirty="0" err="1"/>
                  <a:t>structure</a:t>
                </a:r>
                <a:r>
                  <a:rPr lang="nl-NL" dirty="0"/>
                  <a:t>” (</a:t>
                </a:r>
                <a:r>
                  <a:rPr lang="nl-NL" dirty="0" err="1"/>
                  <a:t>aka</a:t>
                </a:r>
                <a:r>
                  <a:rPr lang="nl-NL" dirty="0"/>
                  <a:t> </a:t>
                </a:r>
                <a:r>
                  <a:rPr lang="nl-NL" b="1" dirty="0" err="1"/>
                  <a:t>union-find</a:t>
                </a:r>
                <a:r>
                  <a:rPr lang="nl-NL" dirty="0"/>
                  <a:t> or </a:t>
                </a:r>
                <a:r>
                  <a:rPr lang="nl-NL" b="1" dirty="0"/>
                  <a:t>disjoint-set </a:t>
                </a:r>
                <a:r>
                  <a:rPr lang="nl-NL" b="1" dirty="0" err="1"/>
                  <a:t>union</a:t>
                </a:r>
                <a:r>
                  <a:rPr lang="nl-NL" dirty="0"/>
                  <a:t> (</a:t>
                </a:r>
                <a:r>
                  <a:rPr lang="nl-NL" b="1" dirty="0"/>
                  <a:t>DSU</a:t>
                </a:r>
                <a:r>
                  <a:rPr lang="nl-NL" dirty="0"/>
                  <a:t>))</a:t>
                </a:r>
              </a:p>
              <a:p>
                <a:endParaRPr lang="nl-NL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F254367-591C-9E65-986B-39B6C03FBAA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40081" y="2633472"/>
                <a:ext cx="9916260" cy="3437390"/>
              </a:xfrm>
              <a:blipFill>
                <a:blip r:embed="rId2"/>
                <a:stretch>
                  <a:fillRect l="-369" t="-177"/>
                </a:stretch>
              </a:blipFill>
            </p:spPr>
            <p:txBody>
              <a:bodyPr/>
              <a:lstStyle/>
              <a:p>
                <a:r>
                  <a:rPr lang="nl-N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" name="TextBox 4">
                <a:extLst>
                  <a:ext uri="{FF2B5EF4-FFF2-40B4-BE49-F238E27FC236}">
                    <a16:creationId xmlns:a16="http://schemas.microsoft.com/office/drawing/2014/main" id="{50A60072-C919-D04B-75B6-F365C26814EB}"/>
                  </a:ext>
                </a:extLst>
              </p:cNvPr>
              <p:cNvSpPr txBox="1"/>
              <p:nvPr/>
            </p:nvSpPr>
            <p:spPr>
              <a:xfrm>
                <a:off x="6934986" y="3099407"/>
                <a:ext cx="2386612" cy="400110"/>
              </a:xfrm>
              <a:prstGeom prst="leftArrowCallout">
                <a:avLst/>
              </a:prstGeom>
            </p:spPr>
            <p:style>
              <a:lnRef idx="1">
                <a:schemeClr val="accent4"/>
              </a:lnRef>
              <a:fillRef idx="3">
                <a:schemeClr val="accent4"/>
              </a:fillRef>
              <a:effectRef idx="2">
                <a:schemeClr val="accent4"/>
              </a:effectRef>
              <a:fontRef idx="minor">
                <a:schemeClr val="lt1"/>
              </a:fontRef>
            </p:style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nl-NL" sz="2000" b="0" i="1" dirty="0" smtClean="0">
                          <a:latin typeface="Cambria Math" panose="02040503050406030204" pitchFamily="18" charset="0"/>
                        </a:rPr>
                        <m:t>𝑂</m:t>
                      </m:r>
                      <m:d>
                        <m:dPr>
                          <m:ctrlPr>
                            <a:rPr lang="nl-NL" sz="200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nl-NL" sz="2000" b="0" i="1" dirty="0" smtClean="0">
                              <a:latin typeface="Cambria Math" panose="02040503050406030204" pitchFamily="18" charset="0"/>
                            </a:rPr>
                            <m:t>𝑚</m:t>
                          </m:r>
                          <m:func>
                            <m:funcPr>
                              <m:ctrlPr>
                                <a:rPr lang="nl-NL" sz="2000" i="1" dirty="0" smtClean="0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nl-NL" sz="2000" b="0" i="0" dirty="0" smtClean="0">
                                  <a:latin typeface="Cambria Math" panose="02040503050406030204" pitchFamily="18" charset="0"/>
                                </a:rPr>
                                <m:t>log</m:t>
                              </m:r>
                            </m:fName>
                            <m:e>
                              <m:r>
                                <a:rPr lang="nl-NL" sz="2000" b="0" i="1" dirty="0" smtClean="0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e>
                          </m:func>
                        </m:e>
                      </m:d>
                    </m:oMath>
                  </m:oMathPara>
                </a14:m>
                <a:endParaRPr lang="nl-NL" sz="2000" dirty="0"/>
              </a:p>
            </p:txBody>
          </p:sp>
        </mc:Choice>
        <mc:Fallback>
          <p:sp>
            <p:nvSpPr>
              <p:cNvPr id="4" name="TextBox 4">
                <a:extLst>
                  <a:ext uri="{FF2B5EF4-FFF2-40B4-BE49-F238E27FC236}">
                    <a16:creationId xmlns:a16="http://schemas.microsoft.com/office/drawing/2014/main" id="{50A60072-C919-D04B-75B6-F365C26814E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34986" y="3099407"/>
                <a:ext cx="2386612" cy="400110"/>
              </a:xfrm>
              <a:prstGeom prst="leftArrowCallout">
                <a:avLst/>
              </a:prstGeom>
              <a:blipFill>
                <a:blip r:embed="rId3"/>
                <a:stretch>
                  <a:fillRect b="-14925"/>
                </a:stretch>
              </a:blipFill>
            </p:spPr>
            <p:txBody>
              <a:bodyPr/>
              <a:lstStyle/>
              <a:p>
                <a:r>
                  <a:rPr lang="nl-N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AACE6EFE-83D0-2E46-B0EF-42A9D00DD55D}"/>
                  </a:ext>
                </a:extLst>
              </p:cNvPr>
              <p:cNvSpPr txBox="1"/>
              <p:nvPr/>
            </p:nvSpPr>
            <p:spPr>
              <a:xfrm>
                <a:off x="3665456" y="3864549"/>
                <a:ext cx="1235690" cy="400110"/>
              </a:xfrm>
              <a:prstGeom prst="leftArrowCallout">
                <a:avLst/>
              </a:prstGeom>
            </p:spPr>
            <p:style>
              <a:lnRef idx="1">
                <a:schemeClr val="accent4"/>
              </a:lnRef>
              <a:fillRef idx="3">
                <a:schemeClr val="accent4"/>
              </a:fillRef>
              <a:effectRef idx="2">
                <a:schemeClr val="accent4"/>
              </a:effectRef>
              <a:fontRef idx="minor">
                <a:schemeClr val="lt1"/>
              </a:fontRef>
            </p:style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nl-NL" sz="2000" b="0" i="1" dirty="0" smtClean="0">
                          <a:latin typeface="Cambria Math" panose="02040503050406030204" pitchFamily="18" charset="0"/>
                        </a:rPr>
                        <m:t>𝑂</m:t>
                      </m:r>
                      <m:d>
                        <m:dPr>
                          <m:ctrlPr>
                            <a:rPr lang="nl-NL" sz="200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nl-NL" sz="2000" b="0" i="1" dirty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e>
                      </m:d>
                    </m:oMath>
                  </m:oMathPara>
                </a14:m>
                <a:endParaRPr lang="nl-NL" sz="2000" dirty="0"/>
              </a:p>
            </p:txBody>
          </p:sp>
        </mc:Choice>
        <mc:Fallback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AACE6EFE-83D0-2E46-B0EF-42A9D00DD55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65456" y="3864549"/>
                <a:ext cx="1235690" cy="400110"/>
              </a:xfrm>
              <a:prstGeom prst="leftArrowCallou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nl-N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BDCDB230-3718-30E7-5FF1-A2BA11B9F7DB}"/>
                  </a:ext>
                </a:extLst>
              </p:cNvPr>
              <p:cNvSpPr txBox="1"/>
              <p:nvPr/>
            </p:nvSpPr>
            <p:spPr>
              <a:xfrm>
                <a:off x="8705373" y="4196059"/>
                <a:ext cx="1232449" cy="400110"/>
              </a:xfrm>
              <a:prstGeom prst="leftArrowCallout">
                <a:avLst/>
              </a:prstGeom>
            </p:spPr>
            <p:style>
              <a:lnRef idx="1">
                <a:schemeClr val="accent4"/>
              </a:lnRef>
              <a:fillRef idx="3">
                <a:schemeClr val="accent4"/>
              </a:fillRef>
              <a:effectRef idx="2">
                <a:schemeClr val="accent4"/>
              </a:effectRef>
              <a:fontRef idx="minor">
                <a:schemeClr val="lt1"/>
              </a:fontRef>
            </p:style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nl-NL" sz="2000" b="1" i="1" dirty="0" smtClean="0">
                          <a:latin typeface="Cambria Math" panose="02040503050406030204" pitchFamily="18" charset="0"/>
                        </a:rPr>
                        <m:t>𝑶</m:t>
                      </m:r>
                      <m:d>
                        <m:dPr>
                          <m:ctrlPr>
                            <a:rPr lang="nl-NL" sz="2000" b="1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nl-NL" sz="2000" b="1" i="1" dirty="0" smtClean="0">
                              <a:latin typeface="Cambria Math" panose="02040503050406030204" pitchFamily="18" charset="0"/>
                            </a:rPr>
                            <m:t>?</m:t>
                          </m:r>
                        </m:e>
                      </m:d>
                    </m:oMath>
                  </m:oMathPara>
                </a14:m>
                <a:endParaRPr lang="nl-NL" sz="2000" b="1" dirty="0"/>
              </a:p>
            </p:txBody>
          </p:sp>
        </mc:Choice>
        <mc:Fallback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BDCDB230-3718-30E7-5FF1-A2BA11B9F7D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05373" y="4196059"/>
                <a:ext cx="1232449" cy="400110"/>
              </a:xfrm>
              <a:prstGeom prst="leftArrowCallou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nl-NL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1589477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500"/>
                            </p:stCondLst>
                            <p:childTnLst>
                              <p:par>
                                <p:cTn id="3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68F2FB-DCBA-1886-D248-C075B9FDC5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0C3433-FF70-2D83-2B84-C85CC01FBF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 err="1"/>
              <a:t>Keeping</a:t>
            </a:r>
            <a:r>
              <a:rPr lang="nl-NL" dirty="0"/>
              <a:t> track of </a:t>
            </a:r>
            <a:r>
              <a:rPr lang="nl-NL" dirty="0" err="1"/>
              <a:t>connectedness</a:t>
            </a:r>
            <a:endParaRPr lang="nl-N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6E8AC9-FA64-EA4E-0489-79EB0FD47C9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0080" y="2633472"/>
            <a:ext cx="6587695" cy="3815454"/>
          </a:xfrm>
        </p:spPr>
        <p:txBody>
          <a:bodyPr>
            <a:normAutofit/>
          </a:bodyPr>
          <a:lstStyle/>
          <a:p>
            <a:r>
              <a:rPr lang="nl-NL" dirty="0" err="1"/>
              <a:t>Connected</a:t>
            </a:r>
            <a:r>
              <a:rPr lang="nl-NL" dirty="0"/>
              <a:t> </a:t>
            </a:r>
            <a:r>
              <a:rPr lang="nl-NL" dirty="0" err="1"/>
              <a:t>nodes</a:t>
            </a:r>
            <a:r>
              <a:rPr lang="nl-NL" dirty="0"/>
              <a:t> are in </a:t>
            </a:r>
            <a:r>
              <a:rPr lang="nl-NL" dirty="0" err="1"/>
              <a:t>the</a:t>
            </a:r>
            <a:r>
              <a:rPr lang="nl-NL" dirty="0"/>
              <a:t> </a:t>
            </a:r>
            <a:r>
              <a:rPr lang="nl-NL" dirty="0" err="1"/>
              <a:t>same</a:t>
            </a:r>
            <a:r>
              <a:rPr lang="nl-NL" dirty="0"/>
              <a:t> set</a:t>
            </a:r>
          </a:p>
          <a:p>
            <a:r>
              <a:rPr lang="nl-NL" dirty="0" err="1"/>
              <a:t>Connecting</a:t>
            </a:r>
            <a:r>
              <a:rPr lang="nl-NL" dirty="0"/>
              <a:t> a node </a:t>
            </a:r>
            <a:r>
              <a:rPr lang="nl-NL" dirty="0" err="1"/>
              <a:t>makes</a:t>
            </a:r>
            <a:r>
              <a:rPr lang="nl-NL" dirty="0"/>
              <a:t> </a:t>
            </a:r>
            <a:r>
              <a:rPr lang="nl-NL" dirty="0" err="1"/>
              <a:t>it</a:t>
            </a:r>
            <a:r>
              <a:rPr lang="nl-NL" dirty="0"/>
              <a:t> a member of </a:t>
            </a:r>
            <a:r>
              <a:rPr lang="nl-NL" dirty="0" err="1"/>
              <a:t>that</a:t>
            </a:r>
            <a:r>
              <a:rPr lang="nl-NL" dirty="0"/>
              <a:t> set</a:t>
            </a:r>
          </a:p>
          <a:p>
            <a:r>
              <a:rPr lang="nl-NL" dirty="0"/>
              <a:t>Keep track of </a:t>
            </a:r>
            <a:r>
              <a:rPr lang="nl-NL" dirty="0" err="1"/>
              <a:t>the</a:t>
            </a:r>
            <a:r>
              <a:rPr lang="nl-NL" dirty="0"/>
              <a:t> “</a:t>
            </a:r>
            <a:r>
              <a:rPr lang="nl-NL" dirty="0" err="1"/>
              <a:t>representative</a:t>
            </a:r>
            <a:r>
              <a:rPr lang="nl-NL" dirty="0"/>
              <a:t>” of </a:t>
            </a:r>
            <a:r>
              <a:rPr lang="nl-NL" dirty="0" err="1"/>
              <a:t>the</a:t>
            </a:r>
            <a:r>
              <a:rPr lang="nl-NL" dirty="0"/>
              <a:t> set</a:t>
            </a:r>
          </a:p>
          <a:p>
            <a:r>
              <a:rPr lang="nl-NL" dirty="0" err="1"/>
              <a:t>When</a:t>
            </a:r>
            <a:r>
              <a:rPr lang="nl-NL" dirty="0"/>
              <a:t> a node </a:t>
            </a:r>
            <a:r>
              <a:rPr lang="nl-NL" b="1" dirty="0">
                <a:solidFill>
                  <a:srgbClr val="0070C0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a</a:t>
            </a:r>
            <a:r>
              <a:rPr lang="nl-NL" dirty="0"/>
              <a:t> </a:t>
            </a:r>
            <a:r>
              <a:rPr lang="nl-NL" dirty="0" err="1"/>
              <a:t>connects</a:t>
            </a:r>
            <a:r>
              <a:rPr lang="nl-NL" dirty="0"/>
              <a:t> </a:t>
            </a:r>
            <a:r>
              <a:rPr lang="nl-NL" dirty="0" err="1"/>
              <a:t>to</a:t>
            </a:r>
            <a:r>
              <a:rPr lang="nl-NL" dirty="0"/>
              <a:t> node </a:t>
            </a:r>
            <a:r>
              <a:rPr lang="nl-NL" b="1" dirty="0">
                <a:solidFill>
                  <a:srgbClr val="0070C0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b</a:t>
            </a:r>
            <a:r>
              <a:rPr lang="nl-NL" dirty="0"/>
              <a:t>, </a:t>
            </a:r>
            <a:r>
              <a:rPr lang="nl-NL" dirty="0" err="1"/>
              <a:t>then</a:t>
            </a:r>
            <a:r>
              <a:rPr lang="nl-NL" dirty="0"/>
              <a:t>:</a:t>
            </a:r>
          </a:p>
          <a:p>
            <a:pPr lvl="1"/>
            <a:r>
              <a:rPr lang="nl-NL" sz="1600" dirty="0" err="1">
                <a:solidFill>
                  <a:srgbClr val="0070C0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parent</a:t>
            </a:r>
            <a:r>
              <a:rPr lang="nl-NL" sz="1600" dirty="0">
                <a:solidFill>
                  <a:srgbClr val="0070C0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[a] = </a:t>
            </a:r>
            <a:r>
              <a:rPr lang="nl-NL" sz="1600" dirty="0" err="1">
                <a:solidFill>
                  <a:srgbClr val="0070C0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parent</a:t>
            </a:r>
            <a:r>
              <a:rPr lang="nl-NL" sz="1600" dirty="0">
                <a:solidFill>
                  <a:srgbClr val="0070C0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[b]</a:t>
            </a:r>
            <a:endParaRPr lang="nl-NL" dirty="0">
              <a:solidFill>
                <a:srgbClr val="0070C0"/>
              </a:solidFill>
              <a:latin typeface="Cascadia Code" panose="020B0609020000020004" pitchFamily="49" charset="0"/>
              <a:ea typeface="Cascadia Code" panose="020B0609020000020004" pitchFamily="49" charset="0"/>
              <a:cs typeface="Cascadia Code" panose="020B0609020000020004" pitchFamily="49" charset="0"/>
            </a:endParaRPr>
          </a:p>
          <a:p>
            <a:r>
              <a:rPr lang="nl-NL" dirty="0" err="1"/>
              <a:t>To</a:t>
            </a:r>
            <a:r>
              <a:rPr lang="nl-NL" dirty="0"/>
              <a:t> check </a:t>
            </a:r>
            <a:r>
              <a:rPr lang="nl-NL" dirty="0" err="1"/>
              <a:t>if</a:t>
            </a:r>
            <a:r>
              <a:rPr lang="nl-NL" dirty="0"/>
              <a:t> </a:t>
            </a:r>
            <a:r>
              <a:rPr lang="nl-NL" dirty="0" err="1"/>
              <a:t>nodes</a:t>
            </a:r>
            <a:r>
              <a:rPr lang="nl-NL" dirty="0"/>
              <a:t> </a:t>
            </a:r>
            <a:r>
              <a:rPr lang="nl-NL" b="1" dirty="0">
                <a:solidFill>
                  <a:srgbClr val="0070C0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a</a:t>
            </a:r>
            <a:r>
              <a:rPr lang="nl-NL" dirty="0"/>
              <a:t> </a:t>
            </a:r>
            <a:r>
              <a:rPr lang="nl-NL" dirty="0" err="1"/>
              <a:t>and</a:t>
            </a:r>
            <a:r>
              <a:rPr lang="nl-NL" dirty="0"/>
              <a:t> </a:t>
            </a:r>
            <a:r>
              <a:rPr lang="nl-NL" b="1" dirty="0">
                <a:solidFill>
                  <a:srgbClr val="0070C0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b</a:t>
            </a:r>
            <a:r>
              <a:rPr lang="nl-NL" dirty="0"/>
              <a:t> </a:t>
            </a:r>
            <a:r>
              <a:rPr lang="nl-NL" dirty="0" err="1"/>
              <a:t>belong</a:t>
            </a:r>
            <a:r>
              <a:rPr lang="nl-NL" dirty="0"/>
              <a:t> </a:t>
            </a:r>
            <a:r>
              <a:rPr lang="nl-NL" dirty="0" err="1"/>
              <a:t>to</a:t>
            </a:r>
            <a:r>
              <a:rPr lang="nl-NL" dirty="0"/>
              <a:t> </a:t>
            </a:r>
            <a:r>
              <a:rPr lang="nl-NL" dirty="0" err="1"/>
              <a:t>the</a:t>
            </a:r>
            <a:r>
              <a:rPr lang="nl-NL" dirty="0"/>
              <a:t> </a:t>
            </a:r>
            <a:r>
              <a:rPr lang="nl-NL" dirty="0" err="1"/>
              <a:t>same</a:t>
            </a:r>
            <a:r>
              <a:rPr lang="nl-NL" dirty="0"/>
              <a:t> set:</a:t>
            </a:r>
          </a:p>
          <a:p>
            <a:pPr lvl="1"/>
            <a:r>
              <a:rPr lang="nl-NL" sz="1600" dirty="0" err="1">
                <a:solidFill>
                  <a:srgbClr val="0070C0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representative</a:t>
            </a:r>
            <a:r>
              <a:rPr lang="nl-NL" sz="1600" dirty="0">
                <a:solidFill>
                  <a:srgbClr val="0070C0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(a) == </a:t>
            </a:r>
            <a:r>
              <a:rPr lang="nl-NL" sz="1600" dirty="0" err="1">
                <a:solidFill>
                  <a:srgbClr val="0070C0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representative</a:t>
            </a:r>
            <a:r>
              <a:rPr lang="nl-NL" sz="1600" dirty="0">
                <a:solidFill>
                  <a:srgbClr val="0070C0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(b)</a:t>
            </a:r>
            <a:r>
              <a:rPr lang="nl-NL" dirty="0"/>
              <a:t>?</a:t>
            </a:r>
          </a:p>
        </p:txBody>
      </p:sp>
      <p:sp>
        <p:nvSpPr>
          <p:cNvPr id="4" name="Oval 6">
            <a:extLst>
              <a:ext uri="{FF2B5EF4-FFF2-40B4-BE49-F238E27FC236}">
                <a16:creationId xmlns:a16="http://schemas.microsoft.com/office/drawing/2014/main" id="{BC96561E-EB0F-587F-CB1F-22914A96703E}"/>
              </a:ext>
            </a:extLst>
          </p:cNvPr>
          <p:cNvSpPr/>
          <p:nvPr/>
        </p:nvSpPr>
        <p:spPr>
          <a:xfrm>
            <a:off x="8890236" y="5059293"/>
            <a:ext cx="427106" cy="427106"/>
          </a:xfrm>
          <a:prstGeom prst="ellipse">
            <a:avLst/>
          </a:prstGeom>
          <a:solidFill>
            <a:srgbClr val="0070C0">
              <a:alpha val="50000"/>
            </a:srgb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dirty="0">
                <a:latin typeface="Aptos" panose="020B0004020202020204" pitchFamily="34" charset="0"/>
              </a:rPr>
              <a:t>D</a:t>
            </a:r>
          </a:p>
        </p:txBody>
      </p:sp>
      <p:sp>
        <p:nvSpPr>
          <p:cNvPr id="6" name="Oval 19">
            <a:extLst>
              <a:ext uri="{FF2B5EF4-FFF2-40B4-BE49-F238E27FC236}">
                <a16:creationId xmlns:a16="http://schemas.microsoft.com/office/drawing/2014/main" id="{9851DC87-2FD0-2E3B-64F8-0D8F9A701716}"/>
              </a:ext>
            </a:extLst>
          </p:cNvPr>
          <p:cNvSpPr/>
          <p:nvPr/>
        </p:nvSpPr>
        <p:spPr>
          <a:xfrm>
            <a:off x="8890236" y="4217295"/>
            <a:ext cx="427106" cy="427106"/>
          </a:xfrm>
          <a:prstGeom prst="ellipse">
            <a:avLst/>
          </a:prstGeom>
          <a:solidFill>
            <a:srgbClr val="0070C0">
              <a:alpha val="50000"/>
            </a:srgb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dirty="0">
                <a:latin typeface="Aptos" panose="020B0004020202020204" pitchFamily="34" charset="0"/>
              </a:rPr>
              <a:t>C</a:t>
            </a:r>
          </a:p>
        </p:txBody>
      </p:sp>
      <p:sp>
        <p:nvSpPr>
          <p:cNvPr id="7" name="Oval 19">
            <a:extLst>
              <a:ext uri="{FF2B5EF4-FFF2-40B4-BE49-F238E27FC236}">
                <a16:creationId xmlns:a16="http://schemas.microsoft.com/office/drawing/2014/main" id="{D9CAC1C2-8EAF-65B0-4665-93530E7E8589}"/>
              </a:ext>
            </a:extLst>
          </p:cNvPr>
          <p:cNvSpPr/>
          <p:nvPr/>
        </p:nvSpPr>
        <p:spPr>
          <a:xfrm>
            <a:off x="8890236" y="2533299"/>
            <a:ext cx="427106" cy="427106"/>
          </a:xfrm>
          <a:prstGeom prst="ellipse">
            <a:avLst/>
          </a:prstGeom>
          <a:solidFill>
            <a:srgbClr val="0070C0">
              <a:alpha val="50000"/>
            </a:srgb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dirty="0">
                <a:latin typeface="Aptos" panose="020B0004020202020204" pitchFamily="34" charset="0"/>
              </a:rPr>
              <a:t>A</a:t>
            </a:r>
          </a:p>
        </p:txBody>
      </p:sp>
      <p:sp>
        <p:nvSpPr>
          <p:cNvPr id="8" name="Oval 19">
            <a:extLst>
              <a:ext uri="{FF2B5EF4-FFF2-40B4-BE49-F238E27FC236}">
                <a16:creationId xmlns:a16="http://schemas.microsoft.com/office/drawing/2014/main" id="{A012E377-7DC3-6DD8-64A3-B6BE3082F5B3}"/>
              </a:ext>
            </a:extLst>
          </p:cNvPr>
          <p:cNvSpPr/>
          <p:nvPr/>
        </p:nvSpPr>
        <p:spPr>
          <a:xfrm>
            <a:off x="8890236" y="3375297"/>
            <a:ext cx="427106" cy="427106"/>
          </a:xfrm>
          <a:prstGeom prst="ellipse">
            <a:avLst/>
          </a:prstGeom>
          <a:solidFill>
            <a:srgbClr val="0070C0">
              <a:alpha val="50000"/>
            </a:srgb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dirty="0">
                <a:latin typeface="Aptos" panose="020B0004020202020204" pitchFamily="34" charset="0"/>
              </a:rPr>
              <a:t>B</a:t>
            </a:r>
          </a:p>
        </p:txBody>
      </p:sp>
      <p:cxnSp>
        <p:nvCxnSpPr>
          <p:cNvPr id="10" name="Straight Arrow Connector 47">
            <a:extLst>
              <a:ext uri="{FF2B5EF4-FFF2-40B4-BE49-F238E27FC236}">
                <a16:creationId xmlns:a16="http://schemas.microsoft.com/office/drawing/2014/main" id="{C6C82362-1D4A-2DA6-D452-99023DFF9DCA}"/>
              </a:ext>
            </a:extLst>
          </p:cNvPr>
          <p:cNvCxnSpPr>
            <a:cxnSpLocks/>
            <a:stCxn id="7" idx="4"/>
            <a:endCxn id="8" idx="0"/>
          </p:cNvCxnSpPr>
          <p:nvPr/>
        </p:nvCxnSpPr>
        <p:spPr>
          <a:xfrm>
            <a:off x="9103789" y="2960405"/>
            <a:ext cx="0" cy="414892"/>
          </a:xfrm>
          <a:prstGeom prst="straightConnector1">
            <a:avLst/>
          </a:prstGeom>
          <a:ln w="38100">
            <a:solidFill>
              <a:schemeClr val="bg1">
                <a:lumMod val="95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6" name="Straight Arrow Connector 47">
            <a:extLst>
              <a:ext uri="{FF2B5EF4-FFF2-40B4-BE49-F238E27FC236}">
                <a16:creationId xmlns:a16="http://schemas.microsoft.com/office/drawing/2014/main" id="{1BE3E0F0-14BD-73D5-0F1E-2D3EF840266C}"/>
              </a:ext>
            </a:extLst>
          </p:cNvPr>
          <p:cNvCxnSpPr>
            <a:cxnSpLocks/>
            <a:stCxn id="8" idx="4"/>
            <a:endCxn id="6" idx="0"/>
          </p:cNvCxnSpPr>
          <p:nvPr/>
        </p:nvCxnSpPr>
        <p:spPr>
          <a:xfrm>
            <a:off x="9103789" y="3802403"/>
            <a:ext cx="0" cy="414892"/>
          </a:xfrm>
          <a:prstGeom prst="straightConnector1">
            <a:avLst/>
          </a:prstGeom>
          <a:ln w="38100">
            <a:solidFill>
              <a:schemeClr val="bg1">
                <a:lumMod val="95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3" name="Straight Arrow Connector 47">
            <a:extLst>
              <a:ext uri="{FF2B5EF4-FFF2-40B4-BE49-F238E27FC236}">
                <a16:creationId xmlns:a16="http://schemas.microsoft.com/office/drawing/2014/main" id="{A77CEF3C-1ED0-7289-9060-ECB8CA4F06BF}"/>
              </a:ext>
            </a:extLst>
          </p:cNvPr>
          <p:cNvCxnSpPr>
            <a:cxnSpLocks/>
            <a:stCxn id="6" idx="4"/>
            <a:endCxn id="4" idx="0"/>
          </p:cNvCxnSpPr>
          <p:nvPr/>
        </p:nvCxnSpPr>
        <p:spPr>
          <a:xfrm>
            <a:off x="9103789" y="4644401"/>
            <a:ext cx="0" cy="414892"/>
          </a:xfrm>
          <a:prstGeom prst="straightConnector1">
            <a:avLst/>
          </a:prstGeom>
          <a:ln w="38100">
            <a:solidFill>
              <a:schemeClr val="bg1">
                <a:lumMod val="95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2" name="TextBox 61">
            <a:extLst>
              <a:ext uri="{FF2B5EF4-FFF2-40B4-BE49-F238E27FC236}">
                <a16:creationId xmlns:a16="http://schemas.microsoft.com/office/drawing/2014/main" id="{E2C48A96-CEA8-F888-D1F0-46B5E755AF88}"/>
              </a:ext>
            </a:extLst>
          </p:cNvPr>
          <p:cNvSpPr txBox="1"/>
          <p:nvPr/>
        </p:nvSpPr>
        <p:spPr>
          <a:xfrm>
            <a:off x="9423835" y="2577575"/>
            <a:ext cx="1506403" cy="338554"/>
          </a:xfrm>
          <a:prstGeom prst="leftArrowCallou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pPr algn="ctr"/>
            <a:r>
              <a:rPr lang="nl-NL" sz="1600" dirty="0" err="1">
                <a:latin typeface="Aptos" panose="020B0004020202020204" pitchFamily="34" charset="0"/>
              </a:rPr>
              <a:t>parent</a:t>
            </a:r>
            <a:r>
              <a:rPr lang="nl-NL" sz="1600" dirty="0">
                <a:latin typeface="Aptos" panose="020B0004020202020204" pitchFamily="34" charset="0"/>
              </a:rPr>
              <a:t>: A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AD403E94-44D5-63C3-9CFB-0F02E87CE729}"/>
              </a:ext>
            </a:extLst>
          </p:cNvPr>
          <p:cNvSpPr txBox="1"/>
          <p:nvPr/>
        </p:nvSpPr>
        <p:spPr>
          <a:xfrm>
            <a:off x="9423835" y="3419573"/>
            <a:ext cx="1511315" cy="338554"/>
          </a:xfrm>
          <a:prstGeom prst="leftArrowCallou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pPr algn="ctr"/>
            <a:r>
              <a:rPr lang="nl-NL" sz="1600" dirty="0" err="1">
                <a:latin typeface="Aptos" panose="020B0004020202020204" pitchFamily="34" charset="0"/>
              </a:rPr>
              <a:t>parent</a:t>
            </a:r>
            <a:r>
              <a:rPr lang="nl-NL" sz="1600" dirty="0">
                <a:latin typeface="Aptos" panose="020B0004020202020204" pitchFamily="34" charset="0"/>
              </a:rPr>
              <a:t>: B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7870713C-3457-5402-4143-10539182E044}"/>
              </a:ext>
            </a:extLst>
          </p:cNvPr>
          <p:cNvSpPr txBox="1"/>
          <p:nvPr/>
        </p:nvSpPr>
        <p:spPr>
          <a:xfrm>
            <a:off x="9455461" y="5103569"/>
            <a:ext cx="1538327" cy="338554"/>
          </a:xfrm>
          <a:prstGeom prst="leftArrowCallou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pPr algn="ctr"/>
            <a:r>
              <a:rPr lang="nl-NL" sz="1600" dirty="0" err="1">
                <a:latin typeface="Aptos" panose="020B0004020202020204" pitchFamily="34" charset="0"/>
              </a:rPr>
              <a:t>parent</a:t>
            </a:r>
            <a:r>
              <a:rPr lang="nl-NL" sz="1600" dirty="0">
                <a:latin typeface="Aptos" panose="020B0004020202020204" pitchFamily="34" charset="0"/>
              </a:rPr>
              <a:t>: D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0A44E56D-7679-C7AC-45D9-F7C41712445F}"/>
              </a:ext>
            </a:extLst>
          </p:cNvPr>
          <p:cNvSpPr txBox="1"/>
          <p:nvPr/>
        </p:nvSpPr>
        <p:spPr>
          <a:xfrm>
            <a:off x="9423835" y="4261571"/>
            <a:ext cx="1540783" cy="338554"/>
          </a:xfrm>
          <a:prstGeom prst="leftArrowCallou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pPr algn="ctr"/>
            <a:r>
              <a:rPr lang="nl-NL" sz="1600" dirty="0" err="1">
                <a:latin typeface="Aptos" panose="020B0004020202020204" pitchFamily="34" charset="0"/>
              </a:rPr>
              <a:t>parent</a:t>
            </a:r>
            <a:r>
              <a:rPr lang="nl-NL" sz="1600" dirty="0">
                <a:latin typeface="Aptos" panose="020B0004020202020204" pitchFamily="34" charset="0"/>
              </a:rPr>
              <a:t>: C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1FC2D7F0-0480-5111-B0C5-4D5AD79ABFA8}"/>
              </a:ext>
            </a:extLst>
          </p:cNvPr>
          <p:cNvSpPr txBox="1"/>
          <p:nvPr/>
        </p:nvSpPr>
        <p:spPr>
          <a:xfrm>
            <a:off x="7844776" y="5693623"/>
            <a:ext cx="4237057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buNone/>
            </a:pPr>
            <a:r>
              <a:rPr lang="nl-NL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def</a:t>
            </a:r>
            <a:r>
              <a:rPr lang="nl-NL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nl-NL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representative</a:t>
            </a:r>
            <a:r>
              <a:rPr lang="nl-NL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(v):</a:t>
            </a:r>
          </a:p>
          <a:p>
            <a:pPr>
              <a:buNone/>
            </a:pPr>
            <a:r>
              <a:rPr lang="nl-NL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nl-NL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return </a:t>
            </a:r>
            <a:r>
              <a:rPr lang="nl-NL" dirty="0">
                <a:solidFill>
                  <a:srgbClr val="000000"/>
                </a:solidFill>
                <a:latin typeface="Consolas" panose="020B0609020204030204" pitchFamily="49" charset="0"/>
              </a:rPr>
              <a:t>v</a:t>
            </a:r>
            <a:r>
              <a:rPr lang="nl-NL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nl-NL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nl-NL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nl-NL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parent</a:t>
            </a:r>
            <a:r>
              <a:rPr lang="nl-NL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[v] == v</a:t>
            </a:r>
          </a:p>
          <a:p>
            <a:pPr>
              <a:buNone/>
            </a:pPr>
            <a:r>
              <a:rPr lang="nl-NL" dirty="0">
                <a:solidFill>
                  <a:srgbClr val="000000"/>
                </a:solidFill>
                <a:latin typeface="Consolas" panose="020B0609020204030204" pitchFamily="49" charset="0"/>
              </a:rPr>
              <a:t>  </a:t>
            </a:r>
            <a:r>
              <a:rPr lang="nl-NL" dirty="0" err="1">
                <a:solidFill>
                  <a:srgbClr val="0000FF"/>
                </a:solidFill>
                <a:latin typeface="Consolas" panose="020B0609020204030204" pitchFamily="49" charset="0"/>
              </a:rPr>
              <a:t>else</a:t>
            </a:r>
            <a:r>
              <a:rPr lang="nl-NL" dirty="0">
                <a:solidFill>
                  <a:srgbClr val="0000FF"/>
                </a:solidFill>
                <a:latin typeface="Consolas" panose="020B0609020204030204" pitchFamily="49" charset="0"/>
              </a:rPr>
              <a:t> </a:t>
            </a:r>
            <a:r>
              <a:rPr lang="nl-NL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representative</a:t>
            </a:r>
            <a:r>
              <a:rPr lang="nl-NL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nl-NL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parent</a:t>
            </a:r>
            <a:r>
              <a:rPr lang="nl-NL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[v])</a:t>
            </a:r>
          </a:p>
        </p:txBody>
      </p:sp>
      <p:sp>
        <p:nvSpPr>
          <p:cNvPr id="46" name="Freeform: Shape 45">
            <a:extLst>
              <a:ext uri="{FF2B5EF4-FFF2-40B4-BE49-F238E27FC236}">
                <a16:creationId xmlns:a16="http://schemas.microsoft.com/office/drawing/2014/main" id="{2972B64A-416F-CF0F-EE35-98708F208FD1}"/>
              </a:ext>
            </a:extLst>
          </p:cNvPr>
          <p:cNvSpPr/>
          <p:nvPr/>
        </p:nvSpPr>
        <p:spPr>
          <a:xfrm>
            <a:off x="7930017" y="2730708"/>
            <a:ext cx="960213" cy="2535809"/>
          </a:xfrm>
          <a:custGeom>
            <a:avLst/>
            <a:gdLst>
              <a:gd name="connsiteX0" fmla="*/ 931178 w 959458"/>
              <a:gd name="connsiteY0" fmla="*/ 2535810 h 2535810"/>
              <a:gd name="connsiteX1" fmla="*/ 167607 w 959458"/>
              <a:gd name="connsiteY1" fmla="*/ 1725105 h 2535810"/>
              <a:gd name="connsiteX2" fmla="*/ 63912 w 959458"/>
              <a:gd name="connsiteY2" fmla="*/ 650449 h 2535810"/>
              <a:gd name="connsiteX3" fmla="*/ 959458 w 959458"/>
              <a:gd name="connsiteY3" fmla="*/ 0 h 25358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959458" h="2535810">
                <a:moveTo>
                  <a:pt x="931178" y="2535810"/>
                </a:moveTo>
                <a:cubicBezTo>
                  <a:pt x="621664" y="2287571"/>
                  <a:pt x="312151" y="2039332"/>
                  <a:pt x="167607" y="1725105"/>
                </a:cubicBezTo>
                <a:cubicBezTo>
                  <a:pt x="23063" y="1410878"/>
                  <a:pt x="-68063" y="937966"/>
                  <a:pt x="63912" y="650449"/>
                </a:cubicBezTo>
                <a:cubicBezTo>
                  <a:pt x="195887" y="362932"/>
                  <a:pt x="648374" y="54990"/>
                  <a:pt x="959458" y="0"/>
                </a:cubicBezTo>
              </a:path>
            </a:pathLst>
          </a:custGeom>
          <a:ln w="38100">
            <a:solidFill>
              <a:schemeClr val="bg1">
                <a:lumMod val="95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FF2B73BD-F323-DFF4-9DBF-451650A5AC97}"/>
              </a:ext>
            </a:extLst>
          </p:cNvPr>
          <p:cNvSpPr txBox="1"/>
          <p:nvPr/>
        </p:nvSpPr>
        <p:spPr>
          <a:xfrm>
            <a:off x="12189544" y="2577575"/>
            <a:ext cx="1511314" cy="338554"/>
          </a:xfrm>
          <a:prstGeom prst="leftArrowCallou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pPr algn="ctr"/>
            <a:r>
              <a:rPr lang="nl-NL" sz="1600" dirty="0" err="1">
                <a:latin typeface="Aptos" panose="020B0004020202020204" pitchFamily="34" charset="0"/>
              </a:rPr>
              <a:t>parent</a:t>
            </a:r>
            <a:r>
              <a:rPr lang="nl-NL" sz="1600" dirty="0">
                <a:latin typeface="Aptos" panose="020B0004020202020204" pitchFamily="34" charset="0"/>
              </a:rPr>
              <a:t>: B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B5C274AD-6606-9F67-4809-3AF1BF15A652}"/>
              </a:ext>
            </a:extLst>
          </p:cNvPr>
          <p:cNvSpPr txBox="1"/>
          <p:nvPr/>
        </p:nvSpPr>
        <p:spPr>
          <a:xfrm>
            <a:off x="12177266" y="3419573"/>
            <a:ext cx="1540782" cy="338554"/>
          </a:xfrm>
          <a:prstGeom prst="leftArrowCallou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pPr algn="ctr"/>
            <a:r>
              <a:rPr lang="nl-NL" sz="1600" dirty="0" err="1">
                <a:latin typeface="Aptos" panose="020B0004020202020204" pitchFamily="34" charset="0"/>
              </a:rPr>
              <a:t>parent</a:t>
            </a:r>
            <a:r>
              <a:rPr lang="nl-NL" sz="1600" dirty="0">
                <a:latin typeface="Aptos" panose="020B0004020202020204" pitchFamily="34" charset="0"/>
              </a:rPr>
              <a:t>: C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8427BB1B-B5D9-BDA5-FB38-2EF37BC3A35A}"/>
              </a:ext>
            </a:extLst>
          </p:cNvPr>
          <p:cNvSpPr txBox="1"/>
          <p:nvPr/>
        </p:nvSpPr>
        <p:spPr>
          <a:xfrm>
            <a:off x="12193229" y="4261571"/>
            <a:ext cx="1538325" cy="338554"/>
          </a:xfrm>
          <a:prstGeom prst="leftArrowCallou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pPr algn="ctr"/>
            <a:r>
              <a:rPr lang="nl-NL" sz="1600" dirty="0" err="1">
                <a:latin typeface="Aptos" panose="020B0004020202020204" pitchFamily="34" charset="0"/>
              </a:rPr>
              <a:t>parent</a:t>
            </a:r>
            <a:r>
              <a:rPr lang="nl-NL" sz="1600" dirty="0">
                <a:latin typeface="Aptos" panose="020B0004020202020204" pitchFamily="34" charset="0"/>
              </a:rPr>
              <a:t>: D</a:t>
            </a:r>
          </a:p>
        </p:txBody>
      </p:sp>
      <p:sp>
        <p:nvSpPr>
          <p:cNvPr id="84" name="Arrow: Curved Up 83">
            <a:extLst>
              <a:ext uri="{FF2B5EF4-FFF2-40B4-BE49-F238E27FC236}">
                <a16:creationId xmlns:a16="http://schemas.microsoft.com/office/drawing/2014/main" id="{7DB19E7D-354C-7AEB-DE83-B44A09E29985}"/>
              </a:ext>
            </a:extLst>
          </p:cNvPr>
          <p:cNvSpPr/>
          <p:nvPr/>
        </p:nvSpPr>
        <p:spPr>
          <a:xfrm rot="5400000" flipV="1">
            <a:off x="10926951" y="2973625"/>
            <a:ext cx="898716" cy="445169"/>
          </a:xfrm>
          <a:prstGeom prst="curvedUpArrow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>
              <a:solidFill>
                <a:schemeClr val="tx1"/>
              </a:solidFill>
            </a:endParaRPr>
          </a:p>
        </p:txBody>
      </p:sp>
      <p:sp>
        <p:nvSpPr>
          <p:cNvPr id="85" name="Arrow: Curved Up 84">
            <a:extLst>
              <a:ext uri="{FF2B5EF4-FFF2-40B4-BE49-F238E27FC236}">
                <a16:creationId xmlns:a16="http://schemas.microsoft.com/office/drawing/2014/main" id="{ECF97A71-1B66-C555-E5E6-6F91AAE44BEC}"/>
              </a:ext>
            </a:extLst>
          </p:cNvPr>
          <p:cNvSpPr/>
          <p:nvPr/>
        </p:nvSpPr>
        <p:spPr>
          <a:xfrm rot="5400000" flipV="1">
            <a:off x="10957910" y="3857866"/>
            <a:ext cx="898716" cy="445169"/>
          </a:xfrm>
          <a:prstGeom prst="curvedUpArrow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>
              <a:solidFill>
                <a:schemeClr val="tx1"/>
              </a:solidFill>
            </a:endParaRPr>
          </a:p>
        </p:txBody>
      </p:sp>
      <p:sp>
        <p:nvSpPr>
          <p:cNvPr id="86" name="Arrow: Curved Up 85">
            <a:extLst>
              <a:ext uri="{FF2B5EF4-FFF2-40B4-BE49-F238E27FC236}">
                <a16:creationId xmlns:a16="http://schemas.microsoft.com/office/drawing/2014/main" id="{7690928C-B8D1-54F8-BEA9-A37DCF079F09}"/>
              </a:ext>
            </a:extLst>
          </p:cNvPr>
          <p:cNvSpPr/>
          <p:nvPr/>
        </p:nvSpPr>
        <p:spPr>
          <a:xfrm rot="5400000" flipV="1">
            <a:off x="11016548" y="4742108"/>
            <a:ext cx="898716" cy="445169"/>
          </a:xfrm>
          <a:prstGeom prst="curvedUpArrow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>
              <a:solidFill>
                <a:schemeClr val="tx1"/>
              </a:solidFill>
            </a:endParaRPr>
          </a:p>
        </p:txBody>
      </p:sp>
      <p:sp>
        <p:nvSpPr>
          <p:cNvPr id="87" name="Callout: Right Arrow 86">
            <a:extLst>
              <a:ext uri="{FF2B5EF4-FFF2-40B4-BE49-F238E27FC236}">
                <a16:creationId xmlns:a16="http://schemas.microsoft.com/office/drawing/2014/main" id="{65505088-E059-8962-017C-3BAE6777C922}"/>
              </a:ext>
            </a:extLst>
          </p:cNvPr>
          <p:cNvSpPr/>
          <p:nvPr/>
        </p:nvSpPr>
        <p:spPr>
          <a:xfrm>
            <a:off x="5741315" y="2244521"/>
            <a:ext cx="2732821" cy="923330"/>
          </a:xfrm>
          <a:prstGeom prst="rightArrowCallout">
            <a:avLst>
              <a:gd name="adj1" fmla="val 25000"/>
              <a:gd name="adj2" fmla="val 25000"/>
              <a:gd name="adj3" fmla="val 25000"/>
              <a:gd name="adj4" fmla="val 84901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dirty="0" err="1">
                <a:latin typeface="Aptos" panose="020B0004020202020204" pitchFamily="34" charset="0"/>
              </a:rPr>
              <a:t>What’s</a:t>
            </a:r>
            <a:r>
              <a:rPr lang="nl-NL" dirty="0">
                <a:latin typeface="Aptos" panose="020B0004020202020204" pitchFamily="34" charset="0"/>
              </a:rPr>
              <a:t> </a:t>
            </a:r>
            <a:r>
              <a:rPr lang="nl-NL" dirty="0" err="1">
                <a:latin typeface="Aptos" panose="020B0004020202020204" pitchFamily="34" charset="0"/>
              </a:rPr>
              <a:t>the</a:t>
            </a:r>
            <a:r>
              <a:rPr lang="nl-NL" dirty="0">
                <a:latin typeface="Aptos" panose="020B0004020202020204" pitchFamily="34" charset="0"/>
              </a:rPr>
              <a:t> </a:t>
            </a:r>
            <a:r>
              <a:rPr lang="nl-NL" dirty="0" err="1">
                <a:latin typeface="Aptos" panose="020B0004020202020204" pitchFamily="34" charset="0"/>
              </a:rPr>
              <a:t>representative</a:t>
            </a:r>
            <a:r>
              <a:rPr lang="nl-NL" dirty="0">
                <a:latin typeface="Aptos" panose="020B0004020202020204" pitchFamily="34" charset="0"/>
              </a:rPr>
              <a:t> of A?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88" name="Callout: Right Arrow 87">
                <a:extLst>
                  <a:ext uri="{FF2B5EF4-FFF2-40B4-BE49-F238E27FC236}">
                    <a16:creationId xmlns:a16="http://schemas.microsoft.com/office/drawing/2014/main" id="{F3F44AAB-E2A9-6BFF-4A0B-040541B757A3}"/>
                  </a:ext>
                </a:extLst>
              </p:cNvPr>
              <p:cNvSpPr/>
              <p:nvPr/>
            </p:nvSpPr>
            <p:spPr>
              <a:xfrm>
                <a:off x="2986268" y="5960962"/>
                <a:ext cx="4710897" cy="652555"/>
              </a:xfrm>
              <a:prstGeom prst="rightArrowCallout">
                <a:avLst>
                  <a:gd name="adj1" fmla="val 25000"/>
                  <a:gd name="adj2" fmla="val 25000"/>
                  <a:gd name="adj3" fmla="val 25000"/>
                  <a:gd name="adj4" fmla="val 87090"/>
                </a:avLst>
              </a:prstGeom>
            </p:spPr>
            <p:style>
              <a:lnRef idx="2">
                <a:schemeClr val="accent4">
                  <a:shade val="15000"/>
                </a:schemeClr>
              </a:lnRef>
              <a:fillRef idx="1">
                <a:schemeClr val="accent4"/>
              </a:fillRef>
              <a:effectRef idx="0">
                <a:schemeClr val="accent4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nl-NL" dirty="0">
                    <a:latin typeface="Aptos" panose="020B0004020202020204" pitchFamily="34" charset="0"/>
                  </a:rPr>
                  <a:t>Worst case time </a:t>
                </a:r>
                <a:r>
                  <a:rPr lang="nl-NL" dirty="0" err="1">
                    <a:latin typeface="Aptos" panose="020B0004020202020204" pitchFamily="34" charset="0"/>
                  </a:rPr>
                  <a:t>complexity</a:t>
                </a:r>
                <a:r>
                  <a:rPr lang="nl-NL" dirty="0">
                    <a:latin typeface="Aptos" panose="020B0004020202020204" pitchFamily="34" charset="0"/>
                  </a:rPr>
                  <a:t>: </a:t>
                </a:r>
                <a14:m>
                  <m:oMath xmlns:m="http://schemas.openxmlformats.org/officeDocument/2006/math">
                    <m:r>
                      <a:rPr lang="nl-NL" b="1" i="1" dirty="0" smtClean="0">
                        <a:latin typeface="Cambria Math" panose="02040503050406030204" pitchFamily="18" charset="0"/>
                      </a:rPr>
                      <m:t>𝑶</m:t>
                    </m:r>
                    <m:d>
                      <m:dPr>
                        <m:ctrlPr>
                          <a:rPr lang="nl-NL" b="1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nl-NL" b="1" i="1" dirty="0" smtClean="0">
                            <a:latin typeface="Cambria Math" panose="02040503050406030204" pitchFamily="18" charset="0"/>
                          </a:rPr>
                          <m:t>𝒏</m:t>
                        </m:r>
                      </m:e>
                    </m:d>
                  </m:oMath>
                </a14:m>
                <a:endParaRPr lang="nl-NL" b="1" dirty="0">
                  <a:latin typeface="Aptos" panose="020B0004020202020204" pitchFamily="34" charset="0"/>
                </a:endParaRPr>
              </a:p>
            </p:txBody>
          </p:sp>
        </mc:Choice>
        <mc:Fallback>
          <p:sp>
            <p:nvSpPr>
              <p:cNvPr id="88" name="Callout: Right Arrow 87">
                <a:extLst>
                  <a:ext uri="{FF2B5EF4-FFF2-40B4-BE49-F238E27FC236}">
                    <a16:creationId xmlns:a16="http://schemas.microsoft.com/office/drawing/2014/main" id="{F3F44AAB-E2A9-6BFF-4A0B-040541B757A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86268" y="5960962"/>
                <a:ext cx="4710897" cy="652555"/>
              </a:xfrm>
              <a:prstGeom prst="rightArrowCallout">
                <a:avLst>
                  <a:gd name="adj1" fmla="val 25000"/>
                  <a:gd name="adj2" fmla="val 25000"/>
                  <a:gd name="adj3" fmla="val 25000"/>
                  <a:gd name="adj4" fmla="val 87090"/>
                </a:avLst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nl-N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1" name="Speech Bubble: Oval 90">
            <a:extLst>
              <a:ext uri="{FF2B5EF4-FFF2-40B4-BE49-F238E27FC236}">
                <a16:creationId xmlns:a16="http://schemas.microsoft.com/office/drawing/2014/main" id="{D3D868D6-852D-6B25-8AD6-AC6AAA24F5C1}"/>
              </a:ext>
            </a:extLst>
          </p:cNvPr>
          <p:cNvSpPr/>
          <p:nvPr/>
        </p:nvSpPr>
        <p:spPr>
          <a:xfrm>
            <a:off x="7996619" y="598385"/>
            <a:ext cx="3933370" cy="1600200"/>
          </a:xfrm>
          <a:prstGeom prst="wedgeEllipseCallout">
            <a:avLst>
              <a:gd name="adj1" fmla="val 51050"/>
              <a:gd name="adj2" fmla="val -60056"/>
            </a:avLst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nl-NL" sz="2000" dirty="0" err="1">
                <a:latin typeface="Aptos" panose="020B0004020202020204" pitchFamily="34" charset="0"/>
              </a:rPr>
              <a:t>Representative</a:t>
            </a:r>
            <a:r>
              <a:rPr lang="nl-NL" sz="2000" dirty="0">
                <a:latin typeface="Aptos" panose="020B0004020202020204" pitchFamily="34" charset="0"/>
              </a:rPr>
              <a:t>: </a:t>
            </a:r>
            <a:r>
              <a:rPr lang="nl-NL" sz="2000" dirty="0" err="1">
                <a:latin typeface="Aptos" panose="020B0004020202020204" pitchFamily="34" charset="0"/>
              </a:rPr>
              <a:t>the</a:t>
            </a:r>
            <a:r>
              <a:rPr lang="nl-NL" sz="2000" dirty="0">
                <a:latin typeface="Aptos" panose="020B0004020202020204" pitchFamily="34" charset="0"/>
              </a:rPr>
              <a:t> node </a:t>
            </a:r>
            <a:r>
              <a:rPr lang="nl-NL" sz="2000" dirty="0">
                <a:solidFill>
                  <a:srgbClr val="000000"/>
                </a:solidFill>
                <a:latin typeface="Consolas" panose="020B0609020204030204" pitchFamily="49" charset="0"/>
              </a:rPr>
              <a:t>v</a:t>
            </a:r>
            <a:r>
              <a:rPr lang="nl-NL" sz="2000" dirty="0">
                <a:latin typeface="Aptos" panose="020B0004020202020204" pitchFamily="34" charset="0"/>
              </a:rPr>
              <a:t> </a:t>
            </a:r>
            <a:r>
              <a:rPr lang="nl-NL" sz="2000" dirty="0" err="1">
                <a:latin typeface="Aptos" panose="020B0004020202020204" pitchFamily="34" charset="0"/>
              </a:rPr>
              <a:t>for</a:t>
            </a:r>
            <a:r>
              <a:rPr lang="nl-NL" sz="2000" dirty="0">
                <a:latin typeface="Aptos" panose="020B0004020202020204" pitchFamily="34" charset="0"/>
              </a:rPr>
              <a:t> </a:t>
            </a:r>
            <a:r>
              <a:rPr lang="nl-NL" sz="2000" dirty="0" err="1">
                <a:latin typeface="Aptos" panose="020B0004020202020204" pitchFamily="34" charset="0"/>
              </a:rPr>
              <a:t>which</a:t>
            </a:r>
            <a:r>
              <a:rPr lang="nl-NL" sz="2000" dirty="0">
                <a:latin typeface="Aptos" panose="020B0004020202020204" pitchFamily="34" charset="0"/>
              </a:rPr>
              <a:t> </a:t>
            </a:r>
            <a:r>
              <a:rPr lang="nl-NL" sz="2000" dirty="0" err="1">
                <a:solidFill>
                  <a:srgbClr val="000000"/>
                </a:solidFill>
                <a:latin typeface="Consolas" panose="020B0609020204030204" pitchFamily="49" charset="0"/>
              </a:rPr>
              <a:t>parent</a:t>
            </a:r>
            <a:r>
              <a:rPr lang="nl-NL" sz="2000" dirty="0">
                <a:solidFill>
                  <a:srgbClr val="000000"/>
                </a:solidFill>
                <a:latin typeface="Consolas" panose="020B0609020204030204" pitchFamily="49" charset="0"/>
              </a:rPr>
              <a:t>[v] = v</a:t>
            </a:r>
            <a:endParaRPr lang="nl-NL" sz="2000" dirty="0"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128565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7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6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000000"/>
                                      </p:to>
                                    </p:animClr>
                                    <p:set>
                                      <p:cBhvr>
                                        <p:cTn id="3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2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1.25E-6 -2.96296E-6 L -0.22708 7.40741E-7 " pathEditMode="relative" rAng="0" ptsTypes="AA">
                                      <p:cBhvr>
                                        <p:cTn id="41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1198" y="-185"/>
                                    </p:animMotion>
                                  </p:childTnLst>
                                </p:cTn>
                              </p:par>
                              <p:par>
                                <p:cTn id="42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3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7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8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000000"/>
                                      </p:to>
                                    </p:animClr>
                                    <p:set>
                                      <p:cBhvr>
                                        <p:cTn id="49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42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8.33333E-7 1.85185E-6 L -0.22709 1.11111E-6 " pathEditMode="relative" rAng="0" ptsTypes="AA">
                                      <p:cBhvr>
                                        <p:cTn id="53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1107" y="162"/>
                                    </p:animMotion>
                                  </p:childTnLst>
                                </p:cTn>
                              </p:par>
                              <p:par>
                                <p:cTn id="54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5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7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0" dur="5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000000"/>
                                      </p:to>
                                    </p:animClr>
                                    <p:set>
                                      <p:cBhvr>
                                        <p:cTn id="61" dur="5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42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1.04167E-6 -4.81481E-6 L -0.22708 3.7037E-6 " pathEditMode="relative" rAng="0" ptsTypes="AA">
                                      <p:cBhvr>
                                        <p:cTn id="65" dur="5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1263" y="324"/>
                                    </p:animMotion>
                                  </p:childTnLst>
                                </p:cTn>
                              </p:par>
                              <p:par>
                                <p:cTn id="66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7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7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72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73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>
                      <p:stCondLst>
                        <p:cond delay="indefinite"/>
                      </p:stCondLst>
                      <p:childTnLst>
                        <p:par>
                          <p:cTn id="83" fill="hold">
                            <p:stCondLst>
                              <p:cond delay="0"/>
                            </p:stCondLst>
                            <p:childTnLst>
                              <p:par>
                                <p:cTn id="8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6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500"/>
                                        <p:tgtEl>
                                          <p:spTgt spid="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2" fill="hold">
                            <p:stCondLst>
                              <p:cond delay="500"/>
                            </p:stCondLst>
                            <p:childTnLst>
                              <p:par>
                                <p:cTn id="9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5" dur="50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6" fill="hold">
                            <p:stCondLst>
                              <p:cond delay="1000"/>
                            </p:stCondLst>
                            <p:childTnLst>
                              <p:par>
                                <p:cTn id="9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9" dur="5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0" fill="hold">
                            <p:stCondLst>
                              <p:cond delay="1500"/>
                            </p:stCondLst>
                            <p:childTnLst>
                              <p:par>
                                <p:cTn id="10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3" dur="50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4" fill="hold">
                      <p:stCondLst>
                        <p:cond delay="indefinite"/>
                      </p:stCondLst>
                      <p:childTnLst>
                        <p:par>
                          <p:cTn id="105" fill="hold">
                            <p:stCondLst>
                              <p:cond delay="0"/>
                            </p:stCondLst>
                            <p:childTnLst>
                              <p:par>
                                <p:cTn id="10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8" dur="500"/>
                                        <p:tgtEl>
                                          <p:spTgt spid="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2" grpId="0" animBg="1"/>
      <p:bldP spid="62" grpId="1" animBg="1"/>
      <p:bldP spid="63" grpId="0" animBg="1"/>
      <p:bldP spid="63" grpId="1" animBg="1"/>
      <p:bldP spid="65" grpId="0" animBg="1"/>
      <p:bldP spid="66" grpId="0" animBg="1"/>
      <p:bldP spid="66" grpId="1" animBg="1"/>
      <p:bldP spid="67" grpId="0"/>
      <p:bldP spid="48" grpId="0" animBg="1"/>
      <p:bldP spid="49" grpId="0" animBg="1"/>
      <p:bldP spid="51" grpId="0" animBg="1"/>
      <p:bldP spid="84" grpId="0" animBg="1"/>
      <p:bldP spid="85" grpId="0" animBg="1"/>
      <p:bldP spid="86" grpId="0" animBg="1"/>
      <p:bldP spid="87" grpId="0" animBg="1"/>
      <p:bldP spid="88" grpId="0" animBg="1"/>
      <p:bldP spid="91" grpId="0" animBg="1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380D82-EFD2-CC24-DFD8-43CC755C3C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B630B1-8B05-2F4B-D854-BFFE2AC381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 err="1"/>
              <a:t>Optimizations</a:t>
            </a:r>
            <a:r>
              <a:rPr lang="nl-NL" dirty="0"/>
              <a:t> </a:t>
            </a:r>
            <a:r>
              <a:rPr lang="nl-NL" dirty="0">
                <a:sym typeface="Wingdings" panose="05000000000000000000" pitchFamily="2" charset="2"/>
              </a:rPr>
              <a:t></a:t>
            </a:r>
            <a:r>
              <a:rPr lang="nl-NL" dirty="0"/>
              <a:t> Disjoint-Set DS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ED546D6-5107-049A-0BD5-1CCE5D7BB4B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0080" y="2633471"/>
            <a:ext cx="7220366" cy="4119425"/>
          </a:xfrm>
        </p:spPr>
        <p:txBody>
          <a:bodyPr>
            <a:normAutofit/>
          </a:bodyPr>
          <a:lstStyle/>
          <a:p>
            <a:r>
              <a:rPr lang="nl-NL" dirty="0"/>
              <a:t>Update </a:t>
            </a:r>
            <a:r>
              <a:rPr lang="nl-NL" dirty="0" err="1"/>
              <a:t>parents</a:t>
            </a:r>
            <a:r>
              <a:rPr lang="nl-NL" dirty="0"/>
              <a:t> </a:t>
            </a:r>
            <a:r>
              <a:rPr lang="nl-NL" dirty="0" err="1"/>
              <a:t>while</a:t>
            </a:r>
            <a:r>
              <a:rPr lang="nl-NL" dirty="0"/>
              <a:t> </a:t>
            </a:r>
            <a:r>
              <a:rPr lang="nl-NL" dirty="0" err="1"/>
              <a:t>finding</a:t>
            </a:r>
            <a:r>
              <a:rPr lang="nl-NL" dirty="0"/>
              <a:t> </a:t>
            </a:r>
            <a:r>
              <a:rPr lang="nl-NL" dirty="0" err="1"/>
              <a:t>representative</a:t>
            </a:r>
            <a:r>
              <a:rPr lang="nl-NL" dirty="0"/>
              <a:t>!</a:t>
            </a:r>
          </a:p>
          <a:p>
            <a:endParaRPr lang="nl-NL" dirty="0"/>
          </a:p>
          <a:p>
            <a:endParaRPr lang="nl-NL" dirty="0"/>
          </a:p>
          <a:p>
            <a:endParaRPr lang="nl-NL" dirty="0"/>
          </a:p>
          <a:p>
            <a:r>
              <a:rPr lang="nl-NL" dirty="0" err="1"/>
              <a:t>When</a:t>
            </a:r>
            <a:r>
              <a:rPr lang="nl-NL" dirty="0"/>
              <a:t> a node </a:t>
            </a:r>
            <a:r>
              <a:rPr lang="nl-NL" b="1" dirty="0">
                <a:solidFill>
                  <a:srgbClr val="0070C0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a</a:t>
            </a:r>
            <a:r>
              <a:rPr lang="nl-NL" dirty="0"/>
              <a:t> </a:t>
            </a:r>
            <a:r>
              <a:rPr lang="nl-NL" dirty="0" err="1"/>
              <a:t>connects</a:t>
            </a:r>
            <a:r>
              <a:rPr lang="nl-NL" dirty="0"/>
              <a:t> </a:t>
            </a:r>
            <a:r>
              <a:rPr lang="nl-NL" dirty="0" err="1"/>
              <a:t>to</a:t>
            </a:r>
            <a:r>
              <a:rPr lang="nl-NL" dirty="0"/>
              <a:t> node </a:t>
            </a:r>
            <a:r>
              <a:rPr lang="nl-NL" b="1" dirty="0">
                <a:solidFill>
                  <a:srgbClr val="0070C0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b</a:t>
            </a:r>
            <a:r>
              <a:rPr lang="nl-NL" dirty="0"/>
              <a:t>, </a:t>
            </a:r>
            <a:r>
              <a:rPr lang="nl-NL" dirty="0" err="1"/>
              <a:t>then</a:t>
            </a:r>
            <a:r>
              <a:rPr lang="nl-NL" dirty="0"/>
              <a:t>:</a:t>
            </a:r>
          </a:p>
          <a:p>
            <a:pPr lvl="1"/>
            <a:r>
              <a:rPr lang="nl-NL" sz="1600" dirty="0" err="1">
                <a:solidFill>
                  <a:srgbClr val="0070C0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parent</a:t>
            </a:r>
            <a:r>
              <a:rPr lang="nl-NL" sz="1600" dirty="0">
                <a:solidFill>
                  <a:srgbClr val="0070C0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[</a:t>
            </a:r>
            <a:r>
              <a:rPr lang="nl-NL" sz="1600" dirty="0" err="1">
                <a:solidFill>
                  <a:srgbClr val="0070C0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representative</a:t>
            </a:r>
            <a:r>
              <a:rPr lang="nl-NL" sz="1600" dirty="0">
                <a:solidFill>
                  <a:srgbClr val="0070C0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(a)] = </a:t>
            </a:r>
            <a:r>
              <a:rPr lang="nl-NL" sz="1600" dirty="0" err="1">
                <a:solidFill>
                  <a:srgbClr val="0070C0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representative</a:t>
            </a:r>
            <a:r>
              <a:rPr lang="nl-NL" sz="1600" dirty="0">
                <a:solidFill>
                  <a:srgbClr val="0070C0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(b)</a:t>
            </a:r>
          </a:p>
          <a:p>
            <a:r>
              <a:rPr lang="nl-NL" b="1" dirty="0">
                <a:latin typeface="Aptos" panose="020B0004020202020204" pitchFamily="34" charset="0"/>
              </a:rPr>
              <a:t>Extra:</a:t>
            </a:r>
            <a:r>
              <a:rPr lang="nl-NL" dirty="0"/>
              <a:t> </a:t>
            </a:r>
            <a:r>
              <a:rPr lang="nl-NL" dirty="0" err="1"/>
              <a:t>Prevent</a:t>
            </a:r>
            <a:r>
              <a:rPr lang="nl-NL" dirty="0"/>
              <a:t> long </a:t>
            </a:r>
            <a:r>
              <a:rPr lang="nl-NL" dirty="0" err="1"/>
              <a:t>chains</a:t>
            </a:r>
            <a:r>
              <a:rPr lang="nl-NL" dirty="0"/>
              <a:t> </a:t>
            </a:r>
            <a:r>
              <a:rPr lang="nl-NL" dirty="0" err="1"/>
              <a:t>by</a:t>
            </a:r>
            <a:r>
              <a:rPr lang="nl-NL" dirty="0"/>
              <a:t> making </a:t>
            </a:r>
            <a:r>
              <a:rPr lang="nl-NL" dirty="0" err="1"/>
              <a:t>the</a:t>
            </a:r>
            <a:r>
              <a:rPr lang="nl-NL" dirty="0"/>
              <a:t> </a:t>
            </a:r>
            <a:r>
              <a:rPr lang="nl-NL" dirty="0" err="1"/>
              <a:t>smallest</a:t>
            </a:r>
            <a:r>
              <a:rPr lang="nl-NL" dirty="0"/>
              <a:t> </a:t>
            </a:r>
            <a:r>
              <a:rPr lang="nl-NL" dirty="0" err="1"/>
              <a:t>set’s</a:t>
            </a:r>
            <a:r>
              <a:rPr lang="nl-NL" dirty="0"/>
              <a:t> </a:t>
            </a:r>
            <a:r>
              <a:rPr lang="nl-NL" dirty="0" err="1"/>
              <a:t>be</a:t>
            </a:r>
            <a:r>
              <a:rPr lang="nl-NL" dirty="0"/>
              <a:t> </a:t>
            </a:r>
            <a:r>
              <a:rPr lang="nl-NL" dirty="0" err="1"/>
              <a:t>the</a:t>
            </a:r>
            <a:r>
              <a:rPr lang="nl-NL" dirty="0"/>
              <a:t> “</a:t>
            </a:r>
            <a:r>
              <a:rPr lang="nl-NL" dirty="0" err="1"/>
              <a:t>child</a:t>
            </a:r>
            <a:r>
              <a:rPr lang="nl-NL" dirty="0"/>
              <a:t>” of </a:t>
            </a:r>
            <a:r>
              <a:rPr lang="nl-NL" dirty="0" err="1"/>
              <a:t>the</a:t>
            </a:r>
            <a:r>
              <a:rPr lang="nl-NL" dirty="0"/>
              <a:t> </a:t>
            </a:r>
            <a:r>
              <a:rPr lang="nl-NL" dirty="0" err="1"/>
              <a:t>largest</a:t>
            </a:r>
            <a:r>
              <a:rPr lang="nl-NL" dirty="0"/>
              <a:t> </a:t>
            </a:r>
            <a:r>
              <a:rPr lang="nl-NL" dirty="0" err="1"/>
              <a:t>set’s</a:t>
            </a:r>
            <a:r>
              <a:rPr lang="nl-NL" dirty="0"/>
              <a:t> </a:t>
            </a:r>
            <a:r>
              <a:rPr lang="nl-NL" dirty="0" err="1"/>
              <a:t>representative</a:t>
            </a:r>
            <a:r>
              <a:rPr lang="nl-NL" dirty="0"/>
              <a:t> (</a:t>
            </a:r>
            <a:r>
              <a:rPr lang="nl-NL" dirty="0" err="1"/>
              <a:t>advanced</a:t>
            </a:r>
            <a:r>
              <a:rPr lang="nl-NL" dirty="0"/>
              <a:t>)</a:t>
            </a:r>
          </a:p>
        </p:txBody>
      </p:sp>
      <p:sp>
        <p:nvSpPr>
          <p:cNvPr id="4" name="Oval 6">
            <a:extLst>
              <a:ext uri="{FF2B5EF4-FFF2-40B4-BE49-F238E27FC236}">
                <a16:creationId xmlns:a16="http://schemas.microsoft.com/office/drawing/2014/main" id="{01A65AEA-E9EB-2F68-3212-1534C7C28809}"/>
              </a:ext>
            </a:extLst>
          </p:cNvPr>
          <p:cNvSpPr/>
          <p:nvPr/>
        </p:nvSpPr>
        <p:spPr>
          <a:xfrm>
            <a:off x="8890236" y="5059293"/>
            <a:ext cx="427106" cy="427106"/>
          </a:xfrm>
          <a:prstGeom prst="ellipse">
            <a:avLst/>
          </a:prstGeom>
          <a:solidFill>
            <a:srgbClr val="0070C0">
              <a:alpha val="50000"/>
            </a:srgb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dirty="0">
                <a:latin typeface="Aptos" panose="020B0004020202020204" pitchFamily="34" charset="0"/>
              </a:rPr>
              <a:t>D</a:t>
            </a:r>
          </a:p>
        </p:txBody>
      </p:sp>
      <p:sp>
        <p:nvSpPr>
          <p:cNvPr id="6" name="Oval 19">
            <a:extLst>
              <a:ext uri="{FF2B5EF4-FFF2-40B4-BE49-F238E27FC236}">
                <a16:creationId xmlns:a16="http://schemas.microsoft.com/office/drawing/2014/main" id="{DCD17C09-F77A-037F-A699-8FA2F44B4E11}"/>
              </a:ext>
            </a:extLst>
          </p:cNvPr>
          <p:cNvSpPr/>
          <p:nvPr/>
        </p:nvSpPr>
        <p:spPr>
          <a:xfrm>
            <a:off x="8890236" y="4217295"/>
            <a:ext cx="427106" cy="427106"/>
          </a:xfrm>
          <a:prstGeom prst="ellipse">
            <a:avLst/>
          </a:prstGeom>
          <a:solidFill>
            <a:srgbClr val="0070C0">
              <a:alpha val="50000"/>
            </a:srgb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dirty="0">
                <a:latin typeface="Aptos" panose="020B0004020202020204" pitchFamily="34" charset="0"/>
              </a:rPr>
              <a:t>C</a:t>
            </a:r>
          </a:p>
        </p:txBody>
      </p:sp>
      <p:sp>
        <p:nvSpPr>
          <p:cNvPr id="7" name="Oval 19">
            <a:extLst>
              <a:ext uri="{FF2B5EF4-FFF2-40B4-BE49-F238E27FC236}">
                <a16:creationId xmlns:a16="http://schemas.microsoft.com/office/drawing/2014/main" id="{B1E678EB-33F9-1A6B-6003-68889544AB94}"/>
              </a:ext>
            </a:extLst>
          </p:cNvPr>
          <p:cNvSpPr/>
          <p:nvPr/>
        </p:nvSpPr>
        <p:spPr>
          <a:xfrm>
            <a:off x="8890236" y="2533299"/>
            <a:ext cx="427106" cy="427106"/>
          </a:xfrm>
          <a:prstGeom prst="ellipse">
            <a:avLst/>
          </a:prstGeom>
          <a:solidFill>
            <a:srgbClr val="0070C0">
              <a:alpha val="50000"/>
            </a:srgb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dirty="0">
                <a:latin typeface="Aptos" panose="020B0004020202020204" pitchFamily="34" charset="0"/>
              </a:rPr>
              <a:t>A</a:t>
            </a:r>
          </a:p>
        </p:txBody>
      </p:sp>
      <p:sp>
        <p:nvSpPr>
          <p:cNvPr id="8" name="Oval 19">
            <a:extLst>
              <a:ext uri="{FF2B5EF4-FFF2-40B4-BE49-F238E27FC236}">
                <a16:creationId xmlns:a16="http://schemas.microsoft.com/office/drawing/2014/main" id="{4244F665-9E08-F83B-82AF-80F1EC86586C}"/>
              </a:ext>
            </a:extLst>
          </p:cNvPr>
          <p:cNvSpPr/>
          <p:nvPr/>
        </p:nvSpPr>
        <p:spPr>
          <a:xfrm>
            <a:off x="8890236" y="3375297"/>
            <a:ext cx="427106" cy="427106"/>
          </a:xfrm>
          <a:prstGeom prst="ellipse">
            <a:avLst/>
          </a:prstGeom>
          <a:solidFill>
            <a:srgbClr val="0070C0">
              <a:alpha val="50000"/>
            </a:srgb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dirty="0">
                <a:latin typeface="Aptos" panose="020B0004020202020204" pitchFamily="34" charset="0"/>
              </a:rPr>
              <a:t>B</a:t>
            </a:r>
          </a:p>
        </p:txBody>
      </p:sp>
      <p:cxnSp>
        <p:nvCxnSpPr>
          <p:cNvPr id="10" name="Straight Arrow Connector 47">
            <a:extLst>
              <a:ext uri="{FF2B5EF4-FFF2-40B4-BE49-F238E27FC236}">
                <a16:creationId xmlns:a16="http://schemas.microsoft.com/office/drawing/2014/main" id="{4094871F-D491-84E5-578C-C795893AA9EC}"/>
              </a:ext>
            </a:extLst>
          </p:cNvPr>
          <p:cNvCxnSpPr>
            <a:cxnSpLocks/>
            <a:stCxn id="7" idx="4"/>
            <a:endCxn id="8" idx="0"/>
          </p:cNvCxnSpPr>
          <p:nvPr/>
        </p:nvCxnSpPr>
        <p:spPr>
          <a:xfrm>
            <a:off x="9103789" y="2960405"/>
            <a:ext cx="0" cy="414892"/>
          </a:xfrm>
          <a:prstGeom prst="straightConnector1">
            <a:avLst/>
          </a:prstGeom>
          <a:ln w="38100">
            <a:solidFill>
              <a:schemeClr val="bg1">
                <a:lumMod val="95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6" name="Straight Arrow Connector 47">
            <a:extLst>
              <a:ext uri="{FF2B5EF4-FFF2-40B4-BE49-F238E27FC236}">
                <a16:creationId xmlns:a16="http://schemas.microsoft.com/office/drawing/2014/main" id="{BCEA7098-EEEE-9C44-038E-E82755BAED93}"/>
              </a:ext>
            </a:extLst>
          </p:cNvPr>
          <p:cNvCxnSpPr>
            <a:cxnSpLocks/>
            <a:stCxn id="8" idx="4"/>
            <a:endCxn id="6" idx="0"/>
          </p:cNvCxnSpPr>
          <p:nvPr/>
        </p:nvCxnSpPr>
        <p:spPr>
          <a:xfrm>
            <a:off x="9103789" y="3802403"/>
            <a:ext cx="0" cy="414892"/>
          </a:xfrm>
          <a:prstGeom prst="straightConnector1">
            <a:avLst/>
          </a:prstGeom>
          <a:ln w="38100">
            <a:solidFill>
              <a:schemeClr val="bg1">
                <a:lumMod val="95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3" name="Straight Arrow Connector 47">
            <a:extLst>
              <a:ext uri="{FF2B5EF4-FFF2-40B4-BE49-F238E27FC236}">
                <a16:creationId xmlns:a16="http://schemas.microsoft.com/office/drawing/2014/main" id="{99E370BF-FF3A-51C7-BB6E-180AD607CDFB}"/>
              </a:ext>
            </a:extLst>
          </p:cNvPr>
          <p:cNvCxnSpPr>
            <a:cxnSpLocks/>
            <a:stCxn id="6" idx="4"/>
            <a:endCxn id="4" idx="0"/>
          </p:cNvCxnSpPr>
          <p:nvPr/>
        </p:nvCxnSpPr>
        <p:spPr>
          <a:xfrm>
            <a:off x="9103789" y="4644401"/>
            <a:ext cx="0" cy="414892"/>
          </a:xfrm>
          <a:prstGeom prst="straightConnector1">
            <a:avLst/>
          </a:prstGeom>
          <a:ln w="38100">
            <a:solidFill>
              <a:schemeClr val="bg1">
                <a:lumMod val="95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2" name="TextBox 61">
            <a:extLst>
              <a:ext uri="{FF2B5EF4-FFF2-40B4-BE49-F238E27FC236}">
                <a16:creationId xmlns:a16="http://schemas.microsoft.com/office/drawing/2014/main" id="{EAC3067D-3D14-5B6B-5F6E-C8D7B13BFF69}"/>
              </a:ext>
            </a:extLst>
          </p:cNvPr>
          <p:cNvSpPr txBox="1"/>
          <p:nvPr/>
        </p:nvSpPr>
        <p:spPr>
          <a:xfrm>
            <a:off x="9421380" y="2577575"/>
            <a:ext cx="1511314" cy="338554"/>
          </a:xfrm>
          <a:prstGeom prst="leftArrowCallou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pPr algn="ctr"/>
            <a:r>
              <a:rPr lang="nl-NL" sz="1600" dirty="0" err="1">
                <a:latin typeface="Aptos" panose="020B0004020202020204" pitchFamily="34" charset="0"/>
              </a:rPr>
              <a:t>parent</a:t>
            </a:r>
            <a:r>
              <a:rPr lang="nl-NL" sz="1600" dirty="0">
                <a:latin typeface="Aptos" panose="020B0004020202020204" pitchFamily="34" charset="0"/>
              </a:rPr>
              <a:t>: B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28EAF2FC-0633-5887-99B5-F69D9B3AB49E}"/>
              </a:ext>
            </a:extLst>
          </p:cNvPr>
          <p:cNvSpPr txBox="1"/>
          <p:nvPr/>
        </p:nvSpPr>
        <p:spPr>
          <a:xfrm>
            <a:off x="9409102" y="3419573"/>
            <a:ext cx="1540782" cy="338554"/>
          </a:xfrm>
          <a:prstGeom prst="leftArrowCallou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pPr algn="ctr"/>
            <a:r>
              <a:rPr lang="nl-NL" sz="1600" dirty="0" err="1">
                <a:latin typeface="Aptos" panose="020B0004020202020204" pitchFamily="34" charset="0"/>
              </a:rPr>
              <a:t>parent</a:t>
            </a:r>
            <a:r>
              <a:rPr lang="nl-NL" sz="1600" dirty="0">
                <a:latin typeface="Aptos" panose="020B0004020202020204" pitchFamily="34" charset="0"/>
              </a:rPr>
              <a:t>: C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337FA7A3-D882-1AF2-C6BA-427E8AC19BDA}"/>
              </a:ext>
            </a:extLst>
          </p:cNvPr>
          <p:cNvSpPr txBox="1"/>
          <p:nvPr/>
        </p:nvSpPr>
        <p:spPr>
          <a:xfrm>
            <a:off x="9455461" y="5103569"/>
            <a:ext cx="1538327" cy="338554"/>
          </a:xfrm>
          <a:prstGeom prst="leftArrowCallou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pPr algn="ctr"/>
            <a:r>
              <a:rPr lang="nl-NL" sz="1600" dirty="0" err="1">
                <a:latin typeface="Aptos" panose="020B0004020202020204" pitchFamily="34" charset="0"/>
              </a:rPr>
              <a:t>parent</a:t>
            </a:r>
            <a:r>
              <a:rPr lang="nl-NL" sz="1600" dirty="0">
                <a:latin typeface="Aptos" panose="020B0004020202020204" pitchFamily="34" charset="0"/>
              </a:rPr>
              <a:t>: D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FB0B22D9-91A3-2601-45CF-7430DD508415}"/>
              </a:ext>
            </a:extLst>
          </p:cNvPr>
          <p:cNvSpPr txBox="1"/>
          <p:nvPr/>
        </p:nvSpPr>
        <p:spPr>
          <a:xfrm>
            <a:off x="9425063" y="4261571"/>
            <a:ext cx="1538327" cy="338554"/>
          </a:xfrm>
          <a:prstGeom prst="leftArrowCallou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pPr algn="ctr"/>
            <a:r>
              <a:rPr lang="nl-NL" sz="1600" dirty="0" err="1">
                <a:latin typeface="Aptos" panose="020B0004020202020204" pitchFamily="34" charset="0"/>
              </a:rPr>
              <a:t>parent</a:t>
            </a:r>
            <a:r>
              <a:rPr lang="nl-NL" sz="1600" dirty="0">
                <a:latin typeface="Aptos" panose="020B0004020202020204" pitchFamily="34" charset="0"/>
              </a:rPr>
              <a:t>: D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387D6FC5-4EF0-7AF5-E2FB-142A4A6FF99D}"/>
              </a:ext>
            </a:extLst>
          </p:cNvPr>
          <p:cNvSpPr txBox="1"/>
          <p:nvPr/>
        </p:nvSpPr>
        <p:spPr>
          <a:xfrm>
            <a:off x="744340" y="3271185"/>
            <a:ext cx="5376793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buNone/>
            </a:pPr>
            <a:r>
              <a:rPr lang="nl-NL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def</a:t>
            </a:r>
            <a:r>
              <a:rPr lang="nl-NL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nl-NL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representative</a:t>
            </a:r>
            <a:r>
              <a:rPr lang="nl-NL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(v):</a:t>
            </a:r>
          </a:p>
          <a:p>
            <a:pPr>
              <a:buNone/>
            </a:pPr>
            <a:r>
              <a:rPr lang="nl-NL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nl-NL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nl-NL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nl-NL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parent</a:t>
            </a:r>
            <a:r>
              <a:rPr lang="nl-NL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[v] != v:</a:t>
            </a:r>
          </a:p>
          <a:p>
            <a:r>
              <a:rPr lang="nl-NL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nl-NL" dirty="0" err="1">
                <a:solidFill>
                  <a:srgbClr val="000000"/>
                </a:solidFill>
                <a:latin typeface="Consolas" panose="020B0609020204030204" pitchFamily="49" charset="0"/>
              </a:rPr>
              <a:t>parent</a:t>
            </a:r>
            <a:r>
              <a:rPr lang="nl-NL" dirty="0">
                <a:solidFill>
                  <a:srgbClr val="000000"/>
                </a:solidFill>
                <a:latin typeface="Consolas" panose="020B0609020204030204" pitchFamily="49" charset="0"/>
              </a:rPr>
              <a:t>[v] = </a:t>
            </a:r>
            <a:r>
              <a:rPr lang="nl-NL" dirty="0" err="1">
                <a:solidFill>
                  <a:srgbClr val="000000"/>
                </a:solidFill>
                <a:latin typeface="Consolas" panose="020B0609020204030204" pitchFamily="49" charset="0"/>
              </a:rPr>
              <a:t>representative</a:t>
            </a:r>
            <a:r>
              <a:rPr lang="nl-NL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nl-NL" dirty="0" err="1">
                <a:solidFill>
                  <a:srgbClr val="000000"/>
                </a:solidFill>
                <a:latin typeface="Consolas" panose="020B0609020204030204" pitchFamily="49" charset="0"/>
              </a:rPr>
              <a:t>parent</a:t>
            </a:r>
            <a:r>
              <a:rPr lang="nl-NL" dirty="0">
                <a:solidFill>
                  <a:srgbClr val="000000"/>
                </a:solidFill>
                <a:latin typeface="Consolas" panose="020B0609020204030204" pitchFamily="49" charset="0"/>
              </a:rPr>
              <a:t>[v])</a:t>
            </a:r>
            <a:br>
              <a:rPr lang="nl-NL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nl-NL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</a:t>
            </a:r>
            <a:r>
              <a:rPr lang="nl-NL" dirty="0">
                <a:solidFill>
                  <a:srgbClr val="0000FF"/>
                </a:solidFill>
                <a:latin typeface="Consolas" panose="020B0609020204030204" pitchFamily="49" charset="0"/>
              </a:rPr>
              <a:t>return </a:t>
            </a:r>
            <a:r>
              <a:rPr lang="nl-NL" dirty="0" err="1">
                <a:solidFill>
                  <a:srgbClr val="000000"/>
                </a:solidFill>
                <a:latin typeface="Consolas" panose="020B0609020204030204" pitchFamily="49" charset="0"/>
              </a:rPr>
              <a:t>parent</a:t>
            </a:r>
            <a:r>
              <a:rPr lang="nl-NL" dirty="0">
                <a:solidFill>
                  <a:srgbClr val="000000"/>
                </a:solidFill>
                <a:latin typeface="Consolas" panose="020B0609020204030204" pitchFamily="49" charset="0"/>
              </a:rPr>
              <a:t>[v]</a:t>
            </a:r>
            <a:endParaRPr lang="nl-NL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nl-NL" dirty="0">
                <a:solidFill>
                  <a:srgbClr val="000000"/>
                </a:solidFill>
                <a:latin typeface="Consolas" panose="020B0609020204030204" pitchFamily="49" charset="0"/>
              </a:rPr>
              <a:t>  </a:t>
            </a:r>
            <a:endParaRPr lang="nl-NL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46" name="Freeform: Shape 45">
            <a:extLst>
              <a:ext uri="{FF2B5EF4-FFF2-40B4-BE49-F238E27FC236}">
                <a16:creationId xmlns:a16="http://schemas.microsoft.com/office/drawing/2014/main" id="{0297C5D5-46E3-B1E8-45E7-D5218671EBC6}"/>
              </a:ext>
            </a:extLst>
          </p:cNvPr>
          <p:cNvSpPr/>
          <p:nvPr/>
        </p:nvSpPr>
        <p:spPr>
          <a:xfrm>
            <a:off x="7930017" y="2730708"/>
            <a:ext cx="960213" cy="2535809"/>
          </a:xfrm>
          <a:custGeom>
            <a:avLst/>
            <a:gdLst>
              <a:gd name="connsiteX0" fmla="*/ 931178 w 959458"/>
              <a:gd name="connsiteY0" fmla="*/ 2535810 h 2535810"/>
              <a:gd name="connsiteX1" fmla="*/ 167607 w 959458"/>
              <a:gd name="connsiteY1" fmla="*/ 1725105 h 2535810"/>
              <a:gd name="connsiteX2" fmla="*/ 63912 w 959458"/>
              <a:gd name="connsiteY2" fmla="*/ 650449 h 2535810"/>
              <a:gd name="connsiteX3" fmla="*/ 959458 w 959458"/>
              <a:gd name="connsiteY3" fmla="*/ 0 h 25358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959458" h="2535810">
                <a:moveTo>
                  <a:pt x="931178" y="2535810"/>
                </a:moveTo>
                <a:cubicBezTo>
                  <a:pt x="621664" y="2287571"/>
                  <a:pt x="312151" y="2039332"/>
                  <a:pt x="167607" y="1725105"/>
                </a:cubicBezTo>
                <a:cubicBezTo>
                  <a:pt x="23063" y="1410878"/>
                  <a:pt x="-68063" y="937966"/>
                  <a:pt x="63912" y="650449"/>
                </a:cubicBezTo>
                <a:cubicBezTo>
                  <a:pt x="195887" y="362932"/>
                  <a:pt x="648374" y="54990"/>
                  <a:pt x="959458" y="0"/>
                </a:cubicBezTo>
              </a:path>
            </a:pathLst>
          </a:custGeom>
          <a:ln w="38100">
            <a:solidFill>
              <a:schemeClr val="bg1">
                <a:lumMod val="95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9792F1DB-FD16-384A-B717-226AF61EF9B5}"/>
              </a:ext>
            </a:extLst>
          </p:cNvPr>
          <p:cNvSpPr txBox="1"/>
          <p:nvPr/>
        </p:nvSpPr>
        <p:spPr>
          <a:xfrm>
            <a:off x="12176037" y="2577575"/>
            <a:ext cx="1538327" cy="338554"/>
          </a:xfrm>
          <a:prstGeom prst="leftArrowCallou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pPr algn="ctr"/>
            <a:r>
              <a:rPr lang="nl-NL" sz="1600" dirty="0" err="1">
                <a:latin typeface="Aptos" panose="020B0004020202020204" pitchFamily="34" charset="0"/>
              </a:rPr>
              <a:t>parent</a:t>
            </a:r>
            <a:r>
              <a:rPr lang="nl-NL" sz="1600" dirty="0">
                <a:latin typeface="Aptos" panose="020B0004020202020204" pitchFamily="34" charset="0"/>
              </a:rPr>
              <a:t>: D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DDB64720-71DA-2818-0964-F09460CEB7B0}"/>
              </a:ext>
            </a:extLst>
          </p:cNvPr>
          <p:cNvSpPr txBox="1"/>
          <p:nvPr/>
        </p:nvSpPr>
        <p:spPr>
          <a:xfrm>
            <a:off x="12178493" y="3419573"/>
            <a:ext cx="1538327" cy="338554"/>
          </a:xfrm>
          <a:prstGeom prst="leftArrowCallou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pPr algn="ctr"/>
            <a:r>
              <a:rPr lang="nl-NL" sz="1600" dirty="0" err="1">
                <a:latin typeface="Aptos" panose="020B0004020202020204" pitchFamily="34" charset="0"/>
              </a:rPr>
              <a:t>parent</a:t>
            </a:r>
            <a:r>
              <a:rPr lang="nl-NL" sz="1600" dirty="0">
                <a:latin typeface="Aptos" panose="020B0004020202020204" pitchFamily="34" charset="0"/>
              </a:rPr>
              <a:t>: D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D00FEF9A-85F9-DCF2-568F-05113826678C}"/>
              </a:ext>
            </a:extLst>
          </p:cNvPr>
          <p:cNvSpPr txBox="1"/>
          <p:nvPr/>
        </p:nvSpPr>
        <p:spPr>
          <a:xfrm>
            <a:off x="12193229" y="4261571"/>
            <a:ext cx="1538325" cy="338554"/>
          </a:xfrm>
          <a:prstGeom prst="leftArrowCallou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pPr algn="ctr"/>
            <a:r>
              <a:rPr lang="nl-NL" sz="1600" dirty="0" err="1">
                <a:latin typeface="Aptos" panose="020B0004020202020204" pitchFamily="34" charset="0"/>
              </a:rPr>
              <a:t>parent</a:t>
            </a:r>
            <a:r>
              <a:rPr lang="nl-NL" sz="1600" dirty="0">
                <a:latin typeface="Aptos" panose="020B0004020202020204" pitchFamily="34" charset="0"/>
              </a:rPr>
              <a:t>: D</a:t>
            </a:r>
          </a:p>
        </p:txBody>
      </p:sp>
      <p:sp>
        <p:nvSpPr>
          <p:cNvPr id="5" name="Right Arrow Callout 86">
            <a:extLst>
              <a:ext uri="{FF2B5EF4-FFF2-40B4-BE49-F238E27FC236}">
                <a16:creationId xmlns:a16="http://schemas.microsoft.com/office/drawing/2014/main" id="{05CFA375-971E-AA34-DAC0-3705D6C22AAC}"/>
              </a:ext>
            </a:extLst>
          </p:cNvPr>
          <p:cNvSpPr/>
          <p:nvPr/>
        </p:nvSpPr>
        <p:spPr>
          <a:xfrm>
            <a:off x="7900158" y="1184037"/>
            <a:ext cx="2407262" cy="1119565"/>
          </a:xfrm>
          <a:prstGeom prst="downArrowCallou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dirty="0" err="1">
                <a:latin typeface="Aptos" panose="020B0004020202020204" pitchFamily="34" charset="0"/>
              </a:rPr>
              <a:t>What’s</a:t>
            </a:r>
            <a:r>
              <a:rPr lang="nl-NL" dirty="0">
                <a:latin typeface="Aptos" panose="020B0004020202020204" pitchFamily="34" charset="0"/>
              </a:rPr>
              <a:t> </a:t>
            </a:r>
            <a:r>
              <a:rPr lang="nl-NL" dirty="0" err="1">
                <a:latin typeface="Aptos" panose="020B0004020202020204" pitchFamily="34" charset="0"/>
              </a:rPr>
              <a:t>the</a:t>
            </a:r>
            <a:r>
              <a:rPr lang="nl-NL" dirty="0">
                <a:latin typeface="Aptos" panose="020B0004020202020204" pitchFamily="34" charset="0"/>
              </a:rPr>
              <a:t> </a:t>
            </a:r>
            <a:r>
              <a:rPr lang="nl-NL" dirty="0" err="1">
                <a:latin typeface="Aptos" panose="020B0004020202020204" pitchFamily="34" charset="0"/>
              </a:rPr>
              <a:t>representative</a:t>
            </a:r>
            <a:r>
              <a:rPr lang="nl-NL" dirty="0">
                <a:latin typeface="Aptos" panose="020B0004020202020204" pitchFamily="34" charset="0"/>
              </a:rPr>
              <a:t> of A?</a:t>
            </a:r>
          </a:p>
        </p:txBody>
      </p:sp>
      <p:sp>
        <p:nvSpPr>
          <p:cNvPr id="9" name="Speech Bubble: Oval 8">
            <a:extLst>
              <a:ext uri="{FF2B5EF4-FFF2-40B4-BE49-F238E27FC236}">
                <a16:creationId xmlns:a16="http://schemas.microsoft.com/office/drawing/2014/main" id="{940EF69A-BC8B-3B10-8B3E-0614D5ABD526}"/>
              </a:ext>
            </a:extLst>
          </p:cNvPr>
          <p:cNvSpPr/>
          <p:nvPr/>
        </p:nvSpPr>
        <p:spPr>
          <a:xfrm>
            <a:off x="5677956" y="2952982"/>
            <a:ext cx="2381050" cy="1036180"/>
          </a:xfrm>
          <a:prstGeom prst="wedgeEllipseCallout">
            <a:avLst>
              <a:gd name="adj1" fmla="val -80835"/>
              <a:gd name="adj2" fmla="val -34231"/>
            </a:avLst>
          </a:prstGeom>
          <a:noFill/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r>
              <a:rPr lang="nl-NL" dirty="0" err="1">
                <a:latin typeface="Aptos" panose="020B0004020202020204" pitchFamily="34" charset="0"/>
              </a:rPr>
              <a:t>This</a:t>
            </a:r>
            <a:r>
              <a:rPr lang="nl-NL" dirty="0">
                <a:latin typeface="Aptos" panose="020B0004020202020204" pitchFamily="34" charset="0"/>
              </a:rPr>
              <a:t> is </a:t>
            </a:r>
            <a:r>
              <a:rPr lang="nl-NL" dirty="0" err="1">
                <a:latin typeface="Aptos" panose="020B0004020202020204" pitchFamily="34" charset="0"/>
              </a:rPr>
              <a:t>called</a:t>
            </a:r>
            <a:r>
              <a:rPr lang="nl-NL" dirty="0">
                <a:latin typeface="Aptos" panose="020B0004020202020204" pitchFamily="34" charset="0"/>
              </a:rPr>
              <a:t> </a:t>
            </a:r>
            <a:r>
              <a:rPr lang="nl-NL" b="1" dirty="0" err="1">
                <a:latin typeface="Aptos" panose="020B0004020202020204" pitchFamily="34" charset="0"/>
              </a:rPr>
              <a:t>path</a:t>
            </a:r>
            <a:r>
              <a:rPr lang="nl-NL" b="1" dirty="0">
                <a:latin typeface="Aptos" panose="020B0004020202020204" pitchFamily="34" charset="0"/>
              </a:rPr>
              <a:t> </a:t>
            </a:r>
            <a:r>
              <a:rPr lang="nl-NL" b="1" dirty="0" err="1">
                <a:latin typeface="Aptos" panose="020B0004020202020204" pitchFamily="34" charset="0"/>
              </a:rPr>
              <a:t>compression</a:t>
            </a:r>
            <a:endParaRPr lang="nl-NL" b="1" dirty="0">
              <a:latin typeface="Aptos" panose="020B0004020202020204" pitchFamily="34" charset="0"/>
            </a:endParaRPr>
          </a:p>
        </p:txBody>
      </p:sp>
      <p:sp>
        <p:nvSpPr>
          <p:cNvPr id="12" name="Curved Up Arrow 83">
            <a:extLst>
              <a:ext uri="{FF2B5EF4-FFF2-40B4-BE49-F238E27FC236}">
                <a16:creationId xmlns:a16="http://schemas.microsoft.com/office/drawing/2014/main" id="{51AA7CF3-4F17-B996-5795-2A9536BA8BAC}"/>
              </a:ext>
            </a:extLst>
          </p:cNvPr>
          <p:cNvSpPr/>
          <p:nvPr/>
        </p:nvSpPr>
        <p:spPr>
          <a:xfrm rot="5400000" flipV="1">
            <a:off x="10926951" y="2973625"/>
            <a:ext cx="898716" cy="445169"/>
          </a:xfrm>
          <a:prstGeom prst="curvedUpArrow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>
              <a:solidFill>
                <a:schemeClr val="tx1"/>
              </a:solidFill>
            </a:endParaRPr>
          </a:p>
        </p:txBody>
      </p:sp>
      <p:sp>
        <p:nvSpPr>
          <p:cNvPr id="13" name="Curved Up Arrow 84">
            <a:extLst>
              <a:ext uri="{FF2B5EF4-FFF2-40B4-BE49-F238E27FC236}">
                <a16:creationId xmlns:a16="http://schemas.microsoft.com/office/drawing/2014/main" id="{609B6A29-0910-5D83-6C9E-522BF9AB6DC0}"/>
              </a:ext>
            </a:extLst>
          </p:cNvPr>
          <p:cNvSpPr/>
          <p:nvPr/>
        </p:nvSpPr>
        <p:spPr>
          <a:xfrm rot="5400000" flipV="1">
            <a:off x="10957910" y="3857866"/>
            <a:ext cx="898716" cy="445169"/>
          </a:xfrm>
          <a:prstGeom prst="curvedUpArrow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>
              <a:solidFill>
                <a:schemeClr val="tx1"/>
              </a:solidFill>
            </a:endParaRPr>
          </a:p>
        </p:txBody>
      </p:sp>
      <p:sp>
        <p:nvSpPr>
          <p:cNvPr id="14" name="Curved Up Arrow 85">
            <a:extLst>
              <a:ext uri="{FF2B5EF4-FFF2-40B4-BE49-F238E27FC236}">
                <a16:creationId xmlns:a16="http://schemas.microsoft.com/office/drawing/2014/main" id="{76BD12BF-1E7B-120F-8DDD-42C7D05407E1}"/>
              </a:ext>
            </a:extLst>
          </p:cNvPr>
          <p:cNvSpPr/>
          <p:nvPr/>
        </p:nvSpPr>
        <p:spPr>
          <a:xfrm rot="5400000" flipV="1">
            <a:off x="11016548" y="4742108"/>
            <a:ext cx="898716" cy="445169"/>
          </a:xfrm>
          <a:prstGeom prst="curvedUpArrow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602404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7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9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20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500"/>
                            </p:stCondLst>
                            <p:childTnLst>
                              <p:par>
                                <p:cTn id="3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1000"/>
                            </p:stCondLst>
                            <p:childTnLst>
                              <p:par>
                                <p:cTn id="3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500"/>
                            </p:stCondLst>
                            <p:childTnLst>
                              <p:par>
                                <p:cTn id="45" presetID="42" presetClass="path" presetSubtype="0" accel="50000" decel="5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1.04167E-6 -4.81481E-6 L -0.22708 3.7037E-6 " pathEditMode="relative" rAng="0" ptsTypes="AA">
                                      <p:cBhvr>
                                        <p:cTn id="46" dur="5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1263" y="324"/>
                                    </p:animMotion>
                                  </p:childTnLst>
                                </p:cTn>
                              </p:par>
                              <p:par>
                                <p:cTn id="47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8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3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" fill="hold">
                            <p:stCondLst>
                              <p:cond delay="500"/>
                            </p:stCondLst>
                            <p:childTnLst>
                              <p:par>
                                <p:cTn id="56" presetID="42" presetClass="path" presetSubtype="0" accel="50000" decel="5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8.33333E-7 1.85185E-6 L -0.22709 1.11111E-6 " pathEditMode="relative" rAng="0" ptsTypes="AA">
                                      <p:cBhvr>
                                        <p:cTn id="57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1107" y="162"/>
                                    </p:animMotion>
                                  </p:childTnLst>
                                </p:cTn>
                              </p:par>
                              <p:par>
                                <p:cTn id="58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9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4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6" fill="hold">
                            <p:stCondLst>
                              <p:cond delay="500"/>
                            </p:stCondLst>
                            <p:childTnLst>
                              <p:par>
                                <p:cTn id="67" presetID="42" presetClass="path" presetSubtype="0" accel="50000" decel="5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1.25E-6 -2.96296E-6 L -0.22708 7.40741E-7 " pathEditMode="relative" rAng="0" ptsTypes="AA">
                                      <p:cBhvr>
                                        <p:cTn id="68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1198" y="-185"/>
                                    </p:animMotion>
                                  </p:childTnLst>
                                </p:cTn>
                              </p:par>
                              <p:par>
                                <p:cTn id="69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0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2" grpId="0" animBg="1"/>
      <p:bldP spid="63" grpId="0" animBg="1"/>
      <p:bldP spid="66" grpId="0" animBg="1"/>
      <p:bldP spid="67" grpId="0"/>
      <p:bldP spid="48" grpId="0" animBg="1"/>
      <p:bldP spid="49" grpId="0" animBg="1"/>
      <p:bldP spid="51" grpId="0" animBg="1"/>
      <p:bldP spid="5" grpId="0" animBg="1"/>
      <p:bldP spid="9" grpId="0" animBg="1"/>
      <p:bldP spid="12" grpId="0" animBg="1"/>
      <p:bldP spid="12" grpId="1" animBg="1"/>
      <p:bldP spid="13" grpId="0" animBg="1"/>
      <p:bldP spid="13" grpId="1" animBg="1"/>
      <p:bldP spid="14" grpId="0" animBg="1"/>
      <p:bldP spid="14" grpId="1" animBg="1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3A5573-205F-D6C1-87DC-EC70E5F1EF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E1963A-1FEB-4041-5D1D-173199DB3D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Disjoint-Set – time </a:t>
            </a:r>
            <a:r>
              <a:rPr lang="nl-NL" dirty="0" err="1"/>
              <a:t>complexity</a:t>
            </a:r>
            <a:endParaRPr lang="nl-NL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2FF2B62-F37B-D275-3EA8-0CED654C54A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40079" y="2633472"/>
                <a:ext cx="8503921" cy="3607072"/>
              </a:xfrm>
            </p:spPr>
            <p:txBody>
              <a:bodyPr>
                <a:normAutofit/>
              </a:bodyPr>
              <a:lstStyle/>
              <a:p>
                <a:r>
                  <a:rPr lang="nl-NL" dirty="0"/>
                  <a:t>Time </a:t>
                </a:r>
                <a:r>
                  <a:rPr lang="nl-NL" dirty="0" err="1"/>
                  <a:t>complexity</a:t>
                </a:r>
                <a:r>
                  <a:rPr lang="nl-NL" dirty="0"/>
                  <a:t> </a:t>
                </a:r>
                <a:r>
                  <a:rPr lang="nl-NL" dirty="0" err="1"/>
                  <a:t>primarily</a:t>
                </a:r>
                <a:r>
                  <a:rPr lang="nl-NL" dirty="0"/>
                  <a:t> </a:t>
                </a:r>
                <a:r>
                  <a:rPr lang="nl-NL" dirty="0" err="1"/>
                  <a:t>depends</a:t>
                </a:r>
                <a:r>
                  <a:rPr lang="nl-NL" dirty="0"/>
                  <a:t> on </a:t>
                </a:r>
                <a:r>
                  <a:rPr lang="nl-NL" dirty="0" err="1">
                    <a:solidFill>
                      <a:srgbClr val="1973EB"/>
                    </a:solidFill>
                    <a:latin typeface="Cascadia Code" panose="020B0609020000020004" pitchFamily="49" charset="0"/>
                    <a:ea typeface="Cascadia Code" panose="020B0609020000020004" pitchFamily="49" charset="0"/>
                    <a:cs typeface="Cascadia Code" panose="020B0609020000020004" pitchFamily="49" charset="0"/>
                  </a:rPr>
                  <a:t>find</a:t>
                </a:r>
                <a:r>
                  <a:rPr lang="nl-NL" dirty="0">
                    <a:solidFill>
                      <a:srgbClr val="1973EB"/>
                    </a:solidFill>
                    <a:latin typeface="Cascadia Code" panose="020B0609020000020004" pitchFamily="49" charset="0"/>
                    <a:ea typeface="Cascadia Code" panose="020B0609020000020004" pitchFamily="49" charset="0"/>
                    <a:cs typeface="Cascadia Code" panose="020B0609020000020004" pitchFamily="49" charset="0"/>
                  </a:rPr>
                  <a:t> </a:t>
                </a:r>
                <a:r>
                  <a:rPr lang="nl-NL" dirty="0" err="1">
                    <a:solidFill>
                      <a:srgbClr val="1973EB"/>
                    </a:solidFill>
                    <a:latin typeface="Cascadia Code" panose="020B0609020000020004" pitchFamily="49" charset="0"/>
                    <a:ea typeface="Cascadia Code" panose="020B0609020000020004" pitchFamily="49" charset="0"/>
                    <a:cs typeface="Cascadia Code" panose="020B0609020000020004" pitchFamily="49" charset="0"/>
                  </a:rPr>
                  <a:t>representative</a:t>
                </a:r>
                <a:endParaRPr lang="nl-NL" dirty="0">
                  <a:solidFill>
                    <a:srgbClr val="1973EB"/>
                  </a:solidFill>
                  <a:latin typeface="Cascadia Code" panose="020B0609020000020004" pitchFamily="49" charset="0"/>
                  <a:ea typeface="Cascadia Code" panose="020B0609020000020004" pitchFamily="49" charset="0"/>
                  <a:cs typeface="Cascadia Code" panose="020B0609020000020004" pitchFamily="49" charset="0"/>
                </a:endParaRPr>
              </a:p>
              <a:p>
                <a:pPr lvl="2"/>
                <a:r>
                  <a:rPr lang="nl-NL" sz="1800" dirty="0"/>
                  <a:t>Using </a:t>
                </a:r>
                <a:r>
                  <a:rPr lang="nl-NL" sz="1800" dirty="0" err="1"/>
                  <a:t>path</a:t>
                </a:r>
                <a:r>
                  <a:rPr lang="nl-NL" sz="1800" dirty="0"/>
                  <a:t> </a:t>
                </a:r>
                <a:r>
                  <a:rPr lang="nl-NL" sz="1800" dirty="0" err="1"/>
                  <a:t>compression</a:t>
                </a:r>
                <a:r>
                  <a:rPr lang="nl-NL" sz="1800" dirty="0"/>
                  <a:t>: </a:t>
                </a:r>
                <a14:m>
                  <m:oMath xmlns:m="http://schemas.openxmlformats.org/officeDocument/2006/math">
                    <m:r>
                      <a:rPr lang="nl-NL" sz="1800" b="1" i="1" dirty="0" smtClean="0">
                        <a:latin typeface="Cambria Math" panose="02040503050406030204" pitchFamily="18" charset="0"/>
                      </a:rPr>
                      <m:t>𝑶</m:t>
                    </m:r>
                    <m:d>
                      <m:dPr>
                        <m:ctrlPr>
                          <a:rPr lang="nl-NL" sz="1800" b="1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unc>
                          <m:funcPr>
                            <m:ctrlPr>
                              <a:rPr lang="nl-NL" sz="1800" b="1" i="1" dirty="0" smtClean="0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a:rPr lang="nl-NL" sz="1800" b="1" i="0" dirty="0" smtClean="0">
                                <a:latin typeface="Cambria Math" panose="02040503050406030204" pitchFamily="18" charset="0"/>
                              </a:rPr>
                              <m:t>𝐥𝐨𝐠</m:t>
                            </m:r>
                          </m:fName>
                          <m:e>
                            <m:r>
                              <a:rPr lang="nl-NL" sz="1800" b="1" i="1" dirty="0" smtClean="0">
                                <a:latin typeface="Cambria Math" panose="02040503050406030204" pitchFamily="18" charset="0"/>
                              </a:rPr>
                              <m:t>𝒏</m:t>
                            </m:r>
                          </m:e>
                        </m:func>
                      </m:e>
                    </m:d>
                  </m:oMath>
                </a14:m>
                <a:r>
                  <a:rPr lang="nl-NL" sz="1800" dirty="0"/>
                  <a:t> on </a:t>
                </a:r>
                <a:r>
                  <a:rPr lang="nl-NL" sz="1800" dirty="0" err="1"/>
                  <a:t>average</a:t>
                </a:r>
                <a:endParaRPr lang="nl-NL" sz="1800" dirty="0"/>
              </a:p>
              <a:p>
                <a:pPr lvl="2"/>
                <a:r>
                  <a:rPr lang="nl-NL" sz="1800" dirty="0"/>
                  <a:t>(Advanced) </a:t>
                </a:r>
                <a:r>
                  <a:rPr lang="nl-NL" sz="1800" dirty="0" err="1"/>
                  <a:t>Taking</a:t>
                </a:r>
                <a:r>
                  <a:rPr lang="nl-NL" sz="1800" dirty="0"/>
                  <a:t> </a:t>
                </a:r>
                <a:r>
                  <a:rPr lang="nl-NL" sz="1800" dirty="0" err="1"/>
                  <a:t>sizes</a:t>
                </a:r>
                <a:r>
                  <a:rPr lang="nl-NL" sz="1800" dirty="0"/>
                  <a:t> </a:t>
                </a:r>
                <a:r>
                  <a:rPr lang="nl-NL" sz="1800" dirty="0" err="1"/>
                  <a:t>into</a:t>
                </a:r>
                <a:r>
                  <a:rPr lang="nl-NL" sz="1800" dirty="0"/>
                  <a:t> account: </a:t>
                </a:r>
                <a14:m>
                  <m:oMath xmlns:m="http://schemas.openxmlformats.org/officeDocument/2006/math">
                    <m:r>
                      <a:rPr lang="nl-NL" sz="1800" b="1" i="1" dirty="0" smtClean="0">
                        <a:latin typeface="Cambria Math" panose="02040503050406030204" pitchFamily="18" charset="0"/>
                      </a:rPr>
                      <m:t>𝑶</m:t>
                    </m:r>
                    <m:d>
                      <m:dPr>
                        <m:ctrlPr>
                          <a:rPr lang="nl-NL" sz="1800" b="1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nl-NL" sz="1800" b="1" i="1" dirty="0" smtClean="0">
                            <a:latin typeface="Cambria Math" panose="02040503050406030204" pitchFamily="18" charset="0"/>
                          </a:rPr>
                          <m:t>𝜶</m:t>
                        </m:r>
                        <m:d>
                          <m:dPr>
                            <m:ctrlPr>
                              <a:rPr lang="nl-NL" sz="1800" b="1" i="1" dirty="0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nl-NL" sz="1800" b="1" i="1" dirty="0" smtClean="0">
                                <a:latin typeface="Cambria Math" panose="02040503050406030204" pitchFamily="18" charset="0"/>
                              </a:rPr>
                              <m:t>𝒏</m:t>
                            </m:r>
                          </m:e>
                        </m:d>
                      </m:e>
                    </m:d>
                  </m:oMath>
                </a14:m>
                <a:endParaRPr lang="nl-NL" sz="1800" b="1" dirty="0"/>
              </a:p>
              <a:p>
                <a:endParaRPr lang="nl-NL" b="1" i="1" dirty="0">
                  <a:latin typeface="Cambria Math" panose="02040503050406030204" pitchFamily="18" charset="0"/>
                </a:endParaRPr>
              </a:p>
              <a:p>
                <a14:m>
                  <m:oMath xmlns:m="http://schemas.openxmlformats.org/officeDocument/2006/math">
                    <m:r>
                      <a:rPr lang="nl-NL" b="1" i="1" dirty="0" smtClean="0">
                        <a:latin typeface="Cambria Math" panose="02040503050406030204" pitchFamily="18" charset="0"/>
                      </a:rPr>
                      <m:t>𝜶</m:t>
                    </m:r>
                    <m:d>
                      <m:dPr>
                        <m:ctrlPr>
                          <a:rPr lang="nl-NL" b="1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nl-NL" b="1" i="1" dirty="0" smtClean="0">
                            <a:latin typeface="Cambria Math" panose="02040503050406030204" pitchFamily="18" charset="0"/>
                          </a:rPr>
                          <m:t>𝒏</m:t>
                        </m:r>
                      </m:e>
                    </m:d>
                  </m:oMath>
                </a14:m>
                <a:r>
                  <a:rPr lang="nl-NL" dirty="0"/>
                  <a:t> is </a:t>
                </a:r>
                <a:r>
                  <a:rPr lang="nl-NL" dirty="0" err="1"/>
                  <a:t>the</a:t>
                </a:r>
                <a:r>
                  <a:rPr lang="nl-NL" dirty="0"/>
                  <a:t> </a:t>
                </a:r>
                <a:r>
                  <a:rPr lang="nl-NL" i="1" dirty="0"/>
                  <a:t>inverse</a:t>
                </a:r>
                <a:r>
                  <a:rPr lang="nl-NL" dirty="0"/>
                  <a:t> of </a:t>
                </a:r>
                <a:r>
                  <a:rPr lang="nl-NL" dirty="0" err="1"/>
                  <a:t>the</a:t>
                </a:r>
                <a:r>
                  <a:rPr lang="nl-NL" dirty="0"/>
                  <a:t> </a:t>
                </a:r>
                <a:r>
                  <a:rPr lang="nl-NL" dirty="0" err="1">
                    <a:hlinkClick r:id="rId2"/>
                  </a:rPr>
                  <a:t>Ackermann</a:t>
                </a:r>
                <a:r>
                  <a:rPr lang="nl-NL" dirty="0">
                    <a:hlinkClick r:id="rId2"/>
                  </a:rPr>
                  <a:t> </a:t>
                </a:r>
                <a:r>
                  <a:rPr lang="nl-NL" dirty="0" err="1">
                    <a:hlinkClick r:id="rId2"/>
                  </a:rPr>
                  <a:t>function</a:t>
                </a:r>
                <a:endParaRPr lang="nl-NL" dirty="0"/>
              </a:p>
              <a:p>
                <a:pPr lvl="1"/>
                <a:r>
                  <a:rPr lang="nl-NL" dirty="0"/>
                  <a:t>The </a:t>
                </a:r>
                <a:r>
                  <a:rPr lang="nl-NL" dirty="0" err="1"/>
                  <a:t>Ackermann</a:t>
                </a:r>
                <a:r>
                  <a:rPr lang="nl-NL" dirty="0"/>
                  <a:t> </a:t>
                </a:r>
                <a:r>
                  <a:rPr lang="nl-NL" dirty="0" err="1"/>
                  <a:t>function</a:t>
                </a:r>
                <a:r>
                  <a:rPr lang="nl-NL" dirty="0"/>
                  <a:t> </a:t>
                </a:r>
                <a:r>
                  <a:rPr lang="nl-NL" dirty="0" err="1"/>
                  <a:t>increases</a:t>
                </a:r>
                <a:r>
                  <a:rPr lang="nl-NL" dirty="0"/>
                  <a:t> </a:t>
                </a:r>
                <a:r>
                  <a:rPr lang="nl-NL" dirty="0" err="1"/>
                  <a:t>very</a:t>
                </a:r>
                <a:r>
                  <a:rPr lang="nl-NL" dirty="0"/>
                  <a:t> </a:t>
                </a:r>
                <a:r>
                  <a:rPr lang="nl-NL" dirty="0" err="1"/>
                  <a:t>very</a:t>
                </a:r>
                <a:r>
                  <a:rPr lang="nl-NL" dirty="0"/>
                  <a:t> </a:t>
                </a:r>
                <a:r>
                  <a:rPr lang="nl-NL" sz="1600" dirty="0" err="1"/>
                  <a:t>very</a:t>
                </a:r>
                <a:r>
                  <a:rPr lang="nl-NL" dirty="0"/>
                  <a:t> </a:t>
                </a:r>
                <a:r>
                  <a:rPr lang="nl-NL" sz="1400" dirty="0" err="1"/>
                  <a:t>very</a:t>
                </a:r>
                <a:r>
                  <a:rPr lang="nl-NL" sz="1400" dirty="0"/>
                  <a:t> </a:t>
                </a:r>
                <a:r>
                  <a:rPr lang="nl-NL" sz="1200" dirty="0" err="1"/>
                  <a:t>very</a:t>
                </a:r>
                <a:r>
                  <a:rPr lang="nl-NL" dirty="0"/>
                  <a:t> </a:t>
                </a:r>
                <a:r>
                  <a:rPr lang="nl-NL" sz="1200" dirty="0" err="1"/>
                  <a:t>very</a:t>
                </a:r>
                <a:r>
                  <a:rPr lang="nl-NL" dirty="0"/>
                  <a:t> </a:t>
                </a:r>
                <a:r>
                  <a:rPr lang="nl-NL" dirty="0" err="1"/>
                  <a:t>rapidly</a:t>
                </a:r>
                <a:endParaRPr lang="nl-NL" dirty="0"/>
              </a:p>
              <a:p>
                <a:pPr lvl="1"/>
                <a14:m>
                  <m:oMath xmlns:m="http://schemas.openxmlformats.org/officeDocument/2006/math">
                    <m:r>
                      <a:rPr lang="nl-NL" b="1" i="1" dirty="0" smtClean="0">
                        <a:latin typeface="Cambria Math" panose="02040503050406030204" pitchFamily="18" charset="0"/>
                      </a:rPr>
                      <m:t>𝜶</m:t>
                    </m:r>
                    <m:d>
                      <m:dPr>
                        <m:ctrlPr>
                          <a:rPr lang="nl-NL" b="1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nl-NL" b="1" i="1" dirty="0" smtClean="0">
                            <a:latin typeface="Cambria Math" panose="02040503050406030204" pitchFamily="18" charset="0"/>
                          </a:rPr>
                          <m:t>𝒏</m:t>
                        </m:r>
                      </m:e>
                    </m:d>
                  </m:oMath>
                </a14:m>
                <a:r>
                  <a:rPr lang="nl-NL" dirty="0"/>
                  <a:t> </a:t>
                </a:r>
                <a:r>
                  <a:rPr lang="nl-NL" dirty="0" err="1"/>
                  <a:t>increases</a:t>
                </a:r>
                <a:r>
                  <a:rPr lang="nl-NL" dirty="0"/>
                  <a:t> </a:t>
                </a:r>
                <a:r>
                  <a:rPr lang="nl-NL" dirty="0" err="1"/>
                  <a:t>very</a:t>
                </a:r>
                <a:r>
                  <a:rPr lang="nl-NL" dirty="0"/>
                  <a:t> </a:t>
                </a:r>
                <a:r>
                  <a:rPr lang="nl-NL" dirty="0" err="1"/>
                  <a:t>very</a:t>
                </a:r>
                <a:r>
                  <a:rPr lang="nl-NL" dirty="0"/>
                  <a:t> </a:t>
                </a:r>
                <a:r>
                  <a:rPr lang="nl-NL" dirty="0" err="1"/>
                  <a:t>very</a:t>
                </a:r>
                <a:r>
                  <a:rPr lang="nl-NL" dirty="0"/>
                  <a:t> </a:t>
                </a:r>
                <a:r>
                  <a:rPr lang="nl-NL" dirty="0" err="1"/>
                  <a:t>slowly</a:t>
                </a:r>
                <a:r>
                  <a:rPr lang="nl-NL" dirty="0"/>
                  <a:t> (</a:t>
                </a:r>
                <a:r>
                  <a:rPr lang="nl-NL" dirty="0" err="1"/>
                  <a:t>much</a:t>
                </a:r>
                <a:r>
                  <a:rPr lang="nl-NL" dirty="0"/>
                  <a:t> slower </a:t>
                </a:r>
                <a:r>
                  <a:rPr lang="nl-NL" dirty="0" err="1"/>
                  <a:t>than</a:t>
                </a:r>
                <a:r>
                  <a:rPr lang="nl-NL" dirty="0"/>
                  <a:t>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nl-NL" b="1" i="1" dirty="0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a:rPr lang="nl-NL" b="1" i="0" dirty="0" smtClean="0">
                            <a:latin typeface="Cambria Math" panose="02040503050406030204" pitchFamily="18" charset="0"/>
                          </a:rPr>
                          <m:t>𝐥𝐨𝐠</m:t>
                        </m:r>
                      </m:fName>
                      <m:e>
                        <m:d>
                          <m:dPr>
                            <m:ctrlPr>
                              <a:rPr lang="nl-NL" b="1" i="1" dirty="0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nl-NL" b="1" i="1" dirty="0" smtClean="0">
                                <a:latin typeface="Cambria Math" panose="02040503050406030204" pitchFamily="18" charset="0"/>
                              </a:rPr>
                              <m:t>𝒏</m:t>
                            </m:r>
                          </m:e>
                        </m:d>
                      </m:e>
                    </m:func>
                  </m:oMath>
                </a14:m>
                <a:r>
                  <a:rPr lang="nl-NL" dirty="0"/>
                  <a:t>)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nl-NL" b="1" i="1" dirty="0" smtClean="0">
                        <a:latin typeface="Cambria Math" panose="02040503050406030204" pitchFamily="18" charset="0"/>
                      </a:rPr>
                      <m:t>𝑶</m:t>
                    </m:r>
                    <m:d>
                      <m:dPr>
                        <m:ctrlPr>
                          <a:rPr lang="nl-NL" b="1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nl-NL" b="1" i="1" dirty="0" smtClean="0">
                            <a:latin typeface="Cambria Math" panose="02040503050406030204" pitchFamily="18" charset="0"/>
                          </a:rPr>
                          <m:t>𝜶</m:t>
                        </m:r>
                        <m:d>
                          <m:dPr>
                            <m:ctrlPr>
                              <a:rPr lang="nl-NL" b="1" i="1" dirty="0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nl-NL" b="1" i="1" dirty="0" smtClean="0">
                                <a:latin typeface="Cambria Math" panose="02040503050406030204" pitchFamily="18" charset="0"/>
                              </a:rPr>
                              <m:t>𝒏</m:t>
                            </m:r>
                          </m:e>
                        </m:d>
                      </m:e>
                    </m:d>
                  </m:oMath>
                </a14:m>
                <a:r>
                  <a:rPr lang="nl-NL" dirty="0"/>
                  <a:t> is </a:t>
                </a:r>
                <a:r>
                  <a:rPr lang="nl-NL" dirty="0" err="1"/>
                  <a:t>practically</a:t>
                </a:r>
                <a:r>
                  <a:rPr lang="nl-NL" dirty="0"/>
                  <a:t> </a:t>
                </a:r>
                <a14:m>
                  <m:oMath xmlns:m="http://schemas.openxmlformats.org/officeDocument/2006/math">
                    <m:r>
                      <a:rPr lang="nl-NL" b="1" i="1" dirty="0" smtClean="0">
                        <a:latin typeface="Cambria Math" panose="02040503050406030204" pitchFamily="18" charset="0"/>
                      </a:rPr>
                      <m:t>𝑶</m:t>
                    </m:r>
                    <m:d>
                      <m:dPr>
                        <m:ctrlPr>
                          <a:rPr lang="nl-NL" b="1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nl-NL" b="1" i="1" dirty="0" smtClean="0">
                            <a:latin typeface="Cambria Math" panose="02040503050406030204" pitchFamily="18" charset="0"/>
                          </a:rPr>
                          <m:t>𝟏</m:t>
                        </m:r>
                      </m:e>
                    </m:d>
                  </m:oMath>
                </a14:m>
                <a:endParaRPr lang="nl-NL" b="1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2FF2B62-F37B-D275-3EA8-0CED654C54A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40079" y="2633472"/>
                <a:ext cx="8503921" cy="3607072"/>
              </a:xfrm>
              <a:blipFill>
                <a:blip r:embed="rId3"/>
                <a:stretch>
                  <a:fillRect l="-430" t="-169"/>
                </a:stretch>
              </a:blipFill>
            </p:spPr>
            <p:txBody>
              <a:bodyPr/>
              <a:lstStyle/>
              <a:p>
                <a:r>
                  <a:rPr lang="nl-N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tar: 24 Points 3">
            <a:extLst>
              <a:ext uri="{FF2B5EF4-FFF2-40B4-BE49-F238E27FC236}">
                <a16:creationId xmlns:a16="http://schemas.microsoft.com/office/drawing/2014/main" id="{E9915EAA-7ABB-62B6-C235-C912EC7BC421}"/>
              </a:ext>
            </a:extLst>
          </p:cNvPr>
          <p:cNvSpPr/>
          <p:nvPr/>
        </p:nvSpPr>
        <p:spPr>
          <a:xfrm>
            <a:off x="8079851" y="4631634"/>
            <a:ext cx="3472070" cy="1709530"/>
          </a:xfrm>
          <a:prstGeom prst="star24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sz="2000" dirty="0">
                <a:latin typeface="Aptos" panose="020B0004020202020204" pitchFamily="34" charset="0"/>
              </a:rPr>
              <a:t>Out of scope</a:t>
            </a:r>
          </a:p>
        </p:txBody>
      </p:sp>
    </p:spTree>
    <p:extLst>
      <p:ext uri="{BB962C8B-B14F-4D97-AF65-F5344CB8AC3E}">
        <p14:creationId xmlns:p14="http://schemas.microsoft.com/office/powerpoint/2010/main" val="6673780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50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94B175-FF89-0BD6-678A-BE1D0EA438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C0878B-6E5E-C53B-95A5-277DFDDAEF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b="0" dirty="0"/>
              <a:t>Summary – </a:t>
            </a:r>
            <a:r>
              <a:rPr lang="nl-NL" b="0" dirty="0" err="1"/>
              <a:t>graph</a:t>
            </a:r>
            <a:r>
              <a:rPr lang="nl-NL" b="0" dirty="0"/>
              <a:t> </a:t>
            </a:r>
            <a:r>
              <a:rPr lang="nl-NL" b="0" dirty="0" err="1"/>
              <a:t>algorithms</a:t>
            </a:r>
            <a:endParaRPr lang="nl-NL" b="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AA0638-4F04-41B7-017A-80FF09EEEEE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0080" y="2633471"/>
            <a:ext cx="8828773" cy="4126144"/>
          </a:xfrm>
        </p:spPr>
        <p:txBody>
          <a:bodyPr>
            <a:normAutofit/>
          </a:bodyPr>
          <a:lstStyle/>
          <a:p>
            <a:r>
              <a:rPr lang="nl-NL" b="1" dirty="0" err="1">
                <a:latin typeface="Aptos" panose="020B0004020202020204" pitchFamily="34" charset="0"/>
              </a:rPr>
              <a:t>Shortest</a:t>
            </a:r>
            <a:r>
              <a:rPr lang="nl-NL" dirty="0"/>
              <a:t> </a:t>
            </a:r>
            <a:r>
              <a:rPr lang="nl-NL" b="1" dirty="0" err="1">
                <a:latin typeface="Aptos" panose="020B0004020202020204" pitchFamily="34" charset="0"/>
              </a:rPr>
              <a:t>paths</a:t>
            </a:r>
            <a:endParaRPr lang="nl-NL" b="1" dirty="0">
              <a:latin typeface="Aptos" panose="020B0004020202020204" pitchFamily="34" charset="0"/>
            </a:endParaRPr>
          </a:p>
          <a:p>
            <a:pPr lvl="1"/>
            <a:r>
              <a:rPr lang="nl-NL" dirty="0" err="1"/>
              <a:t>Directed</a:t>
            </a:r>
            <a:r>
              <a:rPr lang="nl-NL" dirty="0"/>
              <a:t> </a:t>
            </a:r>
            <a:r>
              <a:rPr lang="nl-NL" sz="2000" b="1" dirty="0" err="1">
                <a:latin typeface="Aptos" panose="020B0004020202020204" pitchFamily="34" charset="0"/>
              </a:rPr>
              <a:t>acyclic</a:t>
            </a:r>
            <a:r>
              <a:rPr lang="nl-NL" dirty="0"/>
              <a:t> </a:t>
            </a:r>
            <a:r>
              <a:rPr lang="nl-NL" dirty="0" err="1"/>
              <a:t>graphs</a:t>
            </a:r>
            <a:r>
              <a:rPr lang="nl-NL" dirty="0"/>
              <a:t>: </a:t>
            </a:r>
            <a:r>
              <a:rPr lang="nl-NL" dirty="0" err="1"/>
              <a:t>topological</a:t>
            </a:r>
            <a:r>
              <a:rPr lang="nl-NL" dirty="0"/>
              <a:t> ordering</a:t>
            </a:r>
          </a:p>
          <a:p>
            <a:pPr lvl="1"/>
            <a:r>
              <a:rPr lang="nl-NL" dirty="0"/>
              <a:t>Non-</a:t>
            </a:r>
            <a:r>
              <a:rPr lang="nl-NL" dirty="0" err="1"/>
              <a:t>negative</a:t>
            </a:r>
            <a:r>
              <a:rPr lang="nl-NL" dirty="0"/>
              <a:t> </a:t>
            </a:r>
            <a:r>
              <a:rPr lang="nl-NL" dirty="0" err="1"/>
              <a:t>edge</a:t>
            </a:r>
            <a:r>
              <a:rPr lang="nl-NL" dirty="0"/>
              <a:t> </a:t>
            </a:r>
            <a:r>
              <a:rPr lang="nl-NL" dirty="0" err="1"/>
              <a:t>weights</a:t>
            </a:r>
            <a:r>
              <a:rPr lang="nl-NL" dirty="0"/>
              <a:t>: </a:t>
            </a:r>
            <a:r>
              <a:rPr lang="nl-NL" sz="2000" b="1" dirty="0">
                <a:latin typeface="Aptos" panose="020B0004020202020204" pitchFamily="34" charset="0"/>
              </a:rPr>
              <a:t>Dijkstra’s</a:t>
            </a:r>
            <a:r>
              <a:rPr lang="nl-NL" dirty="0"/>
              <a:t> </a:t>
            </a:r>
            <a:r>
              <a:rPr lang="nl-NL" sz="2000" b="1" dirty="0" err="1">
                <a:latin typeface="Aptos" panose="020B0004020202020204" pitchFamily="34" charset="0"/>
              </a:rPr>
              <a:t>algorithm</a:t>
            </a:r>
            <a:endParaRPr lang="nl-NL" sz="2000" b="1" dirty="0">
              <a:latin typeface="Aptos" panose="020B0004020202020204" pitchFamily="34" charset="0"/>
            </a:endParaRPr>
          </a:p>
          <a:p>
            <a:endParaRPr lang="nl-NL" dirty="0"/>
          </a:p>
          <a:p>
            <a:r>
              <a:rPr lang="nl-NL" dirty="0"/>
              <a:t>Minimum </a:t>
            </a:r>
            <a:r>
              <a:rPr lang="nl-NL" b="1" dirty="0">
                <a:latin typeface="Aptos" panose="020B0004020202020204" pitchFamily="34" charset="0"/>
              </a:rPr>
              <a:t>spanning</a:t>
            </a:r>
            <a:r>
              <a:rPr lang="nl-NL" dirty="0"/>
              <a:t> </a:t>
            </a:r>
            <a:r>
              <a:rPr lang="nl-NL" b="1" dirty="0">
                <a:latin typeface="Aptos" panose="020B0004020202020204" pitchFamily="34" charset="0"/>
              </a:rPr>
              <a:t>trees</a:t>
            </a:r>
          </a:p>
          <a:p>
            <a:pPr lvl="1"/>
            <a:r>
              <a:rPr lang="nl-NL" sz="2000" b="1" dirty="0" err="1">
                <a:latin typeface="Aptos" panose="020B0004020202020204" pitchFamily="34" charset="0"/>
              </a:rPr>
              <a:t>Prim’s</a:t>
            </a:r>
            <a:r>
              <a:rPr lang="nl-NL" dirty="0"/>
              <a:t> </a:t>
            </a:r>
            <a:r>
              <a:rPr lang="nl-NL" dirty="0" err="1"/>
              <a:t>algorithm</a:t>
            </a:r>
            <a:r>
              <a:rPr lang="nl-NL" dirty="0"/>
              <a:t> – </a:t>
            </a:r>
            <a:r>
              <a:rPr lang="nl-NL" dirty="0" err="1"/>
              <a:t>adding</a:t>
            </a:r>
            <a:r>
              <a:rPr lang="nl-NL" dirty="0"/>
              <a:t> </a:t>
            </a:r>
            <a:r>
              <a:rPr lang="nl-NL" dirty="0" err="1"/>
              <a:t>one</a:t>
            </a:r>
            <a:r>
              <a:rPr lang="nl-NL" dirty="0"/>
              <a:t> </a:t>
            </a:r>
            <a:r>
              <a:rPr lang="nl-NL" sz="2000" b="1" dirty="0">
                <a:latin typeface="Aptos" panose="020B0004020202020204" pitchFamily="34" charset="0"/>
              </a:rPr>
              <a:t>node</a:t>
            </a:r>
            <a:r>
              <a:rPr lang="nl-NL" dirty="0"/>
              <a:t> at a time, </a:t>
            </a:r>
            <a:r>
              <a:rPr lang="nl-NL" dirty="0" err="1"/>
              <a:t>uses</a:t>
            </a:r>
            <a:r>
              <a:rPr lang="nl-NL" dirty="0"/>
              <a:t> priority queue </a:t>
            </a:r>
            <a:r>
              <a:rPr lang="nl-NL" dirty="0" err="1"/>
              <a:t>and</a:t>
            </a:r>
            <a:r>
              <a:rPr lang="nl-NL" dirty="0"/>
              <a:t> a set</a:t>
            </a:r>
          </a:p>
          <a:p>
            <a:pPr lvl="1"/>
            <a:r>
              <a:rPr lang="nl-NL" sz="2000" b="1" dirty="0" err="1">
                <a:latin typeface="Aptos" panose="020B0004020202020204" pitchFamily="34" charset="0"/>
              </a:rPr>
              <a:t>Kruskal’s</a:t>
            </a:r>
            <a:r>
              <a:rPr lang="nl-NL" dirty="0"/>
              <a:t> </a:t>
            </a:r>
            <a:r>
              <a:rPr lang="nl-NL" dirty="0" err="1"/>
              <a:t>algorithm</a:t>
            </a:r>
            <a:r>
              <a:rPr lang="nl-NL" dirty="0"/>
              <a:t> – </a:t>
            </a:r>
            <a:r>
              <a:rPr lang="nl-NL" dirty="0" err="1"/>
              <a:t>adding</a:t>
            </a:r>
            <a:r>
              <a:rPr lang="nl-NL" dirty="0"/>
              <a:t> </a:t>
            </a:r>
            <a:r>
              <a:rPr lang="nl-NL" dirty="0" err="1"/>
              <a:t>one</a:t>
            </a:r>
            <a:r>
              <a:rPr lang="nl-NL" dirty="0"/>
              <a:t> </a:t>
            </a:r>
            <a:r>
              <a:rPr lang="nl-NL" sz="2000" b="1" dirty="0" err="1">
                <a:latin typeface="Aptos" panose="020B0004020202020204" pitchFamily="34" charset="0"/>
              </a:rPr>
              <a:t>edge</a:t>
            </a:r>
            <a:r>
              <a:rPr lang="nl-NL" dirty="0"/>
              <a:t> at a time, </a:t>
            </a:r>
            <a:r>
              <a:rPr lang="nl-NL" dirty="0" err="1"/>
              <a:t>uses</a:t>
            </a:r>
            <a:r>
              <a:rPr lang="nl-NL" dirty="0"/>
              <a:t> a </a:t>
            </a:r>
            <a:r>
              <a:rPr lang="nl-NL" sz="2000" b="1" dirty="0">
                <a:latin typeface="Aptos" panose="020B0004020202020204" pitchFamily="34" charset="0"/>
              </a:rPr>
              <a:t>disjoint-set</a:t>
            </a:r>
            <a:r>
              <a:rPr lang="nl-NL" dirty="0"/>
              <a:t> (</a:t>
            </a:r>
            <a:r>
              <a:rPr lang="nl-NL" dirty="0" err="1"/>
              <a:t>aka</a:t>
            </a:r>
            <a:r>
              <a:rPr lang="nl-NL" dirty="0"/>
              <a:t> </a:t>
            </a:r>
            <a:r>
              <a:rPr lang="nl-NL" dirty="0" err="1"/>
              <a:t>union-find</a:t>
            </a:r>
            <a:r>
              <a:rPr lang="nl-NL" dirty="0"/>
              <a:t> / </a:t>
            </a:r>
            <a:r>
              <a:rPr lang="nl-NL" dirty="0" err="1"/>
              <a:t>merge-union</a:t>
            </a:r>
            <a:r>
              <a:rPr lang="nl-NL" dirty="0"/>
              <a:t>) data </a:t>
            </a:r>
            <a:r>
              <a:rPr lang="nl-NL" dirty="0" err="1"/>
              <a:t>structure</a:t>
            </a:r>
            <a:endParaRPr lang="nl-NL" dirty="0"/>
          </a:p>
        </p:txBody>
      </p:sp>
      <p:sp>
        <p:nvSpPr>
          <p:cNvPr id="4" name="Speech Bubble: Oval 3">
            <a:extLst>
              <a:ext uri="{FF2B5EF4-FFF2-40B4-BE49-F238E27FC236}">
                <a16:creationId xmlns:a16="http://schemas.microsoft.com/office/drawing/2014/main" id="{A9CFF130-3010-80BD-01C8-3DF666EA74EC}"/>
              </a:ext>
            </a:extLst>
          </p:cNvPr>
          <p:cNvSpPr/>
          <p:nvPr/>
        </p:nvSpPr>
        <p:spPr>
          <a:xfrm>
            <a:off x="7089950" y="2395488"/>
            <a:ext cx="2932355" cy="2067024"/>
          </a:xfrm>
          <a:prstGeom prst="wedgeEllipseCallout">
            <a:avLst>
              <a:gd name="adj1" fmla="val -62476"/>
              <a:gd name="adj2" fmla="val 2488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sz="2000" dirty="0">
                <a:latin typeface="Aptos" panose="020B0004020202020204" pitchFamily="34" charset="0"/>
              </a:rPr>
              <a:t>Both </a:t>
            </a:r>
            <a:r>
              <a:rPr lang="nl-NL" sz="2000" dirty="0" err="1">
                <a:latin typeface="Aptos" panose="020B0004020202020204" pitchFamily="34" charset="0"/>
              </a:rPr>
              <a:t>algorithms</a:t>
            </a:r>
            <a:r>
              <a:rPr lang="nl-NL" sz="2000" dirty="0">
                <a:latin typeface="Aptos" panose="020B0004020202020204" pitchFamily="34" charset="0"/>
              </a:rPr>
              <a:t> </a:t>
            </a:r>
            <a:r>
              <a:rPr lang="nl-NL" sz="2000" dirty="0" err="1">
                <a:latin typeface="Aptos" panose="020B0004020202020204" pitchFamily="34" charset="0"/>
              </a:rPr>
              <a:t>visit</a:t>
            </a:r>
            <a:r>
              <a:rPr lang="nl-NL" sz="2000" dirty="0">
                <a:latin typeface="Aptos" panose="020B0004020202020204" pitchFamily="34" charset="0"/>
              </a:rPr>
              <a:t> </a:t>
            </a:r>
            <a:r>
              <a:rPr lang="nl-NL" sz="2000" dirty="0" err="1">
                <a:latin typeface="Aptos" panose="020B0004020202020204" pitchFamily="34" charset="0"/>
              </a:rPr>
              <a:t>every</a:t>
            </a:r>
            <a:r>
              <a:rPr lang="nl-NL" sz="2000" dirty="0">
                <a:latin typeface="Aptos" panose="020B0004020202020204" pitchFamily="34" charset="0"/>
              </a:rPr>
              <a:t> node </a:t>
            </a:r>
            <a:r>
              <a:rPr lang="nl-NL" sz="2000" dirty="0" err="1">
                <a:latin typeface="Aptos" panose="020B0004020202020204" pitchFamily="34" charset="0"/>
              </a:rPr>
              <a:t>just</a:t>
            </a:r>
            <a:r>
              <a:rPr lang="nl-NL" sz="2000" dirty="0">
                <a:latin typeface="Aptos" panose="020B0004020202020204" pitchFamily="34" charset="0"/>
              </a:rPr>
              <a:t> </a:t>
            </a:r>
            <a:r>
              <a:rPr lang="nl-NL" sz="2000" dirty="0" err="1">
                <a:latin typeface="Aptos" panose="020B0004020202020204" pitchFamily="34" charset="0"/>
              </a:rPr>
              <a:t>once</a:t>
            </a:r>
            <a:r>
              <a:rPr lang="nl-NL" sz="2000" dirty="0">
                <a:latin typeface="Aptos" panose="020B0004020202020204" pitchFamily="34" charset="0"/>
              </a:rPr>
              <a:t>!</a:t>
            </a:r>
          </a:p>
        </p:txBody>
      </p:sp>
    </p:spTree>
    <p:extLst>
      <p:ext uri="{BB962C8B-B14F-4D97-AF65-F5344CB8AC3E}">
        <p14:creationId xmlns:p14="http://schemas.microsoft.com/office/powerpoint/2010/main" val="22177088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theme/theme1.xml><?xml version="1.0" encoding="utf-8"?>
<a:theme xmlns:a="http://schemas.openxmlformats.org/drawingml/2006/main" name="DashVTI">
  <a:themeElements>
    <a:clrScheme name="Custom 6">
      <a:dk1>
        <a:sysClr val="windowText" lastClr="000000"/>
      </a:dk1>
      <a:lt1>
        <a:sysClr val="window" lastClr="FFFFFF"/>
      </a:lt1>
      <a:dk2>
        <a:srgbClr val="0D1C3B"/>
      </a:dk2>
      <a:lt2>
        <a:srgbClr val="F5F2F9"/>
      </a:lt2>
      <a:accent1>
        <a:srgbClr val="1973EB"/>
      </a:accent1>
      <a:accent2>
        <a:srgbClr val="25C8A2"/>
      </a:accent2>
      <a:accent3>
        <a:srgbClr val="BF8ED1"/>
      </a:accent3>
      <a:accent4>
        <a:srgbClr val="FE733C"/>
      </a:accent4>
      <a:accent5>
        <a:srgbClr val="FE5A5A"/>
      </a:accent5>
      <a:accent6>
        <a:srgbClr val="1AC16E"/>
      </a:accent6>
      <a:hlink>
        <a:srgbClr val="1AC16E"/>
      </a:hlink>
      <a:folHlink>
        <a:srgbClr val="00B0F0"/>
      </a:folHlink>
    </a:clrScheme>
    <a:fontScheme name="grandview display">
      <a:majorFont>
        <a:latin typeface="Grandview Display"/>
        <a:ea typeface=""/>
        <a:cs typeface=""/>
      </a:majorFont>
      <a:minorFont>
        <a:latin typeface="Grandview Display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ashVTI" id="{0A75137F-CDEB-4E94-A788-9D255EBE1B91}" vid="{DE9A6A09-5855-45A3-8E99-4290ED24057C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438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13ACC008-641B-4A31-9901-F8A4FB71BE33}">
  <we:reference id="wa200005566" version="3.0.0.2" store="en-US" storeType="OMEX"/>
  <we:alternateReferences>
    <we:reference id="WA200005566" version="3.0.0.2" store="" storeType="OMEX"/>
  </we:alternateReferences>
  <we:properties/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emplate>Default Theme</Template>
  <TotalTime>0</TotalTime>
  <Words>3441</Words>
  <Application>Microsoft Office PowerPoint</Application>
  <PresentationFormat>Widescreen</PresentationFormat>
  <Paragraphs>1150</Paragraphs>
  <Slides>49</Slides>
  <Notes>0</Notes>
  <HiddenSlides>1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49</vt:i4>
      </vt:variant>
    </vt:vector>
  </HeadingPairs>
  <TitlesOfParts>
    <vt:vector size="57" baseType="lpstr">
      <vt:lpstr>Aptos</vt:lpstr>
      <vt:lpstr>Arial</vt:lpstr>
      <vt:lpstr>Cambria Math</vt:lpstr>
      <vt:lpstr>Cascadia Code</vt:lpstr>
      <vt:lpstr>Consolas</vt:lpstr>
      <vt:lpstr>Grandview Display</vt:lpstr>
      <vt:lpstr>Wingdings</vt:lpstr>
      <vt:lpstr>DashVTI</vt:lpstr>
      <vt:lpstr>Algorithms &amp; Data Structures</vt:lpstr>
      <vt:lpstr>Last week we discussed…</vt:lpstr>
      <vt:lpstr>Graph algorithms</vt:lpstr>
      <vt:lpstr>This week:</vt:lpstr>
      <vt:lpstr>Weighted graphs in real life</vt:lpstr>
      <vt:lpstr>Minimizing costs / distances</vt:lpstr>
      <vt:lpstr>Shortest Paths</vt:lpstr>
      <vt:lpstr>Shortest paths – directed acyclic graphs</vt:lpstr>
      <vt:lpstr>Shortest path trees</vt:lpstr>
      <vt:lpstr>Shortest path trees</vt:lpstr>
      <vt:lpstr>Shortest path trees</vt:lpstr>
      <vt:lpstr>Shortest paths – undirected graphs</vt:lpstr>
      <vt:lpstr>Shortest paths – Dijkstra’s algorithm</vt:lpstr>
      <vt:lpstr>Shortest paths – Dijkstra’s algorithm</vt:lpstr>
      <vt:lpstr>Shortest paths – Dijkstra’s algorithm</vt:lpstr>
      <vt:lpstr>Shortest paths – Dijkstra’s algorithm</vt:lpstr>
      <vt:lpstr>Shortest paths – Dijkstra’s algorithm</vt:lpstr>
      <vt:lpstr>Shortest paths – Dijkstra’s algorithm</vt:lpstr>
      <vt:lpstr>Shortest paths – Dijkstra’s algorithm</vt:lpstr>
      <vt:lpstr>Shortest paths – Dijkstra’s algorithm</vt:lpstr>
      <vt:lpstr>Shortest paths – Dijkstra’s algorithm</vt:lpstr>
      <vt:lpstr>Dijkstra’s algorithm – time complexity</vt:lpstr>
      <vt:lpstr>Dijkstra’s algorithm – time complexity</vt:lpstr>
      <vt:lpstr>Spanning Trees</vt:lpstr>
      <vt:lpstr>The spanning tree problem</vt:lpstr>
      <vt:lpstr>The minimum spanning tree problem</vt:lpstr>
      <vt:lpstr>Prim’s algorithm</vt:lpstr>
      <vt:lpstr>Prim’s algorithm</vt:lpstr>
      <vt:lpstr>Prim’s algorithm</vt:lpstr>
      <vt:lpstr>Prim’s algorithm</vt:lpstr>
      <vt:lpstr>Prim’s algorithm</vt:lpstr>
      <vt:lpstr>Prim’s algorithm</vt:lpstr>
      <vt:lpstr>Prim’s algorithm</vt:lpstr>
      <vt:lpstr>Prim’s algorithm</vt:lpstr>
      <vt:lpstr>Prim’s algorithm</vt:lpstr>
      <vt:lpstr>Prim’s algorithm – why it works</vt:lpstr>
      <vt:lpstr>Prim – Implementation &amp; time complexity</vt:lpstr>
      <vt:lpstr>Kruskal’s algorithm</vt:lpstr>
      <vt:lpstr>Kruskal’s algorithm</vt:lpstr>
      <vt:lpstr>Kruskal’s algorithm</vt:lpstr>
      <vt:lpstr>Kruskal’s algorithm</vt:lpstr>
      <vt:lpstr>Kruskal’s algorithm</vt:lpstr>
      <vt:lpstr>Kruskal’s algorithm</vt:lpstr>
      <vt:lpstr>Kruskal’s algorithm – why it works</vt:lpstr>
      <vt:lpstr>Kruskal – Implementation &amp; time complexity</vt:lpstr>
      <vt:lpstr>Keeping track of connectedness</vt:lpstr>
      <vt:lpstr>Optimizations  Disjoint-Set DS</vt:lpstr>
      <vt:lpstr>Disjoint-Set – time complexity</vt:lpstr>
      <vt:lpstr>Summary – graph algorithms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Robert de Groote</dc:creator>
  <cp:lastModifiedBy>Robert de Groote</cp:lastModifiedBy>
  <cp:revision>1</cp:revision>
  <dcterms:created xsi:type="dcterms:W3CDTF">2025-07-16T13:01:43Z</dcterms:created>
  <dcterms:modified xsi:type="dcterms:W3CDTF">2025-10-13T17:45:47Z</dcterms:modified>
</cp:coreProperties>
</file>