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61" r:id="rId4"/>
    <p:sldId id="284" r:id="rId5"/>
    <p:sldId id="285" r:id="rId6"/>
    <p:sldId id="286" r:id="rId7"/>
    <p:sldId id="275" r:id="rId8"/>
    <p:sldId id="288" r:id="rId9"/>
    <p:sldId id="289" r:id="rId10"/>
    <p:sldId id="266" r:id="rId11"/>
    <p:sldId id="287" r:id="rId12"/>
    <p:sldId id="299" r:id="rId13"/>
    <p:sldId id="294" r:id="rId14"/>
    <p:sldId id="303" r:id="rId15"/>
    <p:sldId id="304" r:id="rId16"/>
    <p:sldId id="277" r:id="rId17"/>
    <p:sldId id="298" r:id="rId18"/>
    <p:sldId id="297" r:id="rId19"/>
    <p:sldId id="279" r:id="rId20"/>
    <p:sldId id="272" r:id="rId21"/>
    <p:sldId id="281" r:id="rId22"/>
    <p:sldId id="293" r:id="rId23"/>
    <p:sldId id="300" r:id="rId24"/>
    <p:sldId id="301" r:id="rId25"/>
    <p:sldId id="274" r:id="rId26"/>
    <p:sldId id="296" r:id="rId27"/>
    <p:sldId id="292" r:id="rId28"/>
    <p:sldId id="268" r:id="rId29"/>
    <p:sldId id="265" r:id="rId30"/>
    <p:sldId id="3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59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5C0FA-1183-46E7-B0A0-3302B3C45047}" v="4143" dt="2025-09-15T17:06:21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de Groote" userId="2ce5265b-80a0-4fb8-a62a-8035e9b0c45a" providerId="ADAL" clId="{77748BC8-6171-4919-A5F7-EF7C30C5EE0A}"/>
    <pc:docChg chg="undo custSel addSld delSld modSld sldOrd">
      <pc:chgData name="Robert de Groote" userId="2ce5265b-80a0-4fb8-a62a-8035e9b0c45a" providerId="ADAL" clId="{77748BC8-6171-4919-A5F7-EF7C30C5EE0A}" dt="2025-07-17T13:19:48.170" v="4029" actId="20577"/>
      <pc:docMkLst>
        <pc:docMk/>
      </pc:docMkLst>
      <pc:sldChg chg="modSp mod">
        <pc:chgData name="Robert de Groote" userId="2ce5265b-80a0-4fb8-a62a-8035e9b0c45a" providerId="ADAL" clId="{77748BC8-6171-4919-A5F7-EF7C30C5EE0A}" dt="2025-07-16T17:20:45.052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77748BC8-6171-4919-A5F7-EF7C30C5EE0A}" dt="2025-07-16T17:21:58.340" v="144" actId="20577"/>
        <pc:sldMkLst>
          <pc:docMk/>
          <pc:sldMk cId="3346646082" sldId="257"/>
        </pc:sldMkLst>
      </pc:sldChg>
      <pc:sldChg chg="modSp mod">
        <pc:chgData name="Robert de Groote" userId="2ce5265b-80a0-4fb8-a62a-8035e9b0c45a" providerId="ADAL" clId="{77748BC8-6171-4919-A5F7-EF7C30C5EE0A}" dt="2025-07-17T10:38:49.095" v="914" actId="6549"/>
        <pc:sldMkLst>
          <pc:docMk/>
          <pc:sldMk cId="2437096053" sldId="260"/>
        </pc:sldMkLst>
      </pc:sldChg>
      <pc:sldChg chg="modSp mod">
        <pc:chgData name="Robert de Groote" userId="2ce5265b-80a0-4fb8-a62a-8035e9b0c45a" providerId="ADAL" clId="{77748BC8-6171-4919-A5F7-EF7C30C5EE0A}" dt="2025-07-17T11:22:01.326" v="1533" actId="20577"/>
        <pc:sldMkLst>
          <pc:docMk/>
          <pc:sldMk cId="2593846471" sldId="261"/>
        </pc:sldMkLst>
      </pc:sldChg>
      <pc:sldChg chg="add del">
        <pc:chgData name="Robert de Groote" userId="2ce5265b-80a0-4fb8-a62a-8035e9b0c45a" providerId="ADAL" clId="{77748BC8-6171-4919-A5F7-EF7C30C5EE0A}" dt="2025-07-17T10:41:49.365" v="1083" actId="4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77748BC8-6171-4919-A5F7-EF7C30C5EE0A}" dt="2025-07-17T10:55:48.933" v="1345" actId="2057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77748BC8-6171-4919-A5F7-EF7C30C5EE0A}" dt="2025-07-17T10:40:28.696" v="960" actId="6549"/>
        <pc:sldMkLst>
          <pc:docMk/>
          <pc:sldMk cId="2050195976" sldId="266"/>
        </pc:sldMkLst>
      </pc:sldChg>
      <pc:sldChg chg="modSp add del mod">
        <pc:chgData name="Robert de Groote" userId="2ce5265b-80a0-4fb8-a62a-8035e9b0c45a" providerId="ADAL" clId="{77748BC8-6171-4919-A5F7-EF7C30C5EE0A}" dt="2025-07-17T10:41:43.383" v="1082" actId="20577"/>
        <pc:sldMkLst>
          <pc:docMk/>
          <pc:sldMk cId="3359679964" sldId="268"/>
        </pc:sldMkLst>
      </pc:sldChg>
      <pc:sldChg chg="modSp mod">
        <pc:chgData name="Robert de Groote" userId="2ce5265b-80a0-4fb8-a62a-8035e9b0c45a" providerId="ADAL" clId="{77748BC8-6171-4919-A5F7-EF7C30C5EE0A}" dt="2025-07-17T10:40:49.157" v="990" actId="20577"/>
        <pc:sldMkLst>
          <pc:docMk/>
          <pc:sldMk cId="3909891326" sldId="272"/>
        </pc:sldMkLst>
      </pc:sldChg>
      <pc:sldChg chg="modSp add mod">
        <pc:chgData name="Robert de Groote" userId="2ce5265b-80a0-4fb8-a62a-8035e9b0c45a" providerId="ADAL" clId="{77748BC8-6171-4919-A5F7-EF7C30C5EE0A}" dt="2025-07-16T17:38:56.393" v="912" actId="20577"/>
        <pc:sldMkLst>
          <pc:docMk/>
          <pc:sldMk cId="4230653011" sldId="273"/>
        </pc:sldMkLst>
      </pc:sldChg>
      <pc:sldChg chg="add">
        <pc:chgData name="Robert de Groote" userId="2ce5265b-80a0-4fb8-a62a-8035e9b0c45a" providerId="ADAL" clId="{77748BC8-6171-4919-A5F7-EF7C30C5EE0A}" dt="2025-07-17T10:39:49.044" v="915" actId="2890"/>
        <pc:sldMkLst>
          <pc:docMk/>
          <pc:sldMk cId="3657166026" sldId="274"/>
        </pc:sldMkLst>
      </pc:sldChg>
      <pc:sldChg chg="modSp add mod ord">
        <pc:chgData name="Robert de Groote" userId="2ce5265b-80a0-4fb8-a62a-8035e9b0c45a" providerId="ADAL" clId="{77748BC8-6171-4919-A5F7-EF7C30C5EE0A}" dt="2025-07-17T12:11:55.681" v="2627" actId="20577"/>
        <pc:sldMkLst>
          <pc:docMk/>
          <pc:sldMk cId="1598828328" sldId="275"/>
        </pc:sldMkLst>
      </pc:sldChg>
      <pc:sldChg chg="modSp add mod">
        <pc:chgData name="Robert de Groote" userId="2ce5265b-80a0-4fb8-a62a-8035e9b0c45a" providerId="ADAL" clId="{77748BC8-6171-4919-A5F7-EF7C30C5EE0A}" dt="2025-07-17T11:28:23.497" v="1971" actId="20577"/>
        <pc:sldMkLst>
          <pc:docMk/>
          <pc:sldMk cId="1258586967" sldId="276"/>
        </pc:sldMkLst>
      </pc:sldChg>
      <pc:sldChg chg="modSp add mod">
        <pc:chgData name="Robert de Groote" userId="2ce5265b-80a0-4fb8-a62a-8035e9b0c45a" providerId="ADAL" clId="{77748BC8-6171-4919-A5F7-EF7C30C5EE0A}" dt="2025-07-17T11:35:50.433" v="2232" actId="20577"/>
        <pc:sldMkLst>
          <pc:docMk/>
          <pc:sldMk cId="3755024446" sldId="277"/>
        </pc:sldMkLst>
      </pc:sldChg>
      <pc:sldChg chg="modSp add mod">
        <pc:chgData name="Robert de Groote" userId="2ce5265b-80a0-4fb8-a62a-8035e9b0c45a" providerId="ADAL" clId="{77748BC8-6171-4919-A5F7-EF7C30C5EE0A}" dt="2025-07-17T11:39:57.073" v="2428" actId="113"/>
        <pc:sldMkLst>
          <pc:docMk/>
          <pc:sldMk cId="2214709890" sldId="278"/>
        </pc:sldMkLst>
      </pc:sldChg>
      <pc:sldChg chg="modSp add mod ord">
        <pc:chgData name="Robert de Groote" userId="2ce5265b-80a0-4fb8-a62a-8035e9b0c45a" providerId="ADAL" clId="{77748BC8-6171-4919-A5F7-EF7C30C5EE0A}" dt="2025-07-17T12:34:31.889" v="3027"/>
        <pc:sldMkLst>
          <pc:docMk/>
          <pc:sldMk cId="2729225412" sldId="279"/>
        </pc:sldMkLst>
      </pc:sldChg>
      <pc:sldChg chg="addSp modSp add mod ord">
        <pc:chgData name="Robert de Groote" userId="2ce5265b-80a0-4fb8-a62a-8035e9b0c45a" providerId="ADAL" clId="{77748BC8-6171-4919-A5F7-EF7C30C5EE0A}" dt="2025-07-17T13:18:38.909" v="3943"/>
        <pc:sldMkLst>
          <pc:docMk/>
          <pc:sldMk cId="2288260186" sldId="280"/>
        </pc:sldMkLst>
      </pc:sldChg>
      <pc:sldChg chg="addSp delSp modSp add mod ord">
        <pc:chgData name="Robert de Groote" userId="2ce5265b-80a0-4fb8-a62a-8035e9b0c45a" providerId="ADAL" clId="{77748BC8-6171-4919-A5F7-EF7C30C5EE0A}" dt="2025-07-17T13:19:48.170" v="4029" actId="20577"/>
        <pc:sldMkLst>
          <pc:docMk/>
          <pc:sldMk cId="942638718" sldId="281"/>
        </pc:sldMkLst>
      </pc:sldChg>
    </pc:docChg>
  </pc:docChgLst>
  <pc:docChgLst>
    <pc:chgData name="Robert de Groote" userId="2ce5265b-80a0-4fb8-a62a-8035e9b0c45a" providerId="ADAL" clId="{7215C0FA-1183-46E7-B0A0-3302B3C45047}"/>
    <pc:docChg chg="undo custSel addSld delSld modSld sldOrd">
      <pc:chgData name="Robert de Groote" userId="2ce5265b-80a0-4fb8-a62a-8035e9b0c45a" providerId="ADAL" clId="{7215C0FA-1183-46E7-B0A0-3302B3C45047}" dt="2025-09-15T17:06:21.147" v="12728" actId="20577"/>
      <pc:docMkLst>
        <pc:docMk/>
      </pc:docMkLst>
      <pc:sldChg chg="modAnim">
        <pc:chgData name="Robert de Groote" userId="2ce5265b-80a0-4fb8-a62a-8035e9b0c45a" providerId="ADAL" clId="{7215C0FA-1183-46E7-B0A0-3302B3C45047}" dt="2025-09-09T08:00:25.728" v="193"/>
        <pc:sldMkLst>
          <pc:docMk/>
          <pc:sldMk cId="4099711276" sldId="256"/>
        </pc:sldMkLst>
      </pc:sldChg>
      <pc:sldChg chg="modSp mod modAnim">
        <pc:chgData name="Robert de Groote" userId="2ce5265b-80a0-4fb8-a62a-8035e9b0c45a" providerId="ADAL" clId="{7215C0FA-1183-46E7-B0A0-3302B3C45047}" dt="2025-09-09T08:01:11.580" v="195"/>
        <pc:sldMkLst>
          <pc:docMk/>
          <pc:sldMk cId="3346646082" sldId="257"/>
        </pc:sldMkLst>
        <pc:spChg chg="mod">
          <ac:chgData name="Robert de Groote" userId="2ce5265b-80a0-4fb8-a62a-8035e9b0c45a" providerId="ADAL" clId="{7215C0FA-1183-46E7-B0A0-3302B3C45047}" dt="2025-09-09T08:01:07.536" v="194" actId="113"/>
          <ac:spMkLst>
            <pc:docMk/>
            <pc:sldMk cId="3346646082" sldId="257"/>
            <ac:spMk id="3" creationId="{81853582-0C43-5257-5530-A00EA0178D3B}"/>
          </ac:spMkLst>
        </pc:spChg>
      </pc:sldChg>
      <pc:sldChg chg="del">
        <pc:chgData name="Robert de Groote" userId="2ce5265b-80a0-4fb8-a62a-8035e9b0c45a" providerId="ADAL" clId="{7215C0FA-1183-46E7-B0A0-3302B3C45047}" dt="2025-09-09T08:01:23.262" v="197" actId="47"/>
        <pc:sldMkLst>
          <pc:docMk/>
          <pc:sldMk cId="2437096053" sldId="260"/>
        </pc:sldMkLst>
      </pc:sldChg>
      <pc:sldChg chg="addSp modSp mod ord modAnim">
        <pc:chgData name="Robert de Groote" userId="2ce5265b-80a0-4fb8-a62a-8035e9b0c45a" providerId="ADAL" clId="{7215C0FA-1183-46E7-B0A0-3302B3C45047}" dt="2025-09-15T14:36:36.629" v="11476"/>
        <pc:sldMkLst>
          <pc:docMk/>
          <pc:sldMk cId="2593846471" sldId="261"/>
        </pc:sldMkLst>
        <pc:spChg chg="mod">
          <ac:chgData name="Robert de Groote" userId="2ce5265b-80a0-4fb8-a62a-8035e9b0c45a" providerId="ADAL" clId="{7215C0FA-1183-46E7-B0A0-3302B3C45047}" dt="2025-09-09T08:01:32.185" v="217" actId="20577"/>
          <ac:spMkLst>
            <pc:docMk/>
            <pc:sldMk cId="2593846471" sldId="261"/>
            <ac:spMk id="2" creationId="{735C4AF0-C380-4A01-30C4-D2729C2DE10D}"/>
          </ac:spMkLst>
        </pc:spChg>
        <pc:spChg chg="mod">
          <ac:chgData name="Robert de Groote" userId="2ce5265b-80a0-4fb8-a62a-8035e9b0c45a" providerId="ADAL" clId="{7215C0FA-1183-46E7-B0A0-3302B3C45047}" dt="2025-09-15T14:36:29.241" v="11473" actId="20577"/>
          <ac:spMkLst>
            <pc:docMk/>
            <pc:sldMk cId="2593846471" sldId="261"/>
            <ac:spMk id="3" creationId="{CEC213A1-D911-99F1-00C5-7C6C08622B2A}"/>
          </ac:spMkLst>
        </pc:spChg>
        <pc:spChg chg="add mod">
          <ac:chgData name="Robert de Groote" userId="2ce5265b-80a0-4fb8-a62a-8035e9b0c45a" providerId="ADAL" clId="{7215C0FA-1183-46E7-B0A0-3302B3C45047}" dt="2025-09-09T08:04:25.196" v="270" actId="1076"/>
          <ac:spMkLst>
            <pc:docMk/>
            <pc:sldMk cId="2593846471" sldId="261"/>
            <ac:spMk id="4" creationId="{291E1F44-EA9B-FF2D-4E24-3B22BD80CD7A}"/>
          </ac:spMkLst>
        </pc:spChg>
        <pc:spChg chg="add mod">
          <ac:chgData name="Robert de Groote" userId="2ce5265b-80a0-4fb8-a62a-8035e9b0c45a" providerId="ADAL" clId="{7215C0FA-1183-46E7-B0A0-3302B3C45047}" dt="2025-09-09T08:04:40.176" v="275" actId="14100"/>
          <ac:spMkLst>
            <pc:docMk/>
            <pc:sldMk cId="2593846471" sldId="261"/>
            <ac:spMk id="5" creationId="{808ACC59-E221-B26A-6A21-02333E5C6DA0}"/>
          </ac:spMkLst>
        </pc:spChg>
      </pc:sldChg>
      <pc:sldChg chg="modSp mod">
        <pc:chgData name="Robert de Groote" userId="2ce5265b-80a0-4fb8-a62a-8035e9b0c45a" providerId="ADAL" clId="{7215C0FA-1183-46E7-B0A0-3302B3C45047}" dt="2025-09-15T14:13:06.735" v="11245" actId="113"/>
        <pc:sldMkLst>
          <pc:docMk/>
          <pc:sldMk cId="3021126975" sldId="265"/>
        </pc:sldMkLst>
        <pc:spChg chg="mod">
          <ac:chgData name="Robert de Groote" userId="2ce5265b-80a0-4fb8-a62a-8035e9b0c45a" providerId="ADAL" clId="{7215C0FA-1183-46E7-B0A0-3302B3C45047}" dt="2025-09-15T14:12:08.859" v="11193" actId="20577"/>
          <ac:spMkLst>
            <pc:docMk/>
            <pc:sldMk cId="3021126975" sldId="265"/>
            <ac:spMk id="2" creationId="{80D55348-5CC6-1CCD-0C17-1FBC262C6161}"/>
          </ac:spMkLst>
        </pc:spChg>
        <pc:spChg chg="mod">
          <ac:chgData name="Robert de Groote" userId="2ce5265b-80a0-4fb8-a62a-8035e9b0c45a" providerId="ADAL" clId="{7215C0FA-1183-46E7-B0A0-3302B3C45047}" dt="2025-09-15T14:13:06.735" v="11245" actId="113"/>
          <ac:spMkLst>
            <pc:docMk/>
            <pc:sldMk cId="3021126975" sldId="265"/>
            <ac:spMk id="3" creationId="{B57C2033-DCC2-AF01-FF34-71ACD829C61C}"/>
          </ac:spMkLst>
        </pc:spChg>
      </pc:sldChg>
      <pc:sldChg chg="ord">
        <pc:chgData name="Robert de Groote" userId="2ce5265b-80a0-4fb8-a62a-8035e9b0c45a" providerId="ADAL" clId="{7215C0FA-1183-46E7-B0A0-3302B3C45047}" dt="2025-09-10T19:39:54.924" v="6365"/>
        <pc:sldMkLst>
          <pc:docMk/>
          <pc:sldMk cId="3909891326" sldId="272"/>
        </pc:sldMkLst>
      </pc:sldChg>
      <pc:sldChg chg="add del">
        <pc:chgData name="Robert de Groote" userId="2ce5265b-80a0-4fb8-a62a-8035e9b0c45a" providerId="ADAL" clId="{7215C0FA-1183-46E7-B0A0-3302B3C45047}" dt="2025-09-15T14:31:18.782" v="11441" actId="47"/>
        <pc:sldMkLst>
          <pc:docMk/>
          <pc:sldMk cId="4230653011" sldId="273"/>
        </pc:sldMkLst>
      </pc:sldChg>
      <pc:sldChg chg="addSp modSp mod ord setBg modAnim">
        <pc:chgData name="Robert de Groote" userId="2ce5265b-80a0-4fb8-a62a-8035e9b0c45a" providerId="ADAL" clId="{7215C0FA-1183-46E7-B0A0-3302B3C45047}" dt="2025-09-15T14:31:53.052" v="11445"/>
        <pc:sldMkLst>
          <pc:docMk/>
          <pc:sldMk cId="1598828328" sldId="275"/>
        </pc:sldMkLst>
        <pc:spChg chg="mod">
          <ac:chgData name="Robert de Groote" userId="2ce5265b-80a0-4fb8-a62a-8035e9b0c45a" providerId="ADAL" clId="{7215C0FA-1183-46E7-B0A0-3302B3C45047}" dt="2025-09-09T08:36:40.859" v="1010" actId="26606"/>
          <ac:spMkLst>
            <pc:docMk/>
            <pc:sldMk cId="1598828328" sldId="275"/>
            <ac:spMk id="2" creationId="{DDFF7A87-E58D-3848-03BB-187C4750BC30}"/>
          </ac:spMkLst>
        </pc:spChg>
        <pc:spChg chg="mod">
          <ac:chgData name="Robert de Groote" userId="2ce5265b-80a0-4fb8-a62a-8035e9b0c45a" providerId="ADAL" clId="{7215C0FA-1183-46E7-B0A0-3302B3C45047}" dt="2025-09-09T08:36:47.599" v="1011" actId="14100"/>
          <ac:spMkLst>
            <pc:docMk/>
            <pc:sldMk cId="1598828328" sldId="275"/>
            <ac:spMk id="3" creationId="{6DCA8270-DE95-7954-F4CE-BC121EC30AD1}"/>
          </ac:spMkLst>
        </pc:spChg>
        <pc:spChg chg="add">
          <ac:chgData name="Robert de Groote" userId="2ce5265b-80a0-4fb8-a62a-8035e9b0c45a" providerId="ADAL" clId="{7215C0FA-1183-46E7-B0A0-3302B3C45047}" dt="2025-09-09T08:36:40.859" v="1010" actId="26606"/>
          <ac:spMkLst>
            <pc:docMk/>
            <pc:sldMk cId="1598828328" sldId="275"/>
            <ac:spMk id="10" creationId="{744CAA32-F237-419C-A2DD-43C28D920D3C}"/>
          </ac:spMkLst>
        </pc:spChg>
        <pc:picChg chg="add">
          <ac:chgData name="Robert de Groote" userId="2ce5265b-80a0-4fb8-a62a-8035e9b0c45a" providerId="ADAL" clId="{7215C0FA-1183-46E7-B0A0-3302B3C45047}" dt="2025-09-09T08:36:40.859" v="1010" actId="26606"/>
          <ac:picMkLst>
            <pc:docMk/>
            <pc:sldMk cId="1598828328" sldId="275"/>
            <ac:picMk id="7" creationId="{71A167FC-0665-3166-53FB-AA6EA28DF315}"/>
          </ac:picMkLst>
        </pc:picChg>
        <pc:cxnChg chg="add">
          <ac:chgData name="Robert de Groote" userId="2ce5265b-80a0-4fb8-a62a-8035e9b0c45a" providerId="ADAL" clId="{7215C0FA-1183-46E7-B0A0-3302B3C45047}" dt="2025-09-09T08:36:40.859" v="1010" actId="26606"/>
          <ac:cxnSpMkLst>
            <pc:docMk/>
            <pc:sldMk cId="1598828328" sldId="275"/>
            <ac:cxnSpMk id="12" creationId="{753FE100-D0AB-4AE2-824B-60CFA31EC6A2}"/>
          </ac:cxnSpMkLst>
        </pc:cxnChg>
      </pc:sldChg>
      <pc:sldChg chg="modSp del mod ord">
        <pc:chgData name="Robert de Groote" userId="2ce5265b-80a0-4fb8-a62a-8035e9b0c45a" providerId="ADAL" clId="{7215C0FA-1183-46E7-B0A0-3302B3C45047}" dt="2025-09-10T06:37:19.659" v="1637" actId="47"/>
        <pc:sldMkLst>
          <pc:docMk/>
          <pc:sldMk cId="1258586967" sldId="276"/>
        </pc:sldMkLst>
      </pc:sldChg>
      <pc:sldChg chg="addSp delSp modSp mod delAnim modAnim">
        <pc:chgData name="Robert de Groote" userId="2ce5265b-80a0-4fb8-a62a-8035e9b0c45a" providerId="ADAL" clId="{7215C0FA-1183-46E7-B0A0-3302B3C45047}" dt="2025-09-15T14:58:14.495" v="11798" actId="14100"/>
        <pc:sldMkLst>
          <pc:docMk/>
          <pc:sldMk cId="3755024446" sldId="277"/>
        </pc:sldMkLst>
        <pc:spChg chg="mod">
          <ac:chgData name="Robert de Groote" userId="2ce5265b-80a0-4fb8-a62a-8035e9b0c45a" providerId="ADAL" clId="{7215C0FA-1183-46E7-B0A0-3302B3C45047}" dt="2025-09-10T13:20:41.184" v="4444" actId="113"/>
          <ac:spMkLst>
            <pc:docMk/>
            <pc:sldMk cId="3755024446" sldId="277"/>
            <ac:spMk id="3" creationId="{9D669AAF-B746-BA95-9E45-44B44FE9A5EB}"/>
          </ac:spMkLst>
        </pc:spChg>
        <pc:spChg chg="add mod">
          <ac:chgData name="Robert de Groote" userId="2ce5265b-80a0-4fb8-a62a-8035e9b0c45a" providerId="ADAL" clId="{7215C0FA-1183-46E7-B0A0-3302B3C45047}" dt="2025-09-10T08:06:16.452" v="3476" actId="962"/>
          <ac:spMkLst>
            <pc:docMk/>
            <pc:sldMk cId="3755024446" sldId="277"/>
            <ac:spMk id="4" creationId="{6A1F5CAC-CAE8-7150-DA2F-722F4312F6A2}"/>
          </ac:spMkLst>
        </pc:spChg>
        <pc:spChg chg="add mod">
          <ac:chgData name="Robert de Groote" userId="2ce5265b-80a0-4fb8-a62a-8035e9b0c45a" providerId="ADAL" clId="{7215C0FA-1183-46E7-B0A0-3302B3C45047}" dt="2025-09-10T08:15:03.777" v="3600" actId="13822"/>
          <ac:spMkLst>
            <pc:docMk/>
            <pc:sldMk cId="3755024446" sldId="277"/>
            <ac:spMk id="5" creationId="{1EA117C1-8AC1-5F1C-BC5E-07200614B265}"/>
          </ac:spMkLst>
        </pc:spChg>
        <pc:spChg chg="add mod">
          <ac:chgData name="Robert de Groote" userId="2ce5265b-80a0-4fb8-a62a-8035e9b0c45a" providerId="ADAL" clId="{7215C0FA-1183-46E7-B0A0-3302B3C45047}" dt="2025-09-10T08:15:05.580" v="3601" actId="13822"/>
          <ac:spMkLst>
            <pc:docMk/>
            <pc:sldMk cId="3755024446" sldId="277"/>
            <ac:spMk id="6" creationId="{7AAC2976-816C-5F6D-8FF2-D2985708EDB9}"/>
          </ac:spMkLst>
        </pc:spChg>
        <pc:spChg chg="add mod ord">
          <ac:chgData name="Robert de Groote" userId="2ce5265b-80a0-4fb8-a62a-8035e9b0c45a" providerId="ADAL" clId="{7215C0FA-1183-46E7-B0A0-3302B3C45047}" dt="2025-09-10T07:59:53.209" v="3421" actId="1076"/>
          <ac:spMkLst>
            <pc:docMk/>
            <pc:sldMk cId="3755024446" sldId="277"/>
            <ac:spMk id="7" creationId="{34B40EDF-1973-F5AC-0E26-27D60A83603C}"/>
          </ac:spMkLst>
        </pc:spChg>
        <pc:spChg chg="add mod ord">
          <ac:chgData name="Robert de Groote" userId="2ce5265b-80a0-4fb8-a62a-8035e9b0c45a" providerId="ADAL" clId="{7215C0FA-1183-46E7-B0A0-3302B3C45047}" dt="2025-09-10T08:14:58.559" v="3599" actId="167"/>
          <ac:spMkLst>
            <pc:docMk/>
            <pc:sldMk cId="3755024446" sldId="277"/>
            <ac:spMk id="8" creationId="{51BAF691-579D-4EA0-E5CD-E7300B50E54E}"/>
          </ac:spMkLst>
        </pc:spChg>
        <pc:spChg chg="add mod ord">
          <ac:chgData name="Robert de Groote" userId="2ce5265b-80a0-4fb8-a62a-8035e9b0c45a" providerId="ADAL" clId="{7215C0FA-1183-46E7-B0A0-3302B3C45047}" dt="2025-09-10T08:14:58.559" v="3599" actId="167"/>
          <ac:spMkLst>
            <pc:docMk/>
            <pc:sldMk cId="3755024446" sldId="277"/>
            <ac:spMk id="9" creationId="{CC01D41F-9769-3762-4567-5C419A6852EF}"/>
          </ac:spMkLst>
        </pc:spChg>
        <pc:spChg chg="add mod">
          <ac:chgData name="Robert de Groote" userId="2ce5265b-80a0-4fb8-a62a-8035e9b0c45a" providerId="ADAL" clId="{7215C0FA-1183-46E7-B0A0-3302B3C45047}" dt="2025-09-15T14:58:14.495" v="11798" actId="14100"/>
          <ac:spMkLst>
            <pc:docMk/>
            <pc:sldMk cId="3755024446" sldId="277"/>
            <ac:spMk id="10" creationId="{482A42B4-BD5E-FF03-3E0F-BF5D3D4CF25E}"/>
          </ac:spMkLst>
        </pc:spChg>
        <pc:spChg chg="add mod">
          <ac:chgData name="Robert de Groote" userId="2ce5265b-80a0-4fb8-a62a-8035e9b0c45a" providerId="ADAL" clId="{7215C0FA-1183-46E7-B0A0-3302B3C45047}" dt="2025-09-10T08:15:19.150" v="3603" actId="13822"/>
          <ac:spMkLst>
            <pc:docMk/>
            <pc:sldMk cId="3755024446" sldId="277"/>
            <ac:spMk id="19" creationId="{B0F16E3B-F751-1AED-3CF9-F840949B8C58}"/>
          </ac:spMkLst>
        </pc:spChg>
        <pc:spChg chg="add mod">
          <ac:chgData name="Robert de Groote" userId="2ce5265b-80a0-4fb8-a62a-8035e9b0c45a" providerId="ADAL" clId="{7215C0FA-1183-46E7-B0A0-3302B3C45047}" dt="2025-09-10T13:14:02.485" v="4338" actId="1076"/>
          <ac:spMkLst>
            <pc:docMk/>
            <pc:sldMk cId="3755024446" sldId="277"/>
            <ac:spMk id="20" creationId="{881BF6DE-3689-83B1-9C36-14881DB5AC18}"/>
          </ac:spMkLst>
        </pc:spChg>
        <pc:spChg chg="add mod">
          <ac:chgData name="Robert de Groote" userId="2ce5265b-80a0-4fb8-a62a-8035e9b0c45a" providerId="ADAL" clId="{7215C0FA-1183-46E7-B0A0-3302B3C45047}" dt="2025-09-10T13:14:08.735" v="4341" actId="20577"/>
          <ac:spMkLst>
            <pc:docMk/>
            <pc:sldMk cId="3755024446" sldId="277"/>
            <ac:spMk id="21" creationId="{28E16A36-33EC-FBB0-AEEB-72CE938F0256}"/>
          </ac:spMkLst>
        </pc:spChg>
        <pc:spChg chg="add mod">
          <ac:chgData name="Robert de Groote" userId="2ce5265b-80a0-4fb8-a62a-8035e9b0c45a" providerId="ADAL" clId="{7215C0FA-1183-46E7-B0A0-3302B3C45047}" dt="2025-09-10T13:14:17.127" v="4344" actId="1076"/>
          <ac:spMkLst>
            <pc:docMk/>
            <pc:sldMk cId="3755024446" sldId="277"/>
            <ac:spMk id="22" creationId="{D9677E67-6A9E-0842-1DCE-A9D14C0CC376}"/>
          </ac:spMkLst>
        </pc:spChg>
      </pc:sldChg>
      <pc:sldChg chg="del">
        <pc:chgData name="Robert de Groote" userId="2ce5265b-80a0-4fb8-a62a-8035e9b0c45a" providerId="ADAL" clId="{7215C0FA-1183-46E7-B0A0-3302B3C45047}" dt="2025-09-10T13:34:50.293" v="4608" actId="47"/>
        <pc:sldMkLst>
          <pc:docMk/>
          <pc:sldMk cId="2214709890" sldId="278"/>
        </pc:sldMkLst>
      </pc:sldChg>
      <pc:sldChg chg="addSp delSp modSp mod addAnim delAnim modAnim">
        <pc:chgData name="Robert de Groote" userId="2ce5265b-80a0-4fb8-a62a-8035e9b0c45a" providerId="ADAL" clId="{7215C0FA-1183-46E7-B0A0-3302B3C45047}" dt="2025-09-15T14:21:05.856" v="11308"/>
        <pc:sldMkLst>
          <pc:docMk/>
          <pc:sldMk cId="2729225412" sldId="279"/>
        </pc:sldMkLst>
        <pc:spChg chg="add mod">
          <ac:chgData name="Robert de Groote" userId="2ce5265b-80a0-4fb8-a62a-8035e9b0c45a" providerId="ADAL" clId="{7215C0FA-1183-46E7-B0A0-3302B3C45047}" dt="2025-09-11T05:39:18.616" v="6437" actId="13822"/>
          <ac:spMkLst>
            <pc:docMk/>
            <pc:sldMk cId="2729225412" sldId="279"/>
            <ac:spMk id="3" creationId="{07A93560-A6CB-F850-8FEC-DDB2A57A98E0}"/>
          </ac:spMkLst>
        </pc:spChg>
        <pc:spChg chg="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4" creationId="{997C8166-5229-23D4-0892-CBC69CACD44F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5" creationId="{6BA4A5B9-29A8-074F-79BA-51248B8CCF24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6" creationId="{1B43D969-C875-27CB-CB97-4E7DBC416185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7" creationId="{2D5941AE-487F-CF0A-9099-6299CFA18556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8" creationId="{76910E91-FE1A-DB6C-7B11-AC01BA52B6A0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9" creationId="{94BECED8-18DE-5828-17EA-507C18F4F907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10" creationId="{2C74233B-2CDB-EE08-9C39-AA6CC7E0915B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11" creationId="{EFE6EA85-1DE4-CC3A-B722-E20529C42415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12" creationId="{EA0ADF27-43CD-C09E-7EBB-E978014FA8CA}"/>
          </ac:spMkLst>
        </pc:spChg>
        <pc:spChg chg="add mod topLvl">
          <ac:chgData name="Robert de Groote" userId="2ce5265b-80a0-4fb8-a62a-8035e9b0c45a" providerId="ADAL" clId="{7215C0FA-1183-46E7-B0A0-3302B3C45047}" dt="2025-09-10T15:22:09.422" v="6088" actId="165"/>
          <ac:spMkLst>
            <pc:docMk/>
            <pc:sldMk cId="2729225412" sldId="279"/>
            <ac:spMk id="13" creationId="{FDB2C8A0-CAF3-5FEB-6FD6-BF63E908C9C2}"/>
          </ac:spMkLst>
        </pc:spChg>
        <pc:spChg chg="add mod">
          <ac:chgData name="Robert de Groote" userId="2ce5265b-80a0-4fb8-a62a-8035e9b0c45a" providerId="ADAL" clId="{7215C0FA-1183-46E7-B0A0-3302B3C45047}" dt="2025-09-11T05:40:19.223" v="6509" actId="14100"/>
          <ac:spMkLst>
            <pc:docMk/>
            <pc:sldMk cId="2729225412" sldId="279"/>
            <ac:spMk id="14" creationId="{615CB685-0451-C586-5C8D-33C9E9C5689E}"/>
          </ac:spMkLst>
        </pc:spChg>
        <pc:spChg chg="add mod">
          <ac:chgData name="Robert de Groote" userId="2ce5265b-80a0-4fb8-a62a-8035e9b0c45a" providerId="ADAL" clId="{7215C0FA-1183-46E7-B0A0-3302B3C45047}" dt="2025-09-10T16:33:40.030" v="6363" actId="20577"/>
          <ac:spMkLst>
            <pc:docMk/>
            <pc:sldMk cId="2729225412" sldId="279"/>
            <ac:spMk id="30" creationId="{867CD252-DC0B-0CBE-4363-F0126B7920BE}"/>
          </ac:spMkLst>
        </pc:spChg>
      </pc:sldChg>
      <pc:sldChg chg="del ord">
        <pc:chgData name="Robert de Groote" userId="2ce5265b-80a0-4fb8-a62a-8035e9b0c45a" providerId="ADAL" clId="{7215C0FA-1183-46E7-B0A0-3302B3C45047}" dt="2025-09-10T07:26:49.400" v="3090" actId="47"/>
        <pc:sldMkLst>
          <pc:docMk/>
          <pc:sldMk cId="2288260186" sldId="280"/>
        </pc:sldMkLst>
      </pc:sldChg>
      <pc:sldChg chg="addSp delSp modSp mod ord addAnim delAnim modAnim">
        <pc:chgData name="Robert de Groote" userId="2ce5265b-80a0-4fb8-a62a-8035e9b0c45a" providerId="ADAL" clId="{7215C0FA-1183-46E7-B0A0-3302B3C45047}" dt="2025-09-15T16:54:49.919" v="12090" actId="20577"/>
        <pc:sldMkLst>
          <pc:docMk/>
          <pc:sldMk cId="942638718" sldId="281"/>
        </pc:sldMkLst>
        <pc:spChg chg="mod">
          <ac:chgData name="Robert de Groote" userId="2ce5265b-80a0-4fb8-a62a-8035e9b0c45a" providerId="ADAL" clId="{7215C0FA-1183-46E7-B0A0-3302B3C45047}" dt="2025-09-15T16:54:49.919" v="12090" actId="20577"/>
          <ac:spMkLst>
            <pc:docMk/>
            <pc:sldMk cId="942638718" sldId="281"/>
            <ac:spMk id="3" creationId="{2590D580-40AA-CB3F-6B5F-66B4892B1F55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4" creationId="{BD6B13A9-3A20-4815-BD93-6A45593DBBE4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6" creationId="{AA9C913E-38C7-7529-3756-E2DB21D30189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7" creationId="{324A5A73-A567-6154-914A-D27323FDA1A6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8" creationId="{92BA385E-8639-A188-FC56-2114C10ABC5A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9" creationId="{EBE22BAB-708B-53C2-29E2-5A2EEAA5FE6B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10" creationId="{BAEFD307-8CAD-372B-08F6-29F732002E05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11" creationId="{999D770D-004A-379D-EE3F-E240A97640F3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12" creationId="{9ECDF462-3BEE-DEAF-CE65-2DED3CA06D02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13" creationId="{3142AE57-29A6-D797-3851-87239434EA6F}"/>
          </ac:spMkLst>
        </pc:spChg>
        <pc:spChg chg="add mod topLvl">
          <ac:chgData name="Robert de Groote" userId="2ce5265b-80a0-4fb8-a62a-8035e9b0c45a" providerId="ADAL" clId="{7215C0FA-1183-46E7-B0A0-3302B3C45047}" dt="2025-09-15T15:13:25.072" v="11855" actId="165"/>
          <ac:spMkLst>
            <pc:docMk/>
            <pc:sldMk cId="942638718" sldId="281"/>
            <ac:spMk id="14" creationId="{DEB5DF57-87BC-62B7-CC37-BD7E93FD6831}"/>
          </ac:spMkLst>
        </pc:spChg>
        <pc:spChg chg="add del mod ord">
          <ac:chgData name="Robert de Groote" userId="2ce5265b-80a0-4fb8-a62a-8035e9b0c45a" providerId="ADAL" clId="{7215C0FA-1183-46E7-B0A0-3302B3C45047}" dt="2025-09-15T13:36:27.118" v="9974" actId="478"/>
          <ac:spMkLst>
            <pc:docMk/>
            <pc:sldMk cId="942638718" sldId="281"/>
            <ac:spMk id="29" creationId="{420DCD70-13FB-CC94-FED7-248977C360D7}"/>
          </ac:spMkLst>
        </pc:spChg>
        <pc:spChg chg="del mod topLvl">
          <ac:chgData name="Robert de Groote" userId="2ce5265b-80a0-4fb8-a62a-8035e9b0c45a" providerId="ADAL" clId="{7215C0FA-1183-46E7-B0A0-3302B3C45047}" dt="2025-09-15T16:49:12.230" v="12025" actId="478"/>
          <ac:spMkLst>
            <pc:docMk/>
            <pc:sldMk cId="942638718" sldId="281"/>
            <ac:spMk id="33" creationId="{FF192C7D-C42F-81A7-24F8-C9013EAF1FE1}"/>
          </ac:spMkLst>
        </pc:spChg>
        <pc:spChg chg="del mod topLvl">
          <ac:chgData name="Robert de Groote" userId="2ce5265b-80a0-4fb8-a62a-8035e9b0c45a" providerId="ADAL" clId="{7215C0FA-1183-46E7-B0A0-3302B3C45047}" dt="2025-09-15T16:49:13.213" v="12026" actId="478"/>
          <ac:spMkLst>
            <pc:docMk/>
            <pc:sldMk cId="942638718" sldId="281"/>
            <ac:spMk id="34" creationId="{2074F51C-1D6E-E04B-6430-560C3C850534}"/>
          </ac:spMkLst>
        </pc:spChg>
        <pc:spChg chg="del mod topLvl">
          <ac:chgData name="Robert de Groote" userId="2ce5265b-80a0-4fb8-a62a-8035e9b0c45a" providerId="ADAL" clId="{7215C0FA-1183-46E7-B0A0-3302B3C45047}" dt="2025-09-15T16:49:14.231" v="12027" actId="478"/>
          <ac:spMkLst>
            <pc:docMk/>
            <pc:sldMk cId="942638718" sldId="281"/>
            <ac:spMk id="35" creationId="{7B3473CE-52F5-4D1B-B99F-730877798B1C}"/>
          </ac:spMkLst>
        </pc:spChg>
        <pc:spChg chg="del mod topLvl">
          <ac:chgData name="Robert de Groote" userId="2ce5265b-80a0-4fb8-a62a-8035e9b0c45a" providerId="ADAL" clId="{7215C0FA-1183-46E7-B0A0-3302B3C45047}" dt="2025-09-15T16:49:15.115" v="12028" actId="478"/>
          <ac:spMkLst>
            <pc:docMk/>
            <pc:sldMk cId="942638718" sldId="281"/>
            <ac:spMk id="36" creationId="{CC85C149-BEF4-4B8E-49C8-A900B99044EA}"/>
          </ac:spMkLst>
        </pc:spChg>
        <pc:spChg chg="del mod topLvl">
          <ac:chgData name="Robert de Groote" userId="2ce5265b-80a0-4fb8-a62a-8035e9b0c45a" providerId="ADAL" clId="{7215C0FA-1183-46E7-B0A0-3302B3C45047}" dt="2025-09-15T16:49:16.467" v="12029" actId="478"/>
          <ac:spMkLst>
            <pc:docMk/>
            <pc:sldMk cId="942638718" sldId="281"/>
            <ac:spMk id="37" creationId="{D599D3EC-1895-F72D-2D3D-DC4D7319BAE1}"/>
          </ac:spMkLst>
        </pc:spChg>
        <pc:spChg chg="del mod topLvl">
          <ac:chgData name="Robert de Groote" userId="2ce5265b-80a0-4fb8-a62a-8035e9b0c45a" providerId="ADAL" clId="{7215C0FA-1183-46E7-B0A0-3302B3C45047}" dt="2025-09-15T16:49:17.876" v="12030" actId="478"/>
          <ac:spMkLst>
            <pc:docMk/>
            <pc:sldMk cId="942638718" sldId="281"/>
            <ac:spMk id="38" creationId="{824DCEE6-3381-E78F-E997-BFBB7D89A591}"/>
          </ac:spMkLst>
        </pc:spChg>
        <pc:spChg chg="del mod topLvl">
          <ac:chgData name="Robert de Groote" userId="2ce5265b-80a0-4fb8-a62a-8035e9b0c45a" providerId="ADAL" clId="{7215C0FA-1183-46E7-B0A0-3302B3C45047}" dt="2025-09-15T16:49:19.362" v="12031" actId="478"/>
          <ac:spMkLst>
            <pc:docMk/>
            <pc:sldMk cId="942638718" sldId="281"/>
            <ac:spMk id="39" creationId="{F7BD6090-F04B-DF5F-F437-6B8D1CBA6727}"/>
          </ac:spMkLst>
        </pc:spChg>
        <pc:spChg chg="del mod topLvl">
          <ac:chgData name="Robert de Groote" userId="2ce5265b-80a0-4fb8-a62a-8035e9b0c45a" providerId="ADAL" clId="{7215C0FA-1183-46E7-B0A0-3302B3C45047}" dt="2025-09-15T16:49:20.207" v="12032" actId="478"/>
          <ac:spMkLst>
            <pc:docMk/>
            <pc:sldMk cId="942638718" sldId="281"/>
            <ac:spMk id="43" creationId="{2A459372-4FAC-4B1B-EC0A-958FA1B3C907}"/>
          </ac:spMkLst>
        </pc:spChg>
        <pc:spChg chg="del mod topLvl">
          <ac:chgData name="Robert de Groote" userId="2ce5265b-80a0-4fb8-a62a-8035e9b0c45a" providerId="ADAL" clId="{7215C0FA-1183-46E7-B0A0-3302B3C45047}" dt="2025-09-15T16:49:21.136" v="12033" actId="478"/>
          <ac:spMkLst>
            <pc:docMk/>
            <pc:sldMk cId="942638718" sldId="281"/>
            <ac:spMk id="44" creationId="{6859EC0A-4FAA-0EF7-43D4-3C944FCAC1A6}"/>
          </ac:spMkLst>
        </pc:spChg>
        <pc:spChg chg="del mod topLvl">
          <ac:chgData name="Robert de Groote" userId="2ce5265b-80a0-4fb8-a62a-8035e9b0c45a" providerId="ADAL" clId="{7215C0FA-1183-46E7-B0A0-3302B3C45047}" dt="2025-09-15T16:49:11.384" v="12024" actId="478"/>
          <ac:spMkLst>
            <pc:docMk/>
            <pc:sldMk cId="942638718" sldId="281"/>
            <ac:spMk id="45" creationId="{F3414B84-AEE7-57A2-3643-A6373D7C3C93}"/>
          </ac:spMkLst>
        </pc:spChg>
        <pc:spChg chg="mod topLvl">
          <ac:chgData name="Robert de Groote" userId="2ce5265b-80a0-4fb8-a62a-8035e9b0c45a" providerId="ADAL" clId="{7215C0FA-1183-46E7-B0A0-3302B3C45047}" dt="2025-09-15T10:39:14.839" v="9620" actId="165"/>
          <ac:spMkLst>
            <pc:docMk/>
            <pc:sldMk cId="942638718" sldId="281"/>
            <ac:spMk id="52" creationId="{37E908CA-107E-1B95-FF76-94AB43E9B66B}"/>
          </ac:spMkLst>
        </pc:spChg>
        <pc:spChg chg="mod topLvl">
          <ac:chgData name="Robert de Groote" userId="2ce5265b-80a0-4fb8-a62a-8035e9b0c45a" providerId="ADAL" clId="{7215C0FA-1183-46E7-B0A0-3302B3C45047}" dt="2025-09-15T10:39:14.839" v="9620" actId="165"/>
          <ac:spMkLst>
            <pc:docMk/>
            <pc:sldMk cId="942638718" sldId="281"/>
            <ac:spMk id="53" creationId="{AFD25FDD-A8B1-ECA4-A72D-0EA1C60AB6CE}"/>
          </ac:spMkLst>
        </pc:spChg>
        <pc:spChg chg="mod topLvl">
          <ac:chgData name="Robert de Groote" userId="2ce5265b-80a0-4fb8-a62a-8035e9b0c45a" providerId="ADAL" clId="{7215C0FA-1183-46E7-B0A0-3302B3C45047}" dt="2025-09-15T10:39:14.839" v="9620" actId="165"/>
          <ac:spMkLst>
            <pc:docMk/>
            <pc:sldMk cId="942638718" sldId="281"/>
            <ac:spMk id="54" creationId="{F43425BD-9AC7-CB7C-4BC3-70C0B7CDE382}"/>
          </ac:spMkLst>
        </pc:spChg>
        <pc:spChg chg="mod topLvl">
          <ac:chgData name="Robert de Groote" userId="2ce5265b-80a0-4fb8-a62a-8035e9b0c45a" providerId="ADAL" clId="{7215C0FA-1183-46E7-B0A0-3302B3C45047}" dt="2025-09-15T10:39:14.839" v="9620" actId="165"/>
          <ac:spMkLst>
            <pc:docMk/>
            <pc:sldMk cId="942638718" sldId="281"/>
            <ac:spMk id="55" creationId="{BFC10412-3541-0F49-1FF8-426D82D1C8E6}"/>
          </ac:spMkLst>
        </pc:spChg>
        <pc:spChg chg="mod topLvl">
          <ac:chgData name="Robert de Groote" userId="2ce5265b-80a0-4fb8-a62a-8035e9b0c45a" providerId="ADAL" clId="{7215C0FA-1183-46E7-B0A0-3302B3C45047}" dt="2025-09-15T10:39:11.882" v="9619" actId="165"/>
          <ac:spMkLst>
            <pc:docMk/>
            <pc:sldMk cId="942638718" sldId="281"/>
            <ac:spMk id="56" creationId="{FAB83F58-FE58-FD37-D3FD-A66DF7FD9AD2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57" creationId="{754F2BC0-683F-1734-8BF9-6E7E1E91706D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58" creationId="{EFF9541E-CE5E-A16B-8F24-A8CC1486E4E4}"/>
          </ac:spMkLst>
        </pc:spChg>
        <pc:spChg chg="mod topLvl">
          <ac:chgData name="Robert de Groote" userId="2ce5265b-80a0-4fb8-a62a-8035e9b0c45a" providerId="ADAL" clId="{7215C0FA-1183-46E7-B0A0-3302B3C45047}" dt="2025-09-15T10:39:11.882" v="9619" actId="165"/>
          <ac:spMkLst>
            <pc:docMk/>
            <pc:sldMk cId="942638718" sldId="281"/>
            <ac:spMk id="59" creationId="{43B02E94-E720-8D07-B39C-420BC4433284}"/>
          </ac:spMkLst>
        </pc:spChg>
        <pc:spChg chg="mod topLvl">
          <ac:chgData name="Robert de Groote" userId="2ce5265b-80a0-4fb8-a62a-8035e9b0c45a" providerId="ADAL" clId="{7215C0FA-1183-46E7-B0A0-3302B3C45047}" dt="2025-09-15T10:39:11.882" v="9619" actId="165"/>
          <ac:spMkLst>
            <pc:docMk/>
            <pc:sldMk cId="942638718" sldId="281"/>
            <ac:spMk id="60" creationId="{1EC11AAA-5878-6C83-B799-345D0ACE908C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61" creationId="{E1E47975-E673-F2DA-5186-995D3B0625BC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72" creationId="{1CC4610A-B2A2-2D62-EEF7-FBCCE8DC560B}"/>
          </ac:spMkLst>
        </pc:spChg>
        <pc:spChg chg="mod topLvl">
          <ac:chgData name="Robert de Groote" userId="2ce5265b-80a0-4fb8-a62a-8035e9b0c45a" providerId="ADAL" clId="{7215C0FA-1183-46E7-B0A0-3302B3C45047}" dt="2025-09-15T10:39:06.424" v="9615" actId="165"/>
          <ac:spMkLst>
            <pc:docMk/>
            <pc:sldMk cId="942638718" sldId="281"/>
            <ac:spMk id="73" creationId="{4814C174-1E5B-CADF-61FE-BAE5E849859D}"/>
          </ac:spMkLst>
        </pc:spChg>
        <pc:spChg chg="mod topLvl">
          <ac:chgData name="Robert de Groote" userId="2ce5265b-80a0-4fb8-a62a-8035e9b0c45a" providerId="ADAL" clId="{7215C0FA-1183-46E7-B0A0-3302B3C45047}" dt="2025-09-15T10:39:07.784" v="9616" actId="165"/>
          <ac:spMkLst>
            <pc:docMk/>
            <pc:sldMk cId="942638718" sldId="281"/>
            <ac:spMk id="74" creationId="{0E25B852-5021-915C-22E6-815984543D15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75" creationId="{896D57F7-3CF2-FCC9-C9A8-1646E3E50778}"/>
          </ac:spMkLst>
        </pc:spChg>
        <pc:spChg chg="mod topLvl">
          <ac:chgData name="Robert de Groote" userId="2ce5265b-80a0-4fb8-a62a-8035e9b0c45a" providerId="ADAL" clId="{7215C0FA-1183-46E7-B0A0-3302B3C45047}" dt="2025-09-15T10:39:09.067" v="9617" actId="165"/>
          <ac:spMkLst>
            <pc:docMk/>
            <pc:sldMk cId="942638718" sldId="281"/>
            <ac:spMk id="76" creationId="{887BDF8A-A665-7A66-9FFF-36177CBB3AB8}"/>
          </ac:spMkLst>
        </pc:spChg>
        <pc:spChg chg="mod topLvl">
          <ac:chgData name="Robert de Groote" userId="2ce5265b-80a0-4fb8-a62a-8035e9b0c45a" providerId="ADAL" clId="{7215C0FA-1183-46E7-B0A0-3302B3C45047}" dt="2025-09-15T10:39:09.067" v="9617" actId="165"/>
          <ac:spMkLst>
            <pc:docMk/>
            <pc:sldMk cId="942638718" sldId="281"/>
            <ac:spMk id="77" creationId="{6D8EF16D-D247-66EA-7E0B-E0331328A494}"/>
          </ac:spMkLst>
        </pc:spChg>
        <pc:spChg chg="mod topLvl">
          <ac:chgData name="Robert de Groote" userId="2ce5265b-80a0-4fb8-a62a-8035e9b0c45a" providerId="ADAL" clId="{7215C0FA-1183-46E7-B0A0-3302B3C45047}" dt="2025-09-15T10:39:09.067" v="9617" actId="165"/>
          <ac:spMkLst>
            <pc:docMk/>
            <pc:sldMk cId="942638718" sldId="281"/>
            <ac:spMk id="78" creationId="{965074FB-79F5-3898-EC41-A062AA17FEC7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79" creationId="{ABBF24E7-4E18-0E49-2B54-A4F2F131BC2C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80" creationId="{69989C01-6A9E-B8CC-21A6-79F7B81D1B35}"/>
          </ac:spMkLst>
        </pc:spChg>
        <pc:spChg chg="mod topLvl">
          <ac:chgData name="Robert de Groote" userId="2ce5265b-80a0-4fb8-a62a-8035e9b0c45a" providerId="ADAL" clId="{7215C0FA-1183-46E7-B0A0-3302B3C45047}" dt="2025-09-15T10:39:06.424" v="9615" actId="165"/>
          <ac:spMkLst>
            <pc:docMk/>
            <pc:sldMk cId="942638718" sldId="281"/>
            <ac:spMk id="81" creationId="{45D451DE-9E05-403F-77E7-CFCEE6C4361F}"/>
          </ac:spMkLst>
        </pc:spChg>
        <pc:spChg chg="del mod topLvl">
          <ac:chgData name="Robert de Groote" userId="2ce5265b-80a0-4fb8-a62a-8035e9b0c45a" providerId="ADAL" clId="{7215C0FA-1183-46E7-B0A0-3302B3C45047}" dt="2025-09-15T11:24:29.773" v="9793" actId="478"/>
          <ac:spMkLst>
            <pc:docMk/>
            <pc:sldMk cId="942638718" sldId="281"/>
            <ac:spMk id="92" creationId="{9588918B-6024-09BB-FA73-D0D3EFD06A54}"/>
          </ac:spMkLst>
        </pc:spChg>
        <pc:spChg chg="del mod topLvl">
          <ac:chgData name="Robert de Groote" userId="2ce5265b-80a0-4fb8-a62a-8035e9b0c45a" providerId="ADAL" clId="{7215C0FA-1183-46E7-B0A0-3302B3C45047}" dt="2025-09-15T11:24:25.823" v="9792" actId="478"/>
          <ac:spMkLst>
            <pc:docMk/>
            <pc:sldMk cId="942638718" sldId="281"/>
            <ac:spMk id="93" creationId="{1B9B0468-91E7-1D40-3FBE-8BBDE3A1858B}"/>
          </ac:spMkLst>
        </pc:spChg>
        <pc:spChg chg="del mod topLvl">
          <ac:chgData name="Robert de Groote" userId="2ce5265b-80a0-4fb8-a62a-8035e9b0c45a" providerId="ADAL" clId="{7215C0FA-1183-46E7-B0A0-3302B3C45047}" dt="2025-09-15T13:04:44.742" v="9812" actId="478"/>
          <ac:spMkLst>
            <pc:docMk/>
            <pc:sldMk cId="942638718" sldId="281"/>
            <ac:spMk id="94" creationId="{CCB4274C-62A9-87C8-13BC-CC781FBD4549}"/>
          </ac:spMkLst>
        </pc:spChg>
        <pc:spChg chg="del mod topLvl">
          <ac:chgData name="Robert de Groote" userId="2ce5265b-80a0-4fb8-a62a-8035e9b0c45a" providerId="ADAL" clId="{7215C0FA-1183-46E7-B0A0-3302B3C45047}" dt="2025-09-15T13:04:47.046" v="9813" actId="478"/>
          <ac:spMkLst>
            <pc:docMk/>
            <pc:sldMk cId="942638718" sldId="281"/>
            <ac:spMk id="95" creationId="{5B5F87B6-9542-E5FA-09D8-8EB3DFFF5F4D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96" creationId="{7873E476-DE26-EDF0-16B0-F5EE743B0837}"/>
          </ac:spMkLst>
        </pc:spChg>
        <pc:spChg chg="mod topLvl">
          <ac:chgData name="Robert de Groote" userId="2ce5265b-80a0-4fb8-a62a-8035e9b0c45a" providerId="ADAL" clId="{7215C0FA-1183-46E7-B0A0-3302B3C45047}" dt="2025-09-15T10:39:00.678" v="9613" actId="165"/>
          <ac:spMkLst>
            <pc:docMk/>
            <pc:sldMk cId="942638718" sldId="281"/>
            <ac:spMk id="97" creationId="{7D93CEB9-64AB-9828-6330-B2C5217690FB}"/>
          </ac:spMkLst>
        </pc:spChg>
        <pc:spChg chg="mod topLvl">
          <ac:chgData name="Robert de Groote" userId="2ce5265b-80a0-4fb8-a62a-8035e9b0c45a" providerId="ADAL" clId="{7215C0FA-1183-46E7-B0A0-3302B3C45047}" dt="2025-09-15T10:38:55.979" v="9611" actId="165"/>
          <ac:spMkLst>
            <pc:docMk/>
            <pc:sldMk cId="942638718" sldId="281"/>
            <ac:spMk id="98" creationId="{0AFE14D5-6D43-89DD-CAE8-FD73D8DC50F3}"/>
          </ac:spMkLst>
        </pc:spChg>
        <pc:spChg chg="mod topLvl">
          <ac:chgData name="Robert de Groote" userId="2ce5265b-80a0-4fb8-a62a-8035e9b0c45a" providerId="ADAL" clId="{7215C0FA-1183-46E7-B0A0-3302B3C45047}" dt="2025-09-15T10:38:55.979" v="9611" actId="165"/>
          <ac:spMkLst>
            <pc:docMk/>
            <pc:sldMk cId="942638718" sldId="281"/>
            <ac:spMk id="99" creationId="{F4197320-9D8E-F3D9-C2D0-051AF8908049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100" creationId="{E0A7275C-B936-3A12-2611-BA279BCA2A36}"/>
          </ac:spMkLst>
        </pc:spChg>
        <pc:spChg chg="del mod topLvl">
          <ac:chgData name="Robert de Groote" userId="2ce5265b-80a0-4fb8-a62a-8035e9b0c45a" providerId="ADAL" clId="{7215C0FA-1183-46E7-B0A0-3302B3C45047}" dt="2025-09-15T11:24:31.040" v="9794" actId="478"/>
          <ac:spMkLst>
            <pc:docMk/>
            <pc:sldMk cId="942638718" sldId="281"/>
            <ac:spMk id="101" creationId="{0BBD6F4E-0318-C992-4111-2AB3E67E737B}"/>
          </ac:spMkLst>
        </pc:spChg>
        <pc:spChg chg="del mod topLvl">
          <ac:chgData name="Robert de Groote" userId="2ce5265b-80a0-4fb8-a62a-8035e9b0c45a" providerId="ADAL" clId="{7215C0FA-1183-46E7-B0A0-3302B3C45047}" dt="2025-09-15T11:24:20.958" v="9791" actId="478"/>
          <ac:spMkLst>
            <pc:docMk/>
            <pc:sldMk cId="942638718" sldId="281"/>
            <ac:spMk id="112" creationId="{2C773327-34AC-F75E-993F-0872299A4FCC}"/>
          </ac:spMkLst>
        </pc:spChg>
        <pc:spChg chg="mod topLvl">
          <ac:chgData name="Robert de Groote" userId="2ce5265b-80a0-4fb8-a62a-8035e9b0c45a" providerId="ADAL" clId="{7215C0FA-1183-46E7-B0A0-3302B3C45047}" dt="2025-09-15T10:38:57.488" v="9612" actId="165"/>
          <ac:spMkLst>
            <pc:docMk/>
            <pc:sldMk cId="942638718" sldId="281"/>
            <ac:spMk id="116" creationId="{28D0B18E-64E3-BED6-CB49-88FA870D2FB1}"/>
          </ac:spMkLst>
        </pc:spChg>
        <pc:spChg chg="del mod topLvl">
          <ac:chgData name="Robert de Groote" userId="2ce5265b-80a0-4fb8-a62a-8035e9b0c45a" providerId="ADAL" clId="{7215C0FA-1183-46E7-B0A0-3302B3C45047}" dt="2025-09-15T13:11:53.721" v="9846" actId="478"/>
          <ac:spMkLst>
            <pc:docMk/>
            <pc:sldMk cId="942638718" sldId="281"/>
            <ac:spMk id="117" creationId="{EDD99976-1F9A-6792-879C-E6702FAC6DD4}"/>
          </ac:spMkLst>
        </pc:spChg>
        <pc:spChg chg="del mod topLvl">
          <ac:chgData name="Robert de Groote" userId="2ce5265b-80a0-4fb8-a62a-8035e9b0c45a" providerId="ADAL" clId="{7215C0FA-1183-46E7-B0A0-3302B3C45047}" dt="2025-09-15T11:24:19.098" v="9790" actId="478"/>
          <ac:spMkLst>
            <pc:docMk/>
            <pc:sldMk cId="942638718" sldId="281"/>
            <ac:spMk id="121" creationId="{006BE133-1EFA-F23A-793D-10732CC84F91}"/>
          </ac:spMkLst>
        </pc:spChg>
        <pc:spChg chg="add del mod">
          <ac:chgData name="Robert de Groote" userId="2ce5265b-80a0-4fb8-a62a-8035e9b0c45a" providerId="ADAL" clId="{7215C0FA-1183-46E7-B0A0-3302B3C45047}" dt="2025-09-15T16:49:02.354" v="12015" actId="478"/>
          <ac:spMkLst>
            <pc:docMk/>
            <pc:sldMk cId="942638718" sldId="281"/>
            <ac:spMk id="127" creationId="{E06AC5D8-B8A5-FDAC-6C28-0DCC39322E88}"/>
          </ac:spMkLst>
        </pc:spChg>
        <pc:spChg chg="add del mod">
          <ac:chgData name="Robert de Groote" userId="2ce5265b-80a0-4fb8-a62a-8035e9b0c45a" providerId="ADAL" clId="{7215C0FA-1183-46E7-B0A0-3302B3C45047}" dt="2025-09-15T16:49:03.239" v="12016" actId="478"/>
          <ac:spMkLst>
            <pc:docMk/>
            <pc:sldMk cId="942638718" sldId="281"/>
            <ac:spMk id="128" creationId="{C2327EA9-CD9D-DB19-5F62-DAED4E2D6F53}"/>
          </ac:spMkLst>
        </pc:spChg>
        <pc:spChg chg="add del mod">
          <ac:chgData name="Robert de Groote" userId="2ce5265b-80a0-4fb8-a62a-8035e9b0c45a" providerId="ADAL" clId="{7215C0FA-1183-46E7-B0A0-3302B3C45047}" dt="2025-09-15T16:49:03.993" v="12017" actId="478"/>
          <ac:spMkLst>
            <pc:docMk/>
            <pc:sldMk cId="942638718" sldId="281"/>
            <ac:spMk id="129" creationId="{B458771B-3521-588C-9E23-FA105F8C3D1C}"/>
          </ac:spMkLst>
        </pc:spChg>
        <pc:spChg chg="add del mod">
          <ac:chgData name="Robert de Groote" userId="2ce5265b-80a0-4fb8-a62a-8035e9b0c45a" providerId="ADAL" clId="{7215C0FA-1183-46E7-B0A0-3302B3C45047}" dt="2025-09-15T16:49:04.854" v="12018" actId="478"/>
          <ac:spMkLst>
            <pc:docMk/>
            <pc:sldMk cId="942638718" sldId="281"/>
            <ac:spMk id="130" creationId="{632772E1-1E25-DF4D-3B84-A4584C3D3BD3}"/>
          </ac:spMkLst>
        </pc:spChg>
        <pc:spChg chg="add del mod">
          <ac:chgData name="Robert de Groote" userId="2ce5265b-80a0-4fb8-a62a-8035e9b0c45a" providerId="ADAL" clId="{7215C0FA-1183-46E7-B0A0-3302B3C45047}" dt="2025-09-15T16:49:05.681" v="12019" actId="478"/>
          <ac:spMkLst>
            <pc:docMk/>
            <pc:sldMk cId="942638718" sldId="281"/>
            <ac:spMk id="140" creationId="{1BAAD782-66CA-11ED-39E8-5ABD40806C11}"/>
          </ac:spMkLst>
        </pc:spChg>
        <pc:spChg chg="add del mod">
          <ac:chgData name="Robert de Groote" userId="2ce5265b-80a0-4fb8-a62a-8035e9b0c45a" providerId="ADAL" clId="{7215C0FA-1183-46E7-B0A0-3302B3C45047}" dt="2025-09-15T16:49:06.685" v="12020" actId="478"/>
          <ac:spMkLst>
            <pc:docMk/>
            <pc:sldMk cId="942638718" sldId="281"/>
            <ac:spMk id="141" creationId="{91A3753A-DDC4-9D16-94EC-E22AB981C5F9}"/>
          </ac:spMkLst>
        </pc:spChg>
        <pc:spChg chg="add del mod">
          <ac:chgData name="Robert de Groote" userId="2ce5265b-80a0-4fb8-a62a-8035e9b0c45a" providerId="ADAL" clId="{7215C0FA-1183-46E7-B0A0-3302B3C45047}" dt="2025-09-15T16:49:07.545" v="12021" actId="478"/>
          <ac:spMkLst>
            <pc:docMk/>
            <pc:sldMk cId="942638718" sldId="281"/>
            <ac:spMk id="142" creationId="{D42458CB-D5B5-7ADA-A08C-382D1B3BB3FA}"/>
          </ac:spMkLst>
        </pc:spChg>
        <pc:spChg chg="add del mod">
          <ac:chgData name="Robert de Groote" userId="2ce5265b-80a0-4fb8-a62a-8035e9b0c45a" providerId="ADAL" clId="{7215C0FA-1183-46E7-B0A0-3302B3C45047}" dt="2025-09-15T16:49:08.537" v="12022" actId="478"/>
          <ac:spMkLst>
            <pc:docMk/>
            <pc:sldMk cId="942638718" sldId="281"/>
            <ac:spMk id="143" creationId="{8305E4CB-244F-6F95-DF62-4C5D2D2FE92D}"/>
          </ac:spMkLst>
        </pc:spChg>
        <pc:spChg chg="add del mod">
          <ac:chgData name="Robert de Groote" userId="2ce5265b-80a0-4fb8-a62a-8035e9b0c45a" providerId="ADAL" clId="{7215C0FA-1183-46E7-B0A0-3302B3C45047}" dt="2025-09-15T16:49:09.370" v="12023" actId="478"/>
          <ac:spMkLst>
            <pc:docMk/>
            <pc:sldMk cId="942638718" sldId="281"/>
            <ac:spMk id="144" creationId="{29562820-C976-811A-7AD7-F3EF498FA625}"/>
          </ac:spMkLst>
        </pc:spChg>
        <pc:spChg chg="add del mod">
          <ac:chgData name="Robert de Groote" userId="2ce5265b-80a0-4fb8-a62a-8035e9b0c45a" providerId="ADAL" clId="{7215C0FA-1183-46E7-B0A0-3302B3C45047}" dt="2025-09-15T16:49:01.337" v="12014" actId="478"/>
          <ac:spMkLst>
            <pc:docMk/>
            <pc:sldMk cId="942638718" sldId="281"/>
            <ac:spMk id="145" creationId="{FFCBE73E-3375-F389-2CF5-3A540EB3C47D}"/>
          </ac:spMkLst>
        </pc:spChg>
        <pc:grpChg chg="add del mod">
          <ac:chgData name="Robert de Groote" userId="2ce5265b-80a0-4fb8-a62a-8035e9b0c45a" providerId="ADAL" clId="{7215C0FA-1183-46E7-B0A0-3302B3C45047}" dt="2025-09-15T13:11:58.870" v="9847" actId="165"/>
          <ac:grpSpMkLst>
            <pc:docMk/>
            <pc:sldMk cId="942638718" sldId="281"/>
            <ac:grpSpMk id="5" creationId="{44409F8D-6160-D5D5-B186-EC1E2761E86B}"/>
          </ac:grpSpMkLst>
        </pc:grpChg>
        <pc:grpChg chg="add del mod">
          <ac:chgData name="Robert de Groote" userId="2ce5265b-80a0-4fb8-a62a-8035e9b0c45a" providerId="ADAL" clId="{7215C0FA-1183-46E7-B0A0-3302B3C45047}" dt="2025-09-15T13:12:00.710" v="9848" actId="165"/>
          <ac:grpSpMkLst>
            <pc:docMk/>
            <pc:sldMk cId="942638718" sldId="281"/>
            <ac:grpSpMk id="15" creationId="{650EB108-E968-3A8C-D6F9-65AB215A4CEA}"/>
          </ac:grpSpMkLst>
        </pc:grpChg>
        <pc:grpChg chg="add mod">
          <ac:chgData name="Robert de Groote" userId="2ce5265b-80a0-4fb8-a62a-8035e9b0c45a" providerId="ADAL" clId="{7215C0FA-1183-46E7-B0A0-3302B3C45047}" dt="2025-09-15T10:38:20.081" v="9601" actId="164"/>
          <ac:grpSpMkLst>
            <pc:docMk/>
            <pc:sldMk cId="942638718" sldId="281"/>
            <ac:grpSpMk id="17" creationId="{0D842B36-0C38-AE2A-557F-CCDE36D8DB1D}"/>
          </ac:grpSpMkLst>
        </pc:grpChg>
        <pc:grpChg chg="add del mod">
          <ac:chgData name="Robert de Groote" userId="2ce5265b-80a0-4fb8-a62a-8035e9b0c45a" providerId="ADAL" clId="{7215C0FA-1183-46E7-B0A0-3302B3C45047}" dt="2025-09-15T10:38:57.488" v="9612" actId="165"/>
          <ac:grpSpMkLst>
            <pc:docMk/>
            <pc:sldMk cId="942638718" sldId="281"/>
            <ac:grpSpMk id="23" creationId="{3BC95B46-877F-3233-8A91-D4A267E8DC92}"/>
          </ac:grpSpMkLst>
        </pc:grpChg>
        <pc:grpChg chg="add mod">
          <ac:chgData name="Robert de Groote" userId="2ce5265b-80a0-4fb8-a62a-8035e9b0c45a" providerId="ADAL" clId="{7215C0FA-1183-46E7-B0A0-3302B3C45047}" dt="2025-09-15T10:38:44.009" v="9607" actId="465"/>
          <ac:grpSpMkLst>
            <pc:docMk/>
            <pc:sldMk cId="942638718" sldId="281"/>
            <ac:grpSpMk id="24" creationId="{02B61D6B-B869-90AC-80B8-D9CA440E3659}"/>
          </ac:grpSpMkLst>
        </pc:grpChg>
        <pc:grpChg chg="add mod">
          <ac:chgData name="Robert de Groote" userId="2ce5265b-80a0-4fb8-a62a-8035e9b0c45a" providerId="ADAL" clId="{7215C0FA-1183-46E7-B0A0-3302B3C45047}" dt="2025-09-15T10:38:44.009" v="9607" actId="465"/>
          <ac:grpSpMkLst>
            <pc:docMk/>
            <pc:sldMk cId="942638718" sldId="281"/>
            <ac:grpSpMk id="25" creationId="{BDD5A2B1-8451-5955-1C7B-9758A243A498}"/>
          </ac:grpSpMkLst>
        </pc:grpChg>
        <pc:grpChg chg="add mod">
          <ac:chgData name="Robert de Groote" userId="2ce5265b-80a0-4fb8-a62a-8035e9b0c45a" providerId="ADAL" clId="{7215C0FA-1183-46E7-B0A0-3302B3C45047}" dt="2025-09-15T10:38:44.009" v="9607" actId="465"/>
          <ac:grpSpMkLst>
            <pc:docMk/>
            <pc:sldMk cId="942638718" sldId="281"/>
            <ac:grpSpMk id="26" creationId="{B24C8479-5D27-0977-BC9A-DB6762B9B8A6}"/>
          </ac:grpSpMkLst>
        </pc:grpChg>
        <pc:grpChg chg="add mod">
          <ac:chgData name="Robert de Groote" userId="2ce5265b-80a0-4fb8-a62a-8035e9b0c45a" providerId="ADAL" clId="{7215C0FA-1183-46E7-B0A0-3302B3C45047}" dt="2025-09-15T10:39:34.537" v="9621" actId="164"/>
          <ac:grpSpMkLst>
            <pc:docMk/>
            <pc:sldMk cId="942638718" sldId="281"/>
            <ac:grpSpMk id="28" creationId="{32EC85A8-0B55-1CE3-07FB-58A8F7047157}"/>
          </ac:grpSpMkLst>
        </pc:grpChg>
        <pc:grpChg chg="add mod">
          <ac:chgData name="Robert de Groote" userId="2ce5265b-80a0-4fb8-a62a-8035e9b0c45a" providerId="ADAL" clId="{7215C0FA-1183-46E7-B0A0-3302B3C45047}" dt="2025-09-15T15:12:59.036" v="11849" actId="164"/>
          <ac:grpSpMkLst>
            <pc:docMk/>
            <pc:sldMk cId="942638718" sldId="281"/>
            <ac:grpSpMk id="30" creationId="{A690411D-0BB7-1D3E-8FC6-DD4E970A9B65}"/>
          </ac:grpSpMkLst>
        </pc:grpChg>
        <pc:grpChg chg="mod">
          <ac:chgData name="Robert de Groote" userId="2ce5265b-80a0-4fb8-a62a-8035e9b0c45a" providerId="ADAL" clId="{7215C0FA-1183-46E7-B0A0-3302B3C45047}" dt="2025-09-15T15:13:18.640" v="11853" actId="1076"/>
          <ac:grpSpMkLst>
            <pc:docMk/>
            <pc:sldMk cId="942638718" sldId="281"/>
            <ac:grpSpMk id="32" creationId="{6AA21ED6-DEFD-0207-F39C-17C954DACA2B}"/>
          </ac:grpSpMkLst>
        </pc:grpChg>
        <pc:grpChg chg="add mod">
          <ac:chgData name="Robert de Groote" userId="2ce5265b-80a0-4fb8-a62a-8035e9b0c45a" providerId="ADAL" clId="{7215C0FA-1183-46E7-B0A0-3302B3C45047}" dt="2025-09-15T16:38:14.359" v="11899" actId="164"/>
          <ac:grpSpMkLst>
            <pc:docMk/>
            <pc:sldMk cId="942638718" sldId="281"/>
            <ac:grpSpMk id="46" creationId="{08E6BF50-8D83-0C6F-066D-6D2725950BCD}"/>
          </ac:grpSpMkLst>
        </pc:grpChg>
        <pc:grpChg chg="add mod">
          <ac:chgData name="Robert de Groote" userId="2ce5265b-80a0-4fb8-a62a-8035e9b0c45a" providerId="ADAL" clId="{7215C0FA-1183-46E7-B0A0-3302B3C45047}" dt="2025-09-15T16:42:12.137" v="11949" actId="164"/>
          <ac:grpSpMkLst>
            <pc:docMk/>
            <pc:sldMk cId="942638718" sldId="281"/>
            <ac:grpSpMk id="125" creationId="{11557361-4BF4-2E0A-BE1F-A29ACF894275}"/>
          </ac:grpSpMkLst>
        </pc:grpChg>
        <pc:grpChg chg="add mod">
          <ac:chgData name="Robert de Groote" userId="2ce5265b-80a0-4fb8-a62a-8035e9b0c45a" providerId="ADAL" clId="{7215C0FA-1183-46E7-B0A0-3302B3C45047}" dt="2025-09-15T16:42:16.419" v="11950" actId="164"/>
          <ac:grpSpMkLst>
            <pc:docMk/>
            <pc:sldMk cId="942638718" sldId="281"/>
            <ac:grpSpMk id="126" creationId="{F084DAB5-8A97-D72D-4D35-0D4B1E75F6EA}"/>
          </ac:grpSpMkLst>
        </pc:grpChg>
        <pc:grpChg chg="add del mod">
          <ac:chgData name="Robert de Groote" userId="2ce5265b-80a0-4fb8-a62a-8035e9b0c45a" providerId="ADAL" clId="{7215C0FA-1183-46E7-B0A0-3302B3C45047}" dt="2025-09-15T10:39:03.135" v="9614" actId="165"/>
          <ac:grpSpMkLst>
            <pc:docMk/>
            <pc:sldMk cId="942638718" sldId="281"/>
            <ac:grpSpMk id="131" creationId="{46253DBE-9A48-D01D-45B3-03C3CDA2FDFA}"/>
          </ac:grpSpMkLst>
        </pc:grpChg>
        <pc:grpChg chg="add del mod">
          <ac:chgData name="Robert de Groote" userId="2ce5265b-80a0-4fb8-a62a-8035e9b0c45a" providerId="ADAL" clId="{7215C0FA-1183-46E7-B0A0-3302B3C45047}" dt="2025-09-15T10:39:06.424" v="9615" actId="165"/>
          <ac:grpSpMkLst>
            <pc:docMk/>
            <pc:sldMk cId="942638718" sldId="281"/>
            <ac:grpSpMk id="132" creationId="{8FEC0741-CCC3-FD2C-658F-8F08F5FE73DE}"/>
          </ac:grpSpMkLst>
        </pc:grpChg>
        <pc:grpChg chg="add del mod">
          <ac:chgData name="Robert de Groote" userId="2ce5265b-80a0-4fb8-a62a-8035e9b0c45a" providerId="ADAL" clId="{7215C0FA-1183-46E7-B0A0-3302B3C45047}" dt="2025-09-15T10:39:07.784" v="9616" actId="165"/>
          <ac:grpSpMkLst>
            <pc:docMk/>
            <pc:sldMk cId="942638718" sldId="281"/>
            <ac:grpSpMk id="133" creationId="{B6B3501F-F4ED-5BF7-B69E-CCCD04CD25C0}"/>
          </ac:grpSpMkLst>
        </pc:grpChg>
        <pc:grpChg chg="add del mod">
          <ac:chgData name="Robert de Groote" userId="2ce5265b-80a0-4fb8-a62a-8035e9b0c45a" providerId="ADAL" clId="{7215C0FA-1183-46E7-B0A0-3302B3C45047}" dt="2025-09-15T10:39:14.839" v="9620" actId="165"/>
          <ac:grpSpMkLst>
            <pc:docMk/>
            <pc:sldMk cId="942638718" sldId="281"/>
            <ac:grpSpMk id="134" creationId="{6957C1AA-604A-E0DD-2508-22CB5A39B6BC}"/>
          </ac:grpSpMkLst>
        </pc:grpChg>
        <pc:grpChg chg="add del mod">
          <ac:chgData name="Robert de Groote" userId="2ce5265b-80a0-4fb8-a62a-8035e9b0c45a" providerId="ADAL" clId="{7215C0FA-1183-46E7-B0A0-3302B3C45047}" dt="2025-09-15T10:39:00.678" v="9613" actId="165"/>
          <ac:grpSpMkLst>
            <pc:docMk/>
            <pc:sldMk cId="942638718" sldId="281"/>
            <ac:grpSpMk id="135" creationId="{C7560AFE-8A12-AA84-0D6C-834597771104}"/>
          </ac:grpSpMkLst>
        </pc:grpChg>
        <pc:grpChg chg="add del mod">
          <ac:chgData name="Robert de Groote" userId="2ce5265b-80a0-4fb8-a62a-8035e9b0c45a" providerId="ADAL" clId="{7215C0FA-1183-46E7-B0A0-3302B3C45047}" dt="2025-09-15T10:39:09.067" v="9617" actId="165"/>
          <ac:grpSpMkLst>
            <pc:docMk/>
            <pc:sldMk cId="942638718" sldId="281"/>
            <ac:grpSpMk id="136" creationId="{71D2AA90-1D23-0A89-ADC2-E1570FAE34E9}"/>
          </ac:grpSpMkLst>
        </pc:grpChg>
        <pc:grpChg chg="add del mod">
          <ac:chgData name="Robert de Groote" userId="2ce5265b-80a0-4fb8-a62a-8035e9b0c45a" providerId="ADAL" clId="{7215C0FA-1183-46E7-B0A0-3302B3C45047}" dt="2025-09-15T10:39:10.287" v="9618" actId="165"/>
          <ac:grpSpMkLst>
            <pc:docMk/>
            <pc:sldMk cId="942638718" sldId="281"/>
            <ac:grpSpMk id="137" creationId="{D33C650A-86A8-B4DE-AC2C-80939596B543}"/>
          </ac:grpSpMkLst>
        </pc:grpChg>
        <pc:grpChg chg="add del mod">
          <ac:chgData name="Robert de Groote" userId="2ce5265b-80a0-4fb8-a62a-8035e9b0c45a" providerId="ADAL" clId="{7215C0FA-1183-46E7-B0A0-3302B3C45047}" dt="2025-09-15T10:39:11.882" v="9619" actId="165"/>
          <ac:grpSpMkLst>
            <pc:docMk/>
            <pc:sldMk cId="942638718" sldId="281"/>
            <ac:grpSpMk id="138" creationId="{667F29F3-6D04-8FF8-97AA-4E3FBC9198BF}"/>
          </ac:grpSpMkLst>
        </pc:grpChg>
        <pc:grpChg chg="del">
          <ac:chgData name="Robert de Groote" userId="2ce5265b-80a0-4fb8-a62a-8035e9b0c45a" providerId="ADAL" clId="{7215C0FA-1183-46E7-B0A0-3302B3C45047}" dt="2025-09-15T16:49:57.530" v="12034" actId="165"/>
          <ac:grpSpMkLst>
            <pc:docMk/>
            <pc:sldMk cId="942638718" sldId="281"/>
            <ac:grpSpMk id="146" creationId="{C4D7CDAE-0279-9F9A-3CC0-1CC9DC29BF29}"/>
          </ac:grpSpMkLst>
        </pc:grpChg>
        <pc:grpChg chg="del">
          <ac:chgData name="Robert de Groote" userId="2ce5265b-80a0-4fb8-a62a-8035e9b0c45a" providerId="ADAL" clId="{7215C0FA-1183-46E7-B0A0-3302B3C45047}" dt="2025-09-15T16:49:59.682" v="12035" actId="165"/>
          <ac:grpSpMkLst>
            <pc:docMk/>
            <pc:sldMk cId="942638718" sldId="281"/>
            <ac:grpSpMk id="151" creationId="{C22EC55A-A841-0BDA-2102-C79354D84061}"/>
          </ac:grpSpMkLst>
        </pc:grpChg>
        <pc:cxnChg chg="add mod topLvl">
          <ac:chgData name="Robert de Groote" userId="2ce5265b-80a0-4fb8-a62a-8035e9b0c45a" providerId="ADAL" clId="{7215C0FA-1183-46E7-B0A0-3302B3C45047}" dt="2025-09-15T16:42:46.540" v="11952" actId="208"/>
          <ac:cxnSpMkLst>
            <pc:docMk/>
            <pc:sldMk cId="942638718" sldId="281"/>
            <ac:cxnSpMk id="16" creationId="{B324A41B-096C-442F-1CE8-26537C517110}"/>
          </ac:cxnSpMkLst>
        </pc:cxnChg>
        <pc:cxnChg chg="add mod topLvl">
          <ac:chgData name="Robert de Groote" userId="2ce5265b-80a0-4fb8-a62a-8035e9b0c45a" providerId="ADAL" clId="{7215C0FA-1183-46E7-B0A0-3302B3C45047}" dt="2025-09-15T15:12:59.036" v="11849" actId="164"/>
          <ac:cxnSpMkLst>
            <pc:docMk/>
            <pc:sldMk cId="942638718" sldId="281"/>
            <ac:cxnSpMk id="18" creationId="{BD4A7746-AD28-D04C-20CB-C00F71132680}"/>
          </ac:cxnSpMkLst>
        </pc:cxnChg>
        <pc:cxnChg chg="add mod topLvl">
          <ac:chgData name="Robert de Groote" userId="2ce5265b-80a0-4fb8-a62a-8035e9b0c45a" providerId="ADAL" clId="{7215C0FA-1183-46E7-B0A0-3302B3C45047}" dt="2025-09-15T16:42:46.540" v="11952" actId="208"/>
          <ac:cxnSpMkLst>
            <pc:docMk/>
            <pc:sldMk cId="942638718" sldId="281"/>
            <ac:cxnSpMk id="19" creationId="{43B44CDD-28FA-E5F6-2BF8-730E812866E3}"/>
          </ac:cxnSpMkLst>
        </pc:cxnChg>
        <pc:cxnChg chg="add mod topLvl">
          <ac:chgData name="Robert de Groote" userId="2ce5265b-80a0-4fb8-a62a-8035e9b0c45a" providerId="ADAL" clId="{7215C0FA-1183-46E7-B0A0-3302B3C45047}" dt="2025-09-15T15:12:59.036" v="11849" actId="164"/>
          <ac:cxnSpMkLst>
            <pc:docMk/>
            <pc:sldMk cId="942638718" sldId="281"/>
            <ac:cxnSpMk id="20" creationId="{DBB8F709-9097-F905-526B-4F85209209F6}"/>
          </ac:cxnSpMkLst>
        </pc:cxnChg>
        <pc:cxnChg chg="add mod">
          <ac:chgData name="Robert de Groote" userId="2ce5265b-80a0-4fb8-a62a-8035e9b0c45a" providerId="ADAL" clId="{7215C0FA-1183-46E7-B0A0-3302B3C45047}" dt="2025-09-15T16:51:23.123" v="12049" actId="553"/>
          <ac:cxnSpMkLst>
            <pc:docMk/>
            <pc:sldMk cId="942638718" sldId="281"/>
            <ac:cxnSpMk id="21" creationId="{F3D11094-216E-CA8B-4F78-0A5B54AF6879}"/>
          </ac:cxnSpMkLst>
        </pc:cxnChg>
        <pc:cxnChg chg="add mod topLvl">
          <ac:chgData name="Robert de Groote" userId="2ce5265b-80a0-4fb8-a62a-8035e9b0c45a" providerId="ADAL" clId="{7215C0FA-1183-46E7-B0A0-3302B3C45047}" dt="2025-09-15T16:42:46.540" v="11952" actId="208"/>
          <ac:cxnSpMkLst>
            <pc:docMk/>
            <pc:sldMk cId="942638718" sldId="281"/>
            <ac:cxnSpMk id="22" creationId="{FAED96E7-C337-97D5-877D-52448D5ED377}"/>
          </ac:cxnSpMkLst>
        </pc:cxnChg>
        <pc:cxnChg chg="add mod topLvl">
          <ac:chgData name="Robert de Groote" userId="2ce5265b-80a0-4fb8-a62a-8035e9b0c45a" providerId="ADAL" clId="{7215C0FA-1183-46E7-B0A0-3302B3C45047}" dt="2025-09-15T16:38:14.359" v="11899" actId="164"/>
          <ac:cxnSpMkLst>
            <pc:docMk/>
            <pc:sldMk cId="942638718" sldId="281"/>
            <ac:cxnSpMk id="40" creationId="{ECBAC216-1606-A28F-C7C2-EBA6FAF3FBCF}"/>
          </ac:cxnSpMkLst>
        </pc:cxnChg>
        <pc:cxnChg chg="add mod topLvl">
          <ac:chgData name="Robert de Groote" userId="2ce5265b-80a0-4fb8-a62a-8035e9b0c45a" providerId="ADAL" clId="{7215C0FA-1183-46E7-B0A0-3302B3C45047}" dt="2025-09-15T16:38:14.359" v="11899" actId="164"/>
          <ac:cxnSpMkLst>
            <pc:docMk/>
            <pc:sldMk cId="942638718" sldId="281"/>
            <ac:cxnSpMk id="41" creationId="{4A29BE02-F053-DEDD-2BDE-63F3F897CCC2}"/>
          </ac:cxnSpMkLst>
        </pc:cxnChg>
        <pc:cxnChg chg="add mod topLvl">
          <ac:chgData name="Robert de Groote" userId="2ce5265b-80a0-4fb8-a62a-8035e9b0c45a" providerId="ADAL" clId="{7215C0FA-1183-46E7-B0A0-3302B3C45047}" dt="2025-09-15T16:42:46.540" v="11952" actId="208"/>
          <ac:cxnSpMkLst>
            <pc:docMk/>
            <pc:sldMk cId="942638718" sldId="281"/>
            <ac:cxnSpMk id="42" creationId="{1CF36C68-7DFE-5D9A-9395-F758AB137A4B}"/>
          </ac:cxnSpMkLst>
        </pc:cxnChg>
        <pc:cxnChg chg="add del mod">
          <ac:chgData name="Robert de Groote" userId="2ce5265b-80a0-4fb8-a62a-8035e9b0c45a" providerId="ADAL" clId="{7215C0FA-1183-46E7-B0A0-3302B3C45047}" dt="2025-09-15T16:40:46.428" v="11921" actId="478"/>
          <ac:cxnSpMkLst>
            <pc:docMk/>
            <pc:sldMk cId="942638718" sldId="281"/>
            <ac:cxnSpMk id="47" creationId="{2F0AA2CD-8C79-C8E2-EFC9-859FC836F37F}"/>
          </ac:cxnSpMkLst>
        </pc:cxnChg>
        <pc:cxnChg chg="add mod">
          <ac:chgData name="Robert de Groote" userId="2ce5265b-80a0-4fb8-a62a-8035e9b0c45a" providerId="ADAL" clId="{7215C0FA-1183-46E7-B0A0-3302B3C45047}" dt="2025-09-15T16:49:12.230" v="12025" actId="478"/>
          <ac:cxnSpMkLst>
            <pc:docMk/>
            <pc:sldMk cId="942638718" sldId="281"/>
            <ac:cxnSpMk id="49" creationId="{6B753D91-5BA1-EC0C-DEEF-0240047E0100}"/>
          </ac:cxnSpMkLst>
        </pc:cxnChg>
        <pc:cxnChg chg="add mod">
          <ac:chgData name="Robert de Groote" userId="2ce5265b-80a0-4fb8-a62a-8035e9b0c45a" providerId="ADAL" clId="{7215C0FA-1183-46E7-B0A0-3302B3C45047}" dt="2025-09-15T16:49:13.213" v="12026" actId="478"/>
          <ac:cxnSpMkLst>
            <pc:docMk/>
            <pc:sldMk cId="942638718" sldId="281"/>
            <ac:cxnSpMk id="50" creationId="{8F60C064-F79B-C321-1156-1FA07A8CC00A}"/>
          </ac:cxnSpMkLst>
        </pc:cxnChg>
        <pc:cxnChg chg="add mod">
          <ac:chgData name="Robert de Groote" userId="2ce5265b-80a0-4fb8-a62a-8035e9b0c45a" providerId="ADAL" clId="{7215C0FA-1183-46E7-B0A0-3302B3C45047}" dt="2025-09-15T16:49:14.231" v="12027" actId="478"/>
          <ac:cxnSpMkLst>
            <pc:docMk/>
            <pc:sldMk cId="942638718" sldId="281"/>
            <ac:cxnSpMk id="51" creationId="{2B2232BB-B525-7EE7-62CE-90A35AC8E8BB}"/>
          </ac:cxnSpMkLst>
        </pc:cxnChg>
        <pc:cxnChg chg="mod">
          <ac:chgData name="Robert de Groote" userId="2ce5265b-80a0-4fb8-a62a-8035e9b0c45a" providerId="ADAL" clId="{7215C0FA-1183-46E7-B0A0-3302B3C45047}" dt="2025-09-15T10:35:33.563" v="9584" actId="164"/>
          <ac:cxnSpMkLst>
            <pc:docMk/>
            <pc:sldMk cId="942638718" sldId="281"/>
            <ac:cxnSpMk id="62" creationId="{FC863D3C-8179-2AA7-85E8-984545C49AFC}"/>
          </ac:cxnSpMkLst>
        </pc:cxnChg>
        <pc:cxnChg chg="mod">
          <ac:chgData name="Robert de Groote" userId="2ce5265b-80a0-4fb8-a62a-8035e9b0c45a" providerId="ADAL" clId="{7215C0FA-1183-46E7-B0A0-3302B3C45047}" dt="2025-09-15T10:35:33.563" v="9584" actId="164"/>
          <ac:cxnSpMkLst>
            <pc:docMk/>
            <pc:sldMk cId="942638718" sldId="281"/>
            <ac:cxnSpMk id="63" creationId="{A4B829CE-FC1B-59D2-E4B5-20135A12F438}"/>
          </ac:cxnSpMkLst>
        </pc:cxnChg>
        <pc:cxnChg chg="mod">
          <ac:chgData name="Robert de Groote" userId="2ce5265b-80a0-4fb8-a62a-8035e9b0c45a" providerId="ADAL" clId="{7215C0FA-1183-46E7-B0A0-3302B3C45047}" dt="2025-09-15T10:38:20.081" v="9601" actId="164"/>
          <ac:cxnSpMkLst>
            <pc:docMk/>
            <pc:sldMk cId="942638718" sldId="281"/>
            <ac:cxnSpMk id="64" creationId="{9322F73D-DF09-B616-6DED-A2DCA8D6D413}"/>
          </ac:cxnSpMkLst>
        </pc:cxnChg>
        <pc:cxnChg chg="mod">
          <ac:chgData name="Robert de Groote" userId="2ce5265b-80a0-4fb8-a62a-8035e9b0c45a" providerId="ADAL" clId="{7215C0FA-1183-46E7-B0A0-3302B3C45047}" dt="2025-09-15T10:38:20.081" v="9601" actId="164"/>
          <ac:cxnSpMkLst>
            <pc:docMk/>
            <pc:sldMk cId="942638718" sldId="281"/>
            <ac:cxnSpMk id="65" creationId="{79DDCBF0-0DCA-2B89-A24F-C8D30A8F6523}"/>
          </ac:cxnSpMkLst>
        </pc:cxnChg>
        <pc:cxnChg chg="add mod">
          <ac:chgData name="Robert de Groote" userId="2ce5265b-80a0-4fb8-a62a-8035e9b0c45a" providerId="ADAL" clId="{7215C0FA-1183-46E7-B0A0-3302B3C45047}" dt="2025-09-15T16:49:15.115" v="12028" actId="478"/>
          <ac:cxnSpMkLst>
            <pc:docMk/>
            <pc:sldMk cId="942638718" sldId="281"/>
            <ac:cxnSpMk id="66" creationId="{DEF3C5CA-68C4-0C00-CDFF-6086D60AD905}"/>
          </ac:cxnSpMkLst>
        </pc:cxnChg>
        <pc:cxnChg chg="mod">
          <ac:chgData name="Robert de Groote" userId="2ce5265b-80a0-4fb8-a62a-8035e9b0c45a" providerId="ADAL" clId="{7215C0FA-1183-46E7-B0A0-3302B3C45047}" dt="2025-09-15T10:39:34.537" v="9621" actId="164"/>
          <ac:cxnSpMkLst>
            <pc:docMk/>
            <pc:sldMk cId="942638718" sldId="281"/>
            <ac:cxnSpMk id="67" creationId="{042F2083-16E6-B8CE-219E-E4552EC11B09}"/>
          </ac:cxnSpMkLst>
        </pc:cxnChg>
        <pc:cxnChg chg="mod">
          <ac:chgData name="Robert de Groote" userId="2ce5265b-80a0-4fb8-a62a-8035e9b0c45a" providerId="ADAL" clId="{7215C0FA-1183-46E7-B0A0-3302B3C45047}" dt="2025-09-15T10:38:20.081" v="9601" actId="164"/>
          <ac:cxnSpMkLst>
            <pc:docMk/>
            <pc:sldMk cId="942638718" sldId="281"/>
            <ac:cxnSpMk id="68" creationId="{3CF562C2-51BE-BB16-1F60-C1EC856F1BF2}"/>
          </ac:cxnSpMkLst>
        </pc:cxnChg>
        <pc:cxnChg chg="mod">
          <ac:chgData name="Robert de Groote" userId="2ce5265b-80a0-4fb8-a62a-8035e9b0c45a" providerId="ADAL" clId="{7215C0FA-1183-46E7-B0A0-3302B3C45047}" dt="2025-09-15T10:38:20.081" v="9601" actId="164"/>
          <ac:cxnSpMkLst>
            <pc:docMk/>
            <pc:sldMk cId="942638718" sldId="281"/>
            <ac:cxnSpMk id="69" creationId="{19FDA384-DA07-6C53-4696-CF20F525E008}"/>
          </ac:cxnSpMkLst>
        </pc:cxnChg>
        <pc:cxnChg chg="mod">
          <ac:chgData name="Robert de Groote" userId="2ce5265b-80a0-4fb8-a62a-8035e9b0c45a" providerId="ADAL" clId="{7215C0FA-1183-46E7-B0A0-3302B3C45047}" dt="2025-09-15T10:39:34.537" v="9621" actId="164"/>
          <ac:cxnSpMkLst>
            <pc:docMk/>
            <pc:sldMk cId="942638718" sldId="281"/>
            <ac:cxnSpMk id="70" creationId="{4AE20AB2-16B4-86F8-6EE2-B8646FA49FC2}"/>
          </ac:cxnSpMkLst>
        </pc:cxnChg>
        <pc:cxnChg chg="add del mod">
          <ac:chgData name="Robert de Groote" userId="2ce5265b-80a0-4fb8-a62a-8035e9b0c45a" providerId="ADAL" clId="{7215C0FA-1183-46E7-B0A0-3302B3C45047}" dt="2025-09-15T16:42:19.194" v="11951" actId="478"/>
          <ac:cxnSpMkLst>
            <pc:docMk/>
            <pc:sldMk cId="942638718" sldId="281"/>
            <ac:cxnSpMk id="71" creationId="{0B66E9C5-7B85-8AFF-850E-76618FD9FAD2}"/>
          </ac:cxnSpMkLst>
        </pc:cxnChg>
        <pc:cxnChg chg="mod">
          <ac:chgData name="Robert de Groote" userId="2ce5265b-80a0-4fb8-a62a-8035e9b0c45a" providerId="ADAL" clId="{7215C0FA-1183-46E7-B0A0-3302B3C45047}" dt="2025-09-15T10:38:17.271" v="9600" actId="164"/>
          <ac:cxnSpMkLst>
            <pc:docMk/>
            <pc:sldMk cId="942638718" sldId="281"/>
            <ac:cxnSpMk id="82" creationId="{C1D3F9DB-97AB-DD30-FB43-9C49B7E3D174}"/>
          </ac:cxnSpMkLst>
        </pc:cxnChg>
        <pc:cxnChg chg="mod">
          <ac:chgData name="Robert de Groote" userId="2ce5265b-80a0-4fb8-a62a-8035e9b0c45a" providerId="ADAL" clId="{7215C0FA-1183-46E7-B0A0-3302B3C45047}" dt="2025-09-15T10:38:17.271" v="9600" actId="164"/>
          <ac:cxnSpMkLst>
            <pc:docMk/>
            <pc:sldMk cId="942638718" sldId="281"/>
            <ac:cxnSpMk id="83" creationId="{EB450255-FAA7-89E6-329E-09EF20A5D973}"/>
          </ac:cxnSpMkLst>
        </pc:cxnChg>
        <pc:cxnChg chg="add mod">
          <ac:chgData name="Robert de Groote" userId="2ce5265b-80a0-4fb8-a62a-8035e9b0c45a" providerId="ADAL" clId="{7215C0FA-1183-46E7-B0A0-3302B3C45047}" dt="2025-09-15T16:49:19.362" v="12031" actId="478"/>
          <ac:cxnSpMkLst>
            <pc:docMk/>
            <pc:sldMk cId="942638718" sldId="281"/>
            <ac:cxnSpMk id="84" creationId="{8E92CC33-A5EE-86F0-EBC0-953CC8D2C3E4}"/>
          </ac:cxnSpMkLst>
        </pc:cxnChg>
        <pc:cxnChg chg="del mod">
          <ac:chgData name="Robert de Groote" userId="2ce5265b-80a0-4fb8-a62a-8035e9b0c45a" providerId="ADAL" clId="{7215C0FA-1183-46E7-B0A0-3302B3C45047}" dt="2025-09-15T13:06:16.709" v="9834" actId="478"/>
          <ac:cxnSpMkLst>
            <pc:docMk/>
            <pc:sldMk cId="942638718" sldId="281"/>
            <ac:cxnSpMk id="85" creationId="{94A4691B-062A-955C-099A-81D483EE6455}"/>
          </ac:cxnSpMkLst>
        </pc:cxnChg>
        <pc:cxnChg chg="add mod">
          <ac:chgData name="Robert de Groote" userId="2ce5265b-80a0-4fb8-a62a-8035e9b0c45a" providerId="ADAL" clId="{7215C0FA-1183-46E7-B0A0-3302B3C45047}" dt="2025-09-15T16:49:17.876" v="12030" actId="478"/>
          <ac:cxnSpMkLst>
            <pc:docMk/>
            <pc:sldMk cId="942638718" sldId="281"/>
            <ac:cxnSpMk id="86" creationId="{79990A7D-AC46-BA32-CBDF-A98B5447E815}"/>
          </ac:cxnSpMkLst>
        </pc:cxnChg>
        <pc:cxnChg chg="mod">
          <ac:chgData name="Robert de Groote" userId="2ce5265b-80a0-4fb8-a62a-8035e9b0c45a" providerId="ADAL" clId="{7215C0FA-1183-46E7-B0A0-3302B3C45047}" dt="2025-09-15T10:38:17.271" v="9600" actId="164"/>
          <ac:cxnSpMkLst>
            <pc:docMk/>
            <pc:sldMk cId="942638718" sldId="281"/>
            <ac:cxnSpMk id="87" creationId="{A29E5350-7F22-3BE0-196A-C7C3B68EEAA7}"/>
          </ac:cxnSpMkLst>
        </pc:cxnChg>
        <pc:cxnChg chg="add mod">
          <ac:chgData name="Robert de Groote" userId="2ce5265b-80a0-4fb8-a62a-8035e9b0c45a" providerId="ADAL" clId="{7215C0FA-1183-46E7-B0A0-3302B3C45047}" dt="2025-09-15T16:49:20.207" v="12032" actId="478"/>
          <ac:cxnSpMkLst>
            <pc:docMk/>
            <pc:sldMk cId="942638718" sldId="281"/>
            <ac:cxnSpMk id="88" creationId="{D63A7B05-36BC-73BB-5621-A415E78CE34B}"/>
          </ac:cxnSpMkLst>
        </pc:cxnChg>
        <pc:cxnChg chg="mod">
          <ac:chgData name="Robert de Groote" userId="2ce5265b-80a0-4fb8-a62a-8035e9b0c45a" providerId="ADAL" clId="{7215C0FA-1183-46E7-B0A0-3302B3C45047}" dt="2025-09-15T10:38:17.271" v="9600" actId="164"/>
          <ac:cxnSpMkLst>
            <pc:docMk/>
            <pc:sldMk cId="942638718" sldId="281"/>
            <ac:cxnSpMk id="90" creationId="{9AAB9A35-99E2-A92B-80BB-7F5D26F76F86}"/>
          </ac:cxnSpMkLst>
        </pc:cxnChg>
        <pc:cxnChg chg="add mod">
          <ac:chgData name="Robert de Groote" userId="2ce5265b-80a0-4fb8-a62a-8035e9b0c45a" providerId="ADAL" clId="{7215C0FA-1183-46E7-B0A0-3302B3C45047}" dt="2025-09-15T16:49:21.136" v="12033" actId="478"/>
          <ac:cxnSpMkLst>
            <pc:docMk/>
            <pc:sldMk cId="942638718" sldId="281"/>
            <ac:cxnSpMk id="91" creationId="{FCE1183B-D1DC-B095-7DAC-CBDF4FAC7E59}"/>
          </ac:cxnSpMkLst>
        </pc:cxnChg>
        <pc:cxnChg chg="mod">
          <ac:chgData name="Robert de Groote" userId="2ce5265b-80a0-4fb8-a62a-8035e9b0c45a" providerId="ADAL" clId="{7215C0FA-1183-46E7-B0A0-3302B3C45047}" dt="2025-09-15T11:24:31.040" v="9794" actId="478"/>
          <ac:cxnSpMkLst>
            <pc:docMk/>
            <pc:sldMk cId="942638718" sldId="281"/>
            <ac:cxnSpMk id="102" creationId="{249B6B3D-5545-4D1A-9947-D7ABFC2D2E7F}"/>
          </ac:cxnSpMkLst>
        </pc:cxnChg>
        <pc:cxnChg chg="mod topLvl">
          <ac:chgData name="Robert de Groote" userId="2ce5265b-80a0-4fb8-a62a-8035e9b0c45a" providerId="ADAL" clId="{7215C0FA-1183-46E7-B0A0-3302B3C45047}" dt="2025-09-15T16:49:57.530" v="12034" actId="165"/>
          <ac:cxnSpMkLst>
            <pc:docMk/>
            <pc:sldMk cId="942638718" sldId="281"/>
            <ac:cxnSpMk id="147" creationId="{E3FD6115-65A9-5677-2A32-16B9AFAB1D5A}"/>
          </ac:cxnSpMkLst>
        </pc:cxnChg>
        <pc:cxnChg chg="mod topLvl">
          <ac:chgData name="Robert de Groote" userId="2ce5265b-80a0-4fb8-a62a-8035e9b0c45a" providerId="ADAL" clId="{7215C0FA-1183-46E7-B0A0-3302B3C45047}" dt="2025-09-15T16:49:57.530" v="12034" actId="165"/>
          <ac:cxnSpMkLst>
            <pc:docMk/>
            <pc:sldMk cId="942638718" sldId="281"/>
            <ac:cxnSpMk id="148" creationId="{944C702C-A9DE-CCD6-8B58-A3F0AD1B91D7}"/>
          </ac:cxnSpMkLst>
        </pc:cxnChg>
        <pc:cxnChg chg="mod topLvl">
          <ac:chgData name="Robert de Groote" userId="2ce5265b-80a0-4fb8-a62a-8035e9b0c45a" providerId="ADAL" clId="{7215C0FA-1183-46E7-B0A0-3302B3C45047}" dt="2025-09-15T16:49:57.530" v="12034" actId="165"/>
          <ac:cxnSpMkLst>
            <pc:docMk/>
            <pc:sldMk cId="942638718" sldId="281"/>
            <ac:cxnSpMk id="149" creationId="{191F802A-6DA1-E2D6-49D0-54CAE7F88A35}"/>
          </ac:cxnSpMkLst>
        </pc:cxnChg>
        <pc:cxnChg chg="mod topLvl">
          <ac:chgData name="Robert de Groote" userId="2ce5265b-80a0-4fb8-a62a-8035e9b0c45a" providerId="ADAL" clId="{7215C0FA-1183-46E7-B0A0-3302B3C45047}" dt="2025-09-15T16:51:17.113" v="12048" actId="554"/>
          <ac:cxnSpMkLst>
            <pc:docMk/>
            <pc:sldMk cId="942638718" sldId="281"/>
            <ac:cxnSpMk id="150" creationId="{4E7E4667-7C1A-A6D8-FD5C-92A4788855FC}"/>
          </ac:cxnSpMkLst>
        </pc:cxnChg>
        <pc:cxnChg chg="mod topLvl">
          <ac:chgData name="Robert de Groote" userId="2ce5265b-80a0-4fb8-a62a-8035e9b0c45a" providerId="ADAL" clId="{7215C0FA-1183-46E7-B0A0-3302B3C45047}" dt="2025-09-15T16:49:59.682" v="12035" actId="165"/>
          <ac:cxnSpMkLst>
            <pc:docMk/>
            <pc:sldMk cId="942638718" sldId="281"/>
            <ac:cxnSpMk id="152" creationId="{325F6ADD-D8E8-2A18-C850-E07D625214D4}"/>
          </ac:cxnSpMkLst>
        </pc:cxnChg>
        <pc:cxnChg chg="mod topLvl">
          <ac:chgData name="Robert de Groote" userId="2ce5265b-80a0-4fb8-a62a-8035e9b0c45a" providerId="ADAL" clId="{7215C0FA-1183-46E7-B0A0-3302B3C45047}" dt="2025-09-15T16:49:59.682" v="12035" actId="165"/>
          <ac:cxnSpMkLst>
            <pc:docMk/>
            <pc:sldMk cId="942638718" sldId="281"/>
            <ac:cxnSpMk id="153" creationId="{D091B8F7-758E-5E0B-BE3E-9C7B58BB86E6}"/>
          </ac:cxnSpMkLst>
        </pc:cxnChg>
        <pc:cxnChg chg="mod topLvl">
          <ac:chgData name="Robert de Groote" userId="2ce5265b-80a0-4fb8-a62a-8035e9b0c45a" providerId="ADAL" clId="{7215C0FA-1183-46E7-B0A0-3302B3C45047}" dt="2025-09-15T16:49:59.682" v="12035" actId="165"/>
          <ac:cxnSpMkLst>
            <pc:docMk/>
            <pc:sldMk cId="942638718" sldId="281"/>
            <ac:cxnSpMk id="154" creationId="{03A586C0-6DD9-DA80-011C-F00526C7C773}"/>
          </ac:cxnSpMkLst>
        </pc:cxnChg>
        <pc:cxnChg chg="mod topLvl">
          <ac:chgData name="Robert de Groote" userId="2ce5265b-80a0-4fb8-a62a-8035e9b0c45a" providerId="ADAL" clId="{7215C0FA-1183-46E7-B0A0-3302B3C45047}" dt="2025-09-15T16:49:59.682" v="12035" actId="165"/>
          <ac:cxnSpMkLst>
            <pc:docMk/>
            <pc:sldMk cId="942638718" sldId="281"/>
            <ac:cxnSpMk id="155" creationId="{7AB982F8-E00E-2217-541A-06AF2A2D8610}"/>
          </ac:cxnSpMkLst>
        </pc:cxnChg>
        <pc:cxnChg chg="add mod">
          <ac:chgData name="Robert de Groote" userId="2ce5265b-80a0-4fb8-a62a-8035e9b0c45a" providerId="ADAL" clId="{7215C0FA-1183-46E7-B0A0-3302B3C45047}" dt="2025-09-15T16:51:23.123" v="12049" actId="553"/>
          <ac:cxnSpMkLst>
            <pc:docMk/>
            <pc:sldMk cId="942638718" sldId="281"/>
            <ac:cxnSpMk id="164" creationId="{8C4D9386-BDC3-C9A4-58E1-B35E623B42CC}"/>
          </ac:cxnSpMkLst>
        </pc:cxnChg>
      </pc:sldChg>
      <pc:sldChg chg="add del">
        <pc:chgData name="Robert de Groote" userId="2ce5265b-80a0-4fb8-a62a-8035e9b0c45a" providerId="ADAL" clId="{7215C0FA-1183-46E7-B0A0-3302B3C45047}" dt="2025-09-15T14:31:22.487" v="11442" actId="47"/>
        <pc:sldMkLst>
          <pc:docMk/>
          <pc:sldMk cId="3256589800" sldId="282"/>
        </pc:sldMkLst>
      </pc:sldChg>
      <pc:sldChg chg="add del">
        <pc:chgData name="Robert de Groote" userId="2ce5265b-80a0-4fb8-a62a-8035e9b0c45a" providerId="ADAL" clId="{7215C0FA-1183-46E7-B0A0-3302B3C45047}" dt="2025-09-10T06:19:19.054" v="1635" actId="47"/>
        <pc:sldMkLst>
          <pc:docMk/>
          <pc:sldMk cId="2063953280" sldId="283"/>
        </pc:sldMkLst>
      </pc:sldChg>
      <pc:sldChg chg="addSp delSp modSp add mod modAnim">
        <pc:chgData name="Robert de Groote" userId="2ce5265b-80a0-4fb8-a62a-8035e9b0c45a" providerId="ADAL" clId="{7215C0FA-1183-46E7-B0A0-3302B3C45047}" dt="2025-09-15T14:46:03.041" v="11569" actId="20577"/>
        <pc:sldMkLst>
          <pc:docMk/>
          <pc:sldMk cId="1899043250" sldId="284"/>
        </pc:sldMkLst>
        <pc:spChg chg="mod">
          <ac:chgData name="Robert de Groote" userId="2ce5265b-80a0-4fb8-a62a-8035e9b0c45a" providerId="ADAL" clId="{7215C0FA-1183-46E7-B0A0-3302B3C45047}" dt="2025-09-09T08:05:09.741" v="298" actId="20577"/>
          <ac:spMkLst>
            <pc:docMk/>
            <pc:sldMk cId="1899043250" sldId="284"/>
            <ac:spMk id="3" creationId="{F648B5DD-4FC9-EA3D-BBFC-901D2FC55A99}"/>
          </ac:spMkLst>
        </pc:spChg>
        <pc:spChg chg="mod">
          <ac:chgData name="Robert de Groote" userId="2ce5265b-80a0-4fb8-a62a-8035e9b0c45a" providerId="ADAL" clId="{7215C0FA-1183-46E7-B0A0-3302B3C45047}" dt="2025-09-09T08:06:42.847" v="315" actId="20577"/>
          <ac:spMkLst>
            <pc:docMk/>
            <pc:sldMk cId="1899043250" sldId="284"/>
            <ac:spMk id="4" creationId="{818F6BCA-2535-991D-7EF7-A883AE168E47}"/>
          </ac:spMkLst>
        </pc:spChg>
        <pc:spChg chg="add mod">
          <ac:chgData name="Robert de Groote" userId="2ce5265b-80a0-4fb8-a62a-8035e9b0c45a" providerId="ADAL" clId="{7215C0FA-1183-46E7-B0A0-3302B3C45047}" dt="2025-09-15T14:45:40.226" v="11567" actId="1076"/>
          <ac:spMkLst>
            <pc:docMk/>
            <pc:sldMk cId="1899043250" sldId="284"/>
            <ac:spMk id="5" creationId="{BA2A88DB-706E-559C-8BA5-9ACA47A44C83}"/>
          </ac:spMkLst>
        </pc:spChg>
        <pc:spChg chg="add mod">
          <ac:chgData name="Robert de Groote" userId="2ce5265b-80a0-4fb8-a62a-8035e9b0c45a" providerId="ADAL" clId="{7215C0FA-1183-46E7-B0A0-3302B3C45047}" dt="2025-09-15T14:37:48.228" v="11490" actId="2711"/>
          <ac:spMkLst>
            <pc:docMk/>
            <pc:sldMk cId="1899043250" sldId="284"/>
            <ac:spMk id="6" creationId="{30A262CD-8161-92FF-3659-07F1902C6D01}"/>
          </ac:spMkLst>
        </pc:spChg>
        <pc:spChg chg="add mod">
          <ac:chgData name="Robert de Groote" userId="2ce5265b-80a0-4fb8-a62a-8035e9b0c45a" providerId="ADAL" clId="{7215C0FA-1183-46E7-B0A0-3302B3C45047}" dt="2025-09-15T14:37:50.953" v="11491"/>
          <ac:spMkLst>
            <pc:docMk/>
            <pc:sldMk cId="1899043250" sldId="284"/>
            <ac:spMk id="7" creationId="{1D9F58C4-E924-784F-62BA-17C5E0AFF7F9}"/>
          </ac:spMkLst>
        </pc:spChg>
        <pc:spChg chg="add mod">
          <ac:chgData name="Robert de Groote" userId="2ce5265b-80a0-4fb8-a62a-8035e9b0c45a" providerId="ADAL" clId="{7215C0FA-1183-46E7-B0A0-3302B3C45047}" dt="2025-09-15T14:37:53.681" v="11492"/>
          <ac:spMkLst>
            <pc:docMk/>
            <pc:sldMk cId="1899043250" sldId="284"/>
            <ac:spMk id="8" creationId="{F3AF9382-818A-7800-3642-96F8C567C561}"/>
          </ac:spMkLst>
        </pc:spChg>
        <pc:spChg chg="add mod">
          <ac:chgData name="Robert de Groote" userId="2ce5265b-80a0-4fb8-a62a-8035e9b0c45a" providerId="ADAL" clId="{7215C0FA-1183-46E7-B0A0-3302B3C45047}" dt="2025-09-15T14:37:56.228" v="11493"/>
          <ac:spMkLst>
            <pc:docMk/>
            <pc:sldMk cId="1899043250" sldId="284"/>
            <ac:spMk id="9" creationId="{12BEACBB-14EF-92A9-2BD3-3DBEC3C230F7}"/>
          </ac:spMkLst>
        </pc:spChg>
        <pc:spChg chg="add mod">
          <ac:chgData name="Robert de Groote" userId="2ce5265b-80a0-4fb8-a62a-8035e9b0c45a" providerId="ADAL" clId="{7215C0FA-1183-46E7-B0A0-3302B3C45047}" dt="2025-09-15T14:40:16.920" v="11497" actId="20577"/>
          <ac:spMkLst>
            <pc:docMk/>
            <pc:sldMk cId="1899043250" sldId="284"/>
            <ac:spMk id="11" creationId="{602B61AE-3318-EBAB-2EC4-FBD1D64B7DF9}"/>
          </ac:spMkLst>
        </pc:spChg>
        <pc:spChg chg="add mod">
          <ac:chgData name="Robert de Groote" userId="2ce5265b-80a0-4fb8-a62a-8035e9b0c45a" providerId="ADAL" clId="{7215C0FA-1183-46E7-B0A0-3302B3C45047}" dt="2025-09-09T08:14:19.176" v="451" actId="164"/>
          <ac:spMkLst>
            <pc:docMk/>
            <pc:sldMk cId="1899043250" sldId="284"/>
            <ac:spMk id="12" creationId="{73976537-D2A4-1A76-E0ED-D58EAFE079C6}"/>
          </ac:spMkLst>
        </pc:spChg>
        <pc:spChg chg="add mod">
          <ac:chgData name="Robert de Groote" userId="2ce5265b-80a0-4fb8-a62a-8035e9b0c45a" providerId="ADAL" clId="{7215C0FA-1183-46E7-B0A0-3302B3C45047}" dt="2025-09-15T14:46:03.041" v="11569" actId="20577"/>
          <ac:spMkLst>
            <pc:docMk/>
            <pc:sldMk cId="1899043250" sldId="284"/>
            <ac:spMk id="13" creationId="{ED870CD5-9A6D-7A17-B0D7-FA687BE95CD1}"/>
          </ac:spMkLst>
        </pc:spChg>
        <pc:spChg chg="add mod">
          <ac:chgData name="Robert de Groote" userId="2ce5265b-80a0-4fb8-a62a-8035e9b0c45a" providerId="ADAL" clId="{7215C0FA-1183-46E7-B0A0-3302B3C45047}" dt="2025-09-09T08:14:08.948" v="449" actId="164"/>
          <ac:spMkLst>
            <pc:docMk/>
            <pc:sldMk cId="1899043250" sldId="284"/>
            <ac:spMk id="14" creationId="{EA9897D0-D79E-3D86-AAC0-99C66129080E}"/>
          </ac:spMkLst>
        </pc:spChg>
        <pc:grpChg chg="add mod">
          <ac:chgData name="Robert de Groote" userId="2ce5265b-80a0-4fb8-a62a-8035e9b0c45a" providerId="ADAL" clId="{7215C0FA-1183-46E7-B0A0-3302B3C45047}" dt="2025-09-09T08:14:08.948" v="449" actId="164"/>
          <ac:grpSpMkLst>
            <pc:docMk/>
            <pc:sldMk cId="1899043250" sldId="284"/>
            <ac:grpSpMk id="15" creationId="{087D9859-9C7F-FD1F-705D-0FA2499C7E07}"/>
          </ac:grpSpMkLst>
        </pc:grpChg>
        <pc:grpChg chg="add mod">
          <ac:chgData name="Robert de Groote" userId="2ce5265b-80a0-4fb8-a62a-8035e9b0c45a" providerId="ADAL" clId="{7215C0FA-1183-46E7-B0A0-3302B3C45047}" dt="2025-09-09T08:14:15.187" v="450" actId="164"/>
          <ac:grpSpMkLst>
            <pc:docMk/>
            <pc:sldMk cId="1899043250" sldId="284"/>
            <ac:grpSpMk id="16" creationId="{8A46F867-A2B8-5BEA-3393-65C08E445C03}"/>
          </ac:grpSpMkLst>
        </pc:grpChg>
        <pc:grpChg chg="add mod">
          <ac:chgData name="Robert de Groote" userId="2ce5265b-80a0-4fb8-a62a-8035e9b0c45a" providerId="ADAL" clId="{7215C0FA-1183-46E7-B0A0-3302B3C45047}" dt="2025-09-09T08:14:19.176" v="451" actId="164"/>
          <ac:grpSpMkLst>
            <pc:docMk/>
            <pc:sldMk cId="1899043250" sldId="284"/>
            <ac:grpSpMk id="17" creationId="{FB52FCCA-3C99-B188-5B9A-8AE56679A47D}"/>
          </ac:grpSpMkLst>
        </pc:grpChg>
        <pc:grpChg chg="add mod">
          <ac:chgData name="Robert de Groote" userId="2ce5265b-80a0-4fb8-a62a-8035e9b0c45a" providerId="ADAL" clId="{7215C0FA-1183-46E7-B0A0-3302B3C45047}" dt="2025-09-09T08:14:21.665" v="452" actId="164"/>
          <ac:grpSpMkLst>
            <pc:docMk/>
            <pc:sldMk cId="1899043250" sldId="284"/>
            <ac:grpSpMk id="18" creationId="{9FC3797B-B24F-F956-6DAF-C9443D36EC97}"/>
          </ac:grpSpMkLst>
        </pc:grpChg>
      </pc:sldChg>
      <pc:sldChg chg="addSp modSp add mod modAnim">
        <pc:chgData name="Robert de Groote" userId="2ce5265b-80a0-4fb8-a62a-8035e9b0c45a" providerId="ADAL" clId="{7215C0FA-1183-46E7-B0A0-3302B3C45047}" dt="2025-09-15T14:46:20.813" v="11572"/>
        <pc:sldMkLst>
          <pc:docMk/>
          <pc:sldMk cId="152518714" sldId="285"/>
        </pc:sldMkLst>
        <pc:spChg chg="add mod">
          <ac:chgData name="Robert de Groote" userId="2ce5265b-80a0-4fb8-a62a-8035e9b0c45a" providerId="ADAL" clId="{7215C0FA-1183-46E7-B0A0-3302B3C45047}" dt="2025-09-15T14:46:12.553" v="11570"/>
          <ac:spMkLst>
            <pc:docMk/>
            <pc:sldMk cId="152518714" sldId="285"/>
            <ac:spMk id="5" creationId="{55E42900-8E29-6CBC-355B-E92174F41CD7}"/>
          </ac:spMkLst>
        </pc:spChg>
        <pc:spChg chg="mod">
          <ac:chgData name="Robert de Groote" userId="2ce5265b-80a0-4fb8-a62a-8035e9b0c45a" providerId="ADAL" clId="{7215C0FA-1183-46E7-B0A0-3302B3C45047}" dt="2025-09-15T14:41:30.160" v="11506"/>
          <ac:spMkLst>
            <pc:docMk/>
            <pc:sldMk cId="152518714" sldId="285"/>
            <ac:spMk id="6" creationId="{F25E658A-CBE0-D393-1B58-D458147F788F}"/>
          </ac:spMkLst>
        </pc:spChg>
        <pc:spChg chg="mod">
          <ac:chgData name="Robert de Groote" userId="2ce5265b-80a0-4fb8-a62a-8035e9b0c45a" providerId="ADAL" clId="{7215C0FA-1183-46E7-B0A0-3302B3C45047}" dt="2025-09-15T14:41:31.310" v="11507"/>
          <ac:spMkLst>
            <pc:docMk/>
            <pc:sldMk cId="152518714" sldId="285"/>
            <ac:spMk id="7" creationId="{12DCF711-9830-4BBD-D9A8-0EADF694F1A3}"/>
          </ac:spMkLst>
        </pc:spChg>
        <pc:spChg chg="mod">
          <ac:chgData name="Robert de Groote" userId="2ce5265b-80a0-4fb8-a62a-8035e9b0c45a" providerId="ADAL" clId="{7215C0FA-1183-46E7-B0A0-3302B3C45047}" dt="2025-09-15T14:41:32.428" v="11508"/>
          <ac:spMkLst>
            <pc:docMk/>
            <pc:sldMk cId="152518714" sldId="285"/>
            <ac:spMk id="8" creationId="{16F17CAA-266F-5613-AF3E-A0B909AE5EC3}"/>
          </ac:spMkLst>
        </pc:spChg>
        <pc:spChg chg="mod">
          <ac:chgData name="Robert de Groote" userId="2ce5265b-80a0-4fb8-a62a-8035e9b0c45a" providerId="ADAL" clId="{7215C0FA-1183-46E7-B0A0-3302B3C45047}" dt="2025-09-15T14:41:33.845" v="11509"/>
          <ac:spMkLst>
            <pc:docMk/>
            <pc:sldMk cId="152518714" sldId="285"/>
            <ac:spMk id="9" creationId="{15774244-08A8-5BE4-DEFD-0906A39FB7F7}"/>
          </ac:spMkLst>
        </pc:spChg>
        <pc:spChg chg="mod">
          <ac:chgData name="Robert de Groote" userId="2ce5265b-80a0-4fb8-a62a-8035e9b0c45a" providerId="ADAL" clId="{7215C0FA-1183-46E7-B0A0-3302B3C45047}" dt="2025-09-15T14:40:23.812" v="11499" actId="20577"/>
          <ac:spMkLst>
            <pc:docMk/>
            <pc:sldMk cId="152518714" sldId="285"/>
            <ac:spMk id="11" creationId="{31E116A9-F06E-A8EA-2134-07031888B1FB}"/>
          </ac:spMkLst>
        </pc:spChg>
        <pc:spChg chg="mod">
          <ac:chgData name="Robert de Groote" userId="2ce5265b-80a0-4fb8-a62a-8035e9b0c45a" providerId="ADAL" clId="{7215C0FA-1183-46E7-B0A0-3302B3C45047}" dt="2025-09-09T08:17:40.240" v="467" actId="108"/>
          <ac:spMkLst>
            <pc:docMk/>
            <pc:sldMk cId="152518714" sldId="285"/>
            <ac:spMk id="12" creationId="{9F2814C2-A0FB-4363-47C5-7985DD82A54E}"/>
          </ac:spMkLst>
        </pc:spChg>
        <pc:spChg chg="mod">
          <ac:chgData name="Robert de Groote" userId="2ce5265b-80a0-4fb8-a62a-8035e9b0c45a" providerId="ADAL" clId="{7215C0FA-1183-46E7-B0A0-3302B3C45047}" dt="2025-09-09T08:17:36.581" v="466" actId="207"/>
          <ac:spMkLst>
            <pc:docMk/>
            <pc:sldMk cId="152518714" sldId="285"/>
            <ac:spMk id="13" creationId="{D0B0D084-EEEB-E18A-2E20-24FD87862FE1}"/>
          </ac:spMkLst>
        </pc:spChg>
      </pc:sldChg>
      <pc:sldChg chg="addSp modSp add mod ord modAnim">
        <pc:chgData name="Robert de Groote" userId="2ce5265b-80a0-4fb8-a62a-8035e9b0c45a" providerId="ADAL" clId="{7215C0FA-1183-46E7-B0A0-3302B3C45047}" dt="2025-09-15T14:46:55.761" v="11587"/>
        <pc:sldMkLst>
          <pc:docMk/>
          <pc:sldMk cId="1289176394" sldId="286"/>
        </pc:sldMkLst>
        <pc:spChg chg="mod">
          <ac:chgData name="Robert de Groote" userId="2ce5265b-80a0-4fb8-a62a-8035e9b0c45a" providerId="ADAL" clId="{7215C0FA-1183-46E7-B0A0-3302B3C45047}" dt="2025-09-09T08:24:47.494" v="491" actId="17032"/>
          <ac:spMkLst>
            <pc:docMk/>
            <pc:sldMk cId="1289176394" sldId="286"/>
            <ac:spMk id="4" creationId="{6954347E-B416-D08E-EEB6-58F1315C0F29}"/>
          </ac:spMkLst>
        </pc:spChg>
        <pc:spChg chg="add mod ord">
          <ac:chgData name="Robert de Groote" userId="2ce5265b-80a0-4fb8-a62a-8035e9b0c45a" providerId="ADAL" clId="{7215C0FA-1183-46E7-B0A0-3302B3C45047}" dt="2025-09-15T14:40:46.771" v="11501" actId="14100"/>
          <ac:spMkLst>
            <pc:docMk/>
            <pc:sldMk cId="1289176394" sldId="286"/>
            <ac:spMk id="5" creationId="{53A8C31B-02AC-414A-1E55-240C0FFE6DA4}"/>
          </ac:spMkLst>
        </pc:spChg>
        <pc:spChg chg="mod">
          <ac:chgData name="Robert de Groote" userId="2ce5265b-80a0-4fb8-a62a-8035e9b0c45a" providerId="ADAL" clId="{7215C0FA-1183-46E7-B0A0-3302B3C45047}" dt="2025-09-15T14:41:41.790" v="11510"/>
          <ac:spMkLst>
            <pc:docMk/>
            <pc:sldMk cId="1289176394" sldId="286"/>
            <ac:spMk id="6" creationId="{7074B248-B94B-0814-E731-09D8445591BC}"/>
          </ac:spMkLst>
        </pc:spChg>
        <pc:spChg chg="mod">
          <ac:chgData name="Robert de Groote" userId="2ce5265b-80a0-4fb8-a62a-8035e9b0c45a" providerId="ADAL" clId="{7215C0FA-1183-46E7-B0A0-3302B3C45047}" dt="2025-09-15T14:41:43.334" v="11511"/>
          <ac:spMkLst>
            <pc:docMk/>
            <pc:sldMk cId="1289176394" sldId="286"/>
            <ac:spMk id="7" creationId="{3DE9A82D-3053-7E3A-93E9-EB841ED9127C}"/>
          </ac:spMkLst>
        </pc:spChg>
        <pc:spChg chg="mod">
          <ac:chgData name="Robert de Groote" userId="2ce5265b-80a0-4fb8-a62a-8035e9b0c45a" providerId="ADAL" clId="{7215C0FA-1183-46E7-B0A0-3302B3C45047}" dt="2025-09-15T14:41:45.172" v="11512"/>
          <ac:spMkLst>
            <pc:docMk/>
            <pc:sldMk cId="1289176394" sldId="286"/>
            <ac:spMk id="8" creationId="{993AED5A-6D4D-3DA0-E6E9-0F689FCABA14}"/>
          </ac:spMkLst>
        </pc:spChg>
        <pc:spChg chg="mod">
          <ac:chgData name="Robert de Groote" userId="2ce5265b-80a0-4fb8-a62a-8035e9b0c45a" providerId="ADAL" clId="{7215C0FA-1183-46E7-B0A0-3302B3C45047}" dt="2025-09-15T14:41:46.436" v="11513"/>
          <ac:spMkLst>
            <pc:docMk/>
            <pc:sldMk cId="1289176394" sldId="286"/>
            <ac:spMk id="9" creationId="{F1259BEF-AA3A-D4D6-5983-B59105B25262}"/>
          </ac:spMkLst>
        </pc:spChg>
        <pc:spChg chg="add mod">
          <ac:chgData name="Robert de Groote" userId="2ce5265b-80a0-4fb8-a62a-8035e9b0c45a" providerId="ADAL" clId="{7215C0FA-1183-46E7-B0A0-3302B3C45047}" dt="2025-09-15T14:46:36.163" v="11582" actId="6549"/>
          <ac:spMkLst>
            <pc:docMk/>
            <pc:sldMk cId="1289176394" sldId="286"/>
            <ac:spMk id="10" creationId="{A492EEBA-7E6F-FBDC-EDC7-036CA8C0A850}"/>
          </ac:spMkLst>
        </pc:spChg>
        <pc:spChg chg="mod">
          <ac:chgData name="Robert de Groote" userId="2ce5265b-80a0-4fb8-a62a-8035e9b0c45a" providerId="ADAL" clId="{7215C0FA-1183-46E7-B0A0-3302B3C45047}" dt="2025-09-15T14:41:06.853" v="11505" actId="20577"/>
          <ac:spMkLst>
            <pc:docMk/>
            <pc:sldMk cId="1289176394" sldId="286"/>
            <ac:spMk id="11" creationId="{49964436-1B68-7370-B6B0-E2EC11C7965A}"/>
          </ac:spMkLst>
        </pc:spChg>
        <pc:spChg chg="mod">
          <ac:chgData name="Robert de Groote" userId="2ce5265b-80a0-4fb8-a62a-8035e9b0c45a" providerId="ADAL" clId="{7215C0FA-1183-46E7-B0A0-3302B3C45047}" dt="2025-09-09T08:18:35.536" v="481"/>
          <ac:spMkLst>
            <pc:docMk/>
            <pc:sldMk cId="1289176394" sldId="286"/>
            <ac:spMk id="12" creationId="{AD280F7D-A74D-F715-E365-0C5B19EEC694}"/>
          </ac:spMkLst>
        </pc:spChg>
        <pc:spChg chg="mod">
          <ac:chgData name="Robert de Groote" userId="2ce5265b-80a0-4fb8-a62a-8035e9b0c45a" providerId="ADAL" clId="{7215C0FA-1183-46E7-B0A0-3302B3C45047}" dt="2025-09-15T14:42:27.535" v="11515" actId="20577"/>
          <ac:spMkLst>
            <pc:docMk/>
            <pc:sldMk cId="1289176394" sldId="286"/>
            <ac:spMk id="13" creationId="{EB736AC0-AAC4-34DB-BF77-9FD082C7FB1A}"/>
          </ac:spMkLst>
        </pc:spChg>
        <pc:grpChg chg="mod">
          <ac:chgData name="Robert de Groote" userId="2ce5265b-80a0-4fb8-a62a-8035e9b0c45a" providerId="ADAL" clId="{7215C0FA-1183-46E7-B0A0-3302B3C45047}" dt="2025-09-09T08:18:28.307" v="476"/>
          <ac:grpSpMkLst>
            <pc:docMk/>
            <pc:sldMk cId="1289176394" sldId="286"/>
            <ac:grpSpMk id="18" creationId="{111DB18D-A232-BD2B-FE8F-67AFB3BA7B1E}"/>
          </ac:grpSpMkLst>
        </pc:grpChg>
      </pc:sldChg>
      <pc:sldChg chg="addSp delSp modSp add mod delAnim modAnim">
        <pc:chgData name="Robert de Groote" userId="2ce5265b-80a0-4fb8-a62a-8035e9b0c45a" providerId="ADAL" clId="{7215C0FA-1183-46E7-B0A0-3302B3C45047}" dt="2025-09-10T14:59:55.407" v="5272" actId="20577"/>
        <pc:sldMkLst>
          <pc:docMk/>
          <pc:sldMk cId="1907063541" sldId="287"/>
        </pc:sldMkLst>
        <pc:spChg chg="mod">
          <ac:chgData name="Robert de Groote" userId="2ce5265b-80a0-4fb8-a62a-8035e9b0c45a" providerId="ADAL" clId="{7215C0FA-1183-46E7-B0A0-3302B3C45047}" dt="2025-09-10T14:48:12.810" v="5156" actId="14100"/>
          <ac:spMkLst>
            <pc:docMk/>
            <pc:sldMk cId="1907063541" sldId="287"/>
            <ac:spMk id="3" creationId="{AB3672E8-B955-0496-AEE1-90855A053C1C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5" creationId="{15234D65-C3A5-E2DA-BB28-9B852950F71F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6" creationId="{FB8158C3-688E-3B0D-53BF-9409CD259252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7" creationId="{EE83013C-7B22-B9A4-99D1-7DF2FF7C90E7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8" creationId="{8004FFCE-B1EC-5C78-B55A-44804547DEEE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9" creationId="{04D0EB4B-4128-309E-B261-29B88907BF69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10" creationId="{42BB55AF-355B-D35A-27F6-DDCBA0D7F38E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11" creationId="{9B2B2648-9501-153E-7F9B-135ED798CE98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12" creationId="{A52DFF97-7C60-1614-B29E-70437E24D3FB}"/>
          </ac:spMkLst>
        </pc:spChg>
        <pc:spChg chg="add mod">
          <ac:chgData name="Robert de Groote" userId="2ce5265b-80a0-4fb8-a62a-8035e9b0c45a" providerId="ADAL" clId="{7215C0FA-1183-46E7-B0A0-3302B3C45047}" dt="2025-09-10T13:56:38.942" v="4824" actId="553"/>
          <ac:spMkLst>
            <pc:docMk/>
            <pc:sldMk cId="1907063541" sldId="287"/>
            <ac:spMk id="13" creationId="{0399D2CD-8138-70C4-A4E2-63EF249C54D8}"/>
          </ac:spMkLst>
        </pc:spChg>
        <pc:spChg chg="add mod">
          <ac:chgData name="Robert de Groote" userId="2ce5265b-80a0-4fb8-a62a-8035e9b0c45a" providerId="ADAL" clId="{7215C0FA-1183-46E7-B0A0-3302B3C45047}" dt="2025-09-10T14:35:44.457" v="4995" actId="1076"/>
          <ac:spMkLst>
            <pc:docMk/>
            <pc:sldMk cId="1907063541" sldId="287"/>
            <ac:spMk id="20" creationId="{81A08633-AB6B-479E-E213-D40EE540EAE2}"/>
          </ac:spMkLst>
        </pc:spChg>
        <pc:spChg chg="add mod">
          <ac:chgData name="Robert de Groote" userId="2ce5265b-80a0-4fb8-a62a-8035e9b0c45a" providerId="ADAL" clId="{7215C0FA-1183-46E7-B0A0-3302B3C45047}" dt="2025-09-10T14:35:44.457" v="4995" actId="1076"/>
          <ac:spMkLst>
            <pc:docMk/>
            <pc:sldMk cId="1907063541" sldId="287"/>
            <ac:spMk id="21" creationId="{D54D2378-032B-C7C0-6623-746D5E709310}"/>
          </ac:spMkLst>
        </pc:spChg>
        <pc:spChg chg="add mod">
          <ac:chgData name="Robert de Groote" userId="2ce5265b-80a0-4fb8-a62a-8035e9b0c45a" providerId="ADAL" clId="{7215C0FA-1183-46E7-B0A0-3302B3C45047}" dt="2025-09-10T14:35:44.457" v="4995" actId="1076"/>
          <ac:spMkLst>
            <pc:docMk/>
            <pc:sldMk cId="1907063541" sldId="287"/>
            <ac:spMk id="22" creationId="{58A1965D-33E6-8199-7D6E-88A2C522A813}"/>
          </ac:spMkLst>
        </pc:spChg>
        <pc:spChg chg="add mod">
          <ac:chgData name="Robert de Groote" userId="2ce5265b-80a0-4fb8-a62a-8035e9b0c45a" providerId="ADAL" clId="{7215C0FA-1183-46E7-B0A0-3302B3C45047}" dt="2025-09-10T14:35:44.457" v="4995" actId="1076"/>
          <ac:spMkLst>
            <pc:docMk/>
            <pc:sldMk cId="1907063541" sldId="287"/>
            <ac:spMk id="23" creationId="{5C42F2AA-C1EE-0DFC-75FC-152199061956}"/>
          </ac:spMkLst>
        </pc:spChg>
        <pc:spChg chg="add mod">
          <ac:chgData name="Robert de Groote" userId="2ce5265b-80a0-4fb8-a62a-8035e9b0c45a" providerId="ADAL" clId="{7215C0FA-1183-46E7-B0A0-3302B3C45047}" dt="2025-09-10T14:35:51.873" v="4996" actId="1076"/>
          <ac:spMkLst>
            <pc:docMk/>
            <pc:sldMk cId="1907063541" sldId="287"/>
            <ac:spMk id="30" creationId="{8EB7636B-D30F-8B70-CDE5-4FC9EC67C928}"/>
          </ac:spMkLst>
        </pc:spChg>
        <pc:spChg chg="add mod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41" creationId="{FA727885-7DC9-BB0F-9104-1C2C98E3A47F}"/>
          </ac:spMkLst>
        </pc:spChg>
        <pc:spChg chg="add mod">
          <ac:chgData name="Robert de Groote" userId="2ce5265b-80a0-4fb8-a62a-8035e9b0c45a" providerId="ADAL" clId="{7215C0FA-1183-46E7-B0A0-3302B3C45047}" dt="2025-09-10T14:59:55.407" v="5272" actId="20577"/>
          <ac:spMkLst>
            <pc:docMk/>
            <pc:sldMk cId="1907063541" sldId="287"/>
            <ac:spMk id="57" creationId="{2740D4B6-4C0C-2149-783E-D97E273EB51A}"/>
          </ac:spMkLst>
        </pc:spChg>
        <pc:spChg chg="add mod">
          <ac:chgData name="Robert de Groote" userId="2ce5265b-80a0-4fb8-a62a-8035e9b0c45a" providerId="ADAL" clId="{7215C0FA-1183-46E7-B0A0-3302B3C45047}" dt="2025-09-10T14:59:52.138" v="5269" actId="20577"/>
          <ac:spMkLst>
            <pc:docMk/>
            <pc:sldMk cId="1907063541" sldId="287"/>
            <ac:spMk id="59" creationId="{95C7134B-582F-4149-F666-AFB8DE9E8A4B}"/>
          </ac:spMkLst>
        </pc:spChg>
        <pc:spChg chg="add mod">
          <ac:chgData name="Robert de Groote" userId="2ce5265b-80a0-4fb8-a62a-8035e9b0c45a" providerId="ADAL" clId="{7215C0FA-1183-46E7-B0A0-3302B3C45047}" dt="2025-09-10T14:59:48.508" v="5266" actId="20577"/>
          <ac:spMkLst>
            <pc:docMk/>
            <pc:sldMk cId="1907063541" sldId="287"/>
            <ac:spMk id="60" creationId="{A7FDC9C9-FC6E-A736-E013-6339DBBF775B}"/>
          </ac:spMkLst>
        </pc:spChg>
        <pc:spChg chg="add mod">
          <ac:chgData name="Robert de Groote" userId="2ce5265b-80a0-4fb8-a62a-8035e9b0c45a" providerId="ADAL" clId="{7215C0FA-1183-46E7-B0A0-3302B3C45047}" dt="2025-09-10T14:59:42.219" v="5263"/>
          <ac:spMkLst>
            <pc:docMk/>
            <pc:sldMk cId="1907063541" sldId="287"/>
            <ac:spMk id="62" creationId="{B46804AE-9C40-CCBE-27B2-411ED756BDF6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64" creationId="{7F23A0A4-B676-9A42-302F-03967B5E239E}"/>
          </ac:spMkLst>
        </pc:spChg>
        <pc:spChg chg="add mod">
          <ac:chgData name="Robert de Groote" userId="2ce5265b-80a0-4fb8-a62a-8035e9b0c45a" providerId="ADAL" clId="{7215C0FA-1183-46E7-B0A0-3302B3C45047}" dt="2025-09-10T14:39:44.046" v="5079" actId="20577"/>
          <ac:spMkLst>
            <pc:docMk/>
            <pc:sldMk cId="1907063541" sldId="287"/>
            <ac:spMk id="65" creationId="{8969E889-4130-806D-0DB5-388BF451B72E}"/>
          </ac:spMkLst>
        </pc:spChg>
        <pc:spChg chg="add mod">
          <ac:chgData name="Robert de Groote" userId="2ce5265b-80a0-4fb8-a62a-8035e9b0c45a" providerId="ADAL" clId="{7215C0FA-1183-46E7-B0A0-3302B3C45047}" dt="2025-09-10T14:35:44.457" v="4995" actId="1076"/>
          <ac:spMkLst>
            <pc:docMk/>
            <pc:sldMk cId="1907063541" sldId="287"/>
            <ac:spMk id="66" creationId="{D8DD9E91-B14D-EC39-369F-2D83FD035816}"/>
          </ac:spMkLst>
        </pc:spChg>
        <pc:spChg chg="add mod">
          <ac:chgData name="Robert de Groote" userId="2ce5265b-80a0-4fb8-a62a-8035e9b0c45a" providerId="ADAL" clId="{7215C0FA-1183-46E7-B0A0-3302B3C45047}" dt="2025-09-10T14:35:51.873" v="4996" actId="1076"/>
          <ac:spMkLst>
            <pc:docMk/>
            <pc:sldMk cId="1907063541" sldId="287"/>
            <ac:spMk id="67" creationId="{08F06236-2563-E64F-A9EB-1308EF5AEFA8}"/>
          </ac:spMkLst>
        </pc:spChg>
        <pc:spChg chg="add mod">
          <ac:chgData name="Robert de Groote" userId="2ce5265b-80a0-4fb8-a62a-8035e9b0c45a" providerId="ADAL" clId="{7215C0FA-1183-46E7-B0A0-3302B3C45047}" dt="2025-09-10T14:27:35.123" v="4920" actId="20577"/>
          <ac:spMkLst>
            <pc:docMk/>
            <pc:sldMk cId="1907063541" sldId="287"/>
            <ac:spMk id="68" creationId="{6BA89D2D-4F46-DC18-92FA-CFF8F87B058E}"/>
          </ac:spMkLst>
        </pc:spChg>
        <pc:spChg chg="add mod">
          <ac:chgData name="Robert de Groote" userId="2ce5265b-80a0-4fb8-a62a-8035e9b0c45a" providerId="ADAL" clId="{7215C0FA-1183-46E7-B0A0-3302B3C45047}" dt="2025-09-10T14:35:31.672" v="4994" actId="1076"/>
          <ac:spMkLst>
            <pc:docMk/>
            <pc:sldMk cId="1907063541" sldId="287"/>
            <ac:spMk id="69" creationId="{F207D19E-B7F5-C6BE-46E2-3C562E474955}"/>
          </ac:spMkLst>
        </pc:spChg>
        <pc:spChg chg="add mod">
          <ac:chgData name="Robert de Groote" userId="2ce5265b-80a0-4fb8-a62a-8035e9b0c45a" providerId="ADAL" clId="{7215C0FA-1183-46E7-B0A0-3302B3C45047}" dt="2025-09-10T14:38:16.467" v="5040" actId="552"/>
          <ac:spMkLst>
            <pc:docMk/>
            <pc:sldMk cId="1907063541" sldId="287"/>
            <ac:spMk id="70" creationId="{1C82470E-52A1-C357-6EC0-50BC10C2F9C9}"/>
          </ac:spMkLst>
        </pc:spChg>
        <pc:spChg chg="add mod">
          <ac:chgData name="Robert de Groote" userId="2ce5265b-80a0-4fb8-a62a-8035e9b0c45a" providerId="ADAL" clId="{7215C0FA-1183-46E7-B0A0-3302B3C45047}" dt="2025-09-10T14:35:51.873" v="4996" actId="1076"/>
          <ac:spMkLst>
            <pc:docMk/>
            <pc:sldMk cId="1907063541" sldId="287"/>
            <ac:spMk id="71" creationId="{C88B30D7-F6CB-57AE-61F7-299C715541AD}"/>
          </ac:spMkLst>
        </pc:spChg>
        <pc:spChg chg="add mod">
          <ac:chgData name="Robert de Groote" userId="2ce5265b-80a0-4fb8-a62a-8035e9b0c45a" providerId="ADAL" clId="{7215C0FA-1183-46E7-B0A0-3302B3C45047}" dt="2025-09-10T14:29:39.676" v="4954" actId="1076"/>
          <ac:spMkLst>
            <pc:docMk/>
            <pc:sldMk cId="1907063541" sldId="287"/>
            <ac:spMk id="72" creationId="{B0BAA817-9CFB-38F8-9D19-B75E6F0F3656}"/>
          </ac:spMkLst>
        </pc:spChg>
        <pc:spChg chg="add mod">
          <ac:chgData name="Robert de Groote" userId="2ce5265b-80a0-4fb8-a62a-8035e9b0c45a" providerId="ADAL" clId="{7215C0FA-1183-46E7-B0A0-3302B3C45047}" dt="2025-09-10T14:29:47.884" v="4956" actId="1076"/>
          <ac:spMkLst>
            <pc:docMk/>
            <pc:sldMk cId="1907063541" sldId="287"/>
            <ac:spMk id="73" creationId="{08E44A83-597D-FB7A-68AD-689971BEAF3B}"/>
          </ac:spMkLst>
        </pc:spChg>
        <pc:spChg chg="add mod">
          <ac:chgData name="Robert de Groote" userId="2ce5265b-80a0-4fb8-a62a-8035e9b0c45a" providerId="ADAL" clId="{7215C0FA-1183-46E7-B0A0-3302B3C45047}" dt="2025-09-10T14:57:02.779" v="5252" actId="20577"/>
          <ac:spMkLst>
            <pc:docMk/>
            <pc:sldMk cId="1907063541" sldId="287"/>
            <ac:spMk id="74" creationId="{19DEAED5-4178-FB06-FD2F-100B471A5E76}"/>
          </ac:spMkLst>
        </pc:spChg>
        <pc:spChg chg="add mod">
          <ac:chgData name="Robert de Groote" userId="2ce5265b-80a0-4fb8-a62a-8035e9b0c45a" providerId="ADAL" clId="{7215C0FA-1183-46E7-B0A0-3302B3C45047}" dt="2025-09-10T14:36:59.157" v="5020" actId="164"/>
          <ac:spMkLst>
            <pc:docMk/>
            <pc:sldMk cId="1907063541" sldId="287"/>
            <ac:spMk id="75" creationId="{24610403-FBFC-A749-E2F8-C2D6DA1E318C}"/>
          </ac:spMkLst>
        </pc:spChg>
        <pc:spChg chg="add mod">
          <ac:chgData name="Robert de Groote" userId="2ce5265b-80a0-4fb8-a62a-8035e9b0c45a" providerId="ADAL" clId="{7215C0FA-1183-46E7-B0A0-3302B3C45047}" dt="2025-09-10T14:36:59.157" v="5020" actId="164"/>
          <ac:spMkLst>
            <pc:docMk/>
            <pc:sldMk cId="1907063541" sldId="287"/>
            <ac:spMk id="76" creationId="{716740AE-7952-3360-ABB4-303894024354}"/>
          </ac:spMkLst>
        </pc:spChg>
        <pc:spChg chg="add mod">
          <ac:chgData name="Robert de Groote" userId="2ce5265b-80a0-4fb8-a62a-8035e9b0c45a" providerId="ADAL" clId="{7215C0FA-1183-46E7-B0A0-3302B3C45047}" dt="2025-09-10T14:36:59.157" v="5020" actId="164"/>
          <ac:spMkLst>
            <pc:docMk/>
            <pc:sldMk cId="1907063541" sldId="287"/>
            <ac:spMk id="77" creationId="{1925BDD7-5489-EA10-539A-D761497C89CD}"/>
          </ac:spMkLst>
        </pc:spChg>
        <pc:spChg chg="add mod">
          <ac:chgData name="Robert de Groote" userId="2ce5265b-80a0-4fb8-a62a-8035e9b0c45a" providerId="ADAL" clId="{7215C0FA-1183-46E7-B0A0-3302B3C45047}" dt="2025-09-10T14:36:59.157" v="5020" actId="164"/>
          <ac:spMkLst>
            <pc:docMk/>
            <pc:sldMk cId="1907063541" sldId="287"/>
            <ac:spMk id="78" creationId="{DAF4A7FE-3955-15D4-AF1E-BE2B55FD9B3D}"/>
          </ac:spMkLst>
        </pc:spChg>
        <pc:spChg chg="add mod">
          <ac:chgData name="Robert de Groote" userId="2ce5265b-80a0-4fb8-a62a-8035e9b0c45a" providerId="ADAL" clId="{7215C0FA-1183-46E7-B0A0-3302B3C45047}" dt="2025-09-10T14:36:59.157" v="5020" actId="164"/>
          <ac:spMkLst>
            <pc:docMk/>
            <pc:sldMk cId="1907063541" sldId="287"/>
            <ac:spMk id="79" creationId="{6B92885E-A151-9578-A57F-E644AC6C8B07}"/>
          </ac:spMkLst>
        </pc:spChg>
        <pc:spChg chg="add mod">
          <ac:chgData name="Robert de Groote" userId="2ce5265b-80a0-4fb8-a62a-8035e9b0c45a" providerId="ADAL" clId="{7215C0FA-1183-46E7-B0A0-3302B3C45047}" dt="2025-09-10T14:36:59.157" v="5020" actId="164"/>
          <ac:spMkLst>
            <pc:docMk/>
            <pc:sldMk cId="1907063541" sldId="287"/>
            <ac:spMk id="80" creationId="{0ECE0754-CAAF-832E-C5B6-AE7F2212FEB3}"/>
          </ac:spMkLst>
        </pc:spChg>
        <pc:spChg chg="mod">
          <ac:chgData name="Robert de Groote" userId="2ce5265b-80a0-4fb8-a62a-8035e9b0c45a" providerId="ADAL" clId="{7215C0FA-1183-46E7-B0A0-3302B3C45047}" dt="2025-09-10T14:37:02.381" v="5021"/>
          <ac:spMkLst>
            <pc:docMk/>
            <pc:sldMk cId="1907063541" sldId="287"/>
            <ac:spMk id="83" creationId="{DE16936A-217F-9154-E9AC-347F0C4FEB75}"/>
          </ac:spMkLst>
        </pc:spChg>
        <pc:spChg chg="mod">
          <ac:chgData name="Robert de Groote" userId="2ce5265b-80a0-4fb8-a62a-8035e9b0c45a" providerId="ADAL" clId="{7215C0FA-1183-46E7-B0A0-3302B3C45047}" dt="2025-09-10T14:37:02.381" v="5021"/>
          <ac:spMkLst>
            <pc:docMk/>
            <pc:sldMk cId="1907063541" sldId="287"/>
            <ac:spMk id="84" creationId="{3517C172-9155-A2F7-5E6B-08D9126657BA}"/>
          </ac:spMkLst>
        </pc:spChg>
        <pc:spChg chg="mod">
          <ac:chgData name="Robert de Groote" userId="2ce5265b-80a0-4fb8-a62a-8035e9b0c45a" providerId="ADAL" clId="{7215C0FA-1183-46E7-B0A0-3302B3C45047}" dt="2025-09-10T14:37:02.381" v="5021"/>
          <ac:spMkLst>
            <pc:docMk/>
            <pc:sldMk cId="1907063541" sldId="287"/>
            <ac:spMk id="85" creationId="{2D794281-8AA7-CA5F-77FB-A83D189351F9}"/>
          </ac:spMkLst>
        </pc:spChg>
        <pc:spChg chg="mod">
          <ac:chgData name="Robert de Groote" userId="2ce5265b-80a0-4fb8-a62a-8035e9b0c45a" providerId="ADAL" clId="{7215C0FA-1183-46E7-B0A0-3302B3C45047}" dt="2025-09-10T14:37:02.381" v="5021"/>
          <ac:spMkLst>
            <pc:docMk/>
            <pc:sldMk cId="1907063541" sldId="287"/>
            <ac:spMk id="86" creationId="{F45120CF-6679-7246-DCC2-C37F7C20A85B}"/>
          </ac:spMkLst>
        </pc:spChg>
        <pc:spChg chg="mod">
          <ac:chgData name="Robert de Groote" userId="2ce5265b-80a0-4fb8-a62a-8035e9b0c45a" providerId="ADAL" clId="{7215C0FA-1183-46E7-B0A0-3302B3C45047}" dt="2025-09-10T14:37:02.381" v="5021"/>
          <ac:spMkLst>
            <pc:docMk/>
            <pc:sldMk cId="1907063541" sldId="287"/>
            <ac:spMk id="87" creationId="{F8218E17-CF76-D8FF-6149-874A0BAED6B7}"/>
          </ac:spMkLst>
        </pc:spChg>
        <pc:spChg chg="mod">
          <ac:chgData name="Robert de Groote" userId="2ce5265b-80a0-4fb8-a62a-8035e9b0c45a" providerId="ADAL" clId="{7215C0FA-1183-46E7-B0A0-3302B3C45047}" dt="2025-09-10T14:37:02.381" v="5021"/>
          <ac:spMkLst>
            <pc:docMk/>
            <pc:sldMk cId="1907063541" sldId="287"/>
            <ac:spMk id="88" creationId="{2171A37D-461B-B5CF-623B-5F48297D5937}"/>
          </ac:spMkLst>
        </pc:spChg>
        <pc:spChg chg="add mod">
          <ac:chgData name="Robert de Groote" userId="2ce5265b-80a0-4fb8-a62a-8035e9b0c45a" providerId="ADAL" clId="{7215C0FA-1183-46E7-B0A0-3302B3C45047}" dt="2025-09-10T14:38:38.094" v="5044" actId="164"/>
          <ac:spMkLst>
            <pc:docMk/>
            <pc:sldMk cId="1907063541" sldId="287"/>
            <ac:spMk id="89" creationId="{2710B26E-C71A-E46D-47C6-12A3DBA56E14}"/>
          </ac:spMkLst>
        </pc:spChg>
        <pc:spChg chg="add mod">
          <ac:chgData name="Robert de Groote" userId="2ce5265b-80a0-4fb8-a62a-8035e9b0c45a" providerId="ADAL" clId="{7215C0FA-1183-46E7-B0A0-3302B3C45047}" dt="2025-09-10T14:38:38.094" v="5044" actId="164"/>
          <ac:spMkLst>
            <pc:docMk/>
            <pc:sldMk cId="1907063541" sldId="287"/>
            <ac:spMk id="90" creationId="{5A372850-D5C7-CB4C-7829-29870EF5198B}"/>
          </ac:spMkLst>
        </pc:spChg>
        <pc:spChg chg="add mod">
          <ac:chgData name="Robert de Groote" userId="2ce5265b-80a0-4fb8-a62a-8035e9b0c45a" providerId="ADAL" clId="{7215C0FA-1183-46E7-B0A0-3302B3C45047}" dt="2025-09-10T14:38:38.094" v="5044" actId="164"/>
          <ac:spMkLst>
            <pc:docMk/>
            <pc:sldMk cId="1907063541" sldId="287"/>
            <ac:spMk id="91" creationId="{C27D3F6C-6B26-345E-7AA4-C4C936FD7723}"/>
          </ac:spMkLst>
        </pc:spChg>
        <pc:spChg chg="add mod">
          <ac:chgData name="Robert de Groote" userId="2ce5265b-80a0-4fb8-a62a-8035e9b0c45a" providerId="ADAL" clId="{7215C0FA-1183-46E7-B0A0-3302B3C45047}" dt="2025-09-10T14:38:38.094" v="5044" actId="164"/>
          <ac:spMkLst>
            <pc:docMk/>
            <pc:sldMk cId="1907063541" sldId="287"/>
            <ac:spMk id="92" creationId="{933FCEF6-CBBC-DE54-C7BA-C7BA921F9931}"/>
          </ac:spMkLst>
        </pc:spChg>
        <pc:spChg chg="add mod">
          <ac:chgData name="Robert de Groote" userId="2ce5265b-80a0-4fb8-a62a-8035e9b0c45a" providerId="ADAL" clId="{7215C0FA-1183-46E7-B0A0-3302B3C45047}" dt="2025-09-10T14:38:38.094" v="5044" actId="164"/>
          <ac:spMkLst>
            <pc:docMk/>
            <pc:sldMk cId="1907063541" sldId="287"/>
            <ac:spMk id="93" creationId="{97DB59F2-9B3A-2857-A66C-D9E81375CA8F}"/>
          </ac:spMkLst>
        </pc:spChg>
        <pc:spChg chg="add mod">
          <ac:chgData name="Robert de Groote" userId="2ce5265b-80a0-4fb8-a62a-8035e9b0c45a" providerId="ADAL" clId="{7215C0FA-1183-46E7-B0A0-3302B3C45047}" dt="2025-09-10T14:38:38.094" v="5044" actId="164"/>
          <ac:spMkLst>
            <pc:docMk/>
            <pc:sldMk cId="1907063541" sldId="287"/>
            <ac:spMk id="94" creationId="{496A26EC-071A-A4FF-7BA9-80B96CA18A00}"/>
          </ac:spMkLst>
        </pc:spChg>
        <pc:spChg chg="add mod">
          <ac:chgData name="Robert de Groote" userId="2ce5265b-80a0-4fb8-a62a-8035e9b0c45a" providerId="ADAL" clId="{7215C0FA-1183-46E7-B0A0-3302B3C45047}" dt="2025-09-10T14:38:38.094" v="5044" actId="164"/>
          <ac:spMkLst>
            <pc:docMk/>
            <pc:sldMk cId="1907063541" sldId="287"/>
            <ac:spMk id="95" creationId="{9B6D4B36-4FAA-A4F9-9EAA-1FB36B423F22}"/>
          </ac:spMkLst>
        </pc:spChg>
        <pc:spChg chg="add mod">
          <ac:chgData name="Robert de Groote" userId="2ce5265b-80a0-4fb8-a62a-8035e9b0c45a" providerId="ADAL" clId="{7215C0FA-1183-46E7-B0A0-3302B3C45047}" dt="2025-09-10T14:38:33.278" v="5043" actId="164"/>
          <ac:spMkLst>
            <pc:docMk/>
            <pc:sldMk cId="1907063541" sldId="287"/>
            <ac:spMk id="96" creationId="{CBC60AA1-CFA6-D9FB-2BA4-E5E99CAECD68}"/>
          </ac:spMkLst>
        </pc:spChg>
        <pc:spChg chg="add mod">
          <ac:chgData name="Robert de Groote" userId="2ce5265b-80a0-4fb8-a62a-8035e9b0c45a" providerId="ADAL" clId="{7215C0FA-1183-46E7-B0A0-3302B3C45047}" dt="2025-09-10T14:38:33.278" v="5043" actId="164"/>
          <ac:spMkLst>
            <pc:docMk/>
            <pc:sldMk cId="1907063541" sldId="287"/>
            <ac:spMk id="97" creationId="{D4AE3397-BAAD-A6B1-3479-87DC9DEC67C6}"/>
          </ac:spMkLst>
        </pc:spChg>
        <pc:spChg chg="add mod">
          <ac:chgData name="Robert de Groote" userId="2ce5265b-80a0-4fb8-a62a-8035e9b0c45a" providerId="ADAL" clId="{7215C0FA-1183-46E7-B0A0-3302B3C45047}" dt="2025-09-10T14:38:33.278" v="5043" actId="164"/>
          <ac:spMkLst>
            <pc:docMk/>
            <pc:sldMk cId="1907063541" sldId="287"/>
            <ac:spMk id="98" creationId="{27E9C240-B8FC-334C-342F-FD014223F915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02" creationId="{02F60D76-C55B-30C2-E647-2088A9495788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03" creationId="{CB6D2DD8-6CF7-98CC-607D-25A4DB6C0ABF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04" creationId="{795CA6EB-87AE-249D-45D2-CB3F81A9086C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05" creationId="{29DCF719-4420-0F58-C8EA-56B450A99E00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06" creationId="{84203A40-23CF-4DF6-E1AF-92D931F4E153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07" creationId="{3DDE2ECD-E163-7FD7-F745-CB9BAD25D41C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08" creationId="{B6820F4B-DFA6-CEC2-35CA-21BB68D9B3FF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10" creationId="{B7DD9CE4-61EA-0919-F1B0-64399B73B7AF}"/>
          </ac:spMkLst>
        </pc:spChg>
        <pc:spChg chg="mod topLvl">
          <ac:chgData name="Robert de Groote" userId="2ce5265b-80a0-4fb8-a62a-8035e9b0c45a" providerId="ADAL" clId="{7215C0FA-1183-46E7-B0A0-3302B3C45047}" dt="2025-09-10T14:39:01.508" v="5049" actId="165"/>
          <ac:spMkLst>
            <pc:docMk/>
            <pc:sldMk cId="1907063541" sldId="287"/>
            <ac:spMk id="111" creationId="{D330649F-47FF-A813-9C64-D6EF37696BBB}"/>
          </ac:spMkLst>
        </pc:spChg>
        <pc:spChg chg="mod topLvl">
          <ac:chgData name="Robert de Groote" userId="2ce5265b-80a0-4fb8-a62a-8035e9b0c45a" providerId="ADAL" clId="{7215C0FA-1183-46E7-B0A0-3302B3C45047}" dt="2025-09-10T14:39:04.774" v="5050" actId="164"/>
          <ac:spMkLst>
            <pc:docMk/>
            <pc:sldMk cId="1907063541" sldId="287"/>
            <ac:spMk id="112" creationId="{69756154-346D-69D1-F4F4-7C9CE3978760}"/>
          </ac:spMkLst>
        </pc:spChg>
        <pc:spChg chg="mod">
          <ac:chgData name="Robert de Groote" userId="2ce5265b-80a0-4fb8-a62a-8035e9b0c45a" providerId="ADAL" clId="{7215C0FA-1183-46E7-B0A0-3302B3C45047}" dt="2025-09-10T14:39:14.053" v="5051"/>
          <ac:spMkLst>
            <pc:docMk/>
            <pc:sldMk cId="1907063541" sldId="287"/>
            <ac:spMk id="115" creationId="{79F5660F-D8C3-2885-47F4-D3AEB7790C01}"/>
          </ac:spMkLst>
        </pc:spChg>
        <pc:spChg chg="mod">
          <ac:chgData name="Robert de Groote" userId="2ce5265b-80a0-4fb8-a62a-8035e9b0c45a" providerId="ADAL" clId="{7215C0FA-1183-46E7-B0A0-3302B3C45047}" dt="2025-09-10T14:39:14.053" v="5051"/>
          <ac:spMkLst>
            <pc:docMk/>
            <pc:sldMk cId="1907063541" sldId="287"/>
            <ac:spMk id="116" creationId="{FD7FD582-8E40-93A3-FB2B-7B346035DE5A}"/>
          </ac:spMkLst>
        </pc:spChg>
        <pc:spChg chg="mod">
          <ac:chgData name="Robert de Groote" userId="2ce5265b-80a0-4fb8-a62a-8035e9b0c45a" providerId="ADAL" clId="{7215C0FA-1183-46E7-B0A0-3302B3C45047}" dt="2025-09-10T14:39:14.053" v="5051"/>
          <ac:spMkLst>
            <pc:docMk/>
            <pc:sldMk cId="1907063541" sldId="287"/>
            <ac:spMk id="117" creationId="{BB1018EA-05BE-21B8-20A6-C7A0C480E7BE}"/>
          </ac:spMkLst>
        </pc:spChg>
        <pc:spChg chg="add mod">
          <ac:chgData name="Robert de Groote" userId="2ce5265b-80a0-4fb8-a62a-8035e9b0c45a" providerId="ADAL" clId="{7215C0FA-1183-46E7-B0A0-3302B3C45047}" dt="2025-09-10T14:47:10.500" v="5137" actId="14100"/>
          <ac:spMkLst>
            <pc:docMk/>
            <pc:sldMk cId="1907063541" sldId="287"/>
            <ac:spMk id="118" creationId="{4BF431DF-5701-2816-464A-7E6C3F0DFFD8}"/>
          </ac:spMkLst>
        </pc:spChg>
        <pc:spChg chg="add mod">
          <ac:chgData name="Robert de Groote" userId="2ce5265b-80a0-4fb8-a62a-8035e9b0c45a" providerId="ADAL" clId="{7215C0FA-1183-46E7-B0A0-3302B3C45047}" dt="2025-09-10T14:47:08.678" v="5136" actId="14100"/>
          <ac:spMkLst>
            <pc:docMk/>
            <pc:sldMk cId="1907063541" sldId="287"/>
            <ac:spMk id="119" creationId="{A5B0094C-C8E8-E3FD-932B-1420F13CB1BB}"/>
          </ac:spMkLst>
        </pc:spChg>
        <pc:spChg chg="add mod">
          <ac:chgData name="Robert de Groote" userId="2ce5265b-80a0-4fb8-a62a-8035e9b0c45a" providerId="ADAL" clId="{7215C0FA-1183-46E7-B0A0-3302B3C45047}" dt="2025-09-10T14:46:52.077" v="5130" actId="14100"/>
          <ac:spMkLst>
            <pc:docMk/>
            <pc:sldMk cId="1907063541" sldId="287"/>
            <ac:spMk id="120" creationId="{73CE1F9C-D9AC-227E-C6CB-9E50E0C14233}"/>
          </ac:spMkLst>
        </pc:spChg>
        <pc:spChg chg="add mod">
          <ac:chgData name="Robert de Groote" userId="2ce5265b-80a0-4fb8-a62a-8035e9b0c45a" providerId="ADAL" clId="{7215C0FA-1183-46E7-B0A0-3302B3C45047}" dt="2025-09-10T14:46:55.806" v="5132" actId="1076"/>
          <ac:spMkLst>
            <pc:docMk/>
            <pc:sldMk cId="1907063541" sldId="287"/>
            <ac:spMk id="121" creationId="{5985764F-69D7-103F-9199-04CC5405190D}"/>
          </ac:spMkLst>
        </pc:spChg>
        <pc:spChg chg="add mod">
          <ac:chgData name="Robert de Groote" userId="2ce5265b-80a0-4fb8-a62a-8035e9b0c45a" providerId="ADAL" clId="{7215C0FA-1183-46E7-B0A0-3302B3C45047}" dt="2025-09-10T14:47:02.814" v="5135" actId="20577"/>
          <ac:spMkLst>
            <pc:docMk/>
            <pc:sldMk cId="1907063541" sldId="287"/>
            <ac:spMk id="122" creationId="{930A5018-E87F-D9D0-9A84-32FB283D7151}"/>
          </ac:spMkLst>
        </pc:spChg>
        <pc:spChg chg="add mod">
          <ac:chgData name="Robert de Groote" userId="2ce5265b-80a0-4fb8-a62a-8035e9b0c45a" providerId="ADAL" clId="{7215C0FA-1183-46E7-B0A0-3302B3C45047}" dt="2025-09-10T14:54:44.362" v="5236" actId="6549"/>
          <ac:spMkLst>
            <pc:docMk/>
            <pc:sldMk cId="1907063541" sldId="287"/>
            <ac:spMk id="123" creationId="{9440A709-BAD8-9F87-8DE4-FA2D8E64A999}"/>
          </ac:spMkLst>
        </pc:spChg>
        <pc:spChg chg="add mod">
          <ac:chgData name="Robert de Groote" userId="2ce5265b-80a0-4fb8-a62a-8035e9b0c45a" providerId="ADAL" clId="{7215C0FA-1183-46E7-B0A0-3302B3C45047}" dt="2025-09-10T14:48:47.771" v="5166" actId="553"/>
          <ac:spMkLst>
            <pc:docMk/>
            <pc:sldMk cId="1907063541" sldId="287"/>
            <ac:spMk id="124" creationId="{60EBA199-0536-C0ED-9B7B-4A7630121A15}"/>
          </ac:spMkLst>
        </pc:spChg>
        <pc:spChg chg="add mod">
          <ac:chgData name="Robert de Groote" userId="2ce5265b-80a0-4fb8-a62a-8035e9b0c45a" providerId="ADAL" clId="{7215C0FA-1183-46E7-B0A0-3302B3C45047}" dt="2025-09-10T14:48:47.771" v="5166" actId="553"/>
          <ac:spMkLst>
            <pc:docMk/>
            <pc:sldMk cId="1907063541" sldId="287"/>
            <ac:spMk id="125" creationId="{5896CAB1-DE9B-0365-81C1-258611EBF254}"/>
          </ac:spMkLst>
        </pc:spChg>
        <pc:spChg chg="add mod">
          <ac:chgData name="Robert de Groote" userId="2ce5265b-80a0-4fb8-a62a-8035e9b0c45a" providerId="ADAL" clId="{7215C0FA-1183-46E7-B0A0-3302B3C45047}" dt="2025-09-10T14:48:47.771" v="5166" actId="553"/>
          <ac:spMkLst>
            <pc:docMk/>
            <pc:sldMk cId="1907063541" sldId="287"/>
            <ac:spMk id="126" creationId="{C3ADC49F-9768-CE5C-071E-90B120E1CAAA}"/>
          </ac:spMkLst>
        </pc:spChg>
        <pc:spChg chg="add mod">
          <ac:chgData name="Robert de Groote" userId="2ce5265b-80a0-4fb8-a62a-8035e9b0c45a" providerId="ADAL" clId="{7215C0FA-1183-46E7-B0A0-3302B3C45047}" dt="2025-09-10T14:48:47.771" v="5166" actId="553"/>
          <ac:spMkLst>
            <pc:docMk/>
            <pc:sldMk cId="1907063541" sldId="287"/>
            <ac:spMk id="127" creationId="{4B94D06B-E00F-F7F7-BEAF-9B5CFBB7EC6F}"/>
          </ac:spMkLst>
        </pc:spChg>
        <pc:spChg chg="add mod">
          <ac:chgData name="Robert de Groote" userId="2ce5265b-80a0-4fb8-a62a-8035e9b0c45a" providerId="ADAL" clId="{7215C0FA-1183-46E7-B0A0-3302B3C45047}" dt="2025-09-10T14:49:03.587" v="5169" actId="13822"/>
          <ac:spMkLst>
            <pc:docMk/>
            <pc:sldMk cId="1907063541" sldId="287"/>
            <ac:spMk id="128" creationId="{BB73BE86-A460-2B39-B9AC-A3EFD6363D18}"/>
          </ac:spMkLst>
        </pc:spChg>
        <pc:spChg chg="add mod">
          <ac:chgData name="Robert de Groote" userId="2ce5265b-80a0-4fb8-a62a-8035e9b0c45a" providerId="ADAL" clId="{7215C0FA-1183-46E7-B0A0-3302B3C45047}" dt="2025-09-10T14:49:11.835" v="5171" actId="1076"/>
          <ac:spMkLst>
            <pc:docMk/>
            <pc:sldMk cId="1907063541" sldId="287"/>
            <ac:spMk id="129" creationId="{3DABBB75-6CE0-DCB6-9905-5B8A4D21A66B}"/>
          </ac:spMkLst>
        </pc:spChg>
        <pc:spChg chg="add mod">
          <ac:chgData name="Robert de Groote" userId="2ce5265b-80a0-4fb8-a62a-8035e9b0c45a" providerId="ADAL" clId="{7215C0FA-1183-46E7-B0A0-3302B3C45047}" dt="2025-09-10T14:49:12.055" v="5172"/>
          <ac:spMkLst>
            <pc:docMk/>
            <pc:sldMk cId="1907063541" sldId="287"/>
            <ac:spMk id="130" creationId="{99DFB1FA-FD2C-419D-3B1A-64DA4B623D0E}"/>
          </ac:spMkLst>
        </pc:spChg>
        <pc:spChg chg="add mod">
          <ac:chgData name="Robert de Groote" userId="2ce5265b-80a0-4fb8-a62a-8035e9b0c45a" providerId="ADAL" clId="{7215C0FA-1183-46E7-B0A0-3302B3C45047}" dt="2025-09-10T14:49:19.216" v="5177" actId="1076"/>
          <ac:spMkLst>
            <pc:docMk/>
            <pc:sldMk cId="1907063541" sldId="287"/>
            <ac:spMk id="131" creationId="{2EBAA9B3-8122-A583-22C3-ACC9CDB903EA}"/>
          </ac:spMkLst>
        </pc:spChg>
        <pc:grpChg chg="add mod">
          <ac:chgData name="Robert de Groote" userId="2ce5265b-80a0-4fb8-a62a-8035e9b0c45a" providerId="ADAL" clId="{7215C0FA-1183-46E7-B0A0-3302B3C45047}" dt="2025-09-10T14:36:59.157" v="5020" actId="164"/>
          <ac:grpSpMkLst>
            <pc:docMk/>
            <pc:sldMk cId="1907063541" sldId="287"/>
            <ac:grpSpMk id="81" creationId="{5C1D94DC-2A02-6BF9-7983-BD677708D86F}"/>
          </ac:grpSpMkLst>
        </pc:grpChg>
        <pc:grpChg chg="add mod">
          <ac:chgData name="Robert de Groote" userId="2ce5265b-80a0-4fb8-a62a-8035e9b0c45a" providerId="ADAL" clId="{7215C0FA-1183-46E7-B0A0-3302B3C45047}" dt="2025-09-10T14:37:07.800" v="5022" actId="1076"/>
          <ac:grpSpMkLst>
            <pc:docMk/>
            <pc:sldMk cId="1907063541" sldId="287"/>
            <ac:grpSpMk id="82" creationId="{E58FEBAE-01EF-AB9C-D7C0-164FA396195A}"/>
          </ac:grpSpMkLst>
        </pc:grpChg>
        <pc:grpChg chg="add mod">
          <ac:chgData name="Robert de Groote" userId="2ce5265b-80a0-4fb8-a62a-8035e9b0c45a" providerId="ADAL" clId="{7215C0FA-1183-46E7-B0A0-3302B3C45047}" dt="2025-09-10T14:38:33.278" v="5043" actId="164"/>
          <ac:grpSpMkLst>
            <pc:docMk/>
            <pc:sldMk cId="1907063541" sldId="287"/>
            <ac:grpSpMk id="99" creationId="{4AD3BB6A-1A66-377C-E88C-1C9318F835D0}"/>
          </ac:grpSpMkLst>
        </pc:grpChg>
        <pc:grpChg chg="add mod">
          <ac:chgData name="Robert de Groote" userId="2ce5265b-80a0-4fb8-a62a-8035e9b0c45a" providerId="ADAL" clId="{7215C0FA-1183-46E7-B0A0-3302B3C45047}" dt="2025-09-10T14:38:38.094" v="5044" actId="164"/>
          <ac:grpSpMkLst>
            <pc:docMk/>
            <pc:sldMk cId="1907063541" sldId="287"/>
            <ac:grpSpMk id="100" creationId="{9C23421F-39BF-FF83-5F5A-A998C3AE1639}"/>
          </ac:grpSpMkLst>
        </pc:grpChg>
        <pc:grpChg chg="add mod">
          <ac:chgData name="Robert de Groote" userId="2ce5265b-80a0-4fb8-a62a-8035e9b0c45a" providerId="ADAL" clId="{7215C0FA-1183-46E7-B0A0-3302B3C45047}" dt="2025-09-10T14:39:20.208" v="5052" actId="1076"/>
          <ac:grpSpMkLst>
            <pc:docMk/>
            <pc:sldMk cId="1907063541" sldId="287"/>
            <ac:grpSpMk id="114" creationId="{1ADAEB67-B709-9E0E-F9D6-69C560EE0105}"/>
          </ac:grpSpMkLst>
        </pc:grpChg>
      </pc:sldChg>
      <pc:sldChg chg="addSp delSp modSp add mod ord modAnim">
        <pc:chgData name="Robert de Groote" userId="2ce5265b-80a0-4fb8-a62a-8035e9b0c45a" providerId="ADAL" clId="{7215C0FA-1183-46E7-B0A0-3302B3C45047}" dt="2025-09-15T14:48:23.442" v="11635"/>
        <pc:sldMkLst>
          <pc:docMk/>
          <pc:sldMk cId="1495455167" sldId="288"/>
        </pc:sldMkLst>
        <pc:spChg chg="mod">
          <ac:chgData name="Robert de Groote" userId="2ce5265b-80a0-4fb8-a62a-8035e9b0c45a" providerId="ADAL" clId="{7215C0FA-1183-46E7-B0A0-3302B3C45047}" dt="2025-09-09T08:35:52.732" v="969" actId="20577"/>
          <ac:spMkLst>
            <pc:docMk/>
            <pc:sldMk cId="1495455167" sldId="288"/>
            <ac:spMk id="2" creationId="{0A8F2048-8D5E-69C9-8742-8EF3AFFEF659}"/>
          </ac:spMkLst>
        </pc:spChg>
        <pc:spChg chg="mod">
          <ac:chgData name="Robert de Groote" userId="2ce5265b-80a0-4fb8-a62a-8035e9b0c45a" providerId="ADAL" clId="{7215C0FA-1183-46E7-B0A0-3302B3C45047}" dt="2025-09-09T08:38:31.475" v="1086" actId="6549"/>
          <ac:spMkLst>
            <pc:docMk/>
            <pc:sldMk cId="1495455167" sldId="288"/>
            <ac:spMk id="3" creationId="{03B38BF1-546B-7B9E-39F3-939E9BB13A69}"/>
          </ac:spMkLst>
        </pc:spChg>
        <pc:spChg chg="mod">
          <ac:chgData name="Robert de Groote" userId="2ce5265b-80a0-4fb8-a62a-8035e9b0c45a" providerId="ADAL" clId="{7215C0FA-1183-46E7-B0A0-3302B3C45047}" dt="2025-09-09T08:27:41.320" v="839" actId="1076"/>
          <ac:spMkLst>
            <pc:docMk/>
            <pc:sldMk cId="1495455167" sldId="288"/>
            <ac:spMk id="4" creationId="{456573F4-7903-6AF9-B518-09B195868D5A}"/>
          </ac:spMkLst>
        </pc:spChg>
        <pc:spChg chg="add mod">
          <ac:chgData name="Robert de Groote" userId="2ce5265b-80a0-4fb8-a62a-8035e9b0c45a" providerId="ADAL" clId="{7215C0FA-1183-46E7-B0A0-3302B3C45047}" dt="2025-09-15T14:48:15.578" v="11634" actId="14100"/>
          <ac:spMkLst>
            <pc:docMk/>
            <pc:sldMk cId="1495455167" sldId="288"/>
            <ac:spMk id="5" creationId="{9030B5C9-E5DF-5C3D-A9B8-079FB546D082}"/>
          </ac:spMkLst>
        </pc:spChg>
      </pc:sldChg>
      <pc:sldChg chg="addSp modSp add mod modAnim">
        <pc:chgData name="Robert de Groote" userId="2ce5265b-80a0-4fb8-a62a-8035e9b0c45a" providerId="ADAL" clId="{7215C0FA-1183-46E7-B0A0-3302B3C45047}" dt="2025-09-15T14:50:09.082" v="11702" actId="1076"/>
        <pc:sldMkLst>
          <pc:docMk/>
          <pc:sldMk cId="2024969774" sldId="289"/>
        </pc:sldMkLst>
        <pc:spChg chg="mod">
          <ac:chgData name="Robert de Groote" userId="2ce5265b-80a0-4fb8-a62a-8035e9b0c45a" providerId="ADAL" clId="{7215C0FA-1183-46E7-B0A0-3302B3C45047}" dt="2025-09-15T14:49:23.013" v="11640" actId="20577"/>
          <ac:spMkLst>
            <pc:docMk/>
            <pc:sldMk cId="2024969774" sldId="289"/>
            <ac:spMk id="3" creationId="{05A0CE78-4FEE-3BBA-870D-5A531CDA0685}"/>
          </ac:spMkLst>
        </pc:spChg>
        <pc:spChg chg="mod">
          <ac:chgData name="Robert de Groote" userId="2ce5265b-80a0-4fb8-a62a-8035e9b0c45a" providerId="ADAL" clId="{7215C0FA-1183-46E7-B0A0-3302B3C45047}" dt="2025-09-09T08:38:04.983" v="1057"/>
          <ac:spMkLst>
            <pc:docMk/>
            <pc:sldMk cId="2024969774" sldId="289"/>
            <ac:spMk id="4" creationId="{B8DC8006-5185-6A57-2703-FB2989EDD841}"/>
          </ac:spMkLst>
        </pc:spChg>
        <pc:spChg chg="add mod">
          <ac:chgData name="Robert de Groote" userId="2ce5265b-80a0-4fb8-a62a-8035e9b0c45a" providerId="ADAL" clId="{7215C0FA-1183-46E7-B0A0-3302B3C45047}" dt="2025-09-15T14:50:09.082" v="11702" actId="1076"/>
          <ac:spMkLst>
            <pc:docMk/>
            <pc:sldMk cId="2024969774" sldId="289"/>
            <ac:spMk id="5" creationId="{DE121D3E-FA0F-343A-836C-F1E7C46DC95B}"/>
          </ac:spMkLst>
        </pc:spChg>
      </pc:sldChg>
      <pc:sldChg chg="add del">
        <pc:chgData name="Robert de Groote" userId="2ce5265b-80a0-4fb8-a62a-8035e9b0c45a" providerId="ADAL" clId="{7215C0FA-1183-46E7-B0A0-3302B3C45047}" dt="2025-09-10T06:45:13.500" v="2209" actId="47"/>
        <pc:sldMkLst>
          <pc:docMk/>
          <pc:sldMk cId="1256236660" sldId="290"/>
        </pc:sldMkLst>
      </pc:sldChg>
      <pc:sldChg chg="modSp add del mod">
        <pc:chgData name="Robert de Groote" userId="2ce5265b-80a0-4fb8-a62a-8035e9b0c45a" providerId="ADAL" clId="{7215C0FA-1183-46E7-B0A0-3302B3C45047}" dt="2025-09-10T06:17:05.459" v="1540" actId="47"/>
        <pc:sldMkLst>
          <pc:docMk/>
          <pc:sldMk cId="3531856485" sldId="290"/>
        </pc:sldMkLst>
      </pc:sldChg>
      <pc:sldChg chg="addSp modSp add del mod ord modAnim">
        <pc:chgData name="Robert de Groote" userId="2ce5265b-80a0-4fb8-a62a-8035e9b0c45a" providerId="ADAL" clId="{7215C0FA-1183-46E7-B0A0-3302B3C45047}" dt="2025-09-15T17:04:52.438" v="12668" actId="47"/>
        <pc:sldMkLst>
          <pc:docMk/>
          <pc:sldMk cId="3200745936" sldId="291"/>
        </pc:sldMkLst>
        <pc:spChg chg="mod">
          <ac:chgData name="Robert de Groote" userId="2ce5265b-80a0-4fb8-a62a-8035e9b0c45a" providerId="ADAL" clId="{7215C0FA-1183-46E7-B0A0-3302B3C45047}" dt="2025-09-10T06:37:34.844" v="1661" actId="20577"/>
          <ac:spMkLst>
            <pc:docMk/>
            <pc:sldMk cId="3200745936" sldId="291"/>
            <ac:spMk id="2" creationId="{1D50A0C7-6E78-FA1F-F37B-E50BA29E3AD3}"/>
          </ac:spMkLst>
        </pc:spChg>
        <pc:spChg chg="mod">
          <ac:chgData name="Robert de Groote" userId="2ce5265b-80a0-4fb8-a62a-8035e9b0c45a" providerId="ADAL" clId="{7215C0FA-1183-46E7-B0A0-3302B3C45047}" dt="2025-09-15T14:54:26.712" v="11721" actId="20577"/>
          <ac:spMkLst>
            <pc:docMk/>
            <pc:sldMk cId="3200745936" sldId="291"/>
            <ac:spMk id="3" creationId="{2DEE8085-456C-FB5B-6574-FB9F6C69753C}"/>
          </ac:spMkLst>
        </pc:spChg>
        <pc:spChg chg="add mod">
          <ac:chgData name="Robert de Groote" userId="2ce5265b-80a0-4fb8-a62a-8035e9b0c45a" providerId="ADAL" clId="{7215C0FA-1183-46E7-B0A0-3302B3C45047}" dt="2025-09-15T14:28:03.345" v="11387" actId="1035"/>
          <ac:spMkLst>
            <pc:docMk/>
            <pc:sldMk cId="3200745936" sldId="291"/>
            <ac:spMk id="4" creationId="{FEF43E0A-B278-7849-AB19-DBB3EDD5DCBF}"/>
          </ac:spMkLst>
        </pc:spChg>
      </pc:sldChg>
      <pc:sldChg chg="addSp delSp modSp add mod modAnim">
        <pc:chgData name="Robert de Groote" userId="2ce5265b-80a0-4fb8-a62a-8035e9b0c45a" providerId="ADAL" clId="{7215C0FA-1183-46E7-B0A0-3302B3C45047}" dt="2025-09-15T14:17:15.922" v="11277"/>
        <pc:sldMkLst>
          <pc:docMk/>
          <pc:sldMk cId="1957669843" sldId="292"/>
        </pc:sldMkLst>
        <pc:spChg chg="mod">
          <ac:chgData name="Robert de Groote" userId="2ce5265b-80a0-4fb8-a62a-8035e9b0c45a" providerId="ADAL" clId="{7215C0FA-1183-46E7-B0A0-3302B3C45047}" dt="2025-09-10T06:45:58.418" v="2230" actId="20577"/>
          <ac:spMkLst>
            <pc:docMk/>
            <pc:sldMk cId="1957669843" sldId="292"/>
            <ac:spMk id="2" creationId="{558D8D7A-BB54-A308-D879-2BE8EFB48E6F}"/>
          </ac:spMkLst>
        </pc:spChg>
        <pc:spChg chg="mod">
          <ac:chgData name="Robert de Groote" userId="2ce5265b-80a0-4fb8-a62a-8035e9b0c45a" providerId="ADAL" clId="{7215C0FA-1183-46E7-B0A0-3302B3C45047}" dt="2025-09-15T13:57:49.567" v="10172" actId="113"/>
          <ac:spMkLst>
            <pc:docMk/>
            <pc:sldMk cId="1957669843" sldId="292"/>
            <ac:spMk id="3" creationId="{E6CA104E-4971-BE48-E946-5D943CA43990}"/>
          </ac:spMkLst>
        </pc:spChg>
        <pc:spChg chg="add mod ord">
          <ac:chgData name="Robert de Groote" userId="2ce5265b-80a0-4fb8-a62a-8035e9b0c45a" providerId="ADAL" clId="{7215C0FA-1183-46E7-B0A0-3302B3C45047}" dt="2025-09-15T13:50:57.246" v="10080" actId="13822"/>
          <ac:spMkLst>
            <pc:docMk/>
            <pc:sldMk cId="1957669843" sldId="292"/>
            <ac:spMk id="4" creationId="{2D89E471-ED66-C89B-59AB-E44E58E0861C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6" creationId="{3C10C38E-579D-B796-F9FB-D15E5896E8E5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7" creationId="{1A7B24F6-EEF6-6AFD-6678-7F8CDD777922}"/>
          </ac:spMkLst>
        </pc:spChg>
        <pc:spChg chg="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8" creationId="{F03DD6FB-B5C9-AC40-B024-BCC1879CC4C4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9" creationId="{9F5AD5A4-8B1E-3FC3-4882-412577EF3739}"/>
          </ac:spMkLst>
        </pc:spChg>
        <pc:spChg chg="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10" creationId="{C37BDE60-D12A-2E4D-8A2F-DF93D86EF3D2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11" creationId="{7A40D9D1-FC5B-6429-EE30-AECD8CD3C1B5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12" creationId="{47AAC649-7893-713B-5485-958A474192A5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13" creationId="{5B09ED4A-16DB-D310-4A30-A2A47982136B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14" creationId="{2A09FAA4-80F9-87FE-8668-5A2B8C7D08CA}"/>
          </ac:spMkLst>
        </pc:spChg>
        <pc:spChg chg="add mod">
          <ac:chgData name="Robert de Groote" userId="2ce5265b-80a0-4fb8-a62a-8035e9b0c45a" providerId="ADAL" clId="{7215C0FA-1183-46E7-B0A0-3302B3C45047}" dt="2025-09-15T13:54:36.701" v="10085" actId="164"/>
          <ac:spMkLst>
            <pc:docMk/>
            <pc:sldMk cId="1957669843" sldId="292"/>
            <ac:spMk id="15" creationId="{8180AF23-29A3-5E60-1AA0-F00343FEC396}"/>
          </ac:spMkLst>
        </pc:spChg>
        <pc:spChg chg="add mod">
          <ac:chgData name="Robert de Groote" userId="2ce5265b-80a0-4fb8-a62a-8035e9b0c45a" providerId="ADAL" clId="{7215C0FA-1183-46E7-B0A0-3302B3C45047}" dt="2025-09-11T11:18:29.255" v="9050" actId="1076"/>
          <ac:spMkLst>
            <pc:docMk/>
            <pc:sldMk cId="1957669843" sldId="292"/>
            <ac:spMk id="16" creationId="{49F28A24-51AD-ADCB-BF34-55F258C1E756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17" creationId="{F80066A0-4DF8-AEF7-E2A1-744D75638896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18" creationId="{948C0AB9-6013-5DAA-9C94-3C8681ADD651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19" creationId="{C53ECA43-FDF1-4234-8097-3CEDCA66A6D1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20" creationId="{8F3EDB18-15A6-5EE7-2E4B-AA918EDD22B8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21" creationId="{ED49FCC9-5F45-17E8-84C3-CA39EE156189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22" creationId="{33B637AE-0C49-BAAE-19F7-BE907D6A9A32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23" creationId="{03914123-8675-42B1-C202-B02BF63EB9B5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24" creationId="{CEF133B4-DE62-3E32-6A85-28AB5EEABD6A}"/>
          </ac:spMkLst>
        </pc:spChg>
        <pc:spChg chg="add mod">
          <ac:chgData name="Robert de Groote" userId="2ce5265b-80a0-4fb8-a62a-8035e9b0c45a" providerId="ADAL" clId="{7215C0FA-1183-46E7-B0A0-3302B3C45047}" dt="2025-09-11T11:17:06.285" v="9031" actId="20577"/>
          <ac:spMkLst>
            <pc:docMk/>
            <pc:sldMk cId="1957669843" sldId="292"/>
            <ac:spMk id="25" creationId="{70D24C6B-FBD3-EEA9-F3FA-110C12B21B12}"/>
          </ac:spMkLst>
        </pc:spChg>
        <pc:spChg chg="add mod">
          <ac:chgData name="Robert de Groote" userId="2ce5265b-80a0-4fb8-a62a-8035e9b0c45a" providerId="ADAL" clId="{7215C0FA-1183-46E7-B0A0-3302B3C45047}" dt="2025-09-15T13:54:29.207" v="10083" actId="164"/>
          <ac:spMkLst>
            <pc:docMk/>
            <pc:sldMk cId="1957669843" sldId="292"/>
            <ac:spMk id="26" creationId="{C2C33077-FE47-6DD0-70B3-7AEE9728A8F0}"/>
          </ac:spMkLst>
        </pc:spChg>
        <pc:spChg chg="add mod ord">
          <ac:chgData name="Robert de Groote" userId="2ce5265b-80a0-4fb8-a62a-8035e9b0c45a" providerId="ADAL" clId="{7215C0FA-1183-46E7-B0A0-3302B3C45047}" dt="2025-09-11T11:18:10.451" v="9049" actId="167"/>
          <ac:spMkLst>
            <pc:docMk/>
            <pc:sldMk cId="1957669843" sldId="292"/>
            <ac:spMk id="27" creationId="{158DA782-5A95-FD47-FA10-B20173A71864}"/>
          </ac:spMkLst>
        </pc:spChg>
        <pc:spChg chg="add mod ord">
          <ac:chgData name="Robert de Groote" userId="2ce5265b-80a0-4fb8-a62a-8035e9b0c45a" providerId="ADAL" clId="{7215C0FA-1183-46E7-B0A0-3302B3C45047}" dt="2025-09-11T11:18:10.451" v="9049" actId="167"/>
          <ac:spMkLst>
            <pc:docMk/>
            <pc:sldMk cId="1957669843" sldId="292"/>
            <ac:spMk id="28" creationId="{D655B473-AC4C-F99F-9843-5ADBCC1BC65E}"/>
          </ac:spMkLst>
        </pc:spChg>
        <pc:grpChg chg="add mod">
          <ac:chgData name="Robert de Groote" userId="2ce5265b-80a0-4fb8-a62a-8035e9b0c45a" providerId="ADAL" clId="{7215C0FA-1183-46E7-B0A0-3302B3C45047}" dt="2025-09-15T13:54:29.207" v="10083" actId="164"/>
          <ac:grpSpMkLst>
            <pc:docMk/>
            <pc:sldMk cId="1957669843" sldId="292"/>
            <ac:grpSpMk id="5" creationId="{E0067AB5-6F05-B0A9-172A-54687E9321D8}"/>
          </ac:grpSpMkLst>
        </pc:grpChg>
      </pc:sldChg>
      <pc:sldChg chg="addSp delSp modSp add mod ord delAnim modAnim">
        <pc:chgData name="Robert de Groote" userId="2ce5265b-80a0-4fb8-a62a-8035e9b0c45a" providerId="ADAL" clId="{7215C0FA-1183-46E7-B0A0-3302B3C45047}" dt="2025-09-15T14:19:56.136" v="11301"/>
        <pc:sldMkLst>
          <pc:docMk/>
          <pc:sldMk cId="3072021139" sldId="293"/>
        </pc:sldMkLst>
        <pc:spChg chg="mod">
          <ac:chgData name="Robert de Groote" userId="2ce5265b-80a0-4fb8-a62a-8035e9b0c45a" providerId="ADAL" clId="{7215C0FA-1183-46E7-B0A0-3302B3C45047}" dt="2025-09-10T06:46:18.841" v="2251" actId="20577"/>
          <ac:spMkLst>
            <pc:docMk/>
            <pc:sldMk cId="3072021139" sldId="293"/>
            <ac:spMk id="2" creationId="{C351B604-F546-BE90-14DC-EE2C08E1D47F}"/>
          </ac:spMkLst>
        </pc:spChg>
        <pc:spChg chg="mod">
          <ac:chgData name="Robert de Groote" userId="2ce5265b-80a0-4fb8-a62a-8035e9b0c45a" providerId="ADAL" clId="{7215C0FA-1183-46E7-B0A0-3302B3C45047}" dt="2025-09-11T05:43:03.558" v="6662"/>
          <ac:spMkLst>
            <pc:docMk/>
            <pc:sldMk cId="3072021139" sldId="293"/>
            <ac:spMk id="3" creationId="{6E7A47CA-B7ED-C073-B07F-F13F15353D7B}"/>
          </ac:spMkLst>
        </pc:spChg>
        <pc:spChg chg="add mod">
          <ac:chgData name="Robert de Groote" userId="2ce5265b-80a0-4fb8-a62a-8035e9b0c45a" providerId="ADAL" clId="{7215C0FA-1183-46E7-B0A0-3302B3C45047}" dt="2025-09-11T10:08:55.960" v="7378" actId="164"/>
          <ac:spMkLst>
            <pc:docMk/>
            <pc:sldMk cId="3072021139" sldId="293"/>
            <ac:spMk id="4" creationId="{3D0B04DB-02E2-CA86-4B26-1D809D021884}"/>
          </ac:spMkLst>
        </pc:spChg>
        <pc:spChg chg="add mod">
          <ac:chgData name="Robert de Groote" userId="2ce5265b-80a0-4fb8-a62a-8035e9b0c45a" providerId="ADAL" clId="{7215C0FA-1183-46E7-B0A0-3302B3C45047}" dt="2025-09-11T10:08:51.845" v="7377" actId="164"/>
          <ac:spMkLst>
            <pc:docMk/>
            <pc:sldMk cId="3072021139" sldId="293"/>
            <ac:spMk id="5" creationId="{67632B23-E226-767E-32AA-A35E6B7DE0D6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18" creationId="{F8855594-F56D-A81F-05C0-B3D9D38D3AA7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19" creationId="{FFAF6CFA-EA4E-AF26-4395-70E4CDE996E4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20" creationId="{D8354855-BD1F-DF1C-C052-03DAE35DAAB7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21" creationId="{562809AF-D1B4-63C2-4956-3F59D15E0527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22" creationId="{4BF709AF-992E-8D70-2B05-8642FC3AB4D7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23" creationId="{60AB9B2A-1A4E-6206-1E7C-2045F76380AA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24" creationId="{47963085-86DC-A4C5-7E9D-FE086BF77D13}"/>
          </ac:spMkLst>
        </pc:spChg>
        <pc:spChg chg="mod topLvl">
          <ac:chgData name="Robert de Groote" userId="2ce5265b-80a0-4fb8-a62a-8035e9b0c45a" providerId="ADAL" clId="{7215C0FA-1183-46E7-B0A0-3302B3C45047}" dt="2025-09-11T10:05:40.352" v="7290" actId="165"/>
          <ac:spMkLst>
            <pc:docMk/>
            <pc:sldMk cId="3072021139" sldId="293"/>
            <ac:spMk id="27" creationId="{E81E7528-4D2D-B66B-5587-C18A550871BA}"/>
          </ac:spMkLst>
        </pc:spChg>
        <pc:spChg chg="mod topLvl">
          <ac:chgData name="Robert de Groote" userId="2ce5265b-80a0-4fb8-a62a-8035e9b0c45a" providerId="ADAL" clId="{7215C0FA-1183-46E7-B0A0-3302B3C45047}" dt="2025-09-11T10:05:41.609" v="7291" actId="165"/>
          <ac:spMkLst>
            <pc:docMk/>
            <pc:sldMk cId="3072021139" sldId="293"/>
            <ac:spMk id="131" creationId="{CB15A2B3-D863-8886-EEDB-48406356C3A1}"/>
          </ac:spMkLst>
        </pc:spChg>
        <pc:spChg chg="mod topLvl">
          <ac:chgData name="Robert de Groote" userId="2ce5265b-80a0-4fb8-a62a-8035e9b0c45a" providerId="ADAL" clId="{7215C0FA-1183-46E7-B0A0-3302B3C45047}" dt="2025-09-11T10:05:41.609" v="7291" actId="165"/>
          <ac:spMkLst>
            <pc:docMk/>
            <pc:sldMk cId="3072021139" sldId="293"/>
            <ac:spMk id="132" creationId="{FA615519-7034-B986-7A0F-F1A1554A8E83}"/>
          </ac:spMkLst>
        </pc:spChg>
        <pc:spChg chg="mod topLvl">
          <ac:chgData name="Robert de Groote" userId="2ce5265b-80a0-4fb8-a62a-8035e9b0c45a" providerId="ADAL" clId="{7215C0FA-1183-46E7-B0A0-3302B3C45047}" dt="2025-09-11T10:05:41.609" v="7291" actId="165"/>
          <ac:spMkLst>
            <pc:docMk/>
            <pc:sldMk cId="3072021139" sldId="293"/>
            <ac:spMk id="133" creationId="{50751E85-7516-34DE-4413-92F6F65A6E95}"/>
          </ac:spMkLst>
        </pc:spChg>
        <pc:spChg chg="mod topLvl">
          <ac:chgData name="Robert de Groote" userId="2ce5265b-80a0-4fb8-a62a-8035e9b0c45a" providerId="ADAL" clId="{7215C0FA-1183-46E7-B0A0-3302B3C45047}" dt="2025-09-11T10:05:41.609" v="7291" actId="165"/>
          <ac:spMkLst>
            <pc:docMk/>
            <pc:sldMk cId="3072021139" sldId="293"/>
            <ac:spMk id="134" creationId="{5613DC55-1D6F-EBA8-C292-2D7E3BA18350}"/>
          </ac:spMkLst>
        </pc:spChg>
        <pc:spChg chg="mod topLvl">
          <ac:chgData name="Robert de Groote" userId="2ce5265b-80a0-4fb8-a62a-8035e9b0c45a" providerId="ADAL" clId="{7215C0FA-1183-46E7-B0A0-3302B3C45047}" dt="2025-09-11T10:05:41.609" v="7291" actId="165"/>
          <ac:spMkLst>
            <pc:docMk/>
            <pc:sldMk cId="3072021139" sldId="293"/>
            <ac:spMk id="135" creationId="{7731063D-205E-1470-1182-247F14253636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36" creationId="{881DE8A1-AE5F-06A3-5D9B-14A3D6A218ED}"/>
          </ac:spMkLst>
        </pc:spChg>
        <pc:spChg chg="mod topLvl">
          <ac:chgData name="Robert de Groote" userId="2ce5265b-80a0-4fb8-a62a-8035e9b0c45a" providerId="ADAL" clId="{7215C0FA-1183-46E7-B0A0-3302B3C45047}" dt="2025-09-11T10:05:41.609" v="7291" actId="165"/>
          <ac:spMkLst>
            <pc:docMk/>
            <pc:sldMk cId="3072021139" sldId="293"/>
            <ac:spMk id="137" creationId="{7AB93D9F-3F9A-C359-575B-CD7573D35FC5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38" creationId="{CDE2F3C5-AA69-1BE2-FCE5-FA22C02DE54D}"/>
          </ac:spMkLst>
        </pc:spChg>
        <pc:spChg chg="mod topLvl">
          <ac:chgData name="Robert de Groote" userId="2ce5265b-80a0-4fb8-a62a-8035e9b0c45a" providerId="ADAL" clId="{7215C0FA-1183-46E7-B0A0-3302B3C45047}" dt="2025-09-11T10:05:42.871" v="7292" actId="165"/>
          <ac:spMkLst>
            <pc:docMk/>
            <pc:sldMk cId="3072021139" sldId="293"/>
            <ac:spMk id="147" creationId="{EB224E3A-D8BF-CA14-181A-5724EBF560F7}"/>
          </ac:spMkLst>
        </pc:spChg>
        <pc:spChg chg="mod topLvl">
          <ac:chgData name="Robert de Groote" userId="2ce5265b-80a0-4fb8-a62a-8035e9b0c45a" providerId="ADAL" clId="{7215C0FA-1183-46E7-B0A0-3302B3C45047}" dt="2025-09-11T10:05:42.871" v="7292" actId="165"/>
          <ac:spMkLst>
            <pc:docMk/>
            <pc:sldMk cId="3072021139" sldId="293"/>
            <ac:spMk id="148" creationId="{CCF296E1-9FE9-2A75-8A99-429F46AF88AF}"/>
          </ac:spMkLst>
        </pc:spChg>
        <pc:spChg chg="mod topLvl">
          <ac:chgData name="Robert de Groote" userId="2ce5265b-80a0-4fb8-a62a-8035e9b0c45a" providerId="ADAL" clId="{7215C0FA-1183-46E7-B0A0-3302B3C45047}" dt="2025-09-11T10:05:42.871" v="7292" actId="165"/>
          <ac:spMkLst>
            <pc:docMk/>
            <pc:sldMk cId="3072021139" sldId="293"/>
            <ac:spMk id="149" creationId="{576ABDDD-8DFF-9DC9-0173-70996AFD2E15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50" creationId="{AFECEFD6-D6C0-FA22-1EB9-6EF11A6A62BC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51" creationId="{998A4E78-EEF7-5DCB-48FA-FC087A1488DE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52" creationId="{53995058-0ABD-BD93-C25A-9730E8299D0B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53" creationId="{F17E4E5F-1C3A-BA44-2628-3525516A8361}"/>
          </ac:spMkLst>
        </pc:spChg>
        <pc:spChg chg="mod topLvl">
          <ac:chgData name="Robert de Groote" userId="2ce5265b-80a0-4fb8-a62a-8035e9b0c45a" providerId="ADAL" clId="{7215C0FA-1183-46E7-B0A0-3302B3C45047}" dt="2025-09-11T10:05:42.871" v="7292" actId="165"/>
          <ac:spMkLst>
            <pc:docMk/>
            <pc:sldMk cId="3072021139" sldId="293"/>
            <ac:spMk id="154" creationId="{22436D04-E7C0-81FE-FF26-ADDAFF510BE9}"/>
          </ac:spMkLst>
        </pc:spChg>
        <pc:spChg chg="mod topLvl">
          <ac:chgData name="Robert de Groote" userId="2ce5265b-80a0-4fb8-a62a-8035e9b0c45a" providerId="ADAL" clId="{7215C0FA-1183-46E7-B0A0-3302B3C45047}" dt="2025-09-11T10:05:44.193" v="7293" actId="165"/>
          <ac:spMkLst>
            <pc:docMk/>
            <pc:sldMk cId="3072021139" sldId="293"/>
            <ac:spMk id="163" creationId="{C1E6344A-139F-9AD1-DBCF-6AA9FB9211C3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64" creationId="{A7040BED-79D1-A391-B879-8CE28031C2AD}"/>
          </ac:spMkLst>
        </pc:spChg>
        <pc:spChg chg="mod topLvl">
          <ac:chgData name="Robert de Groote" userId="2ce5265b-80a0-4fb8-a62a-8035e9b0c45a" providerId="ADAL" clId="{7215C0FA-1183-46E7-B0A0-3302B3C45047}" dt="2025-09-11T10:05:44.193" v="7293" actId="165"/>
          <ac:spMkLst>
            <pc:docMk/>
            <pc:sldMk cId="3072021139" sldId="293"/>
            <ac:spMk id="165" creationId="{A10EE894-21EC-BB0D-A668-E0B832CC09FE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66" creationId="{F936AFDF-C0CD-5BF2-B0CC-F2CBEC77EF33}"/>
          </ac:spMkLst>
        </pc:spChg>
        <pc:spChg chg="mod topLvl">
          <ac:chgData name="Robert de Groote" userId="2ce5265b-80a0-4fb8-a62a-8035e9b0c45a" providerId="ADAL" clId="{7215C0FA-1183-46E7-B0A0-3302B3C45047}" dt="2025-09-11T10:05:44.193" v="7293" actId="165"/>
          <ac:spMkLst>
            <pc:docMk/>
            <pc:sldMk cId="3072021139" sldId="293"/>
            <ac:spMk id="167" creationId="{0AE9F2D4-9ADB-BBB1-1090-D83C81AFDBCE}"/>
          </ac:spMkLst>
        </pc:spChg>
        <pc:spChg chg="mod topLvl">
          <ac:chgData name="Robert de Groote" userId="2ce5265b-80a0-4fb8-a62a-8035e9b0c45a" providerId="ADAL" clId="{7215C0FA-1183-46E7-B0A0-3302B3C45047}" dt="2025-09-11T10:05:44.193" v="7293" actId="165"/>
          <ac:spMkLst>
            <pc:docMk/>
            <pc:sldMk cId="3072021139" sldId="293"/>
            <ac:spMk id="168" creationId="{3B23461B-B4D7-6C24-07E8-10C68EC10562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69" creationId="{0E2A4468-2F33-D95B-2B24-0FA548155ED5}"/>
          </ac:spMkLst>
        </pc:spChg>
        <pc:spChg chg="mod topLvl">
          <ac:chgData name="Robert de Groote" userId="2ce5265b-80a0-4fb8-a62a-8035e9b0c45a" providerId="ADAL" clId="{7215C0FA-1183-46E7-B0A0-3302B3C45047}" dt="2025-09-11T10:09:16.105" v="7382" actId="164"/>
          <ac:spMkLst>
            <pc:docMk/>
            <pc:sldMk cId="3072021139" sldId="293"/>
            <ac:spMk id="170" creationId="{9D2BF338-D5BB-D170-D9B9-067012686A58}"/>
          </ac:spMkLst>
        </pc:spChg>
        <pc:spChg chg="add mod">
          <ac:chgData name="Robert de Groote" userId="2ce5265b-80a0-4fb8-a62a-8035e9b0c45a" providerId="ADAL" clId="{7215C0FA-1183-46E7-B0A0-3302B3C45047}" dt="2025-09-11T10:08:49.032" v="7376" actId="164"/>
          <ac:spMkLst>
            <pc:docMk/>
            <pc:sldMk cId="3072021139" sldId="293"/>
            <ac:spMk id="178" creationId="{4873D11E-D9CF-06C2-7989-55748E9E3A67}"/>
          </ac:spMkLst>
        </pc:spChg>
        <pc:spChg chg="add mod">
          <ac:chgData name="Robert de Groote" userId="2ce5265b-80a0-4fb8-a62a-8035e9b0c45a" providerId="ADAL" clId="{7215C0FA-1183-46E7-B0A0-3302B3C45047}" dt="2025-09-11T10:08:51.845" v="7377" actId="164"/>
          <ac:spMkLst>
            <pc:docMk/>
            <pc:sldMk cId="3072021139" sldId="293"/>
            <ac:spMk id="179" creationId="{792DC086-BD0D-28C4-F280-07BA438F183C}"/>
          </ac:spMkLst>
        </pc:spChg>
        <pc:spChg chg="add mod">
          <ac:chgData name="Robert de Groote" userId="2ce5265b-80a0-4fb8-a62a-8035e9b0c45a" providerId="ADAL" clId="{7215C0FA-1183-46E7-B0A0-3302B3C45047}" dt="2025-09-11T10:08:49.032" v="7376" actId="164"/>
          <ac:spMkLst>
            <pc:docMk/>
            <pc:sldMk cId="3072021139" sldId="293"/>
            <ac:spMk id="180" creationId="{3BF8AF4A-4AF3-B380-D1E9-D8A82635704C}"/>
          </ac:spMkLst>
        </pc:spChg>
        <pc:grpChg chg="add mod">
          <ac:chgData name="Robert de Groote" userId="2ce5265b-80a0-4fb8-a62a-8035e9b0c45a" providerId="ADAL" clId="{7215C0FA-1183-46E7-B0A0-3302B3C45047}" dt="2025-09-11T10:08:55.960" v="7378" actId="164"/>
          <ac:grpSpMkLst>
            <pc:docMk/>
            <pc:sldMk cId="3072021139" sldId="293"/>
            <ac:grpSpMk id="181" creationId="{A20A02F2-AD8D-413A-A003-D6E3700E3BE4}"/>
          </ac:grpSpMkLst>
        </pc:grpChg>
        <pc:grpChg chg="add mod">
          <ac:chgData name="Robert de Groote" userId="2ce5265b-80a0-4fb8-a62a-8035e9b0c45a" providerId="ADAL" clId="{7215C0FA-1183-46E7-B0A0-3302B3C45047}" dt="2025-09-11T10:08:55.960" v="7378" actId="164"/>
          <ac:grpSpMkLst>
            <pc:docMk/>
            <pc:sldMk cId="3072021139" sldId="293"/>
            <ac:grpSpMk id="182" creationId="{B689C991-DF4F-7B10-04B4-6D40CCE987D1}"/>
          </ac:grpSpMkLst>
        </pc:grpChg>
        <pc:grpChg chg="add mod ord">
          <ac:chgData name="Robert de Groote" userId="2ce5265b-80a0-4fb8-a62a-8035e9b0c45a" providerId="ADAL" clId="{7215C0FA-1183-46E7-B0A0-3302B3C45047}" dt="2025-09-11T10:09:19.011" v="7383" actId="164"/>
          <ac:grpSpMkLst>
            <pc:docMk/>
            <pc:sldMk cId="3072021139" sldId="293"/>
            <ac:grpSpMk id="183" creationId="{1FFFCC05-DDA0-EEA9-10F7-9E0460131773}"/>
          </ac:grpSpMkLst>
        </pc:grpChg>
        <pc:grpChg chg="mod">
          <ac:chgData name="Robert de Groote" userId="2ce5265b-80a0-4fb8-a62a-8035e9b0c45a" providerId="ADAL" clId="{7215C0FA-1183-46E7-B0A0-3302B3C45047}" dt="2025-09-11T10:09:19.011" v="7383" actId="164"/>
          <ac:grpSpMkLst>
            <pc:docMk/>
            <pc:sldMk cId="3072021139" sldId="293"/>
            <ac:grpSpMk id="184" creationId="{58E7F3AA-7BD8-5009-1057-C20FA97A08D0}"/>
          </ac:grpSpMkLst>
        </pc:grpChg>
        <pc:grpChg chg="add mod">
          <ac:chgData name="Robert de Groote" userId="2ce5265b-80a0-4fb8-a62a-8035e9b0c45a" providerId="ADAL" clId="{7215C0FA-1183-46E7-B0A0-3302B3C45047}" dt="2025-09-11T10:09:32.620" v="7384" actId="1076"/>
          <ac:grpSpMkLst>
            <pc:docMk/>
            <pc:sldMk cId="3072021139" sldId="293"/>
            <ac:grpSpMk id="185" creationId="{97C3842E-003E-46C9-D9F7-9616164D2057}"/>
          </ac:grpSpMkLst>
        </pc:grpChg>
        <pc:cxnChg chg="mod topLvl">
          <ac:chgData name="Robert de Groote" userId="2ce5265b-80a0-4fb8-a62a-8035e9b0c45a" providerId="ADAL" clId="{7215C0FA-1183-46E7-B0A0-3302B3C45047}" dt="2025-09-11T10:05:40.352" v="7290" actId="165"/>
          <ac:cxnSpMkLst>
            <pc:docMk/>
            <pc:sldMk cId="3072021139" sldId="293"/>
            <ac:cxnSpMk id="28" creationId="{6171C279-CAF5-4384-0486-02609ACF9C89}"/>
          </ac:cxnSpMkLst>
        </pc:cxnChg>
        <pc:cxnChg chg="mod">
          <ac:chgData name="Robert de Groote" userId="2ce5265b-80a0-4fb8-a62a-8035e9b0c45a" providerId="ADAL" clId="{7215C0FA-1183-46E7-B0A0-3302B3C45047}" dt="2025-09-11T10:02:04.372" v="7216" actId="1076"/>
          <ac:cxnSpMkLst>
            <pc:docMk/>
            <pc:sldMk cId="3072021139" sldId="293"/>
            <ac:cxnSpMk id="29" creationId="{D1DC97DE-4F3D-019A-17FC-C372D9363E1F}"/>
          </ac:cxnSpMkLst>
        </pc:cxnChg>
        <pc:cxnChg chg="mod">
          <ac:chgData name="Robert de Groote" userId="2ce5265b-80a0-4fb8-a62a-8035e9b0c45a" providerId="ADAL" clId="{7215C0FA-1183-46E7-B0A0-3302B3C45047}" dt="2025-09-11T10:02:04.372" v="7216" actId="1076"/>
          <ac:cxnSpMkLst>
            <pc:docMk/>
            <pc:sldMk cId="3072021139" sldId="293"/>
            <ac:cxnSpMk id="30" creationId="{EBE07B71-4595-8489-D430-C74AD166E2D3}"/>
          </ac:cxnSpMkLst>
        </pc:cxnChg>
        <pc:cxnChg chg="mod">
          <ac:chgData name="Robert de Groote" userId="2ce5265b-80a0-4fb8-a62a-8035e9b0c45a" providerId="ADAL" clId="{7215C0FA-1183-46E7-B0A0-3302B3C45047}" dt="2025-09-11T10:02:04.372" v="7216" actId="1076"/>
          <ac:cxnSpMkLst>
            <pc:docMk/>
            <pc:sldMk cId="3072021139" sldId="293"/>
            <ac:cxnSpMk id="31" creationId="{379FFE82-62CE-AD05-DC2B-98FCDE290EE1}"/>
          </ac:cxnSpMkLst>
        </pc:cxnChg>
        <pc:cxnChg chg="mod">
          <ac:chgData name="Robert de Groote" userId="2ce5265b-80a0-4fb8-a62a-8035e9b0c45a" providerId="ADAL" clId="{7215C0FA-1183-46E7-B0A0-3302B3C45047}" dt="2025-09-11T10:02:04.372" v="7216" actId="1076"/>
          <ac:cxnSpMkLst>
            <pc:docMk/>
            <pc:sldMk cId="3072021139" sldId="293"/>
            <ac:cxnSpMk id="32" creationId="{560F6861-3646-A96D-1F09-4B74F27D12FE}"/>
          </ac:cxnSpMkLst>
        </pc:cxnChg>
        <pc:cxnChg chg="mod">
          <ac:chgData name="Robert de Groote" userId="2ce5265b-80a0-4fb8-a62a-8035e9b0c45a" providerId="ADAL" clId="{7215C0FA-1183-46E7-B0A0-3302B3C45047}" dt="2025-09-11T10:02:04.372" v="7216" actId="1076"/>
          <ac:cxnSpMkLst>
            <pc:docMk/>
            <pc:sldMk cId="3072021139" sldId="293"/>
            <ac:cxnSpMk id="33" creationId="{86604247-B2F1-CDA9-3764-67723172C6B9}"/>
          </ac:cxnSpMkLst>
        </pc:cxnChg>
        <pc:cxnChg chg="mod">
          <ac:chgData name="Robert de Groote" userId="2ce5265b-80a0-4fb8-a62a-8035e9b0c45a" providerId="ADAL" clId="{7215C0FA-1183-46E7-B0A0-3302B3C45047}" dt="2025-09-11T10:02:04.372" v="7216" actId="1076"/>
          <ac:cxnSpMkLst>
            <pc:docMk/>
            <pc:sldMk cId="3072021139" sldId="293"/>
            <ac:cxnSpMk id="36" creationId="{BB2E7CA6-D9C2-E6D3-CE46-ABE3E033C31E}"/>
          </ac:cxnSpMkLst>
        </pc:cxnChg>
        <pc:cxnChg chg="mod topLvl">
          <ac:chgData name="Robert de Groote" userId="2ce5265b-80a0-4fb8-a62a-8035e9b0c45a" providerId="ADAL" clId="{7215C0FA-1183-46E7-B0A0-3302B3C45047}" dt="2025-09-11T10:05:41.609" v="7291" actId="165"/>
          <ac:cxnSpMkLst>
            <pc:docMk/>
            <pc:sldMk cId="3072021139" sldId="293"/>
            <ac:cxnSpMk id="143" creationId="{60340817-47FA-CA3B-3374-2385564F4BB6}"/>
          </ac:cxnSpMkLst>
        </pc:cxnChg>
        <pc:cxnChg chg="mod topLvl">
          <ac:chgData name="Robert de Groote" userId="2ce5265b-80a0-4fb8-a62a-8035e9b0c45a" providerId="ADAL" clId="{7215C0FA-1183-46E7-B0A0-3302B3C45047}" dt="2025-09-11T10:05:42.871" v="7292" actId="165"/>
          <ac:cxnSpMkLst>
            <pc:docMk/>
            <pc:sldMk cId="3072021139" sldId="293"/>
            <ac:cxnSpMk id="155" creationId="{D1BB9C90-78F1-1069-4754-99BED8253709}"/>
          </ac:cxnSpMkLst>
        </pc:cxnChg>
      </pc:sldChg>
      <pc:sldChg chg="addSp delSp modSp add mod modAnim">
        <pc:chgData name="Robert de Groote" userId="2ce5265b-80a0-4fb8-a62a-8035e9b0c45a" providerId="ADAL" clId="{7215C0FA-1183-46E7-B0A0-3302B3C45047}" dt="2025-09-10T15:11:39.413" v="5696"/>
        <pc:sldMkLst>
          <pc:docMk/>
          <pc:sldMk cId="443693944" sldId="294"/>
        </pc:sldMkLst>
        <pc:spChg chg="mod">
          <ac:chgData name="Robert de Groote" userId="2ce5265b-80a0-4fb8-a62a-8035e9b0c45a" providerId="ADAL" clId="{7215C0FA-1183-46E7-B0A0-3302B3C45047}" dt="2025-09-10T07:00:10.478" v="2436" actId="20577"/>
          <ac:spMkLst>
            <pc:docMk/>
            <pc:sldMk cId="443693944" sldId="294"/>
            <ac:spMk id="2" creationId="{5EFFE11D-C6D2-8575-DE59-86E61FEA4DC6}"/>
          </ac:spMkLst>
        </pc:spChg>
        <pc:spChg chg="mod">
          <ac:chgData name="Robert de Groote" userId="2ce5265b-80a0-4fb8-a62a-8035e9b0c45a" providerId="ADAL" clId="{7215C0FA-1183-46E7-B0A0-3302B3C45047}" dt="2025-09-10T15:01:39.909" v="5321" actId="6549"/>
          <ac:spMkLst>
            <pc:docMk/>
            <pc:sldMk cId="443693944" sldId="294"/>
            <ac:spMk id="3" creationId="{87079CA6-9D19-6FD9-B9EE-A78AB76ADFE1}"/>
          </ac:spMkLst>
        </pc:spChg>
        <pc:spChg chg="add mod">
          <ac:chgData name="Robert de Groote" userId="2ce5265b-80a0-4fb8-a62a-8035e9b0c45a" providerId="ADAL" clId="{7215C0FA-1183-46E7-B0A0-3302B3C45047}" dt="2025-09-10T15:01:27.317" v="5317" actId="164"/>
          <ac:spMkLst>
            <pc:docMk/>
            <pc:sldMk cId="443693944" sldId="294"/>
            <ac:spMk id="4" creationId="{F066425D-A349-DD83-D1BC-5FD76EC059A1}"/>
          </ac:spMkLst>
        </pc:spChg>
        <pc:spChg chg="add mod">
          <ac:chgData name="Robert de Groote" userId="2ce5265b-80a0-4fb8-a62a-8035e9b0c45a" providerId="ADAL" clId="{7215C0FA-1183-46E7-B0A0-3302B3C45047}" dt="2025-09-10T15:01:30.415" v="5318" actId="164"/>
          <ac:spMkLst>
            <pc:docMk/>
            <pc:sldMk cId="443693944" sldId="294"/>
            <ac:spMk id="5" creationId="{CD480C10-1599-F3AC-8B81-7C0A5B8B84F3}"/>
          </ac:spMkLst>
        </pc:spChg>
        <pc:spChg chg="add mod">
          <ac:chgData name="Robert de Groote" userId="2ce5265b-80a0-4fb8-a62a-8035e9b0c45a" providerId="ADAL" clId="{7215C0FA-1183-46E7-B0A0-3302B3C45047}" dt="2025-09-10T15:01:27.317" v="5317" actId="164"/>
          <ac:spMkLst>
            <pc:docMk/>
            <pc:sldMk cId="443693944" sldId="294"/>
            <ac:spMk id="7" creationId="{459985DD-8A0A-D4C9-9287-926F6129B917}"/>
          </ac:spMkLst>
        </pc:spChg>
        <pc:spChg chg="add mod">
          <ac:chgData name="Robert de Groote" userId="2ce5265b-80a0-4fb8-a62a-8035e9b0c45a" providerId="ADAL" clId="{7215C0FA-1183-46E7-B0A0-3302B3C45047}" dt="2025-09-10T15:01:30.415" v="5318" actId="164"/>
          <ac:spMkLst>
            <pc:docMk/>
            <pc:sldMk cId="443693944" sldId="294"/>
            <ac:spMk id="8" creationId="{94514E69-4C34-6D50-6D66-16B9B5CE8709}"/>
          </ac:spMkLst>
        </pc:spChg>
        <pc:spChg chg="mod">
          <ac:chgData name="Robert de Groote" userId="2ce5265b-80a0-4fb8-a62a-8035e9b0c45a" providerId="ADAL" clId="{7215C0FA-1183-46E7-B0A0-3302B3C45047}" dt="2025-09-10T15:01:48.033" v="5323"/>
          <ac:spMkLst>
            <pc:docMk/>
            <pc:sldMk cId="443693944" sldId="294"/>
            <ac:spMk id="12" creationId="{4020A077-6B3E-4A54-20C5-415B1F1FFDC5}"/>
          </ac:spMkLst>
        </pc:spChg>
        <pc:spChg chg="mod">
          <ac:chgData name="Robert de Groote" userId="2ce5265b-80a0-4fb8-a62a-8035e9b0c45a" providerId="ADAL" clId="{7215C0FA-1183-46E7-B0A0-3302B3C45047}" dt="2025-09-10T15:01:48.033" v="5323"/>
          <ac:spMkLst>
            <pc:docMk/>
            <pc:sldMk cId="443693944" sldId="294"/>
            <ac:spMk id="13" creationId="{E65613CD-17F3-2125-D78A-B51033A9D7ED}"/>
          </ac:spMkLst>
        </pc:spChg>
        <pc:spChg chg="mod">
          <ac:chgData name="Robert de Groote" userId="2ce5265b-80a0-4fb8-a62a-8035e9b0c45a" providerId="ADAL" clId="{7215C0FA-1183-46E7-B0A0-3302B3C45047}" dt="2025-09-10T15:01:48.653" v="5324"/>
          <ac:spMkLst>
            <pc:docMk/>
            <pc:sldMk cId="443693944" sldId="294"/>
            <ac:spMk id="15" creationId="{E45398C2-643C-5FDC-4015-878F692457CA}"/>
          </ac:spMkLst>
        </pc:spChg>
        <pc:spChg chg="mod">
          <ac:chgData name="Robert de Groote" userId="2ce5265b-80a0-4fb8-a62a-8035e9b0c45a" providerId="ADAL" clId="{7215C0FA-1183-46E7-B0A0-3302B3C45047}" dt="2025-09-10T15:01:48.653" v="5324"/>
          <ac:spMkLst>
            <pc:docMk/>
            <pc:sldMk cId="443693944" sldId="294"/>
            <ac:spMk id="16" creationId="{C20E50C4-6F55-C0CA-3F52-441422938582}"/>
          </ac:spMkLst>
        </pc:spChg>
        <pc:spChg chg="mod modVis">
          <ac:chgData name="Robert de Groote" userId="2ce5265b-80a0-4fb8-a62a-8035e9b0c45a" providerId="ADAL" clId="{7215C0FA-1183-46E7-B0A0-3302B3C45047}" dt="2025-09-10T15:04:56.780" v="5446" actId="14429"/>
          <ac:spMkLst>
            <pc:docMk/>
            <pc:sldMk cId="443693944" sldId="294"/>
            <ac:spMk id="18" creationId="{E5F3D8DD-E254-2699-5FF8-99365BFF5095}"/>
          </ac:spMkLst>
        </pc:spChg>
        <pc:spChg chg="mod">
          <ac:chgData name="Robert de Groote" userId="2ce5265b-80a0-4fb8-a62a-8035e9b0c45a" providerId="ADAL" clId="{7215C0FA-1183-46E7-B0A0-3302B3C45047}" dt="2025-09-10T15:01:50.919" v="5326"/>
          <ac:spMkLst>
            <pc:docMk/>
            <pc:sldMk cId="443693944" sldId="294"/>
            <ac:spMk id="19" creationId="{D21F7EC3-DE9D-80C7-2A34-DD7D43DC1842}"/>
          </ac:spMkLst>
        </pc:spChg>
        <pc:spChg chg="add mod modVis">
          <ac:chgData name="Robert de Groote" userId="2ce5265b-80a0-4fb8-a62a-8035e9b0c45a" providerId="ADAL" clId="{7215C0FA-1183-46E7-B0A0-3302B3C45047}" dt="2025-09-10T15:10:41.986" v="5691" actId="14429"/>
          <ac:spMkLst>
            <pc:docMk/>
            <pc:sldMk cId="443693944" sldId="294"/>
            <ac:spMk id="20" creationId="{D707C3A9-BA30-F5F2-64D1-6139397B6962}"/>
          </ac:spMkLst>
        </pc:spChg>
        <pc:spChg chg="mod">
          <ac:chgData name="Robert de Groote" userId="2ce5265b-80a0-4fb8-a62a-8035e9b0c45a" providerId="ADAL" clId="{7215C0FA-1183-46E7-B0A0-3302B3C45047}" dt="2025-09-10T15:04:13.317" v="5435"/>
          <ac:spMkLst>
            <pc:docMk/>
            <pc:sldMk cId="443693944" sldId="294"/>
            <ac:spMk id="22" creationId="{A91AA49B-A609-922D-1452-E06F92520D1C}"/>
          </ac:spMkLst>
        </pc:spChg>
        <pc:spChg chg="mod">
          <ac:chgData name="Robert de Groote" userId="2ce5265b-80a0-4fb8-a62a-8035e9b0c45a" providerId="ADAL" clId="{7215C0FA-1183-46E7-B0A0-3302B3C45047}" dt="2025-09-10T15:04:13.317" v="5435"/>
          <ac:spMkLst>
            <pc:docMk/>
            <pc:sldMk cId="443693944" sldId="294"/>
            <ac:spMk id="23" creationId="{EC677A76-32C6-88FE-F882-D683CD22227A}"/>
          </ac:spMkLst>
        </pc:spChg>
        <pc:spChg chg="mod topLvl">
          <ac:chgData name="Robert de Groote" userId="2ce5265b-80a0-4fb8-a62a-8035e9b0c45a" providerId="ADAL" clId="{7215C0FA-1183-46E7-B0A0-3302B3C45047}" dt="2025-09-10T15:10:07.697" v="5687" actId="164"/>
          <ac:spMkLst>
            <pc:docMk/>
            <pc:sldMk cId="443693944" sldId="294"/>
            <ac:spMk id="25" creationId="{F61BC50A-96F5-4A28-7E2C-9897A7EE8F6A}"/>
          </ac:spMkLst>
        </pc:spChg>
        <pc:spChg chg="mod topLvl">
          <ac:chgData name="Robert de Groote" userId="2ce5265b-80a0-4fb8-a62a-8035e9b0c45a" providerId="ADAL" clId="{7215C0FA-1183-46E7-B0A0-3302B3C45047}" dt="2025-09-10T15:05:58.634" v="5464" actId="164"/>
          <ac:spMkLst>
            <pc:docMk/>
            <pc:sldMk cId="443693944" sldId="294"/>
            <ac:spMk id="26" creationId="{8C437062-E1A8-1740-F7FA-94E408B1FD54}"/>
          </ac:spMkLst>
        </pc:spChg>
        <pc:spChg chg="add mod">
          <ac:chgData name="Robert de Groote" userId="2ce5265b-80a0-4fb8-a62a-8035e9b0c45a" providerId="ADAL" clId="{7215C0FA-1183-46E7-B0A0-3302B3C45047}" dt="2025-09-10T15:05:58.634" v="5464" actId="164"/>
          <ac:spMkLst>
            <pc:docMk/>
            <pc:sldMk cId="443693944" sldId="294"/>
            <ac:spMk id="27" creationId="{3EFB4A29-2E83-6433-64C4-3BF98800A4FA}"/>
          </ac:spMkLst>
        </pc:spChg>
        <pc:spChg chg="add mod">
          <ac:chgData name="Robert de Groote" userId="2ce5265b-80a0-4fb8-a62a-8035e9b0c45a" providerId="ADAL" clId="{7215C0FA-1183-46E7-B0A0-3302B3C45047}" dt="2025-09-10T15:10:07.697" v="5687" actId="164"/>
          <ac:spMkLst>
            <pc:docMk/>
            <pc:sldMk cId="443693944" sldId="294"/>
            <ac:spMk id="28" creationId="{3219F355-710E-7213-65EB-6F42AD0B81F0}"/>
          </ac:spMkLst>
        </pc:spChg>
        <pc:spChg chg="add mod">
          <ac:chgData name="Robert de Groote" userId="2ce5265b-80a0-4fb8-a62a-8035e9b0c45a" providerId="ADAL" clId="{7215C0FA-1183-46E7-B0A0-3302B3C45047}" dt="2025-09-10T15:10:07.697" v="5687" actId="164"/>
          <ac:spMkLst>
            <pc:docMk/>
            <pc:sldMk cId="443693944" sldId="294"/>
            <ac:spMk id="29" creationId="{CB485D8D-0D3D-DDBC-8679-6EC0B5BFBB2C}"/>
          </ac:spMkLst>
        </pc:spChg>
        <pc:spChg chg="mod">
          <ac:chgData name="Robert de Groote" userId="2ce5265b-80a0-4fb8-a62a-8035e9b0c45a" providerId="ADAL" clId="{7215C0FA-1183-46E7-B0A0-3302B3C45047}" dt="2025-09-10T15:05:59.789" v="5465"/>
          <ac:spMkLst>
            <pc:docMk/>
            <pc:sldMk cId="443693944" sldId="294"/>
            <ac:spMk id="32" creationId="{C24C7F73-B2B2-B14A-040F-BF9172DBBEC0}"/>
          </ac:spMkLst>
        </pc:spChg>
        <pc:spChg chg="mod">
          <ac:chgData name="Robert de Groote" userId="2ce5265b-80a0-4fb8-a62a-8035e9b0c45a" providerId="ADAL" clId="{7215C0FA-1183-46E7-B0A0-3302B3C45047}" dt="2025-09-10T15:05:59.789" v="5465"/>
          <ac:spMkLst>
            <pc:docMk/>
            <pc:sldMk cId="443693944" sldId="294"/>
            <ac:spMk id="33" creationId="{2FAA5B97-DCB6-8697-49B8-96B362078F6E}"/>
          </ac:spMkLst>
        </pc:spChg>
        <pc:spChg chg="mod">
          <ac:chgData name="Robert de Groote" userId="2ce5265b-80a0-4fb8-a62a-8035e9b0c45a" providerId="ADAL" clId="{7215C0FA-1183-46E7-B0A0-3302B3C45047}" dt="2025-09-10T15:06:05.457" v="5467"/>
          <ac:spMkLst>
            <pc:docMk/>
            <pc:sldMk cId="443693944" sldId="294"/>
            <ac:spMk id="35" creationId="{2965D00E-6EF6-88C3-C228-CF76892BC6BF}"/>
          </ac:spMkLst>
        </pc:spChg>
        <pc:spChg chg="mod">
          <ac:chgData name="Robert de Groote" userId="2ce5265b-80a0-4fb8-a62a-8035e9b0c45a" providerId="ADAL" clId="{7215C0FA-1183-46E7-B0A0-3302B3C45047}" dt="2025-09-10T15:06:05.457" v="5467"/>
          <ac:spMkLst>
            <pc:docMk/>
            <pc:sldMk cId="443693944" sldId="294"/>
            <ac:spMk id="36" creationId="{E89314A3-AD78-4778-6922-499FF97E314C}"/>
          </ac:spMkLst>
        </pc:spChg>
        <pc:spChg chg="add mod">
          <ac:chgData name="Robert de Groote" userId="2ce5265b-80a0-4fb8-a62a-8035e9b0c45a" providerId="ADAL" clId="{7215C0FA-1183-46E7-B0A0-3302B3C45047}" dt="2025-09-10T15:10:07.697" v="5687" actId="164"/>
          <ac:spMkLst>
            <pc:docMk/>
            <pc:sldMk cId="443693944" sldId="294"/>
            <ac:spMk id="37" creationId="{B2B70F0C-A31A-311F-2FBC-23C0189586A0}"/>
          </ac:spMkLst>
        </pc:spChg>
        <pc:spChg chg="add mod">
          <ac:chgData name="Robert de Groote" userId="2ce5265b-80a0-4fb8-a62a-8035e9b0c45a" providerId="ADAL" clId="{7215C0FA-1183-46E7-B0A0-3302B3C45047}" dt="2025-09-10T15:10:07.697" v="5687" actId="164"/>
          <ac:spMkLst>
            <pc:docMk/>
            <pc:sldMk cId="443693944" sldId="294"/>
            <ac:spMk id="38" creationId="{C9ACC0BB-4416-62CD-FB9D-7DA96EFAC32A}"/>
          </ac:spMkLst>
        </pc:spChg>
        <pc:spChg chg="add mod">
          <ac:chgData name="Robert de Groote" userId="2ce5265b-80a0-4fb8-a62a-8035e9b0c45a" providerId="ADAL" clId="{7215C0FA-1183-46E7-B0A0-3302B3C45047}" dt="2025-09-10T15:10:07.697" v="5687" actId="164"/>
          <ac:spMkLst>
            <pc:docMk/>
            <pc:sldMk cId="443693944" sldId="294"/>
            <ac:spMk id="39" creationId="{C7516392-2AE7-4CBE-AEF9-1F8167322216}"/>
          </ac:spMkLst>
        </pc:spChg>
        <pc:spChg chg="add mod">
          <ac:chgData name="Robert de Groote" userId="2ce5265b-80a0-4fb8-a62a-8035e9b0c45a" providerId="ADAL" clId="{7215C0FA-1183-46E7-B0A0-3302B3C45047}" dt="2025-09-10T15:10:07.697" v="5687" actId="164"/>
          <ac:spMkLst>
            <pc:docMk/>
            <pc:sldMk cId="443693944" sldId="294"/>
            <ac:spMk id="40" creationId="{61892D3F-B805-8A94-C1FF-2C8D7C84D79D}"/>
          </ac:spMkLst>
        </pc:spChg>
        <pc:spChg chg="mod">
          <ac:chgData name="Robert de Groote" userId="2ce5265b-80a0-4fb8-a62a-8035e9b0c45a" providerId="ADAL" clId="{7215C0FA-1183-46E7-B0A0-3302B3C45047}" dt="2025-09-10T15:06:47.214" v="5479"/>
          <ac:spMkLst>
            <pc:docMk/>
            <pc:sldMk cId="443693944" sldId="294"/>
            <ac:spMk id="42" creationId="{1D86321B-3FD9-F731-BEC5-A95B28DD738B}"/>
          </ac:spMkLst>
        </pc:spChg>
        <pc:spChg chg="mod">
          <ac:chgData name="Robert de Groote" userId="2ce5265b-80a0-4fb8-a62a-8035e9b0c45a" providerId="ADAL" clId="{7215C0FA-1183-46E7-B0A0-3302B3C45047}" dt="2025-09-10T15:06:47.214" v="5479"/>
          <ac:spMkLst>
            <pc:docMk/>
            <pc:sldMk cId="443693944" sldId="294"/>
            <ac:spMk id="43" creationId="{BD8EDE70-9970-19F2-4E5F-8BDFE0A67697}"/>
          </ac:spMkLst>
        </pc:spChg>
        <pc:spChg chg="mod">
          <ac:chgData name="Robert de Groote" userId="2ce5265b-80a0-4fb8-a62a-8035e9b0c45a" providerId="ADAL" clId="{7215C0FA-1183-46E7-B0A0-3302B3C45047}" dt="2025-09-10T15:06:47.214" v="5479"/>
          <ac:spMkLst>
            <pc:docMk/>
            <pc:sldMk cId="443693944" sldId="294"/>
            <ac:spMk id="45" creationId="{DF332646-D474-118E-F76D-9AC34EDFD0E4}"/>
          </ac:spMkLst>
        </pc:spChg>
        <pc:spChg chg="mod">
          <ac:chgData name="Robert de Groote" userId="2ce5265b-80a0-4fb8-a62a-8035e9b0c45a" providerId="ADAL" clId="{7215C0FA-1183-46E7-B0A0-3302B3C45047}" dt="2025-09-10T15:06:47.214" v="5479"/>
          <ac:spMkLst>
            <pc:docMk/>
            <pc:sldMk cId="443693944" sldId="294"/>
            <ac:spMk id="46" creationId="{E46D3F94-A78D-0A08-74C0-450697B950C1}"/>
          </ac:spMkLst>
        </pc:spChg>
        <pc:spChg chg="mod">
          <ac:chgData name="Robert de Groote" userId="2ce5265b-80a0-4fb8-a62a-8035e9b0c45a" providerId="ADAL" clId="{7215C0FA-1183-46E7-B0A0-3302B3C45047}" dt="2025-09-10T15:06:55.346" v="5482"/>
          <ac:spMkLst>
            <pc:docMk/>
            <pc:sldMk cId="443693944" sldId="294"/>
            <ac:spMk id="48" creationId="{7C612180-288F-3825-074B-B7BB0D3A46CB}"/>
          </ac:spMkLst>
        </pc:spChg>
        <pc:spChg chg="mod">
          <ac:chgData name="Robert de Groote" userId="2ce5265b-80a0-4fb8-a62a-8035e9b0c45a" providerId="ADAL" clId="{7215C0FA-1183-46E7-B0A0-3302B3C45047}" dt="2025-09-10T15:06:55.346" v="5482"/>
          <ac:spMkLst>
            <pc:docMk/>
            <pc:sldMk cId="443693944" sldId="294"/>
            <ac:spMk id="49" creationId="{660074AE-9148-D8D2-43D3-A2A66721BF35}"/>
          </ac:spMkLst>
        </pc:spChg>
        <pc:spChg chg="mod">
          <ac:chgData name="Robert de Groote" userId="2ce5265b-80a0-4fb8-a62a-8035e9b0c45a" providerId="ADAL" clId="{7215C0FA-1183-46E7-B0A0-3302B3C45047}" dt="2025-09-10T15:06:58.155" v="5484"/>
          <ac:spMkLst>
            <pc:docMk/>
            <pc:sldMk cId="443693944" sldId="294"/>
            <ac:spMk id="51" creationId="{5F008F9F-EA28-0BEF-A13C-5F65C056C258}"/>
          </ac:spMkLst>
        </pc:spChg>
        <pc:spChg chg="mod">
          <ac:chgData name="Robert de Groote" userId="2ce5265b-80a0-4fb8-a62a-8035e9b0c45a" providerId="ADAL" clId="{7215C0FA-1183-46E7-B0A0-3302B3C45047}" dt="2025-09-10T15:06:58.155" v="5484"/>
          <ac:spMkLst>
            <pc:docMk/>
            <pc:sldMk cId="443693944" sldId="294"/>
            <ac:spMk id="52" creationId="{A80A1E97-4FF9-6BC3-7007-9D67C8CC6F42}"/>
          </ac:spMkLst>
        </pc:spChg>
        <pc:spChg chg="add mod">
          <ac:chgData name="Robert de Groote" userId="2ce5265b-80a0-4fb8-a62a-8035e9b0c45a" providerId="ADAL" clId="{7215C0FA-1183-46E7-B0A0-3302B3C45047}" dt="2025-09-10T15:08:57.484" v="5602" actId="403"/>
          <ac:spMkLst>
            <pc:docMk/>
            <pc:sldMk cId="443693944" sldId="294"/>
            <ac:spMk id="64" creationId="{5651941C-085B-A89E-3A26-3E639D495690}"/>
          </ac:spMkLst>
        </pc:spChg>
        <pc:spChg chg="add mod">
          <ac:chgData name="Robert de Groote" userId="2ce5265b-80a0-4fb8-a62a-8035e9b0c45a" providerId="ADAL" clId="{7215C0FA-1183-46E7-B0A0-3302B3C45047}" dt="2025-09-10T15:09:43.996" v="5685" actId="14100"/>
          <ac:spMkLst>
            <pc:docMk/>
            <pc:sldMk cId="443693944" sldId="294"/>
            <ac:spMk id="65" creationId="{A4A92B46-7151-EF81-0233-C4CD58F21677}"/>
          </ac:spMkLst>
        </pc:spChg>
        <pc:grpChg chg="add mod">
          <ac:chgData name="Robert de Groote" userId="2ce5265b-80a0-4fb8-a62a-8035e9b0c45a" providerId="ADAL" clId="{7215C0FA-1183-46E7-B0A0-3302B3C45047}" dt="2025-09-10T15:01:45.418" v="5322" actId="1076"/>
          <ac:grpSpMkLst>
            <pc:docMk/>
            <pc:sldMk cId="443693944" sldId="294"/>
            <ac:grpSpMk id="9" creationId="{636AB071-F916-AC6A-AA32-9B9C246DE8FE}"/>
          </ac:grpSpMkLst>
        </pc:grpChg>
        <pc:grpChg chg="add mod">
          <ac:chgData name="Robert de Groote" userId="2ce5265b-80a0-4fb8-a62a-8035e9b0c45a" providerId="ADAL" clId="{7215C0FA-1183-46E7-B0A0-3302B3C45047}" dt="2025-09-10T15:04:32.657" v="5442" actId="408"/>
          <ac:grpSpMkLst>
            <pc:docMk/>
            <pc:sldMk cId="443693944" sldId="294"/>
            <ac:grpSpMk id="10" creationId="{4244E413-125E-1F6A-45D4-A3F374812DF7}"/>
          </ac:grpSpMkLst>
        </pc:grpChg>
        <pc:grpChg chg="add mod">
          <ac:chgData name="Robert de Groote" userId="2ce5265b-80a0-4fb8-a62a-8035e9b0c45a" providerId="ADAL" clId="{7215C0FA-1183-46E7-B0A0-3302B3C45047}" dt="2025-09-10T15:04:32.657" v="5442" actId="408"/>
          <ac:grpSpMkLst>
            <pc:docMk/>
            <pc:sldMk cId="443693944" sldId="294"/>
            <ac:grpSpMk id="11" creationId="{AA3938A9-95CC-8E92-E216-1A093430AD3B}"/>
          </ac:grpSpMkLst>
        </pc:grpChg>
        <pc:grpChg chg="add mod">
          <ac:chgData name="Robert de Groote" userId="2ce5265b-80a0-4fb8-a62a-8035e9b0c45a" providerId="ADAL" clId="{7215C0FA-1183-46E7-B0A0-3302B3C45047}" dt="2025-09-10T15:04:32.657" v="5442" actId="408"/>
          <ac:grpSpMkLst>
            <pc:docMk/>
            <pc:sldMk cId="443693944" sldId="294"/>
            <ac:grpSpMk id="14" creationId="{7BDCB9BE-E02C-3409-E681-2CB29069C01A}"/>
          </ac:grpSpMkLst>
        </pc:grpChg>
        <pc:grpChg chg="add mod">
          <ac:chgData name="Robert de Groote" userId="2ce5265b-80a0-4fb8-a62a-8035e9b0c45a" providerId="ADAL" clId="{7215C0FA-1183-46E7-B0A0-3302B3C45047}" dt="2025-09-10T15:04:32.657" v="5442" actId="408"/>
          <ac:grpSpMkLst>
            <pc:docMk/>
            <pc:sldMk cId="443693944" sldId="294"/>
            <ac:grpSpMk id="17" creationId="{2EFCF70C-E89F-1323-3DA6-DEA2AF153B3F}"/>
          </ac:grpSpMkLst>
        </pc:grpChg>
        <pc:grpChg chg="add mod ord">
          <ac:chgData name="Robert de Groote" userId="2ce5265b-80a0-4fb8-a62a-8035e9b0c45a" providerId="ADAL" clId="{7215C0FA-1183-46E7-B0A0-3302B3C45047}" dt="2025-09-10T15:04:42.656" v="5444" actId="167"/>
          <ac:grpSpMkLst>
            <pc:docMk/>
            <pc:sldMk cId="443693944" sldId="294"/>
            <ac:grpSpMk id="21" creationId="{03C752DA-CBF2-F9D7-E7F6-B64D85D2D9B9}"/>
          </ac:grpSpMkLst>
        </pc:grpChg>
        <pc:grpChg chg="add mod">
          <ac:chgData name="Robert de Groote" userId="2ce5265b-80a0-4fb8-a62a-8035e9b0c45a" providerId="ADAL" clId="{7215C0FA-1183-46E7-B0A0-3302B3C45047}" dt="2025-09-10T15:05:58.634" v="5464" actId="164"/>
          <ac:grpSpMkLst>
            <pc:docMk/>
            <pc:sldMk cId="443693944" sldId="294"/>
            <ac:grpSpMk id="30" creationId="{0BC9071E-4A6C-5E72-6044-D2909D081AE6}"/>
          </ac:grpSpMkLst>
        </pc:grpChg>
        <pc:grpChg chg="add mod">
          <ac:chgData name="Robert de Groote" userId="2ce5265b-80a0-4fb8-a62a-8035e9b0c45a" providerId="ADAL" clId="{7215C0FA-1183-46E7-B0A0-3302B3C45047}" dt="2025-09-10T15:08:09.151" v="5501" actId="1076"/>
          <ac:grpSpMkLst>
            <pc:docMk/>
            <pc:sldMk cId="443693944" sldId="294"/>
            <ac:grpSpMk id="31" creationId="{48EB9A42-6E4A-864E-6349-E5ACCE8BC005}"/>
          </ac:grpSpMkLst>
        </pc:grpChg>
        <pc:grpChg chg="add mod">
          <ac:chgData name="Robert de Groote" userId="2ce5265b-80a0-4fb8-a62a-8035e9b0c45a" providerId="ADAL" clId="{7215C0FA-1183-46E7-B0A0-3302B3C45047}" dt="2025-09-10T15:06:29.695" v="5471" actId="1076"/>
          <ac:grpSpMkLst>
            <pc:docMk/>
            <pc:sldMk cId="443693944" sldId="294"/>
            <ac:grpSpMk id="34" creationId="{06864A49-2BC2-8064-BB16-9BD560F867DC}"/>
          </ac:grpSpMkLst>
        </pc:grpChg>
        <pc:grpChg chg="add mod">
          <ac:chgData name="Robert de Groote" userId="2ce5265b-80a0-4fb8-a62a-8035e9b0c45a" providerId="ADAL" clId="{7215C0FA-1183-46E7-B0A0-3302B3C45047}" dt="2025-09-10T15:06:51.013" v="5480" actId="1076"/>
          <ac:grpSpMkLst>
            <pc:docMk/>
            <pc:sldMk cId="443693944" sldId="294"/>
            <ac:grpSpMk id="41" creationId="{623E7135-4858-2D83-43CB-41B01AFA4119}"/>
          </ac:grpSpMkLst>
        </pc:grpChg>
        <pc:grpChg chg="add mod">
          <ac:chgData name="Robert de Groote" userId="2ce5265b-80a0-4fb8-a62a-8035e9b0c45a" providerId="ADAL" clId="{7215C0FA-1183-46E7-B0A0-3302B3C45047}" dt="2025-09-10T15:10:07.697" v="5687" actId="164"/>
          <ac:grpSpMkLst>
            <pc:docMk/>
            <pc:sldMk cId="443693944" sldId="294"/>
            <ac:grpSpMk id="44" creationId="{5BD268E0-4BB0-6032-FB31-7EE76528C1A8}"/>
          </ac:grpSpMkLst>
        </pc:grpChg>
        <pc:grpChg chg="add mod">
          <ac:chgData name="Robert de Groote" userId="2ce5265b-80a0-4fb8-a62a-8035e9b0c45a" providerId="ADAL" clId="{7215C0FA-1183-46E7-B0A0-3302B3C45047}" dt="2025-09-10T15:10:07.697" v="5687" actId="164"/>
          <ac:grpSpMkLst>
            <pc:docMk/>
            <pc:sldMk cId="443693944" sldId="294"/>
            <ac:grpSpMk id="47" creationId="{F7987FF2-7BF1-E9F8-9B41-7A0886461592}"/>
          </ac:grpSpMkLst>
        </pc:grpChg>
        <pc:grpChg chg="add mod">
          <ac:chgData name="Robert de Groote" userId="2ce5265b-80a0-4fb8-a62a-8035e9b0c45a" providerId="ADAL" clId="{7215C0FA-1183-46E7-B0A0-3302B3C45047}" dt="2025-09-10T15:07:00.047" v="5485" actId="1076"/>
          <ac:grpSpMkLst>
            <pc:docMk/>
            <pc:sldMk cId="443693944" sldId="294"/>
            <ac:grpSpMk id="50" creationId="{AF6C6D6D-5ADB-4163-3395-A22F65D6F9ED}"/>
          </ac:grpSpMkLst>
        </pc:grpChg>
        <pc:grpChg chg="add mod">
          <ac:chgData name="Robert de Groote" userId="2ce5265b-80a0-4fb8-a62a-8035e9b0c45a" providerId="ADAL" clId="{7215C0FA-1183-46E7-B0A0-3302B3C45047}" dt="2025-09-10T15:10:07.697" v="5687" actId="164"/>
          <ac:grpSpMkLst>
            <pc:docMk/>
            <pc:sldMk cId="443693944" sldId="294"/>
            <ac:grpSpMk id="66" creationId="{9DB7B81C-2E07-5D2F-C7CD-3D2FE18F9412}"/>
          </ac:grpSpMkLst>
        </pc:grpChg>
      </pc:sldChg>
      <pc:sldChg chg="addSp modSp add del mod modAnim">
        <pc:chgData name="Robert de Groote" userId="2ce5265b-80a0-4fb8-a62a-8035e9b0c45a" providerId="ADAL" clId="{7215C0FA-1183-46E7-B0A0-3302B3C45047}" dt="2025-09-15T17:04:52.438" v="12668" actId="47"/>
        <pc:sldMkLst>
          <pc:docMk/>
          <pc:sldMk cId="3461642007" sldId="295"/>
        </pc:sldMkLst>
        <pc:spChg chg="mod">
          <ac:chgData name="Robert de Groote" userId="2ce5265b-80a0-4fb8-a62a-8035e9b0c45a" providerId="ADAL" clId="{7215C0FA-1183-46E7-B0A0-3302B3C45047}" dt="2025-09-10T15:19:47.019" v="6059" actId="20577"/>
          <ac:spMkLst>
            <pc:docMk/>
            <pc:sldMk cId="3461642007" sldId="295"/>
            <ac:spMk id="3" creationId="{35C4CD1E-7535-42AC-CC30-D1765807C8DD}"/>
          </ac:spMkLst>
        </pc:spChg>
        <pc:spChg chg="add mod">
          <ac:chgData name="Robert de Groote" userId="2ce5265b-80a0-4fb8-a62a-8035e9b0c45a" providerId="ADAL" clId="{7215C0FA-1183-46E7-B0A0-3302B3C45047}" dt="2025-09-10T15:19:28.352" v="6036" actId="1076"/>
          <ac:spMkLst>
            <pc:docMk/>
            <pc:sldMk cId="3461642007" sldId="295"/>
            <ac:spMk id="4" creationId="{2D501F6E-4124-CC29-9F35-73D6EBFD9972}"/>
          </ac:spMkLst>
        </pc:spChg>
        <pc:spChg chg="add mod">
          <ac:chgData name="Robert de Groote" userId="2ce5265b-80a0-4fb8-a62a-8035e9b0c45a" providerId="ADAL" clId="{7215C0FA-1183-46E7-B0A0-3302B3C45047}" dt="2025-09-10T15:19:29.922" v="6037" actId="1076"/>
          <ac:spMkLst>
            <pc:docMk/>
            <pc:sldMk cId="3461642007" sldId="295"/>
            <ac:spMk id="5" creationId="{55434AE4-9DDF-6F90-43F0-7C059CA1600C}"/>
          </ac:spMkLst>
        </pc:spChg>
        <pc:spChg chg="add mod">
          <ac:chgData name="Robert de Groote" userId="2ce5265b-80a0-4fb8-a62a-8035e9b0c45a" providerId="ADAL" clId="{7215C0FA-1183-46E7-B0A0-3302B3C45047}" dt="2025-09-10T15:19:26.262" v="6035" actId="1076"/>
          <ac:spMkLst>
            <pc:docMk/>
            <pc:sldMk cId="3461642007" sldId="295"/>
            <ac:spMk id="6" creationId="{A7614122-C91F-3087-2142-6D65807531BA}"/>
          </ac:spMkLst>
        </pc:spChg>
      </pc:sldChg>
      <pc:sldChg chg="addSp delSp modSp add mod delAnim modAnim">
        <pc:chgData name="Robert de Groote" userId="2ce5265b-80a0-4fb8-a62a-8035e9b0c45a" providerId="ADAL" clId="{7215C0FA-1183-46E7-B0A0-3302B3C45047}" dt="2025-09-15T15:11:01.887" v="11846"/>
        <pc:sldMkLst>
          <pc:docMk/>
          <pc:sldMk cId="347929636" sldId="296"/>
        </pc:sldMkLst>
        <pc:spChg chg="mod">
          <ac:chgData name="Robert de Groote" userId="2ce5265b-80a0-4fb8-a62a-8035e9b0c45a" providerId="ADAL" clId="{7215C0FA-1183-46E7-B0A0-3302B3C45047}" dt="2025-09-15T14:13:57.670" v="11264" actId="20577"/>
          <ac:spMkLst>
            <pc:docMk/>
            <pc:sldMk cId="347929636" sldId="296"/>
            <ac:spMk id="2" creationId="{69EA73B6-9B8A-2F50-5761-5A1ACBD33885}"/>
          </ac:spMkLst>
        </pc:spChg>
        <pc:spChg chg="mod">
          <ac:chgData name="Robert de Groote" userId="2ce5265b-80a0-4fb8-a62a-8035e9b0c45a" providerId="ADAL" clId="{7215C0FA-1183-46E7-B0A0-3302B3C45047}" dt="2025-09-15T14:13:50.928" v="11249" actId="113"/>
          <ac:spMkLst>
            <pc:docMk/>
            <pc:sldMk cId="347929636" sldId="296"/>
            <ac:spMk id="3" creationId="{AF570C62-2C5D-B66C-E084-BCE7108DD461}"/>
          </ac:spMkLst>
        </pc:spChg>
        <pc:spChg chg="add mod">
          <ac:chgData name="Robert de Groote" userId="2ce5265b-80a0-4fb8-a62a-8035e9b0c45a" providerId="ADAL" clId="{7215C0FA-1183-46E7-B0A0-3302B3C45047}" dt="2025-09-11T11:00:32.360" v="8770" actId="962"/>
          <ac:spMkLst>
            <pc:docMk/>
            <pc:sldMk cId="347929636" sldId="296"/>
            <ac:spMk id="5" creationId="{254FF276-BE83-A34A-5FDF-4E7DCAFBE046}"/>
          </ac:spMkLst>
        </pc:spChg>
        <pc:spChg chg="add mod">
          <ac:chgData name="Robert de Groote" userId="2ce5265b-80a0-4fb8-a62a-8035e9b0c45a" providerId="ADAL" clId="{7215C0FA-1183-46E7-B0A0-3302B3C45047}" dt="2025-09-11T11:00:37.717" v="8771" actId="962"/>
          <ac:spMkLst>
            <pc:docMk/>
            <pc:sldMk cId="347929636" sldId="296"/>
            <ac:spMk id="6" creationId="{910FC328-B7D1-0796-3E5E-6531D4A2B1BD}"/>
          </ac:spMkLst>
        </pc:spChg>
        <pc:spChg chg="add mod">
          <ac:chgData name="Robert de Groote" userId="2ce5265b-80a0-4fb8-a62a-8035e9b0c45a" providerId="ADAL" clId="{7215C0FA-1183-46E7-B0A0-3302B3C45047}" dt="2025-09-11T11:00:42.271" v="8772" actId="962"/>
          <ac:spMkLst>
            <pc:docMk/>
            <pc:sldMk cId="347929636" sldId="296"/>
            <ac:spMk id="7" creationId="{E17360E6-EB3A-D419-25BE-F928BD9398D7}"/>
          </ac:spMkLst>
        </pc:spChg>
        <pc:spChg chg="add mod">
          <ac:chgData name="Robert de Groote" userId="2ce5265b-80a0-4fb8-a62a-8035e9b0c45a" providerId="ADAL" clId="{7215C0FA-1183-46E7-B0A0-3302B3C45047}" dt="2025-09-11T11:00:50.950" v="8773" actId="962"/>
          <ac:spMkLst>
            <pc:docMk/>
            <pc:sldMk cId="347929636" sldId="296"/>
            <ac:spMk id="8" creationId="{DC571E13-D651-29EB-7119-AC22000A4652}"/>
          </ac:spMkLst>
        </pc:spChg>
        <pc:spChg chg="add mod">
          <ac:chgData name="Robert de Groote" userId="2ce5265b-80a0-4fb8-a62a-8035e9b0c45a" providerId="ADAL" clId="{7215C0FA-1183-46E7-B0A0-3302B3C45047}" dt="2025-09-11T14:39:27.605" v="9337" actId="1076"/>
          <ac:spMkLst>
            <pc:docMk/>
            <pc:sldMk cId="347929636" sldId="296"/>
            <ac:spMk id="9" creationId="{0FBB1912-704B-919E-424C-89FF3D9CAE52}"/>
          </ac:spMkLst>
        </pc:spChg>
        <pc:spChg chg="add mod">
          <ac:chgData name="Robert de Groote" userId="2ce5265b-80a0-4fb8-a62a-8035e9b0c45a" providerId="ADAL" clId="{7215C0FA-1183-46E7-B0A0-3302B3C45047}" dt="2025-09-11T14:41:58.350" v="9348" actId="962"/>
          <ac:spMkLst>
            <pc:docMk/>
            <pc:sldMk cId="347929636" sldId="296"/>
            <ac:spMk id="10" creationId="{4A4DC96F-10F5-862E-BEDA-B4990BEFEE42}"/>
          </ac:spMkLst>
        </pc:spChg>
        <pc:spChg chg="add mod">
          <ac:chgData name="Robert de Groote" userId="2ce5265b-80a0-4fb8-a62a-8035e9b0c45a" providerId="ADAL" clId="{7215C0FA-1183-46E7-B0A0-3302B3C45047}" dt="2025-09-11T14:41:54.946" v="9347" actId="962"/>
          <ac:spMkLst>
            <pc:docMk/>
            <pc:sldMk cId="347929636" sldId="296"/>
            <ac:spMk id="11" creationId="{781A39C5-4FC3-CE04-1224-C1B0331F7295}"/>
          </ac:spMkLst>
        </pc:spChg>
        <pc:spChg chg="add mod">
          <ac:chgData name="Robert de Groote" userId="2ce5265b-80a0-4fb8-a62a-8035e9b0c45a" providerId="ADAL" clId="{7215C0FA-1183-46E7-B0A0-3302B3C45047}" dt="2025-09-11T11:01:07.169" v="8777" actId="962"/>
          <ac:spMkLst>
            <pc:docMk/>
            <pc:sldMk cId="347929636" sldId="296"/>
            <ac:spMk id="12" creationId="{AFA4841D-673F-398A-4AF1-435EC673C112}"/>
          </ac:spMkLst>
        </pc:spChg>
        <pc:spChg chg="add mod">
          <ac:chgData name="Robert de Groote" userId="2ce5265b-80a0-4fb8-a62a-8035e9b0c45a" providerId="ADAL" clId="{7215C0FA-1183-46E7-B0A0-3302B3C45047}" dt="2025-09-11T14:41:49.806" v="9346" actId="962"/>
          <ac:spMkLst>
            <pc:docMk/>
            <pc:sldMk cId="347929636" sldId="296"/>
            <ac:spMk id="13" creationId="{480F4756-1315-E9A4-F071-74D83B656817}"/>
          </ac:spMkLst>
        </pc:spChg>
        <pc:spChg chg="add mod">
          <ac:chgData name="Robert de Groote" userId="2ce5265b-80a0-4fb8-a62a-8035e9b0c45a" providerId="ADAL" clId="{7215C0FA-1183-46E7-B0A0-3302B3C45047}" dt="2025-09-11T14:41:42.435" v="9345" actId="962"/>
          <ac:spMkLst>
            <pc:docMk/>
            <pc:sldMk cId="347929636" sldId="296"/>
            <ac:spMk id="14" creationId="{2C322872-0AF5-ADCD-116B-14F988F66167}"/>
          </ac:spMkLst>
        </pc:spChg>
        <pc:spChg chg="add mod">
          <ac:chgData name="Robert de Groote" userId="2ce5265b-80a0-4fb8-a62a-8035e9b0c45a" providerId="ADAL" clId="{7215C0FA-1183-46E7-B0A0-3302B3C45047}" dt="2025-09-11T10:34:26.820" v="8488" actId="164"/>
          <ac:spMkLst>
            <pc:docMk/>
            <pc:sldMk cId="347929636" sldId="296"/>
            <ac:spMk id="15" creationId="{B084E741-82C4-2B49-1FCF-2D4E9BFDC08C}"/>
          </ac:spMkLst>
        </pc:spChg>
        <pc:spChg chg="add mod">
          <ac:chgData name="Robert de Groote" userId="2ce5265b-80a0-4fb8-a62a-8035e9b0c45a" providerId="ADAL" clId="{7215C0FA-1183-46E7-B0A0-3302B3C45047}" dt="2025-09-11T10:34:20.528" v="8486" actId="164"/>
          <ac:spMkLst>
            <pc:docMk/>
            <pc:sldMk cId="347929636" sldId="296"/>
            <ac:spMk id="16" creationId="{7EA0A558-7916-C141-588F-CF6666A24EE8}"/>
          </ac:spMkLst>
        </pc:spChg>
        <pc:spChg chg="add mod">
          <ac:chgData name="Robert de Groote" userId="2ce5265b-80a0-4fb8-a62a-8035e9b0c45a" providerId="ADAL" clId="{7215C0FA-1183-46E7-B0A0-3302B3C45047}" dt="2025-09-11T10:34:26.820" v="8488" actId="164"/>
          <ac:spMkLst>
            <pc:docMk/>
            <pc:sldMk cId="347929636" sldId="296"/>
            <ac:spMk id="17" creationId="{3C72CA22-6CAB-9D79-D866-4C917E4696BB}"/>
          </ac:spMkLst>
        </pc:spChg>
        <pc:spChg chg="add mod">
          <ac:chgData name="Robert de Groote" userId="2ce5265b-80a0-4fb8-a62a-8035e9b0c45a" providerId="ADAL" clId="{7215C0FA-1183-46E7-B0A0-3302B3C45047}" dt="2025-09-11T10:34:20.528" v="8486" actId="164"/>
          <ac:spMkLst>
            <pc:docMk/>
            <pc:sldMk cId="347929636" sldId="296"/>
            <ac:spMk id="18" creationId="{5489BCAD-FBA3-DEEC-2481-060FB3A6DD3C}"/>
          </ac:spMkLst>
        </pc:spChg>
        <pc:spChg chg="add mod">
          <ac:chgData name="Robert de Groote" userId="2ce5265b-80a0-4fb8-a62a-8035e9b0c45a" providerId="ADAL" clId="{7215C0FA-1183-46E7-B0A0-3302B3C45047}" dt="2025-09-15T15:10:47.271" v="11844" actId="1076"/>
          <ac:spMkLst>
            <pc:docMk/>
            <pc:sldMk cId="347929636" sldId="296"/>
            <ac:spMk id="21" creationId="{FE377237-CAF5-2B62-A5EB-23C6515CAAC4}"/>
          </ac:spMkLst>
        </pc:spChg>
        <pc:spChg chg="add mod">
          <ac:chgData name="Robert de Groote" userId="2ce5265b-80a0-4fb8-a62a-8035e9b0c45a" providerId="ADAL" clId="{7215C0FA-1183-46E7-B0A0-3302B3C45047}" dt="2025-09-11T14:28:19.806" v="9189" actId="20577"/>
          <ac:spMkLst>
            <pc:docMk/>
            <pc:sldMk cId="347929636" sldId="296"/>
            <ac:spMk id="72" creationId="{148CF399-E409-307C-45A4-4B4E5F78B61D}"/>
          </ac:spMkLst>
        </pc:spChg>
        <pc:spChg chg="add mod">
          <ac:chgData name="Robert de Groote" userId="2ce5265b-80a0-4fb8-a62a-8035e9b0c45a" providerId="ADAL" clId="{7215C0FA-1183-46E7-B0A0-3302B3C45047}" dt="2025-09-11T14:43:57.005" v="9366" actId="20577"/>
          <ac:spMkLst>
            <pc:docMk/>
            <pc:sldMk cId="347929636" sldId="296"/>
            <ac:spMk id="74" creationId="{50D42B47-DD66-9B94-3D9A-26BD4E568ED1}"/>
          </ac:spMkLst>
        </pc:spChg>
        <pc:spChg chg="add mod">
          <ac:chgData name="Robert de Groote" userId="2ce5265b-80a0-4fb8-a62a-8035e9b0c45a" providerId="ADAL" clId="{7215C0FA-1183-46E7-B0A0-3302B3C45047}" dt="2025-09-11T14:34:56.806" v="9271" actId="20577"/>
          <ac:spMkLst>
            <pc:docMk/>
            <pc:sldMk cId="347929636" sldId="296"/>
            <ac:spMk id="75" creationId="{C6E625CE-D4E6-8F03-59EF-2761A15FB28A}"/>
          </ac:spMkLst>
        </pc:spChg>
        <pc:spChg chg="add mod ord">
          <ac:chgData name="Robert de Groote" userId="2ce5265b-80a0-4fb8-a62a-8035e9b0c45a" providerId="ADAL" clId="{7215C0FA-1183-46E7-B0A0-3302B3C45047}" dt="2025-09-11T14:36:18.946" v="9272" actId="164"/>
          <ac:spMkLst>
            <pc:docMk/>
            <pc:sldMk cId="347929636" sldId="296"/>
            <ac:spMk id="76" creationId="{C9A0BAA2-E621-0766-5126-32013824EE0E}"/>
          </ac:spMkLst>
        </pc:spChg>
        <pc:spChg chg="add mod ord">
          <ac:chgData name="Robert de Groote" userId="2ce5265b-80a0-4fb8-a62a-8035e9b0c45a" providerId="ADAL" clId="{7215C0FA-1183-46E7-B0A0-3302B3C45047}" dt="2025-09-11T14:36:18.946" v="9272" actId="164"/>
          <ac:spMkLst>
            <pc:docMk/>
            <pc:sldMk cId="347929636" sldId="296"/>
            <ac:spMk id="77" creationId="{1AB3E884-8C39-BF6E-358D-A21F8BD4151F}"/>
          </ac:spMkLst>
        </pc:spChg>
        <pc:spChg chg="add mod">
          <ac:chgData name="Robert de Groote" userId="2ce5265b-80a0-4fb8-a62a-8035e9b0c45a" providerId="ADAL" clId="{7215C0FA-1183-46E7-B0A0-3302B3C45047}" dt="2025-09-11T11:15:10.326" v="8986" actId="1076"/>
          <ac:spMkLst>
            <pc:docMk/>
            <pc:sldMk cId="347929636" sldId="296"/>
            <ac:spMk id="78" creationId="{44A6B9D4-802D-772C-1DBC-0B67D40FB73B}"/>
          </ac:spMkLst>
        </pc:spChg>
        <pc:grpChg chg="add mod">
          <ac:chgData name="Robert de Groote" userId="2ce5265b-80a0-4fb8-a62a-8035e9b0c45a" providerId="ADAL" clId="{7215C0FA-1183-46E7-B0A0-3302B3C45047}" dt="2025-09-11T14:36:18.946" v="9272" actId="164"/>
          <ac:grpSpMkLst>
            <pc:docMk/>
            <pc:sldMk cId="347929636" sldId="296"/>
            <ac:grpSpMk id="4" creationId="{C9917AC3-EC9E-9F55-845A-3601E85DF372}"/>
          </ac:grpSpMkLst>
        </pc:grpChg>
        <pc:grpChg chg="add mod">
          <ac:chgData name="Robert de Groote" userId="2ce5265b-80a0-4fb8-a62a-8035e9b0c45a" providerId="ADAL" clId="{7215C0FA-1183-46E7-B0A0-3302B3C45047}" dt="2025-09-11T10:38:34.258" v="8542" actId="962"/>
          <ac:grpSpMkLst>
            <pc:docMk/>
            <pc:sldMk cId="347929636" sldId="296"/>
            <ac:grpSpMk id="19" creationId="{CB866338-4112-83BD-F28B-237D788838E8}"/>
          </ac:grpSpMkLst>
        </pc:grpChg>
        <pc:grpChg chg="add mod">
          <ac:chgData name="Robert de Groote" userId="2ce5265b-80a0-4fb8-a62a-8035e9b0c45a" providerId="ADAL" clId="{7215C0FA-1183-46E7-B0A0-3302B3C45047}" dt="2025-09-11T10:38:26.309" v="8541" actId="962"/>
          <ac:grpSpMkLst>
            <pc:docMk/>
            <pc:sldMk cId="347929636" sldId="296"/>
            <ac:grpSpMk id="20" creationId="{510CC502-8E52-7FC9-B43A-707C8BC08EBA}"/>
          </ac:grpSpMkLst>
        </pc:grpChg>
      </pc:sldChg>
      <pc:sldChg chg="addSp delSp modSp add mod modAnim">
        <pc:chgData name="Robert de Groote" userId="2ce5265b-80a0-4fb8-a62a-8035e9b0c45a" providerId="ADAL" clId="{7215C0FA-1183-46E7-B0A0-3302B3C45047}" dt="2025-09-15T15:02:16.490" v="11807" actId="20577"/>
        <pc:sldMkLst>
          <pc:docMk/>
          <pc:sldMk cId="1161113955" sldId="297"/>
        </pc:sldMkLst>
        <pc:spChg chg="mod">
          <ac:chgData name="Robert de Groote" userId="2ce5265b-80a0-4fb8-a62a-8035e9b0c45a" providerId="ADAL" clId="{7215C0FA-1183-46E7-B0A0-3302B3C45047}" dt="2025-09-10T13:20:54.666" v="4458" actId="20577"/>
          <ac:spMkLst>
            <pc:docMk/>
            <pc:sldMk cId="1161113955" sldId="297"/>
            <ac:spMk id="2" creationId="{4DAD59C8-4285-526D-320D-27C2CE958D87}"/>
          </ac:spMkLst>
        </pc:spChg>
        <pc:spChg chg="mod">
          <ac:chgData name="Robert de Groote" userId="2ce5265b-80a0-4fb8-a62a-8035e9b0c45a" providerId="ADAL" clId="{7215C0FA-1183-46E7-B0A0-3302B3C45047}" dt="2025-09-10T13:28:00.160" v="4551" actId="20577"/>
          <ac:spMkLst>
            <pc:docMk/>
            <pc:sldMk cId="1161113955" sldId="297"/>
            <ac:spMk id="3" creationId="{8DC029E2-0699-1D31-7370-B398E9CA96D3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19" creationId="{7EE21CAD-7A25-9055-0D4F-B454302485C7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20" creationId="{0BCD8FD7-D43B-915A-2737-C792053EEE0F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21" creationId="{7C8A5853-572A-2816-B8B2-5A9B1F22E88F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22" creationId="{280F766D-B556-3CD9-C5EF-AE444A2F1F78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24" creationId="{3B7528AC-F00E-BE7A-4B63-F7B258A58780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25" creationId="{FB973E48-38D5-1A07-4359-EAEE139C037E}"/>
          </ac:spMkLst>
        </pc:spChg>
        <pc:spChg chg="add 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27" creationId="{0E092403-A028-82D9-7E6C-ED5F7331AE7E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29" creationId="{AB179BA0-CF56-191A-6B22-27025BD754EE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30" creationId="{BBEF2990-35B9-7425-EE5E-7806AC83B534}"/>
          </ac:spMkLst>
        </pc:spChg>
        <pc:spChg chg="mod">
          <ac:chgData name="Robert de Groote" userId="2ce5265b-80a0-4fb8-a62a-8035e9b0c45a" providerId="ADAL" clId="{7215C0FA-1183-46E7-B0A0-3302B3C45047}" dt="2025-09-10T13:22:49.465" v="4467"/>
          <ac:spMkLst>
            <pc:docMk/>
            <pc:sldMk cId="1161113955" sldId="297"/>
            <ac:spMk id="31" creationId="{C42A4908-7B3F-C652-03BA-A878DCBA6530}"/>
          </ac:spMkLst>
        </pc:spChg>
        <pc:spChg chg="add mod">
          <ac:chgData name="Robert de Groote" userId="2ce5265b-80a0-4fb8-a62a-8035e9b0c45a" providerId="ADAL" clId="{7215C0FA-1183-46E7-B0A0-3302B3C45047}" dt="2025-09-15T15:02:16.490" v="11807" actId="20577"/>
          <ac:spMkLst>
            <pc:docMk/>
            <pc:sldMk cId="1161113955" sldId="297"/>
            <ac:spMk id="32" creationId="{1A6F34D6-7424-8505-FF1C-CE7B6AB73DDD}"/>
          </ac:spMkLst>
        </pc:spChg>
        <pc:spChg chg="add mod">
          <ac:chgData name="Robert de Groote" userId="2ce5265b-80a0-4fb8-a62a-8035e9b0c45a" providerId="ADAL" clId="{7215C0FA-1183-46E7-B0A0-3302B3C45047}" dt="2025-09-10T13:33:31.947" v="4607" actId="1076"/>
          <ac:spMkLst>
            <pc:docMk/>
            <pc:sldMk cId="1161113955" sldId="297"/>
            <ac:spMk id="33" creationId="{EE7E9AAC-D32C-EFFE-ED69-16A4F2D4EA8F}"/>
          </ac:spMkLst>
        </pc:spChg>
      </pc:sldChg>
      <pc:sldChg chg="addSp delSp modSp add mod delAnim modAnim">
        <pc:chgData name="Robert de Groote" userId="2ce5265b-80a0-4fb8-a62a-8035e9b0c45a" providerId="ADAL" clId="{7215C0FA-1183-46E7-B0A0-3302B3C45047}" dt="2025-09-10T13:18:36.282" v="4437" actId="6549"/>
        <pc:sldMkLst>
          <pc:docMk/>
          <pc:sldMk cId="4166940060" sldId="298"/>
        </pc:sldMkLst>
        <pc:spChg chg="mod">
          <ac:chgData name="Robert de Groote" userId="2ce5265b-80a0-4fb8-a62a-8035e9b0c45a" providerId="ADAL" clId="{7215C0FA-1183-46E7-B0A0-3302B3C45047}" dt="2025-09-10T13:13:20.699" v="4314" actId="20577"/>
          <ac:spMkLst>
            <pc:docMk/>
            <pc:sldMk cId="4166940060" sldId="298"/>
            <ac:spMk id="2" creationId="{C9D94D66-AA6F-8EB2-E175-77436FDF9DBA}"/>
          </ac:spMkLst>
        </pc:spChg>
        <pc:spChg chg="mod">
          <ac:chgData name="Robert de Groote" userId="2ce5265b-80a0-4fb8-a62a-8035e9b0c45a" providerId="ADAL" clId="{7215C0FA-1183-46E7-B0A0-3302B3C45047}" dt="2025-09-10T13:18:27.146" v="4422" actId="20577"/>
          <ac:spMkLst>
            <pc:docMk/>
            <pc:sldMk cId="4166940060" sldId="298"/>
            <ac:spMk id="3" creationId="{83722ED7-AD55-61C4-D9A6-5D653DED62E8}"/>
          </ac:spMkLst>
        </pc:spChg>
        <pc:spChg chg="mod topLvl">
          <ac:chgData name="Robert de Groote" userId="2ce5265b-80a0-4fb8-a62a-8035e9b0c45a" providerId="ADAL" clId="{7215C0FA-1183-46E7-B0A0-3302B3C45047}" dt="2025-09-10T12:59:54.159" v="4087" actId="164"/>
          <ac:spMkLst>
            <pc:docMk/>
            <pc:sldMk cId="4166940060" sldId="298"/>
            <ac:spMk id="4" creationId="{361A5288-EF55-CB8C-11E2-2CF29CAFC33E}"/>
          </ac:spMkLst>
        </pc:spChg>
        <pc:spChg chg="mod topLvl">
          <ac:chgData name="Robert de Groote" userId="2ce5265b-80a0-4fb8-a62a-8035e9b0c45a" providerId="ADAL" clId="{7215C0FA-1183-46E7-B0A0-3302B3C45047}" dt="2025-09-10T12:59:54.159" v="4087" actId="164"/>
          <ac:spMkLst>
            <pc:docMk/>
            <pc:sldMk cId="4166940060" sldId="298"/>
            <ac:spMk id="5" creationId="{0D318A90-E19B-3A09-EB63-1F9EE4EE13B5}"/>
          </ac:spMkLst>
        </pc:spChg>
        <pc:spChg chg="mod topLvl">
          <ac:chgData name="Robert de Groote" userId="2ce5265b-80a0-4fb8-a62a-8035e9b0c45a" providerId="ADAL" clId="{7215C0FA-1183-46E7-B0A0-3302B3C45047}" dt="2025-09-10T12:59:54.159" v="4087" actId="164"/>
          <ac:spMkLst>
            <pc:docMk/>
            <pc:sldMk cId="4166940060" sldId="298"/>
            <ac:spMk id="6" creationId="{6F4DDAD2-79B3-4E6F-ED44-164D0D877502}"/>
          </ac:spMkLst>
        </pc:spChg>
        <pc:spChg chg="mod ord topLvl">
          <ac:chgData name="Robert de Groote" userId="2ce5265b-80a0-4fb8-a62a-8035e9b0c45a" providerId="ADAL" clId="{7215C0FA-1183-46E7-B0A0-3302B3C45047}" dt="2025-09-10T12:37:58.776" v="3857" actId="164"/>
          <ac:spMkLst>
            <pc:docMk/>
            <pc:sldMk cId="4166940060" sldId="298"/>
            <ac:spMk id="7" creationId="{047E6090-FFD1-2E78-651E-39C96493B9F7}"/>
          </ac:spMkLst>
        </pc:spChg>
        <pc:spChg chg="add mod">
          <ac:chgData name="Robert de Groote" userId="2ce5265b-80a0-4fb8-a62a-8035e9b0c45a" providerId="ADAL" clId="{7215C0FA-1183-46E7-B0A0-3302B3C45047}" dt="2025-09-10T13:18:36.282" v="4437" actId="6549"/>
          <ac:spMkLst>
            <pc:docMk/>
            <pc:sldMk cId="4166940060" sldId="298"/>
            <ac:spMk id="10" creationId="{14D11854-0F53-ABD4-FF83-FD8104C894F9}"/>
          </ac:spMkLst>
        </pc:spChg>
        <pc:spChg chg="mod ord topLvl">
          <ac:chgData name="Robert de Groote" userId="2ce5265b-80a0-4fb8-a62a-8035e9b0c45a" providerId="ADAL" clId="{7215C0FA-1183-46E7-B0A0-3302B3C45047}" dt="2025-09-10T12:37:58.776" v="3857" actId="164"/>
          <ac:spMkLst>
            <pc:docMk/>
            <pc:sldMk cId="4166940060" sldId="298"/>
            <ac:spMk id="16" creationId="{E3E53883-8013-BEB2-E9C1-2054BDB5F698}"/>
          </ac:spMkLst>
        </pc:spChg>
        <pc:spChg chg="mod topLvl">
          <ac:chgData name="Robert de Groote" userId="2ce5265b-80a0-4fb8-a62a-8035e9b0c45a" providerId="ADAL" clId="{7215C0FA-1183-46E7-B0A0-3302B3C45047}" dt="2025-09-10T12:37:58.776" v="3857" actId="164"/>
          <ac:spMkLst>
            <pc:docMk/>
            <pc:sldMk cId="4166940060" sldId="298"/>
            <ac:spMk id="19" creationId="{D27CE107-9159-4F55-F9BD-85F2F5471A08}"/>
          </ac:spMkLst>
        </pc:spChg>
        <pc:spChg chg="mod topLvl">
          <ac:chgData name="Robert de Groote" userId="2ce5265b-80a0-4fb8-a62a-8035e9b0c45a" providerId="ADAL" clId="{7215C0FA-1183-46E7-B0A0-3302B3C45047}" dt="2025-09-10T12:37:58.776" v="3857" actId="164"/>
          <ac:spMkLst>
            <pc:docMk/>
            <pc:sldMk cId="4166940060" sldId="298"/>
            <ac:spMk id="22" creationId="{8B57C45E-A37C-7528-119E-ED17B5BDACD9}"/>
          </ac:spMkLst>
        </pc:spChg>
        <pc:spChg chg="mod">
          <ac:chgData name="Robert de Groote" userId="2ce5265b-80a0-4fb8-a62a-8035e9b0c45a" providerId="ADAL" clId="{7215C0FA-1183-46E7-B0A0-3302B3C45047}" dt="2025-09-10T12:38:21.808" v="3860"/>
          <ac:spMkLst>
            <pc:docMk/>
            <pc:sldMk cId="4166940060" sldId="298"/>
            <ac:spMk id="29" creationId="{2C3EA4B9-74F0-6584-EA5E-F6A1A6437430}"/>
          </ac:spMkLst>
        </pc:spChg>
        <pc:spChg chg="mod">
          <ac:chgData name="Robert de Groote" userId="2ce5265b-80a0-4fb8-a62a-8035e9b0c45a" providerId="ADAL" clId="{7215C0FA-1183-46E7-B0A0-3302B3C45047}" dt="2025-09-10T12:38:21.808" v="3860"/>
          <ac:spMkLst>
            <pc:docMk/>
            <pc:sldMk cId="4166940060" sldId="298"/>
            <ac:spMk id="31" creationId="{BD97B6F0-2967-31F8-17A7-4573728440E5}"/>
          </ac:spMkLst>
        </pc:spChg>
        <pc:spChg chg="mod">
          <ac:chgData name="Robert de Groote" userId="2ce5265b-80a0-4fb8-a62a-8035e9b0c45a" providerId="ADAL" clId="{7215C0FA-1183-46E7-B0A0-3302B3C45047}" dt="2025-09-10T12:38:21.808" v="3860"/>
          <ac:spMkLst>
            <pc:docMk/>
            <pc:sldMk cId="4166940060" sldId="298"/>
            <ac:spMk id="32" creationId="{0B80D757-0B05-B69E-6754-EDAD00903EED}"/>
          </ac:spMkLst>
        </pc:spChg>
        <pc:spChg chg="add mod topLvl">
          <ac:chgData name="Robert de Groote" userId="2ce5265b-80a0-4fb8-a62a-8035e9b0c45a" providerId="ADAL" clId="{7215C0FA-1183-46E7-B0A0-3302B3C45047}" dt="2025-09-10T13:13:05.222" v="4287" actId="1036"/>
          <ac:spMkLst>
            <pc:docMk/>
            <pc:sldMk cId="4166940060" sldId="298"/>
            <ac:spMk id="67" creationId="{5AA4B55A-65A1-4A97-60B8-7C47B219C75E}"/>
          </ac:spMkLst>
        </pc:spChg>
        <pc:spChg chg="mod topLvl">
          <ac:chgData name="Robert de Groote" userId="2ce5265b-80a0-4fb8-a62a-8035e9b0c45a" providerId="ADAL" clId="{7215C0FA-1183-46E7-B0A0-3302B3C45047}" dt="2025-09-10T13:00:00.366" v="4089" actId="164"/>
          <ac:spMkLst>
            <pc:docMk/>
            <pc:sldMk cId="4166940060" sldId="298"/>
            <ac:spMk id="75" creationId="{F1CFA173-1CAE-EFA3-FCFD-DEAF7538DF43}"/>
          </ac:spMkLst>
        </pc:spChg>
        <pc:spChg chg="mod topLvl">
          <ac:chgData name="Robert de Groote" userId="2ce5265b-80a0-4fb8-a62a-8035e9b0c45a" providerId="ADAL" clId="{7215C0FA-1183-46E7-B0A0-3302B3C45047}" dt="2025-09-10T13:00:00.366" v="4089" actId="164"/>
          <ac:spMkLst>
            <pc:docMk/>
            <pc:sldMk cId="4166940060" sldId="298"/>
            <ac:spMk id="76" creationId="{9373BDC4-F027-40E8-9DBA-7F41938B4397}"/>
          </ac:spMkLst>
        </pc:spChg>
        <pc:spChg chg="mod topLvl">
          <ac:chgData name="Robert de Groote" userId="2ce5265b-80a0-4fb8-a62a-8035e9b0c45a" providerId="ADAL" clId="{7215C0FA-1183-46E7-B0A0-3302B3C45047}" dt="2025-09-10T13:13:05.222" v="4287" actId="1036"/>
          <ac:spMkLst>
            <pc:docMk/>
            <pc:sldMk cId="4166940060" sldId="298"/>
            <ac:spMk id="77" creationId="{190B4464-9AD5-EE15-3A42-9F8526819F13}"/>
          </ac:spMkLst>
        </pc:spChg>
        <pc:spChg chg="mod topLvl">
          <ac:chgData name="Robert de Groote" userId="2ce5265b-80a0-4fb8-a62a-8035e9b0c45a" providerId="ADAL" clId="{7215C0FA-1183-46E7-B0A0-3302B3C45047}" dt="2025-09-10T13:00:00.366" v="4089" actId="164"/>
          <ac:spMkLst>
            <pc:docMk/>
            <pc:sldMk cId="4166940060" sldId="298"/>
            <ac:spMk id="78" creationId="{4A3D44DE-D128-44A6-1264-082C8A6BBE68}"/>
          </ac:spMkLst>
        </pc:spChg>
        <pc:spChg chg="add mod">
          <ac:chgData name="Robert de Groote" userId="2ce5265b-80a0-4fb8-a62a-8035e9b0c45a" providerId="ADAL" clId="{7215C0FA-1183-46E7-B0A0-3302B3C45047}" dt="2025-09-10T13:14:57.033" v="4350" actId="164"/>
          <ac:spMkLst>
            <pc:docMk/>
            <pc:sldMk cId="4166940060" sldId="298"/>
            <ac:spMk id="120" creationId="{5E633036-20F6-4D54-8FB9-AB5C06183EDC}"/>
          </ac:spMkLst>
        </pc:spChg>
        <pc:spChg chg="add mod">
          <ac:chgData name="Robert de Groote" userId="2ce5265b-80a0-4fb8-a62a-8035e9b0c45a" providerId="ADAL" clId="{7215C0FA-1183-46E7-B0A0-3302B3C45047}" dt="2025-09-10T13:14:57.033" v="4350" actId="164"/>
          <ac:spMkLst>
            <pc:docMk/>
            <pc:sldMk cId="4166940060" sldId="298"/>
            <ac:spMk id="121" creationId="{CFDF0638-1808-F1CA-6A48-224670260B88}"/>
          </ac:spMkLst>
        </pc:spChg>
        <pc:spChg chg="add mod">
          <ac:chgData name="Robert de Groote" userId="2ce5265b-80a0-4fb8-a62a-8035e9b0c45a" providerId="ADAL" clId="{7215C0FA-1183-46E7-B0A0-3302B3C45047}" dt="2025-09-10T13:14:57.033" v="4350" actId="164"/>
          <ac:spMkLst>
            <pc:docMk/>
            <pc:sldMk cId="4166940060" sldId="298"/>
            <ac:spMk id="122" creationId="{2EE842E1-C528-9237-8A2A-BAFA907D57AE}"/>
          </ac:spMkLst>
        </pc:spChg>
        <pc:spChg chg="mod">
          <ac:chgData name="Robert de Groote" userId="2ce5265b-80a0-4fb8-a62a-8035e9b0c45a" providerId="ADAL" clId="{7215C0FA-1183-46E7-B0A0-3302B3C45047}" dt="2025-09-10T13:14:58.154" v="4351"/>
          <ac:spMkLst>
            <pc:docMk/>
            <pc:sldMk cId="4166940060" sldId="298"/>
            <ac:spMk id="125" creationId="{3E674485-F9C4-6C24-E811-06F163F7BEB6}"/>
          </ac:spMkLst>
        </pc:spChg>
        <pc:spChg chg="mod">
          <ac:chgData name="Robert de Groote" userId="2ce5265b-80a0-4fb8-a62a-8035e9b0c45a" providerId="ADAL" clId="{7215C0FA-1183-46E7-B0A0-3302B3C45047}" dt="2025-09-10T13:14:58.154" v="4351"/>
          <ac:spMkLst>
            <pc:docMk/>
            <pc:sldMk cId="4166940060" sldId="298"/>
            <ac:spMk id="126" creationId="{E76951EB-094B-46C4-91CE-690C7B6D237B}"/>
          </ac:spMkLst>
        </pc:spChg>
        <pc:spChg chg="mod">
          <ac:chgData name="Robert de Groote" userId="2ce5265b-80a0-4fb8-a62a-8035e9b0c45a" providerId="ADAL" clId="{7215C0FA-1183-46E7-B0A0-3302B3C45047}" dt="2025-09-10T13:14:58.154" v="4351"/>
          <ac:spMkLst>
            <pc:docMk/>
            <pc:sldMk cId="4166940060" sldId="298"/>
            <ac:spMk id="127" creationId="{BBD93477-90AF-D132-8F4C-C573B73F5F05}"/>
          </ac:spMkLst>
        </pc:spChg>
        <pc:spChg chg="add mod">
          <ac:chgData name="Robert de Groote" userId="2ce5265b-80a0-4fb8-a62a-8035e9b0c45a" providerId="ADAL" clId="{7215C0FA-1183-46E7-B0A0-3302B3C45047}" dt="2025-09-10T13:16:23.411" v="4397" actId="1076"/>
          <ac:spMkLst>
            <pc:docMk/>
            <pc:sldMk cId="4166940060" sldId="298"/>
            <ac:spMk id="128" creationId="{F2DB43FD-61F0-D9BE-6F76-81A623DA0037}"/>
          </ac:spMkLst>
        </pc:spChg>
        <pc:spChg chg="add mod ord">
          <ac:chgData name="Robert de Groote" userId="2ce5265b-80a0-4fb8-a62a-8035e9b0c45a" providerId="ADAL" clId="{7215C0FA-1183-46E7-B0A0-3302B3C45047}" dt="2025-09-10T13:18:07.364" v="4410" actId="14100"/>
          <ac:spMkLst>
            <pc:docMk/>
            <pc:sldMk cId="4166940060" sldId="298"/>
            <ac:spMk id="129" creationId="{D273AB95-97E4-5BA9-EDC3-E39C80FCB15D}"/>
          </ac:spMkLst>
        </pc:spChg>
        <pc:spChg chg="add mod ord">
          <ac:chgData name="Robert de Groote" userId="2ce5265b-80a0-4fb8-a62a-8035e9b0c45a" providerId="ADAL" clId="{7215C0FA-1183-46E7-B0A0-3302B3C45047}" dt="2025-09-10T13:17:54.750" v="4409" actId="167"/>
          <ac:spMkLst>
            <pc:docMk/>
            <pc:sldMk cId="4166940060" sldId="298"/>
            <ac:spMk id="130" creationId="{FE51FAD6-D54C-E28A-FE63-0594CDE4A408}"/>
          </ac:spMkLst>
        </pc:spChg>
        <pc:grpChg chg="add mod ord">
          <ac:chgData name="Robert de Groote" userId="2ce5265b-80a0-4fb8-a62a-8035e9b0c45a" providerId="ADAL" clId="{7215C0FA-1183-46E7-B0A0-3302B3C45047}" dt="2025-09-10T13:13:05.222" v="4287" actId="1036"/>
          <ac:grpSpMkLst>
            <pc:docMk/>
            <pc:sldMk cId="4166940060" sldId="298"/>
            <ac:grpSpMk id="27" creationId="{710A3646-345E-D325-4B12-F5BF716C9A49}"/>
          </ac:grpSpMkLst>
        </pc:grpChg>
        <pc:grpChg chg="mod">
          <ac:chgData name="Robert de Groote" userId="2ce5265b-80a0-4fb8-a62a-8035e9b0c45a" providerId="ADAL" clId="{7215C0FA-1183-46E7-B0A0-3302B3C45047}" dt="2025-09-10T13:13:05.222" v="4287" actId="1036"/>
          <ac:grpSpMkLst>
            <pc:docMk/>
            <pc:sldMk cId="4166940060" sldId="298"/>
            <ac:grpSpMk id="28" creationId="{E84FA4AD-8EBB-9A89-78B1-48317D1A33D0}"/>
          </ac:grpSpMkLst>
        </pc:grpChg>
        <pc:grpChg chg="add mod">
          <ac:chgData name="Robert de Groote" userId="2ce5265b-80a0-4fb8-a62a-8035e9b0c45a" providerId="ADAL" clId="{7215C0FA-1183-46E7-B0A0-3302B3C45047}" dt="2025-09-10T13:13:05.222" v="4287" actId="1036"/>
          <ac:grpSpMkLst>
            <pc:docMk/>
            <pc:sldMk cId="4166940060" sldId="298"/>
            <ac:grpSpMk id="79" creationId="{D6746266-8E7F-6287-2847-BAD77B813D72}"/>
          </ac:grpSpMkLst>
        </pc:grpChg>
        <pc:grpChg chg="add mod">
          <ac:chgData name="Robert de Groote" userId="2ce5265b-80a0-4fb8-a62a-8035e9b0c45a" providerId="ADAL" clId="{7215C0FA-1183-46E7-B0A0-3302B3C45047}" dt="2025-09-10T13:13:05.222" v="4287" actId="1036"/>
          <ac:grpSpMkLst>
            <pc:docMk/>
            <pc:sldMk cId="4166940060" sldId="298"/>
            <ac:grpSpMk id="80" creationId="{5DCC5039-7428-AA15-1B09-D193B9B9B1A1}"/>
          </ac:grpSpMkLst>
        </pc:grpChg>
        <pc:grpChg chg="add mod">
          <ac:chgData name="Robert de Groote" userId="2ce5265b-80a0-4fb8-a62a-8035e9b0c45a" providerId="ADAL" clId="{7215C0FA-1183-46E7-B0A0-3302B3C45047}" dt="2025-09-10T13:15:13.411" v="4354" actId="554"/>
          <ac:grpSpMkLst>
            <pc:docMk/>
            <pc:sldMk cId="4166940060" sldId="298"/>
            <ac:grpSpMk id="123" creationId="{1F62011B-EBF7-620A-C8E2-19FC3943025E}"/>
          </ac:grpSpMkLst>
        </pc:grpChg>
        <pc:grpChg chg="add mod">
          <ac:chgData name="Robert de Groote" userId="2ce5265b-80a0-4fb8-a62a-8035e9b0c45a" providerId="ADAL" clId="{7215C0FA-1183-46E7-B0A0-3302B3C45047}" dt="2025-09-10T13:15:13.411" v="4354" actId="554"/>
          <ac:grpSpMkLst>
            <pc:docMk/>
            <pc:sldMk cId="4166940060" sldId="298"/>
            <ac:grpSpMk id="124" creationId="{BCEDC03D-339F-AC14-287A-B7741CAD1357}"/>
          </ac:grpSpMkLst>
        </pc:grpChg>
      </pc:sldChg>
      <pc:sldChg chg="modSp add mod modAnim">
        <pc:chgData name="Robert de Groote" userId="2ce5265b-80a0-4fb8-a62a-8035e9b0c45a" providerId="ADAL" clId="{7215C0FA-1183-46E7-B0A0-3302B3C45047}" dt="2025-09-15T14:30:55.696" v="11440" actId="20577"/>
        <pc:sldMkLst>
          <pc:docMk/>
          <pc:sldMk cId="4144471406" sldId="299"/>
        </pc:sldMkLst>
        <pc:spChg chg="mod">
          <ac:chgData name="Robert de Groote" userId="2ce5265b-80a0-4fb8-a62a-8035e9b0c45a" providerId="ADAL" clId="{7215C0FA-1183-46E7-B0A0-3302B3C45047}" dt="2025-09-15T14:30:55.696" v="11440" actId="20577"/>
          <ac:spMkLst>
            <pc:docMk/>
            <pc:sldMk cId="4144471406" sldId="299"/>
            <ac:spMk id="2" creationId="{17F2A1AC-97C8-AB66-BD42-B30B4D0C83E3}"/>
          </ac:spMkLst>
        </pc:spChg>
        <pc:spChg chg="mod">
          <ac:chgData name="Robert de Groote" userId="2ce5265b-80a0-4fb8-a62a-8035e9b0c45a" providerId="ADAL" clId="{7215C0FA-1183-46E7-B0A0-3302B3C45047}" dt="2025-09-10T13:49:11.569" v="4719" actId="20577"/>
          <ac:spMkLst>
            <pc:docMk/>
            <pc:sldMk cId="4144471406" sldId="299"/>
            <ac:spMk id="3" creationId="{B3523DE0-D64F-34E0-9840-F1FF0A9C8609}"/>
          </ac:spMkLst>
        </pc:spChg>
        <pc:spChg chg="mod">
          <ac:chgData name="Robert de Groote" userId="2ce5265b-80a0-4fb8-a62a-8035e9b0c45a" providerId="ADAL" clId="{7215C0FA-1183-46E7-B0A0-3302B3C45047}" dt="2025-09-10T15:00:27.649" v="5294" actId="6549"/>
          <ac:spMkLst>
            <pc:docMk/>
            <pc:sldMk cId="4144471406" sldId="299"/>
            <ac:spMk id="4" creationId="{442A8617-9427-271C-8756-C2AD6782FE62}"/>
          </ac:spMkLst>
        </pc:spChg>
      </pc:sldChg>
      <pc:sldChg chg="addSp delSp modSp add mod modAnim">
        <pc:chgData name="Robert de Groote" userId="2ce5265b-80a0-4fb8-a62a-8035e9b0c45a" providerId="ADAL" clId="{7215C0FA-1183-46E7-B0A0-3302B3C45047}" dt="2025-09-15T14:19:30.391" v="11300" actId="20577"/>
        <pc:sldMkLst>
          <pc:docMk/>
          <pc:sldMk cId="1372099309" sldId="300"/>
        </pc:sldMkLst>
        <pc:spChg chg="mod">
          <ac:chgData name="Robert de Groote" userId="2ce5265b-80a0-4fb8-a62a-8035e9b0c45a" providerId="ADAL" clId="{7215C0FA-1183-46E7-B0A0-3302B3C45047}" dt="2025-09-11T10:14:42.572" v="7487" actId="20577"/>
          <ac:spMkLst>
            <pc:docMk/>
            <pc:sldMk cId="1372099309" sldId="300"/>
            <ac:spMk id="2" creationId="{2557AC61-2CA2-C998-0948-03F38EAC0EC4}"/>
          </ac:spMkLst>
        </pc:spChg>
        <pc:spChg chg="mod">
          <ac:chgData name="Robert de Groote" userId="2ce5265b-80a0-4fb8-a62a-8035e9b0c45a" providerId="ADAL" clId="{7215C0FA-1183-46E7-B0A0-3302B3C45047}" dt="2025-09-15T14:19:30.391" v="11300" actId="20577"/>
          <ac:spMkLst>
            <pc:docMk/>
            <pc:sldMk cId="1372099309" sldId="300"/>
            <ac:spMk id="3" creationId="{61F0658D-69F3-1973-9C7F-67C970C4275E}"/>
          </ac:spMkLst>
        </pc:spChg>
        <pc:spChg chg="add mod">
          <ac:chgData name="Robert de Groote" userId="2ce5265b-80a0-4fb8-a62a-8035e9b0c45a" providerId="ADAL" clId="{7215C0FA-1183-46E7-B0A0-3302B3C45047}" dt="2025-09-11T10:20:45.211" v="7737" actId="20577"/>
          <ac:spMkLst>
            <pc:docMk/>
            <pc:sldMk cId="1372099309" sldId="300"/>
            <ac:spMk id="6" creationId="{A062990F-648F-5824-7B42-652FBE2314F7}"/>
          </ac:spMkLst>
        </pc:spChg>
      </pc:sldChg>
      <pc:sldChg chg="add del">
        <pc:chgData name="Robert de Groote" userId="2ce5265b-80a0-4fb8-a62a-8035e9b0c45a" providerId="ADAL" clId="{7215C0FA-1183-46E7-B0A0-3302B3C45047}" dt="2025-09-11T05:40:58.338" v="6510" actId="47"/>
        <pc:sldMkLst>
          <pc:docMk/>
          <pc:sldMk cId="3171129121" sldId="300"/>
        </pc:sldMkLst>
      </pc:sldChg>
      <pc:sldChg chg="addSp delSp modSp add mod delAnim modAnim">
        <pc:chgData name="Robert de Groote" userId="2ce5265b-80a0-4fb8-a62a-8035e9b0c45a" providerId="ADAL" clId="{7215C0FA-1183-46E7-B0A0-3302B3C45047}" dt="2025-09-15T16:56:14.553" v="12091" actId="208"/>
        <pc:sldMkLst>
          <pc:docMk/>
          <pc:sldMk cId="4163574751" sldId="301"/>
        </pc:sldMkLst>
        <pc:spChg chg="mod">
          <ac:chgData name="Robert de Groote" userId="2ce5265b-80a0-4fb8-a62a-8035e9b0c45a" providerId="ADAL" clId="{7215C0FA-1183-46E7-B0A0-3302B3C45047}" dt="2025-09-11T10:23:32.719" v="7764" actId="14100"/>
          <ac:spMkLst>
            <pc:docMk/>
            <pc:sldMk cId="4163574751" sldId="301"/>
            <ac:spMk id="3" creationId="{ED8D9DB1-2F0B-0D92-0028-A63CDDDEA122}"/>
          </ac:spMkLst>
        </pc:spChg>
        <pc:spChg chg="add del mod">
          <ac:chgData name="Robert de Groote" userId="2ce5265b-80a0-4fb8-a62a-8035e9b0c45a" providerId="ADAL" clId="{7215C0FA-1183-46E7-B0A0-3302B3C45047}" dt="2025-09-15T15:08:08.400" v="11817" actId="6549"/>
          <ac:spMkLst>
            <pc:docMk/>
            <pc:sldMk cId="4163574751" sldId="301"/>
            <ac:spMk id="4" creationId="{649382CE-596D-4760-9480-39C64668FAD9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6" creationId="{C246FADC-BB35-A527-8196-1CF65C1F26FD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7" creationId="{DDCC7D81-2E61-C5BA-4208-9657E1BF46E7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8" creationId="{34B117D0-8A0E-1DDE-DC2F-4B4DB86027F2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9" creationId="{2511CCD9-FD6B-6DD0-364A-C43991CAFA6D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10" creationId="{0E88D1DC-4E72-F54E-BE89-79E21B5FFFFE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11" creationId="{46422FCD-23FE-CFE7-6516-1B31E38396D2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12" creationId="{101EA94F-26FD-8408-6361-76BA86ACB972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13" creationId="{9AC4493F-05C5-87DE-0A5F-39EFD284335F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14" creationId="{F6F6A5AE-1316-7489-1A54-18C325ED3127}"/>
          </ac:spMkLst>
        </pc:spChg>
        <pc:spChg chg="mod">
          <ac:chgData name="Robert de Groote" userId="2ce5265b-80a0-4fb8-a62a-8035e9b0c45a" providerId="ADAL" clId="{7215C0FA-1183-46E7-B0A0-3302B3C45047}" dt="2025-09-11T15:12:14.643" v="9373"/>
          <ac:spMkLst>
            <pc:docMk/>
            <pc:sldMk cId="4163574751" sldId="301"/>
            <ac:spMk id="15" creationId="{619ED323-BBE8-5E10-92F0-8540A6761156}"/>
          </ac:spMkLst>
        </pc:spChg>
        <pc:spChg chg="mod">
          <ac:chgData name="Robert de Groote" userId="2ce5265b-80a0-4fb8-a62a-8035e9b0c45a" providerId="ADAL" clId="{7215C0FA-1183-46E7-B0A0-3302B3C45047}" dt="2025-09-11T15:12:56.565" v="9376"/>
          <ac:spMkLst>
            <pc:docMk/>
            <pc:sldMk cId="4163574751" sldId="301"/>
            <ac:spMk id="26" creationId="{7EC3E9A8-51F2-B620-D24A-79993E453A4D}"/>
          </ac:spMkLst>
        </pc:spChg>
        <pc:spChg chg="mod">
          <ac:chgData name="Robert de Groote" userId="2ce5265b-80a0-4fb8-a62a-8035e9b0c45a" providerId="ADAL" clId="{7215C0FA-1183-46E7-B0A0-3302B3C45047}" dt="2025-09-11T15:13:09.955" v="9382" actId="20577"/>
          <ac:spMkLst>
            <pc:docMk/>
            <pc:sldMk cId="4163574751" sldId="301"/>
            <ac:spMk id="27" creationId="{90896F92-279D-F51F-92CD-483BD60E2F27}"/>
          </ac:spMkLst>
        </pc:spChg>
        <pc:spChg chg="mod">
          <ac:chgData name="Robert de Groote" userId="2ce5265b-80a0-4fb8-a62a-8035e9b0c45a" providerId="ADAL" clId="{7215C0FA-1183-46E7-B0A0-3302B3C45047}" dt="2025-09-11T15:12:56.565" v="9376"/>
          <ac:spMkLst>
            <pc:docMk/>
            <pc:sldMk cId="4163574751" sldId="301"/>
            <ac:spMk id="29" creationId="{53824461-B8B4-91F8-5678-0240E6E5C40D}"/>
          </ac:spMkLst>
        </pc:spChg>
        <pc:spChg chg="mod">
          <ac:chgData name="Robert de Groote" userId="2ce5265b-80a0-4fb8-a62a-8035e9b0c45a" providerId="ADAL" clId="{7215C0FA-1183-46E7-B0A0-3302B3C45047}" dt="2025-09-11T15:13:24.353" v="9389" actId="14100"/>
          <ac:spMkLst>
            <pc:docMk/>
            <pc:sldMk cId="4163574751" sldId="301"/>
            <ac:spMk id="30" creationId="{88D11349-8BEC-9A26-0B1C-18A0B636F54E}"/>
          </ac:spMkLst>
        </pc:spChg>
        <pc:spChg chg="mod topLvl">
          <ac:chgData name="Robert de Groote" userId="2ce5265b-80a0-4fb8-a62a-8035e9b0c45a" providerId="ADAL" clId="{7215C0FA-1183-46E7-B0A0-3302B3C45047}" dt="2025-09-11T17:33:07.765" v="9577" actId="164"/>
          <ac:spMkLst>
            <pc:docMk/>
            <pc:sldMk cId="4163574751" sldId="301"/>
            <ac:spMk id="32" creationId="{0C19A178-B03A-9B0E-9E6E-B9595B375995}"/>
          </ac:spMkLst>
        </pc:spChg>
        <pc:spChg chg="mod">
          <ac:chgData name="Robert de Groote" userId="2ce5265b-80a0-4fb8-a62a-8035e9b0c45a" providerId="ADAL" clId="{7215C0FA-1183-46E7-B0A0-3302B3C45047}" dt="2025-09-11T17:28:28.137" v="9503"/>
          <ac:spMkLst>
            <pc:docMk/>
            <pc:sldMk cId="4163574751" sldId="301"/>
            <ac:spMk id="38" creationId="{EB1A73D5-A41F-CB82-294F-1482BE9553D5}"/>
          </ac:spMkLst>
        </pc:spChg>
        <pc:spChg chg="mod">
          <ac:chgData name="Robert de Groote" userId="2ce5265b-80a0-4fb8-a62a-8035e9b0c45a" providerId="ADAL" clId="{7215C0FA-1183-46E7-B0A0-3302B3C45047}" dt="2025-09-11T17:29:02.054" v="9514" actId="14100"/>
          <ac:spMkLst>
            <pc:docMk/>
            <pc:sldMk cId="4163574751" sldId="301"/>
            <ac:spMk id="39" creationId="{F4B8B07C-4335-53E0-E73B-DFAD4F37EACF}"/>
          </ac:spMkLst>
        </pc:spChg>
        <pc:spChg chg="add mod">
          <ac:chgData name="Robert de Groote" userId="2ce5265b-80a0-4fb8-a62a-8035e9b0c45a" providerId="ADAL" clId="{7215C0FA-1183-46E7-B0A0-3302B3C45047}" dt="2025-09-11T17:33:07.765" v="9577" actId="164"/>
          <ac:spMkLst>
            <pc:docMk/>
            <pc:sldMk cId="4163574751" sldId="301"/>
            <ac:spMk id="43" creationId="{3955575D-DFD4-2EAB-85E1-1C10CD7C05F4}"/>
          </ac:spMkLst>
        </pc:spChg>
        <pc:grpChg chg="mod">
          <ac:chgData name="Robert de Groote" userId="2ce5265b-80a0-4fb8-a62a-8035e9b0c45a" providerId="ADAL" clId="{7215C0FA-1183-46E7-B0A0-3302B3C45047}" dt="2025-09-11T15:15:01.783" v="9400" actId="1076"/>
          <ac:grpSpMkLst>
            <pc:docMk/>
            <pc:sldMk cId="4163574751" sldId="301"/>
            <ac:grpSpMk id="5" creationId="{28756CF4-C382-6A5A-8BD0-B6376FAC3B42}"/>
          </ac:grpSpMkLst>
        </pc:grpChg>
        <pc:grpChg chg="add mod">
          <ac:chgData name="Robert de Groote" userId="2ce5265b-80a0-4fb8-a62a-8035e9b0c45a" providerId="ADAL" clId="{7215C0FA-1183-46E7-B0A0-3302B3C45047}" dt="2025-09-11T15:17:15.733" v="9433" actId="962"/>
          <ac:grpSpMkLst>
            <pc:docMk/>
            <pc:sldMk cId="4163574751" sldId="301"/>
            <ac:grpSpMk id="25" creationId="{83B4314C-78BF-1A4A-BDA3-0956F9E28357}"/>
          </ac:grpSpMkLst>
        </pc:grpChg>
        <pc:grpChg chg="add mod">
          <ac:chgData name="Robert de Groote" userId="2ce5265b-80a0-4fb8-a62a-8035e9b0c45a" providerId="ADAL" clId="{7215C0FA-1183-46E7-B0A0-3302B3C45047}" dt="2025-09-11T15:17:23.553" v="9434" actId="962"/>
          <ac:grpSpMkLst>
            <pc:docMk/>
            <pc:sldMk cId="4163574751" sldId="301"/>
            <ac:grpSpMk id="28" creationId="{2CB61BA7-FB61-0BF9-D77C-7158F6890F90}"/>
          </ac:grpSpMkLst>
        </pc:grpChg>
        <pc:grpChg chg="add mod">
          <ac:chgData name="Robert de Groote" userId="2ce5265b-80a0-4fb8-a62a-8035e9b0c45a" providerId="ADAL" clId="{7215C0FA-1183-46E7-B0A0-3302B3C45047}" dt="2025-09-11T17:29:10.741" v="9515" actId="1076"/>
          <ac:grpSpMkLst>
            <pc:docMk/>
            <pc:sldMk cId="4163574751" sldId="301"/>
            <ac:grpSpMk id="37" creationId="{B3B74CBC-712A-CE27-54FA-6519FD7221AE}"/>
          </ac:grpSpMkLst>
        </pc:grpChg>
        <pc:grpChg chg="add mod">
          <ac:chgData name="Robert de Groote" userId="2ce5265b-80a0-4fb8-a62a-8035e9b0c45a" providerId="ADAL" clId="{7215C0FA-1183-46E7-B0A0-3302B3C45047}" dt="2025-09-11T17:33:07.765" v="9577" actId="164"/>
          <ac:grpSpMkLst>
            <pc:docMk/>
            <pc:sldMk cId="4163574751" sldId="301"/>
            <ac:grpSpMk id="44" creationId="{BE181B31-5FDD-9390-745E-68A6C009700F}"/>
          </ac:grpSpMkLst>
        </pc:grp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16" creationId="{DB81115B-4698-C684-5748-219261A5BE6D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17" creationId="{54A12C09-9957-E420-945B-616C8260B4FB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18" creationId="{A879E1C9-7B1C-33DA-B6F7-B903D69204C9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19" creationId="{9AE66D54-D32E-FB42-85FD-D56232812AFF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20" creationId="{9402C4DA-4E2A-AE47-E5A8-49F391C94FEC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21" creationId="{9C3C38F9-AABD-0D98-9053-FD974288E89A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22" creationId="{884BE8EA-8BCE-540F-5764-4D02ADAF0290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23" creationId="{AB87E8FA-0FF4-2F83-20FE-2209F978911A}"/>
          </ac:cxnSpMkLst>
        </pc:cxnChg>
        <pc:cxnChg chg="mod">
          <ac:chgData name="Robert de Groote" userId="2ce5265b-80a0-4fb8-a62a-8035e9b0c45a" providerId="ADAL" clId="{7215C0FA-1183-46E7-B0A0-3302B3C45047}" dt="2025-09-15T16:56:14.553" v="12091" actId="208"/>
          <ac:cxnSpMkLst>
            <pc:docMk/>
            <pc:sldMk cId="4163574751" sldId="301"/>
            <ac:cxnSpMk id="24" creationId="{67AA19E8-2C04-1A1E-A0BC-374B4B2236EF}"/>
          </ac:cxnSpMkLst>
        </pc:cxnChg>
      </pc:sldChg>
      <pc:sldChg chg="modSp add mod">
        <pc:chgData name="Robert de Groote" userId="2ce5265b-80a0-4fb8-a62a-8035e9b0c45a" providerId="ADAL" clId="{7215C0FA-1183-46E7-B0A0-3302B3C45047}" dt="2025-09-15T14:01:17.671" v="10691" actId="20577"/>
        <pc:sldMkLst>
          <pc:docMk/>
          <pc:sldMk cId="2946168723" sldId="302"/>
        </pc:sldMkLst>
        <pc:spChg chg="mod">
          <ac:chgData name="Robert de Groote" userId="2ce5265b-80a0-4fb8-a62a-8035e9b0c45a" providerId="ADAL" clId="{7215C0FA-1183-46E7-B0A0-3302B3C45047}" dt="2025-09-15T13:58:19.381" v="10182" actId="20577"/>
          <ac:spMkLst>
            <pc:docMk/>
            <pc:sldMk cId="2946168723" sldId="302"/>
            <ac:spMk id="2" creationId="{7078787E-CDC4-4704-AA64-ECE4268E1CAC}"/>
          </ac:spMkLst>
        </pc:spChg>
        <pc:spChg chg="mod">
          <ac:chgData name="Robert de Groote" userId="2ce5265b-80a0-4fb8-a62a-8035e9b0c45a" providerId="ADAL" clId="{7215C0FA-1183-46E7-B0A0-3302B3C45047}" dt="2025-09-15T14:01:17.671" v="10691" actId="20577"/>
          <ac:spMkLst>
            <pc:docMk/>
            <pc:sldMk cId="2946168723" sldId="302"/>
            <ac:spMk id="3" creationId="{EFFC0884-2BDE-2236-818F-DDC6F2D40685}"/>
          </ac:spMkLst>
        </pc:spChg>
      </pc:sldChg>
      <pc:sldChg chg="add del">
        <pc:chgData name="Robert de Groote" userId="2ce5265b-80a0-4fb8-a62a-8035e9b0c45a" providerId="ADAL" clId="{7215C0FA-1183-46E7-B0A0-3302B3C45047}" dt="2025-09-11T11:15:43.754" v="9000" actId="47"/>
        <pc:sldMkLst>
          <pc:docMk/>
          <pc:sldMk cId="4124917288" sldId="302"/>
        </pc:sldMkLst>
      </pc:sldChg>
      <pc:sldChg chg="addSp delSp modSp add mod ord delAnim modAnim">
        <pc:chgData name="Robert de Groote" userId="2ce5265b-80a0-4fb8-a62a-8035e9b0c45a" providerId="ADAL" clId="{7215C0FA-1183-46E7-B0A0-3302B3C45047}" dt="2025-09-15T17:04:49.583" v="12667"/>
        <pc:sldMkLst>
          <pc:docMk/>
          <pc:sldMk cId="2099658643" sldId="303"/>
        </pc:sldMkLst>
        <pc:spChg chg="mod">
          <ac:chgData name="Robert de Groote" userId="2ce5265b-80a0-4fb8-a62a-8035e9b0c45a" providerId="ADAL" clId="{7215C0FA-1183-46E7-B0A0-3302B3C45047}" dt="2025-09-15T16:57:21.523" v="12116" actId="20577"/>
          <ac:spMkLst>
            <pc:docMk/>
            <pc:sldMk cId="2099658643" sldId="303"/>
            <ac:spMk id="2" creationId="{52302C97-32F4-23B5-986A-ECC7802AA57F}"/>
          </ac:spMkLst>
        </pc:spChg>
        <pc:spChg chg="mod">
          <ac:chgData name="Robert de Groote" userId="2ce5265b-80a0-4fb8-a62a-8035e9b0c45a" providerId="ADAL" clId="{7215C0FA-1183-46E7-B0A0-3302B3C45047}" dt="2025-09-15T17:04:28.846" v="12665" actId="14100"/>
          <ac:spMkLst>
            <pc:docMk/>
            <pc:sldMk cId="2099658643" sldId="303"/>
            <ac:spMk id="3" creationId="{4456105F-6558-79B8-BDA7-2769F03F12AF}"/>
          </ac:spMkLst>
        </pc:spChg>
        <pc:spChg chg="del">
          <ac:chgData name="Robert de Groote" userId="2ce5265b-80a0-4fb8-a62a-8035e9b0c45a" providerId="ADAL" clId="{7215C0FA-1183-46E7-B0A0-3302B3C45047}" dt="2025-09-15T17:00:01.899" v="12384" actId="478"/>
          <ac:spMkLst>
            <pc:docMk/>
            <pc:sldMk cId="2099658643" sldId="303"/>
            <ac:spMk id="4" creationId="{B18989D6-196F-C053-A845-0CF594BBD9AA}"/>
          </ac:spMkLst>
        </pc:spChg>
        <pc:spChg chg="add mod">
          <ac:chgData name="Robert de Groote" userId="2ce5265b-80a0-4fb8-a62a-8035e9b0c45a" providerId="ADAL" clId="{7215C0FA-1183-46E7-B0A0-3302B3C45047}" dt="2025-09-15T17:04:24.453" v="12664" actId="1076"/>
          <ac:spMkLst>
            <pc:docMk/>
            <pc:sldMk cId="2099658643" sldId="303"/>
            <ac:spMk id="5" creationId="{CD870B3E-05D8-0DD4-03AE-38D3EA057B50}"/>
          </ac:spMkLst>
        </pc:spChg>
      </pc:sldChg>
      <pc:sldChg chg="addSp delSp modSp add mod ord delAnim modAnim">
        <pc:chgData name="Robert de Groote" userId="2ce5265b-80a0-4fb8-a62a-8035e9b0c45a" providerId="ADAL" clId="{7215C0FA-1183-46E7-B0A0-3302B3C45047}" dt="2025-09-15T17:06:21.147" v="12728" actId="20577"/>
        <pc:sldMkLst>
          <pc:docMk/>
          <pc:sldMk cId="1315852489" sldId="304"/>
        </pc:sldMkLst>
        <pc:spChg chg="mod">
          <ac:chgData name="Robert de Groote" userId="2ce5265b-80a0-4fb8-a62a-8035e9b0c45a" providerId="ADAL" clId="{7215C0FA-1183-46E7-B0A0-3302B3C45047}" dt="2025-09-15T17:00:18.460" v="12411" actId="20577"/>
          <ac:spMkLst>
            <pc:docMk/>
            <pc:sldMk cId="1315852489" sldId="304"/>
            <ac:spMk id="2" creationId="{B4B3B40B-DA0A-F8C4-5C63-76DBF41FEF12}"/>
          </ac:spMkLst>
        </pc:spChg>
        <pc:spChg chg="mod">
          <ac:chgData name="Robert de Groote" userId="2ce5265b-80a0-4fb8-a62a-8035e9b0c45a" providerId="ADAL" clId="{7215C0FA-1183-46E7-B0A0-3302B3C45047}" dt="2025-09-15T17:06:21.147" v="12728" actId="20577"/>
          <ac:spMkLst>
            <pc:docMk/>
            <pc:sldMk cId="1315852489" sldId="304"/>
            <ac:spMk id="3" creationId="{CBC1EF6C-EB5C-6B4F-578F-713D4353132A}"/>
          </ac:spMkLst>
        </pc:spChg>
        <pc:spChg chg="del mod">
          <ac:chgData name="Robert de Groote" userId="2ce5265b-80a0-4fb8-a62a-8035e9b0c45a" providerId="ADAL" clId="{7215C0FA-1183-46E7-B0A0-3302B3C45047}" dt="2025-09-15T17:01:35.625" v="12485" actId="478"/>
          <ac:spMkLst>
            <pc:docMk/>
            <pc:sldMk cId="1315852489" sldId="304"/>
            <ac:spMk id="4" creationId="{0BE833A5-63BA-62EA-1CF2-E5C76B99BC16}"/>
          </ac:spMkLst>
        </pc:spChg>
        <pc:spChg chg="mod">
          <ac:chgData name="Robert de Groote" userId="2ce5265b-80a0-4fb8-a62a-8035e9b0c45a" providerId="ADAL" clId="{7215C0FA-1183-46E7-B0A0-3302B3C45047}" dt="2025-09-15T17:03:30.246" v="12626" actId="14100"/>
          <ac:spMkLst>
            <pc:docMk/>
            <pc:sldMk cId="1315852489" sldId="304"/>
            <ac:spMk id="5" creationId="{C69D5600-7E7E-3072-B4A0-757C18EE9C38}"/>
          </ac:spMkLst>
        </pc:spChg>
        <pc:spChg chg="mod">
          <ac:chgData name="Robert de Groote" userId="2ce5265b-80a0-4fb8-a62a-8035e9b0c45a" providerId="ADAL" clId="{7215C0FA-1183-46E7-B0A0-3302B3C45047}" dt="2025-09-15T17:03:20.852" v="12623" actId="14100"/>
          <ac:spMkLst>
            <pc:docMk/>
            <pc:sldMk cId="1315852489" sldId="304"/>
            <ac:spMk id="6" creationId="{A296254D-79ED-A88A-453C-3EFD0723612A}"/>
          </ac:spMkLst>
        </pc:spChg>
        <pc:spChg chg="add mod">
          <ac:chgData name="Robert de Groote" userId="2ce5265b-80a0-4fb8-a62a-8035e9b0c45a" providerId="ADAL" clId="{7215C0FA-1183-46E7-B0A0-3302B3C45047}" dt="2025-09-15T17:05:32.464" v="12723" actId="1076"/>
          <ac:spMkLst>
            <pc:docMk/>
            <pc:sldMk cId="1315852489" sldId="304"/>
            <ac:spMk id="7" creationId="{73E3C61D-B9EF-8D53-E389-C47B78377C28}"/>
          </ac:spMkLst>
        </pc:spChg>
        <pc:spChg chg="add mod">
          <ac:chgData name="Robert de Groote" userId="2ce5265b-80a0-4fb8-a62a-8035e9b0c45a" providerId="ADAL" clId="{7215C0FA-1183-46E7-B0A0-3302B3C45047}" dt="2025-09-15T17:03:14.214" v="12621" actId="1076"/>
          <ac:spMkLst>
            <pc:docMk/>
            <pc:sldMk cId="1315852489" sldId="304"/>
            <ac:spMk id="8" creationId="{C432E03E-802A-70F1-7ECF-3586534AA33F}"/>
          </ac:spMkLst>
        </pc:spChg>
      </pc:sldChg>
    </pc:docChg>
  </pc:docChgLst>
  <pc:docChgLst>
    <pc:chgData name="Robert de Groote" userId="2ce5265b-80a0-4fb8-a62a-8035e9b0c45a" providerId="ADAL" clId="{8EBF52AB-6BEF-4B72-AF95-EFED6E097B56}"/>
    <pc:docChg chg="custSel addSld delSld modSld sldOrd">
      <pc:chgData name="Robert de Groote" userId="2ce5265b-80a0-4fb8-a62a-8035e9b0c45a" providerId="ADAL" clId="{8EBF52AB-6BEF-4B72-AF95-EFED6E097B56}" dt="2025-07-16T17:19:26.071" v="1188" actId="20577"/>
      <pc:docMkLst>
        <pc:docMk/>
      </pc:docMkLst>
      <pc:sldChg chg="modSp mod">
        <pc:chgData name="Robert de Groote" userId="2ce5265b-80a0-4fb8-a62a-8035e9b0c45a" providerId="ADAL" clId="{8EBF52AB-6BEF-4B72-AF95-EFED6E097B56}" dt="2025-07-16T16:51:16.387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8EBF52AB-6BEF-4B72-AF95-EFED6E097B56}" dt="2025-07-16T16:54:29.653" v="302" actId="20577"/>
        <pc:sldMkLst>
          <pc:docMk/>
          <pc:sldMk cId="3346646082" sldId="257"/>
        </pc:sldMkLst>
      </pc:sldChg>
      <pc:sldChg chg="del">
        <pc:chgData name="Robert de Groote" userId="2ce5265b-80a0-4fb8-a62a-8035e9b0c45a" providerId="ADAL" clId="{8EBF52AB-6BEF-4B72-AF95-EFED6E097B56}" dt="2025-07-16T16:54:33.161" v="303" actId="47"/>
        <pc:sldMkLst>
          <pc:docMk/>
          <pc:sldMk cId="1376807172" sldId="258"/>
        </pc:sldMkLst>
      </pc:sldChg>
      <pc:sldChg chg="del">
        <pc:chgData name="Robert de Groote" userId="2ce5265b-80a0-4fb8-a62a-8035e9b0c45a" providerId="ADAL" clId="{8EBF52AB-6BEF-4B72-AF95-EFED6E097B56}" dt="2025-07-16T16:54:33.800" v="304" actId="47"/>
        <pc:sldMkLst>
          <pc:docMk/>
          <pc:sldMk cId="734760806" sldId="259"/>
        </pc:sldMkLst>
      </pc:sldChg>
      <pc:sldChg chg="modSp mod">
        <pc:chgData name="Robert de Groote" userId="2ce5265b-80a0-4fb8-a62a-8035e9b0c45a" providerId="ADAL" clId="{8EBF52AB-6BEF-4B72-AF95-EFED6E097B56}" dt="2025-07-16T16:59:03.772" v="360" actId="20577"/>
        <pc:sldMkLst>
          <pc:docMk/>
          <pc:sldMk cId="2437096053" sldId="260"/>
        </pc:sldMkLst>
      </pc:sldChg>
      <pc:sldChg chg="del">
        <pc:chgData name="Robert de Groote" userId="2ce5265b-80a0-4fb8-a62a-8035e9b0c45a" providerId="ADAL" clId="{8EBF52AB-6BEF-4B72-AF95-EFED6E097B56}" dt="2025-07-16T16:59:12.529" v="361" actId="47"/>
        <pc:sldMkLst>
          <pc:docMk/>
          <pc:sldMk cId="1808417701" sldId="263"/>
        </pc:sldMkLst>
      </pc:sldChg>
      <pc:sldChg chg="modSp mod">
        <pc:chgData name="Robert de Groote" userId="2ce5265b-80a0-4fb8-a62a-8035e9b0c45a" providerId="ADAL" clId="{8EBF52AB-6BEF-4B72-AF95-EFED6E097B56}" dt="2025-07-16T17:18:41.963" v="1168" actId="2057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8EBF52AB-6BEF-4B72-AF95-EFED6E097B56}" dt="2025-07-16T17:14:00.840" v="878" actId="14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8EBF52AB-6BEF-4B72-AF95-EFED6E097B56}" dt="2025-07-16T17:19:26.071" v="1188" actId="2057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8EBF52AB-6BEF-4B72-AF95-EFED6E097B56}" dt="2025-07-16T16:59:13.102" v="362" actId="47"/>
        <pc:sldMkLst>
          <pc:docMk/>
          <pc:sldMk cId="3664691429" sldId="267"/>
        </pc:sldMkLst>
      </pc:sldChg>
      <pc:sldChg chg="modSp mod">
        <pc:chgData name="Robert de Groote" userId="2ce5265b-80a0-4fb8-a62a-8035e9b0c45a" providerId="ADAL" clId="{8EBF52AB-6BEF-4B72-AF95-EFED6E097B56}" dt="2025-07-16T17:01:41.236" v="479" actId="2057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8EBF52AB-6BEF-4B72-AF95-EFED6E097B56}" dt="2025-07-16T17:00:48.323" v="415" actId="47"/>
        <pc:sldMkLst>
          <pc:docMk/>
          <pc:sldMk cId="3999101625" sldId="269"/>
        </pc:sldMkLst>
      </pc:sldChg>
      <pc:sldChg chg="del">
        <pc:chgData name="Robert de Groote" userId="2ce5265b-80a0-4fb8-a62a-8035e9b0c45a" providerId="ADAL" clId="{8EBF52AB-6BEF-4B72-AF95-EFED6E097B56}" dt="2025-07-16T17:19:16.037" v="1170" actId="47"/>
        <pc:sldMkLst>
          <pc:docMk/>
          <pc:sldMk cId="3192644691" sldId="270"/>
        </pc:sldMkLst>
      </pc:sldChg>
      <pc:sldChg chg="del">
        <pc:chgData name="Robert de Groote" userId="2ce5265b-80a0-4fb8-a62a-8035e9b0c45a" providerId="ADAL" clId="{8EBF52AB-6BEF-4B72-AF95-EFED6E097B56}" dt="2025-07-16T17:18:59.683" v="1169" actId="47"/>
        <pc:sldMkLst>
          <pc:docMk/>
          <pc:sldMk cId="1961238602" sldId="271"/>
        </pc:sldMkLst>
      </pc:sldChg>
      <pc:sldChg chg="del">
        <pc:chgData name="Robert de Groote" userId="2ce5265b-80a0-4fb8-a62a-8035e9b0c45a" providerId="ADAL" clId="{8EBF52AB-6BEF-4B72-AF95-EFED6E097B56}" dt="2025-07-16T16:59:13.842" v="363" actId="47"/>
        <pc:sldMkLst>
          <pc:docMk/>
          <pc:sldMk cId="65950320" sldId="272"/>
        </pc:sldMkLst>
      </pc:sldChg>
      <pc:sldChg chg="modSp add mod ord">
        <pc:chgData name="Robert de Groote" userId="2ce5265b-80a0-4fb8-a62a-8035e9b0c45a" providerId="ADAL" clId="{8EBF52AB-6BEF-4B72-AF95-EFED6E097B56}" dt="2025-07-16T17:01:12.824" v="464" actId="2057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8EBF52AB-6BEF-4B72-AF95-EFED6E097B56}" dt="2025-07-16T16:59:17.386" v="366" actId="47"/>
        <pc:sldMkLst>
          <pc:docMk/>
          <pc:sldMk cId="3708766367" sldId="273"/>
        </pc:sldMkLst>
      </pc:sldChg>
      <pc:sldChg chg="del">
        <pc:chgData name="Robert de Groote" userId="2ce5265b-80a0-4fb8-a62a-8035e9b0c45a" providerId="ADAL" clId="{8EBF52AB-6BEF-4B72-AF95-EFED6E097B56}" dt="2025-07-16T16:59:18.383" v="367" actId="47"/>
        <pc:sldMkLst>
          <pc:docMk/>
          <pc:sldMk cId="2576651547" sldId="274"/>
        </pc:sldMkLst>
      </pc:sldChg>
      <pc:sldChg chg="del">
        <pc:chgData name="Robert de Groote" userId="2ce5265b-80a0-4fb8-a62a-8035e9b0c45a" providerId="ADAL" clId="{8EBF52AB-6BEF-4B72-AF95-EFED6E097B56}" dt="2025-07-16T16:59:15.239" v="365" actId="47"/>
        <pc:sldMkLst>
          <pc:docMk/>
          <pc:sldMk cId="1013437190" sldId="275"/>
        </pc:sldMkLst>
      </pc:sldChg>
      <pc:sldChg chg="del">
        <pc:chgData name="Robert de Groote" userId="2ce5265b-80a0-4fb8-a62a-8035e9b0c45a" providerId="ADAL" clId="{8EBF52AB-6BEF-4B72-AF95-EFED6E097B56}" dt="2025-07-16T16:59:14.460" v="364" actId="4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34A32566-AAE7-4C94-968D-A2374AC9D33F}"/>
    <pc:docChg chg="custSel addSld modSld">
      <pc:chgData name="Robert de Groote" userId="2ce5265b-80a0-4fb8-a62a-8035e9b0c45a" providerId="ADAL" clId="{34A32566-AAE7-4C94-968D-A2374AC9D33F}" dt="2025-07-16T15:11:29.046" v="3083" actId="20577"/>
      <pc:docMkLst>
        <pc:docMk/>
      </pc:docMkLst>
      <pc:sldChg chg="modSp mod">
        <pc:chgData name="Robert de Groote" userId="2ce5265b-80a0-4fb8-a62a-8035e9b0c45a" providerId="ADAL" clId="{34A32566-AAE7-4C94-968D-A2374AC9D33F}" dt="2025-07-16T14:26:14.979" v="1783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34A32566-AAE7-4C94-968D-A2374AC9D33F}" dt="2025-07-16T14:37:59.325" v="2199" actId="20577"/>
        <pc:sldMkLst>
          <pc:docMk/>
          <pc:sldMk cId="3021126975" sldId="265"/>
        </pc:sldMkLst>
      </pc:sldChg>
      <pc:sldChg chg="modSp add mod">
        <pc:chgData name="Robert de Groote" userId="2ce5265b-80a0-4fb8-a62a-8035e9b0c45a" providerId="ADAL" clId="{34A32566-AAE7-4C94-968D-A2374AC9D33F}" dt="2025-07-16T14:43:43.852" v="2597" actId="20577"/>
        <pc:sldMkLst>
          <pc:docMk/>
          <pc:sldMk cId="65950320" sldId="272"/>
        </pc:sldMkLst>
      </pc:sldChg>
      <pc:sldChg chg="modSp add mod">
        <pc:chgData name="Robert de Groote" userId="2ce5265b-80a0-4fb8-a62a-8035e9b0c45a" providerId="ADAL" clId="{34A32566-AAE7-4C94-968D-A2374AC9D33F}" dt="2025-07-16T14:15:49.970" v="1018" actId="20577"/>
        <pc:sldMkLst>
          <pc:docMk/>
          <pc:sldMk cId="3708766367" sldId="273"/>
        </pc:sldMkLst>
      </pc:sldChg>
      <pc:sldChg chg="modSp add mod">
        <pc:chgData name="Robert de Groote" userId="2ce5265b-80a0-4fb8-a62a-8035e9b0c45a" providerId="ADAL" clId="{34A32566-AAE7-4C94-968D-A2374AC9D33F}" dt="2025-07-16T14:18:22.862" v="1410" actId="6549"/>
        <pc:sldMkLst>
          <pc:docMk/>
          <pc:sldMk cId="2576651547" sldId="274"/>
        </pc:sldMkLst>
      </pc:sldChg>
      <pc:sldChg chg="add">
        <pc:chgData name="Robert de Groote" userId="2ce5265b-80a0-4fb8-a62a-8035e9b0c45a" providerId="ADAL" clId="{34A32566-AAE7-4C94-968D-A2374AC9D33F}" dt="2025-07-16T14:38:24.296" v="2200" actId="2890"/>
        <pc:sldMkLst>
          <pc:docMk/>
          <pc:sldMk cId="1013437190" sldId="275"/>
        </pc:sldMkLst>
      </pc:sldChg>
      <pc:sldChg chg="modSp add mod">
        <pc:chgData name="Robert de Groote" userId="2ce5265b-80a0-4fb8-a62a-8035e9b0c45a" providerId="ADAL" clId="{34A32566-AAE7-4C94-968D-A2374AC9D33F}" dt="2025-07-16T15:11:29.046" v="3083" actId="20577"/>
        <pc:sldMkLst>
          <pc:docMk/>
          <pc:sldMk cId="1351195665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0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6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1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83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29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Master_theorem_(analysis_of_algorithms)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A168E-AC13-4A71-A98B-B3F92DC01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Algorithms &amp;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DF9F7-8B56-49E7-9AFB-EB5E5B6E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 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recursion</a:t>
            </a:r>
          </a:p>
        </p:txBody>
      </p:sp>
      <p:pic>
        <p:nvPicPr>
          <p:cNvPr id="4" name="Picture 3" descr="3D abstract blue and gold cube illustration">
            <a:extLst>
              <a:ext uri="{FF2B5EF4-FFF2-40B4-BE49-F238E27FC236}">
                <a16:creationId xmlns:a16="http://schemas.microsoft.com/office/drawing/2014/main" id="{F7415E3B-A5AE-B6FB-D62A-33D555E1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5" r="2811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85D7-ABDF-C618-9CCD-413D088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Last </a:t>
            </a:r>
            <a:r>
              <a:rPr lang="nl-NL" dirty="0" err="1"/>
              <a:t>two</a:t>
            </a:r>
            <a:r>
              <a:rPr lang="nl-NL" dirty="0"/>
              <a:t> weeks we </a:t>
            </a:r>
            <a:r>
              <a:rPr lang="nl-NL" dirty="0" err="1"/>
              <a:t>discussed</a:t>
            </a:r>
            <a:r>
              <a:rPr lang="nl-NL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53582-0C43-5257-5530-A00EA0178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Abstract data </a:t>
            </a:r>
            <a:r>
              <a:rPr lang="nl-NL" dirty="0" err="1"/>
              <a:t>structures</a:t>
            </a:r>
            <a:r>
              <a:rPr lang="nl-NL" dirty="0"/>
              <a:t>: </a:t>
            </a:r>
            <a:r>
              <a:rPr lang="nl-NL" b="1" dirty="0"/>
              <a:t>Sets</a:t>
            </a:r>
            <a:r>
              <a:rPr lang="nl-NL" dirty="0"/>
              <a:t> &amp; </a:t>
            </a:r>
            <a:r>
              <a:rPr lang="nl-NL" b="1" dirty="0"/>
              <a:t>Queues</a:t>
            </a:r>
          </a:p>
          <a:p>
            <a:r>
              <a:rPr lang="nl-NL" dirty="0"/>
              <a:t>Arrays &amp;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  <a:p>
            <a:r>
              <a:rPr lang="nl-NL" dirty="0" err="1"/>
              <a:t>Keeping</a:t>
            </a:r>
            <a:r>
              <a:rPr lang="nl-NL" dirty="0"/>
              <a:t> data </a:t>
            </a:r>
            <a:r>
              <a:rPr lang="nl-NL" dirty="0" err="1"/>
              <a:t>sorted</a:t>
            </a:r>
            <a:r>
              <a:rPr lang="nl-NL" dirty="0"/>
              <a:t> –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Binary</a:t>
            </a:r>
            <a:r>
              <a:rPr lang="nl-NL" dirty="0"/>
              <a:t> Search </a:t>
            </a:r>
            <a:r>
              <a:rPr lang="nl-NL" dirty="0" err="1"/>
              <a:t>algorithm</a:t>
            </a:r>
            <a:endParaRPr lang="nl-NL" dirty="0"/>
          </a:p>
          <a:p>
            <a:r>
              <a:rPr lang="nl-NL" dirty="0"/>
              <a:t>The </a:t>
            </a:r>
            <a:r>
              <a:rPr lang="nl-NL" dirty="0" err="1"/>
              <a:t>two</a:t>
            </a:r>
            <a:r>
              <a:rPr lang="nl-NL" dirty="0"/>
              <a:t>-pointer &amp; sliding </a:t>
            </a:r>
            <a:r>
              <a:rPr lang="nl-NL" dirty="0" err="1"/>
              <a:t>window</a:t>
            </a:r>
            <a:r>
              <a:rPr lang="nl-NL" dirty="0"/>
              <a:t> </a:t>
            </a:r>
            <a:r>
              <a:rPr lang="nl-NL" dirty="0" err="1"/>
              <a:t>technique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Algorithms</a:t>
            </a:r>
            <a:r>
              <a:rPr lang="nl-NL" dirty="0"/>
              <a:t> </a:t>
            </a:r>
            <a:r>
              <a:rPr lang="nl-NL" dirty="0" err="1"/>
              <a:t>typically</a:t>
            </a:r>
            <a:r>
              <a:rPr lang="nl-NL" dirty="0"/>
              <a:t> </a:t>
            </a:r>
            <a:r>
              <a:rPr lang="nl-NL" dirty="0" err="1"/>
              <a:t>consist</a:t>
            </a:r>
            <a:r>
              <a:rPr lang="nl-NL" dirty="0"/>
              <a:t> of </a:t>
            </a:r>
            <a:r>
              <a:rPr lang="nl-NL" b="1" dirty="0"/>
              <a:t>loops</a:t>
            </a:r>
            <a:r>
              <a:rPr lang="nl-NL" dirty="0"/>
              <a:t>!</a:t>
            </a:r>
          </a:p>
          <a:p>
            <a:r>
              <a:rPr lang="nl-NL" dirty="0" err="1"/>
              <a:t>This</a:t>
            </a:r>
            <a:r>
              <a:rPr lang="nl-NL" dirty="0"/>
              <a:t> week </a:t>
            </a:r>
            <a:r>
              <a:rPr lang="nl-NL" dirty="0" err="1"/>
              <a:t>we’ll</a:t>
            </a:r>
            <a:r>
              <a:rPr lang="nl-NL" dirty="0"/>
              <a:t> </a:t>
            </a:r>
            <a:r>
              <a:rPr lang="nl-NL" dirty="0" err="1"/>
              <a:t>discuss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program </a:t>
            </a:r>
            <a:r>
              <a:rPr lang="nl-NL" b="1" dirty="0"/>
              <a:t>without</a:t>
            </a:r>
            <a:r>
              <a:rPr lang="nl-NL" dirty="0"/>
              <a:t> loops </a:t>
            </a:r>
            <a:r>
              <a:rPr lang="nl-NL" dirty="0">
                <a:sym typeface="Wingdings" panose="05000000000000000000" pitchFamily="2" charset="2"/>
              </a:rPr>
              <a:t>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664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4AF0-C380-4A01-30C4-D2729C2D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Look, no loops!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213A1-D911-99F1-00C5-7C6C08622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4087368" cy="2750291"/>
          </a:xfrm>
        </p:spPr>
        <p:txBody>
          <a:bodyPr>
            <a:normAutofit/>
          </a:bodyPr>
          <a:lstStyle/>
          <a:p>
            <a:r>
              <a:rPr lang="nl-NL" dirty="0" err="1"/>
              <a:t>What</a:t>
            </a:r>
            <a:r>
              <a:rPr lang="nl-NL" dirty="0"/>
              <a:t> does </a:t>
            </a:r>
            <a:r>
              <a:rPr lang="nl-NL" dirty="0" err="1"/>
              <a:t>this</a:t>
            </a:r>
            <a:r>
              <a:rPr lang="nl-NL" dirty="0"/>
              <a:t> program print?</a:t>
            </a:r>
          </a:p>
          <a:p>
            <a:endParaRPr lang="nl-NL" dirty="0"/>
          </a:p>
          <a:p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E1F44-EA9B-FF2D-4E24-3B22BD80CD7A}"/>
              </a:ext>
            </a:extLst>
          </p:cNvPr>
          <p:cNvSpPr txBox="1"/>
          <p:nvPr/>
        </p:nvSpPr>
        <p:spPr>
          <a:xfrm>
            <a:off x="4739917" y="2504546"/>
            <a:ext cx="3097323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"%d..."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ACC59-E221-B26A-6A21-02333E5C6DA0}"/>
              </a:ext>
            </a:extLst>
          </p:cNvPr>
          <p:cNvSpPr txBox="1"/>
          <p:nvPr/>
        </p:nvSpPr>
        <p:spPr>
          <a:xfrm>
            <a:off x="8165869" y="2504546"/>
            <a:ext cx="3291563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"%d..."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n);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384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50F7B-07F7-C2AC-4087-F42668A3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38A8-B2D4-C947-AE8A-076E7978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Look, no loops!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B5DD-4FC9-EA3D-BBFC-901D2FC55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087368" cy="530352"/>
          </a:xfrm>
        </p:spPr>
        <p:txBody>
          <a:bodyPr/>
          <a:lstStyle/>
          <a:p>
            <a:r>
              <a:rPr lang="nl-NL" dirty="0" err="1"/>
              <a:t>Recursion</a:t>
            </a:r>
            <a:r>
              <a:rPr lang="nl-NL" dirty="0"/>
              <a:t> &amp;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F6BCA-2535-991D-7EF7-A883AE168E47}"/>
              </a:ext>
            </a:extLst>
          </p:cNvPr>
          <p:cNvSpPr txBox="1"/>
          <p:nvPr/>
        </p:nvSpPr>
        <p:spPr>
          <a:xfrm>
            <a:off x="640079" y="3163824"/>
            <a:ext cx="3097323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"%d..."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C3797B-B24F-F956-6DAF-C9443D36EC97}"/>
              </a:ext>
            </a:extLst>
          </p:cNvPr>
          <p:cNvGrpSpPr/>
          <p:nvPr/>
        </p:nvGrpSpPr>
        <p:grpSpPr>
          <a:xfrm>
            <a:off x="4572000" y="1719072"/>
            <a:ext cx="6080760" cy="4782312"/>
            <a:chOff x="4572000" y="1719072"/>
            <a:chExt cx="6080760" cy="478231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0A262CD-8161-92FF-3659-07F1902C6D01}"/>
                </a:ext>
              </a:extLst>
            </p:cNvPr>
            <p:cNvSpPr/>
            <p:nvPr/>
          </p:nvSpPr>
          <p:spPr>
            <a:xfrm>
              <a:off x="4572000" y="1719072"/>
              <a:ext cx="6080760" cy="4782312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3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2B61AE-3318-EBAB-2EC4-FBD1D64B7DF9}"/>
                </a:ext>
              </a:extLst>
            </p:cNvPr>
            <p:cNvSpPr txBox="1"/>
            <p:nvPr/>
          </p:nvSpPr>
          <p:spPr>
            <a:xfrm>
              <a:off x="6316993" y="5734266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count(</a:t>
              </a:r>
              <a:r>
                <a:rPr lang="en-US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3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52FCCA-3C99-B188-5B9A-8AE56679A47D}"/>
              </a:ext>
            </a:extLst>
          </p:cNvPr>
          <p:cNvGrpSpPr/>
          <p:nvPr/>
        </p:nvGrpSpPr>
        <p:grpSpPr>
          <a:xfrm>
            <a:off x="4724400" y="2212848"/>
            <a:ext cx="5763768" cy="3497113"/>
            <a:chOff x="4724400" y="2212848"/>
            <a:chExt cx="5763768" cy="349711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D9F58C4-E924-784F-62BA-17C5E0AFF7F9}"/>
                </a:ext>
              </a:extLst>
            </p:cNvPr>
            <p:cNvSpPr/>
            <p:nvPr/>
          </p:nvSpPr>
          <p:spPr>
            <a:xfrm>
              <a:off x="4724400" y="2212848"/>
              <a:ext cx="5763768" cy="3497113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976537-D2A4-1A76-E0ED-D58EAFE079C6}"/>
                </a:ext>
              </a:extLst>
            </p:cNvPr>
            <p:cNvSpPr txBox="1"/>
            <p:nvPr/>
          </p:nvSpPr>
          <p:spPr>
            <a:xfrm>
              <a:off x="6316993" y="4948344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count(</a:t>
              </a:r>
              <a:r>
                <a:rPr lang="en-US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46F867-A2B8-5BEA-3393-65C08E445C03}"/>
              </a:ext>
            </a:extLst>
          </p:cNvPr>
          <p:cNvGrpSpPr/>
          <p:nvPr/>
        </p:nvGrpSpPr>
        <p:grpSpPr>
          <a:xfrm>
            <a:off x="4876800" y="2660526"/>
            <a:ext cx="5419344" cy="2213226"/>
            <a:chOff x="4876800" y="2660526"/>
            <a:chExt cx="5419344" cy="22132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AF9382-818A-7800-3642-96F8C567C561}"/>
                </a:ext>
              </a:extLst>
            </p:cNvPr>
            <p:cNvSpPr/>
            <p:nvPr/>
          </p:nvSpPr>
          <p:spPr>
            <a:xfrm>
              <a:off x="4876800" y="2660526"/>
              <a:ext cx="5419344" cy="2213226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870CD5-9A6D-7A17-B0D7-FA687BE95CD1}"/>
                </a:ext>
              </a:extLst>
            </p:cNvPr>
            <p:cNvSpPr txBox="1"/>
            <p:nvPr/>
          </p:nvSpPr>
          <p:spPr>
            <a:xfrm>
              <a:off x="6316993" y="4088809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7D9859-9C7F-FD1F-705D-0FA2499C7E07}"/>
              </a:ext>
            </a:extLst>
          </p:cNvPr>
          <p:cNvGrpSpPr/>
          <p:nvPr/>
        </p:nvGrpSpPr>
        <p:grpSpPr>
          <a:xfrm>
            <a:off x="5029200" y="3081529"/>
            <a:ext cx="5166360" cy="932688"/>
            <a:chOff x="5029200" y="3081529"/>
            <a:chExt cx="5166360" cy="93268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2BEACBB-14EF-92A9-2BD3-3DBEC3C230F7}"/>
                </a:ext>
              </a:extLst>
            </p:cNvPr>
            <p:cNvSpPr/>
            <p:nvPr/>
          </p:nvSpPr>
          <p:spPr>
            <a:xfrm>
              <a:off x="5029200" y="3081529"/>
              <a:ext cx="5166360" cy="932688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9897D0-D79E-3D86-AAC0-99C66129080E}"/>
                </a:ext>
              </a:extLst>
            </p:cNvPr>
            <p:cNvSpPr txBox="1"/>
            <p:nvPr/>
          </p:nvSpPr>
          <p:spPr>
            <a:xfrm>
              <a:off x="6316993" y="3497920"/>
              <a:ext cx="2590774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A2A88DB-706E-559C-8BA5-9ACA47A44C83}"/>
              </a:ext>
            </a:extLst>
          </p:cNvPr>
          <p:cNvSpPr/>
          <p:nvPr/>
        </p:nvSpPr>
        <p:spPr>
          <a:xfrm>
            <a:off x="3247756" y="4871984"/>
            <a:ext cx="1055896" cy="18148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3...</a:t>
            </a:r>
            <a:b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04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1A65-BD63-F92F-67F4-CFB3F520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122C-75E8-12C8-0C4D-8448C31D7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Look, no loops!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84FFD-F0DA-27EA-E76E-2C195B9BA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087368" cy="530352"/>
          </a:xfrm>
        </p:spPr>
        <p:txBody>
          <a:bodyPr/>
          <a:lstStyle/>
          <a:p>
            <a:r>
              <a:rPr lang="nl-NL" dirty="0" err="1"/>
              <a:t>Recursion</a:t>
            </a:r>
            <a:r>
              <a:rPr lang="nl-NL" dirty="0"/>
              <a:t> &amp;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03AFC-06AC-1C73-097C-B62B4E397F81}"/>
              </a:ext>
            </a:extLst>
          </p:cNvPr>
          <p:cNvSpPr txBox="1"/>
          <p:nvPr/>
        </p:nvSpPr>
        <p:spPr>
          <a:xfrm>
            <a:off x="640079" y="3163824"/>
            <a:ext cx="3097323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"%d..."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F57861-DEB5-344B-3089-C6EB26CE28D6}"/>
              </a:ext>
            </a:extLst>
          </p:cNvPr>
          <p:cNvGrpSpPr/>
          <p:nvPr/>
        </p:nvGrpSpPr>
        <p:grpSpPr>
          <a:xfrm>
            <a:off x="4572000" y="1719072"/>
            <a:ext cx="6080760" cy="4782312"/>
            <a:chOff x="4572000" y="1719072"/>
            <a:chExt cx="6080760" cy="478231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25E658A-CBE0-D393-1B58-D458147F788F}"/>
                </a:ext>
              </a:extLst>
            </p:cNvPr>
            <p:cNvSpPr/>
            <p:nvPr/>
          </p:nvSpPr>
          <p:spPr>
            <a:xfrm>
              <a:off x="4572000" y="1719072"/>
              <a:ext cx="6080760" cy="4782312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3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E116A9-F06E-A8EA-2134-07031888B1FB}"/>
                </a:ext>
              </a:extLst>
            </p:cNvPr>
            <p:cNvSpPr txBox="1"/>
            <p:nvPr/>
          </p:nvSpPr>
          <p:spPr>
            <a:xfrm>
              <a:off x="6316993" y="5734266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</a:rPr>
                <a:t>count(2);</a:t>
              </a:r>
            </a:p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3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997507-97A9-661D-A305-8729C43EA3D0}"/>
              </a:ext>
            </a:extLst>
          </p:cNvPr>
          <p:cNvGrpSpPr/>
          <p:nvPr/>
        </p:nvGrpSpPr>
        <p:grpSpPr>
          <a:xfrm>
            <a:off x="4724400" y="2212848"/>
            <a:ext cx="5763768" cy="3497113"/>
            <a:chOff x="4724400" y="2212848"/>
            <a:chExt cx="5763768" cy="349711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2DCF711-9830-4BBD-D9A8-0EADF694F1A3}"/>
                </a:ext>
              </a:extLst>
            </p:cNvPr>
            <p:cNvSpPr/>
            <p:nvPr/>
          </p:nvSpPr>
          <p:spPr>
            <a:xfrm>
              <a:off x="4724400" y="2212848"/>
              <a:ext cx="5763768" cy="3497113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F2814C2-A0FB-4363-47C5-7985DD82A54E}"/>
                </a:ext>
              </a:extLst>
            </p:cNvPr>
            <p:cNvSpPr txBox="1"/>
            <p:nvPr/>
          </p:nvSpPr>
          <p:spPr>
            <a:xfrm>
              <a:off x="6316993" y="4948344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</a:rPr>
                <a:t>count(1);</a:t>
              </a:r>
            </a:p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B4659A-1505-16EB-74AD-CBE80138352C}"/>
              </a:ext>
            </a:extLst>
          </p:cNvPr>
          <p:cNvGrpSpPr/>
          <p:nvPr/>
        </p:nvGrpSpPr>
        <p:grpSpPr>
          <a:xfrm>
            <a:off x="4876800" y="2660526"/>
            <a:ext cx="5419344" cy="2213226"/>
            <a:chOff x="4876800" y="2660526"/>
            <a:chExt cx="5419344" cy="22132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6F17CAA-266F-5613-AF3E-A0B909AE5EC3}"/>
                </a:ext>
              </a:extLst>
            </p:cNvPr>
            <p:cNvSpPr/>
            <p:nvPr/>
          </p:nvSpPr>
          <p:spPr>
            <a:xfrm>
              <a:off x="4876800" y="2660526"/>
              <a:ext cx="5419344" cy="2213226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0D084-EEEB-E18A-2E20-24FD87862FE1}"/>
                </a:ext>
              </a:extLst>
            </p:cNvPr>
            <p:cNvSpPr txBox="1"/>
            <p:nvPr/>
          </p:nvSpPr>
          <p:spPr>
            <a:xfrm>
              <a:off x="6316993" y="4088809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Consolas" panose="020B0609020204030204" pitchFamily="49" charset="0"/>
                </a:rPr>
                <a:t>count(0)</a:t>
              </a:r>
              <a:r>
                <a:rPr lang="en-US" b="0" dirty="0">
                  <a:solidFill>
                    <a:schemeClr val="bg1">
                      <a:lumMod val="85000"/>
                    </a:schemeClr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788CCB-AF86-9FC8-11A6-9A1580C7E44A}"/>
              </a:ext>
            </a:extLst>
          </p:cNvPr>
          <p:cNvGrpSpPr/>
          <p:nvPr/>
        </p:nvGrpSpPr>
        <p:grpSpPr>
          <a:xfrm>
            <a:off x="5029200" y="3081529"/>
            <a:ext cx="5166360" cy="932688"/>
            <a:chOff x="5029200" y="3081529"/>
            <a:chExt cx="5166360" cy="93268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5774244-08A8-5BE4-DEFD-0906A39FB7F7}"/>
                </a:ext>
              </a:extLst>
            </p:cNvPr>
            <p:cNvSpPr/>
            <p:nvPr/>
          </p:nvSpPr>
          <p:spPr>
            <a:xfrm>
              <a:off x="5029200" y="3081529"/>
              <a:ext cx="5166360" cy="932688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BE5DA5-AAA3-EF74-6FB9-0D81E78EB313}"/>
                </a:ext>
              </a:extLst>
            </p:cNvPr>
            <p:cNvSpPr txBox="1"/>
            <p:nvPr/>
          </p:nvSpPr>
          <p:spPr>
            <a:xfrm>
              <a:off x="6316993" y="3497920"/>
              <a:ext cx="2590774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5E42900-8E29-6CBC-355B-E92174F41CD7}"/>
              </a:ext>
            </a:extLst>
          </p:cNvPr>
          <p:cNvSpPr/>
          <p:nvPr/>
        </p:nvSpPr>
        <p:spPr>
          <a:xfrm>
            <a:off x="3247756" y="4871984"/>
            <a:ext cx="1055896" cy="18148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3...</a:t>
            </a:r>
            <a:b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1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CF44-8A39-D874-924D-E5F63B2E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A8C31B-02AC-414A-1E55-240C0FFE6DA4}"/>
              </a:ext>
            </a:extLst>
          </p:cNvPr>
          <p:cNvSpPr/>
          <p:nvPr/>
        </p:nvSpPr>
        <p:spPr>
          <a:xfrm>
            <a:off x="640079" y="3497920"/>
            <a:ext cx="3097323" cy="137583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CA9BC-9C17-85A5-FFBE-808803E65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Look, no loops!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C1F69-7533-CE69-A0EE-FE20BCA81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087368" cy="530352"/>
          </a:xfrm>
        </p:spPr>
        <p:txBody>
          <a:bodyPr/>
          <a:lstStyle/>
          <a:p>
            <a:r>
              <a:rPr lang="nl-NL" dirty="0" err="1"/>
              <a:t>Recursion</a:t>
            </a:r>
            <a:r>
              <a:rPr lang="nl-NL" dirty="0"/>
              <a:t> &amp;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4347E-B416-D08E-EEB6-58F1315C0F29}"/>
              </a:ext>
            </a:extLst>
          </p:cNvPr>
          <p:cNvSpPr txBox="1"/>
          <p:nvPr/>
        </p:nvSpPr>
        <p:spPr>
          <a:xfrm>
            <a:off x="640079" y="3163824"/>
            <a:ext cx="3097323" cy="341632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"%d..."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n);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1DB18D-A232-BD2B-FE8F-67AFB3BA7B1E}"/>
              </a:ext>
            </a:extLst>
          </p:cNvPr>
          <p:cNvGrpSpPr/>
          <p:nvPr/>
        </p:nvGrpSpPr>
        <p:grpSpPr>
          <a:xfrm>
            <a:off x="4572000" y="1719072"/>
            <a:ext cx="6080760" cy="4782312"/>
            <a:chOff x="4572000" y="1719072"/>
            <a:chExt cx="6080760" cy="478231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074B248-B94B-0814-E731-09D8445591BC}"/>
                </a:ext>
              </a:extLst>
            </p:cNvPr>
            <p:cNvSpPr/>
            <p:nvPr/>
          </p:nvSpPr>
          <p:spPr>
            <a:xfrm>
              <a:off x="4572000" y="1719072"/>
              <a:ext cx="6080760" cy="4782312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3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964436-1B68-7370-B6B0-E2EC11C7965A}"/>
                </a:ext>
              </a:extLst>
            </p:cNvPr>
            <p:cNvSpPr txBox="1"/>
            <p:nvPr/>
          </p:nvSpPr>
          <p:spPr>
            <a:xfrm>
              <a:off x="6316993" y="5734266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3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  <a:b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5E9099-1A36-8A41-5132-382859B673F2}"/>
              </a:ext>
            </a:extLst>
          </p:cNvPr>
          <p:cNvGrpSpPr/>
          <p:nvPr/>
        </p:nvGrpSpPr>
        <p:grpSpPr>
          <a:xfrm>
            <a:off x="4724400" y="2212848"/>
            <a:ext cx="5763768" cy="3497113"/>
            <a:chOff x="4724400" y="2212848"/>
            <a:chExt cx="5763768" cy="349711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DE9A82D-3053-7E3A-93E9-EB841ED9127C}"/>
                </a:ext>
              </a:extLst>
            </p:cNvPr>
            <p:cNvSpPr/>
            <p:nvPr/>
          </p:nvSpPr>
          <p:spPr>
            <a:xfrm>
              <a:off x="4724400" y="2212848"/>
              <a:ext cx="5763768" cy="3497113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280F7D-A74D-F715-E365-0C5B19EEC694}"/>
                </a:ext>
              </a:extLst>
            </p:cNvPr>
            <p:cNvSpPr txBox="1"/>
            <p:nvPr/>
          </p:nvSpPr>
          <p:spPr>
            <a:xfrm>
              <a:off x="6316993" y="4948344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  <a:b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  <a:endPara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7AFB154-C3F8-96FB-C2BD-2B484756FD31}"/>
              </a:ext>
            </a:extLst>
          </p:cNvPr>
          <p:cNvGrpSpPr/>
          <p:nvPr/>
        </p:nvGrpSpPr>
        <p:grpSpPr>
          <a:xfrm>
            <a:off x="4876800" y="2660526"/>
            <a:ext cx="5419344" cy="2213226"/>
            <a:chOff x="4876800" y="2660526"/>
            <a:chExt cx="5419344" cy="22132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93AED5A-6D4D-3DA0-E6E9-0F689FCABA14}"/>
                </a:ext>
              </a:extLst>
            </p:cNvPr>
            <p:cNvSpPr/>
            <p:nvPr/>
          </p:nvSpPr>
          <p:spPr>
            <a:xfrm>
              <a:off x="4876800" y="2660526"/>
              <a:ext cx="5419344" cy="2213226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736AC0-AAC4-34DB-BF77-9FD082C7FB1A}"/>
                </a:ext>
              </a:extLst>
            </p:cNvPr>
            <p:cNvSpPr txBox="1"/>
            <p:nvPr/>
          </p:nvSpPr>
          <p:spPr>
            <a:xfrm>
              <a:off x="6316993" y="4088809"/>
              <a:ext cx="259077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  <a:b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  <a:endPara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61FF8F-DF4D-CFAB-FD09-AFB353822350}"/>
              </a:ext>
            </a:extLst>
          </p:cNvPr>
          <p:cNvGrpSpPr/>
          <p:nvPr/>
        </p:nvGrpSpPr>
        <p:grpSpPr>
          <a:xfrm>
            <a:off x="5029200" y="3081529"/>
            <a:ext cx="5166360" cy="932688"/>
            <a:chOff x="5029200" y="3081529"/>
            <a:chExt cx="5166360" cy="93268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1259BEF-AA3A-D4D6-5983-B59105B25262}"/>
                </a:ext>
              </a:extLst>
            </p:cNvPr>
            <p:cNvSpPr/>
            <p:nvPr/>
          </p:nvSpPr>
          <p:spPr>
            <a:xfrm>
              <a:off x="5029200" y="3081529"/>
              <a:ext cx="5166360" cy="932688"/>
            </a:xfrm>
            <a:prstGeom prst="roundRect">
              <a:avLst>
                <a:gd name="adj" fmla="val 580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Aptos" panose="020B0004020202020204" pitchFamily="34" charset="0"/>
                </a:rPr>
                <a:t>computing 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count(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endParaRPr lang="nl-NL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4BC8C7-58F2-4257-47EA-E3641CD5BF2C}"/>
                </a:ext>
              </a:extLst>
            </p:cNvPr>
            <p:cNvSpPr txBox="1"/>
            <p:nvPr/>
          </p:nvSpPr>
          <p:spPr>
            <a:xfrm>
              <a:off x="6316993" y="3497920"/>
              <a:ext cx="2590774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"%d..."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492EEBA-7E6F-FBDC-EDC7-036CA8C0A850}"/>
              </a:ext>
            </a:extLst>
          </p:cNvPr>
          <p:cNvSpPr/>
          <p:nvPr/>
        </p:nvSpPr>
        <p:spPr>
          <a:xfrm>
            <a:off x="3247756" y="4871984"/>
            <a:ext cx="1055896" cy="18148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1...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0...</a:t>
            </a:r>
            <a:b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17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3AAD5-23C4-2A2A-AB75-0FBE5D36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F7A87-E58D-3848-03BB-187C4750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nl-NL" b="0" dirty="0" err="1"/>
              <a:t>Recursion</a:t>
            </a:r>
            <a:r>
              <a:rPr lang="nl-NL" b="0" dirty="0"/>
              <a:t> </a:t>
            </a:r>
            <a:r>
              <a:rPr lang="nl-NL" b="0" dirty="0" err="1"/>
              <a:t>vs</a:t>
            </a:r>
            <a:r>
              <a:rPr lang="nl-NL" b="0" dirty="0"/>
              <a:t> loops</a:t>
            </a:r>
            <a:endParaRPr lang="nl-N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8270-DE95-7954-F4CE-BC121EC30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236"/>
            <a:ext cx="6861933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dirty="0" err="1"/>
              <a:t>Why</a:t>
            </a:r>
            <a:r>
              <a:rPr lang="nl-NL" dirty="0"/>
              <a:t> on </a:t>
            </a:r>
            <a:r>
              <a:rPr lang="nl-NL" dirty="0" err="1"/>
              <a:t>earth</a:t>
            </a:r>
            <a:r>
              <a:rPr lang="nl-NL" dirty="0"/>
              <a:t> </a:t>
            </a:r>
            <a:r>
              <a:rPr lang="nl-NL" dirty="0" err="1"/>
              <a:t>would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 err="1"/>
              <a:t>recursion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replace</a:t>
            </a:r>
            <a:r>
              <a:rPr lang="nl-NL" dirty="0"/>
              <a:t> a </a:t>
            </a:r>
            <a:r>
              <a:rPr lang="nl-NL" b="1" dirty="0"/>
              <a:t>loop</a:t>
            </a:r>
            <a:r>
              <a:rPr lang="nl-NL" dirty="0"/>
              <a:t>?</a:t>
            </a:r>
          </a:p>
          <a:p>
            <a:pPr>
              <a:lnSpc>
                <a:spcPct val="110000"/>
              </a:lnSpc>
            </a:pPr>
            <a:endParaRPr lang="nl-NL" dirty="0"/>
          </a:p>
          <a:p>
            <a:pPr>
              <a:lnSpc>
                <a:spcPct val="110000"/>
              </a:lnSpc>
            </a:pP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both</a:t>
            </a:r>
            <a:r>
              <a:rPr lang="nl-NL" dirty="0"/>
              <a:t> </a:t>
            </a:r>
            <a:r>
              <a:rPr lang="nl-NL" dirty="0" err="1"/>
              <a:t>recursion</a:t>
            </a:r>
            <a:r>
              <a:rPr lang="nl-NL" dirty="0"/>
              <a:t> &amp; loops, we </a:t>
            </a:r>
            <a:r>
              <a:rPr lang="nl-NL" b="1" dirty="0" err="1"/>
              <a:t>iterate</a:t>
            </a:r>
            <a:endParaRPr lang="nl-NL" b="1" dirty="0"/>
          </a:p>
          <a:p>
            <a:pPr lvl="1">
              <a:lnSpc>
                <a:spcPct val="110000"/>
              </a:lnSpc>
            </a:pPr>
            <a:r>
              <a:rPr lang="nl-NL" dirty="0"/>
              <a:t>Loops: </a:t>
            </a:r>
            <a:r>
              <a:rPr lang="nl-NL" dirty="0" err="1"/>
              <a:t>iterate</a:t>
            </a:r>
            <a:r>
              <a:rPr lang="nl-NL" dirty="0"/>
              <a:t> over contents of a data </a:t>
            </a:r>
            <a:r>
              <a:rPr lang="nl-NL" dirty="0" err="1"/>
              <a:t>structure</a:t>
            </a:r>
            <a:endParaRPr lang="nl-NL" dirty="0"/>
          </a:p>
          <a:p>
            <a:pPr lvl="1">
              <a:lnSpc>
                <a:spcPct val="110000"/>
              </a:lnSpc>
            </a:pPr>
            <a:r>
              <a:rPr lang="nl-NL" dirty="0" err="1"/>
              <a:t>Recursion</a:t>
            </a:r>
            <a:r>
              <a:rPr lang="nl-NL" dirty="0"/>
              <a:t>: </a:t>
            </a:r>
            <a:r>
              <a:rPr lang="nl-NL" dirty="0" err="1"/>
              <a:t>iterates</a:t>
            </a:r>
            <a:r>
              <a:rPr lang="nl-NL" dirty="0"/>
              <a:t> over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/>
              <a:t>smaller</a:t>
            </a:r>
            <a:r>
              <a:rPr lang="nl-NL" dirty="0"/>
              <a:t> </a:t>
            </a:r>
            <a:r>
              <a:rPr lang="nl-NL" dirty="0" err="1"/>
              <a:t>problems</a:t>
            </a:r>
            <a:r>
              <a:rPr lang="nl-NL" dirty="0"/>
              <a:t> </a:t>
            </a:r>
            <a:r>
              <a:rPr lang="nl-NL" dirty="0" err="1"/>
              <a:t>needed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solve</a:t>
            </a:r>
            <a:r>
              <a:rPr lang="nl-NL" dirty="0"/>
              <a:t> a </a:t>
            </a:r>
            <a:r>
              <a:rPr lang="nl-NL" b="1" dirty="0" err="1"/>
              <a:t>larger</a:t>
            </a:r>
            <a:r>
              <a:rPr lang="nl-NL" dirty="0"/>
              <a:t> </a:t>
            </a:r>
            <a:r>
              <a:rPr lang="nl-NL" dirty="0" err="1"/>
              <a:t>problem</a:t>
            </a:r>
            <a:endParaRPr lang="nl-NL" dirty="0"/>
          </a:p>
          <a:p>
            <a:pPr lvl="1">
              <a:lnSpc>
                <a:spcPct val="110000"/>
              </a:lnSpc>
            </a:pPr>
            <a:endParaRPr lang="nl-NL" dirty="0"/>
          </a:p>
          <a:p>
            <a:pPr>
              <a:lnSpc>
                <a:spcPct val="110000"/>
              </a:lnSpc>
            </a:pP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recursion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 err="1"/>
              <a:t>Divide</a:t>
            </a:r>
            <a:r>
              <a:rPr lang="nl-NL" b="1" dirty="0"/>
              <a:t> &amp; </a:t>
            </a:r>
            <a:r>
              <a:rPr lang="nl-NL" b="1" dirty="0" err="1"/>
              <a:t>Conquer</a:t>
            </a:r>
            <a:endParaRPr lang="nl-NL" b="1" dirty="0"/>
          </a:p>
        </p:txBody>
      </p:sp>
      <p:pic>
        <p:nvPicPr>
          <p:cNvPr id="7" name="Graphic 6" descr="Arrow Circle">
            <a:extLst>
              <a:ext uri="{FF2B5EF4-FFF2-40B4-BE49-F238E27FC236}">
                <a16:creationId xmlns:a16="http://schemas.microsoft.com/office/drawing/2014/main" id="{71A167FC-0665-3166-53FB-AA6EA28DF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603ED-F5E1-0BD1-942C-3A7B7B26C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2048-8D5E-69C9-8742-8EF3AFFE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Iterating</a:t>
            </a:r>
            <a:r>
              <a:rPr lang="nl-NL" b="0" dirty="0"/>
              <a:t> (sub)</a:t>
            </a:r>
            <a:r>
              <a:rPr lang="nl-NL" dirty="0" err="1"/>
              <a:t>problems</a:t>
            </a:r>
            <a:r>
              <a:rPr lang="nl-NL" b="0" dirty="0"/>
              <a:t> </a:t>
            </a:r>
            <a:r>
              <a:rPr lang="nl-NL" b="0" dirty="0" err="1"/>
              <a:t>vs</a:t>
            </a:r>
            <a:r>
              <a:rPr lang="nl-NL" b="0" dirty="0"/>
              <a:t>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8BF1-546B-7B9E-39F3-939E9BB13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751576" cy="2057400"/>
          </a:xfrm>
        </p:spPr>
        <p:txBody>
          <a:bodyPr/>
          <a:lstStyle/>
          <a:p>
            <a:r>
              <a:rPr lang="nl-NL" b="1" dirty="0" err="1"/>
              <a:t>Problem</a:t>
            </a:r>
            <a:r>
              <a:rPr lang="nl-NL" dirty="0"/>
              <a:t>: </a:t>
            </a:r>
            <a:r>
              <a:rPr lang="nl-NL" dirty="0" err="1"/>
              <a:t>printing</a:t>
            </a:r>
            <a:r>
              <a:rPr lang="nl-NL" dirty="0"/>
              <a:t> (</a:t>
            </a:r>
            <a:r>
              <a:rPr lang="nl-NL" dirty="0" err="1"/>
              <a:t>from</a:t>
            </a:r>
            <a:r>
              <a:rPr lang="nl-NL" dirty="0"/>
              <a:t> 0) </a:t>
            </a:r>
            <a:r>
              <a:rPr lang="nl-NL" dirty="0" err="1"/>
              <a:t>to</a:t>
            </a:r>
            <a:r>
              <a:rPr lang="nl-NL" dirty="0"/>
              <a:t> N</a:t>
            </a:r>
          </a:p>
          <a:p>
            <a:r>
              <a:rPr lang="nl-NL" b="1" dirty="0"/>
              <a:t>Solution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Solve</a:t>
            </a:r>
            <a:r>
              <a:rPr lang="nl-NL" dirty="0"/>
              <a:t> </a:t>
            </a:r>
            <a:r>
              <a:rPr lang="nl-NL" dirty="0" err="1"/>
              <a:t>subproblem</a:t>
            </a:r>
            <a:r>
              <a:rPr lang="nl-NL" dirty="0"/>
              <a:t>: print (</a:t>
            </a:r>
            <a:r>
              <a:rPr lang="nl-NL" dirty="0" err="1"/>
              <a:t>from</a:t>
            </a:r>
            <a:r>
              <a:rPr lang="nl-NL" dirty="0"/>
              <a:t> 0)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/>
              <a:t>N – 1</a:t>
            </a:r>
          </a:p>
          <a:p>
            <a:pPr lvl="1"/>
            <a:r>
              <a:rPr lang="nl-NL" dirty="0" err="1"/>
              <a:t>Then</a:t>
            </a:r>
            <a:r>
              <a:rPr lang="nl-NL" dirty="0"/>
              <a:t> print </a:t>
            </a:r>
            <a:r>
              <a:rPr lang="nl-NL" b="1" dirty="0"/>
              <a:t>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573F4-7903-6AF9-B518-09B195868D5A}"/>
              </a:ext>
            </a:extLst>
          </p:cNvPr>
          <p:cNvSpPr txBox="1"/>
          <p:nvPr/>
        </p:nvSpPr>
        <p:spPr>
          <a:xfrm>
            <a:off x="7355101" y="2504546"/>
            <a:ext cx="3097323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"%d..."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9030B5C9-E5DF-5C3D-A9B8-079FB546D082}"/>
              </a:ext>
            </a:extLst>
          </p:cNvPr>
          <p:cNvSpPr/>
          <p:nvPr/>
        </p:nvSpPr>
        <p:spPr>
          <a:xfrm>
            <a:off x="1819469" y="4609322"/>
            <a:ext cx="4124131" cy="1716833"/>
          </a:xfrm>
          <a:prstGeom prst="wedgeEllipseCallout">
            <a:avLst>
              <a:gd name="adj1" fmla="val -32371"/>
              <a:gd name="adj2" fmla="val -711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just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sz="2000" b="1" dirty="0" err="1">
                <a:latin typeface="Aptos" panose="020B0004020202020204" pitchFamily="34" charset="0"/>
              </a:rPr>
              <a:t>very</a:t>
            </a:r>
            <a:r>
              <a:rPr lang="nl-NL" sz="2000" b="1" dirty="0">
                <a:latin typeface="Aptos" panose="020B0004020202020204" pitchFamily="34" charset="0"/>
              </a:rPr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simple</a:t>
            </a:r>
            <a:r>
              <a:rPr lang="nl-NL" sz="2000" b="1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subproblem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9545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AF97-AF28-C874-5DF5-E5B510D0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D900-36B4-AA1F-A56E-DF9AA57E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Iterating</a:t>
            </a:r>
            <a:r>
              <a:rPr lang="nl-NL" b="0" dirty="0"/>
              <a:t> (sub)</a:t>
            </a:r>
            <a:r>
              <a:rPr lang="nl-NL" dirty="0" err="1"/>
              <a:t>problems</a:t>
            </a:r>
            <a:r>
              <a:rPr lang="nl-NL" b="0" dirty="0"/>
              <a:t> </a:t>
            </a:r>
            <a:r>
              <a:rPr lang="nl-NL" b="0" dirty="0" err="1"/>
              <a:t>vs</a:t>
            </a:r>
            <a:r>
              <a:rPr lang="nl-NL" b="0" dirty="0"/>
              <a:t>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0CE78-4FEE-3BBA-870D-5A531CDA0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751576" cy="2057400"/>
          </a:xfrm>
        </p:spPr>
        <p:txBody>
          <a:bodyPr>
            <a:normAutofit/>
          </a:bodyPr>
          <a:lstStyle/>
          <a:p>
            <a:r>
              <a:rPr lang="nl-NL" b="1" dirty="0" err="1"/>
              <a:t>Problem</a:t>
            </a:r>
            <a:r>
              <a:rPr lang="nl-NL" dirty="0"/>
              <a:t>: </a:t>
            </a:r>
            <a:r>
              <a:rPr lang="nl-NL" dirty="0" err="1"/>
              <a:t>printing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/>
              <a:t>N</a:t>
            </a:r>
            <a:r>
              <a:rPr lang="nl-NL" dirty="0"/>
              <a:t> down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/>
              <a:t>0</a:t>
            </a:r>
          </a:p>
          <a:p>
            <a:r>
              <a:rPr lang="nl-NL" dirty="0"/>
              <a:t>Solution:</a:t>
            </a:r>
          </a:p>
          <a:p>
            <a:pPr lvl="1"/>
            <a:r>
              <a:rPr lang="nl-NL" dirty="0"/>
              <a:t>First print </a:t>
            </a:r>
            <a:r>
              <a:rPr lang="nl-NL" b="1" dirty="0"/>
              <a:t>N</a:t>
            </a:r>
          </a:p>
          <a:p>
            <a:pPr lvl="1"/>
            <a:r>
              <a:rPr lang="nl-NL" dirty="0" err="1"/>
              <a:t>Solve</a:t>
            </a:r>
            <a:r>
              <a:rPr lang="nl-NL" dirty="0"/>
              <a:t> </a:t>
            </a:r>
            <a:r>
              <a:rPr lang="nl-NL" dirty="0" err="1"/>
              <a:t>subproblem</a:t>
            </a:r>
            <a:r>
              <a:rPr lang="nl-NL" dirty="0"/>
              <a:t>: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/>
              <a:t>N – 1 </a:t>
            </a:r>
            <a:r>
              <a:rPr lang="nl-NL" dirty="0" err="1"/>
              <a:t>to</a:t>
            </a:r>
            <a:r>
              <a:rPr lang="nl-NL" dirty="0"/>
              <a:t> 0</a:t>
            </a:r>
            <a:endParaRPr lang="nl-NL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C8006-5185-6A57-2703-FB2989EDD841}"/>
              </a:ext>
            </a:extLst>
          </p:cNvPr>
          <p:cNvSpPr txBox="1"/>
          <p:nvPr/>
        </p:nvSpPr>
        <p:spPr>
          <a:xfrm>
            <a:off x="7355101" y="2504546"/>
            <a:ext cx="3097323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"%d..."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n);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DE121D3E-FA0F-343A-836C-F1E7C46DC95B}"/>
              </a:ext>
            </a:extLst>
          </p:cNvPr>
          <p:cNvSpPr/>
          <p:nvPr/>
        </p:nvSpPr>
        <p:spPr>
          <a:xfrm>
            <a:off x="1847461" y="4690872"/>
            <a:ext cx="4124131" cy="1716833"/>
          </a:xfrm>
          <a:prstGeom prst="wedgeEllipseCallout">
            <a:avLst>
              <a:gd name="adj1" fmla="val -32371"/>
              <a:gd name="adj2" fmla="val -7119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Solution of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subproblem</a:t>
            </a:r>
            <a:r>
              <a:rPr lang="nl-NL" dirty="0">
                <a:latin typeface="Aptos" panose="020B0004020202020204" pitchFamily="34" charset="0"/>
              </a:rPr>
              <a:t>: N – 1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0 are </a:t>
            </a:r>
            <a:r>
              <a:rPr lang="nl-NL" dirty="0" err="1">
                <a:latin typeface="Aptos" panose="020B0004020202020204" pitchFamily="34" charset="0"/>
              </a:rPr>
              <a:t>printed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9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E415A-7B84-4135-1F1B-690B20A4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8CA923-345A-AFDE-041B-702DD0A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Applying</a:t>
            </a:r>
            <a:r>
              <a:rPr lang="nl-NL" dirty="0"/>
              <a:t> </a:t>
            </a:r>
            <a:r>
              <a:rPr lang="nl-NL" dirty="0" err="1"/>
              <a:t>recursion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580F9-781A-4F77-591F-F3D1019DE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Well-</a:t>
            </a:r>
            <a:r>
              <a:rPr lang="nl-NL" dirty="0" err="1"/>
              <a:t>known</a:t>
            </a:r>
            <a:r>
              <a:rPr lang="nl-NL" dirty="0"/>
              <a:t> </a:t>
            </a:r>
            <a:r>
              <a:rPr lang="nl-NL" dirty="0" err="1"/>
              <a:t>examples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0195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498D-7348-5861-3456-F2BD2466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3EC9-8055-48DC-A32D-C39B8B5C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672E8-B955-0496-AEE1-90855A053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4456594" cy="2252762"/>
          </a:xfrm>
        </p:spPr>
        <p:txBody>
          <a:bodyPr>
            <a:normAutofit/>
          </a:bodyPr>
          <a:lstStyle/>
          <a:p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in </a:t>
            </a:r>
            <a:r>
              <a:rPr lang="nl-NL" dirty="0" err="1"/>
              <a:t>sorted</a:t>
            </a:r>
            <a:r>
              <a:rPr lang="nl-NL" dirty="0"/>
              <a:t> array</a:t>
            </a:r>
          </a:p>
          <a:p>
            <a:r>
              <a:rPr lang="nl-NL" dirty="0"/>
              <a:t>Approach:</a:t>
            </a:r>
          </a:p>
          <a:p>
            <a:pPr lvl="1"/>
            <a:r>
              <a:rPr lang="nl-NL" dirty="0" err="1"/>
              <a:t>Try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middle</a:t>
            </a:r>
            <a:endParaRPr lang="nl-NL" dirty="0"/>
          </a:p>
          <a:p>
            <a:pPr lvl="1"/>
            <a:r>
              <a:rPr lang="nl-NL" dirty="0" err="1"/>
              <a:t>Solve</a:t>
            </a:r>
            <a:r>
              <a:rPr lang="nl-NL" dirty="0"/>
              <a:t> (sub)</a:t>
            </a:r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in </a:t>
            </a:r>
            <a:r>
              <a:rPr lang="nl-NL" dirty="0" err="1"/>
              <a:t>lower</a:t>
            </a:r>
            <a:r>
              <a:rPr lang="nl-NL" dirty="0"/>
              <a:t>/</a:t>
            </a:r>
            <a:r>
              <a:rPr lang="nl-NL" dirty="0" err="1"/>
              <a:t>upper</a:t>
            </a:r>
            <a:r>
              <a:rPr lang="nl-NL" dirty="0"/>
              <a:t> half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234D65-C3A5-E2DA-BB28-9B852950F71F}"/>
              </a:ext>
            </a:extLst>
          </p:cNvPr>
          <p:cNvSpPr/>
          <p:nvPr/>
        </p:nvSpPr>
        <p:spPr>
          <a:xfrm>
            <a:off x="635366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8158C3-688E-3B0D-53BF-9409CD259252}"/>
              </a:ext>
            </a:extLst>
          </p:cNvPr>
          <p:cNvSpPr/>
          <p:nvPr/>
        </p:nvSpPr>
        <p:spPr>
          <a:xfrm>
            <a:off x="674221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83013C-7B22-B9A4-99D1-7DF2FF7C90E7}"/>
              </a:ext>
            </a:extLst>
          </p:cNvPr>
          <p:cNvSpPr/>
          <p:nvPr/>
        </p:nvSpPr>
        <p:spPr>
          <a:xfrm>
            <a:off x="713076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04FFCE-B1EC-5C78-B55A-44804547DEEE}"/>
              </a:ext>
            </a:extLst>
          </p:cNvPr>
          <p:cNvSpPr/>
          <p:nvPr/>
        </p:nvSpPr>
        <p:spPr>
          <a:xfrm>
            <a:off x="751931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D0EB4B-4128-309E-B261-29B88907BF69}"/>
              </a:ext>
            </a:extLst>
          </p:cNvPr>
          <p:cNvSpPr/>
          <p:nvPr/>
        </p:nvSpPr>
        <p:spPr>
          <a:xfrm>
            <a:off x="790786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BB55AF-355B-D35A-27F6-DDCBA0D7F38E}"/>
              </a:ext>
            </a:extLst>
          </p:cNvPr>
          <p:cNvSpPr/>
          <p:nvPr/>
        </p:nvSpPr>
        <p:spPr>
          <a:xfrm>
            <a:off x="829641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2B2648-9501-153E-7F9B-135ED798CE98}"/>
              </a:ext>
            </a:extLst>
          </p:cNvPr>
          <p:cNvSpPr/>
          <p:nvPr/>
        </p:nvSpPr>
        <p:spPr>
          <a:xfrm>
            <a:off x="868496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2DFF97-7C60-1614-B29E-70437E24D3FB}"/>
              </a:ext>
            </a:extLst>
          </p:cNvPr>
          <p:cNvSpPr/>
          <p:nvPr/>
        </p:nvSpPr>
        <p:spPr>
          <a:xfrm>
            <a:off x="907351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99D2CD-8138-70C4-A4E2-63EF249C54D8}"/>
              </a:ext>
            </a:extLst>
          </p:cNvPr>
          <p:cNvSpPr/>
          <p:nvPr/>
        </p:nvSpPr>
        <p:spPr>
          <a:xfrm>
            <a:off x="9462066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A08633-AB6B-479E-E213-D40EE540EAE2}"/>
              </a:ext>
            </a:extLst>
          </p:cNvPr>
          <p:cNvSpPr/>
          <p:nvPr/>
        </p:nvSpPr>
        <p:spPr>
          <a:xfrm>
            <a:off x="8296416" y="424413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54D2378-032B-C7C0-6623-746D5E709310}"/>
              </a:ext>
            </a:extLst>
          </p:cNvPr>
          <p:cNvSpPr/>
          <p:nvPr/>
        </p:nvSpPr>
        <p:spPr>
          <a:xfrm>
            <a:off x="8684966" y="424413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A1965D-33E6-8199-7D6E-88A2C522A813}"/>
              </a:ext>
            </a:extLst>
          </p:cNvPr>
          <p:cNvSpPr/>
          <p:nvPr/>
        </p:nvSpPr>
        <p:spPr>
          <a:xfrm>
            <a:off x="9073516" y="424413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C42F2AA-C1EE-0DFC-75FC-152199061956}"/>
              </a:ext>
            </a:extLst>
          </p:cNvPr>
          <p:cNvSpPr/>
          <p:nvPr/>
        </p:nvSpPr>
        <p:spPr>
          <a:xfrm>
            <a:off x="9462066" y="424413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EB7636B-D30F-8B70-CDE5-4FC9EC67C928}"/>
              </a:ext>
            </a:extLst>
          </p:cNvPr>
          <p:cNvSpPr/>
          <p:nvPr/>
        </p:nvSpPr>
        <p:spPr>
          <a:xfrm>
            <a:off x="8296416" y="307698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40D4B6-4C0C-2149-783E-D97E273EB51A}"/>
              </a:ext>
            </a:extLst>
          </p:cNvPr>
          <p:cNvSpPr txBox="1"/>
          <p:nvPr/>
        </p:nvSpPr>
        <p:spPr>
          <a:xfrm>
            <a:off x="10605621" y="5353240"/>
            <a:ext cx="1245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solution 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  <a:endParaRPr lang="nl-NL" dirty="0">
              <a:latin typeface="Aptos" panose="020B00040202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C7134B-582F-4149-F666-AFB8DE9E8A4B}"/>
              </a:ext>
            </a:extLst>
          </p:cNvPr>
          <p:cNvSpPr txBox="1"/>
          <p:nvPr/>
        </p:nvSpPr>
        <p:spPr>
          <a:xfrm>
            <a:off x="10605621" y="4214993"/>
            <a:ext cx="1245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solution 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nl-NL" dirty="0">
              <a:latin typeface="Aptos" panose="020B00040202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FDC9C9-FC6E-A736-E013-6339DBBF775B}"/>
              </a:ext>
            </a:extLst>
          </p:cNvPr>
          <p:cNvSpPr txBox="1"/>
          <p:nvPr/>
        </p:nvSpPr>
        <p:spPr>
          <a:xfrm>
            <a:off x="10605621" y="3011049"/>
            <a:ext cx="1245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solution 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nl-NL" dirty="0">
              <a:latin typeface="Aptos" panose="020B00040202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04AE-9C40-CCBE-27B2-411ED756BDF6}"/>
              </a:ext>
            </a:extLst>
          </p:cNvPr>
          <p:cNvSpPr txBox="1"/>
          <p:nvPr/>
        </p:nvSpPr>
        <p:spPr>
          <a:xfrm>
            <a:off x="10605621" y="199177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solution 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nl-NL" dirty="0">
              <a:latin typeface="Aptos" panose="020B00040202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23A0A4-B676-9A42-302F-03967B5E239E}"/>
              </a:ext>
            </a:extLst>
          </p:cNvPr>
          <p:cNvSpPr txBox="1"/>
          <p:nvPr/>
        </p:nvSpPr>
        <p:spPr>
          <a:xfrm>
            <a:off x="7651561" y="5968982"/>
            <a:ext cx="857927" cy="565785"/>
          </a:xfrm>
          <a:prstGeom prst="up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mid:5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69E889-4130-806D-0DB5-388BF451B72E}"/>
              </a:ext>
            </a:extLst>
          </p:cNvPr>
          <p:cNvSpPr txBox="1"/>
          <p:nvPr/>
        </p:nvSpPr>
        <p:spPr>
          <a:xfrm>
            <a:off x="640079" y="4886234"/>
            <a:ext cx="24641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0000FF"/>
                </a:solidFill>
                <a:latin typeface="Consolas" panose="020B0609020204030204" pitchFamily="49" charset="0"/>
              </a:rPr>
              <a:t>size_t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find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b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NL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[]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NL" dirty="0" err="1">
                <a:solidFill>
                  <a:srgbClr val="0000FF"/>
                </a:solidFill>
                <a:latin typeface="Consolas" panose="020B0609020204030204" pitchFamily="49" charset="0"/>
              </a:rPr>
              <a:t>size_t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NL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target)</a:t>
            </a:r>
            <a:endParaRPr lang="nl-NL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DD9E91-B14D-EC39-369F-2D83FD035816}"/>
              </a:ext>
            </a:extLst>
          </p:cNvPr>
          <p:cNvSpPr txBox="1"/>
          <p:nvPr/>
        </p:nvSpPr>
        <p:spPr>
          <a:xfrm>
            <a:off x="8820764" y="4804234"/>
            <a:ext cx="857927" cy="565785"/>
          </a:xfrm>
          <a:prstGeom prst="up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mid:2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F06236-2563-E64F-A9EB-1308EF5AEFA8}"/>
              </a:ext>
            </a:extLst>
          </p:cNvPr>
          <p:cNvSpPr txBox="1"/>
          <p:nvPr/>
        </p:nvSpPr>
        <p:spPr>
          <a:xfrm>
            <a:off x="8042933" y="3528596"/>
            <a:ext cx="857927" cy="565785"/>
          </a:xfrm>
          <a:prstGeom prst="up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mid:0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BA89D2D-4F46-DC18-92FA-CFF8F87B058E}"/>
              </a:ext>
            </a:extLst>
          </p:cNvPr>
          <p:cNvSpPr/>
          <p:nvPr/>
        </p:nvSpPr>
        <p:spPr>
          <a:xfrm>
            <a:off x="5964570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0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207D19E-B7F5-C6BE-46E2-3C562E474955}"/>
              </a:ext>
            </a:extLst>
          </p:cNvPr>
          <p:cNvSpPr/>
          <p:nvPr/>
        </p:nvSpPr>
        <p:spPr>
          <a:xfrm>
            <a:off x="9847130" y="538827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99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C82470E-52A1-C357-6EC0-50BC10C2F9C9}"/>
              </a:ext>
            </a:extLst>
          </p:cNvPr>
          <p:cNvSpPr/>
          <p:nvPr/>
        </p:nvSpPr>
        <p:spPr>
          <a:xfrm>
            <a:off x="9847130" y="424413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99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88B30D7-F6CB-57AE-61F7-299C715541AD}"/>
              </a:ext>
            </a:extLst>
          </p:cNvPr>
          <p:cNvSpPr/>
          <p:nvPr/>
        </p:nvSpPr>
        <p:spPr>
          <a:xfrm>
            <a:off x="8684966" y="307698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0BAA817-9CFB-38F8-9D19-B75E6F0F3656}"/>
              </a:ext>
            </a:extLst>
          </p:cNvPr>
          <p:cNvSpPr/>
          <p:nvPr/>
        </p:nvSpPr>
        <p:spPr>
          <a:xfrm>
            <a:off x="8684966" y="2014335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E44A83-597D-FB7A-68AD-689971BEAF3B}"/>
              </a:ext>
            </a:extLst>
          </p:cNvPr>
          <p:cNvSpPr txBox="1"/>
          <p:nvPr/>
        </p:nvSpPr>
        <p:spPr>
          <a:xfrm>
            <a:off x="8432214" y="2312150"/>
            <a:ext cx="857927" cy="565785"/>
          </a:xfrm>
          <a:prstGeom prst="up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mid:0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DEAED5-4178-FB06-FD2F-100B471A5E76}"/>
              </a:ext>
            </a:extLst>
          </p:cNvPr>
          <p:cNvSpPr txBox="1"/>
          <p:nvPr/>
        </p:nvSpPr>
        <p:spPr>
          <a:xfrm>
            <a:off x="10558021" y="1150108"/>
            <a:ext cx="149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solution: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C1D94DC-2A02-6BF9-7983-BD677708D86F}"/>
              </a:ext>
            </a:extLst>
          </p:cNvPr>
          <p:cNvGrpSpPr/>
          <p:nvPr/>
        </p:nvGrpSpPr>
        <p:grpSpPr>
          <a:xfrm>
            <a:off x="5986032" y="4244126"/>
            <a:ext cx="2277745" cy="352430"/>
            <a:chOff x="5986032" y="4244126"/>
            <a:chExt cx="2277745" cy="352430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24610403-FBFC-A749-E2F8-C2D6DA1E318C}"/>
                </a:ext>
              </a:extLst>
            </p:cNvPr>
            <p:cNvSpPr/>
            <p:nvPr/>
          </p:nvSpPr>
          <p:spPr>
            <a:xfrm>
              <a:off x="7911352" y="4244131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716740AE-7952-3360-ABB4-303894024354}"/>
                </a:ext>
              </a:extLst>
            </p:cNvPr>
            <p:cNvSpPr/>
            <p:nvPr/>
          </p:nvSpPr>
          <p:spPr>
            <a:xfrm>
              <a:off x="7526288" y="4244130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1925BDD7-5489-EA10-539A-D761497C89CD}"/>
                </a:ext>
              </a:extLst>
            </p:cNvPr>
            <p:cNvSpPr/>
            <p:nvPr/>
          </p:nvSpPr>
          <p:spPr>
            <a:xfrm>
              <a:off x="7141224" y="4244129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DAF4A7FE-3955-15D4-AF1E-BE2B55FD9B3D}"/>
                </a:ext>
              </a:extLst>
            </p:cNvPr>
            <p:cNvSpPr/>
            <p:nvPr/>
          </p:nvSpPr>
          <p:spPr>
            <a:xfrm>
              <a:off x="6756160" y="424412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6B92885E-A151-9578-A57F-E644AC6C8B07}"/>
                </a:ext>
              </a:extLst>
            </p:cNvPr>
            <p:cNvSpPr/>
            <p:nvPr/>
          </p:nvSpPr>
          <p:spPr>
            <a:xfrm>
              <a:off x="6371096" y="424412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0ECE0754-CAAF-832E-C5B6-AE7F2212FEB3}"/>
                </a:ext>
              </a:extLst>
            </p:cNvPr>
            <p:cNvSpPr/>
            <p:nvPr/>
          </p:nvSpPr>
          <p:spPr>
            <a:xfrm>
              <a:off x="5986032" y="4244126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58FEBAE-01EF-AB9C-D7C0-164FA396195A}"/>
              </a:ext>
            </a:extLst>
          </p:cNvPr>
          <p:cNvGrpSpPr/>
          <p:nvPr/>
        </p:nvGrpSpPr>
        <p:grpSpPr>
          <a:xfrm>
            <a:off x="5991893" y="3076570"/>
            <a:ext cx="2277745" cy="352430"/>
            <a:chOff x="5986032" y="4244126"/>
            <a:chExt cx="2277745" cy="352430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DE16936A-217F-9154-E9AC-347F0C4FEB75}"/>
                </a:ext>
              </a:extLst>
            </p:cNvPr>
            <p:cNvSpPr/>
            <p:nvPr/>
          </p:nvSpPr>
          <p:spPr>
            <a:xfrm>
              <a:off x="7911352" y="4244131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3517C172-9155-A2F7-5E6B-08D9126657BA}"/>
                </a:ext>
              </a:extLst>
            </p:cNvPr>
            <p:cNvSpPr/>
            <p:nvPr/>
          </p:nvSpPr>
          <p:spPr>
            <a:xfrm>
              <a:off x="7526288" y="4244130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2D794281-8AA7-CA5F-77FB-A83D189351F9}"/>
                </a:ext>
              </a:extLst>
            </p:cNvPr>
            <p:cNvSpPr/>
            <p:nvPr/>
          </p:nvSpPr>
          <p:spPr>
            <a:xfrm>
              <a:off x="7141224" y="4244129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F45120CF-6679-7246-DCC2-C37F7C20A85B}"/>
                </a:ext>
              </a:extLst>
            </p:cNvPr>
            <p:cNvSpPr/>
            <p:nvPr/>
          </p:nvSpPr>
          <p:spPr>
            <a:xfrm>
              <a:off x="6756160" y="424412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F8218E17-CF76-D8FF-6149-874A0BAED6B7}"/>
                </a:ext>
              </a:extLst>
            </p:cNvPr>
            <p:cNvSpPr/>
            <p:nvPr/>
          </p:nvSpPr>
          <p:spPr>
            <a:xfrm>
              <a:off x="6371096" y="424412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2171A37D-461B-B5CF-623B-5F48297D5937}"/>
                </a:ext>
              </a:extLst>
            </p:cNvPr>
            <p:cNvSpPr/>
            <p:nvPr/>
          </p:nvSpPr>
          <p:spPr>
            <a:xfrm>
              <a:off x="5986032" y="4244126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C23421F-39BF-FF83-5F5A-A998C3AE1639}"/>
              </a:ext>
            </a:extLst>
          </p:cNvPr>
          <p:cNvGrpSpPr/>
          <p:nvPr/>
        </p:nvGrpSpPr>
        <p:grpSpPr>
          <a:xfrm>
            <a:off x="5984809" y="2012738"/>
            <a:ext cx="2664032" cy="352425"/>
            <a:chOff x="5984809" y="2012738"/>
            <a:chExt cx="2664032" cy="352425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2710B26E-C71A-E46D-47C6-12A3DBA56E14}"/>
                </a:ext>
              </a:extLst>
            </p:cNvPr>
            <p:cNvSpPr/>
            <p:nvPr/>
          </p:nvSpPr>
          <p:spPr>
            <a:xfrm>
              <a:off x="8296416" y="201273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5A372850-D5C7-CB4C-7829-29870EF5198B}"/>
                </a:ext>
              </a:extLst>
            </p:cNvPr>
            <p:cNvSpPr/>
            <p:nvPr/>
          </p:nvSpPr>
          <p:spPr>
            <a:xfrm>
              <a:off x="5984809" y="201273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27D3F6C-6B26-345E-7AA4-C4C936FD7723}"/>
                </a:ext>
              </a:extLst>
            </p:cNvPr>
            <p:cNvSpPr/>
            <p:nvPr/>
          </p:nvSpPr>
          <p:spPr>
            <a:xfrm>
              <a:off x="6370077" y="201273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933FCEF6-CBBC-DE54-C7BA-C7BA921F9931}"/>
                </a:ext>
              </a:extLst>
            </p:cNvPr>
            <p:cNvSpPr/>
            <p:nvPr/>
          </p:nvSpPr>
          <p:spPr>
            <a:xfrm>
              <a:off x="6755345" y="201273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97DB59F2-9B3A-2857-A66C-D9E81375CA8F}"/>
                </a:ext>
              </a:extLst>
            </p:cNvPr>
            <p:cNvSpPr/>
            <p:nvPr/>
          </p:nvSpPr>
          <p:spPr>
            <a:xfrm>
              <a:off x="7140613" y="201273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496A26EC-071A-A4FF-7BA9-80B96CA18A00}"/>
                </a:ext>
              </a:extLst>
            </p:cNvPr>
            <p:cNvSpPr/>
            <p:nvPr/>
          </p:nvSpPr>
          <p:spPr>
            <a:xfrm>
              <a:off x="7525881" y="201273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9B6D4B36-4FAA-A4F9-9EAA-1FB36B423F22}"/>
                </a:ext>
              </a:extLst>
            </p:cNvPr>
            <p:cNvSpPr/>
            <p:nvPr/>
          </p:nvSpPr>
          <p:spPr>
            <a:xfrm>
              <a:off x="7911149" y="2012738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AD3BB6A-1A66-377C-E88C-1C9318F835D0}"/>
              </a:ext>
            </a:extLst>
          </p:cNvPr>
          <p:cNvGrpSpPr/>
          <p:nvPr/>
        </p:nvGrpSpPr>
        <p:grpSpPr>
          <a:xfrm>
            <a:off x="9073514" y="2012737"/>
            <a:ext cx="1126041" cy="352425"/>
            <a:chOff x="9073514" y="2012737"/>
            <a:chExt cx="1126041" cy="352425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CBC60AA1-CFA6-D9FB-2BA4-E5E99CAECD68}"/>
                </a:ext>
              </a:extLst>
            </p:cNvPr>
            <p:cNvSpPr/>
            <p:nvPr/>
          </p:nvSpPr>
          <p:spPr>
            <a:xfrm>
              <a:off x="9073514" y="201273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D4AE3397-BAAD-A6B1-3479-87DC9DEC67C6}"/>
                </a:ext>
              </a:extLst>
            </p:cNvPr>
            <p:cNvSpPr/>
            <p:nvPr/>
          </p:nvSpPr>
          <p:spPr>
            <a:xfrm>
              <a:off x="9460322" y="201273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27E9C240-B8FC-334C-342F-FD014223F915}"/>
                </a:ext>
              </a:extLst>
            </p:cNvPr>
            <p:cNvSpPr/>
            <p:nvPr/>
          </p:nvSpPr>
          <p:spPr>
            <a:xfrm>
              <a:off x="9847130" y="201273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3101631-0447-1DF4-0BD0-6E4B72260058}"/>
              </a:ext>
            </a:extLst>
          </p:cNvPr>
          <p:cNvGrpSpPr/>
          <p:nvPr/>
        </p:nvGrpSpPr>
        <p:grpSpPr>
          <a:xfrm>
            <a:off x="5984809" y="1247874"/>
            <a:ext cx="4214746" cy="352425"/>
            <a:chOff x="5984809" y="1247874"/>
            <a:chExt cx="4214746" cy="35242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A727885-7DC9-BB0F-9104-1C2C98E3A47F}"/>
                </a:ext>
              </a:extLst>
            </p:cNvPr>
            <p:cNvSpPr/>
            <p:nvPr/>
          </p:nvSpPr>
          <p:spPr>
            <a:xfrm>
              <a:off x="8684966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02F60D76-C55B-30C2-E647-2088A9495788}"/>
                </a:ext>
              </a:extLst>
            </p:cNvPr>
            <p:cNvSpPr/>
            <p:nvPr/>
          </p:nvSpPr>
          <p:spPr>
            <a:xfrm>
              <a:off x="8296416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CB6D2DD8-6CF7-98CC-607D-25A4DB6C0ABF}"/>
                </a:ext>
              </a:extLst>
            </p:cNvPr>
            <p:cNvSpPr/>
            <p:nvPr/>
          </p:nvSpPr>
          <p:spPr>
            <a:xfrm>
              <a:off x="5984809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795CA6EB-87AE-249D-45D2-CB3F81A9086C}"/>
                </a:ext>
              </a:extLst>
            </p:cNvPr>
            <p:cNvSpPr/>
            <p:nvPr/>
          </p:nvSpPr>
          <p:spPr>
            <a:xfrm>
              <a:off x="6370077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29DCF719-4420-0F58-C8EA-56B450A99E00}"/>
                </a:ext>
              </a:extLst>
            </p:cNvPr>
            <p:cNvSpPr/>
            <p:nvPr/>
          </p:nvSpPr>
          <p:spPr>
            <a:xfrm>
              <a:off x="6755345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84203A40-23CF-4DF6-E1AF-92D931F4E153}"/>
                </a:ext>
              </a:extLst>
            </p:cNvPr>
            <p:cNvSpPr/>
            <p:nvPr/>
          </p:nvSpPr>
          <p:spPr>
            <a:xfrm>
              <a:off x="7140613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3DDE2ECD-E163-7FD7-F745-CB9BAD25D41C}"/>
                </a:ext>
              </a:extLst>
            </p:cNvPr>
            <p:cNvSpPr/>
            <p:nvPr/>
          </p:nvSpPr>
          <p:spPr>
            <a:xfrm>
              <a:off x="7525881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B6820F4B-DFA6-CEC2-35CA-21BB68D9B3FF}"/>
                </a:ext>
              </a:extLst>
            </p:cNvPr>
            <p:cNvSpPr/>
            <p:nvPr/>
          </p:nvSpPr>
          <p:spPr>
            <a:xfrm>
              <a:off x="7911149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B7DD9CE4-61EA-0919-F1B0-64399B73B7AF}"/>
                </a:ext>
              </a:extLst>
            </p:cNvPr>
            <p:cNvSpPr/>
            <p:nvPr/>
          </p:nvSpPr>
          <p:spPr>
            <a:xfrm>
              <a:off x="9073514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D330649F-47FF-A813-9C64-D6EF37696BBB}"/>
                </a:ext>
              </a:extLst>
            </p:cNvPr>
            <p:cNvSpPr/>
            <p:nvPr/>
          </p:nvSpPr>
          <p:spPr>
            <a:xfrm>
              <a:off x="9460322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69756154-346D-69D1-F4F4-7C9CE3978760}"/>
                </a:ext>
              </a:extLst>
            </p:cNvPr>
            <p:cNvSpPr/>
            <p:nvPr/>
          </p:nvSpPr>
          <p:spPr>
            <a:xfrm>
              <a:off x="9847130" y="1247874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ADAEB67-B709-9E0E-F9D6-69C560EE0105}"/>
              </a:ext>
            </a:extLst>
          </p:cNvPr>
          <p:cNvGrpSpPr/>
          <p:nvPr/>
        </p:nvGrpSpPr>
        <p:grpSpPr>
          <a:xfrm>
            <a:off x="9073514" y="3076570"/>
            <a:ext cx="1126041" cy="352425"/>
            <a:chOff x="9073514" y="2012737"/>
            <a:chExt cx="1126041" cy="352425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79F5660F-D8C3-2885-47F4-D3AEB7790C01}"/>
                </a:ext>
              </a:extLst>
            </p:cNvPr>
            <p:cNvSpPr/>
            <p:nvPr/>
          </p:nvSpPr>
          <p:spPr>
            <a:xfrm>
              <a:off x="9073514" y="201273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FD7FD582-8E40-93A3-FB2B-7B346035DE5A}"/>
                </a:ext>
              </a:extLst>
            </p:cNvPr>
            <p:cNvSpPr/>
            <p:nvPr/>
          </p:nvSpPr>
          <p:spPr>
            <a:xfrm>
              <a:off x="9460322" y="201273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BB1018EA-05BE-21B8-20A6-C7A0C480E7BE}"/>
                </a:ext>
              </a:extLst>
            </p:cNvPr>
            <p:cNvSpPr/>
            <p:nvPr/>
          </p:nvSpPr>
          <p:spPr>
            <a:xfrm>
              <a:off x="9847130" y="2012737"/>
              <a:ext cx="352425" cy="352425"/>
            </a:xfrm>
            <a:prstGeom prst="round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</p:grpSp>
      <p:sp>
        <p:nvSpPr>
          <p:cNvPr id="118" name="Arrow: Down 117">
            <a:extLst>
              <a:ext uri="{FF2B5EF4-FFF2-40B4-BE49-F238E27FC236}">
                <a16:creationId xmlns:a16="http://schemas.microsoft.com/office/drawing/2014/main" id="{4BF431DF-5701-2816-464A-7E6C3F0DFFD8}"/>
              </a:ext>
            </a:extLst>
          </p:cNvPr>
          <p:cNvSpPr/>
          <p:nvPr/>
        </p:nvSpPr>
        <p:spPr>
          <a:xfrm>
            <a:off x="10696877" y="1529726"/>
            <a:ext cx="1127232" cy="48301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</p:txBody>
      </p:sp>
      <p:sp>
        <p:nvSpPr>
          <p:cNvPr id="119" name="Arrow: Down 118">
            <a:extLst>
              <a:ext uri="{FF2B5EF4-FFF2-40B4-BE49-F238E27FC236}">
                <a16:creationId xmlns:a16="http://schemas.microsoft.com/office/drawing/2014/main" id="{A5B0094C-C8E8-E3FD-932B-1420F13CB1BB}"/>
              </a:ext>
            </a:extLst>
          </p:cNvPr>
          <p:cNvSpPr/>
          <p:nvPr/>
        </p:nvSpPr>
        <p:spPr>
          <a:xfrm>
            <a:off x="10696877" y="2376199"/>
            <a:ext cx="1127232" cy="61640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</p:txBody>
      </p:sp>
      <p:sp>
        <p:nvSpPr>
          <p:cNvPr id="120" name="Arrow: Down 119">
            <a:extLst>
              <a:ext uri="{FF2B5EF4-FFF2-40B4-BE49-F238E27FC236}">
                <a16:creationId xmlns:a16="http://schemas.microsoft.com/office/drawing/2014/main" id="{73CE1F9C-D9AC-227E-C6CB-9E50E0C14233}"/>
              </a:ext>
            </a:extLst>
          </p:cNvPr>
          <p:cNvSpPr/>
          <p:nvPr/>
        </p:nvSpPr>
        <p:spPr>
          <a:xfrm>
            <a:off x="10696877" y="3383062"/>
            <a:ext cx="1127232" cy="76623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5985764F-69D7-103F-9199-04CC5405190D}"/>
              </a:ext>
            </a:extLst>
          </p:cNvPr>
          <p:cNvSpPr/>
          <p:nvPr/>
        </p:nvSpPr>
        <p:spPr>
          <a:xfrm>
            <a:off x="10696877" y="4562040"/>
            <a:ext cx="1127232" cy="76623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122" name="Arrow: Down 121">
            <a:extLst>
              <a:ext uri="{FF2B5EF4-FFF2-40B4-BE49-F238E27FC236}">
                <a16:creationId xmlns:a16="http://schemas.microsoft.com/office/drawing/2014/main" id="{930A5018-E87F-D9D0-9A84-32FB283D7151}"/>
              </a:ext>
            </a:extLst>
          </p:cNvPr>
          <p:cNvSpPr/>
          <p:nvPr/>
        </p:nvSpPr>
        <p:spPr>
          <a:xfrm>
            <a:off x="10696877" y="5741018"/>
            <a:ext cx="1127232" cy="76623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440A709-BAD8-9F87-8DE4-FA2D8E64A999}"/>
              </a:ext>
            </a:extLst>
          </p:cNvPr>
          <p:cNvSpPr txBox="1"/>
          <p:nvPr/>
        </p:nvSpPr>
        <p:spPr>
          <a:xfrm>
            <a:off x="4982481" y="5366162"/>
            <a:ext cx="1024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Problem</a:t>
            </a:r>
            <a:endParaRPr lang="nl-NL" dirty="0">
              <a:latin typeface="Aptos" panose="020B0004020202020204" pitchFamily="34" charset="0"/>
            </a:endParaRPr>
          </a:p>
          <a:p>
            <a:pPr algn="ctr"/>
            <a:r>
              <a:rPr lang="nl-NL" dirty="0" err="1">
                <a:latin typeface="Aptos" panose="020B0004020202020204" pitchFamily="34" charset="0"/>
              </a:rPr>
              <a:t>find</a:t>
            </a:r>
            <a:r>
              <a:rPr lang="nl-NL" dirty="0">
                <a:latin typeface="Aptos" panose="020B0004020202020204" pitchFamily="34" charset="0"/>
              </a:rPr>
              <a:t> 42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0EBA199-0536-C0ED-9B7B-4A7630121A15}"/>
              </a:ext>
            </a:extLst>
          </p:cNvPr>
          <p:cNvSpPr txBox="1"/>
          <p:nvPr/>
        </p:nvSpPr>
        <p:spPr>
          <a:xfrm>
            <a:off x="4949620" y="4263942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Problem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896CAB1-DE9B-0365-81C1-258611EBF254}"/>
              </a:ext>
            </a:extLst>
          </p:cNvPr>
          <p:cNvSpPr txBox="1"/>
          <p:nvPr/>
        </p:nvSpPr>
        <p:spPr>
          <a:xfrm>
            <a:off x="4949620" y="3066116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Problem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3ADC49F-9768-CE5C-071E-90B120E1CAAA}"/>
              </a:ext>
            </a:extLst>
          </p:cNvPr>
          <p:cNvSpPr txBox="1"/>
          <p:nvPr/>
        </p:nvSpPr>
        <p:spPr>
          <a:xfrm>
            <a:off x="4949620" y="2000255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Problem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B94D06B-E00F-F7F7-BEAF-9B5CFBB7EC6F}"/>
              </a:ext>
            </a:extLst>
          </p:cNvPr>
          <p:cNvSpPr txBox="1"/>
          <p:nvPr/>
        </p:nvSpPr>
        <p:spPr>
          <a:xfrm>
            <a:off x="4949620" y="1250980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Problem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8" name="Arrow: Up 127">
            <a:extLst>
              <a:ext uri="{FF2B5EF4-FFF2-40B4-BE49-F238E27FC236}">
                <a16:creationId xmlns:a16="http://schemas.microsoft.com/office/drawing/2014/main" id="{BB73BE86-A460-2B39-B9AC-A3EFD6363D18}"/>
              </a:ext>
            </a:extLst>
          </p:cNvPr>
          <p:cNvSpPr/>
          <p:nvPr/>
        </p:nvSpPr>
        <p:spPr>
          <a:xfrm>
            <a:off x="5131208" y="4611161"/>
            <a:ext cx="773108" cy="736745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9" name="Arrow: Up 128">
            <a:extLst>
              <a:ext uri="{FF2B5EF4-FFF2-40B4-BE49-F238E27FC236}">
                <a16:creationId xmlns:a16="http://schemas.microsoft.com/office/drawing/2014/main" id="{3DABBB75-6CE0-DCB6-9905-5B8A4D21A66B}"/>
              </a:ext>
            </a:extLst>
          </p:cNvPr>
          <p:cNvSpPr/>
          <p:nvPr/>
        </p:nvSpPr>
        <p:spPr>
          <a:xfrm>
            <a:off x="5131208" y="3453704"/>
            <a:ext cx="773108" cy="736745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0" name="Arrow: Up 129">
            <a:extLst>
              <a:ext uri="{FF2B5EF4-FFF2-40B4-BE49-F238E27FC236}">
                <a16:creationId xmlns:a16="http://schemas.microsoft.com/office/drawing/2014/main" id="{99DFB1FA-FD2C-419D-3B1A-64DA4B623D0E}"/>
              </a:ext>
            </a:extLst>
          </p:cNvPr>
          <p:cNvSpPr/>
          <p:nvPr/>
        </p:nvSpPr>
        <p:spPr>
          <a:xfrm>
            <a:off x="5131208" y="2296247"/>
            <a:ext cx="773108" cy="736745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1" name="Arrow: Up 130">
            <a:extLst>
              <a:ext uri="{FF2B5EF4-FFF2-40B4-BE49-F238E27FC236}">
                <a16:creationId xmlns:a16="http://schemas.microsoft.com/office/drawing/2014/main" id="{2EBAA9B3-8122-A583-22C3-ACC9CDB903EA}"/>
              </a:ext>
            </a:extLst>
          </p:cNvPr>
          <p:cNvSpPr/>
          <p:nvPr/>
        </p:nvSpPr>
        <p:spPr>
          <a:xfrm>
            <a:off x="5131208" y="1622950"/>
            <a:ext cx="773108" cy="344181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706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-8.33333E-7 0.0382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44444E-6 L -3.95833E-6 0.0382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44444E-6 L -1.875E-6 0.03819 " pathEditMode="relative" rAng="0" ptsTypes="AA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30" grpId="0" animBg="1"/>
      <p:bldP spid="30" grpId="1" animBg="1"/>
      <p:bldP spid="57" grpId="0" build="allAtOnce"/>
      <p:bldP spid="59" grpId="0" build="allAtOnce"/>
      <p:bldP spid="60" grpId="0" build="allAtOnce"/>
      <p:bldP spid="62" grpId="0" build="allAtOnce"/>
      <p:bldP spid="6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build="allAtOnce"/>
      <p:bldP spid="118" grpId="0" animBg="1"/>
      <p:bldP spid="119" grpId="0" animBg="1"/>
      <p:bldP spid="120" grpId="0" animBg="1"/>
      <p:bldP spid="121" grpId="0" animBg="1"/>
      <p:bldP spid="122" grpId="0" animBg="1"/>
      <p:bldP spid="123" grpId="0"/>
      <p:bldP spid="124" grpId="0"/>
      <p:bldP spid="125" grpId="0"/>
      <p:bldP spid="126" grpId="0"/>
      <p:bldP spid="127" grpId="0"/>
      <p:bldP spid="128" grpId="0" animBg="1"/>
      <p:bldP spid="129" grpId="0" animBg="1"/>
      <p:bldP spid="130" grpId="0" animBg="1"/>
      <p:bldP spid="1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54D45-120F-C8FF-A189-F717E0B5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A1AC-97C8-AB66-BD42-B30B4D0C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search – </a:t>
            </a:r>
            <a:r>
              <a:rPr lang="nl-NL" b="0" dirty="0" err="1"/>
              <a:t>recursive</a:t>
            </a:r>
            <a:r>
              <a:rPr lang="nl-NL" b="0" dirty="0"/>
              <a:t> </a:t>
            </a:r>
            <a:r>
              <a:rPr lang="nl-NL" b="0" dirty="0" err="1"/>
              <a:t>implementation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23DE0-D64F-34E0-9840-F1FF0A9C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633472"/>
            <a:ext cx="2601884" cy="1834833"/>
          </a:xfrm>
        </p:spPr>
        <p:txBody>
          <a:bodyPr>
            <a:normAutofit/>
          </a:bodyPr>
          <a:lstStyle/>
          <a:p>
            <a:r>
              <a:rPr lang="nl-NL" dirty="0"/>
              <a:t>No loops!</a:t>
            </a:r>
          </a:p>
          <a:p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A8617-9427-271C-8756-C2AD6782FE62}"/>
              </a:ext>
            </a:extLst>
          </p:cNvPr>
          <p:cNvSpPr txBox="1"/>
          <p:nvPr/>
        </p:nvSpPr>
        <p:spPr>
          <a:xfrm>
            <a:off x="2412940" y="2442280"/>
            <a:ext cx="7366119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l-NL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l-NL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target) {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nl-NL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l-NL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nl-NL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nl-NL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nl-NL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at index 0</a:t>
            </a:r>
            <a:endParaRPr lang="nl-NL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nl-NL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nl-NL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nl-NL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middle</a:t>
            </a:r>
            <a:r>
              <a:rPr lang="nl-NL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index</a:t>
            </a:r>
            <a:endParaRPr lang="nl-NL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target) {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nl-NL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Target found</a:t>
            </a:r>
            <a:endParaRPr lang="nl-NL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target) {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target);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nl-NL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l-NL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l-NL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l-NL" sz="1600" dirty="0">
                <a:solidFill>
                  <a:srgbClr val="008000"/>
                </a:solidFill>
                <a:latin typeface="Consolas" panose="020B0609020204030204" pitchFamily="49" charset="0"/>
              </a:rPr>
              <a:t>// pointer </a:t>
            </a:r>
            <a:r>
              <a:rPr lang="nl-NL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arithmetic</a:t>
            </a:r>
            <a:r>
              <a:rPr lang="nl-NL" sz="1600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endParaRPr lang="nl-NL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nl-NL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nl-NL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target);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nl-NL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447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4D26C-24C6-339A-BD45-0E02FCF5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3C752DA-CBF2-F9D7-E7F6-B64D85D2D9B9}"/>
              </a:ext>
            </a:extLst>
          </p:cNvPr>
          <p:cNvGrpSpPr/>
          <p:nvPr/>
        </p:nvGrpSpPr>
        <p:grpSpPr>
          <a:xfrm>
            <a:off x="10454783" y="3912218"/>
            <a:ext cx="1801305" cy="518474"/>
            <a:chOff x="8730790" y="4251489"/>
            <a:chExt cx="1801305" cy="51847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91AA49B-A609-922D-1452-E06F92520D1C}"/>
                </a:ext>
              </a:extLst>
            </p:cNvPr>
            <p:cNvSpPr/>
            <p:nvPr/>
          </p:nvSpPr>
          <p:spPr>
            <a:xfrm>
              <a:off x="8730790" y="4251489"/>
              <a:ext cx="1263193" cy="50904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EC677A76-32C6-88FE-F882-D683CD22227A}"/>
                </a:ext>
              </a:extLst>
            </p:cNvPr>
            <p:cNvSpPr/>
            <p:nvPr/>
          </p:nvSpPr>
          <p:spPr>
            <a:xfrm>
              <a:off x="10079609" y="4260916"/>
              <a:ext cx="452486" cy="5090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FFE11D-C6D2-8575-DE59-86E61FEA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When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use</a:t>
            </a:r>
            <a:r>
              <a:rPr lang="nl-NL" b="0" dirty="0"/>
              <a:t> </a:t>
            </a:r>
            <a:r>
              <a:rPr lang="nl-NL" b="0" dirty="0" err="1"/>
              <a:t>recursion</a:t>
            </a:r>
            <a:r>
              <a:rPr lang="nl-NL" b="0" dirty="0"/>
              <a:t>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9CA6-9D19-6FD9-B9EE-A78AB76AD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Why</a:t>
            </a:r>
            <a:r>
              <a:rPr lang="nl-NL" dirty="0"/>
              <a:t> is </a:t>
            </a:r>
            <a:r>
              <a:rPr lang="nl-NL" dirty="0" err="1"/>
              <a:t>binary</a:t>
            </a:r>
            <a:r>
              <a:rPr lang="nl-NL" dirty="0"/>
              <a:t> search easy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implement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loop?</a:t>
            </a:r>
          </a:p>
          <a:p>
            <a:pPr lvl="1"/>
            <a:r>
              <a:rPr lang="nl-NL" dirty="0" err="1"/>
              <a:t>Problem</a:t>
            </a:r>
            <a:r>
              <a:rPr lang="nl-NL" dirty="0"/>
              <a:t> is </a:t>
            </a:r>
            <a:r>
              <a:rPr lang="nl-NL" dirty="0" err="1"/>
              <a:t>reduced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1 smaller </a:t>
            </a:r>
            <a:r>
              <a:rPr lang="nl-NL" dirty="0" err="1"/>
              <a:t>subproblem</a:t>
            </a:r>
            <a:endParaRPr lang="nl-NL" dirty="0"/>
          </a:p>
          <a:p>
            <a:pPr lvl="1"/>
            <a:endParaRPr lang="nl-NL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6AB071-F916-AC6A-AA32-9B9C246DE8FE}"/>
              </a:ext>
            </a:extLst>
          </p:cNvPr>
          <p:cNvGrpSpPr/>
          <p:nvPr/>
        </p:nvGrpSpPr>
        <p:grpSpPr>
          <a:xfrm>
            <a:off x="660992" y="3898078"/>
            <a:ext cx="1800521" cy="509047"/>
            <a:chOff x="6843858" y="4251489"/>
            <a:chExt cx="1800521" cy="50904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066425D-A349-DD83-D1BC-5FD76EC059A1}"/>
                </a:ext>
              </a:extLst>
            </p:cNvPr>
            <p:cNvSpPr/>
            <p:nvPr/>
          </p:nvSpPr>
          <p:spPr>
            <a:xfrm>
              <a:off x="6843858" y="4251489"/>
              <a:ext cx="1263193" cy="50904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459985DD-8A0A-D4C9-9287-926F6129B917}"/>
                </a:ext>
              </a:extLst>
            </p:cNvPr>
            <p:cNvSpPr/>
            <p:nvPr/>
          </p:nvSpPr>
          <p:spPr>
            <a:xfrm>
              <a:off x="8191893" y="4251489"/>
              <a:ext cx="452486" cy="5090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44E413-125E-1F6A-45D4-A3F374812DF7}"/>
              </a:ext>
            </a:extLst>
          </p:cNvPr>
          <p:cNvGrpSpPr/>
          <p:nvPr/>
        </p:nvGrpSpPr>
        <p:grpSpPr>
          <a:xfrm>
            <a:off x="2619123" y="3898078"/>
            <a:ext cx="1801305" cy="518474"/>
            <a:chOff x="8730790" y="4251489"/>
            <a:chExt cx="1801305" cy="51847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D480C10-1599-F3AC-8B81-7C0A5B8B84F3}"/>
                </a:ext>
              </a:extLst>
            </p:cNvPr>
            <p:cNvSpPr/>
            <p:nvPr/>
          </p:nvSpPr>
          <p:spPr>
            <a:xfrm>
              <a:off x="8730790" y="4251489"/>
              <a:ext cx="1263193" cy="50904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4514E69-4C34-6D50-6D66-16B9B5CE8709}"/>
                </a:ext>
              </a:extLst>
            </p:cNvPr>
            <p:cNvSpPr/>
            <p:nvPr/>
          </p:nvSpPr>
          <p:spPr>
            <a:xfrm>
              <a:off x="10079609" y="4260916"/>
              <a:ext cx="452486" cy="5090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3938A9-95CC-8E92-E216-1A093430AD3B}"/>
              </a:ext>
            </a:extLst>
          </p:cNvPr>
          <p:cNvGrpSpPr/>
          <p:nvPr/>
        </p:nvGrpSpPr>
        <p:grpSpPr>
          <a:xfrm>
            <a:off x="8495868" y="3916932"/>
            <a:ext cx="1801305" cy="518474"/>
            <a:chOff x="8730790" y="4251489"/>
            <a:chExt cx="1801305" cy="51847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020A077-6B3E-4A54-20C5-415B1F1FFDC5}"/>
                </a:ext>
              </a:extLst>
            </p:cNvPr>
            <p:cNvSpPr/>
            <p:nvPr/>
          </p:nvSpPr>
          <p:spPr>
            <a:xfrm>
              <a:off x="8730790" y="4251489"/>
              <a:ext cx="1263193" cy="50904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E65613CD-17F3-2125-D78A-B51033A9D7ED}"/>
                </a:ext>
              </a:extLst>
            </p:cNvPr>
            <p:cNvSpPr/>
            <p:nvPr/>
          </p:nvSpPr>
          <p:spPr>
            <a:xfrm>
              <a:off x="10079609" y="4260916"/>
              <a:ext cx="452486" cy="5090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DCB9BE-E02C-3409-E681-2CB29069C01A}"/>
              </a:ext>
            </a:extLst>
          </p:cNvPr>
          <p:cNvGrpSpPr/>
          <p:nvPr/>
        </p:nvGrpSpPr>
        <p:grpSpPr>
          <a:xfrm>
            <a:off x="6536953" y="3916932"/>
            <a:ext cx="1801305" cy="518474"/>
            <a:chOff x="8730790" y="4251489"/>
            <a:chExt cx="1801305" cy="518474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45398C2-643C-5FDC-4015-878F692457CA}"/>
                </a:ext>
              </a:extLst>
            </p:cNvPr>
            <p:cNvSpPr/>
            <p:nvPr/>
          </p:nvSpPr>
          <p:spPr>
            <a:xfrm>
              <a:off x="8730790" y="4251489"/>
              <a:ext cx="1263193" cy="50904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C20E50C4-6F55-C0CA-3F52-441422938582}"/>
                </a:ext>
              </a:extLst>
            </p:cNvPr>
            <p:cNvSpPr/>
            <p:nvPr/>
          </p:nvSpPr>
          <p:spPr>
            <a:xfrm>
              <a:off x="10079609" y="4260916"/>
              <a:ext cx="452486" cy="5090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EFCF70C-E89F-1323-3DA6-DEA2AF153B3F}"/>
              </a:ext>
            </a:extLst>
          </p:cNvPr>
          <p:cNvGrpSpPr/>
          <p:nvPr/>
        </p:nvGrpSpPr>
        <p:grpSpPr>
          <a:xfrm>
            <a:off x="4578038" y="3907505"/>
            <a:ext cx="1801305" cy="518474"/>
            <a:chOff x="8730790" y="4251489"/>
            <a:chExt cx="1801305" cy="51847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5F3D8DD-E254-2699-5FF8-99365BFF5095}"/>
                </a:ext>
              </a:extLst>
            </p:cNvPr>
            <p:cNvSpPr/>
            <p:nvPr/>
          </p:nvSpPr>
          <p:spPr>
            <a:xfrm>
              <a:off x="8730790" y="4251489"/>
              <a:ext cx="1263193" cy="50904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D21F7EC3-DE9D-80C7-2A34-DD7D43DC1842}"/>
                </a:ext>
              </a:extLst>
            </p:cNvPr>
            <p:cNvSpPr/>
            <p:nvPr/>
          </p:nvSpPr>
          <p:spPr>
            <a:xfrm>
              <a:off x="10079609" y="4260916"/>
              <a:ext cx="452486" cy="50904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07C3A9-BA30-F5F2-64D1-6139397B6962}"/>
              </a:ext>
            </a:extLst>
          </p:cNvPr>
          <p:cNvSpPr/>
          <p:nvPr/>
        </p:nvSpPr>
        <p:spPr>
          <a:xfrm>
            <a:off x="0" y="3572759"/>
            <a:ext cx="12367967" cy="1097280"/>
          </a:xfrm>
          <a:prstGeom prst="round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DB7B81C-2E07-5D2F-C7CD-3D2FE18F9412}"/>
              </a:ext>
            </a:extLst>
          </p:cNvPr>
          <p:cNvGrpSpPr/>
          <p:nvPr/>
        </p:nvGrpSpPr>
        <p:grpSpPr>
          <a:xfrm>
            <a:off x="660992" y="4747591"/>
            <a:ext cx="5505530" cy="1868932"/>
            <a:chOff x="660992" y="4747591"/>
            <a:chExt cx="5505530" cy="186893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61BC50A-96F5-4A28-7E2C-9897A7EE8F6A}"/>
                </a:ext>
              </a:extLst>
            </p:cNvPr>
            <p:cNvSpPr/>
            <p:nvPr/>
          </p:nvSpPr>
          <p:spPr>
            <a:xfrm>
              <a:off x="660992" y="5291927"/>
              <a:ext cx="1263193" cy="50904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C9071E-4A6C-5E72-6044-D2909D081AE6}"/>
                </a:ext>
              </a:extLst>
            </p:cNvPr>
            <p:cNvGrpSpPr/>
            <p:nvPr/>
          </p:nvGrpSpPr>
          <p:grpSpPr>
            <a:xfrm>
              <a:off x="1973101" y="5296707"/>
              <a:ext cx="456264" cy="621158"/>
              <a:chOff x="2130711" y="5053635"/>
              <a:chExt cx="456264" cy="621158"/>
            </a:xfrm>
          </p:grpSpPr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8C437062-E1A8-1740-F7FA-94E408B1FD54}"/>
                  </a:ext>
                </a:extLst>
              </p:cNvPr>
              <p:cNvSpPr/>
              <p:nvPr/>
            </p:nvSpPr>
            <p:spPr>
              <a:xfrm rot="20585183">
                <a:off x="2134489" y="5053635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3EFB4A29-2E83-6433-64C4-3BF98800A4FA}"/>
                  </a:ext>
                </a:extLst>
              </p:cNvPr>
              <p:cNvSpPr/>
              <p:nvPr/>
            </p:nvSpPr>
            <p:spPr>
              <a:xfrm rot="1014817" flipV="1">
                <a:off x="2130711" y="5386747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219F355-710E-7213-65EB-6F42AD0B81F0}"/>
                </a:ext>
              </a:extLst>
            </p:cNvPr>
            <p:cNvSpPr/>
            <p:nvPr/>
          </p:nvSpPr>
          <p:spPr>
            <a:xfrm>
              <a:off x="2512789" y="5037403"/>
              <a:ext cx="1263193" cy="50904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B485D8D-0D3D-DDBC-8679-6EC0B5BFBB2C}"/>
                </a:ext>
              </a:extLst>
            </p:cNvPr>
            <p:cNvSpPr/>
            <p:nvPr/>
          </p:nvSpPr>
          <p:spPr>
            <a:xfrm>
              <a:off x="2512789" y="5642946"/>
              <a:ext cx="1263193" cy="50904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EB9A42-6E4A-864E-6349-E5ACCE8BC005}"/>
                </a:ext>
              </a:extLst>
            </p:cNvPr>
            <p:cNvGrpSpPr/>
            <p:nvPr/>
          </p:nvGrpSpPr>
          <p:grpSpPr>
            <a:xfrm>
              <a:off x="3827291" y="4981347"/>
              <a:ext cx="456264" cy="621158"/>
              <a:chOff x="2130711" y="5053635"/>
              <a:chExt cx="456264" cy="621158"/>
            </a:xfrm>
          </p:grpSpPr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C24C7F73-B2B2-B14A-040F-BF9172DBBEC0}"/>
                  </a:ext>
                </a:extLst>
              </p:cNvPr>
              <p:cNvSpPr/>
              <p:nvPr/>
            </p:nvSpPr>
            <p:spPr>
              <a:xfrm rot="20585183">
                <a:off x="2134489" y="5053635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2FAA5B97-DCB6-8697-49B8-96B362078F6E}"/>
                  </a:ext>
                </a:extLst>
              </p:cNvPr>
              <p:cNvSpPr/>
              <p:nvPr/>
            </p:nvSpPr>
            <p:spPr>
              <a:xfrm rot="1014817" flipV="1">
                <a:off x="2130711" y="5386747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864A49-2BC2-8064-BB16-9BD560F867DC}"/>
                </a:ext>
              </a:extLst>
            </p:cNvPr>
            <p:cNvGrpSpPr/>
            <p:nvPr/>
          </p:nvGrpSpPr>
          <p:grpSpPr>
            <a:xfrm>
              <a:off x="3827291" y="5636182"/>
              <a:ext cx="456264" cy="621158"/>
              <a:chOff x="2130711" y="5053635"/>
              <a:chExt cx="456264" cy="621158"/>
            </a:xfrm>
          </p:grpSpPr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2965D00E-6EF6-88C3-C228-CF76892BC6BF}"/>
                  </a:ext>
                </a:extLst>
              </p:cNvPr>
              <p:cNvSpPr/>
              <p:nvPr/>
            </p:nvSpPr>
            <p:spPr>
              <a:xfrm rot="20585183">
                <a:off x="2134489" y="5053635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E89314A3-AD78-4778-6922-499FF97E314C}"/>
                  </a:ext>
                </a:extLst>
              </p:cNvPr>
              <p:cNvSpPr/>
              <p:nvPr/>
            </p:nvSpPr>
            <p:spPr>
              <a:xfrm rot="1014817" flipV="1">
                <a:off x="2130711" y="5386747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2B70F0C-A31A-311F-2FBC-23C0189586A0}"/>
                </a:ext>
              </a:extLst>
            </p:cNvPr>
            <p:cNvSpPr/>
            <p:nvPr/>
          </p:nvSpPr>
          <p:spPr>
            <a:xfrm>
              <a:off x="4338642" y="4751389"/>
              <a:ext cx="1263193" cy="50904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9ACC0BB-4416-62CD-FB9D-7DA96EFAC32A}"/>
                </a:ext>
              </a:extLst>
            </p:cNvPr>
            <p:cNvSpPr/>
            <p:nvPr/>
          </p:nvSpPr>
          <p:spPr>
            <a:xfrm>
              <a:off x="4338642" y="5203958"/>
              <a:ext cx="1263193" cy="50904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7516392-2AE7-4CBE-AEF9-1F8167322216}"/>
                </a:ext>
              </a:extLst>
            </p:cNvPr>
            <p:cNvSpPr/>
            <p:nvPr/>
          </p:nvSpPr>
          <p:spPr>
            <a:xfrm>
              <a:off x="4338642" y="5604270"/>
              <a:ext cx="1263193" cy="50904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1892D3F-B805-8A94-C1FF-2C8D7C84D79D}"/>
                </a:ext>
              </a:extLst>
            </p:cNvPr>
            <p:cNvSpPr/>
            <p:nvPr/>
          </p:nvSpPr>
          <p:spPr>
            <a:xfrm>
              <a:off x="4338642" y="6004582"/>
              <a:ext cx="1263193" cy="50904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latin typeface="Aptos" panose="020B0004020202020204" pitchFamily="34" charset="0"/>
                </a:rPr>
                <a:t>Problem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23E7135-4858-2D83-43CB-41B01AFA4119}"/>
                </a:ext>
              </a:extLst>
            </p:cNvPr>
            <p:cNvGrpSpPr/>
            <p:nvPr/>
          </p:nvGrpSpPr>
          <p:grpSpPr>
            <a:xfrm>
              <a:off x="5710258" y="4747591"/>
              <a:ext cx="456264" cy="621158"/>
              <a:chOff x="2130711" y="5053635"/>
              <a:chExt cx="456264" cy="621158"/>
            </a:xfrm>
          </p:grpSpPr>
          <p:sp>
            <p:nvSpPr>
              <p:cNvPr id="42" name="Arrow: Right 41">
                <a:extLst>
                  <a:ext uri="{FF2B5EF4-FFF2-40B4-BE49-F238E27FC236}">
                    <a16:creationId xmlns:a16="http://schemas.microsoft.com/office/drawing/2014/main" id="{1D86321B-3FD9-F731-BEC5-A95B28DD738B}"/>
                  </a:ext>
                </a:extLst>
              </p:cNvPr>
              <p:cNvSpPr/>
              <p:nvPr/>
            </p:nvSpPr>
            <p:spPr>
              <a:xfrm rot="20585183">
                <a:off x="2134489" y="5053635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43" name="Arrow: Right 42">
                <a:extLst>
                  <a:ext uri="{FF2B5EF4-FFF2-40B4-BE49-F238E27FC236}">
                    <a16:creationId xmlns:a16="http://schemas.microsoft.com/office/drawing/2014/main" id="{BD8EDE70-9970-19F2-4E5F-8BDFE0A67697}"/>
                  </a:ext>
                </a:extLst>
              </p:cNvPr>
              <p:cNvSpPr/>
              <p:nvPr/>
            </p:nvSpPr>
            <p:spPr>
              <a:xfrm rot="1014817" flipV="1">
                <a:off x="2130711" y="5386747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BD268E0-4BB0-6032-FB31-7EE76528C1A8}"/>
                </a:ext>
              </a:extLst>
            </p:cNvPr>
            <p:cNvGrpSpPr/>
            <p:nvPr/>
          </p:nvGrpSpPr>
          <p:grpSpPr>
            <a:xfrm>
              <a:off x="5710258" y="5159047"/>
              <a:ext cx="456264" cy="621158"/>
              <a:chOff x="2130711" y="5053635"/>
              <a:chExt cx="456264" cy="621158"/>
            </a:xfrm>
          </p:grpSpPr>
          <p:sp>
            <p:nvSpPr>
              <p:cNvPr id="45" name="Arrow: Right 44">
                <a:extLst>
                  <a:ext uri="{FF2B5EF4-FFF2-40B4-BE49-F238E27FC236}">
                    <a16:creationId xmlns:a16="http://schemas.microsoft.com/office/drawing/2014/main" id="{DF332646-D474-118E-F76D-9AC34EDFD0E4}"/>
                  </a:ext>
                </a:extLst>
              </p:cNvPr>
              <p:cNvSpPr/>
              <p:nvPr/>
            </p:nvSpPr>
            <p:spPr>
              <a:xfrm rot="20585183">
                <a:off x="2134489" y="5053635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46" name="Arrow: Right 45">
                <a:extLst>
                  <a:ext uri="{FF2B5EF4-FFF2-40B4-BE49-F238E27FC236}">
                    <a16:creationId xmlns:a16="http://schemas.microsoft.com/office/drawing/2014/main" id="{E46D3F94-A78D-0A08-74C0-450697B950C1}"/>
                  </a:ext>
                </a:extLst>
              </p:cNvPr>
              <p:cNvSpPr/>
              <p:nvPr/>
            </p:nvSpPr>
            <p:spPr>
              <a:xfrm rot="1014817" flipV="1">
                <a:off x="2130711" y="5386747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7987FF2-7BF1-E9F8-9B41-7A0886461592}"/>
                </a:ext>
              </a:extLst>
            </p:cNvPr>
            <p:cNvGrpSpPr/>
            <p:nvPr/>
          </p:nvGrpSpPr>
          <p:grpSpPr>
            <a:xfrm>
              <a:off x="5699801" y="5506684"/>
              <a:ext cx="456264" cy="621158"/>
              <a:chOff x="2130711" y="5053635"/>
              <a:chExt cx="456264" cy="621158"/>
            </a:xfrm>
          </p:grpSpPr>
          <p:sp>
            <p:nvSpPr>
              <p:cNvPr id="48" name="Arrow: Right 47">
                <a:extLst>
                  <a:ext uri="{FF2B5EF4-FFF2-40B4-BE49-F238E27FC236}">
                    <a16:creationId xmlns:a16="http://schemas.microsoft.com/office/drawing/2014/main" id="{7C612180-288F-3825-074B-B7BB0D3A46CB}"/>
                  </a:ext>
                </a:extLst>
              </p:cNvPr>
              <p:cNvSpPr/>
              <p:nvPr/>
            </p:nvSpPr>
            <p:spPr>
              <a:xfrm rot="20585183">
                <a:off x="2134489" y="5053635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49" name="Arrow: Right 48">
                <a:extLst>
                  <a:ext uri="{FF2B5EF4-FFF2-40B4-BE49-F238E27FC236}">
                    <a16:creationId xmlns:a16="http://schemas.microsoft.com/office/drawing/2014/main" id="{660074AE-9148-D8D2-43D3-A2A66721BF35}"/>
                  </a:ext>
                </a:extLst>
              </p:cNvPr>
              <p:cNvSpPr/>
              <p:nvPr/>
            </p:nvSpPr>
            <p:spPr>
              <a:xfrm rot="1014817" flipV="1">
                <a:off x="2130711" y="5386747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F6C6D6D-5ADB-4163-3395-A22F65D6F9ED}"/>
                </a:ext>
              </a:extLst>
            </p:cNvPr>
            <p:cNvGrpSpPr/>
            <p:nvPr/>
          </p:nvGrpSpPr>
          <p:grpSpPr>
            <a:xfrm>
              <a:off x="5678143" y="5995365"/>
              <a:ext cx="456264" cy="621158"/>
              <a:chOff x="2130711" y="5053635"/>
              <a:chExt cx="456264" cy="621158"/>
            </a:xfrm>
          </p:grpSpPr>
          <p:sp>
            <p:nvSpPr>
              <p:cNvPr id="51" name="Arrow: Right 50">
                <a:extLst>
                  <a:ext uri="{FF2B5EF4-FFF2-40B4-BE49-F238E27FC236}">
                    <a16:creationId xmlns:a16="http://schemas.microsoft.com/office/drawing/2014/main" id="{5F008F9F-EA28-0BEF-A13C-5F65C056C258}"/>
                  </a:ext>
                </a:extLst>
              </p:cNvPr>
              <p:cNvSpPr/>
              <p:nvPr/>
            </p:nvSpPr>
            <p:spPr>
              <a:xfrm rot="20585183">
                <a:off x="2134489" y="5053635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2" name="Arrow: Right 51">
                <a:extLst>
                  <a:ext uri="{FF2B5EF4-FFF2-40B4-BE49-F238E27FC236}">
                    <a16:creationId xmlns:a16="http://schemas.microsoft.com/office/drawing/2014/main" id="{A80A1E97-4FF9-6BC3-7007-9D67C8CC6F42}"/>
                  </a:ext>
                </a:extLst>
              </p:cNvPr>
              <p:cNvSpPr/>
              <p:nvPr/>
            </p:nvSpPr>
            <p:spPr>
              <a:xfrm rot="1014817" flipV="1">
                <a:off x="2130711" y="5386747"/>
                <a:ext cx="452486" cy="288046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64" name="Callout: Left Arrow 63">
            <a:extLst>
              <a:ext uri="{FF2B5EF4-FFF2-40B4-BE49-F238E27FC236}">
                <a16:creationId xmlns:a16="http://schemas.microsoft.com/office/drawing/2014/main" id="{5651941C-085B-A89E-3A26-3E639D495690}"/>
              </a:ext>
            </a:extLst>
          </p:cNvPr>
          <p:cNvSpPr/>
          <p:nvPr/>
        </p:nvSpPr>
        <p:spPr>
          <a:xfrm>
            <a:off x="6756785" y="4929498"/>
            <a:ext cx="4003579" cy="1580886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Multiple </a:t>
            </a:r>
            <a:r>
              <a:rPr lang="nl-NL" dirty="0" err="1">
                <a:latin typeface="Aptos" panose="020B0004020202020204" pitchFamily="34" charset="0"/>
              </a:rPr>
              <a:t>subproblems</a:t>
            </a:r>
            <a:r>
              <a:rPr lang="nl-NL" dirty="0">
                <a:latin typeface="Aptos" panose="020B0004020202020204" pitchFamily="34" charset="0"/>
              </a:rPr>
              <a:t> must </a:t>
            </a:r>
            <a:r>
              <a:rPr lang="nl-NL" dirty="0" err="1">
                <a:latin typeface="Aptos" panose="020B0004020202020204" pitchFamily="34" charset="0"/>
              </a:rPr>
              <a:t>be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solved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solve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main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problem</a:t>
            </a:r>
            <a:r>
              <a:rPr lang="nl-NL" dirty="0">
                <a:latin typeface="Aptos" panose="020B0004020202020204" pitchFamily="34" charset="0"/>
              </a:rPr>
              <a:t>:</a:t>
            </a:r>
          </a:p>
          <a:p>
            <a:pPr algn="ctr"/>
            <a:r>
              <a:rPr lang="nl-NL" dirty="0" err="1">
                <a:latin typeface="Aptos" panose="020B0004020202020204" pitchFamily="34" charset="0"/>
              </a:rPr>
              <a:t>Use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recursion</a:t>
            </a:r>
            <a:endParaRPr lang="nl-NL" b="1" dirty="0">
              <a:latin typeface="Aptos" panose="020B0004020202020204" pitchFamily="34" charset="0"/>
            </a:endParaRPr>
          </a:p>
        </p:txBody>
      </p:sp>
      <p:sp>
        <p:nvSpPr>
          <p:cNvPr id="65" name="Callout: Down Arrow 64">
            <a:extLst>
              <a:ext uri="{FF2B5EF4-FFF2-40B4-BE49-F238E27FC236}">
                <a16:creationId xmlns:a16="http://schemas.microsoft.com/office/drawing/2014/main" id="{A4A92B46-7151-EF81-0233-C4CD58F21677}"/>
              </a:ext>
            </a:extLst>
          </p:cNvPr>
          <p:cNvSpPr/>
          <p:nvPr/>
        </p:nvSpPr>
        <p:spPr>
          <a:xfrm>
            <a:off x="7259782" y="2180883"/>
            <a:ext cx="4003579" cy="1580885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One</a:t>
            </a:r>
            <a:r>
              <a:rPr lang="nl-NL" dirty="0"/>
              <a:t> smaller </a:t>
            </a:r>
            <a:r>
              <a:rPr lang="nl-NL" dirty="0" err="1"/>
              <a:t>problem</a:t>
            </a:r>
            <a:r>
              <a:rPr lang="nl-NL" dirty="0"/>
              <a:t> must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solved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solve</a:t>
            </a:r>
            <a:r>
              <a:rPr lang="nl-NL" dirty="0"/>
              <a:t>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:</a:t>
            </a:r>
          </a:p>
          <a:p>
            <a:pPr algn="ctr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sz="2000" b="1" dirty="0"/>
              <a:t>iteration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4369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DB7C-CFB0-DFC3-743A-9BC196B5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02C97-32F4-23B5-986A-ECC7802A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Evaluating</a:t>
            </a:r>
            <a:r>
              <a:rPr lang="nl-NL" b="0" dirty="0"/>
              <a:t> </a:t>
            </a:r>
            <a:r>
              <a:rPr lang="nl-NL" b="0" dirty="0" err="1"/>
              <a:t>expressions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6105F-6558-79B8-BDA7-2769F03F1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9176582" cy="3566160"/>
          </a:xfrm>
        </p:spPr>
        <p:txBody>
          <a:bodyPr>
            <a:normAutofit/>
          </a:bodyPr>
          <a:lstStyle/>
          <a:p>
            <a:r>
              <a:rPr lang="nl-NL" dirty="0"/>
              <a:t>An </a:t>
            </a:r>
            <a:r>
              <a:rPr lang="nl-NL" dirty="0" err="1"/>
              <a:t>expression</a:t>
            </a:r>
            <a:r>
              <a:rPr lang="nl-NL" dirty="0"/>
              <a:t> is made up of integers, </a:t>
            </a:r>
            <a:r>
              <a:rPr lang="nl-NL" b="1" dirty="0"/>
              <a:t>parentheses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operators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nl-NL" dirty="0"/>
              <a:t>, +,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Like </a:t>
            </a:r>
            <a:r>
              <a:rPr lang="nl-NL" dirty="0" err="1"/>
              <a:t>this</a:t>
            </a:r>
            <a:r>
              <a:rPr lang="nl-NL" dirty="0"/>
              <a:t>: 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"((2 * 18) % (2 + 7))"</a:t>
            </a:r>
            <a:endParaRPr lang="nl-NL" dirty="0"/>
          </a:p>
          <a:p>
            <a:r>
              <a:rPr lang="nl-NL" dirty="0"/>
              <a:t>Every </a:t>
            </a:r>
            <a:r>
              <a:rPr lang="nl-NL" dirty="0" err="1"/>
              <a:t>expression</a:t>
            </a:r>
            <a:r>
              <a:rPr lang="nl-NL" dirty="0"/>
              <a:t> is </a:t>
            </a:r>
            <a:r>
              <a:rPr lang="nl-NL" dirty="0" err="1"/>
              <a:t>either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A single integer</a:t>
            </a:r>
          </a:p>
          <a:p>
            <a:pPr lvl="1"/>
            <a:r>
              <a:rPr lang="nl-NL" dirty="0"/>
              <a:t>Or of </a:t>
            </a:r>
            <a:r>
              <a:rPr lang="nl-NL" dirty="0" err="1"/>
              <a:t>the</a:t>
            </a:r>
            <a:r>
              <a:rPr lang="nl-NL" dirty="0"/>
              <a:t> form 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nl-NL" dirty="0"/>
              <a:t>&lt;</a:t>
            </a:r>
            <a:r>
              <a:rPr lang="nl-NL" dirty="0" err="1"/>
              <a:t>expression</a:t>
            </a:r>
            <a:r>
              <a:rPr lang="nl-NL" dirty="0"/>
              <a:t>&gt; &lt;operator&gt; &lt;</a:t>
            </a:r>
            <a:r>
              <a:rPr lang="nl-NL" dirty="0" err="1"/>
              <a:t>expression</a:t>
            </a:r>
            <a:r>
              <a:rPr lang="nl-NL" dirty="0"/>
              <a:t>&gt;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nl-NL" dirty="0"/>
          </a:p>
          <a:p>
            <a:pPr marL="265176" lvl="1" indent="0">
              <a:buNone/>
            </a:pPr>
            <a:endParaRPr lang="nl-NL" dirty="0"/>
          </a:p>
          <a:p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solve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iteration?</a:t>
            </a:r>
          </a:p>
          <a:p>
            <a:r>
              <a:rPr lang="nl-NL" dirty="0"/>
              <a:t>How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recursion</a:t>
            </a:r>
            <a:r>
              <a:rPr lang="nl-NL" dirty="0"/>
              <a:t>?</a:t>
            </a:r>
          </a:p>
        </p:txBody>
      </p:sp>
      <p:sp>
        <p:nvSpPr>
          <p:cNvPr id="5" name="Callout: Left Arrow 4">
            <a:extLst>
              <a:ext uri="{FF2B5EF4-FFF2-40B4-BE49-F238E27FC236}">
                <a16:creationId xmlns:a16="http://schemas.microsoft.com/office/drawing/2014/main" id="{CD870B3E-05D8-0DD4-03AE-38D3EA057B50}"/>
              </a:ext>
            </a:extLst>
          </p:cNvPr>
          <p:cNvSpPr/>
          <p:nvPr/>
        </p:nvSpPr>
        <p:spPr>
          <a:xfrm>
            <a:off x="5647576" y="3052874"/>
            <a:ext cx="4253169" cy="478602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52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Result</a:t>
            </a:r>
            <a:r>
              <a:rPr lang="nl-NL" dirty="0">
                <a:latin typeface="Aptos" panose="020B0004020202020204" pitchFamily="34" charset="0"/>
              </a:rPr>
              <a:t>: 36 % 9 = 0 </a:t>
            </a:r>
          </a:p>
        </p:txBody>
      </p:sp>
    </p:spTree>
    <p:extLst>
      <p:ext uri="{BB962C8B-B14F-4D97-AF65-F5344CB8AC3E}">
        <p14:creationId xmlns:p14="http://schemas.microsoft.com/office/powerpoint/2010/main" val="209965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BBB2A-1851-741E-627B-776CB349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B40B-DA0A-F8C4-5C63-76DBF41F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Evaluating</a:t>
            </a:r>
            <a:r>
              <a:rPr lang="nl-NL" b="0" dirty="0"/>
              <a:t> </a:t>
            </a:r>
            <a:r>
              <a:rPr lang="nl-NL" b="0" dirty="0" err="1"/>
              <a:t>expressions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1EF6C-EB5C-6B4F-578F-713D43531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9672844" cy="4051107"/>
          </a:xfrm>
        </p:spPr>
        <p:txBody>
          <a:bodyPr>
            <a:normAutofit/>
          </a:bodyPr>
          <a:lstStyle/>
          <a:p>
            <a:endParaRPr lang="nl-NL" dirty="0">
              <a:solidFill>
                <a:srgbClr val="C0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b="1" dirty="0" err="1"/>
              <a:t>evaluate</a:t>
            </a:r>
            <a:r>
              <a:rPr lang="nl-NL" b="1" dirty="0"/>
              <a:t> </a:t>
            </a:r>
            <a:r>
              <a:rPr lang="nl-NL" b="1" dirty="0" err="1"/>
              <a:t>expression</a:t>
            </a:r>
            <a:r>
              <a:rPr lang="nl-NL" b="1" dirty="0"/>
              <a:t> (</a:t>
            </a:r>
            <a:r>
              <a:rPr lang="nl-NL" dirty="0" err="1"/>
              <a:t>example</a:t>
            </a:r>
            <a:r>
              <a:rPr lang="nl-NL" b="1" dirty="0"/>
              <a:t>: 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"((2 * 18) % (2 + 7))"</a:t>
            </a:r>
            <a:r>
              <a:rPr lang="nl-NL" sz="2100" dirty="0"/>
              <a:t>)</a:t>
            </a:r>
          </a:p>
          <a:p>
            <a:pPr lvl="1"/>
            <a:r>
              <a:rPr lang="nl-NL" b="1" dirty="0" err="1"/>
              <a:t>Subproblem</a:t>
            </a:r>
            <a:r>
              <a:rPr lang="nl-NL" dirty="0"/>
              <a:t> #1: Check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nl-NL" dirty="0"/>
              <a:t> </a:t>
            </a:r>
            <a:r>
              <a:rPr lang="nl-NL" dirty="0" err="1"/>
              <a:t>expression</a:t>
            </a:r>
            <a:r>
              <a:rPr lang="nl-NL" dirty="0"/>
              <a:t> is or integer or </a:t>
            </a:r>
            <a:r>
              <a:rPr lang="nl-NL"/>
              <a:t>more complex</a:t>
            </a:r>
            <a:r>
              <a:rPr lang="nl-NL" dirty="0"/>
              <a:t>.</a:t>
            </a:r>
          </a:p>
          <a:p>
            <a:pPr lvl="1"/>
            <a:r>
              <a:rPr lang="nl-NL" b="1" dirty="0" err="1"/>
              <a:t>Subproblem</a:t>
            </a:r>
            <a:r>
              <a:rPr lang="nl-NL" dirty="0"/>
              <a:t> #2: </a:t>
            </a:r>
            <a:r>
              <a:rPr lang="nl-NL" b="1" dirty="0"/>
              <a:t>Read </a:t>
            </a:r>
            <a:r>
              <a:rPr lang="nl-NL" b="1" dirty="0" err="1"/>
              <a:t>left</a:t>
            </a:r>
            <a:r>
              <a:rPr lang="nl-NL" b="1" dirty="0"/>
              <a:t> </a:t>
            </a:r>
            <a:r>
              <a:rPr lang="nl-NL" b="1" dirty="0" err="1"/>
              <a:t>expression</a:t>
            </a:r>
            <a:r>
              <a:rPr lang="nl-NL" b="1" dirty="0"/>
              <a:t> </a:t>
            </a:r>
            <a:r>
              <a:rPr lang="nl-NL" b="1" dirty="0" err="1"/>
              <a:t>operand</a:t>
            </a:r>
            <a:endParaRPr lang="nl-NL" dirty="0"/>
          </a:p>
          <a:p>
            <a:pPr lvl="1"/>
            <a:r>
              <a:rPr lang="nl-NL" b="1" dirty="0" err="1"/>
              <a:t>Subproblem</a:t>
            </a:r>
            <a:r>
              <a:rPr lang="nl-NL" dirty="0"/>
              <a:t> #3: </a:t>
            </a:r>
            <a:r>
              <a:rPr lang="nl-NL" b="1" dirty="0"/>
              <a:t>Read right </a:t>
            </a:r>
            <a:r>
              <a:rPr lang="nl-NL" b="1" dirty="0" err="1"/>
              <a:t>expression</a:t>
            </a:r>
            <a:r>
              <a:rPr lang="nl-NL" b="1" dirty="0"/>
              <a:t> </a:t>
            </a:r>
            <a:r>
              <a:rPr lang="nl-NL" b="1" dirty="0" err="1"/>
              <a:t>operand</a:t>
            </a:r>
            <a:endParaRPr lang="nl-NL" b="1" dirty="0"/>
          </a:p>
          <a:p>
            <a:pPr lvl="1"/>
            <a:r>
              <a:rPr lang="nl-NL" b="1" dirty="0" err="1"/>
              <a:t>Subproblem</a:t>
            </a:r>
            <a:r>
              <a:rPr lang="nl-NL" b="1" dirty="0"/>
              <a:t> #4: </a:t>
            </a:r>
            <a:r>
              <a:rPr lang="nl-NL" b="1" dirty="0" err="1"/>
              <a:t>Compute</a:t>
            </a:r>
            <a:r>
              <a:rPr lang="nl-NL" b="1" dirty="0"/>
              <a:t> </a:t>
            </a:r>
            <a:r>
              <a:rPr lang="nl-NL" b="1" dirty="0" err="1"/>
              <a:t>result</a:t>
            </a:r>
            <a:endParaRPr lang="nl-NL" b="1" dirty="0"/>
          </a:p>
          <a:p>
            <a:pPr lvl="1"/>
            <a:endParaRPr lang="nl-NL" dirty="0"/>
          </a:p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implement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?</a:t>
            </a:r>
          </a:p>
          <a:p>
            <a:pPr lvl="1"/>
            <a:r>
              <a:rPr lang="nl-NL" dirty="0" err="1"/>
              <a:t>Try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yourself</a:t>
            </a:r>
            <a:r>
              <a:rPr lang="nl-NL" dirty="0"/>
              <a:t>! (</a:t>
            </a:r>
            <a:r>
              <a:rPr lang="nl-NL" dirty="0" err="1"/>
              <a:t>Assignment</a:t>
            </a:r>
            <a:r>
              <a:rPr lang="nl-NL" dirty="0"/>
              <a:t> 2)</a:t>
            </a:r>
          </a:p>
        </p:txBody>
      </p:sp>
      <p:sp>
        <p:nvSpPr>
          <p:cNvPr id="5" name="Callout: Left Arrow 4">
            <a:extLst>
              <a:ext uri="{FF2B5EF4-FFF2-40B4-BE49-F238E27FC236}">
                <a16:creationId xmlns:a16="http://schemas.microsoft.com/office/drawing/2014/main" id="{C69D5600-7E7E-3072-B4A0-757C18EE9C38}"/>
              </a:ext>
            </a:extLst>
          </p:cNvPr>
          <p:cNvSpPr/>
          <p:nvPr/>
        </p:nvSpPr>
        <p:spPr>
          <a:xfrm>
            <a:off x="5917324" y="4069645"/>
            <a:ext cx="2785243" cy="26846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5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Recursion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A296254D-79ED-A88A-453C-3EFD0723612A}"/>
              </a:ext>
            </a:extLst>
          </p:cNvPr>
          <p:cNvSpPr/>
          <p:nvPr/>
        </p:nvSpPr>
        <p:spPr>
          <a:xfrm>
            <a:off x="6096000" y="4443984"/>
            <a:ext cx="4140725" cy="29204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487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Recursion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" name="Callout: Left Arrow 6">
            <a:extLst>
              <a:ext uri="{FF2B5EF4-FFF2-40B4-BE49-F238E27FC236}">
                <a16:creationId xmlns:a16="http://schemas.microsoft.com/office/drawing/2014/main" id="{73E3C61D-B9EF-8D53-E389-C47B78377C28}"/>
              </a:ext>
            </a:extLst>
          </p:cNvPr>
          <p:cNvSpPr/>
          <p:nvPr/>
        </p:nvSpPr>
        <p:spPr>
          <a:xfrm>
            <a:off x="8166362" y="3671724"/>
            <a:ext cx="2620651" cy="29204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5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Easy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C432E03E-802A-70F1-7ECF-3586534AA33F}"/>
              </a:ext>
            </a:extLst>
          </p:cNvPr>
          <p:cNvSpPr/>
          <p:nvPr/>
        </p:nvSpPr>
        <p:spPr>
          <a:xfrm>
            <a:off x="4775217" y="4841905"/>
            <a:ext cx="2620651" cy="29204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15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Easy</a:t>
            </a:r>
          </a:p>
        </p:txBody>
      </p:sp>
    </p:spTree>
    <p:extLst>
      <p:ext uri="{BB962C8B-B14F-4D97-AF65-F5344CB8AC3E}">
        <p14:creationId xmlns:p14="http://schemas.microsoft.com/office/powerpoint/2010/main" val="131585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B2C93-DF06-A174-1336-DA3F711F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BAF691-579D-4EA0-E5CD-E7300B50E54E}"/>
              </a:ext>
            </a:extLst>
          </p:cNvPr>
          <p:cNvSpPr/>
          <p:nvPr/>
        </p:nvSpPr>
        <p:spPr>
          <a:xfrm>
            <a:off x="4784316" y="4083113"/>
            <a:ext cx="133024" cy="1942156"/>
          </a:xfrm>
          <a:prstGeom prst="rect">
            <a:avLst/>
          </a:prstGeom>
          <a:solidFill>
            <a:srgbClr val="A59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01D41F-9769-3762-4567-5C419A6852EF}"/>
              </a:ext>
            </a:extLst>
          </p:cNvPr>
          <p:cNvSpPr/>
          <p:nvPr/>
        </p:nvSpPr>
        <p:spPr>
          <a:xfrm>
            <a:off x="6793675" y="4083113"/>
            <a:ext cx="133024" cy="1942156"/>
          </a:xfrm>
          <a:prstGeom prst="rect">
            <a:avLst/>
          </a:prstGeom>
          <a:solidFill>
            <a:srgbClr val="A59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40EDF-1973-F5AC-0E26-27D60A83603C}"/>
              </a:ext>
            </a:extLst>
          </p:cNvPr>
          <p:cNvSpPr/>
          <p:nvPr/>
        </p:nvSpPr>
        <p:spPr>
          <a:xfrm>
            <a:off x="2708445" y="4083113"/>
            <a:ext cx="133024" cy="1942156"/>
          </a:xfrm>
          <a:prstGeom prst="rect">
            <a:avLst/>
          </a:prstGeom>
          <a:solidFill>
            <a:srgbClr val="A59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87D7D4-318F-EDEF-92EB-A7D9756B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Towers of Hanoi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669AAF-B746-BA95-9E45-44B44FE9A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10890928" cy="109728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Move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discs,one</a:t>
                </a:r>
                <a:r>
                  <a:rPr lang="nl-NL" dirty="0"/>
                  <a:t> at a time </a:t>
                </a:r>
                <a:r>
                  <a:rPr lang="nl-NL" dirty="0" err="1"/>
                  <a:t>from</a:t>
                </a:r>
                <a:r>
                  <a:rPr lang="nl-NL" dirty="0"/>
                  <a:t> peg </a:t>
                </a:r>
                <a:r>
                  <a:rPr lang="nl-NL" b="1" dirty="0"/>
                  <a:t>A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peg </a:t>
                </a:r>
                <a:r>
                  <a:rPr lang="nl-NL" b="1" dirty="0"/>
                  <a:t>C</a:t>
                </a:r>
              </a:p>
              <a:p>
                <a:r>
                  <a:rPr lang="nl-NL" dirty="0" err="1"/>
                  <a:t>Can’t</a:t>
                </a:r>
                <a:r>
                  <a:rPr lang="nl-NL" dirty="0"/>
                  <a:t> </a:t>
                </a:r>
                <a:r>
                  <a:rPr lang="nl-NL" dirty="0" err="1"/>
                  <a:t>place</a:t>
                </a:r>
                <a:r>
                  <a:rPr lang="nl-NL" dirty="0"/>
                  <a:t> a </a:t>
                </a:r>
                <a:r>
                  <a:rPr lang="nl-NL" dirty="0" err="1"/>
                  <a:t>larger</a:t>
                </a:r>
                <a:r>
                  <a:rPr lang="nl-NL" dirty="0"/>
                  <a:t> disc on a smaller </a:t>
                </a:r>
                <a:r>
                  <a:rPr lang="nl-NL" dirty="0" err="1"/>
                  <a:t>one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669AAF-B746-BA95-9E45-44B44FE9A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10890928" cy="1097280"/>
              </a:xfrm>
              <a:blipFill>
                <a:blip r:embed="rId2"/>
                <a:stretch>
                  <a:fillRect l="-336" t="-55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argest Disc">
            <a:extLst>
              <a:ext uri="{FF2B5EF4-FFF2-40B4-BE49-F238E27FC236}">
                <a16:creationId xmlns:a16="http://schemas.microsoft.com/office/drawing/2014/main" id="{6A1F5CAC-CAE8-7150-DA2F-722F4312F6A2}"/>
              </a:ext>
            </a:extLst>
          </p:cNvPr>
          <p:cNvSpPr/>
          <p:nvPr/>
        </p:nvSpPr>
        <p:spPr>
          <a:xfrm>
            <a:off x="1922259" y="5672844"/>
            <a:ext cx="1708181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Middle disc">
            <a:extLst>
              <a:ext uri="{FF2B5EF4-FFF2-40B4-BE49-F238E27FC236}">
                <a16:creationId xmlns:a16="http://schemas.microsoft.com/office/drawing/2014/main" id="{1EA117C1-8AC1-5F1C-BC5E-07200614B265}"/>
              </a:ext>
            </a:extLst>
          </p:cNvPr>
          <p:cNvSpPr/>
          <p:nvPr/>
        </p:nvSpPr>
        <p:spPr>
          <a:xfrm>
            <a:off x="2191379" y="5320419"/>
            <a:ext cx="1169937" cy="3524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Smallest disc">
            <a:extLst>
              <a:ext uri="{FF2B5EF4-FFF2-40B4-BE49-F238E27FC236}">
                <a16:creationId xmlns:a16="http://schemas.microsoft.com/office/drawing/2014/main" id="{7AAC2976-816C-5F6D-8FF2-D2985708EDB9}"/>
              </a:ext>
            </a:extLst>
          </p:cNvPr>
          <p:cNvSpPr/>
          <p:nvPr/>
        </p:nvSpPr>
        <p:spPr>
          <a:xfrm>
            <a:off x="2446649" y="4967994"/>
            <a:ext cx="65939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F16E3B-F751-1AED-3CF9-F840949B8C58}"/>
              </a:ext>
            </a:extLst>
          </p:cNvPr>
          <p:cNvSpPr/>
          <p:nvPr/>
        </p:nvSpPr>
        <p:spPr>
          <a:xfrm>
            <a:off x="499621" y="6025269"/>
            <a:ext cx="8061941" cy="1800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1BF6DE-3689-83B1-9C36-14881DB5AC18}"/>
              </a:ext>
            </a:extLst>
          </p:cNvPr>
          <p:cNvSpPr txBox="1"/>
          <p:nvPr/>
        </p:nvSpPr>
        <p:spPr>
          <a:xfrm>
            <a:off x="2599268" y="6205300"/>
            <a:ext cx="351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b="1" dirty="0"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E16A36-33EC-FBB0-AEEB-72CE938F0256}"/>
              </a:ext>
            </a:extLst>
          </p:cNvPr>
          <p:cNvSpPr txBox="1"/>
          <p:nvPr/>
        </p:nvSpPr>
        <p:spPr>
          <a:xfrm>
            <a:off x="4675139" y="6205300"/>
            <a:ext cx="351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b="1" dirty="0"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77E67-6A9E-0842-1DCE-A9D14C0CC376}"/>
              </a:ext>
            </a:extLst>
          </p:cNvPr>
          <p:cNvSpPr txBox="1"/>
          <p:nvPr/>
        </p:nvSpPr>
        <p:spPr>
          <a:xfrm>
            <a:off x="6677284" y="6205300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b="1" dirty="0"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482A42B4-BD5E-FF03-3E0F-BF5D3D4CF25E}"/>
              </a:ext>
            </a:extLst>
          </p:cNvPr>
          <p:cNvSpPr/>
          <p:nvPr/>
        </p:nvSpPr>
        <p:spPr>
          <a:xfrm>
            <a:off x="8201608" y="2855167"/>
            <a:ext cx="3461657" cy="2769992"/>
          </a:xfrm>
          <a:prstGeom prst="wedgeEllipseCallout">
            <a:avLst>
              <a:gd name="adj1" fmla="val 53291"/>
              <a:gd name="adj2" fmla="val 8540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Now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write</a:t>
            </a:r>
            <a:r>
              <a:rPr lang="nl-NL" dirty="0">
                <a:latin typeface="Aptos" panose="020B0004020202020204" pitchFamily="34" charset="0"/>
              </a:rPr>
              <a:t> a program </a:t>
            </a:r>
            <a:r>
              <a:rPr lang="nl-NL" dirty="0" err="1">
                <a:latin typeface="Aptos" panose="020B0004020202020204" pitchFamily="34" charset="0"/>
              </a:rPr>
              <a:t>that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solves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problem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for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b="1" dirty="0" err="1">
                <a:latin typeface="Aptos" panose="020B0004020202020204" pitchFamily="34" charset="0"/>
              </a:rPr>
              <a:t>any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number</a:t>
            </a:r>
            <a:r>
              <a:rPr lang="nl-NL" dirty="0">
                <a:latin typeface="Aptos" panose="020B0004020202020204" pitchFamily="34" charset="0"/>
              </a:rPr>
              <a:t> of discs!</a:t>
            </a:r>
          </a:p>
        </p:txBody>
      </p:sp>
    </p:spTree>
    <p:extLst>
      <p:ext uri="{BB962C8B-B14F-4D97-AF65-F5344CB8AC3E}">
        <p14:creationId xmlns:p14="http://schemas.microsoft.com/office/powerpoint/2010/main" val="375502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022E-16 L -4.375E-6 -0.1893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0.18935 L 0.3349 -0.18935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8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49 -0.18935 L 0.3349 0.1037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11111E-6 L 0.00013 -0.24074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24074 L 0.17018 -0.24074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63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19 -0.24074 L 0.17018 0.05139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1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49 0.1037 L 0.3349 -0.18935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" y="-1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49 -0.18935 L 0.17005 -0.18935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16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06 -0.18935 L 0.17005 0.05139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4.58333E-6 -0.2921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-1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0.29213 L 0.3349 -0.29213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8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49 -0.29213 L 0.3349 0.00093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4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06 0.05139 L 0.17005 -0.18935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-1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5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06 -0.18935 L 4.58333E-6 -0.18935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9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42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0.18935 L -2.91667E-6 0.10278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19 0.05139 L 0.17018 -0.24074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-1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63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19 -0.24074 L 0.33502 -0.24074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503 -0.24074 L 0.3349 0.00093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4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0.10278 L 4.58333E-6 -0.18935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-1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63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0.18935 L 0.3349 -0.18935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8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42" presetClass="path" presetSubtype="0" accel="50000" decel="5000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49 -0.18935 L 0.33477 0.00092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6" grpId="8" animBg="1"/>
      <p:bldP spid="6" grpId="9" animBg="1"/>
      <p:bldP spid="6" grpId="10" animBg="1"/>
      <p:bldP spid="6" grpId="11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3607-8092-F44C-058B-ADE7A5E7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D273AB95-97E4-5BA9-EDC3-E39C80FCB15D}"/>
              </a:ext>
            </a:extLst>
          </p:cNvPr>
          <p:cNvSpPr/>
          <p:nvPr/>
        </p:nvSpPr>
        <p:spPr>
          <a:xfrm>
            <a:off x="480595" y="2434975"/>
            <a:ext cx="5453453" cy="4389119"/>
          </a:xfrm>
          <a:prstGeom prst="roundRect">
            <a:avLst>
              <a:gd name="adj" fmla="val 6572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E51FAD6-D54C-E28A-FE63-0594CDE4A408}"/>
              </a:ext>
            </a:extLst>
          </p:cNvPr>
          <p:cNvSpPr/>
          <p:nvPr/>
        </p:nvSpPr>
        <p:spPr>
          <a:xfrm>
            <a:off x="6274112" y="2434974"/>
            <a:ext cx="5160602" cy="4389119"/>
          </a:xfrm>
          <a:prstGeom prst="roundRect">
            <a:avLst>
              <a:gd name="adj" fmla="val 6572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10A3646-345E-D325-4B12-F5BF716C9A49}"/>
              </a:ext>
            </a:extLst>
          </p:cNvPr>
          <p:cNvGrpSpPr/>
          <p:nvPr/>
        </p:nvGrpSpPr>
        <p:grpSpPr>
          <a:xfrm>
            <a:off x="640079" y="5020000"/>
            <a:ext cx="4898705" cy="1463564"/>
            <a:chOff x="1742883" y="4482914"/>
            <a:chExt cx="4898705" cy="14635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E53883-8013-BEB2-E9C1-2054BDB5F698}"/>
                </a:ext>
              </a:extLst>
            </p:cNvPr>
            <p:cNvSpPr/>
            <p:nvPr/>
          </p:nvSpPr>
          <p:spPr>
            <a:xfrm>
              <a:off x="4146517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7E6090-FFD1-2E78-651E-39C96493B9F7}"/>
                </a:ext>
              </a:extLst>
            </p:cNvPr>
            <p:cNvSpPr/>
            <p:nvPr/>
          </p:nvSpPr>
          <p:spPr>
            <a:xfrm>
              <a:off x="2640914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7CE107-9159-4F55-F9BD-85F2F5471A08}"/>
                </a:ext>
              </a:extLst>
            </p:cNvPr>
            <p:cNvSpPr/>
            <p:nvPr/>
          </p:nvSpPr>
          <p:spPr>
            <a:xfrm>
              <a:off x="1742883" y="5852301"/>
              <a:ext cx="4898705" cy="9417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B57C45E-A37C-7528-119E-ED17B5BDACD9}"/>
                </a:ext>
              </a:extLst>
            </p:cNvPr>
            <p:cNvSpPr/>
            <p:nvPr/>
          </p:nvSpPr>
          <p:spPr>
            <a:xfrm>
              <a:off x="5652120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D94D66-AA6F-8EB2-E175-77436FDF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Towers of Hanoi – Move N discs </a:t>
            </a:r>
            <a:r>
              <a:rPr lang="nl-NL" b="0" dirty="0" err="1"/>
              <a:t>from</a:t>
            </a:r>
            <a:r>
              <a:rPr lang="nl-NL" b="0" dirty="0"/>
              <a:t> A </a:t>
            </a:r>
            <a:r>
              <a:rPr lang="nl-NL" b="0" dirty="0" err="1"/>
              <a:t>to</a:t>
            </a:r>
            <a:r>
              <a:rPr lang="nl-NL" b="0" dirty="0"/>
              <a:t> C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22ED7-AD55-61C4-D9A6-5D653DED62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633471"/>
                <a:ext cx="5382029" cy="144964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nl-NL" dirty="0">
                    <a:latin typeface="Aptos" panose="020B0004020202020204" pitchFamily="34" charset="0"/>
                  </a:rPr>
                  <a:t>Approach A</a:t>
                </a:r>
              </a:p>
              <a:p>
                <a:pPr lvl="1"/>
                <a:r>
                  <a:rPr lang="nl-NL" dirty="0" err="1"/>
                  <a:t>Subproblem</a:t>
                </a:r>
                <a:r>
                  <a:rPr lang="nl-NL" dirty="0"/>
                  <a:t>: move </a:t>
                </a:r>
                <a:r>
                  <a:rPr lang="nl-NL" b="1" dirty="0"/>
                  <a:t>top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 – 1</m:t>
                    </m:r>
                  </m:oMath>
                </a14:m>
                <a:r>
                  <a:rPr lang="nl-NL" dirty="0"/>
                  <a:t> discs </a:t>
                </a:r>
                <a:r>
                  <a:rPr lang="nl-NL" dirty="0" err="1"/>
                  <a:t>from</a:t>
                </a:r>
                <a:r>
                  <a:rPr lang="nl-NL" dirty="0"/>
                  <a:t> A </a:t>
                </a:r>
                <a:r>
                  <a:rPr lang="nl-NL" dirty="0" err="1"/>
                  <a:t>to</a:t>
                </a:r>
                <a:r>
                  <a:rPr lang="nl-NL" dirty="0"/>
                  <a:t> B</a:t>
                </a:r>
              </a:p>
              <a:p>
                <a:pPr lvl="1"/>
                <a:r>
                  <a:rPr lang="nl-NL" dirty="0"/>
                  <a:t>Move </a:t>
                </a:r>
                <a:r>
                  <a:rPr lang="nl-NL" dirty="0" err="1"/>
                  <a:t>largest</a:t>
                </a:r>
                <a:r>
                  <a:rPr lang="nl-NL" dirty="0"/>
                  <a:t> disc </a:t>
                </a:r>
                <a:r>
                  <a:rPr lang="nl-NL" dirty="0" err="1"/>
                  <a:t>from</a:t>
                </a:r>
                <a:r>
                  <a:rPr lang="nl-NL" dirty="0"/>
                  <a:t> A </a:t>
                </a:r>
                <a:r>
                  <a:rPr lang="nl-NL" dirty="0" err="1"/>
                  <a:t>to</a:t>
                </a:r>
                <a:r>
                  <a:rPr lang="nl-NL" dirty="0"/>
                  <a:t> C</a:t>
                </a:r>
              </a:p>
              <a:p>
                <a:pPr lvl="1"/>
                <a:r>
                  <a:rPr lang="nl-NL" dirty="0" err="1"/>
                  <a:t>Subproblem</a:t>
                </a:r>
                <a:r>
                  <a:rPr lang="nl-NL" dirty="0"/>
                  <a:t>: Move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 – 1</m:t>
                    </m:r>
                  </m:oMath>
                </a14:m>
                <a:r>
                  <a:rPr lang="nl-NL" dirty="0"/>
                  <a:t> discs </a:t>
                </a:r>
                <a:r>
                  <a:rPr lang="nl-NL" dirty="0" err="1"/>
                  <a:t>from</a:t>
                </a:r>
                <a:r>
                  <a:rPr lang="nl-NL" dirty="0"/>
                  <a:t> B </a:t>
                </a:r>
                <a:r>
                  <a:rPr lang="nl-NL" dirty="0" err="1"/>
                  <a:t>to</a:t>
                </a:r>
                <a:r>
                  <a:rPr lang="nl-NL" dirty="0"/>
                  <a:t> 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22ED7-AD55-61C4-D9A6-5D653DED6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633471"/>
                <a:ext cx="5382029" cy="1449641"/>
              </a:xfrm>
              <a:blipFill>
                <a:blip r:embed="rId2"/>
                <a:stretch>
                  <a:fillRect l="-453" t="-1261" b="-420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4D11854-0F53-ABD4-FF83-FD8104C894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60942" y="2633470"/>
                <a:ext cx="4951828" cy="14496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87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3776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87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87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51560" indent="-28575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87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87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dirty="0">
                    <a:latin typeface="Aptos" panose="020B0004020202020204" pitchFamily="34" charset="0"/>
                  </a:rPr>
                  <a:t>Approach B</a:t>
                </a:r>
              </a:p>
              <a:p>
                <a:pPr lvl="1"/>
                <a:r>
                  <a:rPr lang="nl-NL" dirty="0"/>
                  <a:t>Move </a:t>
                </a:r>
                <a:r>
                  <a:rPr lang="nl-NL" b="1" dirty="0"/>
                  <a:t>top</a:t>
                </a:r>
                <a:r>
                  <a:rPr lang="nl-NL" dirty="0"/>
                  <a:t> disc </a:t>
                </a:r>
                <a:r>
                  <a:rPr lang="nl-NL" dirty="0" err="1"/>
                  <a:t>from</a:t>
                </a:r>
                <a:r>
                  <a:rPr lang="nl-NL" dirty="0"/>
                  <a:t> A </a:t>
                </a:r>
                <a:r>
                  <a:rPr lang="nl-NL" dirty="0" err="1"/>
                  <a:t>to</a:t>
                </a:r>
                <a:r>
                  <a:rPr lang="nl-NL" dirty="0"/>
                  <a:t> B</a:t>
                </a:r>
              </a:p>
              <a:p>
                <a:pPr lvl="1"/>
                <a:r>
                  <a:rPr lang="nl-NL" dirty="0" err="1"/>
                  <a:t>Subproblem</a:t>
                </a:r>
                <a:r>
                  <a:rPr lang="nl-NL" dirty="0"/>
                  <a:t>: Move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 – 1</m:t>
                    </m:r>
                  </m:oMath>
                </a14:m>
                <a:r>
                  <a:rPr lang="nl-NL" dirty="0"/>
                  <a:t> discs </a:t>
                </a:r>
                <a:r>
                  <a:rPr lang="nl-NL" dirty="0" err="1"/>
                  <a:t>from</a:t>
                </a:r>
                <a:r>
                  <a:rPr lang="nl-NL" dirty="0"/>
                  <a:t> A </a:t>
                </a:r>
                <a:r>
                  <a:rPr lang="nl-NL" dirty="0" err="1"/>
                  <a:t>to</a:t>
                </a:r>
                <a:r>
                  <a:rPr lang="nl-NL" dirty="0"/>
                  <a:t> C</a:t>
                </a:r>
              </a:p>
              <a:p>
                <a:pPr lvl="1"/>
                <a:r>
                  <a:rPr lang="nl-NL" dirty="0"/>
                  <a:t>Move top disc </a:t>
                </a:r>
                <a:r>
                  <a:rPr lang="nl-NL" dirty="0" err="1"/>
                  <a:t>from</a:t>
                </a:r>
                <a:r>
                  <a:rPr lang="nl-NL" dirty="0"/>
                  <a:t> B </a:t>
                </a:r>
                <a:r>
                  <a:rPr lang="nl-NL" dirty="0" err="1"/>
                  <a:t>to</a:t>
                </a:r>
                <a:r>
                  <a:rPr lang="nl-NL" dirty="0"/>
                  <a:t> C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4D11854-0F53-ABD4-FF83-FD8104C89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942" y="2633470"/>
                <a:ext cx="4951828" cy="1449641"/>
              </a:xfrm>
              <a:prstGeom prst="rect">
                <a:avLst/>
              </a:prstGeom>
              <a:blipFill>
                <a:blip r:embed="rId3"/>
                <a:stretch>
                  <a:fillRect l="-492" t="-1261" b="-420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84FA4AD-8EBB-9A89-78B1-48317D1A33D0}"/>
              </a:ext>
            </a:extLst>
          </p:cNvPr>
          <p:cNvGrpSpPr/>
          <p:nvPr/>
        </p:nvGrpSpPr>
        <p:grpSpPr>
          <a:xfrm>
            <a:off x="6414065" y="5020000"/>
            <a:ext cx="4898705" cy="1463564"/>
            <a:chOff x="1742883" y="4482914"/>
            <a:chExt cx="4898705" cy="146356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C3EA4B9-74F0-6584-EA5E-F6A1A6437430}"/>
                </a:ext>
              </a:extLst>
            </p:cNvPr>
            <p:cNvSpPr/>
            <p:nvPr/>
          </p:nvSpPr>
          <p:spPr>
            <a:xfrm>
              <a:off x="4146517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3CD1BE-55DC-219F-B619-74BD03C31D1E}"/>
                </a:ext>
              </a:extLst>
            </p:cNvPr>
            <p:cNvSpPr/>
            <p:nvPr/>
          </p:nvSpPr>
          <p:spPr>
            <a:xfrm>
              <a:off x="2640914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97B6F0-2967-31F8-17A7-4573728440E5}"/>
                </a:ext>
              </a:extLst>
            </p:cNvPr>
            <p:cNvSpPr/>
            <p:nvPr/>
          </p:nvSpPr>
          <p:spPr>
            <a:xfrm>
              <a:off x="1742883" y="5852301"/>
              <a:ext cx="4898705" cy="9417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B80D757-0B05-B69E-6754-EDAD00903EED}"/>
                </a:ext>
              </a:extLst>
            </p:cNvPr>
            <p:cNvSpPr/>
            <p:nvPr/>
          </p:nvSpPr>
          <p:spPr>
            <a:xfrm>
              <a:off x="5652120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79" name="Top 3">
            <a:extLst>
              <a:ext uri="{FF2B5EF4-FFF2-40B4-BE49-F238E27FC236}">
                <a16:creationId xmlns:a16="http://schemas.microsoft.com/office/drawing/2014/main" id="{D6746266-8E7F-6287-2847-BAD77B813D72}"/>
              </a:ext>
            </a:extLst>
          </p:cNvPr>
          <p:cNvGrpSpPr/>
          <p:nvPr/>
        </p:nvGrpSpPr>
        <p:grpSpPr>
          <a:xfrm>
            <a:off x="1035591" y="5368850"/>
            <a:ext cx="1050756" cy="758398"/>
            <a:chOff x="1035591" y="4878656"/>
            <a:chExt cx="1050756" cy="758398"/>
          </a:xfrm>
        </p:grpSpPr>
        <p:sp>
          <p:nvSpPr>
            <p:cNvPr id="4" name="Largest Disc A">
              <a:extLst>
                <a:ext uri="{FF2B5EF4-FFF2-40B4-BE49-F238E27FC236}">
                  <a16:creationId xmlns:a16="http://schemas.microsoft.com/office/drawing/2014/main" id="{361A5288-EF55-CB8C-11E2-2CF29CAFC33E}"/>
                </a:ext>
              </a:extLst>
            </p:cNvPr>
            <p:cNvSpPr/>
            <p:nvPr/>
          </p:nvSpPr>
          <p:spPr>
            <a:xfrm>
              <a:off x="1035591" y="5398180"/>
              <a:ext cx="1050756" cy="2388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" name="Middle disc">
              <a:extLst>
                <a:ext uri="{FF2B5EF4-FFF2-40B4-BE49-F238E27FC236}">
                  <a16:creationId xmlns:a16="http://schemas.microsoft.com/office/drawing/2014/main" id="{0D318A90-E19B-3A09-EB63-1F9EE4EE13B5}"/>
                </a:ext>
              </a:extLst>
            </p:cNvPr>
            <p:cNvSpPr/>
            <p:nvPr/>
          </p:nvSpPr>
          <p:spPr>
            <a:xfrm>
              <a:off x="1198044" y="5138418"/>
              <a:ext cx="725850" cy="24432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" name="Smallest disc">
              <a:extLst>
                <a:ext uri="{FF2B5EF4-FFF2-40B4-BE49-F238E27FC236}">
                  <a16:creationId xmlns:a16="http://schemas.microsoft.com/office/drawing/2014/main" id="{6F4DDAD2-79B3-4E6F-ED44-164D0D877502}"/>
                </a:ext>
              </a:extLst>
            </p:cNvPr>
            <p:cNvSpPr/>
            <p:nvPr/>
          </p:nvSpPr>
          <p:spPr>
            <a:xfrm>
              <a:off x="1378624" y="4878656"/>
              <a:ext cx="364690" cy="24432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67" name="Bottom">
            <a:extLst>
              <a:ext uri="{FF2B5EF4-FFF2-40B4-BE49-F238E27FC236}">
                <a16:creationId xmlns:a16="http://schemas.microsoft.com/office/drawing/2014/main" id="{5AA4B55A-65A1-4A97-60B8-7C47B219C75E}"/>
              </a:ext>
            </a:extLst>
          </p:cNvPr>
          <p:cNvSpPr/>
          <p:nvPr/>
        </p:nvSpPr>
        <p:spPr>
          <a:xfrm>
            <a:off x="890494" y="6142683"/>
            <a:ext cx="1340951" cy="23887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7" name="Top">
            <a:extLst>
              <a:ext uri="{FF2B5EF4-FFF2-40B4-BE49-F238E27FC236}">
                <a16:creationId xmlns:a16="http://schemas.microsoft.com/office/drawing/2014/main" id="{190B4464-9AD5-EE15-3A42-9F8526819F13}"/>
              </a:ext>
            </a:extLst>
          </p:cNvPr>
          <p:cNvSpPr/>
          <p:nvPr/>
        </p:nvSpPr>
        <p:spPr>
          <a:xfrm>
            <a:off x="7152609" y="5368850"/>
            <a:ext cx="364690" cy="24432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80" name="Bottom 3">
            <a:extLst>
              <a:ext uri="{FF2B5EF4-FFF2-40B4-BE49-F238E27FC236}">
                <a16:creationId xmlns:a16="http://schemas.microsoft.com/office/drawing/2014/main" id="{5DCC5039-7428-AA15-1B09-D193B9B9B1A1}"/>
              </a:ext>
            </a:extLst>
          </p:cNvPr>
          <p:cNvGrpSpPr/>
          <p:nvPr/>
        </p:nvGrpSpPr>
        <p:grpSpPr>
          <a:xfrm>
            <a:off x="6664479" y="5628612"/>
            <a:ext cx="1340951" cy="752945"/>
            <a:chOff x="6664479" y="5138418"/>
            <a:chExt cx="1340951" cy="752945"/>
          </a:xfrm>
        </p:grpSpPr>
        <p:sp>
          <p:nvSpPr>
            <p:cNvPr id="75" name="Largest Disc A">
              <a:extLst>
                <a:ext uri="{FF2B5EF4-FFF2-40B4-BE49-F238E27FC236}">
                  <a16:creationId xmlns:a16="http://schemas.microsoft.com/office/drawing/2014/main" id="{F1CFA173-1CAE-EFA3-FCFD-DEAF7538DF43}"/>
                </a:ext>
              </a:extLst>
            </p:cNvPr>
            <p:cNvSpPr/>
            <p:nvPr/>
          </p:nvSpPr>
          <p:spPr>
            <a:xfrm>
              <a:off x="6809576" y="5398180"/>
              <a:ext cx="1050756" cy="2388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Middle disc">
              <a:extLst>
                <a:ext uri="{FF2B5EF4-FFF2-40B4-BE49-F238E27FC236}">
                  <a16:creationId xmlns:a16="http://schemas.microsoft.com/office/drawing/2014/main" id="{9373BDC4-F027-40E8-9DBA-7F41938B4397}"/>
                </a:ext>
              </a:extLst>
            </p:cNvPr>
            <p:cNvSpPr/>
            <p:nvPr/>
          </p:nvSpPr>
          <p:spPr>
            <a:xfrm>
              <a:off x="6972029" y="5138418"/>
              <a:ext cx="725850" cy="24432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Largest Disc A">
              <a:extLst>
                <a:ext uri="{FF2B5EF4-FFF2-40B4-BE49-F238E27FC236}">
                  <a16:creationId xmlns:a16="http://schemas.microsoft.com/office/drawing/2014/main" id="{4A3D44DE-D128-44A6-1264-082C8A6BBE68}"/>
                </a:ext>
              </a:extLst>
            </p:cNvPr>
            <p:cNvSpPr/>
            <p:nvPr/>
          </p:nvSpPr>
          <p:spPr>
            <a:xfrm>
              <a:off x="6664479" y="5652489"/>
              <a:ext cx="1340951" cy="238874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F62011B-EBF7-620A-C8E2-19FC3943025E}"/>
              </a:ext>
            </a:extLst>
          </p:cNvPr>
          <p:cNvGrpSpPr/>
          <p:nvPr/>
        </p:nvGrpSpPr>
        <p:grpSpPr>
          <a:xfrm>
            <a:off x="1391936" y="6453206"/>
            <a:ext cx="3363700" cy="400110"/>
            <a:chOff x="1391936" y="6453206"/>
            <a:chExt cx="3363700" cy="400110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E633036-20F6-4D54-8FB9-AB5C06183EDC}"/>
                </a:ext>
              </a:extLst>
            </p:cNvPr>
            <p:cNvSpPr txBox="1"/>
            <p:nvPr/>
          </p:nvSpPr>
          <p:spPr>
            <a:xfrm>
              <a:off x="1391936" y="6453206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FDF0638-1808-F1CA-6A48-224670260B88}"/>
                </a:ext>
              </a:extLst>
            </p:cNvPr>
            <p:cNvSpPr txBox="1"/>
            <p:nvPr/>
          </p:nvSpPr>
          <p:spPr>
            <a:xfrm>
              <a:off x="2890883" y="6453206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EE842E1-C528-9237-8A2A-BAFA907D57AE}"/>
                </a:ext>
              </a:extLst>
            </p:cNvPr>
            <p:cNvSpPr txBox="1"/>
            <p:nvPr/>
          </p:nvSpPr>
          <p:spPr>
            <a:xfrm>
              <a:off x="4389830" y="6453206"/>
              <a:ext cx="3658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C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CEDC03D-339F-AC14-287A-B7741CAD1357}"/>
              </a:ext>
            </a:extLst>
          </p:cNvPr>
          <p:cNvGrpSpPr/>
          <p:nvPr/>
        </p:nvGrpSpPr>
        <p:grpSpPr>
          <a:xfrm>
            <a:off x="7181567" y="6453206"/>
            <a:ext cx="3363700" cy="400110"/>
            <a:chOff x="1391936" y="6453206"/>
            <a:chExt cx="3363700" cy="400110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3E674485-F9C4-6C24-E811-06F163F7BEB6}"/>
                </a:ext>
              </a:extLst>
            </p:cNvPr>
            <p:cNvSpPr txBox="1"/>
            <p:nvPr/>
          </p:nvSpPr>
          <p:spPr>
            <a:xfrm>
              <a:off x="1391936" y="6453206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76951EB-094B-46C4-91CE-690C7B6D237B}"/>
                </a:ext>
              </a:extLst>
            </p:cNvPr>
            <p:cNvSpPr txBox="1"/>
            <p:nvPr/>
          </p:nvSpPr>
          <p:spPr>
            <a:xfrm>
              <a:off x="2890883" y="6453206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BD93477-90AF-D132-8F4C-C573B73F5F05}"/>
                </a:ext>
              </a:extLst>
            </p:cNvPr>
            <p:cNvSpPr txBox="1"/>
            <p:nvPr/>
          </p:nvSpPr>
          <p:spPr>
            <a:xfrm>
              <a:off x="4389830" y="6453206"/>
              <a:ext cx="3658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C</a:t>
              </a:r>
            </a:p>
          </p:txBody>
        </p:sp>
      </p:grpSp>
      <p:sp>
        <p:nvSpPr>
          <p:cNvPr id="128" name="Speech Bubble: Oval 127">
            <a:extLst>
              <a:ext uri="{FF2B5EF4-FFF2-40B4-BE49-F238E27FC236}">
                <a16:creationId xmlns:a16="http://schemas.microsoft.com/office/drawing/2014/main" id="{F2DB43FD-61F0-D9BE-6F76-81A623DA0037}"/>
              </a:ext>
            </a:extLst>
          </p:cNvPr>
          <p:cNvSpPr/>
          <p:nvPr/>
        </p:nvSpPr>
        <p:spPr>
          <a:xfrm>
            <a:off x="4549316" y="3937147"/>
            <a:ext cx="2615704" cy="1175749"/>
          </a:xfrm>
          <a:prstGeom prst="wedgeEllipseCallout">
            <a:avLst>
              <a:gd name="adj1" fmla="val 4080"/>
              <a:gd name="adj2" fmla="val 1811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Which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one</a:t>
            </a:r>
            <a:br>
              <a:rPr lang="nl-NL" dirty="0">
                <a:latin typeface="Aptos" panose="020B0004020202020204" pitchFamily="34" charset="0"/>
              </a:rPr>
            </a:br>
            <a:r>
              <a:rPr lang="nl-NL" dirty="0" err="1">
                <a:latin typeface="Aptos" panose="020B0004020202020204" pitchFamily="34" charset="0"/>
              </a:rPr>
              <a:t>works</a:t>
            </a:r>
            <a:r>
              <a:rPr lang="nl-NL" dirty="0">
                <a:latin typeface="Aptos" panose="020B00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694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44444E-6 L 0.00053 -0.16412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16412 L 0.12331 -0.16412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31 -0.16412 L 0.12331 0.03704 " pathEditMode="relative" rAng="0" ptsTypes="AA">
                                      <p:cBhvr>
                                        <p:cTn id="12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96296E-6 L 0.00053 -0.23912 " pathEditMode="relative" rAng="0" ptsTypes="AA">
                                      <p:cBhvr>
                                        <p:cTn id="1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912 L 0.24675 -0.23912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675 -0.23912 L 0.24662 -2.96296E-6 " pathEditMode="relative" rAng="0" ptsTypes="AA">
                                      <p:cBhvr>
                                        <p:cTn id="22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31 0.03704 L 0.12331 -0.16412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31 -0.16412 L 0.24675 -0.16412 " pathEditMode="relative" rAng="0" ptsTypes="AA">
                                      <p:cBhvr>
                                        <p:cTn id="29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675 -0.16412 L 0.24675 -4.44444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-2.5E-6 -0.12638 " pathEditMode="relative" rAng="0" ptsTypes="AA">
                                      <p:cBhvr>
                                        <p:cTn id="36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12638 L 0.12357 -0.12638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57 -0.12638 L 0.12357 0.11204 " pathEditMode="relative" rAng="0" ptsTypes="AA">
                                      <p:cBhvr>
                                        <p:cTn id="4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-2.5E-6 -0.20138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20138 L 0.24701 -0.20138 " pathEditMode="relative" rAng="0" ptsTypes="AA">
                                      <p:cBhvr>
                                        <p:cTn id="49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01 -0.20138 L 0.24701 -4.44444E-6 " pathEditMode="relative" rAng="0" ptsTypes="AA">
                                      <p:cBhvr>
                                        <p:cTn id="52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57 0.11204 L 0.12357 -0.12638 " pathEditMode="relative" rAng="0" ptsTypes="AA">
                                      <p:cBhvr>
                                        <p:cTn id="56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63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57 -0.12638 L 0.24701 -0.12638 " pathEditMode="relative" rAng="0" ptsTypes="AA">
                                      <p:cBhvr>
                                        <p:cTn id="59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01 -0.12638 L 0.24701 -4.44444E-6 " pathEditMode="relative" rAng="0" ptsTypes="AA">
                                      <p:cBhvr>
                                        <p:cTn id="6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7" grpId="1" animBg="1"/>
      <p:bldP spid="67" grpId="2" animBg="1"/>
      <p:bldP spid="77" grpId="0" animBg="1"/>
      <p:bldP spid="77" grpId="1" animBg="1"/>
      <p:bldP spid="77" grpId="2" animBg="1"/>
      <p:bldP spid="77" grpId="3" animBg="1"/>
      <p:bldP spid="77" grpId="4" animBg="1"/>
      <p:bldP spid="77" grpId="5" animBg="1"/>
      <p:bldP spid="1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CD305-B40A-FD70-4487-660EFF6E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59C8-4285-526D-320D-27C2CE95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Towers of Hanoi – Approach A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29E2-0699-1D31-7370-B398E9CA9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138551" cy="3566160"/>
          </a:xfrm>
        </p:spPr>
        <p:txBody>
          <a:bodyPr>
            <a:normAutofit/>
          </a:bodyPr>
          <a:lstStyle/>
          <a:p>
            <a:r>
              <a:rPr lang="nl-NL" dirty="0" err="1"/>
              <a:t>To</a:t>
            </a:r>
            <a:r>
              <a:rPr lang="nl-NL" dirty="0"/>
              <a:t> move N discs </a:t>
            </a:r>
            <a:r>
              <a:rPr lang="nl-NL" dirty="0" err="1"/>
              <a:t>from</a:t>
            </a:r>
            <a:r>
              <a:rPr lang="nl-NL" dirty="0"/>
              <a:t> peg A </a:t>
            </a:r>
            <a:r>
              <a:rPr lang="nl-NL" dirty="0" err="1"/>
              <a:t>to</a:t>
            </a:r>
            <a:r>
              <a:rPr lang="nl-NL" dirty="0"/>
              <a:t> peg C</a:t>
            </a:r>
          </a:p>
          <a:p>
            <a:pPr lvl="1"/>
            <a:r>
              <a:rPr lang="nl-NL" dirty="0"/>
              <a:t>Move N – 1 discs </a:t>
            </a:r>
            <a:r>
              <a:rPr lang="nl-NL" dirty="0" err="1"/>
              <a:t>from</a:t>
            </a:r>
            <a:r>
              <a:rPr lang="nl-NL" dirty="0"/>
              <a:t> peg A </a:t>
            </a:r>
            <a:r>
              <a:rPr lang="nl-NL" dirty="0" err="1"/>
              <a:t>to</a:t>
            </a:r>
            <a:r>
              <a:rPr lang="nl-NL" dirty="0"/>
              <a:t> peg B</a:t>
            </a:r>
          </a:p>
          <a:p>
            <a:pPr lvl="1"/>
            <a:r>
              <a:rPr lang="nl-NL" dirty="0"/>
              <a:t>Move top disc </a:t>
            </a:r>
            <a:r>
              <a:rPr lang="nl-NL" dirty="0" err="1"/>
              <a:t>from</a:t>
            </a:r>
            <a:r>
              <a:rPr lang="nl-NL" dirty="0"/>
              <a:t> peg A </a:t>
            </a:r>
            <a:r>
              <a:rPr lang="nl-NL" dirty="0" err="1"/>
              <a:t>to</a:t>
            </a:r>
            <a:r>
              <a:rPr lang="nl-NL" dirty="0"/>
              <a:t> peg C</a:t>
            </a:r>
          </a:p>
          <a:p>
            <a:pPr lvl="1"/>
            <a:r>
              <a:rPr lang="nl-NL" dirty="0"/>
              <a:t>Move N – 1 discs </a:t>
            </a:r>
            <a:r>
              <a:rPr lang="nl-NL" dirty="0" err="1"/>
              <a:t>from</a:t>
            </a:r>
            <a:r>
              <a:rPr lang="nl-NL" dirty="0"/>
              <a:t> peg B </a:t>
            </a:r>
            <a:r>
              <a:rPr lang="nl-NL" dirty="0" err="1"/>
              <a:t>to</a:t>
            </a:r>
            <a:r>
              <a:rPr lang="nl-NL" dirty="0"/>
              <a:t> peg C</a:t>
            </a:r>
          </a:p>
          <a:p>
            <a:pPr lvl="1"/>
            <a:endParaRPr lang="nl-NL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3CAD2C3-9D38-7C6F-358A-9DB8C91248BB}"/>
              </a:ext>
            </a:extLst>
          </p:cNvPr>
          <p:cNvGrpSpPr/>
          <p:nvPr/>
        </p:nvGrpSpPr>
        <p:grpSpPr>
          <a:xfrm>
            <a:off x="640079" y="5020000"/>
            <a:ext cx="4898705" cy="1463564"/>
            <a:chOff x="1742883" y="4482914"/>
            <a:chExt cx="4898705" cy="146356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EE21CAD-7A25-9055-0D4F-B454302485C7}"/>
                </a:ext>
              </a:extLst>
            </p:cNvPr>
            <p:cNvSpPr/>
            <p:nvPr/>
          </p:nvSpPr>
          <p:spPr>
            <a:xfrm>
              <a:off x="4146517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CD8FD7-D43B-915A-2737-C792053EEE0F}"/>
                </a:ext>
              </a:extLst>
            </p:cNvPr>
            <p:cNvSpPr/>
            <p:nvPr/>
          </p:nvSpPr>
          <p:spPr>
            <a:xfrm>
              <a:off x="2640914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8A5853-572A-2816-B8B2-5A9B1F22E88F}"/>
                </a:ext>
              </a:extLst>
            </p:cNvPr>
            <p:cNvSpPr/>
            <p:nvPr/>
          </p:nvSpPr>
          <p:spPr>
            <a:xfrm>
              <a:off x="1742883" y="5852301"/>
              <a:ext cx="4898705" cy="9417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0F766D-B556-3CD9-C5EF-AE444A2F1F78}"/>
                </a:ext>
              </a:extLst>
            </p:cNvPr>
            <p:cNvSpPr/>
            <p:nvPr/>
          </p:nvSpPr>
          <p:spPr>
            <a:xfrm>
              <a:off x="5652120" y="4482914"/>
              <a:ext cx="45719" cy="1355465"/>
            </a:xfrm>
            <a:prstGeom prst="rect">
              <a:avLst/>
            </a:prstGeom>
            <a:solidFill>
              <a:srgbClr val="A59D5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3" name="Top 3">
            <a:extLst>
              <a:ext uri="{FF2B5EF4-FFF2-40B4-BE49-F238E27FC236}">
                <a16:creationId xmlns:a16="http://schemas.microsoft.com/office/drawing/2014/main" id="{C520AEF5-3A64-672F-3C8A-A56AB3895823}"/>
              </a:ext>
            </a:extLst>
          </p:cNvPr>
          <p:cNvGrpSpPr/>
          <p:nvPr/>
        </p:nvGrpSpPr>
        <p:grpSpPr>
          <a:xfrm>
            <a:off x="1035591" y="5368850"/>
            <a:ext cx="1050756" cy="758398"/>
            <a:chOff x="1035591" y="4878656"/>
            <a:chExt cx="1050756" cy="758398"/>
          </a:xfrm>
        </p:grpSpPr>
        <p:sp>
          <p:nvSpPr>
            <p:cNvPr id="24" name="Largest Disc A">
              <a:extLst>
                <a:ext uri="{FF2B5EF4-FFF2-40B4-BE49-F238E27FC236}">
                  <a16:creationId xmlns:a16="http://schemas.microsoft.com/office/drawing/2014/main" id="{3B7528AC-F00E-BE7A-4B63-F7B258A58780}"/>
                </a:ext>
              </a:extLst>
            </p:cNvPr>
            <p:cNvSpPr/>
            <p:nvPr/>
          </p:nvSpPr>
          <p:spPr>
            <a:xfrm>
              <a:off x="1035591" y="5398180"/>
              <a:ext cx="1050756" cy="2388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Middle disc">
              <a:extLst>
                <a:ext uri="{FF2B5EF4-FFF2-40B4-BE49-F238E27FC236}">
                  <a16:creationId xmlns:a16="http://schemas.microsoft.com/office/drawing/2014/main" id="{FB973E48-38D5-1A07-4359-EAEE139C037E}"/>
                </a:ext>
              </a:extLst>
            </p:cNvPr>
            <p:cNvSpPr/>
            <p:nvPr/>
          </p:nvSpPr>
          <p:spPr>
            <a:xfrm>
              <a:off x="1198044" y="5138418"/>
              <a:ext cx="725850" cy="244327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6" name="Smallest disc">
              <a:extLst>
                <a:ext uri="{FF2B5EF4-FFF2-40B4-BE49-F238E27FC236}">
                  <a16:creationId xmlns:a16="http://schemas.microsoft.com/office/drawing/2014/main" id="{C5429C31-0114-3779-FF41-E4DAA6BCF509}"/>
                </a:ext>
              </a:extLst>
            </p:cNvPr>
            <p:cNvSpPr/>
            <p:nvPr/>
          </p:nvSpPr>
          <p:spPr>
            <a:xfrm>
              <a:off x="1378624" y="4878656"/>
              <a:ext cx="364690" cy="24432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Bottom">
            <a:extLst>
              <a:ext uri="{FF2B5EF4-FFF2-40B4-BE49-F238E27FC236}">
                <a16:creationId xmlns:a16="http://schemas.microsoft.com/office/drawing/2014/main" id="{0E092403-A028-82D9-7E6C-ED5F7331AE7E}"/>
              </a:ext>
            </a:extLst>
          </p:cNvPr>
          <p:cNvSpPr/>
          <p:nvPr/>
        </p:nvSpPr>
        <p:spPr>
          <a:xfrm>
            <a:off x="890494" y="6142683"/>
            <a:ext cx="1340951" cy="23887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B1DA34-8E88-1E0D-B634-0193370C403D}"/>
              </a:ext>
            </a:extLst>
          </p:cNvPr>
          <p:cNvGrpSpPr/>
          <p:nvPr/>
        </p:nvGrpSpPr>
        <p:grpSpPr>
          <a:xfrm>
            <a:off x="1391936" y="6453206"/>
            <a:ext cx="3363700" cy="400110"/>
            <a:chOff x="1391936" y="6453206"/>
            <a:chExt cx="3363700" cy="4001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B179BA0-CF56-191A-6B22-27025BD754EE}"/>
                </a:ext>
              </a:extLst>
            </p:cNvPr>
            <p:cNvSpPr txBox="1"/>
            <p:nvPr/>
          </p:nvSpPr>
          <p:spPr>
            <a:xfrm>
              <a:off x="1391936" y="6453206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EF2990-35B9-7425-EE5E-7806AC83B534}"/>
                </a:ext>
              </a:extLst>
            </p:cNvPr>
            <p:cNvSpPr txBox="1"/>
            <p:nvPr/>
          </p:nvSpPr>
          <p:spPr>
            <a:xfrm>
              <a:off x="2890883" y="6453206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2A4908-7B3F-C652-03BA-A878DCBA6530}"/>
                </a:ext>
              </a:extLst>
            </p:cNvPr>
            <p:cNvSpPr txBox="1"/>
            <p:nvPr/>
          </p:nvSpPr>
          <p:spPr>
            <a:xfrm>
              <a:off x="4389830" y="6453206"/>
              <a:ext cx="3658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000" b="1" dirty="0">
                  <a:latin typeface="Aptos" panose="020B0004020202020204" pitchFamily="34" charset="0"/>
                </a:rPr>
                <a:t>C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A6F34D6-7424-8505-FF1C-CE7B6AB73DDD}"/>
              </a:ext>
            </a:extLst>
          </p:cNvPr>
          <p:cNvSpPr txBox="1"/>
          <p:nvPr/>
        </p:nvSpPr>
        <p:spPr>
          <a:xfrm>
            <a:off x="5448693" y="2422305"/>
            <a:ext cx="66270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Print the solution to the Tower of Hanoi problem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when moving n discs from peg 'from' to 'to'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using the 'aux' peg as auxiliary storage.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solve(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from,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aux)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solve(n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from, aux, to);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"Move disc from %c to %c\n"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from, to);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solve(n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aux, to, from);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7E9AAC-D32C-EFFE-ED69-16A4F2D4EA8F}"/>
              </a:ext>
            </a:extLst>
          </p:cNvPr>
          <p:cNvSpPr txBox="1"/>
          <p:nvPr/>
        </p:nvSpPr>
        <p:spPr>
          <a:xfrm>
            <a:off x="7238515" y="5669876"/>
            <a:ext cx="33265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solve(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111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44444E-6 L 0.00053 -0.16412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16412 L 0.12331 -0.16412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31 -0.16412 L 0.12331 0.03704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96296E-6 L 0.00053 -0.23912 " pathEditMode="relative" rAng="0" ptsTypes="AA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912 L 0.24675 -0.23912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675 -0.23912 L 0.24662 -2.96296E-6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31 0.03704 L 0.12331 -0.16412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31 -0.16412 L 0.24675 -0.16412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675 -0.16412 L 0.24675 -4.44444E-6 " pathEditMode="relative" rAng="0" ptsTypes="AA">
                                      <p:cBhvr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7" grpId="2" animBg="1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31D2-C5EB-80E0-C4EB-4A9E1302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45FD-95F9-FE0B-0065-64470C13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Divide</a:t>
            </a:r>
            <a:r>
              <a:rPr lang="nl-NL" b="0" dirty="0"/>
              <a:t> &amp; </a:t>
            </a:r>
            <a:r>
              <a:rPr lang="nl-NL" b="0" dirty="0" err="1"/>
              <a:t>conquer</a:t>
            </a:r>
            <a:r>
              <a:rPr lang="nl-NL" b="0" dirty="0"/>
              <a:t>: </a:t>
            </a:r>
            <a:r>
              <a:rPr lang="nl-NL" b="0" dirty="0" err="1"/>
              <a:t>sorting</a:t>
            </a:r>
            <a:endParaRPr lang="nl-N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7C8166-5229-23D4-0892-CBC69CACD44F}"/>
              </a:ext>
            </a:extLst>
          </p:cNvPr>
          <p:cNvSpPr/>
          <p:nvPr/>
        </p:nvSpPr>
        <p:spPr>
          <a:xfrm>
            <a:off x="613684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A4A5B9-29A8-074F-79BA-51248B8CCF24}"/>
              </a:ext>
            </a:extLst>
          </p:cNvPr>
          <p:cNvSpPr/>
          <p:nvPr/>
        </p:nvSpPr>
        <p:spPr>
          <a:xfrm>
            <a:off x="652539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0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43D969-C875-27CB-CB97-4E7DBC416185}"/>
              </a:ext>
            </a:extLst>
          </p:cNvPr>
          <p:cNvSpPr/>
          <p:nvPr/>
        </p:nvSpPr>
        <p:spPr>
          <a:xfrm>
            <a:off x="691394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99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5941AE-487F-CF0A-9099-6299CFA18556}"/>
              </a:ext>
            </a:extLst>
          </p:cNvPr>
          <p:cNvSpPr/>
          <p:nvPr/>
        </p:nvSpPr>
        <p:spPr>
          <a:xfrm>
            <a:off x="730249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910E91-FE1A-DB6C-7B11-AC01BA52B6A0}"/>
              </a:ext>
            </a:extLst>
          </p:cNvPr>
          <p:cNvSpPr/>
          <p:nvPr/>
        </p:nvSpPr>
        <p:spPr>
          <a:xfrm>
            <a:off x="769104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BECED8-18DE-5828-17EA-507C18F4F907}"/>
              </a:ext>
            </a:extLst>
          </p:cNvPr>
          <p:cNvSpPr/>
          <p:nvPr/>
        </p:nvSpPr>
        <p:spPr>
          <a:xfrm>
            <a:off x="807959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74233B-2CDB-EE08-9C39-AA6CC7E0915B}"/>
              </a:ext>
            </a:extLst>
          </p:cNvPr>
          <p:cNvSpPr/>
          <p:nvPr/>
        </p:nvSpPr>
        <p:spPr>
          <a:xfrm>
            <a:off x="846814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18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E6EA85-1DE4-CC3A-B722-E20529C42415}"/>
              </a:ext>
            </a:extLst>
          </p:cNvPr>
          <p:cNvSpPr/>
          <p:nvPr/>
        </p:nvSpPr>
        <p:spPr>
          <a:xfrm>
            <a:off x="885669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0ADF27-43CD-C09E-7EBB-E978014FA8CA}"/>
              </a:ext>
            </a:extLst>
          </p:cNvPr>
          <p:cNvSpPr/>
          <p:nvPr/>
        </p:nvSpPr>
        <p:spPr>
          <a:xfrm>
            <a:off x="9245249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B2C8A0-CAF3-5FEB-6FD6-BF63E908C9C2}"/>
              </a:ext>
            </a:extLst>
          </p:cNvPr>
          <p:cNvSpPr/>
          <p:nvPr/>
        </p:nvSpPr>
        <p:spPr>
          <a:xfrm>
            <a:off x="5747753" y="2833611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67CD252-DC0B-0CBE-4363-F0126B792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Divide</a:t>
            </a:r>
            <a:r>
              <a:rPr lang="nl-NL" dirty="0"/>
              <a:t> </a:t>
            </a:r>
            <a:r>
              <a:rPr lang="nl-NL" dirty="0" err="1"/>
              <a:t>sequence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halves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Sort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part</a:t>
            </a:r>
          </a:p>
          <a:p>
            <a:endParaRPr lang="nl-NL" dirty="0"/>
          </a:p>
          <a:p>
            <a:r>
              <a:rPr lang="nl-NL" dirty="0"/>
              <a:t>Combine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sorted</a:t>
            </a:r>
            <a:r>
              <a:rPr lang="nl-NL" dirty="0"/>
              <a:t> </a:t>
            </a:r>
            <a:r>
              <a:rPr lang="nl-NL" dirty="0" err="1"/>
              <a:t>parts</a:t>
            </a:r>
            <a:endParaRPr lang="nl-NL" dirty="0"/>
          </a:p>
          <a:p>
            <a:pPr lvl="1"/>
            <a:r>
              <a:rPr lang="nl-NL" dirty="0"/>
              <a:t>“</a:t>
            </a:r>
            <a:r>
              <a:rPr lang="nl-NL" dirty="0" err="1"/>
              <a:t>Merging</a:t>
            </a:r>
            <a:r>
              <a:rPr lang="nl-NL" dirty="0"/>
              <a:t>”</a:t>
            </a:r>
          </a:p>
        </p:txBody>
      </p:sp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07A93560-A6CB-F850-8FEC-DDB2A57A98E0}"/>
              </a:ext>
            </a:extLst>
          </p:cNvPr>
          <p:cNvSpPr/>
          <p:nvPr/>
        </p:nvSpPr>
        <p:spPr>
          <a:xfrm>
            <a:off x="4989558" y="4451227"/>
            <a:ext cx="3090041" cy="1430447"/>
          </a:xfrm>
          <a:prstGeom prst="wedgeEllipseCallout">
            <a:avLst>
              <a:gd name="adj1" fmla="val 11103"/>
              <a:gd name="adj2" fmla="val -6598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Can</a:t>
            </a:r>
            <a:r>
              <a:rPr lang="nl-NL" dirty="0">
                <a:latin typeface="Aptos" panose="020B0004020202020204" pitchFamily="34" charset="0"/>
              </a:rPr>
              <a:t> we </a:t>
            </a:r>
            <a:r>
              <a:rPr lang="nl-NL" dirty="0" err="1">
                <a:latin typeface="Aptos" panose="020B0004020202020204" pitchFamily="34" charset="0"/>
              </a:rPr>
              <a:t>sort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an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sz="2000" b="1" dirty="0">
                <a:latin typeface="Aptos" panose="020B0004020202020204" pitchFamily="34" charset="0"/>
              </a:rPr>
              <a:t>array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i="1" dirty="0">
                <a:latin typeface="Aptos" panose="020B0004020202020204" pitchFamily="34" charset="0"/>
              </a:rPr>
              <a:t>in-</a:t>
            </a:r>
            <a:r>
              <a:rPr lang="nl-NL" i="1" dirty="0" err="1">
                <a:latin typeface="Aptos" panose="020B0004020202020204" pitchFamily="34" charset="0"/>
              </a:rPr>
              <a:t>place</a:t>
            </a:r>
            <a:r>
              <a:rPr lang="nl-NL" dirty="0">
                <a:latin typeface="Aptos" panose="020B0004020202020204" pitchFamily="34" charset="0"/>
              </a:rPr>
              <a:t> in </a:t>
            </a:r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way?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Oval 13">
                <a:extLst>
                  <a:ext uri="{FF2B5EF4-FFF2-40B4-BE49-F238E27FC236}">
                    <a16:creationId xmlns:a16="http://schemas.microsoft.com/office/drawing/2014/main" id="{615CB685-0451-C586-5C8D-33C9E9C5689E}"/>
                  </a:ext>
                </a:extLst>
              </p:cNvPr>
              <p:cNvSpPr/>
              <p:nvPr/>
            </p:nvSpPr>
            <p:spPr>
              <a:xfrm>
                <a:off x="7929686" y="4610206"/>
                <a:ext cx="3622234" cy="1430447"/>
              </a:xfrm>
              <a:prstGeom prst="wedgeEllipseCallout">
                <a:avLst>
                  <a:gd name="adj1" fmla="val 58592"/>
                  <a:gd name="adj2" fmla="val 89082"/>
                </a:avLst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No we </a:t>
                </a:r>
                <a:r>
                  <a:rPr lang="nl-NL" dirty="0" err="1">
                    <a:latin typeface="Aptos" panose="020B0004020202020204" pitchFamily="34" charset="0"/>
                  </a:rPr>
                  <a:t>can’t</a:t>
                </a:r>
                <a:r>
                  <a:rPr lang="nl-NL" dirty="0">
                    <a:latin typeface="Aptos" panose="020B0004020202020204" pitchFamily="34" charset="0"/>
                  </a:rPr>
                  <a:t>, </a:t>
                </a:r>
                <a:r>
                  <a:rPr lang="nl-NL" dirty="0" err="1">
                    <a:latin typeface="Aptos" panose="020B0004020202020204" pitchFamily="34" charset="0"/>
                  </a:rPr>
                  <a:t>need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temporary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space</a:t>
                </a:r>
                <a:endParaRPr lang="nl-NL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Space </a:t>
                </a:r>
                <a:r>
                  <a:rPr lang="nl-NL" dirty="0" err="1">
                    <a:latin typeface="Aptos" panose="020B0004020202020204" pitchFamily="34" charset="0"/>
                  </a:rPr>
                  <a:t>complexity</a:t>
                </a:r>
                <a:r>
                  <a:rPr lang="nl-NL" dirty="0">
                    <a:latin typeface="Aptos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nl-NL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4" name="Speech Bubble: Oval 13">
                <a:extLst>
                  <a:ext uri="{FF2B5EF4-FFF2-40B4-BE49-F238E27FC236}">
                    <a16:creationId xmlns:a16="http://schemas.microsoft.com/office/drawing/2014/main" id="{615CB685-0451-C586-5C8D-33C9E9C568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686" y="4610206"/>
                <a:ext cx="3622234" cy="1430447"/>
              </a:xfrm>
              <a:prstGeom prst="wedgeEllipseCallout">
                <a:avLst>
                  <a:gd name="adj1" fmla="val 58592"/>
                  <a:gd name="adj2" fmla="val 89082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922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-0.01446 1.11111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-0.01446 1.11111E-6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-0.01446 1.11111E-6 " pathEditMode="relative" rAng="0" ptsTypes="AA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-0.01446 1.11111E-6 " pathEditMode="relative" rAng="0" ptsTypes="AA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-0.01446 1.11111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45 1.11111E-6 L -0.07813 1.11111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9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46 1.11111E-6 L 0.04922 1.11111E-6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45 1.11111E-6 L -0.04635 1.11111E-6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2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45 1.11111E-6 L 0.01745 1.11111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0.12747 1.11111E-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10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11111E-6 L 0.06368 1.11111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7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-0.03177 1.11111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9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11111E-6 L -0.03191 1.11111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2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11111E-6 L -0.12748 1.11111E-6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13 -4.44444E-6 L -0.06367 0.11319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45 1.11111E-6 L 1.25E-6 0.1132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" y="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48 2.22222E-6 L -0.22318 0.11319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1" y="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77 1.11111E-6 L -0.12747 0.1132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9" y="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91 1.11111E-6 L -0.12748 0.1132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66" y="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68 1.11111E-6 L -0.0319 0.11319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01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22 1.11111E-6 L 0.19127 0.11319 " pathEditMode="relative" rAng="0" ptsTypes="AA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748 1.11111E-6 L 0.06367 0.11319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42" y="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635 1.11111E-6 L 0.12748 0.11319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000"/>
                            </p:stCondLst>
                            <p:childTnLst>
                              <p:par>
                                <p:cTn id="8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45 1.11111E-6 L 0.19128 0.11319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85" y="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3" grpId="2" animBg="1"/>
      <p:bldP spid="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ADAA-28CA-7671-8F13-1FAFF36A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5DA2B9-BF38-6399-3C29-B3364772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FED5B-4149-4A03-E7BD-D223CEA44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Sorting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09891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0B8-E4CC-874B-2E44-62C3746B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B009-E3DA-4923-C4F1-91070BB0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Merge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D580-40AA-CB3F-6B5F-66B4892B1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366486" cy="3566160"/>
          </a:xfrm>
        </p:spPr>
        <p:txBody>
          <a:bodyPr>
            <a:normAutofit/>
          </a:bodyPr>
          <a:lstStyle/>
          <a:p>
            <a:r>
              <a:rPr lang="nl-NL" dirty="0" err="1"/>
              <a:t>Partitioning</a:t>
            </a:r>
            <a:r>
              <a:rPr lang="nl-NL" dirty="0"/>
              <a:t>: split list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parts</a:t>
            </a:r>
            <a:endParaRPr lang="nl-NL" dirty="0"/>
          </a:p>
          <a:p>
            <a:r>
              <a:rPr lang="nl-NL" dirty="0" err="1"/>
              <a:t>Recursion</a:t>
            </a:r>
            <a:endParaRPr lang="nl-NL" dirty="0"/>
          </a:p>
          <a:p>
            <a:pPr lvl="1"/>
            <a:r>
              <a:rPr lang="nl-NL" dirty="0" err="1"/>
              <a:t>Sort</a:t>
            </a:r>
            <a:r>
              <a:rPr lang="nl-NL" dirty="0"/>
              <a:t> </a:t>
            </a:r>
            <a:r>
              <a:rPr lang="nl-NL" dirty="0" err="1"/>
              <a:t>left</a:t>
            </a:r>
            <a:r>
              <a:rPr lang="nl-NL" dirty="0"/>
              <a:t> half (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sort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Sort</a:t>
            </a:r>
            <a:r>
              <a:rPr lang="nl-NL" dirty="0"/>
              <a:t> right half (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sort</a:t>
            </a:r>
            <a:r>
              <a:rPr lang="nl-NL" dirty="0"/>
              <a:t>)</a:t>
            </a:r>
          </a:p>
          <a:p>
            <a:r>
              <a:rPr lang="nl-NL" dirty="0"/>
              <a:t>Combine solutions: </a:t>
            </a:r>
            <a:r>
              <a:rPr lang="nl-NL" dirty="0" err="1"/>
              <a:t>merge</a:t>
            </a:r>
            <a:endParaRPr lang="nl-NL" dirty="0"/>
          </a:p>
        </p:txBody>
      </p:sp>
      <p:sp>
        <p:nvSpPr>
          <p:cNvPr id="4" name="1">
            <a:extLst>
              <a:ext uri="{FF2B5EF4-FFF2-40B4-BE49-F238E27FC236}">
                <a16:creationId xmlns:a16="http://schemas.microsoft.com/office/drawing/2014/main" id="{BD6B13A9-3A20-4815-BD93-6A45593DBBE4}"/>
              </a:ext>
            </a:extLst>
          </p:cNvPr>
          <p:cNvSpPr/>
          <p:nvPr/>
        </p:nvSpPr>
        <p:spPr>
          <a:xfrm>
            <a:off x="5538288" y="2116456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6" name="0">
            <a:extLst>
              <a:ext uri="{FF2B5EF4-FFF2-40B4-BE49-F238E27FC236}">
                <a16:creationId xmlns:a16="http://schemas.microsoft.com/office/drawing/2014/main" id="{AA9C913E-38C7-7529-3756-E2DB21D30189}"/>
              </a:ext>
            </a:extLst>
          </p:cNvPr>
          <p:cNvSpPr/>
          <p:nvPr/>
        </p:nvSpPr>
        <p:spPr>
          <a:xfrm>
            <a:off x="6287378" y="2116456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0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" name="99">
            <a:extLst>
              <a:ext uri="{FF2B5EF4-FFF2-40B4-BE49-F238E27FC236}">
                <a16:creationId xmlns:a16="http://schemas.microsoft.com/office/drawing/2014/main" id="{324A5A73-A567-6154-914A-D27323FDA1A6}"/>
              </a:ext>
            </a:extLst>
          </p:cNvPr>
          <p:cNvSpPr/>
          <p:nvPr/>
        </p:nvSpPr>
        <p:spPr>
          <a:xfrm>
            <a:off x="7036468" y="2116456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99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8" name="5">
            <a:extLst>
              <a:ext uri="{FF2B5EF4-FFF2-40B4-BE49-F238E27FC236}">
                <a16:creationId xmlns:a16="http://schemas.microsoft.com/office/drawing/2014/main" id="{92BA385E-8639-A188-FC56-2114C10ABC5A}"/>
              </a:ext>
            </a:extLst>
          </p:cNvPr>
          <p:cNvSpPr/>
          <p:nvPr/>
        </p:nvSpPr>
        <p:spPr>
          <a:xfrm>
            <a:off x="7785558" y="2116456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9" name="67">
            <a:extLst>
              <a:ext uri="{FF2B5EF4-FFF2-40B4-BE49-F238E27FC236}">
                <a16:creationId xmlns:a16="http://schemas.microsoft.com/office/drawing/2014/main" id="{EBE22BAB-708B-53C2-29E2-5A2EEAA5FE6B}"/>
              </a:ext>
            </a:extLst>
          </p:cNvPr>
          <p:cNvSpPr/>
          <p:nvPr/>
        </p:nvSpPr>
        <p:spPr>
          <a:xfrm>
            <a:off x="8534648" y="2116455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0" name="41">
            <a:extLst>
              <a:ext uri="{FF2B5EF4-FFF2-40B4-BE49-F238E27FC236}">
                <a16:creationId xmlns:a16="http://schemas.microsoft.com/office/drawing/2014/main" id="{BAEFD307-8CAD-372B-08F6-29F732002E05}"/>
              </a:ext>
            </a:extLst>
          </p:cNvPr>
          <p:cNvSpPr/>
          <p:nvPr/>
        </p:nvSpPr>
        <p:spPr>
          <a:xfrm>
            <a:off x="9283738" y="2116455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1" name="18">
            <a:extLst>
              <a:ext uri="{FF2B5EF4-FFF2-40B4-BE49-F238E27FC236}">
                <a16:creationId xmlns:a16="http://schemas.microsoft.com/office/drawing/2014/main" id="{999D770D-004A-379D-EE3F-E240A97640F3}"/>
              </a:ext>
            </a:extLst>
          </p:cNvPr>
          <p:cNvSpPr/>
          <p:nvPr/>
        </p:nvSpPr>
        <p:spPr>
          <a:xfrm>
            <a:off x="10032828" y="2116455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18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2" name="21">
            <a:extLst>
              <a:ext uri="{FF2B5EF4-FFF2-40B4-BE49-F238E27FC236}">
                <a16:creationId xmlns:a16="http://schemas.microsoft.com/office/drawing/2014/main" id="{9ECDF462-3BEE-DEAF-CE65-2DED3CA06D02}"/>
              </a:ext>
            </a:extLst>
          </p:cNvPr>
          <p:cNvSpPr/>
          <p:nvPr/>
        </p:nvSpPr>
        <p:spPr>
          <a:xfrm>
            <a:off x="10781918" y="2116455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3" name="13">
            <a:extLst>
              <a:ext uri="{FF2B5EF4-FFF2-40B4-BE49-F238E27FC236}">
                <a16:creationId xmlns:a16="http://schemas.microsoft.com/office/drawing/2014/main" id="{3142AE57-29A6-D797-3851-87239434EA6F}"/>
              </a:ext>
            </a:extLst>
          </p:cNvPr>
          <p:cNvSpPr/>
          <p:nvPr/>
        </p:nvSpPr>
        <p:spPr>
          <a:xfrm>
            <a:off x="11531008" y="2116455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4" name="42">
            <a:extLst>
              <a:ext uri="{FF2B5EF4-FFF2-40B4-BE49-F238E27FC236}">
                <a16:creationId xmlns:a16="http://schemas.microsoft.com/office/drawing/2014/main" id="{DEB5DF57-87BC-62B7-CC37-BD7E93FD6831}"/>
              </a:ext>
            </a:extLst>
          </p:cNvPr>
          <p:cNvSpPr/>
          <p:nvPr/>
        </p:nvSpPr>
        <p:spPr>
          <a:xfrm>
            <a:off x="4789198" y="2116456"/>
            <a:ext cx="352425" cy="352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  <a:endParaRPr lang="nl-NL" sz="900" dirty="0">
              <a:latin typeface="Aptos" panose="020B00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90411D-0BB7-1D3E-8FC6-DD4E970A9B65}"/>
              </a:ext>
            </a:extLst>
          </p:cNvPr>
          <p:cNvGrpSpPr/>
          <p:nvPr/>
        </p:nvGrpSpPr>
        <p:grpSpPr>
          <a:xfrm>
            <a:off x="5141623" y="2292669"/>
            <a:ext cx="2643935" cy="0"/>
            <a:chOff x="5141623" y="2292669"/>
            <a:chExt cx="2643935" cy="0"/>
          </a:xfrm>
        </p:grpSpPr>
        <p:cxnSp>
          <p:nvCxnSpPr>
            <p:cNvPr id="16" name="42-&gt;1">
              <a:extLst>
                <a:ext uri="{FF2B5EF4-FFF2-40B4-BE49-F238E27FC236}">
                  <a16:creationId xmlns:a16="http://schemas.microsoft.com/office/drawing/2014/main" id="{B324A41B-096C-442F-1CE8-26537C517110}"/>
                </a:ext>
              </a:extLst>
            </p:cNvPr>
            <p:cNvCxnSpPr>
              <a:stCxn id="14" idx="3"/>
              <a:endCxn id="4" idx="1"/>
            </p:cNvCxnSpPr>
            <p:nvPr/>
          </p:nvCxnSpPr>
          <p:spPr>
            <a:xfrm>
              <a:off x="5141623" y="229266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1-&gt;0">
              <a:extLst>
                <a:ext uri="{FF2B5EF4-FFF2-40B4-BE49-F238E27FC236}">
                  <a16:creationId xmlns:a16="http://schemas.microsoft.com/office/drawing/2014/main" id="{BD4A7746-AD28-D04C-20CB-C00F71132680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5890713" y="229266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0-&gt;99">
              <a:extLst>
                <a:ext uri="{FF2B5EF4-FFF2-40B4-BE49-F238E27FC236}">
                  <a16:creationId xmlns:a16="http://schemas.microsoft.com/office/drawing/2014/main" id="{43B44CDD-28FA-E5F6-2BF8-730E812866E3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6639803" y="229266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99-&gt;5">
              <a:extLst>
                <a:ext uri="{FF2B5EF4-FFF2-40B4-BE49-F238E27FC236}">
                  <a16:creationId xmlns:a16="http://schemas.microsoft.com/office/drawing/2014/main" id="{DBB8F709-9097-F905-526B-4F85209209F6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7388893" y="229266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21" name="5-&gt;67">
            <a:extLst>
              <a:ext uri="{FF2B5EF4-FFF2-40B4-BE49-F238E27FC236}">
                <a16:creationId xmlns:a16="http://schemas.microsoft.com/office/drawing/2014/main" id="{F3D11094-216E-CA8B-4F78-0A5B54AF6879}"/>
              </a:ext>
            </a:extLst>
          </p:cNvPr>
          <p:cNvCxnSpPr>
            <a:cxnSpLocks/>
          </p:cNvCxnSpPr>
          <p:nvPr/>
        </p:nvCxnSpPr>
        <p:spPr>
          <a:xfrm flipV="1">
            <a:off x="8137983" y="2292668"/>
            <a:ext cx="396665" cy="1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8E6BF50-8D83-0C6F-066D-6D2725950BCD}"/>
              </a:ext>
            </a:extLst>
          </p:cNvPr>
          <p:cNvGrpSpPr/>
          <p:nvPr/>
        </p:nvGrpSpPr>
        <p:grpSpPr>
          <a:xfrm>
            <a:off x="8887073" y="2292668"/>
            <a:ext cx="2643935" cy="0"/>
            <a:chOff x="8887073" y="2292668"/>
            <a:chExt cx="2643935" cy="0"/>
          </a:xfrm>
        </p:grpSpPr>
        <p:cxnSp>
          <p:nvCxnSpPr>
            <p:cNvPr id="22" name="67-&gt;41">
              <a:extLst>
                <a:ext uri="{FF2B5EF4-FFF2-40B4-BE49-F238E27FC236}">
                  <a16:creationId xmlns:a16="http://schemas.microsoft.com/office/drawing/2014/main" id="{FAED96E7-C337-97D5-877D-52448D5ED377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8887073" y="229266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" name="18-&gt;21">
              <a:extLst>
                <a:ext uri="{FF2B5EF4-FFF2-40B4-BE49-F238E27FC236}">
                  <a16:creationId xmlns:a16="http://schemas.microsoft.com/office/drawing/2014/main" id="{ECBAC216-1606-A28F-C7C2-EBA6FAF3FBCF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10385253" y="229266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21-&gt;13">
              <a:extLst>
                <a:ext uri="{FF2B5EF4-FFF2-40B4-BE49-F238E27FC236}">
                  <a16:creationId xmlns:a16="http://schemas.microsoft.com/office/drawing/2014/main" id="{4A29BE02-F053-DEDD-2BDE-63F3F897CCC2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11134343" y="229266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41-&gt;18">
              <a:extLst>
                <a:ext uri="{FF2B5EF4-FFF2-40B4-BE49-F238E27FC236}">
                  <a16:creationId xmlns:a16="http://schemas.microsoft.com/office/drawing/2014/main" id="{1CF36C68-7DFE-5D9A-9395-F758AB137A4B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9636163" y="229266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1557361-4BF4-2E0A-BE1F-A29ACF894275}"/>
              </a:ext>
            </a:extLst>
          </p:cNvPr>
          <p:cNvGrpSpPr/>
          <p:nvPr/>
        </p:nvGrpSpPr>
        <p:grpSpPr>
          <a:xfrm>
            <a:off x="5141622" y="3002439"/>
            <a:ext cx="2643935" cy="0"/>
            <a:chOff x="5141622" y="3002439"/>
            <a:chExt cx="2643935" cy="0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B753D91-5BA1-EC0C-DEEF-0240047E0100}"/>
                </a:ext>
              </a:extLst>
            </p:cNvPr>
            <p:cNvCxnSpPr>
              <a:cxnSpLocks/>
            </p:cNvCxnSpPr>
            <p:nvPr/>
          </p:nvCxnSpPr>
          <p:spPr>
            <a:xfrm>
              <a:off x="5141622" y="300243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F60C064-F79B-C321-1156-1FA07A8CC00A}"/>
                </a:ext>
              </a:extLst>
            </p:cNvPr>
            <p:cNvCxnSpPr>
              <a:cxnSpLocks/>
            </p:cNvCxnSpPr>
            <p:nvPr/>
          </p:nvCxnSpPr>
          <p:spPr>
            <a:xfrm>
              <a:off x="5890712" y="300243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B2232BB-B525-7EE7-62CE-90A35AC8E8BB}"/>
                </a:ext>
              </a:extLst>
            </p:cNvPr>
            <p:cNvCxnSpPr>
              <a:cxnSpLocks/>
            </p:cNvCxnSpPr>
            <p:nvPr/>
          </p:nvCxnSpPr>
          <p:spPr>
            <a:xfrm>
              <a:off x="6639802" y="300243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EF3C5CA-68C4-0C00-CDFF-6086D60AD905}"/>
                </a:ext>
              </a:extLst>
            </p:cNvPr>
            <p:cNvCxnSpPr>
              <a:cxnSpLocks/>
            </p:cNvCxnSpPr>
            <p:nvPr/>
          </p:nvCxnSpPr>
          <p:spPr>
            <a:xfrm>
              <a:off x="7388892" y="3002439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084DAB5-8A97-D72D-4D35-0D4B1E75F6EA}"/>
              </a:ext>
            </a:extLst>
          </p:cNvPr>
          <p:cNvGrpSpPr/>
          <p:nvPr/>
        </p:nvGrpSpPr>
        <p:grpSpPr>
          <a:xfrm>
            <a:off x="8887072" y="3002438"/>
            <a:ext cx="2643935" cy="0"/>
            <a:chOff x="8887072" y="3002438"/>
            <a:chExt cx="2643935" cy="0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8E92CC33-A5EE-86F0-EBC0-953CC8D2C3E4}"/>
                </a:ext>
              </a:extLst>
            </p:cNvPr>
            <p:cNvCxnSpPr>
              <a:cxnSpLocks/>
            </p:cNvCxnSpPr>
            <p:nvPr/>
          </p:nvCxnSpPr>
          <p:spPr>
            <a:xfrm>
              <a:off x="9636162" y="300243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9990A7D-AC46-BA32-CBDF-A98B5447E815}"/>
                </a:ext>
              </a:extLst>
            </p:cNvPr>
            <p:cNvCxnSpPr>
              <a:cxnSpLocks/>
            </p:cNvCxnSpPr>
            <p:nvPr/>
          </p:nvCxnSpPr>
          <p:spPr>
            <a:xfrm>
              <a:off x="8887072" y="300243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D63A7B05-36BC-73BB-5621-A415E78CE34B}"/>
                </a:ext>
              </a:extLst>
            </p:cNvPr>
            <p:cNvCxnSpPr>
              <a:cxnSpLocks/>
            </p:cNvCxnSpPr>
            <p:nvPr/>
          </p:nvCxnSpPr>
          <p:spPr>
            <a:xfrm>
              <a:off x="10385252" y="300243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FCE1183B-D1DC-B095-7DAC-CBDF4FAC7E59}"/>
                </a:ext>
              </a:extLst>
            </p:cNvPr>
            <p:cNvCxnSpPr>
              <a:cxnSpLocks/>
            </p:cNvCxnSpPr>
            <p:nvPr/>
          </p:nvCxnSpPr>
          <p:spPr>
            <a:xfrm>
              <a:off x="11134342" y="3002438"/>
              <a:ext cx="396665" cy="0"/>
            </a:xfrm>
            <a:prstGeom prst="straightConnector1">
              <a:avLst/>
            </a:prstGeom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3FD6115-65A9-5677-2A32-16B9AFAB1D5A}"/>
              </a:ext>
            </a:extLst>
          </p:cNvPr>
          <p:cNvCxnSpPr>
            <a:cxnSpLocks/>
          </p:cNvCxnSpPr>
          <p:nvPr/>
        </p:nvCxnSpPr>
        <p:spPr>
          <a:xfrm>
            <a:off x="5141622" y="3679350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44C702C-A9DE-CCD6-8B58-A3F0AD1B91D7}"/>
              </a:ext>
            </a:extLst>
          </p:cNvPr>
          <p:cNvCxnSpPr>
            <a:cxnSpLocks/>
          </p:cNvCxnSpPr>
          <p:nvPr/>
        </p:nvCxnSpPr>
        <p:spPr>
          <a:xfrm>
            <a:off x="5890712" y="3679350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91F802A-6DA1-E2D6-49D0-54CAE7F88A35}"/>
              </a:ext>
            </a:extLst>
          </p:cNvPr>
          <p:cNvCxnSpPr>
            <a:cxnSpLocks/>
          </p:cNvCxnSpPr>
          <p:nvPr/>
        </p:nvCxnSpPr>
        <p:spPr>
          <a:xfrm>
            <a:off x="6639802" y="3679350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E7E4667-7C1A-A6D8-FD5C-92A4788855FC}"/>
              </a:ext>
            </a:extLst>
          </p:cNvPr>
          <p:cNvCxnSpPr>
            <a:cxnSpLocks/>
          </p:cNvCxnSpPr>
          <p:nvPr/>
        </p:nvCxnSpPr>
        <p:spPr>
          <a:xfrm>
            <a:off x="7388892" y="3679349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25F6ADD-D8E8-2A18-C850-E07D625214D4}"/>
              </a:ext>
            </a:extLst>
          </p:cNvPr>
          <p:cNvCxnSpPr>
            <a:cxnSpLocks/>
          </p:cNvCxnSpPr>
          <p:nvPr/>
        </p:nvCxnSpPr>
        <p:spPr>
          <a:xfrm>
            <a:off x="9636162" y="3679349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D091B8F7-758E-5E0B-BE3E-9C7B58BB86E6}"/>
              </a:ext>
            </a:extLst>
          </p:cNvPr>
          <p:cNvCxnSpPr>
            <a:cxnSpLocks/>
          </p:cNvCxnSpPr>
          <p:nvPr/>
        </p:nvCxnSpPr>
        <p:spPr>
          <a:xfrm>
            <a:off x="8887072" y="3679349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3A586C0-6DD9-DA80-011C-F00526C7C773}"/>
              </a:ext>
            </a:extLst>
          </p:cNvPr>
          <p:cNvCxnSpPr>
            <a:cxnSpLocks/>
          </p:cNvCxnSpPr>
          <p:nvPr/>
        </p:nvCxnSpPr>
        <p:spPr>
          <a:xfrm>
            <a:off x="10385252" y="3679349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AB982F8-E00E-2217-541A-06AF2A2D8610}"/>
              </a:ext>
            </a:extLst>
          </p:cNvPr>
          <p:cNvCxnSpPr>
            <a:cxnSpLocks/>
          </p:cNvCxnSpPr>
          <p:nvPr/>
        </p:nvCxnSpPr>
        <p:spPr>
          <a:xfrm>
            <a:off x="11134342" y="3679349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C4D9386-BDC3-C9A4-58E1-B35E623B42CC}"/>
              </a:ext>
            </a:extLst>
          </p:cNvPr>
          <p:cNvCxnSpPr>
            <a:cxnSpLocks/>
          </p:cNvCxnSpPr>
          <p:nvPr/>
        </p:nvCxnSpPr>
        <p:spPr>
          <a:xfrm>
            <a:off x="8137983" y="3679349"/>
            <a:ext cx="396665" cy="0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63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-0.12291 0.10347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77" y="5394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-1.875E-6 0.10348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511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L -0.12279 0.10348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33" y="511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7.40741E-7 L 0.18424 0.10348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02" y="511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7.40741E-7 L 0.06146 0.10347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7.40741E-7 L -0.24583 0.10347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61" y="5394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7.40741E-7 L -0.06145 0.10347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4977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7.40741E-7 L -0.06146 0.10347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42" y="546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7.40741E-7 L 0.12292 0.10347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5741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7.40741E-7 L 0.24583 0.10347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22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292 0.10347 L -0.12291 0.20231 " pathEditMode="relative" rAng="0" ptsTypes="AA">
                                      <p:cBhvr>
                                        <p:cTn id="8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0347 L -4.58333E-6 0.20231 " pathEditMode="relative" rAng="0" ptsTypes="AA">
                                      <p:cBhvr>
                                        <p:cTn id="8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278 0.10347 L -0.12279 0.20231 " pathEditMode="relative" rAng="0" ptsTypes="AA">
                                      <p:cBhvr>
                                        <p:cTn id="9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584 0.10347 L -0.36875 0.20231 " pathEditMode="relative" rAng="0" ptsTypes="AA">
                                      <p:cBhvr>
                                        <p:cTn id="10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85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5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146 0.10347 L -0.18437 0.20231 " pathEditMode="relative" rAng="0" ptsTypes="AA">
                                      <p:cBhvr>
                                        <p:cTn id="10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2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25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146 0.10347 L -0.18437 0.20231 " pathEditMode="relative" rAng="0" ptsTypes="AA">
                                      <p:cBhvr>
                                        <p:cTn id="1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15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92 0.10347 L 3.95833E-6 0.20231 " pathEditMode="relative" rAng="0" ptsTypes="AA">
                                      <p:cBhvr>
                                        <p:cTn id="12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15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25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500"/>
                            </p:stCondLst>
                            <p:childTnLst>
                              <p:par>
                                <p:cTn id="12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425 0.10347 L 0.43007 0.20231 " pathEditMode="relative" rAng="0" ptsTypes="AA">
                                      <p:cBhvr>
                                        <p:cTn id="13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96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75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000"/>
                            </p:stCondLst>
                            <p:childTnLst>
                              <p:par>
                                <p:cTn id="13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584 0.10347 L 0.18438 0.20231 " pathEditMode="relative" rAng="0" ptsTypes="AA">
                                      <p:cBhvr>
                                        <p:cTn id="13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26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25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"/>
                            </p:stCondLst>
                            <p:childTnLst>
                              <p:par>
                                <p:cTn id="14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45 0.10347 L 0.36875 0.20231 " pathEditMode="relative" rAng="0" ptsTypes="AA">
                                      <p:cBhvr>
                                        <p:cTn id="14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04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974E-C2DE-2C46-C1BA-D4C35228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B604-F546-BE90-14DC-EE2C08E1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Merge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r>
              <a:rPr lang="nl-NL" b="0" dirty="0"/>
              <a:t> – time </a:t>
            </a:r>
            <a:r>
              <a:rPr lang="nl-NL" b="0" dirty="0" err="1"/>
              <a:t>complexity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A47CA-B7ED-C073-B07F-F13F15353D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NL" dirty="0" err="1"/>
                  <a:t>Recursion</a:t>
                </a:r>
                <a:r>
                  <a:rPr lang="nl-NL" dirty="0"/>
                  <a:t> </a:t>
                </a:r>
                <a:r>
                  <a:rPr lang="nl-NL" dirty="0" err="1"/>
                  <a:t>depth</a:t>
                </a:r>
                <a:r>
                  <a:rPr lang="nl-NL" dirty="0"/>
                  <a:t> </a:t>
                </a:r>
                <a:r>
                  <a:rPr lang="nl-NL" dirty="0" err="1"/>
                  <a:t>grows</a:t>
                </a:r>
                <a:r>
                  <a:rPr lang="nl-NL" dirty="0"/>
                  <a:t> </a:t>
                </a:r>
                <a:r>
                  <a:rPr lang="nl-NL" dirty="0" err="1"/>
                  <a:t>logarithmically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nl-NL" dirty="0"/>
              </a:p>
              <a:p>
                <a:r>
                  <a:rPr lang="nl-NL" dirty="0" err="1"/>
                  <a:t>Work</a:t>
                </a:r>
                <a:r>
                  <a:rPr lang="nl-NL" dirty="0"/>
                  <a:t> per level </a:t>
                </a:r>
                <a:r>
                  <a:rPr lang="nl-NL" dirty="0" err="1"/>
                  <a:t>grows</a:t>
                </a:r>
                <a:r>
                  <a:rPr lang="nl-NL" dirty="0"/>
                  <a:t> </a:t>
                </a:r>
                <a:r>
                  <a:rPr lang="nl-NL" dirty="0" err="1"/>
                  <a:t>linearly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Time </a:t>
                </a:r>
                <a:r>
                  <a:rPr lang="nl-NL" dirty="0" err="1"/>
                  <a:t>complexity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A47CA-B7ED-C073-B07F-F13F15353D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7C3842E-003E-46C9-D9F7-9616164D2057}"/>
              </a:ext>
            </a:extLst>
          </p:cNvPr>
          <p:cNvGrpSpPr/>
          <p:nvPr/>
        </p:nvGrpSpPr>
        <p:grpSpPr>
          <a:xfrm>
            <a:off x="5918443" y="2707328"/>
            <a:ext cx="5810136" cy="3842761"/>
            <a:chOff x="5349276" y="2865948"/>
            <a:chExt cx="5810136" cy="3842761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1FFFCC05-DDA0-EEA9-10F7-9E0460131773}"/>
                </a:ext>
              </a:extLst>
            </p:cNvPr>
            <p:cNvGrpSpPr/>
            <p:nvPr/>
          </p:nvGrpSpPr>
          <p:grpSpPr>
            <a:xfrm>
              <a:off x="5349276" y="2865948"/>
              <a:ext cx="5810136" cy="3842761"/>
              <a:chOff x="5349276" y="2865948"/>
              <a:chExt cx="5810136" cy="3842761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D0B04DB-02E2-CA86-4B26-1D809D021884}"/>
                  </a:ext>
                </a:extLst>
              </p:cNvPr>
              <p:cNvSpPr/>
              <p:nvPr/>
            </p:nvSpPr>
            <p:spPr>
              <a:xfrm>
                <a:off x="5822302" y="3303038"/>
                <a:ext cx="4945225" cy="3219062"/>
              </a:xfrm>
              <a:prstGeom prst="roundRect">
                <a:avLst>
                  <a:gd name="adj" fmla="val 859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B689C991-DF4F-7B10-04B4-6D40CCE987D1}"/>
                  </a:ext>
                </a:extLst>
              </p:cNvPr>
              <p:cNvGrpSpPr/>
              <p:nvPr/>
            </p:nvGrpSpPr>
            <p:grpSpPr>
              <a:xfrm>
                <a:off x="5349276" y="3573624"/>
                <a:ext cx="581106" cy="3135085"/>
                <a:chOff x="5349276" y="3573624"/>
                <a:chExt cx="581106" cy="3135085"/>
              </a:xfrm>
            </p:grpSpPr>
            <p:sp>
              <p:nvSpPr>
                <p:cNvPr id="5" name="Arrow: Down 4">
                  <a:extLst>
                    <a:ext uri="{FF2B5EF4-FFF2-40B4-BE49-F238E27FC236}">
                      <a16:creationId xmlns:a16="http://schemas.microsoft.com/office/drawing/2014/main" id="{67632B23-E226-767E-32AA-A35E6B7DE0D6}"/>
                    </a:ext>
                  </a:extLst>
                </p:cNvPr>
                <p:cNvSpPr/>
                <p:nvPr/>
              </p:nvSpPr>
              <p:spPr>
                <a:xfrm>
                  <a:off x="5687538" y="3573624"/>
                  <a:ext cx="242844" cy="3135085"/>
                </a:xfrm>
                <a:prstGeom prst="downArrow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9" name="TextBox 178">
                      <a:extLst>
                        <a:ext uri="{FF2B5EF4-FFF2-40B4-BE49-F238E27FC236}">
                          <a16:creationId xmlns:a16="http://schemas.microsoft.com/office/drawing/2014/main" id="{792DC086-BD0D-28C4-F280-07BA438F183C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4154782" y="4862052"/>
                      <a:ext cx="275831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nl-NL" dirty="0"/>
                        <a:t>Recursion </a:t>
                      </a:r>
                      <a:r>
                        <a:rPr lang="nl-NL" dirty="0" err="1"/>
                        <a:t>depth</a:t>
                      </a:r>
                      <a:r>
                        <a:rPr lang="nl-NL" dirty="0"/>
                        <a:t>:</a:t>
                      </a:r>
                      <a14:m>
                        <m:oMath xmlns:m="http://schemas.openxmlformats.org/officeDocument/2006/math"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nl-NL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nl-NL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NL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nl-NL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oMath>
                      </a14:m>
                      <a:endParaRPr lang="nl-NL" dirty="0"/>
                    </a:p>
                  </p:txBody>
                </p:sp>
              </mc:Choice>
              <mc:Fallback xmlns="">
                <p:sp>
                  <p:nvSpPr>
                    <p:cNvPr id="179" name="TextBox 178">
                      <a:extLst>
                        <a:ext uri="{FF2B5EF4-FFF2-40B4-BE49-F238E27FC236}">
                          <a16:creationId xmlns:a16="http://schemas.microsoft.com/office/drawing/2014/main" id="{792DC086-BD0D-28C4-F280-07BA438F18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4154782" y="4862052"/>
                      <a:ext cx="2758319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0000" r="-26667" b="-19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nl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A20A02F2-AD8D-413A-A003-D6E3700E3BE4}"/>
                  </a:ext>
                </a:extLst>
              </p:cNvPr>
              <p:cNvGrpSpPr/>
              <p:nvPr/>
            </p:nvGrpSpPr>
            <p:grpSpPr>
              <a:xfrm>
                <a:off x="6076812" y="2865948"/>
                <a:ext cx="5082600" cy="572162"/>
                <a:chOff x="6076812" y="2865948"/>
                <a:chExt cx="5082600" cy="572162"/>
              </a:xfrm>
            </p:grpSpPr>
            <p:sp>
              <p:nvSpPr>
                <p:cNvPr id="178" name="Arrow: Right 177">
                  <a:extLst>
                    <a:ext uri="{FF2B5EF4-FFF2-40B4-BE49-F238E27FC236}">
                      <a16:creationId xmlns:a16="http://schemas.microsoft.com/office/drawing/2014/main" id="{4873D11E-D9CF-06C2-7989-55748E9E3A67}"/>
                    </a:ext>
                  </a:extLst>
                </p:cNvPr>
                <p:cNvSpPr/>
                <p:nvPr/>
              </p:nvSpPr>
              <p:spPr>
                <a:xfrm>
                  <a:off x="6076812" y="3200413"/>
                  <a:ext cx="5082600" cy="237697"/>
                </a:xfrm>
                <a:prstGeom prst="rightArrow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3BF8AF4A-4AF3-B380-D1E9-D8A8263570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91900" y="2865948"/>
                      <a:ext cx="328327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nl-NL" dirty="0" err="1"/>
                        <a:t>Work</a:t>
                      </a:r>
                      <a:r>
                        <a:rPr lang="nl-NL" dirty="0"/>
                        <a:t> per </a:t>
                      </a:r>
                      <a:r>
                        <a:rPr lang="nl-NL" dirty="0" err="1"/>
                        <a:t>recursion</a:t>
                      </a:r>
                      <a:r>
                        <a:rPr lang="nl-NL" dirty="0"/>
                        <a:t> level: </a:t>
                      </a:r>
                      <a14:m>
                        <m:oMath xmlns:m="http://schemas.openxmlformats.org/officeDocument/2006/math"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nl-NL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oMath>
                      </a14:m>
                      <a:endParaRPr lang="nl-NL" dirty="0"/>
                    </a:p>
                  </p:txBody>
                </p:sp>
              </mc:Choice>
              <mc:Fallback xmlns="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3BF8AF4A-4AF3-B380-D1E9-D8A82635704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91900" y="2865948"/>
                      <a:ext cx="3283271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673"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nl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58E7F3AA-7BD8-5009-1057-C20FA97A08D0}"/>
                </a:ext>
              </a:extLst>
            </p:cNvPr>
            <p:cNvGrpSpPr/>
            <p:nvPr/>
          </p:nvGrpSpPr>
          <p:grpSpPr>
            <a:xfrm>
              <a:off x="6220461" y="3573625"/>
              <a:ext cx="4068115" cy="2663356"/>
              <a:chOff x="6220461" y="3573625"/>
              <a:chExt cx="4068115" cy="2663356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55594-F56D-A81F-05C0-B3D9D38D3AA7}"/>
                  </a:ext>
                </a:extLst>
              </p:cNvPr>
              <p:cNvSpPr/>
              <p:nvPr/>
            </p:nvSpPr>
            <p:spPr>
              <a:xfrm>
                <a:off x="6765020" y="357362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FAF6CFA-EA4E-AF26-4395-70E4CDE996E4}"/>
                  </a:ext>
                </a:extLst>
              </p:cNvPr>
              <p:cNvSpPr/>
              <p:nvPr/>
            </p:nvSpPr>
            <p:spPr>
              <a:xfrm>
                <a:off x="7309580" y="357362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8354855-BD1F-DF1C-C052-03DAE35DAAB7}"/>
                  </a:ext>
                </a:extLst>
              </p:cNvPr>
              <p:cNvSpPr/>
              <p:nvPr/>
            </p:nvSpPr>
            <p:spPr>
              <a:xfrm>
                <a:off x="7854139" y="357362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62809AF-D1B4-63C2-4956-3F59D15E0527}"/>
                  </a:ext>
                </a:extLst>
              </p:cNvPr>
              <p:cNvSpPr/>
              <p:nvPr/>
            </p:nvSpPr>
            <p:spPr>
              <a:xfrm>
                <a:off x="8398699" y="357362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4BF709AF-992E-8D70-2B05-8642FC3AB4D7}"/>
                  </a:ext>
                </a:extLst>
              </p:cNvPr>
              <p:cNvSpPr/>
              <p:nvPr/>
            </p:nvSpPr>
            <p:spPr>
              <a:xfrm>
                <a:off x="8943258" y="3573625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60AB9B2A-1A4E-6206-1E7C-2045F76380AA}"/>
                  </a:ext>
                </a:extLst>
              </p:cNvPr>
              <p:cNvSpPr/>
              <p:nvPr/>
            </p:nvSpPr>
            <p:spPr>
              <a:xfrm>
                <a:off x="9487817" y="3573625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7963085-86DC-A4C5-7E9D-FE086BF77D13}"/>
                  </a:ext>
                </a:extLst>
              </p:cNvPr>
              <p:cNvSpPr/>
              <p:nvPr/>
            </p:nvSpPr>
            <p:spPr>
              <a:xfrm>
                <a:off x="10032377" y="3573625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81E7528-4D2D-B66B-5587-C18A550871BA}"/>
                  </a:ext>
                </a:extLst>
              </p:cNvPr>
              <p:cNvSpPr/>
              <p:nvPr/>
            </p:nvSpPr>
            <p:spPr>
              <a:xfrm>
                <a:off x="6220461" y="357362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171C279-CAF5-4384-0486-02609ACF9C89}"/>
                  </a:ext>
                </a:extLst>
              </p:cNvPr>
              <p:cNvCxnSpPr>
                <a:stCxn id="27" idx="3"/>
                <a:endCxn id="18" idx="1"/>
              </p:cNvCxnSpPr>
              <p:nvPr/>
            </p:nvCxnSpPr>
            <p:spPr>
              <a:xfrm>
                <a:off x="6476660" y="3704558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1DC97DE-4F3D-019A-17FC-C372D9363E1F}"/>
                  </a:ext>
                </a:extLst>
              </p:cNvPr>
              <p:cNvCxnSpPr>
                <a:cxnSpLocks/>
                <a:stCxn id="18" idx="3"/>
                <a:endCxn id="19" idx="1"/>
              </p:cNvCxnSpPr>
              <p:nvPr/>
            </p:nvCxnSpPr>
            <p:spPr>
              <a:xfrm>
                <a:off x="7021219" y="3704558"/>
                <a:ext cx="288361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BE07B71-4595-8489-D430-C74AD166E2D3}"/>
                  </a:ext>
                </a:extLst>
              </p:cNvPr>
              <p:cNvCxnSpPr>
                <a:cxnSpLocks/>
                <a:stCxn id="19" idx="3"/>
                <a:endCxn id="20" idx="1"/>
              </p:cNvCxnSpPr>
              <p:nvPr/>
            </p:nvCxnSpPr>
            <p:spPr>
              <a:xfrm>
                <a:off x="7565779" y="3704558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79FFE82-62CE-AD05-DC2B-98FCDE290EE1}"/>
                  </a:ext>
                </a:extLst>
              </p:cNvPr>
              <p:cNvCxnSpPr>
                <a:cxnSpLocks/>
                <a:stCxn id="20" idx="3"/>
                <a:endCxn id="21" idx="1"/>
              </p:cNvCxnSpPr>
              <p:nvPr/>
            </p:nvCxnSpPr>
            <p:spPr>
              <a:xfrm>
                <a:off x="8110338" y="3704558"/>
                <a:ext cx="288361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60F6861-3646-A96D-1F09-4B74F27D12FE}"/>
                  </a:ext>
                </a:extLst>
              </p:cNvPr>
              <p:cNvCxnSpPr>
                <a:cxnSpLocks/>
                <a:stCxn id="21" idx="3"/>
                <a:endCxn id="22" idx="1"/>
              </p:cNvCxnSpPr>
              <p:nvPr/>
            </p:nvCxnSpPr>
            <p:spPr>
              <a:xfrm flipV="1">
                <a:off x="8654898" y="3704557"/>
                <a:ext cx="288360" cy="1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6604247-B2F1-CDA9-3764-67723172C6B9}"/>
                  </a:ext>
                </a:extLst>
              </p:cNvPr>
              <p:cNvCxnSpPr>
                <a:cxnSpLocks/>
                <a:stCxn id="22" idx="3"/>
                <a:endCxn id="23" idx="1"/>
              </p:cNvCxnSpPr>
              <p:nvPr/>
            </p:nvCxnSpPr>
            <p:spPr>
              <a:xfrm>
                <a:off x="9199457" y="3704557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BB2E7CA6-D9C2-E6D3-CE46-ABE3E033C31E}"/>
                  </a:ext>
                </a:extLst>
              </p:cNvPr>
              <p:cNvCxnSpPr>
                <a:cxnSpLocks/>
                <a:stCxn id="23" idx="3"/>
                <a:endCxn id="24" idx="1"/>
              </p:cNvCxnSpPr>
              <p:nvPr/>
            </p:nvCxnSpPr>
            <p:spPr>
              <a:xfrm>
                <a:off x="9744016" y="3704557"/>
                <a:ext cx="288361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CB15A2B3-D863-8886-EEDB-48406356C3A1}"/>
                  </a:ext>
                </a:extLst>
              </p:cNvPr>
              <p:cNvSpPr/>
              <p:nvPr/>
            </p:nvSpPr>
            <p:spPr>
              <a:xfrm>
                <a:off x="6765020" y="4374123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FA615519-7034-B986-7A0F-F1A1554A8E83}"/>
                  </a:ext>
                </a:extLst>
              </p:cNvPr>
              <p:cNvSpPr/>
              <p:nvPr/>
            </p:nvSpPr>
            <p:spPr>
              <a:xfrm>
                <a:off x="7309580" y="4374123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50751E85-7516-34DE-4413-92F6F65A6E95}"/>
                  </a:ext>
                </a:extLst>
              </p:cNvPr>
              <p:cNvSpPr/>
              <p:nvPr/>
            </p:nvSpPr>
            <p:spPr>
              <a:xfrm>
                <a:off x="7854139" y="4374123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5613DC55-1D6F-EBA8-C292-2D7E3BA18350}"/>
                  </a:ext>
                </a:extLst>
              </p:cNvPr>
              <p:cNvSpPr/>
              <p:nvPr/>
            </p:nvSpPr>
            <p:spPr>
              <a:xfrm>
                <a:off x="8398699" y="4374123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7731063D-205E-1470-1182-247F14253636}"/>
                  </a:ext>
                </a:extLst>
              </p:cNvPr>
              <p:cNvSpPr/>
              <p:nvPr/>
            </p:nvSpPr>
            <p:spPr>
              <a:xfrm>
                <a:off x="8943258" y="4374122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881DE8A1-AE5F-06A3-5D9B-14A3D6A218ED}"/>
                  </a:ext>
                </a:extLst>
              </p:cNvPr>
              <p:cNvSpPr/>
              <p:nvPr/>
            </p:nvSpPr>
            <p:spPr>
              <a:xfrm>
                <a:off x="9487817" y="4374122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7AB93D9F-3F9A-C359-575B-CD7573D35FC5}"/>
                  </a:ext>
                </a:extLst>
              </p:cNvPr>
              <p:cNvSpPr/>
              <p:nvPr/>
            </p:nvSpPr>
            <p:spPr>
              <a:xfrm>
                <a:off x="10032377" y="4374122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CDE2F3C5-AA69-1BE2-FCE5-FA22C02DE54D}"/>
                  </a:ext>
                </a:extLst>
              </p:cNvPr>
              <p:cNvSpPr/>
              <p:nvPr/>
            </p:nvSpPr>
            <p:spPr>
              <a:xfrm>
                <a:off x="6220461" y="4374123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E160978B-A2DA-A1DE-A292-51754CD08579}"/>
                  </a:ext>
                </a:extLst>
              </p:cNvPr>
              <p:cNvCxnSpPr>
                <a:stCxn id="138" idx="3"/>
                <a:endCxn id="131" idx="1"/>
              </p:cNvCxnSpPr>
              <p:nvPr/>
            </p:nvCxnSpPr>
            <p:spPr>
              <a:xfrm>
                <a:off x="6476660" y="4505055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234C9FDE-BE75-0A2B-0460-03C54B42467A}"/>
                  </a:ext>
                </a:extLst>
              </p:cNvPr>
              <p:cNvCxnSpPr>
                <a:cxnSpLocks/>
                <a:stCxn id="131" idx="3"/>
                <a:endCxn id="132" idx="1"/>
              </p:cNvCxnSpPr>
              <p:nvPr/>
            </p:nvCxnSpPr>
            <p:spPr>
              <a:xfrm>
                <a:off x="7021219" y="4505055"/>
                <a:ext cx="288361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618D94CD-A5E7-6DD3-7238-0DC8C1818582}"/>
                  </a:ext>
                </a:extLst>
              </p:cNvPr>
              <p:cNvCxnSpPr>
                <a:cxnSpLocks/>
                <a:stCxn id="132" idx="3"/>
                <a:endCxn id="133" idx="1"/>
              </p:cNvCxnSpPr>
              <p:nvPr/>
            </p:nvCxnSpPr>
            <p:spPr>
              <a:xfrm>
                <a:off x="7565779" y="4505055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60340817-47FA-CA3B-3374-2385564F4BB6}"/>
                  </a:ext>
                </a:extLst>
              </p:cNvPr>
              <p:cNvCxnSpPr>
                <a:cxnSpLocks/>
                <a:stCxn id="134" idx="3"/>
                <a:endCxn id="135" idx="1"/>
              </p:cNvCxnSpPr>
              <p:nvPr/>
            </p:nvCxnSpPr>
            <p:spPr>
              <a:xfrm flipV="1">
                <a:off x="8654898" y="4505054"/>
                <a:ext cx="288360" cy="1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7023BA1-7A12-6E20-C34E-F7D5F80BC466}"/>
                  </a:ext>
                </a:extLst>
              </p:cNvPr>
              <p:cNvCxnSpPr>
                <a:cxnSpLocks/>
                <a:stCxn id="135" idx="3"/>
                <a:endCxn id="136" idx="1"/>
              </p:cNvCxnSpPr>
              <p:nvPr/>
            </p:nvCxnSpPr>
            <p:spPr>
              <a:xfrm>
                <a:off x="9199457" y="4505054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DC42CE40-A92A-47EB-D256-18961BAFD67B}"/>
                  </a:ext>
                </a:extLst>
              </p:cNvPr>
              <p:cNvCxnSpPr>
                <a:cxnSpLocks/>
                <a:stCxn id="136" idx="3"/>
                <a:endCxn id="137" idx="1"/>
              </p:cNvCxnSpPr>
              <p:nvPr/>
            </p:nvCxnSpPr>
            <p:spPr>
              <a:xfrm>
                <a:off x="9744016" y="4505054"/>
                <a:ext cx="288361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47" name="Rectangle: Rounded Corners 146">
                <a:extLst>
                  <a:ext uri="{FF2B5EF4-FFF2-40B4-BE49-F238E27FC236}">
                    <a16:creationId xmlns:a16="http://schemas.microsoft.com/office/drawing/2014/main" id="{EB224E3A-D8BF-CA14-181A-5724EBF560F7}"/>
                  </a:ext>
                </a:extLst>
              </p:cNvPr>
              <p:cNvSpPr/>
              <p:nvPr/>
            </p:nvSpPr>
            <p:spPr>
              <a:xfrm>
                <a:off x="6765020" y="5174620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48" name="Rectangle: Rounded Corners 147">
                <a:extLst>
                  <a:ext uri="{FF2B5EF4-FFF2-40B4-BE49-F238E27FC236}">
                    <a16:creationId xmlns:a16="http://schemas.microsoft.com/office/drawing/2014/main" id="{CCF296E1-9FE9-2A75-8A99-429F46AF88AF}"/>
                  </a:ext>
                </a:extLst>
              </p:cNvPr>
              <p:cNvSpPr/>
              <p:nvPr/>
            </p:nvSpPr>
            <p:spPr>
              <a:xfrm>
                <a:off x="7309580" y="5174620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49" name="Rectangle: Rounded Corners 148">
                <a:extLst>
                  <a:ext uri="{FF2B5EF4-FFF2-40B4-BE49-F238E27FC236}">
                    <a16:creationId xmlns:a16="http://schemas.microsoft.com/office/drawing/2014/main" id="{576ABDDD-8DFF-9DC9-0173-70996AFD2E15}"/>
                  </a:ext>
                </a:extLst>
              </p:cNvPr>
              <p:cNvSpPr/>
              <p:nvPr/>
            </p:nvSpPr>
            <p:spPr>
              <a:xfrm>
                <a:off x="7854139" y="5174620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AFECEFD6-D6C0-FA22-1EB9-6EF11A6A62BC}"/>
                  </a:ext>
                </a:extLst>
              </p:cNvPr>
              <p:cNvSpPr/>
              <p:nvPr/>
            </p:nvSpPr>
            <p:spPr>
              <a:xfrm>
                <a:off x="8398699" y="5174620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51" name="Rectangle: Rounded Corners 150">
                <a:extLst>
                  <a:ext uri="{FF2B5EF4-FFF2-40B4-BE49-F238E27FC236}">
                    <a16:creationId xmlns:a16="http://schemas.microsoft.com/office/drawing/2014/main" id="{998A4E78-EEF7-5DCB-48FA-FC087A1488DE}"/>
                  </a:ext>
                </a:extLst>
              </p:cNvPr>
              <p:cNvSpPr/>
              <p:nvPr/>
            </p:nvSpPr>
            <p:spPr>
              <a:xfrm>
                <a:off x="8943258" y="5174619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52" name="Rectangle: Rounded Corners 151">
                <a:extLst>
                  <a:ext uri="{FF2B5EF4-FFF2-40B4-BE49-F238E27FC236}">
                    <a16:creationId xmlns:a16="http://schemas.microsoft.com/office/drawing/2014/main" id="{53995058-0ABD-BD93-C25A-9730E8299D0B}"/>
                  </a:ext>
                </a:extLst>
              </p:cNvPr>
              <p:cNvSpPr/>
              <p:nvPr/>
            </p:nvSpPr>
            <p:spPr>
              <a:xfrm>
                <a:off x="9487817" y="5174619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F17E4E5F-1C3A-BA44-2628-3525516A8361}"/>
                  </a:ext>
                </a:extLst>
              </p:cNvPr>
              <p:cNvSpPr/>
              <p:nvPr/>
            </p:nvSpPr>
            <p:spPr>
              <a:xfrm>
                <a:off x="10032377" y="5174619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54" name="Rectangle: Rounded Corners 153">
                <a:extLst>
                  <a:ext uri="{FF2B5EF4-FFF2-40B4-BE49-F238E27FC236}">
                    <a16:creationId xmlns:a16="http://schemas.microsoft.com/office/drawing/2014/main" id="{22436D04-E7C0-81FE-FF26-ADDAFF510BE9}"/>
                  </a:ext>
                </a:extLst>
              </p:cNvPr>
              <p:cNvSpPr/>
              <p:nvPr/>
            </p:nvSpPr>
            <p:spPr>
              <a:xfrm>
                <a:off x="6220461" y="5174620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D1BB9C90-78F1-1069-4754-99BED8253709}"/>
                  </a:ext>
                </a:extLst>
              </p:cNvPr>
              <p:cNvCxnSpPr>
                <a:stCxn id="154" idx="3"/>
                <a:endCxn id="147" idx="1"/>
              </p:cNvCxnSpPr>
              <p:nvPr/>
            </p:nvCxnSpPr>
            <p:spPr>
              <a:xfrm>
                <a:off x="6476660" y="5305552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7" name="Straight Arrow Connector 156">
                <a:extLst>
                  <a:ext uri="{FF2B5EF4-FFF2-40B4-BE49-F238E27FC236}">
                    <a16:creationId xmlns:a16="http://schemas.microsoft.com/office/drawing/2014/main" id="{66EC3E05-BD59-B3C7-2D10-EC9AB74E6D13}"/>
                  </a:ext>
                </a:extLst>
              </p:cNvPr>
              <p:cNvCxnSpPr>
                <a:cxnSpLocks/>
                <a:stCxn id="148" idx="3"/>
                <a:endCxn id="149" idx="1"/>
              </p:cNvCxnSpPr>
              <p:nvPr/>
            </p:nvCxnSpPr>
            <p:spPr>
              <a:xfrm>
                <a:off x="7565779" y="5305552"/>
                <a:ext cx="288360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F584160F-F7A4-6799-B769-2E285B1E6348}"/>
                  </a:ext>
                </a:extLst>
              </p:cNvPr>
              <p:cNvCxnSpPr>
                <a:cxnSpLocks/>
                <a:stCxn id="150" idx="3"/>
                <a:endCxn id="151" idx="1"/>
              </p:cNvCxnSpPr>
              <p:nvPr/>
            </p:nvCxnSpPr>
            <p:spPr>
              <a:xfrm flipV="1">
                <a:off x="8654898" y="5305551"/>
                <a:ext cx="288360" cy="1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61" name="Straight Arrow Connector 160">
                <a:extLst>
                  <a:ext uri="{FF2B5EF4-FFF2-40B4-BE49-F238E27FC236}">
                    <a16:creationId xmlns:a16="http://schemas.microsoft.com/office/drawing/2014/main" id="{D46850E0-EA84-B880-1B3F-F1F276C38194}"/>
                  </a:ext>
                </a:extLst>
              </p:cNvPr>
              <p:cNvCxnSpPr>
                <a:cxnSpLocks/>
                <a:stCxn id="152" idx="3"/>
                <a:endCxn id="153" idx="1"/>
              </p:cNvCxnSpPr>
              <p:nvPr/>
            </p:nvCxnSpPr>
            <p:spPr>
              <a:xfrm>
                <a:off x="9744016" y="5305551"/>
                <a:ext cx="288361" cy="0"/>
              </a:xfrm>
              <a:prstGeom prst="straightConnector1">
                <a:avLst/>
              </a:prstGeom>
              <a:ln w="571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C1E6344A-139F-9AD1-DBCF-6AA9FB9211C3}"/>
                  </a:ext>
                </a:extLst>
              </p:cNvPr>
              <p:cNvSpPr/>
              <p:nvPr/>
            </p:nvSpPr>
            <p:spPr>
              <a:xfrm>
                <a:off x="6765020" y="5975117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A7040BED-79D1-A391-B879-8CE28031C2AD}"/>
                  </a:ext>
                </a:extLst>
              </p:cNvPr>
              <p:cNvSpPr/>
              <p:nvPr/>
            </p:nvSpPr>
            <p:spPr>
              <a:xfrm>
                <a:off x="7309580" y="5975117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A10EE894-21EC-BB0D-A668-E0B832CC09FE}"/>
                  </a:ext>
                </a:extLst>
              </p:cNvPr>
              <p:cNvSpPr/>
              <p:nvPr/>
            </p:nvSpPr>
            <p:spPr>
              <a:xfrm>
                <a:off x="7854139" y="5975117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6" name="Rectangle: Rounded Corners 165">
                <a:extLst>
                  <a:ext uri="{FF2B5EF4-FFF2-40B4-BE49-F238E27FC236}">
                    <a16:creationId xmlns:a16="http://schemas.microsoft.com/office/drawing/2014/main" id="{F936AFDF-C0CD-5BF2-B0CC-F2CBEC77EF33}"/>
                  </a:ext>
                </a:extLst>
              </p:cNvPr>
              <p:cNvSpPr/>
              <p:nvPr/>
            </p:nvSpPr>
            <p:spPr>
              <a:xfrm>
                <a:off x="8398699" y="5975117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7" name="Rectangle: Rounded Corners 166">
                <a:extLst>
                  <a:ext uri="{FF2B5EF4-FFF2-40B4-BE49-F238E27FC236}">
                    <a16:creationId xmlns:a16="http://schemas.microsoft.com/office/drawing/2014/main" id="{0AE9F2D4-9ADB-BBB1-1090-D83C81AFDBCE}"/>
                  </a:ext>
                </a:extLst>
              </p:cNvPr>
              <p:cNvSpPr/>
              <p:nvPr/>
            </p:nvSpPr>
            <p:spPr>
              <a:xfrm>
                <a:off x="8943258" y="597511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8" name="Rectangle: Rounded Corners 167">
                <a:extLst>
                  <a:ext uri="{FF2B5EF4-FFF2-40B4-BE49-F238E27FC236}">
                    <a16:creationId xmlns:a16="http://schemas.microsoft.com/office/drawing/2014/main" id="{3B23461B-B4D7-6C24-07E8-10C68EC10562}"/>
                  </a:ext>
                </a:extLst>
              </p:cNvPr>
              <p:cNvSpPr/>
              <p:nvPr/>
            </p:nvSpPr>
            <p:spPr>
              <a:xfrm>
                <a:off x="9487817" y="597511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9" name="Rectangle: Rounded Corners 168">
                <a:extLst>
                  <a:ext uri="{FF2B5EF4-FFF2-40B4-BE49-F238E27FC236}">
                    <a16:creationId xmlns:a16="http://schemas.microsoft.com/office/drawing/2014/main" id="{0E2A4468-2F33-D95B-2B24-0FA548155ED5}"/>
                  </a:ext>
                </a:extLst>
              </p:cNvPr>
              <p:cNvSpPr/>
              <p:nvPr/>
            </p:nvSpPr>
            <p:spPr>
              <a:xfrm>
                <a:off x="10032377" y="5975116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9D2BF338-D5BB-D170-D9B9-067012686A58}"/>
                  </a:ext>
                </a:extLst>
              </p:cNvPr>
              <p:cNvSpPr/>
              <p:nvPr/>
            </p:nvSpPr>
            <p:spPr>
              <a:xfrm>
                <a:off x="6220461" y="5975117"/>
                <a:ext cx="256199" cy="26186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nl-NL" sz="600" dirty="0">
                  <a:latin typeface="Aptos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202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BE5E-3350-D215-101C-496BFCA5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AC61-2CA2-C998-0948-03F38EAC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Merge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r>
              <a:rPr lang="nl-NL" b="0" dirty="0"/>
              <a:t> – </a:t>
            </a:r>
            <a:r>
              <a:rPr lang="nl-NL" b="0" dirty="0" err="1"/>
              <a:t>implementation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0658D-69F3-1973-9C7F-67C970C42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032932" cy="3566160"/>
          </a:xfrm>
        </p:spPr>
        <p:txBody>
          <a:bodyPr>
            <a:normAutofit/>
          </a:bodyPr>
          <a:lstStyle/>
          <a:p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dirty="0" err="1"/>
              <a:t>sort</a:t>
            </a:r>
            <a:r>
              <a:rPr lang="nl-NL" dirty="0"/>
              <a:t> a </a:t>
            </a:r>
            <a:r>
              <a:rPr lang="nl-NL" dirty="0" err="1"/>
              <a:t>linked</a:t>
            </a:r>
            <a:r>
              <a:rPr lang="nl-NL" dirty="0"/>
              <a:t> list</a:t>
            </a:r>
          </a:p>
          <a:p>
            <a:r>
              <a:rPr lang="nl-NL" dirty="0"/>
              <a:t>Approach:</a:t>
            </a:r>
          </a:p>
          <a:p>
            <a:pPr lvl="1"/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size</a:t>
            </a:r>
            <a:r>
              <a:rPr lang="nl-NL" dirty="0"/>
              <a:t> is 0 or 1, no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  <a:p>
            <a:pPr lvl="1"/>
            <a:r>
              <a:rPr lang="nl-NL" dirty="0"/>
              <a:t>Split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  <a:p>
            <a:pPr lvl="1"/>
            <a:r>
              <a:rPr lang="nl-NL" dirty="0" err="1"/>
              <a:t>Sort</a:t>
            </a:r>
            <a:r>
              <a:rPr lang="nl-NL" dirty="0"/>
              <a:t> </a:t>
            </a:r>
            <a:r>
              <a:rPr lang="nl-NL" dirty="0" err="1"/>
              <a:t>both</a:t>
            </a:r>
            <a:r>
              <a:rPr lang="nl-NL" dirty="0"/>
              <a:t> </a:t>
            </a:r>
            <a:r>
              <a:rPr lang="nl-NL" dirty="0" err="1"/>
              <a:t>halves</a:t>
            </a:r>
            <a:r>
              <a:rPr lang="nl-NL" dirty="0"/>
              <a:t> (</a:t>
            </a:r>
            <a:r>
              <a:rPr lang="nl-NL" dirty="0" err="1"/>
              <a:t>Recursion</a:t>
            </a:r>
            <a:r>
              <a:rPr lang="nl-NL" dirty="0"/>
              <a:t>!)</a:t>
            </a:r>
          </a:p>
          <a:p>
            <a:pPr lvl="1"/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both</a:t>
            </a:r>
            <a:r>
              <a:rPr lang="nl-NL" dirty="0"/>
              <a:t> (</a:t>
            </a:r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/>
              <a:t>sorted</a:t>
            </a:r>
            <a:r>
              <a:rPr lang="nl-NL" dirty="0"/>
              <a:t>) </a:t>
            </a:r>
            <a:r>
              <a:rPr lang="nl-NL" dirty="0" err="1"/>
              <a:t>parts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2990F-648F-5824-7B42-652FBE2314F7}"/>
              </a:ext>
            </a:extLst>
          </p:cNvPr>
          <p:cNvSpPr txBox="1"/>
          <p:nvPr/>
        </p:nvSpPr>
        <p:spPr>
          <a:xfrm>
            <a:off x="4879910" y="2155372"/>
            <a:ext cx="702307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merge_sort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(Node *head)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(head ==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head-&gt;next ==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Base case: list is empty or has one element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head;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Step 1: Split the list into two halves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 *mid = split(head);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Step 2: Recursively sort both halves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head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merge_sort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(head);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mid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merge_sort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(mid);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Step 3: Merge the sorted halves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merge(head, mid);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209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D0ED-9B4A-61AB-FA25-9D0475DC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F73E-C3F7-8D91-D021-CBF6D345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Merge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r>
              <a:rPr lang="nl-NL" b="0" dirty="0"/>
              <a:t> – </a:t>
            </a:r>
            <a:r>
              <a:rPr lang="nl-NL" b="0" dirty="0" err="1"/>
              <a:t>splitting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9DB1-2F0B-0D92-0028-A63CDDDEA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939626" cy="3566160"/>
          </a:xfrm>
        </p:spPr>
        <p:txBody>
          <a:bodyPr>
            <a:normAutofit/>
          </a:bodyPr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split a list in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halves</a:t>
            </a:r>
            <a:r>
              <a:rPr lang="nl-NL" dirty="0"/>
              <a:t>?</a:t>
            </a:r>
          </a:p>
          <a:p>
            <a:pPr lvl="1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-pointer </a:t>
            </a:r>
            <a:r>
              <a:rPr lang="nl-NL" dirty="0" err="1"/>
              <a:t>technique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382CE-596D-4760-9480-39C64668FAD9}"/>
              </a:ext>
            </a:extLst>
          </p:cNvPr>
          <p:cNvSpPr txBox="1"/>
          <p:nvPr/>
        </p:nvSpPr>
        <p:spPr>
          <a:xfrm>
            <a:off x="5430889" y="2540193"/>
            <a:ext cx="644599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@brief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Splits a linked list into two halves.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head Pointer to the head of the linked list.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@return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Pointer to the head of the second half of the list.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 *split(Node *head);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756CF4-C382-6A5A-8BD0-B6376FAC3B42}"/>
              </a:ext>
            </a:extLst>
          </p:cNvPr>
          <p:cNvGrpSpPr/>
          <p:nvPr/>
        </p:nvGrpSpPr>
        <p:grpSpPr>
          <a:xfrm>
            <a:off x="4329374" y="4385023"/>
            <a:ext cx="7094235" cy="352426"/>
            <a:chOff x="4789198" y="2116455"/>
            <a:chExt cx="7094235" cy="35242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246FADC-BB35-A527-8196-1CF65C1F26FD}"/>
                </a:ext>
              </a:extLst>
            </p:cNvPr>
            <p:cNvSpPr/>
            <p:nvPr/>
          </p:nvSpPr>
          <p:spPr>
            <a:xfrm>
              <a:off x="5538288" y="2116456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DCC7D81-2E61-C5BA-4208-9657E1BF46E7}"/>
                </a:ext>
              </a:extLst>
            </p:cNvPr>
            <p:cNvSpPr/>
            <p:nvPr/>
          </p:nvSpPr>
          <p:spPr>
            <a:xfrm>
              <a:off x="6287378" y="2116456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0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4B117D0-8A0E-1DDE-DC2F-4B4DB86027F2}"/>
                </a:ext>
              </a:extLst>
            </p:cNvPr>
            <p:cNvSpPr/>
            <p:nvPr/>
          </p:nvSpPr>
          <p:spPr>
            <a:xfrm>
              <a:off x="7036468" y="2116456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99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511CCD9-FD6B-6DD0-364A-C43991CAFA6D}"/>
                </a:ext>
              </a:extLst>
            </p:cNvPr>
            <p:cNvSpPr/>
            <p:nvPr/>
          </p:nvSpPr>
          <p:spPr>
            <a:xfrm>
              <a:off x="7785558" y="2116456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E88D1DC-4E72-F54E-BE89-79E21B5FFFFE}"/>
                </a:ext>
              </a:extLst>
            </p:cNvPr>
            <p:cNvSpPr/>
            <p:nvPr/>
          </p:nvSpPr>
          <p:spPr>
            <a:xfrm>
              <a:off x="8534648" y="2116455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67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6422FCD-23FE-CFE7-6516-1B31E38396D2}"/>
                </a:ext>
              </a:extLst>
            </p:cNvPr>
            <p:cNvSpPr/>
            <p:nvPr/>
          </p:nvSpPr>
          <p:spPr>
            <a:xfrm>
              <a:off x="9283738" y="2116455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01EA94F-26FD-8408-6361-76BA86ACB972}"/>
                </a:ext>
              </a:extLst>
            </p:cNvPr>
            <p:cNvSpPr/>
            <p:nvPr/>
          </p:nvSpPr>
          <p:spPr>
            <a:xfrm>
              <a:off x="10032828" y="2116455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18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AC4493F-05C5-87DE-0A5F-39EFD284335F}"/>
                </a:ext>
              </a:extLst>
            </p:cNvPr>
            <p:cNvSpPr/>
            <p:nvPr/>
          </p:nvSpPr>
          <p:spPr>
            <a:xfrm>
              <a:off x="10781918" y="2116455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6F6A5AE-1316-7489-1A54-18C325ED3127}"/>
                </a:ext>
              </a:extLst>
            </p:cNvPr>
            <p:cNvSpPr/>
            <p:nvPr/>
          </p:nvSpPr>
          <p:spPr>
            <a:xfrm>
              <a:off x="11531008" y="2116455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13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19ED323-BBE8-5E10-92F0-8540A6761156}"/>
                </a:ext>
              </a:extLst>
            </p:cNvPr>
            <p:cNvSpPr/>
            <p:nvPr/>
          </p:nvSpPr>
          <p:spPr>
            <a:xfrm>
              <a:off x="4789198" y="2116456"/>
              <a:ext cx="352425" cy="35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42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81115B-4698-C684-5748-219261A5BE6D}"/>
              </a:ext>
            </a:extLst>
          </p:cNvPr>
          <p:cNvCxnSpPr>
            <a:stCxn id="15" idx="3"/>
            <a:endCxn id="6" idx="1"/>
          </p:cNvCxnSpPr>
          <p:nvPr/>
        </p:nvCxnSpPr>
        <p:spPr>
          <a:xfrm>
            <a:off x="4681799" y="4561237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A12C09-9957-E420-945B-616C8260B4F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430889" y="4561237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79E1C9-7B1C-33DA-B6F7-B903D69204C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179979" y="4561237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E66D54-D32E-FB42-85FD-D56232812AF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929069" y="4561237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02C4DA-4E2A-AE47-E5A8-49F391C94FE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7678159" y="4561236"/>
            <a:ext cx="396665" cy="1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3C38F9-AABD-0D98-9053-FD974288E89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427249" y="4561236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4BE8EA-8BCE-540F-5764-4D02ADAF029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9925429" y="4561236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B87E8FA-0FF4-2F83-20FE-2209F978911A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10674519" y="4561236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AA19E8-2C04-1A1E-A0BC-374B4B2236E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9176339" y="4561236"/>
            <a:ext cx="396665" cy="0"/>
          </a:xfrm>
          <a:prstGeom prst="straightConnector1">
            <a:avLst/>
          </a:prstGeom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5" name="fastptr">
            <a:extLst>
              <a:ext uri="{FF2B5EF4-FFF2-40B4-BE49-F238E27FC236}">
                <a16:creationId xmlns:a16="http://schemas.microsoft.com/office/drawing/2014/main" id="{83B4314C-78BF-1A4A-BDA3-0956F9E28357}"/>
              </a:ext>
            </a:extLst>
          </p:cNvPr>
          <p:cNvGrpSpPr/>
          <p:nvPr/>
        </p:nvGrpSpPr>
        <p:grpSpPr>
          <a:xfrm>
            <a:off x="4156856" y="4842460"/>
            <a:ext cx="723275" cy="548928"/>
            <a:chOff x="6691330" y="3233057"/>
            <a:chExt cx="723275" cy="548928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7EC3E9A8-51F2-B620-D24A-79993E453A4D}"/>
                </a:ext>
              </a:extLst>
            </p:cNvPr>
            <p:cNvSpPr/>
            <p:nvPr/>
          </p:nvSpPr>
          <p:spPr>
            <a:xfrm>
              <a:off x="6954997" y="3233057"/>
              <a:ext cx="195943" cy="195943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896F92-279D-F51F-92CD-483BD60E2F27}"/>
                </a:ext>
              </a:extLst>
            </p:cNvPr>
            <p:cNvSpPr txBox="1"/>
            <p:nvPr/>
          </p:nvSpPr>
          <p:spPr>
            <a:xfrm>
              <a:off x="6691330" y="3412653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fast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28" name="slowptr">
            <a:extLst>
              <a:ext uri="{FF2B5EF4-FFF2-40B4-BE49-F238E27FC236}">
                <a16:creationId xmlns:a16="http://schemas.microsoft.com/office/drawing/2014/main" id="{2CB61BA7-FB61-0BF9-D77C-7158F6890F90}"/>
              </a:ext>
            </a:extLst>
          </p:cNvPr>
          <p:cNvGrpSpPr/>
          <p:nvPr/>
        </p:nvGrpSpPr>
        <p:grpSpPr>
          <a:xfrm>
            <a:off x="4096694" y="3641781"/>
            <a:ext cx="843597" cy="613528"/>
            <a:chOff x="6624003" y="1974970"/>
            <a:chExt cx="843597" cy="613528"/>
          </a:xfrm>
        </p:grpSpPr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53824461-B8B4-91F8-5678-0240E6E5C40D}"/>
                </a:ext>
              </a:extLst>
            </p:cNvPr>
            <p:cNvSpPr/>
            <p:nvPr/>
          </p:nvSpPr>
          <p:spPr>
            <a:xfrm flipV="1">
              <a:off x="6954997" y="2392555"/>
              <a:ext cx="195943" cy="195943"/>
            </a:xfrm>
            <a:prstGeom prst="triangle">
              <a:avLst/>
            </a:prstGeom>
            <a:solidFill>
              <a:srgbClr val="FF0000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8D11349-8BEC-9A26-0B1C-18A0B636F54E}"/>
                </a:ext>
              </a:extLst>
            </p:cNvPr>
            <p:cNvSpPr txBox="1"/>
            <p:nvPr/>
          </p:nvSpPr>
          <p:spPr>
            <a:xfrm>
              <a:off x="6624003" y="1974970"/>
              <a:ext cx="8435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slow</a:t>
              </a:r>
            </a:p>
          </p:txBody>
        </p:sp>
      </p:grpSp>
      <p:grpSp>
        <p:nvGrpSpPr>
          <p:cNvPr id="37" name="head">
            <a:extLst>
              <a:ext uri="{FF2B5EF4-FFF2-40B4-BE49-F238E27FC236}">
                <a16:creationId xmlns:a16="http://schemas.microsoft.com/office/drawing/2014/main" id="{B3B74CBC-712A-CE27-54FA-6519FD7221AE}"/>
              </a:ext>
            </a:extLst>
          </p:cNvPr>
          <p:cNvGrpSpPr/>
          <p:nvPr/>
        </p:nvGrpSpPr>
        <p:grpSpPr>
          <a:xfrm rot="16200000">
            <a:off x="3469858" y="4088830"/>
            <a:ext cx="461665" cy="943969"/>
            <a:chOff x="6814969" y="1644529"/>
            <a:chExt cx="461665" cy="943969"/>
          </a:xfrm>
        </p:grpSpPr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EB1A73D5-A41F-CB82-294F-1482BE9553D5}"/>
                </a:ext>
              </a:extLst>
            </p:cNvPr>
            <p:cNvSpPr/>
            <p:nvPr/>
          </p:nvSpPr>
          <p:spPr>
            <a:xfrm flipV="1">
              <a:off x="6954997" y="2392555"/>
              <a:ext cx="195943" cy="195943"/>
            </a:xfrm>
            <a:prstGeom prst="triangle">
              <a:avLst/>
            </a:prstGeom>
            <a:solidFill>
              <a:srgbClr val="FFFF00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B8B07C-4335-53E0-E73B-DFAD4F37EACF}"/>
                </a:ext>
              </a:extLst>
            </p:cNvPr>
            <p:cNvSpPr txBox="1"/>
            <p:nvPr/>
          </p:nvSpPr>
          <p:spPr>
            <a:xfrm>
              <a:off x="6814969" y="1644529"/>
              <a:ext cx="461665" cy="699772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ctr"/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head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E181B31-5FDD-9390-745E-68A6C009700F}"/>
              </a:ext>
            </a:extLst>
          </p:cNvPr>
          <p:cNvGrpSpPr/>
          <p:nvPr/>
        </p:nvGrpSpPr>
        <p:grpSpPr>
          <a:xfrm>
            <a:off x="7403692" y="4913660"/>
            <a:ext cx="1800494" cy="842274"/>
            <a:chOff x="7403692" y="4913660"/>
            <a:chExt cx="1800494" cy="842274"/>
          </a:xfrm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0C19A178-B03A-9B0E-9E6E-B9595B375995}"/>
                </a:ext>
              </a:extLst>
            </p:cNvPr>
            <p:cNvSpPr/>
            <p:nvPr/>
          </p:nvSpPr>
          <p:spPr>
            <a:xfrm>
              <a:off x="8160231" y="4913660"/>
              <a:ext cx="195943" cy="195943"/>
            </a:xfrm>
            <a:prstGeom prst="triangle">
              <a:avLst/>
            </a:prstGeom>
            <a:solidFill>
              <a:srgbClr val="FFFF00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55575D-DFD4-2EAB-85E1-1C10CD7C05F4}"/>
                </a:ext>
              </a:extLst>
            </p:cNvPr>
            <p:cNvSpPr txBox="1"/>
            <p:nvPr/>
          </p:nvSpPr>
          <p:spPr>
            <a:xfrm>
              <a:off x="7403692" y="5109603"/>
              <a:ext cx="1800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result</a:t>
              </a:r>
              <a:b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(slow-&gt;next)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357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81481E-6 L 0.12187 1.48148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44444E-6 L 0.06081 -2.22222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8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88 -4.81481E-6 L 0.24466 -3.7037E-7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1 -4.44444E-6 L 0.12188 -3.7037E-6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4" y="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466 3.7037E-7 L 0.36758 -4.81481E-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9" y="-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88 -4.44444E-6 L 0.18282 -4.44444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758 1.33574E-16 L 0.4905 -4.81481E-6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59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81 -4.44444E-6 L 0.24388 -4.44444E-6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EB5E7-C931-75D3-8B62-C1338AAB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1B79CE-A079-C774-269D-A31B4D33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Quick </a:t>
            </a:r>
            <a:r>
              <a:rPr lang="nl-NL" dirty="0" err="1"/>
              <a:t>Sort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C4720-121C-4054-B3A6-1246D4F46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Sorting</a:t>
            </a:r>
            <a:r>
              <a:rPr lang="nl-NL" dirty="0"/>
              <a:t> arrays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divide</a:t>
            </a:r>
            <a:r>
              <a:rPr lang="nl-NL" dirty="0"/>
              <a:t> &amp; </a:t>
            </a:r>
            <a:r>
              <a:rPr lang="nl-NL" dirty="0" err="1"/>
              <a:t>conquer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7166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102D-563C-8C23-83A6-A4ACDB0E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9917AC3-EC9E-9F55-845A-3601E85DF372}"/>
              </a:ext>
            </a:extLst>
          </p:cNvPr>
          <p:cNvGrpSpPr/>
          <p:nvPr/>
        </p:nvGrpSpPr>
        <p:grpSpPr>
          <a:xfrm>
            <a:off x="6809662" y="2588497"/>
            <a:ext cx="3985855" cy="624869"/>
            <a:chOff x="6809662" y="2588497"/>
            <a:chExt cx="3985855" cy="624869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1AB3E884-8C39-BF6E-358D-A21F8BD4151F}"/>
                </a:ext>
              </a:extLst>
            </p:cNvPr>
            <p:cNvSpPr/>
            <p:nvPr/>
          </p:nvSpPr>
          <p:spPr>
            <a:xfrm>
              <a:off x="6809662" y="2588497"/>
              <a:ext cx="1983597" cy="624869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9A0BAA2-E621-0766-5126-32013824EE0E}"/>
                </a:ext>
              </a:extLst>
            </p:cNvPr>
            <p:cNvSpPr/>
            <p:nvPr/>
          </p:nvSpPr>
          <p:spPr>
            <a:xfrm>
              <a:off x="9189266" y="2588497"/>
              <a:ext cx="1606251" cy="624869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EA73B6-9B8A-2F50-5761-5A1ACBD3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Quick </a:t>
            </a:r>
            <a:r>
              <a:rPr lang="nl-NL" b="0" dirty="0" err="1"/>
              <a:t>Sort</a:t>
            </a:r>
            <a:r>
              <a:rPr lang="nl-NL" b="0" dirty="0"/>
              <a:t> - </a:t>
            </a:r>
            <a:r>
              <a:rPr lang="nl-NL" b="0" dirty="0" err="1"/>
              <a:t>partitioning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70C62-2C5D-B66C-E084-BCE7108DD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5928671" cy="3907287"/>
          </a:xfrm>
        </p:spPr>
        <p:txBody>
          <a:bodyPr>
            <a:normAutofit/>
          </a:bodyPr>
          <a:lstStyle/>
          <a:p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split array in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halves</a:t>
            </a:r>
            <a:r>
              <a:rPr lang="nl-NL" dirty="0"/>
              <a:t> &amp; </a:t>
            </a:r>
            <a:r>
              <a:rPr lang="nl-NL" dirty="0" err="1"/>
              <a:t>sort</a:t>
            </a:r>
            <a:r>
              <a:rPr lang="nl-NL" dirty="0"/>
              <a:t> </a:t>
            </a:r>
            <a:r>
              <a:rPr lang="nl-NL" dirty="0" err="1"/>
              <a:t>halves</a:t>
            </a:r>
            <a:endParaRPr lang="nl-NL" dirty="0"/>
          </a:p>
          <a:p>
            <a:pPr lvl="1"/>
            <a:r>
              <a:rPr lang="nl-NL" dirty="0" err="1"/>
              <a:t>Would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</a:t>
            </a:r>
            <a:r>
              <a:rPr lang="nl-NL" dirty="0" err="1"/>
              <a:t>merge</a:t>
            </a:r>
            <a:r>
              <a:rPr lang="nl-NL" dirty="0"/>
              <a:t>”</a:t>
            </a:r>
          </a:p>
          <a:p>
            <a:pPr lvl="1"/>
            <a:endParaRPr lang="nl-NL" dirty="0"/>
          </a:p>
          <a:p>
            <a:r>
              <a:rPr lang="nl-NL" dirty="0" err="1"/>
              <a:t>Instead</a:t>
            </a:r>
            <a:r>
              <a:rPr lang="nl-NL" dirty="0"/>
              <a:t>, </a:t>
            </a:r>
            <a:r>
              <a:rPr lang="nl-NL" b="1" dirty="0" err="1"/>
              <a:t>partition</a:t>
            </a:r>
            <a:r>
              <a:rPr lang="nl-NL" dirty="0"/>
              <a:t> array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parts</a:t>
            </a:r>
            <a:endParaRPr lang="nl-NL" dirty="0"/>
          </a:p>
          <a:p>
            <a:pPr lvl="1"/>
            <a:r>
              <a:rPr lang="nl-NL" dirty="0" err="1"/>
              <a:t>Choose</a:t>
            </a:r>
            <a:r>
              <a:rPr lang="nl-NL" dirty="0"/>
              <a:t> a </a:t>
            </a:r>
            <a:r>
              <a:rPr lang="nl-NL" dirty="0" err="1"/>
              <a:t>value</a:t>
            </a:r>
            <a:r>
              <a:rPr lang="nl-NL" dirty="0"/>
              <a:t>, say P – </a:t>
            </a:r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i="1" dirty="0"/>
              <a:t>pivot</a:t>
            </a:r>
          </a:p>
          <a:p>
            <a:pPr lvl="1"/>
            <a:r>
              <a:rPr lang="nl-NL" dirty="0"/>
              <a:t>Swap P </a:t>
            </a:r>
            <a:r>
              <a:rPr lang="nl-NL" dirty="0" err="1"/>
              <a:t>into</a:t>
            </a:r>
            <a:r>
              <a:rPr lang="nl-NL" dirty="0"/>
              <a:t> last </a:t>
            </a:r>
            <a:r>
              <a:rPr lang="nl-NL" dirty="0" err="1"/>
              <a:t>position</a:t>
            </a:r>
            <a:endParaRPr lang="nl-NL" dirty="0"/>
          </a:p>
          <a:p>
            <a:pPr lvl="1"/>
            <a:r>
              <a:rPr lang="nl-NL" dirty="0"/>
              <a:t>Keep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smaller </a:t>
            </a:r>
            <a:r>
              <a:rPr lang="nl-NL" dirty="0" err="1"/>
              <a:t>than</a:t>
            </a:r>
            <a:r>
              <a:rPr lang="nl-NL" dirty="0"/>
              <a:t> / </a:t>
            </a:r>
            <a:r>
              <a:rPr lang="nl-NL" dirty="0" err="1"/>
              <a:t>equal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P in </a:t>
            </a:r>
            <a:r>
              <a:rPr lang="nl-NL" dirty="0" err="1"/>
              <a:t>lower</a:t>
            </a:r>
            <a:r>
              <a:rPr lang="nl-NL" dirty="0"/>
              <a:t> part</a:t>
            </a:r>
          </a:p>
          <a:p>
            <a:pPr lvl="2"/>
            <a:r>
              <a:rPr lang="nl-NL" dirty="0"/>
              <a:t>Move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end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254FF276-BE83-A34A-5FDF-4E7DCAFBE046}"/>
              </a:ext>
            </a:extLst>
          </p:cNvPr>
          <p:cNvSpPr/>
          <p:nvPr/>
        </p:nvSpPr>
        <p:spPr>
          <a:xfrm>
            <a:off x="726585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6" name="0">
            <a:extLst>
              <a:ext uri="{FF2B5EF4-FFF2-40B4-BE49-F238E27FC236}">
                <a16:creationId xmlns:a16="http://schemas.microsoft.com/office/drawing/2014/main" id="{910FC328-B7D1-0796-3E5E-6531D4A2B1BD}"/>
              </a:ext>
            </a:extLst>
          </p:cNvPr>
          <p:cNvSpPr/>
          <p:nvPr/>
        </p:nvSpPr>
        <p:spPr>
          <a:xfrm>
            <a:off x="765440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0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" name="99">
            <a:extLst>
              <a:ext uri="{FF2B5EF4-FFF2-40B4-BE49-F238E27FC236}">
                <a16:creationId xmlns:a16="http://schemas.microsoft.com/office/drawing/2014/main" id="{E17360E6-EB3A-D419-25BE-F928BD9398D7}"/>
              </a:ext>
            </a:extLst>
          </p:cNvPr>
          <p:cNvSpPr/>
          <p:nvPr/>
        </p:nvSpPr>
        <p:spPr>
          <a:xfrm>
            <a:off x="804295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99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8" name="77">
            <a:extLst>
              <a:ext uri="{FF2B5EF4-FFF2-40B4-BE49-F238E27FC236}">
                <a16:creationId xmlns:a16="http://schemas.microsoft.com/office/drawing/2014/main" id="{DC571E13-D651-29EB-7119-AC22000A4652}"/>
              </a:ext>
            </a:extLst>
          </p:cNvPr>
          <p:cNvSpPr/>
          <p:nvPr/>
        </p:nvSpPr>
        <p:spPr>
          <a:xfrm>
            <a:off x="843150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9" name="67">
            <a:extLst>
              <a:ext uri="{FF2B5EF4-FFF2-40B4-BE49-F238E27FC236}">
                <a16:creationId xmlns:a16="http://schemas.microsoft.com/office/drawing/2014/main" id="{0FBB1912-704B-919E-424C-89FF3D9CAE52}"/>
              </a:ext>
            </a:extLst>
          </p:cNvPr>
          <p:cNvSpPr/>
          <p:nvPr/>
        </p:nvSpPr>
        <p:spPr>
          <a:xfrm>
            <a:off x="1037425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0" name="11">
            <a:extLst>
              <a:ext uri="{FF2B5EF4-FFF2-40B4-BE49-F238E27FC236}">
                <a16:creationId xmlns:a16="http://schemas.microsoft.com/office/drawing/2014/main" id="{4A4DC96F-10F5-862E-BEDA-B4990BEFEE42}"/>
              </a:ext>
            </a:extLst>
          </p:cNvPr>
          <p:cNvSpPr/>
          <p:nvPr/>
        </p:nvSpPr>
        <p:spPr>
          <a:xfrm>
            <a:off x="920860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1" name="5">
            <a:extLst>
              <a:ext uri="{FF2B5EF4-FFF2-40B4-BE49-F238E27FC236}">
                <a16:creationId xmlns:a16="http://schemas.microsoft.com/office/drawing/2014/main" id="{781A39C5-4FC3-CE04-1224-C1B0331F7295}"/>
              </a:ext>
            </a:extLst>
          </p:cNvPr>
          <p:cNvSpPr/>
          <p:nvPr/>
        </p:nvSpPr>
        <p:spPr>
          <a:xfrm>
            <a:off x="959715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2" name="21">
            <a:extLst>
              <a:ext uri="{FF2B5EF4-FFF2-40B4-BE49-F238E27FC236}">
                <a16:creationId xmlns:a16="http://schemas.microsoft.com/office/drawing/2014/main" id="{AFA4841D-673F-398A-4AF1-435EC673C112}"/>
              </a:ext>
            </a:extLst>
          </p:cNvPr>
          <p:cNvSpPr/>
          <p:nvPr/>
        </p:nvSpPr>
        <p:spPr>
          <a:xfrm>
            <a:off x="9985703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3" name="42">
            <a:extLst>
              <a:ext uri="{FF2B5EF4-FFF2-40B4-BE49-F238E27FC236}">
                <a16:creationId xmlns:a16="http://schemas.microsoft.com/office/drawing/2014/main" id="{480F4756-1315-E9A4-F071-74D83B656817}"/>
              </a:ext>
            </a:extLst>
          </p:cNvPr>
          <p:cNvSpPr/>
          <p:nvPr/>
        </p:nvSpPr>
        <p:spPr>
          <a:xfrm>
            <a:off x="8818446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4" name="43">
            <a:extLst>
              <a:ext uri="{FF2B5EF4-FFF2-40B4-BE49-F238E27FC236}">
                <a16:creationId xmlns:a16="http://schemas.microsoft.com/office/drawing/2014/main" id="{2C322872-0AF5-ADCD-116B-14F988F66167}"/>
              </a:ext>
            </a:extLst>
          </p:cNvPr>
          <p:cNvSpPr/>
          <p:nvPr/>
        </p:nvSpPr>
        <p:spPr>
          <a:xfrm>
            <a:off x="6876757" y="2712313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43</a:t>
            </a:r>
            <a:endParaRPr lang="nl-NL" sz="900" dirty="0">
              <a:latin typeface="Aptos" panose="020B0004020202020204" pitchFamily="34" charset="0"/>
            </a:endParaRPr>
          </a:p>
        </p:txBody>
      </p:sp>
      <p:grpSp>
        <p:nvGrpSpPr>
          <p:cNvPr id="20" name="readptr">
            <a:extLst>
              <a:ext uri="{FF2B5EF4-FFF2-40B4-BE49-F238E27FC236}">
                <a16:creationId xmlns:a16="http://schemas.microsoft.com/office/drawing/2014/main" id="{510CC502-8E52-7FC9-B43A-707C8BC08EBA}"/>
              </a:ext>
            </a:extLst>
          </p:cNvPr>
          <p:cNvGrpSpPr/>
          <p:nvPr/>
        </p:nvGrpSpPr>
        <p:grpSpPr>
          <a:xfrm>
            <a:off x="6691330" y="3233057"/>
            <a:ext cx="723275" cy="548928"/>
            <a:chOff x="6691330" y="3233057"/>
            <a:chExt cx="723275" cy="548928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B084E741-82C4-2B49-1FCF-2D4E9BFDC08C}"/>
                </a:ext>
              </a:extLst>
            </p:cNvPr>
            <p:cNvSpPr/>
            <p:nvPr/>
          </p:nvSpPr>
          <p:spPr>
            <a:xfrm>
              <a:off x="6954997" y="3233057"/>
              <a:ext cx="195943" cy="195943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72CA22-6CAB-9D79-D866-4C917E4696BB}"/>
                </a:ext>
              </a:extLst>
            </p:cNvPr>
            <p:cNvSpPr txBox="1"/>
            <p:nvPr/>
          </p:nvSpPr>
          <p:spPr>
            <a:xfrm>
              <a:off x="6691330" y="3412653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read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9" name="writeptr">
            <a:extLst>
              <a:ext uri="{FF2B5EF4-FFF2-40B4-BE49-F238E27FC236}">
                <a16:creationId xmlns:a16="http://schemas.microsoft.com/office/drawing/2014/main" id="{CB866338-4112-83BD-F28B-237D788838E8}"/>
              </a:ext>
            </a:extLst>
          </p:cNvPr>
          <p:cNvGrpSpPr/>
          <p:nvPr/>
        </p:nvGrpSpPr>
        <p:grpSpPr>
          <a:xfrm>
            <a:off x="6624003" y="1974970"/>
            <a:ext cx="857927" cy="613528"/>
            <a:chOff x="6624003" y="1974970"/>
            <a:chExt cx="857927" cy="613528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7EA0A558-7916-C141-588F-CF6666A24EE8}"/>
                </a:ext>
              </a:extLst>
            </p:cNvPr>
            <p:cNvSpPr/>
            <p:nvPr/>
          </p:nvSpPr>
          <p:spPr>
            <a:xfrm flipV="1">
              <a:off x="6954997" y="2392555"/>
              <a:ext cx="195943" cy="195943"/>
            </a:xfrm>
            <a:prstGeom prst="triangle">
              <a:avLst/>
            </a:prstGeom>
            <a:solidFill>
              <a:srgbClr val="FF0000"/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89BCAD-FBA3-DEEC-2481-060FB3A6DD3C}"/>
                </a:ext>
              </a:extLst>
            </p:cNvPr>
            <p:cNvSpPr txBox="1"/>
            <p:nvPr/>
          </p:nvSpPr>
          <p:spPr>
            <a:xfrm>
              <a:off x="6624003" y="1974970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write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148CF399-E409-307C-45A4-4B4E5F78B61D}"/>
              </a:ext>
            </a:extLst>
          </p:cNvPr>
          <p:cNvSpPr txBox="1"/>
          <p:nvPr/>
        </p:nvSpPr>
        <p:spPr>
          <a:xfrm>
            <a:off x="8400141" y="4019788"/>
            <a:ext cx="105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Pivot: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42</a:t>
            </a:r>
          </a:p>
        </p:txBody>
      </p:sp>
      <p:sp>
        <p:nvSpPr>
          <p:cNvPr id="74" name="Callout: Down Arrow 73">
            <a:extLst>
              <a:ext uri="{FF2B5EF4-FFF2-40B4-BE49-F238E27FC236}">
                <a16:creationId xmlns:a16="http://schemas.microsoft.com/office/drawing/2014/main" id="{50D42B47-DD66-9B94-3D9A-26BD4E568ED1}"/>
              </a:ext>
            </a:extLst>
          </p:cNvPr>
          <p:cNvSpPr/>
          <p:nvPr/>
        </p:nvSpPr>
        <p:spPr>
          <a:xfrm>
            <a:off x="5410385" y="627115"/>
            <a:ext cx="3285162" cy="1324382"/>
          </a:xfrm>
          <a:prstGeom prst="downArrowCallou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</a:t>
            </a:r>
            <a:r>
              <a:rPr lang="nl-NL" dirty="0">
                <a:latin typeface="Aptos" panose="020B0004020202020204" pitchFamily="34" charset="0"/>
              </a:rPr>
              <a:t> points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location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store next element smaller </a:t>
            </a:r>
            <a:r>
              <a:rPr lang="nl-NL" dirty="0" err="1">
                <a:latin typeface="Aptos" panose="020B0004020202020204" pitchFamily="34" charset="0"/>
              </a:rPr>
              <a:t>than</a:t>
            </a:r>
            <a:r>
              <a:rPr lang="nl-NL" dirty="0">
                <a:latin typeface="Aptos" panose="020B0004020202020204" pitchFamily="34" charset="0"/>
              </a:rPr>
              <a:t> or </a:t>
            </a:r>
            <a:r>
              <a:rPr lang="nl-NL" dirty="0" err="1">
                <a:latin typeface="Aptos" panose="020B0004020202020204" pitchFamily="34" charset="0"/>
              </a:rPr>
              <a:t>equal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pivot</a:t>
            </a:r>
          </a:p>
        </p:txBody>
      </p:sp>
      <p:sp>
        <p:nvSpPr>
          <p:cNvPr id="75" name="Callout: Up Arrow 74">
            <a:extLst>
              <a:ext uri="{FF2B5EF4-FFF2-40B4-BE49-F238E27FC236}">
                <a16:creationId xmlns:a16="http://schemas.microsoft.com/office/drawing/2014/main" id="{C6E625CE-D4E6-8F03-59EF-2761A15FB28A}"/>
              </a:ext>
            </a:extLst>
          </p:cNvPr>
          <p:cNvSpPr/>
          <p:nvPr/>
        </p:nvSpPr>
        <p:spPr>
          <a:xfrm>
            <a:off x="7150940" y="4469362"/>
            <a:ext cx="3836924" cy="1390261"/>
          </a:xfrm>
          <a:prstGeom prst="upArrowCallou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When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we’re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done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</a:t>
            </a:r>
            <a:r>
              <a:rPr lang="nl-NL" dirty="0">
                <a:latin typeface="Aptos" panose="020B0004020202020204" pitchFamily="34" charset="0"/>
              </a:rPr>
              <a:t> points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first element </a:t>
            </a:r>
            <a:r>
              <a:rPr lang="nl-NL" dirty="0" err="1">
                <a:latin typeface="Aptos" panose="020B0004020202020204" pitchFamily="34" charset="0"/>
              </a:rPr>
              <a:t>after</a:t>
            </a:r>
            <a:r>
              <a:rPr lang="nl-NL" dirty="0">
                <a:latin typeface="Aptos" panose="020B0004020202020204" pitchFamily="34" charset="0"/>
              </a:rPr>
              <a:t> pivot</a:t>
            </a:r>
          </a:p>
        </p:txBody>
      </p:sp>
      <p:sp>
        <p:nvSpPr>
          <p:cNvPr id="78" name="Speech Bubble: Oval 77">
            <a:extLst>
              <a:ext uri="{FF2B5EF4-FFF2-40B4-BE49-F238E27FC236}">
                <a16:creationId xmlns:a16="http://schemas.microsoft.com/office/drawing/2014/main" id="{44A6B9D4-802D-772C-1DBC-0B67D40FB73B}"/>
              </a:ext>
            </a:extLst>
          </p:cNvPr>
          <p:cNvSpPr/>
          <p:nvPr/>
        </p:nvSpPr>
        <p:spPr>
          <a:xfrm>
            <a:off x="9597153" y="737663"/>
            <a:ext cx="2400817" cy="1572811"/>
          </a:xfrm>
          <a:prstGeom prst="wedgeEllipse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Now</a:t>
            </a:r>
            <a:r>
              <a:rPr lang="nl-NL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nl-NL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sort</a:t>
            </a:r>
            <a:r>
              <a:rPr lang="nl-NL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these “</a:t>
            </a:r>
            <a:r>
              <a:rPr lang="nl-NL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halves</a:t>
            </a:r>
            <a:r>
              <a:rPr lang="nl-NL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” </a:t>
            </a:r>
            <a:r>
              <a:rPr lang="nl-NL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recursively</a:t>
            </a:r>
            <a:endParaRPr lang="nl-NL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377237-CAF5-2B62-A5EB-23C6515CAAC4}"/>
                  </a:ext>
                </a:extLst>
              </p:cNvPr>
              <p:cNvSpPr txBox="1"/>
              <p:nvPr/>
            </p:nvSpPr>
            <p:spPr>
              <a:xfrm>
                <a:off x="4339416" y="5861553"/>
                <a:ext cx="2422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dirty="0">
                    <a:latin typeface="Aptos" panose="020B0004020202020204" pitchFamily="34" charset="0"/>
                  </a:rPr>
                  <a:t>Time </a:t>
                </a:r>
                <a:r>
                  <a:rPr lang="nl-NL" dirty="0" err="1">
                    <a:latin typeface="Aptos" panose="020B0004020202020204" pitchFamily="34" charset="0"/>
                  </a:rPr>
                  <a:t>complexity</a:t>
                </a:r>
                <a:r>
                  <a:rPr lang="nl-NL" dirty="0">
                    <a:latin typeface="Aptos" panose="020B0004020202020204" pitchFamily="34" charset="0"/>
                  </a:rPr>
                  <a:t>: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nl-NL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377237-CAF5-2B62-A5EB-23C6515CA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416" y="5861553"/>
                <a:ext cx="2422458" cy="369332"/>
              </a:xfrm>
              <a:prstGeom prst="rect">
                <a:avLst/>
              </a:prstGeom>
              <a:blipFill>
                <a:blip r:embed="rId2"/>
                <a:stretch>
                  <a:fillRect l="-2267" t="-8333" b="-283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2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L -0.12747 1.85185E-6 " pathEditMode="fixed" rAng="0" ptsTypes="AA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24" y="394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4 3.7037E-6 L 0.12761 1.85185E-6 " pathEditMode="fixed" rAng="0" ptsTypes="AA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11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0.03203 3.7037E-6 " pathEditMode="relative" rAng="0" ptsTypes="AA">
                                      <p:cBhvr>
                                        <p:cTn id="5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6 L 0.0319 -2.22222E-6 " pathEditMode="relative" rAng="0" ptsTypes="AA">
                                      <p:cBhvr>
                                        <p:cTn id="6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46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-0.0319 -2.22222E-6 " pathEditMode="relative" rAng="0" ptsTypes="AA">
                                      <p:cBhvr>
                                        <p:cTn id="6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0319 2.96296E-6 " pathEditMode="relative" rAng="0" ptsTypes="AA">
                                      <p:cBhvr>
                                        <p:cTn id="6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03 -2.59259E-6 L 0.06406 -2.96296E-6 " pathEditMode="relative" rAng="0" ptsTypes="AA">
                                      <p:cBhvr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9 3.7037E-6 L 0.0638 3.7037E-6 " pathEditMode="relative" rAng="0" ptsTypes="AA">
                                      <p:cBhvr>
                                        <p:cTn id="7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6 L -0.0319 -2.22222E-6 " pathEditMode="relative" rAng="0" ptsTypes="AA">
                                      <p:cBhvr>
                                        <p:cTn id="7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9 1.11111E-6 L 0.0638 2.96296E-6 " pathEditMode="relative" rAng="0" ptsTypes="AA">
                                      <p:cBhvr>
                                        <p:cTn id="8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06 -2.59259E-6 L 0.09609 -1.85185E-6 " pathEditMode="relative" rAng="0" ptsTypes="AA">
                                      <p:cBhvr>
                                        <p:cTn id="8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09 -2.59259E-6 L 0.12812 -4.07407E-6 " pathEditMode="relative" rAng="0" ptsTypes="AA">
                                      <p:cBhvr>
                                        <p:cTn id="9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812 -2.59259E-6 L 0.16016 -2.96296E-6 " pathEditMode="relative" rAng="0" ptsTypes="AA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15 -2.59259E-6 L 0.19219 -2.96296E-6 " pathEditMode="relative" rAng="0" ptsTypes="AA">
                                      <p:cBhvr>
                                        <p:cTn id="9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6 L -0.12747 -2.59259E-6 " pathEditMode="relative" rAng="0" ptsTypes="AA">
                                      <p:cBhvr>
                                        <p:cTn id="10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54" y="116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8 3.7037E-6 L 0.19128 -2.59259E-6 " pathEditMode="relative" rAng="0" ptsTypes="AA">
                                      <p:cBhvr>
                                        <p:cTn id="10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41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8 1.11111E-6 L 0.0957 2.96296E-6 " pathEditMode="relative" rAng="0" ptsTypes="AA">
                                      <p:cBhvr>
                                        <p:cTn id="10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18 -2.59259E-6 L 0.22422 -4.07407E-6 " pathEditMode="relative" rAng="0" ptsTypes="AA">
                                      <p:cBhvr>
                                        <p:cTn id="11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12747 -2.59259E-6 " pathEditMode="relative" rAng="0" ptsTypes="AA">
                                      <p:cBhvr>
                                        <p:cTn id="1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54" y="116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0.12748 -2.59259E-6 " pathEditMode="relative" rAng="0" ptsTypes="AA">
                                      <p:cBhvr>
                                        <p:cTn id="1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5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7 1.11111E-6 L 0.12761 2.96296E-6 " pathEditMode="relative" rAng="0" ptsTypes="AA">
                                      <p:cBhvr>
                                        <p:cTn id="12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7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422 2.96296E-6 L 0.25625 -2.59259E-6 " pathEditMode="relative" rAng="0" ptsTypes="AA">
                                      <p:cBhvr>
                                        <p:cTn id="12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-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6 L -0.12748 -2.59259E-6 " pathEditMode="relative" rAng="0" ptsTypes="AA">
                                      <p:cBhvr>
                                        <p:cTn id="1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9" y="116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3.7037E-6 L 0.12748 1.11111E-6 " pathEditMode="relative" rAng="0" ptsTypes="AA">
                                      <p:cBhvr>
                                        <p:cTn id="13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97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76 1.11111E-6 L 0.15951 2.96296E-6 " pathEditMode="relative" rAng="0" ptsTypes="AA">
                                      <p:cBhvr>
                                        <p:cTn id="1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625 2.96296E-6 L 0.28828 -2.59259E-6 " pathEditMode="relative" rAng="0" ptsTypes="AA">
                                      <p:cBhvr>
                                        <p:cTn id="1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-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76 3.7037E-6 L 0.00014 -1.85185E-6 " pathEditMode="fixed" rAng="0" ptsTypes="AA">
                                      <p:cBhvr>
                                        <p:cTn id="14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67" y="278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47 3.7037E-6 L 7.29167E-6 -4.07407E-6 " pathEditMode="fixed" rAng="0" ptsTypes="AA">
                                      <p:cBhvr>
                                        <p:cTn id="14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0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5 1.11111E-6 L 0.19141 2.96296E-6 " pathEditMode="relative" rAng="0" ptsTypes="AA">
                                      <p:cBhvr>
                                        <p:cTn id="15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828 -1.85185E-6 L 0.32031 -2.59259E-6 " pathEditMode="relative" rAng="0" ptsTypes="AA">
                                      <p:cBhvr>
                                        <p:cTn id="15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50"/>
                            </p:stCondLst>
                            <p:childTnLst>
                              <p:par>
                                <p:cTn id="1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25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72" grpId="0"/>
      <p:bldP spid="74" grpId="0" animBg="1"/>
      <p:bldP spid="74" grpId="1" animBg="1"/>
      <p:bldP spid="75" grpId="0" animBg="1"/>
      <p:bldP spid="78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876A-47B4-AB39-CD8B-943CBAF7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Down 3">
            <a:extLst>
              <a:ext uri="{FF2B5EF4-FFF2-40B4-BE49-F238E27FC236}">
                <a16:creationId xmlns:a16="http://schemas.microsoft.com/office/drawing/2014/main" id="{2D89E471-ED66-C89B-59AB-E44E58E0861C}"/>
              </a:ext>
            </a:extLst>
          </p:cNvPr>
          <p:cNvSpPr/>
          <p:nvPr/>
        </p:nvSpPr>
        <p:spPr>
          <a:xfrm>
            <a:off x="8258435" y="3142357"/>
            <a:ext cx="2528631" cy="528133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8DA782-5A95-FD47-FA10-B20173A71864}"/>
              </a:ext>
            </a:extLst>
          </p:cNvPr>
          <p:cNvSpPr/>
          <p:nvPr/>
        </p:nvSpPr>
        <p:spPr>
          <a:xfrm>
            <a:off x="7436498" y="3752786"/>
            <a:ext cx="3536112" cy="62486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655B473-AC4C-F99F-9843-5ADBCC1BC65E}"/>
              </a:ext>
            </a:extLst>
          </p:cNvPr>
          <p:cNvSpPr/>
          <p:nvPr/>
        </p:nvSpPr>
        <p:spPr>
          <a:xfrm>
            <a:off x="10990073" y="3752786"/>
            <a:ext cx="449257" cy="62486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D8D7A-BB54-A308-D879-2BE8EFB4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Quick </a:t>
            </a:r>
            <a:r>
              <a:rPr lang="nl-NL" b="0" dirty="0" err="1"/>
              <a:t>Sort</a:t>
            </a:r>
            <a:r>
              <a:rPr lang="nl-NL" b="0" dirty="0"/>
              <a:t> – time </a:t>
            </a:r>
            <a:r>
              <a:rPr lang="nl-NL" b="0" dirty="0" err="1"/>
              <a:t>complexity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CA104E-4971-BE48-E946-5D943CA439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6708917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Worst case: </a:t>
                </a:r>
                <a:r>
                  <a:rPr lang="nl-NL" dirty="0" err="1"/>
                  <a:t>choose</a:t>
                </a:r>
                <a:r>
                  <a:rPr lang="nl-NL" dirty="0"/>
                  <a:t> max. element as pivot</a:t>
                </a:r>
              </a:p>
              <a:p>
                <a:pPr lvl="1"/>
                <a:r>
                  <a:rPr lang="nl-NL" dirty="0" err="1"/>
                  <a:t>Subproblem</a:t>
                </a:r>
                <a:r>
                  <a:rPr lang="nl-NL" dirty="0"/>
                  <a:t> </a:t>
                </a:r>
                <a:r>
                  <a:rPr lang="nl-NL" dirty="0" err="1"/>
                  <a:t>decreases</a:t>
                </a:r>
                <a:r>
                  <a:rPr lang="nl-NL" dirty="0"/>
                  <a:t> in </a:t>
                </a:r>
                <a:r>
                  <a:rPr lang="nl-NL" dirty="0" err="1"/>
                  <a:t>size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just</a:t>
                </a:r>
                <a:r>
                  <a:rPr lang="nl-NL" dirty="0"/>
                  <a:t> </a:t>
                </a:r>
                <a:r>
                  <a:rPr lang="nl-NL" dirty="0" err="1"/>
                  <a:t>one</a:t>
                </a:r>
                <a:endParaRPr lang="nl-NL" dirty="0"/>
              </a:p>
              <a:p>
                <a:pPr lvl="1"/>
                <a:endParaRPr lang="nl-NL" dirty="0"/>
              </a:p>
              <a:p>
                <a:r>
                  <a:rPr lang="nl-NL" dirty="0"/>
                  <a:t>Bad </a:t>
                </a:r>
                <a:r>
                  <a:rPr lang="nl-NL" dirty="0" err="1"/>
                  <a:t>choice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pivot: </a:t>
                </a:r>
                <a:r>
                  <a:rPr lang="nl-NL" b="1" dirty="0" err="1"/>
                  <a:t>quadratic</a:t>
                </a:r>
                <a:r>
                  <a:rPr lang="nl-NL" dirty="0"/>
                  <a:t> time </a:t>
                </a:r>
                <a:r>
                  <a:rPr lang="nl-NL" dirty="0" err="1"/>
                  <a:t>complexity</a:t>
                </a:r>
                <a:endParaRPr lang="nl-NL" dirty="0"/>
              </a:p>
              <a:p>
                <a:pPr lvl="1"/>
                <a:r>
                  <a:rPr lang="nl-NL" dirty="0" err="1"/>
                  <a:t>Any</a:t>
                </a:r>
                <a:r>
                  <a:rPr lang="nl-NL" dirty="0"/>
                  <a:t> clever </a:t>
                </a:r>
                <a:r>
                  <a:rPr lang="nl-NL" dirty="0" err="1"/>
                  <a:t>choice</a:t>
                </a:r>
                <a:r>
                  <a:rPr lang="nl-NL" dirty="0"/>
                  <a:t> of </a:t>
                </a:r>
                <a:r>
                  <a:rPr lang="nl-NL" dirty="0" err="1"/>
                  <a:t>pivots</a:t>
                </a:r>
                <a:r>
                  <a:rPr lang="nl-NL" dirty="0"/>
                  <a:t>?</a:t>
                </a:r>
              </a:p>
              <a:p>
                <a:pPr lvl="1"/>
                <a:endParaRPr lang="nl-NL" dirty="0"/>
              </a:p>
              <a:p>
                <a:r>
                  <a:rPr lang="nl-NL" dirty="0" err="1"/>
                  <a:t>Conclusion</a:t>
                </a:r>
                <a:r>
                  <a:rPr lang="nl-NL" dirty="0"/>
                  <a:t>: worst-case time </a:t>
                </a:r>
                <a:r>
                  <a:rPr lang="nl-NL" dirty="0" err="1"/>
                  <a:t>complexity</a:t>
                </a:r>
                <a:r>
                  <a:rPr lang="nl-NL" dirty="0"/>
                  <a:t> is </a:t>
                </a:r>
                <a14:m>
                  <m:oMath xmlns:m="http://schemas.openxmlformats.org/officeDocument/2006/math">
                    <m:r>
                      <a:rPr lang="nl-NL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NL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nl-NL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CA104E-4971-BE48-E946-5D943CA439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6708917" cy="3566160"/>
              </a:xfrm>
              <a:blipFill>
                <a:blip r:embed="rId2"/>
                <a:stretch>
                  <a:fillRect l="-545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1">
            <a:extLst>
              <a:ext uri="{FF2B5EF4-FFF2-40B4-BE49-F238E27FC236}">
                <a16:creationId xmlns:a16="http://schemas.microsoft.com/office/drawing/2014/main" id="{3C10C38E-579D-B796-F9FB-D15E5896E8E5}"/>
              </a:ext>
            </a:extLst>
          </p:cNvPr>
          <p:cNvSpPr/>
          <p:nvPr/>
        </p:nvSpPr>
        <p:spPr>
          <a:xfrm>
            <a:off x="789100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7" name="0">
            <a:extLst>
              <a:ext uri="{FF2B5EF4-FFF2-40B4-BE49-F238E27FC236}">
                <a16:creationId xmlns:a16="http://schemas.microsoft.com/office/drawing/2014/main" id="{1A7B24F6-EEF6-6AFD-6678-7F8CDD777922}"/>
              </a:ext>
            </a:extLst>
          </p:cNvPr>
          <p:cNvSpPr/>
          <p:nvPr/>
        </p:nvSpPr>
        <p:spPr>
          <a:xfrm>
            <a:off x="827955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0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8" name="99">
            <a:extLst>
              <a:ext uri="{FF2B5EF4-FFF2-40B4-BE49-F238E27FC236}">
                <a16:creationId xmlns:a16="http://schemas.microsoft.com/office/drawing/2014/main" id="{F03DD6FB-B5C9-AC40-B024-BCC1879CC4C4}"/>
              </a:ext>
            </a:extLst>
          </p:cNvPr>
          <p:cNvSpPr/>
          <p:nvPr/>
        </p:nvSpPr>
        <p:spPr>
          <a:xfrm>
            <a:off x="866810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99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9" name="77">
            <a:extLst>
              <a:ext uri="{FF2B5EF4-FFF2-40B4-BE49-F238E27FC236}">
                <a16:creationId xmlns:a16="http://schemas.microsoft.com/office/drawing/2014/main" id="{9F5AD5A4-8B1E-3FC3-4882-412577EF3739}"/>
              </a:ext>
            </a:extLst>
          </p:cNvPr>
          <p:cNvSpPr/>
          <p:nvPr/>
        </p:nvSpPr>
        <p:spPr>
          <a:xfrm>
            <a:off x="905665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0" name="67">
            <a:extLst>
              <a:ext uri="{FF2B5EF4-FFF2-40B4-BE49-F238E27FC236}">
                <a16:creationId xmlns:a16="http://schemas.microsoft.com/office/drawing/2014/main" id="{C37BDE60-D12A-2E4D-8A2F-DF93D86EF3D2}"/>
              </a:ext>
            </a:extLst>
          </p:cNvPr>
          <p:cNvSpPr/>
          <p:nvPr/>
        </p:nvSpPr>
        <p:spPr>
          <a:xfrm>
            <a:off x="944520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67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1" name="41">
            <a:extLst>
              <a:ext uri="{FF2B5EF4-FFF2-40B4-BE49-F238E27FC236}">
                <a16:creationId xmlns:a16="http://schemas.microsoft.com/office/drawing/2014/main" id="{7A40D9D1-FC5B-6429-EE30-AECD8CD3C1B5}"/>
              </a:ext>
            </a:extLst>
          </p:cNvPr>
          <p:cNvSpPr/>
          <p:nvPr/>
        </p:nvSpPr>
        <p:spPr>
          <a:xfrm>
            <a:off x="983375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2" name="18">
            <a:extLst>
              <a:ext uri="{FF2B5EF4-FFF2-40B4-BE49-F238E27FC236}">
                <a16:creationId xmlns:a16="http://schemas.microsoft.com/office/drawing/2014/main" id="{47AAC649-7893-713B-5485-958A474192A5}"/>
              </a:ext>
            </a:extLst>
          </p:cNvPr>
          <p:cNvSpPr/>
          <p:nvPr/>
        </p:nvSpPr>
        <p:spPr>
          <a:xfrm>
            <a:off x="1022230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18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3" name="21">
            <a:extLst>
              <a:ext uri="{FF2B5EF4-FFF2-40B4-BE49-F238E27FC236}">
                <a16:creationId xmlns:a16="http://schemas.microsoft.com/office/drawing/2014/main" id="{5B09ED4A-16DB-D310-4A30-A2A47982136B}"/>
              </a:ext>
            </a:extLst>
          </p:cNvPr>
          <p:cNvSpPr/>
          <p:nvPr/>
        </p:nvSpPr>
        <p:spPr>
          <a:xfrm>
            <a:off x="1061085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4" name="13">
            <a:extLst>
              <a:ext uri="{FF2B5EF4-FFF2-40B4-BE49-F238E27FC236}">
                <a16:creationId xmlns:a16="http://schemas.microsoft.com/office/drawing/2014/main" id="{2A09FAA4-80F9-87FE-8668-5A2B8C7D08CA}"/>
              </a:ext>
            </a:extLst>
          </p:cNvPr>
          <p:cNvSpPr/>
          <p:nvPr/>
        </p:nvSpPr>
        <p:spPr>
          <a:xfrm>
            <a:off x="10999404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5" name="42">
            <a:extLst>
              <a:ext uri="{FF2B5EF4-FFF2-40B4-BE49-F238E27FC236}">
                <a16:creationId xmlns:a16="http://schemas.microsoft.com/office/drawing/2014/main" id="{8180AF23-29A3-5E60-1AA0-F00343FEC396}"/>
              </a:ext>
            </a:extLst>
          </p:cNvPr>
          <p:cNvSpPr/>
          <p:nvPr/>
        </p:nvSpPr>
        <p:spPr>
          <a:xfrm>
            <a:off x="7501908" y="2633472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  <a:endParaRPr lang="nl-NL" sz="900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F28A24-51AD-ADCB-BF34-55F258C1E756}"/>
              </a:ext>
            </a:extLst>
          </p:cNvPr>
          <p:cNvSpPr txBox="1"/>
          <p:nvPr/>
        </p:nvSpPr>
        <p:spPr>
          <a:xfrm>
            <a:off x="9020529" y="3184675"/>
            <a:ext cx="105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Pivot: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99</a:t>
            </a:r>
          </a:p>
        </p:txBody>
      </p:sp>
      <p:sp>
        <p:nvSpPr>
          <p:cNvPr id="25" name="13">
            <a:extLst>
              <a:ext uri="{FF2B5EF4-FFF2-40B4-BE49-F238E27FC236}">
                <a16:creationId xmlns:a16="http://schemas.microsoft.com/office/drawing/2014/main" id="{70D24C6B-FBD3-EEA9-F3FA-110C12B21B12}"/>
              </a:ext>
            </a:extLst>
          </p:cNvPr>
          <p:cNvSpPr/>
          <p:nvPr/>
        </p:nvSpPr>
        <p:spPr>
          <a:xfrm>
            <a:off x="10999404" y="3889010"/>
            <a:ext cx="352425" cy="35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99</a:t>
            </a:r>
            <a:endParaRPr lang="nl-NL" sz="900" dirty="0"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067AB5-6F05-B0A9-172A-54687E9321D8}"/>
              </a:ext>
            </a:extLst>
          </p:cNvPr>
          <p:cNvGrpSpPr/>
          <p:nvPr/>
        </p:nvGrpSpPr>
        <p:grpSpPr>
          <a:xfrm>
            <a:off x="7501908" y="3889010"/>
            <a:ext cx="3461371" cy="352425"/>
            <a:chOff x="7501908" y="3889010"/>
            <a:chExt cx="3461371" cy="352425"/>
          </a:xfrm>
        </p:grpSpPr>
        <p:sp>
          <p:nvSpPr>
            <p:cNvPr id="17" name="1">
              <a:extLst>
                <a:ext uri="{FF2B5EF4-FFF2-40B4-BE49-F238E27FC236}">
                  <a16:creationId xmlns:a16="http://schemas.microsoft.com/office/drawing/2014/main" id="{F80066A0-4DF8-AEF7-E2A1-744D75638896}"/>
                </a:ext>
              </a:extLst>
            </p:cNvPr>
            <p:cNvSpPr/>
            <p:nvPr/>
          </p:nvSpPr>
          <p:spPr>
            <a:xfrm>
              <a:off x="789100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8" name="0">
              <a:extLst>
                <a:ext uri="{FF2B5EF4-FFF2-40B4-BE49-F238E27FC236}">
                  <a16:creationId xmlns:a16="http://schemas.microsoft.com/office/drawing/2014/main" id="{948C0AB9-6013-5DAA-9C94-3C8681ADD651}"/>
                </a:ext>
              </a:extLst>
            </p:cNvPr>
            <p:cNvSpPr/>
            <p:nvPr/>
          </p:nvSpPr>
          <p:spPr>
            <a:xfrm>
              <a:off x="827955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0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9" name="99">
              <a:extLst>
                <a:ext uri="{FF2B5EF4-FFF2-40B4-BE49-F238E27FC236}">
                  <a16:creationId xmlns:a16="http://schemas.microsoft.com/office/drawing/2014/main" id="{C53ECA43-FDF1-4234-8097-3CEDCA66A6D1}"/>
                </a:ext>
              </a:extLst>
            </p:cNvPr>
            <p:cNvSpPr/>
            <p:nvPr/>
          </p:nvSpPr>
          <p:spPr>
            <a:xfrm>
              <a:off x="866810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77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0" name="77">
              <a:extLst>
                <a:ext uri="{FF2B5EF4-FFF2-40B4-BE49-F238E27FC236}">
                  <a16:creationId xmlns:a16="http://schemas.microsoft.com/office/drawing/2014/main" id="{8F3EDB18-15A6-5EE7-2E4B-AA918EDD22B8}"/>
                </a:ext>
              </a:extLst>
            </p:cNvPr>
            <p:cNvSpPr/>
            <p:nvPr/>
          </p:nvSpPr>
          <p:spPr>
            <a:xfrm>
              <a:off x="905665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67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1" name="67">
              <a:extLst>
                <a:ext uri="{FF2B5EF4-FFF2-40B4-BE49-F238E27FC236}">
                  <a16:creationId xmlns:a16="http://schemas.microsoft.com/office/drawing/2014/main" id="{ED49FCC9-5F45-17E8-84C3-CA39EE156189}"/>
                </a:ext>
              </a:extLst>
            </p:cNvPr>
            <p:cNvSpPr/>
            <p:nvPr/>
          </p:nvSpPr>
          <p:spPr>
            <a:xfrm>
              <a:off x="944520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2" name="41">
              <a:extLst>
                <a:ext uri="{FF2B5EF4-FFF2-40B4-BE49-F238E27FC236}">
                  <a16:creationId xmlns:a16="http://schemas.microsoft.com/office/drawing/2014/main" id="{33B637AE-0C49-BAAE-19F7-BE907D6A9A32}"/>
                </a:ext>
              </a:extLst>
            </p:cNvPr>
            <p:cNvSpPr/>
            <p:nvPr/>
          </p:nvSpPr>
          <p:spPr>
            <a:xfrm>
              <a:off x="983375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18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3" name="18">
              <a:extLst>
                <a:ext uri="{FF2B5EF4-FFF2-40B4-BE49-F238E27FC236}">
                  <a16:creationId xmlns:a16="http://schemas.microsoft.com/office/drawing/2014/main" id="{03914123-8675-42B1-C202-B02BF63EB9B5}"/>
                </a:ext>
              </a:extLst>
            </p:cNvPr>
            <p:cNvSpPr/>
            <p:nvPr/>
          </p:nvSpPr>
          <p:spPr>
            <a:xfrm>
              <a:off x="1022230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4" name="21">
              <a:extLst>
                <a:ext uri="{FF2B5EF4-FFF2-40B4-BE49-F238E27FC236}">
                  <a16:creationId xmlns:a16="http://schemas.microsoft.com/office/drawing/2014/main" id="{CEF133B4-DE62-3E32-6A85-28AB5EEABD6A}"/>
                </a:ext>
              </a:extLst>
            </p:cNvPr>
            <p:cNvSpPr/>
            <p:nvPr/>
          </p:nvSpPr>
          <p:spPr>
            <a:xfrm>
              <a:off x="10610854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13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6" name="42">
              <a:extLst>
                <a:ext uri="{FF2B5EF4-FFF2-40B4-BE49-F238E27FC236}">
                  <a16:creationId xmlns:a16="http://schemas.microsoft.com/office/drawing/2014/main" id="{C2C33077-FE47-6DD0-70B3-7AEE9728A8F0}"/>
                </a:ext>
              </a:extLst>
            </p:cNvPr>
            <p:cNvSpPr/>
            <p:nvPr/>
          </p:nvSpPr>
          <p:spPr>
            <a:xfrm>
              <a:off x="7501908" y="3889010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42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766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8" grpId="0" animBg="1"/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25" grpId="0" animBg="1"/>
      <p:bldP spid="2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E3CC-FF0A-EE04-8186-27413576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F0A127-AC5C-E563-F49B-5382DB66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</a:t>
            </a:r>
            <a:r>
              <a:rPr lang="nl-NL" dirty="0" err="1"/>
              <a:t>complexity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D7EDE-08A7-A683-CB7F-2DC8A886A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Recursion</a:t>
            </a:r>
            <a:r>
              <a:rPr lang="nl-NL" dirty="0"/>
              <a:t> &amp; </a:t>
            </a:r>
            <a:r>
              <a:rPr lang="nl-NL" dirty="0" err="1"/>
              <a:t>logarithms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9679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D6889-F78A-E585-265E-8DEB02AB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5348-5CC6-1CCD-0C17-1FBC262C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Recursion</a:t>
            </a:r>
            <a:r>
              <a:rPr lang="nl-NL" dirty="0"/>
              <a:t> &amp; Time </a:t>
            </a:r>
            <a:r>
              <a:rPr lang="nl-NL" dirty="0" err="1"/>
              <a:t>Complexity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7C2033-DCC2-AF01-FF34-71ACD829C6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10890928" cy="391661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l-NL" dirty="0"/>
                  <a:t>In </a:t>
                </a:r>
                <a:r>
                  <a:rPr lang="nl-NL" dirty="0" err="1"/>
                  <a:t>general</a:t>
                </a:r>
                <a:r>
                  <a:rPr lang="nl-NL" dirty="0"/>
                  <a:t>, </a:t>
                </a:r>
                <a:r>
                  <a:rPr lang="nl-NL" dirty="0" err="1"/>
                  <a:t>recursion</a:t>
                </a:r>
                <a:r>
                  <a:rPr lang="nl-NL" dirty="0"/>
                  <a:t> </a:t>
                </a:r>
                <a:r>
                  <a:rPr lang="nl-NL" dirty="0" err="1"/>
                  <a:t>works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:</a:t>
                </a:r>
              </a:p>
              <a:p>
                <a:pPr lvl="1"/>
                <a:r>
                  <a:rPr lang="nl-NL" dirty="0" err="1"/>
                  <a:t>Breaking</a:t>
                </a:r>
                <a:r>
                  <a:rPr lang="nl-NL" dirty="0"/>
                  <a:t> down </a:t>
                </a:r>
                <a:r>
                  <a:rPr lang="nl-NL" dirty="0" err="1"/>
                  <a:t>problem</a:t>
                </a:r>
                <a:r>
                  <a:rPr lang="nl-NL" dirty="0"/>
                  <a:t> of </a:t>
                </a:r>
                <a:r>
                  <a:rPr lang="nl-NL" dirty="0" err="1"/>
                  <a:t>size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into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subproblems</a:t>
                </a:r>
                <a:r>
                  <a:rPr lang="nl-NL" dirty="0"/>
                  <a:t> of </a:t>
                </a:r>
                <a:r>
                  <a:rPr lang="nl-NL" dirty="0" err="1"/>
                  <a:t>size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endParaRPr lang="nl-NL" b="1" dirty="0"/>
              </a:p>
              <a:p>
                <a:pPr lvl="1"/>
                <a:r>
                  <a:rPr lang="nl-NL" dirty="0" err="1"/>
                  <a:t>Combining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nl-NL" dirty="0"/>
                  <a:t> solutions</a:t>
                </a:r>
              </a:p>
              <a:p>
                <a:r>
                  <a:rPr lang="nl-NL" dirty="0" err="1"/>
                  <a:t>If</a:t>
                </a:r>
                <a:r>
                  <a:rPr lang="nl-NL" dirty="0"/>
                  <a:t> we </a:t>
                </a:r>
                <a:r>
                  <a:rPr lang="nl-NL" dirty="0" err="1"/>
                  <a:t>assume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splitting</a:t>
                </a:r>
                <a:r>
                  <a:rPr lang="nl-NL" dirty="0"/>
                  <a:t> &amp; </a:t>
                </a:r>
                <a:r>
                  <a:rPr lang="nl-NL" dirty="0" err="1"/>
                  <a:t>combining</a:t>
                </a:r>
                <a:r>
                  <a:rPr lang="nl-NL" dirty="0"/>
                  <a:t> step takes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/>
                  <a:t> time, </a:t>
                </a:r>
                <a:r>
                  <a:rPr lang="nl-NL" dirty="0" err="1"/>
                  <a:t>then</a:t>
                </a:r>
                <a:r>
                  <a:rPr lang="nl-NL" dirty="0"/>
                  <a:t> time </a:t>
                </a:r>
                <a:r>
                  <a:rPr lang="nl-NL" dirty="0" err="1"/>
                  <a:t>needed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solve</a:t>
                </a:r>
                <a:r>
                  <a:rPr lang="nl-NL" dirty="0"/>
                  <a:t> </a:t>
                </a:r>
                <a:r>
                  <a:rPr lang="nl-NL" dirty="0" err="1"/>
                  <a:t>problem</a:t>
                </a:r>
                <a:r>
                  <a:rPr lang="nl-NL" dirty="0"/>
                  <a:t> of </a:t>
                </a:r>
                <a:r>
                  <a:rPr lang="nl-NL" dirty="0" err="1"/>
                  <a:t>size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nl-NL" dirty="0"/>
                  <a:t> is </a:t>
                </a:r>
                <a:r>
                  <a:rPr lang="nl-NL" dirty="0" err="1"/>
                  <a:t>given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nl-NL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 ⋅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nl-NL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nl-NL" dirty="0"/>
              </a:p>
              <a:p>
                <a:pPr lvl="1"/>
                <a:r>
                  <a:rPr lang="nl-NL" dirty="0">
                    <a:hlinkClick r:id="rId2"/>
                  </a:rPr>
                  <a:t>Master </a:t>
                </a:r>
                <a:r>
                  <a:rPr lang="nl-NL" dirty="0" err="1">
                    <a:hlinkClick r:id="rId2"/>
                  </a:rPr>
                  <a:t>theorem</a:t>
                </a:r>
                <a:r>
                  <a:rPr lang="nl-NL" dirty="0"/>
                  <a:t> (out of scope) </a:t>
                </a:r>
                <a:r>
                  <a:rPr lang="nl-NL" dirty="0" err="1"/>
                  <a:t>tells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</a:t>
                </a:r>
                <a:r>
                  <a:rPr lang="nl-NL" dirty="0" err="1"/>
                  <a:t>what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time </a:t>
                </a:r>
                <a:r>
                  <a:rPr lang="nl-NL" dirty="0" err="1"/>
                  <a:t>complexity</a:t>
                </a:r>
                <a:r>
                  <a:rPr lang="nl-NL" dirty="0"/>
                  <a:t> is in big O </a:t>
                </a:r>
                <a:r>
                  <a:rPr lang="nl-NL" dirty="0" err="1"/>
                  <a:t>notation</a:t>
                </a:r>
                <a:r>
                  <a:rPr lang="nl-NL" dirty="0"/>
                  <a:t>.</a:t>
                </a:r>
              </a:p>
              <a:p>
                <a:endParaRPr lang="nl-NL" dirty="0"/>
              </a:p>
              <a:p>
                <a:r>
                  <a:rPr lang="nl-NL" dirty="0"/>
                  <a:t>In </a:t>
                </a:r>
                <a:r>
                  <a:rPr lang="nl-NL" dirty="0" err="1"/>
                  <a:t>this</a:t>
                </a:r>
                <a:r>
                  <a:rPr lang="nl-NL" dirty="0"/>
                  <a:t> module, we </a:t>
                </a:r>
                <a:r>
                  <a:rPr lang="nl-NL" dirty="0" err="1"/>
                  <a:t>don’t</a:t>
                </a:r>
                <a:r>
                  <a:rPr lang="nl-NL" dirty="0"/>
                  <a:t> </a:t>
                </a:r>
                <a:r>
                  <a:rPr lang="nl-NL" dirty="0" err="1"/>
                  <a:t>expect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b="1" dirty="0" err="1"/>
                  <a:t>analyze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time </a:t>
                </a:r>
                <a:r>
                  <a:rPr lang="nl-NL" dirty="0" err="1"/>
                  <a:t>complexity</a:t>
                </a:r>
                <a:r>
                  <a:rPr lang="nl-NL" dirty="0"/>
                  <a:t> of </a:t>
                </a:r>
                <a:r>
                  <a:rPr lang="nl-NL" dirty="0" err="1"/>
                  <a:t>any</a:t>
                </a:r>
                <a:r>
                  <a:rPr lang="nl-NL" dirty="0"/>
                  <a:t> </a:t>
                </a:r>
                <a:r>
                  <a:rPr lang="nl-NL" dirty="0" err="1"/>
                  <a:t>recursive</a:t>
                </a:r>
                <a:r>
                  <a:rPr lang="nl-NL" dirty="0"/>
                  <a:t> </a:t>
                </a:r>
                <a:r>
                  <a:rPr lang="nl-NL" dirty="0" err="1"/>
                  <a:t>algorithm</a:t>
                </a:r>
                <a:r>
                  <a:rPr lang="nl-NL" dirty="0"/>
                  <a:t>, but </a:t>
                </a:r>
                <a:r>
                  <a:rPr lang="nl-NL" dirty="0" err="1"/>
                  <a:t>you</a:t>
                </a:r>
                <a:r>
                  <a:rPr lang="nl-NL" dirty="0"/>
                  <a:t> must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able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b="1" dirty="0" err="1"/>
                  <a:t>reason</a:t>
                </a:r>
                <a:r>
                  <a:rPr lang="nl-NL" dirty="0"/>
                  <a:t> </a:t>
                </a:r>
                <a:r>
                  <a:rPr lang="nl-NL" dirty="0" err="1"/>
                  <a:t>about</a:t>
                </a:r>
                <a:r>
                  <a:rPr lang="nl-NL" dirty="0"/>
                  <a:t> it.</a:t>
                </a:r>
              </a:p>
              <a:p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7C2033-DCC2-AF01-FF34-71ACD829C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10890928" cy="3916618"/>
              </a:xfrm>
              <a:blipFill>
                <a:blip r:embed="rId3"/>
                <a:stretch>
                  <a:fillRect l="-336" t="-779" b="-31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126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594CB-7DC8-EFE4-18FB-996490AF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787E-CDC4-4704-AA64-ECE4268E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C0884-2BDE-2236-818F-DDC6F2D40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dirty="0" err="1"/>
                  <a:t>Use</a:t>
                </a:r>
                <a:r>
                  <a:rPr lang="nl-NL" dirty="0"/>
                  <a:t> </a:t>
                </a:r>
                <a:r>
                  <a:rPr lang="nl-NL" dirty="0" err="1"/>
                  <a:t>recursion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“</a:t>
                </a:r>
                <a:r>
                  <a:rPr lang="nl-NL" dirty="0" err="1"/>
                  <a:t>iterate</a:t>
                </a:r>
                <a:r>
                  <a:rPr lang="nl-NL" dirty="0"/>
                  <a:t>” over sub-</a:t>
                </a:r>
                <a:r>
                  <a:rPr lang="nl-NL" dirty="0" err="1"/>
                  <a:t>problems</a:t>
                </a:r>
                <a:r>
                  <a:rPr lang="nl-NL" dirty="0"/>
                  <a:t> of </a:t>
                </a:r>
                <a:r>
                  <a:rPr lang="nl-NL" dirty="0" err="1"/>
                  <a:t>decreasing</a:t>
                </a:r>
                <a:r>
                  <a:rPr lang="nl-NL" dirty="0"/>
                  <a:t> </a:t>
                </a:r>
                <a:r>
                  <a:rPr lang="nl-NL" dirty="0" err="1"/>
                  <a:t>size</a:t>
                </a:r>
                <a:endParaRPr lang="nl-NL" dirty="0"/>
              </a:p>
              <a:p>
                <a:pPr lvl="1"/>
                <a:r>
                  <a:rPr lang="nl-NL" dirty="0"/>
                  <a:t>Exit </a:t>
                </a:r>
                <a:r>
                  <a:rPr lang="nl-NL" dirty="0" err="1"/>
                  <a:t>recursion</a:t>
                </a:r>
                <a:r>
                  <a:rPr lang="nl-NL" dirty="0"/>
                  <a:t> at “</a:t>
                </a:r>
                <a:r>
                  <a:rPr lang="nl-NL" dirty="0" err="1"/>
                  <a:t>simplest</a:t>
                </a:r>
                <a:r>
                  <a:rPr lang="nl-NL" dirty="0"/>
                  <a:t> </a:t>
                </a:r>
                <a:r>
                  <a:rPr lang="nl-NL" dirty="0" err="1"/>
                  <a:t>problem</a:t>
                </a:r>
                <a:r>
                  <a:rPr lang="nl-NL" dirty="0"/>
                  <a:t>”: base case</a:t>
                </a:r>
              </a:p>
              <a:p>
                <a:pPr lvl="1"/>
                <a:r>
                  <a:rPr lang="nl-NL" dirty="0"/>
                  <a:t>Combine solutions </a:t>
                </a:r>
                <a:r>
                  <a:rPr lang="nl-NL" dirty="0" err="1"/>
                  <a:t>to</a:t>
                </a:r>
                <a:r>
                  <a:rPr lang="nl-NL" dirty="0"/>
                  <a:t> sub-</a:t>
                </a:r>
                <a:r>
                  <a:rPr lang="nl-NL" dirty="0" err="1"/>
                  <a:t>problems</a:t>
                </a:r>
                <a:r>
                  <a:rPr lang="nl-NL" dirty="0"/>
                  <a:t> </a:t>
                </a:r>
                <a:r>
                  <a:rPr lang="nl-NL" dirty="0" err="1"/>
                  <a:t>into</a:t>
                </a:r>
                <a:r>
                  <a:rPr lang="nl-NL" dirty="0"/>
                  <a:t> solutions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current</a:t>
                </a:r>
                <a:r>
                  <a:rPr lang="nl-NL" dirty="0"/>
                  <a:t> </a:t>
                </a:r>
                <a:r>
                  <a:rPr lang="nl-NL" dirty="0" err="1"/>
                  <a:t>problem</a:t>
                </a:r>
                <a:endParaRPr lang="nl-NL" dirty="0"/>
              </a:p>
              <a:p>
                <a:r>
                  <a:rPr lang="nl-NL" dirty="0"/>
                  <a:t>Worst-case time </a:t>
                </a:r>
                <a:r>
                  <a:rPr lang="nl-NL" dirty="0" err="1"/>
                  <a:t>complexities</a:t>
                </a:r>
                <a:r>
                  <a:rPr lang="nl-NL" dirty="0"/>
                  <a:t> or </a:t>
                </a:r>
                <a:r>
                  <a:rPr lang="nl-NL" dirty="0" err="1"/>
                  <a:t>recursive</a:t>
                </a:r>
                <a:r>
                  <a:rPr lang="nl-NL" dirty="0"/>
                  <a:t> </a:t>
                </a:r>
                <a:r>
                  <a:rPr lang="nl-NL" dirty="0" err="1"/>
                  <a:t>sorting</a:t>
                </a:r>
                <a:r>
                  <a:rPr lang="nl-NL" dirty="0"/>
                  <a:t> </a:t>
                </a:r>
                <a:r>
                  <a:rPr lang="nl-NL" dirty="0" err="1"/>
                  <a:t>algorithms</a:t>
                </a:r>
                <a:r>
                  <a:rPr lang="nl-NL" dirty="0"/>
                  <a:t>:</a:t>
                </a:r>
              </a:p>
              <a:p>
                <a:pPr lvl="1"/>
                <a:r>
                  <a:rPr lang="nl-NL" dirty="0" err="1"/>
                  <a:t>Merge</a:t>
                </a:r>
                <a:r>
                  <a:rPr lang="nl-NL" dirty="0"/>
                  <a:t> </a:t>
                </a:r>
                <a:r>
                  <a:rPr lang="nl-NL" dirty="0" err="1"/>
                  <a:t>sort</a:t>
                </a:r>
                <a:r>
                  <a:rPr lang="nl-NL" dirty="0"/>
                  <a:t> – </a:t>
                </a:r>
                <a:r>
                  <a:rPr lang="nl-NL" dirty="0" err="1"/>
                  <a:t>used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sorting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</a:t>
                </a:r>
                <a:r>
                  <a:rPr lang="nl-NL" dirty="0" err="1"/>
                  <a:t>lists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nl-NL" dirty="0"/>
              </a:p>
              <a:p>
                <a:pPr lvl="1"/>
                <a:r>
                  <a:rPr lang="nl-NL" dirty="0"/>
                  <a:t>Quick </a:t>
                </a:r>
                <a:r>
                  <a:rPr lang="nl-NL" dirty="0" err="1"/>
                  <a:t>sort</a:t>
                </a:r>
                <a:r>
                  <a:rPr lang="nl-NL" dirty="0"/>
                  <a:t> – </a:t>
                </a:r>
                <a:r>
                  <a:rPr lang="nl-NL" dirty="0" err="1"/>
                  <a:t>used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sorting</a:t>
                </a:r>
                <a:r>
                  <a:rPr lang="nl-NL" dirty="0"/>
                  <a:t> arrays: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nl-NL" dirty="0"/>
              </a:p>
              <a:p>
                <a:r>
                  <a:rPr lang="nl-NL" dirty="0" err="1"/>
                  <a:t>Use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-pointer </a:t>
                </a:r>
                <a:r>
                  <a:rPr lang="nl-NL" dirty="0" err="1"/>
                  <a:t>technique</a:t>
                </a:r>
                <a:r>
                  <a:rPr lang="nl-NL" dirty="0"/>
                  <a:t> </a:t>
                </a:r>
                <a:r>
                  <a:rPr lang="nl-NL" dirty="0" err="1"/>
                  <a:t>internally</a:t>
                </a:r>
                <a:r>
                  <a:rPr lang="nl-NL" dirty="0"/>
                  <a:t>:</a:t>
                </a:r>
              </a:p>
              <a:p>
                <a:pPr lvl="1"/>
                <a:r>
                  <a:rPr lang="nl-NL" dirty="0" err="1"/>
                  <a:t>Merge</a:t>
                </a:r>
                <a:r>
                  <a:rPr lang="nl-NL" dirty="0"/>
                  <a:t> &amp; split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merge</a:t>
                </a:r>
                <a:r>
                  <a:rPr lang="nl-NL" dirty="0"/>
                  <a:t> </a:t>
                </a:r>
                <a:r>
                  <a:rPr lang="nl-NL" dirty="0" err="1"/>
                  <a:t>sort</a:t>
                </a:r>
                <a:r>
                  <a:rPr lang="nl-NL" dirty="0"/>
                  <a:t>, </a:t>
                </a:r>
                <a:r>
                  <a:rPr lang="nl-NL" dirty="0" err="1"/>
                  <a:t>partitioning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quick</a:t>
                </a:r>
                <a:r>
                  <a:rPr lang="nl-NL" dirty="0"/>
                  <a:t> </a:t>
                </a:r>
                <a:r>
                  <a:rPr lang="nl-NL" dirty="0" err="1"/>
                  <a:t>sort</a:t>
                </a:r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C0884-2BDE-2236-818F-DDC6F2D40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16872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ACC008-641B-4A31-9901-F8A4FB71BE33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2311</Words>
  <Application>Microsoft Office PowerPoint</Application>
  <PresentationFormat>Widescreen</PresentationFormat>
  <Paragraphs>477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Cambria Math</vt:lpstr>
      <vt:lpstr>Cascadia Code</vt:lpstr>
      <vt:lpstr>Consolas</vt:lpstr>
      <vt:lpstr>Grandview Display</vt:lpstr>
      <vt:lpstr>Wingdings</vt:lpstr>
      <vt:lpstr>DashVTI</vt:lpstr>
      <vt:lpstr>Algorithms &amp; Data Structures</vt:lpstr>
      <vt:lpstr>Last two weeks we discussed…</vt:lpstr>
      <vt:lpstr>Look, no loops!</vt:lpstr>
      <vt:lpstr>Look, no loops!</vt:lpstr>
      <vt:lpstr>Look, no loops!</vt:lpstr>
      <vt:lpstr>Look, no loops!</vt:lpstr>
      <vt:lpstr>Recursion vs loops</vt:lpstr>
      <vt:lpstr>Iterating (sub)problems vs contents</vt:lpstr>
      <vt:lpstr>Iterating (sub)problems vs contents</vt:lpstr>
      <vt:lpstr>Applying recursion</vt:lpstr>
      <vt:lpstr>Binary search</vt:lpstr>
      <vt:lpstr>Binary search – recursive implementation</vt:lpstr>
      <vt:lpstr>When to use recursion?</vt:lpstr>
      <vt:lpstr>Evaluating expressions</vt:lpstr>
      <vt:lpstr>Evaluating expressions</vt:lpstr>
      <vt:lpstr>Towers of Hanoi</vt:lpstr>
      <vt:lpstr>Towers of Hanoi – Move N discs from A to C</vt:lpstr>
      <vt:lpstr>Towers of Hanoi – Approach A</vt:lpstr>
      <vt:lpstr>Divide &amp; conquer: sorting</vt:lpstr>
      <vt:lpstr>Merge Sort</vt:lpstr>
      <vt:lpstr>Merge Sort</vt:lpstr>
      <vt:lpstr>Merge Sort – time complexity</vt:lpstr>
      <vt:lpstr>Merge Sort – implementation</vt:lpstr>
      <vt:lpstr>Merge Sort – splitting</vt:lpstr>
      <vt:lpstr>Quick Sort</vt:lpstr>
      <vt:lpstr>Quick Sort - partitioning</vt:lpstr>
      <vt:lpstr>Quick Sort – time complexity</vt:lpstr>
      <vt:lpstr>Time complexity</vt:lpstr>
      <vt:lpstr>Recursion &amp; Time Complexity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de Groote</dc:creator>
  <cp:lastModifiedBy>Robert de Groote</cp:lastModifiedBy>
  <cp:revision>1</cp:revision>
  <dcterms:created xsi:type="dcterms:W3CDTF">2025-07-16T13:01:43Z</dcterms:created>
  <dcterms:modified xsi:type="dcterms:W3CDTF">2025-09-15T17:06:21Z</dcterms:modified>
</cp:coreProperties>
</file>