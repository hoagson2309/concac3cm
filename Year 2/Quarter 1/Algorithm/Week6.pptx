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360" r:id="rId4"/>
    <p:sldId id="275" r:id="rId5"/>
    <p:sldId id="361" r:id="rId6"/>
    <p:sldId id="507" r:id="rId7"/>
    <p:sldId id="363" r:id="rId8"/>
    <p:sldId id="508" r:id="rId9"/>
    <p:sldId id="362" r:id="rId10"/>
    <p:sldId id="509" r:id="rId11"/>
    <p:sldId id="372" r:id="rId12"/>
    <p:sldId id="463" r:id="rId13"/>
    <p:sldId id="371" r:id="rId14"/>
    <p:sldId id="464" r:id="rId15"/>
    <p:sldId id="367" r:id="rId16"/>
    <p:sldId id="496" r:id="rId17"/>
    <p:sldId id="498" r:id="rId18"/>
    <p:sldId id="499" r:id="rId19"/>
    <p:sldId id="500" r:id="rId20"/>
    <p:sldId id="501" r:id="rId21"/>
    <p:sldId id="502" r:id="rId22"/>
    <p:sldId id="503" r:id="rId23"/>
    <p:sldId id="504" r:id="rId24"/>
    <p:sldId id="505" r:id="rId25"/>
    <p:sldId id="365" r:id="rId26"/>
    <p:sldId id="467" r:id="rId27"/>
    <p:sldId id="468" r:id="rId28"/>
    <p:sldId id="469" r:id="rId29"/>
    <p:sldId id="478" r:id="rId30"/>
    <p:sldId id="479" r:id="rId31"/>
    <p:sldId id="480" r:id="rId32"/>
    <p:sldId id="481" r:id="rId33"/>
    <p:sldId id="482" r:id="rId34"/>
    <p:sldId id="483" r:id="rId35"/>
    <p:sldId id="484" r:id="rId36"/>
    <p:sldId id="506" r:id="rId37"/>
    <p:sldId id="485" r:id="rId38"/>
    <p:sldId id="366" r:id="rId39"/>
    <p:sldId id="487" r:id="rId40"/>
    <p:sldId id="486" r:id="rId41"/>
    <p:sldId id="489" r:id="rId42"/>
    <p:sldId id="488" r:id="rId43"/>
    <p:sldId id="373" r:id="rId44"/>
    <p:sldId id="491" r:id="rId45"/>
    <p:sldId id="510" r:id="rId46"/>
    <p:sldId id="461" r:id="rId47"/>
    <p:sldId id="474" r:id="rId48"/>
    <p:sldId id="475" r:id="rId49"/>
    <p:sldId id="473" r:id="rId50"/>
    <p:sldId id="492" r:id="rId51"/>
    <p:sldId id="493" r:id="rId52"/>
    <p:sldId id="494" r:id="rId53"/>
    <p:sldId id="495" r:id="rId54"/>
    <p:sldId id="476" r:id="rId55"/>
    <p:sldId id="472" r:id="rId56"/>
    <p:sldId id="350" r:id="rId57"/>
    <p:sldId id="511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32D2CF-B025-4A52-ADE8-CD72882890FF}">
          <p14:sldIdLst>
            <p14:sldId id="256"/>
            <p14:sldId id="257"/>
            <p14:sldId id="360"/>
            <p14:sldId id="275"/>
            <p14:sldId id="361"/>
            <p14:sldId id="507"/>
            <p14:sldId id="363"/>
            <p14:sldId id="508"/>
            <p14:sldId id="362"/>
            <p14:sldId id="509"/>
          </p14:sldIdLst>
        </p14:section>
        <p14:section name="DFS - cycles" id="{37946114-DCF1-4F2F-98CF-792A19CA767D}">
          <p14:sldIdLst>
            <p14:sldId id="372"/>
            <p14:sldId id="463"/>
          </p14:sldIdLst>
        </p14:section>
        <p14:section name="DFS - avoiding cycles" id="{7B762387-ACA0-4C43-9280-AC30B4F0A521}">
          <p14:sldIdLst>
            <p14:sldId id="371"/>
            <p14:sldId id="464"/>
          </p14:sldIdLst>
        </p14:section>
        <p14:section name="Stack-based DFS" id="{DF7D6C4B-B531-45EF-A7C2-FA2F38B03C35}">
          <p14:sldIdLst>
            <p14:sldId id="367"/>
            <p14:sldId id="496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</p14:sldIdLst>
        </p14:section>
        <p14:section name="Breadth-first Search" id="{33D1CDF1-E370-4A73-B432-0E27F7BB5569}">
          <p14:sldIdLst>
            <p14:sldId id="365"/>
            <p14:sldId id="467"/>
            <p14:sldId id="468"/>
            <p14:sldId id="469"/>
            <p14:sldId id="478"/>
            <p14:sldId id="479"/>
            <p14:sldId id="480"/>
            <p14:sldId id="481"/>
            <p14:sldId id="482"/>
            <p14:sldId id="483"/>
            <p14:sldId id="484"/>
            <p14:sldId id="506"/>
          </p14:sldIdLst>
        </p14:section>
        <p14:section name="DFS vs BFS" id="{45B9A0E3-6D94-4D6A-B019-E5B17F31C575}">
          <p14:sldIdLst>
            <p14:sldId id="485"/>
          </p14:sldIdLst>
        </p14:section>
        <p14:section name="Dependencies" id="{75D03CAC-627A-4116-BB00-FCB168C7EE63}">
          <p14:sldIdLst>
            <p14:sldId id="366"/>
            <p14:sldId id="487"/>
            <p14:sldId id="486"/>
            <p14:sldId id="489"/>
            <p14:sldId id="488"/>
            <p14:sldId id="373"/>
            <p14:sldId id="491"/>
            <p14:sldId id="510"/>
          </p14:sldIdLst>
        </p14:section>
        <p14:section name="Pre &amp; post order" id="{759CFD52-602B-4668-B964-D183F36F4B71}">
          <p14:sldIdLst>
            <p14:sldId id="461"/>
            <p14:sldId id="474"/>
            <p14:sldId id="475"/>
          </p14:sldIdLst>
        </p14:section>
        <p14:section name="Topological sorting" id="{4DA5FBD5-9E1F-4484-8B0B-001A8649D0F2}">
          <p14:sldIdLst>
            <p14:sldId id="473"/>
            <p14:sldId id="492"/>
            <p14:sldId id="493"/>
            <p14:sldId id="494"/>
            <p14:sldId id="495"/>
            <p14:sldId id="476"/>
            <p14:sldId id="472"/>
            <p14:sldId id="350"/>
            <p14:sldId id="5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0E4885-7617-4261-AD60-182D3446E97F}" v="34015" dt="2025-10-07T06:16:12.3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30" y="5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de Groote" userId="2ce5265b-80a0-4fb8-a62a-8035e9b0c45a" providerId="ADAL" clId="{77748BC8-6171-4919-A5F7-EF7C30C5EE0A}"/>
    <pc:docChg chg="undo custSel addSld delSld modSld sldOrd">
      <pc:chgData name="Robert de Groote" userId="2ce5265b-80a0-4fb8-a62a-8035e9b0c45a" providerId="ADAL" clId="{77748BC8-6171-4919-A5F7-EF7C30C5EE0A}" dt="2025-07-17T13:19:48.170" v="4029" actId="20577"/>
      <pc:docMkLst>
        <pc:docMk/>
      </pc:docMkLst>
      <pc:sldChg chg="modSp mod">
        <pc:chgData name="Robert de Groote" userId="2ce5265b-80a0-4fb8-a62a-8035e9b0c45a" providerId="ADAL" clId="{77748BC8-6171-4919-A5F7-EF7C30C5EE0A}" dt="2025-07-16T17:20:45.052" v="27" actId="20577"/>
        <pc:sldMkLst>
          <pc:docMk/>
          <pc:sldMk cId="4099711276" sldId="256"/>
        </pc:sldMkLst>
      </pc:sldChg>
      <pc:sldChg chg="modSp mod">
        <pc:chgData name="Robert de Groote" userId="2ce5265b-80a0-4fb8-a62a-8035e9b0c45a" providerId="ADAL" clId="{77748BC8-6171-4919-A5F7-EF7C30C5EE0A}" dt="2025-07-16T17:21:58.340" v="144" actId="20577"/>
        <pc:sldMkLst>
          <pc:docMk/>
          <pc:sldMk cId="3346646082" sldId="257"/>
        </pc:sldMkLst>
      </pc:sldChg>
      <pc:sldChg chg="modSp mod">
        <pc:chgData name="Robert de Groote" userId="2ce5265b-80a0-4fb8-a62a-8035e9b0c45a" providerId="ADAL" clId="{77748BC8-6171-4919-A5F7-EF7C30C5EE0A}" dt="2025-07-17T10:38:49.095" v="914" actId="6549"/>
        <pc:sldMkLst>
          <pc:docMk/>
          <pc:sldMk cId="2437096053" sldId="260"/>
        </pc:sldMkLst>
      </pc:sldChg>
      <pc:sldChg chg="modSp mod">
        <pc:chgData name="Robert de Groote" userId="2ce5265b-80a0-4fb8-a62a-8035e9b0c45a" providerId="ADAL" clId="{77748BC8-6171-4919-A5F7-EF7C30C5EE0A}" dt="2025-07-17T11:22:01.326" v="1533" actId="20577"/>
        <pc:sldMkLst>
          <pc:docMk/>
          <pc:sldMk cId="2593846471" sldId="261"/>
        </pc:sldMkLst>
      </pc:sldChg>
      <pc:sldChg chg="add del">
        <pc:chgData name="Robert de Groote" userId="2ce5265b-80a0-4fb8-a62a-8035e9b0c45a" providerId="ADAL" clId="{77748BC8-6171-4919-A5F7-EF7C30C5EE0A}" dt="2025-07-17T10:41:49.365" v="1083" actId="47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77748BC8-6171-4919-A5F7-EF7C30C5EE0A}" dt="2025-07-17T10:55:48.933" v="1345" actId="20577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77748BC8-6171-4919-A5F7-EF7C30C5EE0A}" dt="2025-07-17T10:40:28.696" v="960" actId="6549"/>
        <pc:sldMkLst>
          <pc:docMk/>
          <pc:sldMk cId="2050195976" sldId="266"/>
        </pc:sldMkLst>
      </pc:sldChg>
      <pc:sldChg chg="modSp add del mod">
        <pc:chgData name="Robert de Groote" userId="2ce5265b-80a0-4fb8-a62a-8035e9b0c45a" providerId="ADAL" clId="{77748BC8-6171-4919-A5F7-EF7C30C5EE0A}" dt="2025-07-17T10:41:43.383" v="1082" actId="20577"/>
        <pc:sldMkLst>
          <pc:docMk/>
          <pc:sldMk cId="3359679964" sldId="268"/>
        </pc:sldMkLst>
      </pc:sldChg>
      <pc:sldChg chg="modSp mod">
        <pc:chgData name="Robert de Groote" userId="2ce5265b-80a0-4fb8-a62a-8035e9b0c45a" providerId="ADAL" clId="{77748BC8-6171-4919-A5F7-EF7C30C5EE0A}" dt="2025-07-17T10:40:49.157" v="990" actId="20577"/>
        <pc:sldMkLst>
          <pc:docMk/>
          <pc:sldMk cId="3909891326" sldId="272"/>
        </pc:sldMkLst>
      </pc:sldChg>
      <pc:sldChg chg="modSp add mod">
        <pc:chgData name="Robert de Groote" userId="2ce5265b-80a0-4fb8-a62a-8035e9b0c45a" providerId="ADAL" clId="{77748BC8-6171-4919-A5F7-EF7C30C5EE0A}" dt="2025-07-16T17:38:56.393" v="912" actId="20577"/>
        <pc:sldMkLst>
          <pc:docMk/>
          <pc:sldMk cId="4230653011" sldId="273"/>
        </pc:sldMkLst>
      </pc:sldChg>
      <pc:sldChg chg="add">
        <pc:chgData name="Robert de Groote" userId="2ce5265b-80a0-4fb8-a62a-8035e9b0c45a" providerId="ADAL" clId="{77748BC8-6171-4919-A5F7-EF7C30C5EE0A}" dt="2025-07-17T10:39:49.044" v="915" actId="2890"/>
        <pc:sldMkLst>
          <pc:docMk/>
          <pc:sldMk cId="3657166026" sldId="274"/>
        </pc:sldMkLst>
      </pc:sldChg>
      <pc:sldChg chg="modSp add mod ord">
        <pc:chgData name="Robert de Groote" userId="2ce5265b-80a0-4fb8-a62a-8035e9b0c45a" providerId="ADAL" clId="{77748BC8-6171-4919-A5F7-EF7C30C5EE0A}" dt="2025-07-17T12:11:55.681" v="2627" actId="20577"/>
        <pc:sldMkLst>
          <pc:docMk/>
          <pc:sldMk cId="1598828328" sldId="275"/>
        </pc:sldMkLst>
      </pc:sldChg>
      <pc:sldChg chg="modSp add mod">
        <pc:chgData name="Robert de Groote" userId="2ce5265b-80a0-4fb8-a62a-8035e9b0c45a" providerId="ADAL" clId="{77748BC8-6171-4919-A5F7-EF7C30C5EE0A}" dt="2025-07-17T11:28:23.497" v="1971" actId="20577"/>
        <pc:sldMkLst>
          <pc:docMk/>
          <pc:sldMk cId="1258586967" sldId="276"/>
        </pc:sldMkLst>
      </pc:sldChg>
      <pc:sldChg chg="modSp add mod">
        <pc:chgData name="Robert de Groote" userId="2ce5265b-80a0-4fb8-a62a-8035e9b0c45a" providerId="ADAL" clId="{77748BC8-6171-4919-A5F7-EF7C30C5EE0A}" dt="2025-07-17T11:35:50.433" v="2232" actId="20577"/>
        <pc:sldMkLst>
          <pc:docMk/>
          <pc:sldMk cId="3755024446" sldId="277"/>
        </pc:sldMkLst>
      </pc:sldChg>
      <pc:sldChg chg="modSp add mod">
        <pc:chgData name="Robert de Groote" userId="2ce5265b-80a0-4fb8-a62a-8035e9b0c45a" providerId="ADAL" clId="{77748BC8-6171-4919-A5F7-EF7C30C5EE0A}" dt="2025-07-17T11:39:57.073" v="2428" actId="113"/>
        <pc:sldMkLst>
          <pc:docMk/>
          <pc:sldMk cId="2214709890" sldId="278"/>
        </pc:sldMkLst>
      </pc:sldChg>
      <pc:sldChg chg="modSp add mod ord">
        <pc:chgData name="Robert de Groote" userId="2ce5265b-80a0-4fb8-a62a-8035e9b0c45a" providerId="ADAL" clId="{77748BC8-6171-4919-A5F7-EF7C30C5EE0A}" dt="2025-07-17T12:34:31.889" v="3027"/>
        <pc:sldMkLst>
          <pc:docMk/>
          <pc:sldMk cId="2729225412" sldId="279"/>
        </pc:sldMkLst>
      </pc:sldChg>
      <pc:sldChg chg="addSp modSp add mod ord">
        <pc:chgData name="Robert de Groote" userId="2ce5265b-80a0-4fb8-a62a-8035e9b0c45a" providerId="ADAL" clId="{77748BC8-6171-4919-A5F7-EF7C30C5EE0A}" dt="2025-07-17T13:18:38.909" v="3943"/>
        <pc:sldMkLst>
          <pc:docMk/>
          <pc:sldMk cId="2288260186" sldId="280"/>
        </pc:sldMkLst>
      </pc:sldChg>
      <pc:sldChg chg="addSp delSp modSp add mod ord">
        <pc:chgData name="Robert de Groote" userId="2ce5265b-80a0-4fb8-a62a-8035e9b0c45a" providerId="ADAL" clId="{77748BC8-6171-4919-A5F7-EF7C30C5EE0A}" dt="2025-07-17T13:19:48.170" v="4029" actId="20577"/>
        <pc:sldMkLst>
          <pc:docMk/>
          <pc:sldMk cId="942638718" sldId="281"/>
        </pc:sldMkLst>
      </pc:sldChg>
    </pc:docChg>
  </pc:docChgLst>
  <pc:docChgLst>
    <pc:chgData name="Robert de Groote" userId="2ce5265b-80a0-4fb8-a62a-8035e9b0c45a" providerId="ADAL" clId="{2F427DC0-94DD-4221-BDA8-C26CE314FA9F}"/>
    <pc:docChg chg="undo redo custSel addSld delSld modSld sldOrd">
      <pc:chgData name="Robert de Groote" userId="2ce5265b-80a0-4fb8-a62a-8035e9b0c45a" providerId="ADAL" clId="{2F427DC0-94DD-4221-BDA8-C26CE314FA9F}" dt="2025-09-30T08:18:44.060" v="57772" actId="20577"/>
      <pc:docMkLst>
        <pc:docMk/>
      </pc:docMkLst>
      <pc:sldChg chg="modSp mod">
        <pc:chgData name="Robert de Groote" userId="2ce5265b-80a0-4fb8-a62a-8035e9b0c45a" providerId="ADAL" clId="{2F427DC0-94DD-4221-BDA8-C26CE314FA9F}" dt="2025-09-19T13:43:26.562" v="21" actId="20577"/>
        <pc:sldMkLst>
          <pc:docMk/>
          <pc:sldMk cId="4099711276" sldId="256"/>
        </pc:sldMkLst>
        <pc:spChg chg="mod">
          <ac:chgData name="Robert de Groote" userId="2ce5265b-80a0-4fb8-a62a-8035e9b0c45a" providerId="ADAL" clId="{2F427DC0-94DD-4221-BDA8-C26CE314FA9F}" dt="2025-09-19T13:43:26.562" v="21" actId="20577"/>
          <ac:spMkLst>
            <pc:docMk/>
            <pc:sldMk cId="4099711276" sldId="256"/>
            <ac:spMk id="3" creationId="{B43DF9F7-8B56-49E7-9AFB-EB5E5B6EE430}"/>
          </ac:spMkLst>
        </pc:spChg>
      </pc:sldChg>
      <pc:sldChg chg="modSp mod modAnim">
        <pc:chgData name="Robert de Groote" userId="2ce5265b-80a0-4fb8-a62a-8035e9b0c45a" providerId="ADAL" clId="{2F427DC0-94DD-4221-BDA8-C26CE314FA9F}" dt="2025-09-30T06:12:35.941" v="57726" actId="113"/>
        <pc:sldMkLst>
          <pc:docMk/>
          <pc:sldMk cId="3346646082" sldId="257"/>
        </pc:sldMkLst>
        <pc:spChg chg="mod">
          <ac:chgData name="Robert de Groote" userId="2ce5265b-80a0-4fb8-a62a-8035e9b0c45a" providerId="ADAL" clId="{2F427DC0-94DD-4221-BDA8-C26CE314FA9F}" dt="2025-09-19T13:43:34.861" v="22" actId="6549"/>
          <ac:spMkLst>
            <pc:docMk/>
            <pc:sldMk cId="3346646082" sldId="257"/>
            <ac:spMk id="2" creationId="{205885D7-ABDF-C618-9CCD-413D088386B3}"/>
          </ac:spMkLst>
        </pc:spChg>
        <pc:spChg chg="mod">
          <ac:chgData name="Robert de Groote" userId="2ce5265b-80a0-4fb8-a62a-8035e9b0c45a" providerId="ADAL" clId="{2F427DC0-94DD-4221-BDA8-C26CE314FA9F}" dt="2025-09-30T06:12:35.941" v="57726" actId="113"/>
          <ac:spMkLst>
            <pc:docMk/>
            <pc:sldMk cId="3346646082" sldId="257"/>
            <ac:spMk id="3" creationId="{81853582-0C43-5257-5530-A00EA0178D3B}"/>
          </ac:spMkLst>
        </pc:sp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437096053" sldId="260"/>
        </pc:sldMkLst>
      </pc:sldChg>
      <pc:sldChg chg="addSp modSp mod setBg setClrOvrMap">
        <pc:chgData name="Robert de Groote" userId="2ce5265b-80a0-4fb8-a62a-8035e9b0c45a" providerId="ADAL" clId="{2F427DC0-94DD-4221-BDA8-C26CE314FA9F}" dt="2025-09-22T09:24:25.487" v="1505" actId="20577"/>
        <pc:sldMkLst>
          <pc:docMk/>
          <pc:sldMk cId="2050195976" sldId="266"/>
        </pc:sldMkLst>
      </pc:sldChg>
      <pc:sldChg chg="del ord">
        <pc:chgData name="Robert de Groote" userId="2ce5265b-80a0-4fb8-a62a-8035e9b0c45a" providerId="ADAL" clId="{2F427DC0-94DD-4221-BDA8-C26CE314FA9F}" dt="2025-09-25T12:49:33.624" v="34633" actId="47"/>
        <pc:sldMkLst>
          <pc:docMk/>
          <pc:sldMk cId="3657166026" sldId="274"/>
        </pc:sldMkLst>
      </pc:sldChg>
      <pc:sldChg chg="modSp mod modAnim">
        <pc:chgData name="Robert de Groote" userId="2ce5265b-80a0-4fb8-a62a-8035e9b0c45a" providerId="ADAL" clId="{2F427DC0-94DD-4221-BDA8-C26CE314FA9F}" dt="2025-09-29T17:43:38.860" v="57362"/>
        <pc:sldMkLst>
          <pc:docMk/>
          <pc:sldMk cId="1598828328" sldId="275"/>
        </pc:sldMkLst>
        <pc:spChg chg="mod">
          <ac:chgData name="Robert de Groote" userId="2ce5265b-80a0-4fb8-a62a-8035e9b0c45a" providerId="ADAL" clId="{2F427DC0-94DD-4221-BDA8-C26CE314FA9F}" dt="2025-09-19T13:54:17.034" v="568" actId="20577"/>
          <ac:spMkLst>
            <pc:docMk/>
            <pc:sldMk cId="1598828328" sldId="275"/>
            <ac:spMk id="3" creationId="{6DCA8270-DE95-7954-F4CE-BC121EC30AD1}"/>
          </ac:spMkLst>
        </pc:sp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713723776" sldId="28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168458889" sldId="284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613819666" sldId="28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283501042" sldId="287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799843916" sldId="288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850556459" sldId="291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874727719" sldId="29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95491915" sldId="294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076454938" sldId="295"/>
        </pc:sldMkLst>
      </pc:sldChg>
      <pc:sldChg chg="addSp delSp modSp del mod modTransition modAnim">
        <pc:chgData name="Robert de Groote" userId="2ce5265b-80a0-4fb8-a62a-8035e9b0c45a" providerId="ADAL" clId="{2F427DC0-94DD-4221-BDA8-C26CE314FA9F}" dt="2025-09-22T13:52:38.971" v="28211" actId="47"/>
        <pc:sldMkLst>
          <pc:docMk/>
          <pc:sldMk cId="2588820184" sldId="296"/>
        </pc:sldMkLst>
      </pc:sldChg>
      <pc:sldChg chg="addSp modSp mod ord modAnim">
        <pc:chgData name="Robert de Groote" userId="2ce5265b-80a0-4fb8-a62a-8035e9b0c45a" providerId="ADAL" clId="{2F427DC0-94DD-4221-BDA8-C26CE314FA9F}" dt="2025-09-30T06:18:55.627" v="57763" actId="20577"/>
        <pc:sldMkLst>
          <pc:docMk/>
          <pc:sldMk cId="1033322806" sldId="297"/>
        </pc:sldMkLst>
      </pc:sldChg>
      <pc:sldChg chg="del">
        <pc:chgData name="Robert de Groote" userId="2ce5265b-80a0-4fb8-a62a-8035e9b0c45a" providerId="ADAL" clId="{2F427DC0-94DD-4221-BDA8-C26CE314FA9F}" dt="2025-09-25T06:05:34.882" v="32015" actId="47"/>
        <pc:sldMkLst>
          <pc:docMk/>
          <pc:sldMk cId="248389283" sldId="298"/>
        </pc:sldMkLst>
      </pc:sldChg>
      <pc:sldChg chg="del">
        <pc:chgData name="Robert de Groote" userId="2ce5265b-80a0-4fb8-a62a-8035e9b0c45a" providerId="ADAL" clId="{2F427DC0-94DD-4221-BDA8-C26CE314FA9F}" dt="2025-09-25T06:05:36.252" v="32016" actId="47"/>
        <pc:sldMkLst>
          <pc:docMk/>
          <pc:sldMk cId="2383517423" sldId="299"/>
        </pc:sldMkLst>
      </pc:sldChg>
      <pc:sldChg chg="addSp delSp modSp mod ord modAnim">
        <pc:chgData name="Robert de Groote" userId="2ce5265b-80a0-4fb8-a62a-8035e9b0c45a" providerId="ADAL" clId="{2F427DC0-94DD-4221-BDA8-C26CE314FA9F}" dt="2025-09-30T06:18:45.811" v="57755" actId="20577"/>
        <pc:sldMkLst>
          <pc:docMk/>
          <pc:sldMk cId="881715533" sldId="300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365433860" sldId="301"/>
        </pc:sldMkLst>
      </pc:sldChg>
      <pc:sldChg chg="addSp delSp modSp add mod ord setBg setClrOvrMap">
        <pc:chgData name="Robert de Groote" userId="2ce5265b-80a0-4fb8-a62a-8035e9b0c45a" providerId="ADAL" clId="{2F427DC0-94DD-4221-BDA8-C26CE314FA9F}" dt="2025-09-23T12:30:00.859" v="28669" actId="26606"/>
        <pc:sldMkLst>
          <pc:docMk/>
          <pc:sldMk cId="2632828224" sldId="304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184350671" sldId="304"/>
        </pc:sldMkLst>
      </pc:sldChg>
      <pc:sldChg chg="addSp delSp modSp add mod ord setBg">
        <pc:chgData name="Robert de Groote" userId="2ce5265b-80a0-4fb8-a62a-8035e9b0c45a" providerId="ADAL" clId="{2F427DC0-94DD-4221-BDA8-C26CE314FA9F}" dt="2025-09-25T13:14:10.291" v="35577" actId="14100"/>
        <pc:sldMkLst>
          <pc:docMk/>
          <pc:sldMk cId="2493329736" sldId="305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788273648" sldId="305"/>
        </pc:sldMkLst>
      </pc:sldChg>
      <pc:sldChg chg="addSp delSp modSp add mod modAnim">
        <pc:chgData name="Robert de Groote" userId="2ce5265b-80a0-4fb8-a62a-8035e9b0c45a" providerId="ADAL" clId="{2F427DC0-94DD-4221-BDA8-C26CE314FA9F}" dt="2025-09-25T14:49:31.090" v="37342" actId="1076"/>
        <pc:sldMkLst>
          <pc:docMk/>
          <pc:sldMk cId="1743284674" sldId="30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415291721" sldId="306"/>
        </pc:sldMkLst>
      </pc:sldChg>
      <pc:sldChg chg="addSp modSp add del mod ord">
        <pc:chgData name="Robert de Groote" userId="2ce5265b-80a0-4fb8-a62a-8035e9b0c45a" providerId="ADAL" clId="{2F427DC0-94DD-4221-BDA8-C26CE314FA9F}" dt="2025-09-28T08:37:27.358" v="40529" actId="47"/>
        <pc:sldMkLst>
          <pc:docMk/>
          <pc:sldMk cId="1924502712" sldId="307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375782824" sldId="308"/>
        </pc:sldMkLst>
      </pc:sldChg>
      <pc:sldChg chg="modSp add mod ord">
        <pc:chgData name="Robert de Groote" userId="2ce5265b-80a0-4fb8-a62a-8035e9b0c45a" providerId="ADAL" clId="{2F427DC0-94DD-4221-BDA8-C26CE314FA9F}" dt="2025-09-29T13:48:18.774" v="56262" actId="108"/>
        <pc:sldMkLst>
          <pc:docMk/>
          <pc:sldMk cId="4193128622" sldId="308"/>
        </pc:sldMkLst>
      </pc:sldChg>
      <pc:sldChg chg="addSp delSp modSp add mod modTransition delAnim modAnim">
        <pc:chgData name="Robert de Groote" userId="2ce5265b-80a0-4fb8-a62a-8035e9b0c45a" providerId="ADAL" clId="{2F427DC0-94DD-4221-BDA8-C26CE314FA9F}" dt="2025-09-22T13:52:26.465" v="28209" actId="1076"/>
        <pc:sldMkLst>
          <pc:docMk/>
          <pc:sldMk cId="488560641" sldId="309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340356800" sldId="309"/>
        </pc:sldMkLst>
      </pc:sldChg>
      <pc:sldChg chg="addSp delSp modSp add del mod modTransition delAnim modAnim">
        <pc:chgData name="Robert de Groote" userId="2ce5265b-80a0-4fb8-a62a-8035e9b0c45a" providerId="ADAL" clId="{2F427DC0-94DD-4221-BDA8-C26CE314FA9F}" dt="2025-09-22T13:52:34.437" v="28210" actId="47"/>
        <pc:sldMkLst>
          <pc:docMk/>
          <pc:sldMk cId="945340407" sldId="310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708548468" sldId="310"/>
        </pc:sldMkLst>
      </pc:sldChg>
      <pc:sldChg chg="addSp delSp modSp add mod modTransition">
        <pc:chgData name="Robert de Groote" userId="2ce5265b-80a0-4fb8-a62a-8035e9b0c45a" providerId="ADAL" clId="{2F427DC0-94DD-4221-BDA8-C26CE314FA9F}" dt="2025-09-24T14:43:31.960" v="29347"/>
        <pc:sldMkLst>
          <pc:docMk/>
          <pc:sldMk cId="3319223901" sldId="311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224142537" sldId="311"/>
        </pc:sldMkLst>
      </pc:sldChg>
      <pc:sldChg chg="addSp modSp add mod modTransition modAnim">
        <pc:chgData name="Robert de Groote" userId="2ce5265b-80a0-4fb8-a62a-8035e9b0c45a" providerId="ADAL" clId="{2F427DC0-94DD-4221-BDA8-C26CE314FA9F}" dt="2025-09-22T13:53:38.686" v="28225"/>
        <pc:sldMkLst>
          <pc:docMk/>
          <pc:sldMk cId="1525240924" sldId="312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383432657" sldId="312"/>
        </pc:sldMkLst>
      </pc:sldChg>
      <pc:sldChg chg="modSp add mod modTransition modAnim">
        <pc:chgData name="Robert de Groote" userId="2ce5265b-80a0-4fb8-a62a-8035e9b0c45a" providerId="ADAL" clId="{2F427DC0-94DD-4221-BDA8-C26CE314FA9F}" dt="2025-09-24T14:43:06.865" v="29188"/>
        <pc:sldMkLst>
          <pc:docMk/>
          <pc:sldMk cId="85868339" sldId="31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332392631" sldId="313"/>
        </pc:sldMkLst>
      </pc:sldChg>
      <pc:sldChg chg="addSp delSp modSp add mod modAnim">
        <pc:chgData name="Robert de Groote" userId="2ce5265b-80a0-4fb8-a62a-8035e9b0c45a" providerId="ADAL" clId="{2F427DC0-94DD-4221-BDA8-C26CE314FA9F}" dt="2025-09-29T17:49:30.943" v="57579"/>
        <pc:sldMkLst>
          <pc:docMk/>
          <pc:sldMk cId="2967285017" sldId="314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733322326" sldId="314"/>
        </pc:sldMkLst>
      </pc:sldChg>
      <pc:sldChg chg="modSp add mod modAnim">
        <pc:chgData name="Robert de Groote" userId="2ce5265b-80a0-4fb8-a62a-8035e9b0c45a" providerId="ADAL" clId="{2F427DC0-94DD-4221-BDA8-C26CE314FA9F}" dt="2025-09-29T18:02:57.643" v="57725" actId="108"/>
        <pc:sldMkLst>
          <pc:docMk/>
          <pc:sldMk cId="1196960845" sldId="315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288259036" sldId="315"/>
        </pc:sldMkLst>
      </pc:sldChg>
      <pc:sldChg chg="modSp add del mod">
        <pc:chgData name="Robert de Groote" userId="2ce5265b-80a0-4fb8-a62a-8035e9b0c45a" providerId="ADAL" clId="{2F427DC0-94DD-4221-BDA8-C26CE314FA9F}" dt="2025-09-29T13:41:25.298" v="55407" actId="47"/>
        <pc:sldMkLst>
          <pc:docMk/>
          <pc:sldMk cId="179391766" sldId="31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910636752" sldId="31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0263876" sldId="317"/>
        </pc:sldMkLst>
      </pc:sldChg>
      <pc:sldChg chg="addSp modSp add del mod modTransition modAnim">
        <pc:chgData name="Robert de Groote" userId="2ce5265b-80a0-4fb8-a62a-8035e9b0c45a" providerId="ADAL" clId="{2F427DC0-94DD-4221-BDA8-C26CE314FA9F}" dt="2025-09-24T14:43:17.202" v="29220" actId="47"/>
        <pc:sldMkLst>
          <pc:docMk/>
          <pc:sldMk cId="2048404607" sldId="317"/>
        </pc:sldMkLst>
      </pc:sldChg>
      <pc:sldChg chg="modSp add mod modAnim">
        <pc:chgData name="Robert de Groote" userId="2ce5265b-80a0-4fb8-a62a-8035e9b0c45a" providerId="ADAL" clId="{2F427DC0-94DD-4221-BDA8-C26CE314FA9F}" dt="2025-09-29T17:47:14.488" v="57456" actId="20577"/>
        <pc:sldMkLst>
          <pc:docMk/>
          <pc:sldMk cId="3080638318" sldId="317"/>
        </pc:sldMkLst>
      </pc:sldChg>
      <pc:sldChg chg="addSp modSp add del mod modTransition modAnim">
        <pc:chgData name="Robert de Groote" userId="2ce5265b-80a0-4fb8-a62a-8035e9b0c45a" providerId="ADAL" clId="{2F427DC0-94DD-4221-BDA8-C26CE314FA9F}" dt="2025-09-24T14:43:45.315" v="29646" actId="2890"/>
        <pc:sldMkLst>
          <pc:docMk/>
          <pc:sldMk cId="4277948794" sldId="317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5731821" sldId="318"/>
        </pc:sldMkLst>
      </pc:sldChg>
      <pc:sldChg chg="modSp add mod modAnim">
        <pc:chgData name="Robert de Groote" userId="2ce5265b-80a0-4fb8-a62a-8035e9b0c45a" providerId="ADAL" clId="{2F427DC0-94DD-4221-BDA8-C26CE314FA9F}" dt="2025-09-29T17:49:49.104" v="57581" actId="113"/>
        <pc:sldMkLst>
          <pc:docMk/>
          <pc:sldMk cId="1069495642" sldId="318"/>
        </pc:sldMkLst>
      </pc:sldChg>
      <pc:sldChg chg="addSp delSp modSp add mod addAnim delAnim modAnim">
        <pc:chgData name="Robert de Groote" userId="2ce5265b-80a0-4fb8-a62a-8035e9b0c45a" providerId="ADAL" clId="{2F427DC0-94DD-4221-BDA8-C26CE314FA9F}" dt="2025-09-30T06:15:51.711" v="57734" actId="20577"/>
        <pc:sldMkLst>
          <pc:docMk/>
          <pc:sldMk cId="3778923143" sldId="319"/>
        </pc:sldMkLst>
      </pc:sldChg>
      <pc:sldChg chg="addSp modSp add mod modAnim">
        <pc:chgData name="Robert de Groote" userId="2ce5265b-80a0-4fb8-a62a-8035e9b0c45a" providerId="ADAL" clId="{2F427DC0-94DD-4221-BDA8-C26CE314FA9F}" dt="2025-09-30T06:17:46.560" v="57735"/>
        <pc:sldMkLst>
          <pc:docMk/>
          <pc:sldMk cId="1710538570" sldId="320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947786956" sldId="320"/>
        </pc:sldMkLst>
      </pc:sldChg>
      <pc:sldChg chg="add del">
        <pc:chgData name="Robert de Groote" userId="2ce5265b-80a0-4fb8-a62a-8035e9b0c45a" providerId="ADAL" clId="{2F427DC0-94DD-4221-BDA8-C26CE314FA9F}" dt="2025-09-24T17:57:29.577" v="31505" actId="47"/>
        <pc:sldMkLst>
          <pc:docMk/>
          <pc:sldMk cId="1696568358" sldId="321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992519415" sldId="321"/>
        </pc:sldMkLst>
      </pc:sldChg>
      <pc:sldChg chg="modSp add mod modAnim">
        <pc:chgData name="Robert de Groote" userId="2ce5265b-80a0-4fb8-a62a-8035e9b0c45a" providerId="ADAL" clId="{2F427DC0-94DD-4221-BDA8-C26CE314FA9F}" dt="2025-09-29T18:00:45.860" v="57717"/>
        <pc:sldMkLst>
          <pc:docMk/>
          <pc:sldMk cId="2974967904" sldId="321"/>
        </pc:sldMkLst>
      </pc:sldChg>
      <pc:sldChg chg="addSp delSp modSp add mod modAnim">
        <pc:chgData name="Robert de Groote" userId="2ce5265b-80a0-4fb8-a62a-8035e9b0c45a" providerId="ADAL" clId="{2F427DC0-94DD-4221-BDA8-C26CE314FA9F}" dt="2025-09-25T14:27:42.576" v="36905"/>
        <pc:sldMkLst>
          <pc:docMk/>
          <pc:sldMk cId="2395286890" sldId="322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213126683" sldId="322"/>
        </pc:sldMkLst>
      </pc:sldChg>
      <pc:sldChg chg="addSp delSp modSp add del mod delAnim modAnim">
        <pc:chgData name="Robert de Groote" userId="2ce5265b-80a0-4fb8-a62a-8035e9b0c45a" providerId="ADAL" clId="{2F427DC0-94DD-4221-BDA8-C26CE314FA9F}" dt="2025-09-29T18:01:30.647" v="57718"/>
        <pc:sldMkLst>
          <pc:docMk/>
          <pc:sldMk cId="1507036836" sldId="32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231015180" sldId="32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916894152" sldId="324"/>
        </pc:sldMkLst>
      </pc:sldChg>
      <pc:sldChg chg="modSp add mod">
        <pc:chgData name="Robert de Groote" userId="2ce5265b-80a0-4fb8-a62a-8035e9b0c45a" providerId="ADAL" clId="{2F427DC0-94DD-4221-BDA8-C26CE314FA9F}" dt="2025-09-29T10:52:35.646" v="46881" actId="20577"/>
        <pc:sldMkLst>
          <pc:docMk/>
          <pc:sldMk cId="1395666294" sldId="324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20472505" sldId="325"/>
        </pc:sldMkLst>
      </pc:sldChg>
      <pc:sldChg chg="modSp add del mod">
        <pc:chgData name="Robert de Groote" userId="2ce5265b-80a0-4fb8-a62a-8035e9b0c45a" providerId="ADAL" clId="{2F427DC0-94DD-4221-BDA8-C26CE314FA9F}" dt="2025-09-25T14:57:42.145" v="37674" actId="47"/>
        <pc:sldMkLst>
          <pc:docMk/>
          <pc:sldMk cId="437645962" sldId="325"/>
        </pc:sldMkLst>
      </pc:sldChg>
      <pc:sldChg chg="addSp delSp modSp add mod modAnim">
        <pc:chgData name="Robert de Groote" userId="2ce5265b-80a0-4fb8-a62a-8035e9b0c45a" providerId="ADAL" clId="{2F427DC0-94DD-4221-BDA8-C26CE314FA9F}" dt="2025-09-25T14:32:13.554" v="36979"/>
        <pc:sldMkLst>
          <pc:docMk/>
          <pc:sldMk cId="2530266303" sldId="32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008100289" sldId="326"/>
        </pc:sldMkLst>
      </pc:sldChg>
      <pc:sldChg chg="addSp delSp modSp add mod modAnim">
        <pc:chgData name="Robert de Groote" userId="2ce5265b-80a0-4fb8-a62a-8035e9b0c45a" providerId="ADAL" clId="{2F427DC0-94DD-4221-BDA8-C26CE314FA9F}" dt="2025-09-25T14:32:33.823" v="36984"/>
        <pc:sldMkLst>
          <pc:docMk/>
          <pc:sldMk cId="1201245537" sldId="327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863058989" sldId="327"/>
        </pc:sldMkLst>
      </pc:sldChg>
      <pc:sldChg chg="addSp delSp modSp add mod modAnim">
        <pc:chgData name="Robert de Groote" userId="2ce5265b-80a0-4fb8-a62a-8035e9b0c45a" providerId="ADAL" clId="{2F427DC0-94DD-4221-BDA8-C26CE314FA9F}" dt="2025-09-25T14:32:54.008" v="36989"/>
        <pc:sldMkLst>
          <pc:docMk/>
          <pc:sldMk cId="1602030880" sldId="328"/>
        </pc:sldMkLst>
      </pc:sldChg>
      <pc:sldChg chg="addSp delSp modSp add mod modAnim">
        <pc:chgData name="Robert de Groote" userId="2ce5265b-80a0-4fb8-a62a-8035e9b0c45a" providerId="ADAL" clId="{2F427DC0-94DD-4221-BDA8-C26CE314FA9F}" dt="2025-09-25T14:33:10.323" v="36995"/>
        <pc:sldMkLst>
          <pc:docMk/>
          <pc:sldMk cId="605099332" sldId="329"/>
        </pc:sldMkLst>
      </pc:sldChg>
      <pc:sldChg chg="addSp delSp modSp add mod modAnim">
        <pc:chgData name="Robert de Groote" userId="2ce5265b-80a0-4fb8-a62a-8035e9b0c45a" providerId="ADAL" clId="{2F427DC0-94DD-4221-BDA8-C26CE314FA9F}" dt="2025-09-25T14:33:36.691" v="37000"/>
        <pc:sldMkLst>
          <pc:docMk/>
          <pc:sldMk cId="2385836993" sldId="330"/>
        </pc:sldMkLst>
      </pc:sldChg>
      <pc:sldChg chg="addSp delSp modSp add mod modAnim">
        <pc:chgData name="Robert de Groote" userId="2ce5265b-80a0-4fb8-a62a-8035e9b0c45a" providerId="ADAL" clId="{2F427DC0-94DD-4221-BDA8-C26CE314FA9F}" dt="2025-09-25T14:33:54.168" v="37005"/>
        <pc:sldMkLst>
          <pc:docMk/>
          <pc:sldMk cId="1881606181" sldId="331"/>
        </pc:sldMkLst>
      </pc:sldChg>
      <pc:sldChg chg="addSp delSp modSp add mod modAnim">
        <pc:chgData name="Robert de Groote" userId="2ce5265b-80a0-4fb8-a62a-8035e9b0c45a" providerId="ADAL" clId="{2F427DC0-94DD-4221-BDA8-C26CE314FA9F}" dt="2025-09-25T14:34:05.590" v="37010"/>
        <pc:sldMkLst>
          <pc:docMk/>
          <pc:sldMk cId="1772348016" sldId="332"/>
        </pc:sldMkLst>
      </pc:sldChg>
      <pc:sldChg chg="addSp delSp modSp add mod modAnim">
        <pc:chgData name="Robert de Groote" userId="2ce5265b-80a0-4fb8-a62a-8035e9b0c45a" providerId="ADAL" clId="{2F427DC0-94DD-4221-BDA8-C26CE314FA9F}" dt="2025-09-25T14:34:17.567" v="37014"/>
        <pc:sldMkLst>
          <pc:docMk/>
          <pc:sldMk cId="589289974" sldId="333"/>
        </pc:sldMkLst>
      </pc:sldChg>
      <pc:sldChg chg="delSp modSp add mod modTransition modAnim">
        <pc:chgData name="Robert de Groote" userId="2ce5265b-80a0-4fb8-a62a-8035e9b0c45a" providerId="ADAL" clId="{2F427DC0-94DD-4221-BDA8-C26CE314FA9F}" dt="2025-09-25T14:34:24.879" v="37015"/>
        <pc:sldMkLst>
          <pc:docMk/>
          <pc:sldMk cId="3800434689" sldId="334"/>
        </pc:sldMkLst>
      </pc:sldChg>
      <pc:sldChg chg="delSp modSp add mod modAnim">
        <pc:chgData name="Robert de Groote" userId="2ce5265b-80a0-4fb8-a62a-8035e9b0c45a" providerId="ADAL" clId="{2F427DC0-94DD-4221-BDA8-C26CE314FA9F}" dt="2025-09-25T14:29:16.550" v="36947" actId="113"/>
        <pc:sldMkLst>
          <pc:docMk/>
          <pc:sldMk cId="2581866764" sldId="335"/>
        </pc:sldMkLst>
      </pc:sldChg>
      <pc:sldChg chg="addSp delSp modSp add mod delAnim modAnim">
        <pc:chgData name="Robert de Groote" userId="2ce5265b-80a0-4fb8-a62a-8035e9b0c45a" providerId="ADAL" clId="{2F427DC0-94DD-4221-BDA8-C26CE314FA9F}" dt="2025-09-29T11:02:39.064" v="47060"/>
        <pc:sldMkLst>
          <pc:docMk/>
          <pc:sldMk cId="624253148" sldId="336"/>
        </pc:sldMkLst>
      </pc:sldChg>
      <pc:sldChg chg="addSp delSp modSp add del mod modTransition modAnim">
        <pc:chgData name="Robert de Groote" userId="2ce5265b-80a0-4fb8-a62a-8035e9b0c45a" providerId="ADAL" clId="{2F427DC0-94DD-4221-BDA8-C26CE314FA9F}" dt="2025-09-25T13:28:59.675" v="36328" actId="47"/>
        <pc:sldMkLst>
          <pc:docMk/>
          <pc:sldMk cId="1128248965" sldId="336"/>
        </pc:sldMkLst>
      </pc:sldChg>
      <pc:sldChg chg="addSp delSp modSp add mod delAnim">
        <pc:chgData name="Robert de Groote" userId="2ce5265b-80a0-4fb8-a62a-8035e9b0c45a" providerId="ADAL" clId="{2F427DC0-94DD-4221-BDA8-C26CE314FA9F}" dt="2025-09-29T17:43:01.398" v="57360" actId="6549"/>
        <pc:sldMkLst>
          <pc:docMk/>
          <pc:sldMk cId="925106321" sldId="337"/>
        </pc:sldMkLst>
      </pc:sldChg>
      <pc:sldChg chg="addSp delSp modSp add mod ord delAnim modAnim">
        <pc:chgData name="Robert de Groote" userId="2ce5265b-80a0-4fb8-a62a-8035e9b0c45a" providerId="ADAL" clId="{2F427DC0-94DD-4221-BDA8-C26CE314FA9F}" dt="2025-09-29T17:34:30.915" v="57304"/>
        <pc:sldMkLst>
          <pc:docMk/>
          <pc:sldMk cId="2325599261" sldId="338"/>
        </pc:sldMkLst>
      </pc:sldChg>
      <pc:sldChg chg="add del">
        <pc:chgData name="Robert de Groote" userId="2ce5265b-80a0-4fb8-a62a-8035e9b0c45a" providerId="ADAL" clId="{2F427DC0-94DD-4221-BDA8-C26CE314FA9F}" dt="2025-09-25T15:14:33.237" v="37756" actId="47"/>
        <pc:sldMkLst>
          <pc:docMk/>
          <pc:sldMk cId="1580685170" sldId="339"/>
        </pc:sldMkLst>
      </pc:sldChg>
      <pc:sldChg chg="modSp add del mod ord">
        <pc:chgData name="Robert de Groote" userId="2ce5265b-80a0-4fb8-a62a-8035e9b0c45a" providerId="ADAL" clId="{2F427DC0-94DD-4221-BDA8-C26CE314FA9F}" dt="2025-09-29T13:41:09.948" v="55405" actId="47"/>
        <pc:sldMkLst>
          <pc:docMk/>
          <pc:sldMk cId="3262564778" sldId="339"/>
        </pc:sldMkLst>
      </pc:sldChg>
      <pc:sldChg chg="addSp delSp modSp add mod modAnim">
        <pc:chgData name="Robert de Groote" userId="2ce5265b-80a0-4fb8-a62a-8035e9b0c45a" providerId="ADAL" clId="{2F427DC0-94DD-4221-BDA8-C26CE314FA9F}" dt="2025-09-29T17:31:46.469" v="57303"/>
        <pc:sldMkLst>
          <pc:docMk/>
          <pc:sldMk cId="921507329" sldId="340"/>
        </pc:sldMkLst>
      </pc:sldChg>
      <pc:sldChg chg="modSp add del mod">
        <pc:chgData name="Robert de Groote" userId="2ce5265b-80a0-4fb8-a62a-8035e9b0c45a" providerId="ADAL" clId="{2F427DC0-94DD-4221-BDA8-C26CE314FA9F}" dt="2025-09-29T08:44:08.450" v="41254" actId="47"/>
        <pc:sldMkLst>
          <pc:docMk/>
          <pc:sldMk cId="3679492345" sldId="341"/>
        </pc:sldMkLst>
      </pc:sldChg>
      <pc:sldChg chg="modSp add del mod">
        <pc:chgData name="Robert de Groote" userId="2ce5265b-80a0-4fb8-a62a-8035e9b0c45a" providerId="ADAL" clId="{2F427DC0-94DD-4221-BDA8-C26CE314FA9F}" dt="2025-09-28T08:37:34.905" v="40530" actId="47"/>
        <pc:sldMkLst>
          <pc:docMk/>
          <pc:sldMk cId="394746020" sldId="342"/>
        </pc:sldMkLst>
      </pc:sldChg>
      <pc:sldChg chg="addSp modSp add del mod ord">
        <pc:chgData name="Robert de Groote" userId="2ce5265b-80a0-4fb8-a62a-8035e9b0c45a" providerId="ADAL" clId="{2F427DC0-94DD-4221-BDA8-C26CE314FA9F}" dt="2025-09-28T08:37:40.581" v="40531" actId="47"/>
        <pc:sldMkLst>
          <pc:docMk/>
          <pc:sldMk cId="2350125741" sldId="343"/>
        </pc:sldMkLst>
      </pc:sldChg>
      <pc:sldChg chg="addSp delSp modSp add mod setBg">
        <pc:chgData name="Robert de Groote" userId="2ce5265b-80a0-4fb8-a62a-8035e9b0c45a" providerId="ADAL" clId="{2F427DC0-94DD-4221-BDA8-C26CE314FA9F}" dt="2025-09-29T17:27:22.803" v="57235" actId="113"/>
        <pc:sldMkLst>
          <pc:docMk/>
          <pc:sldMk cId="229942939" sldId="344"/>
        </pc:sldMkLst>
      </pc:sldChg>
      <pc:sldChg chg="addSp delSp modSp add mod modAnim">
        <pc:chgData name="Robert de Groote" userId="2ce5265b-80a0-4fb8-a62a-8035e9b0c45a" providerId="ADAL" clId="{2F427DC0-94DD-4221-BDA8-C26CE314FA9F}" dt="2025-09-29T17:28:41.911" v="57243" actId="20577"/>
        <pc:sldMkLst>
          <pc:docMk/>
          <pc:sldMk cId="197475479" sldId="345"/>
        </pc:sldMkLst>
      </pc:sldChg>
      <pc:sldChg chg="addSp delSp modSp add mod ord addAnim delAnim modAnim">
        <pc:chgData name="Robert de Groote" userId="2ce5265b-80a0-4fb8-a62a-8035e9b0c45a" providerId="ADAL" clId="{2F427DC0-94DD-4221-BDA8-C26CE314FA9F}" dt="2025-09-29T13:09:55.148" v="53849" actId="113"/>
        <pc:sldMkLst>
          <pc:docMk/>
          <pc:sldMk cId="171750379" sldId="346"/>
        </pc:sldMkLst>
      </pc:sldChg>
      <pc:sldChg chg="addSp modSp add mod ord setBg">
        <pc:chgData name="Robert de Groote" userId="2ce5265b-80a0-4fb8-a62a-8035e9b0c45a" providerId="ADAL" clId="{2F427DC0-94DD-4221-BDA8-C26CE314FA9F}" dt="2025-09-29T13:40:53.973" v="55404" actId="26606"/>
        <pc:sldMkLst>
          <pc:docMk/>
          <pc:sldMk cId="908745008" sldId="347"/>
        </pc:sldMkLst>
      </pc:sldChg>
      <pc:sldChg chg="addSp delSp modSp add mod delAnim modAnim">
        <pc:chgData name="Robert de Groote" userId="2ce5265b-80a0-4fb8-a62a-8035e9b0c45a" providerId="ADAL" clId="{2F427DC0-94DD-4221-BDA8-C26CE314FA9F}" dt="2025-09-29T17:46:07.262" v="57424"/>
        <pc:sldMkLst>
          <pc:docMk/>
          <pc:sldMk cId="1503212855" sldId="348"/>
        </pc:sldMkLst>
      </pc:sldChg>
      <pc:sldChg chg="modSp add del mod">
        <pc:chgData name="Robert de Groote" userId="2ce5265b-80a0-4fb8-a62a-8035e9b0c45a" providerId="ADAL" clId="{2F427DC0-94DD-4221-BDA8-C26CE314FA9F}" dt="2025-09-28T08:36:44.543" v="40528" actId="47"/>
        <pc:sldMkLst>
          <pc:docMk/>
          <pc:sldMk cId="1855298368" sldId="349"/>
        </pc:sldMkLst>
      </pc:sldChg>
      <pc:sldChg chg="addSp delSp modSp add mod modAnim">
        <pc:chgData name="Robert de Groote" userId="2ce5265b-80a0-4fb8-a62a-8035e9b0c45a" providerId="ADAL" clId="{2F427DC0-94DD-4221-BDA8-C26CE314FA9F}" dt="2025-09-29T17:25:00.323" v="57102"/>
        <pc:sldMkLst>
          <pc:docMk/>
          <pc:sldMk cId="2298626481" sldId="349"/>
        </pc:sldMkLst>
      </pc:sldChg>
      <pc:sldChg chg="modSp add mod ord">
        <pc:chgData name="Robert de Groote" userId="2ce5265b-80a0-4fb8-a62a-8035e9b0c45a" providerId="ADAL" clId="{2F427DC0-94DD-4221-BDA8-C26CE314FA9F}" dt="2025-09-29T17:29:32.236" v="57247" actId="20577"/>
        <pc:sldMkLst>
          <pc:docMk/>
          <pc:sldMk cId="2217708825" sldId="350"/>
        </pc:sldMkLst>
        <pc:spChg chg="mod">
          <ac:chgData name="Robert de Groote" userId="2ce5265b-80a0-4fb8-a62a-8035e9b0c45a" providerId="ADAL" clId="{2F427DC0-94DD-4221-BDA8-C26CE314FA9F}" dt="2025-09-29T13:42:12.768" v="55418" actId="20577"/>
          <ac:spMkLst>
            <pc:docMk/>
            <pc:sldMk cId="2217708825" sldId="350"/>
            <ac:spMk id="2" creationId="{9DC0878B-6E5E-C53B-95A5-277DFDDAEFCC}"/>
          </ac:spMkLst>
        </pc:spChg>
        <pc:spChg chg="mod">
          <ac:chgData name="Robert de Groote" userId="2ce5265b-80a0-4fb8-a62a-8035e9b0c45a" providerId="ADAL" clId="{2F427DC0-94DD-4221-BDA8-C26CE314FA9F}" dt="2025-09-29T17:29:32.236" v="57247" actId="20577"/>
          <ac:spMkLst>
            <pc:docMk/>
            <pc:sldMk cId="2217708825" sldId="350"/>
            <ac:spMk id="3" creationId="{85AA0638-4F04-41B7-017A-80FF09EEEEE1}"/>
          </ac:spMkLst>
        </pc:spChg>
      </pc:sldChg>
      <pc:sldChg chg="addSp delSp modSp add del mod">
        <pc:chgData name="Robert de Groote" userId="2ce5265b-80a0-4fb8-a62a-8035e9b0c45a" providerId="ADAL" clId="{2F427DC0-94DD-4221-BDA8-C26CE314FA9F}" dt="2025-09-29T13:35:53.973" v="55200" actId="47"/>
        <pc:sldMkLst>
          <pc:docMk/>
          <pc:sldMk cId="369086216" sldId="351"/>
        </pc:sldMkLst>
      </pc:sldChg>
      <pc:sldChg chg="addSp delSp modSp add del mod modTransition modAnim">
        <pc:chgData name="Robert de Groote" userId="2ce5265b-80a0-4fb8-a62a-8035e9b0c45a" providerId="ADAL" clId="{2F427DC0-94DD-4221-BDA8-C26CE314FA9F}" dt="2025-09-29T17:41:32.364" v="57352" actId="47"/>
        <pc:sldMkLst>
          <pc:docMk/>
          <pc:sldMk cId="1181527927" sldId="352"/>
        </pc:sldMkLst>
      </pc:sldChg>
      <pc:sldChg chg="addSp delSp modSp add del mod modTransition modAnim">
        <pc:chgData name="Robert de Groote" userId="2ce5265b-80a0-4fb8-a62a-8035e9b0c45a" providerId="ADAL" clId="{2F427DC0-94DD-4221-BDA8-C26CE314FA9F}" dt="2025-09-29T17:41:30.759" v="57351" actId="47"/>
        <pc:sldMkLst>
          <pc:docMk/>
          <pc:sldMk cId="2015659858" sldId="353"/>
        </pc:sldMkLst>
      </pc:sldChg>
      <pc:sldChg chg="addSp delSp modSp add mod modTransition modAnim">
        <pc:chgData name="Robert de Groote" userId="2ce5265b-80a0-4fb8-a62a-8035e9b0c45a" providerId="ADAL" clId="{2F427DC0-94DD-4221-BDA8-C26CE314FA9F}" dt="2025-09-30T08:18:44.060" v="57772" actId="20577"/>
        <pc:sldMkLst>
          <pc:docMk/>
          <pc:sldMk cId="122091193" sldId="354"/>
        </pc:sldMkLst>
      </pc:sldChg>
      <pc:sldChg chg="addSp modSp add del mod modTransition modAnim">
        <pc:chgData name="Robert de Groote" userId="2ce5265b-80a0-4fb8-a62a-8035e9b0c45a" providerId="ADAL" clId="{2F427DC0-94DD-4221-BDA8-C26CE314FA9F}" dt="2025-09-29T10:14:42.444" v="44175" actId="47"/>
        <pc:sldMkLst>
          <pc:docMk/>
          <pc:sldMk cId="2428364196" sldId="355"/>
        </pc:sldMkLst>
      </pc:sldChg>
      <pc:sldChg chg="addSp delSp modSp add mod delAnim modAnim">
        <pc:chgData name="Robert de Groote" userId="2ce5265b-80a0-4fb8-a62a-8035e9b0c45a" providerId="ADAL" clId="{2F427DC0-94DD-4221-BDA8-C26CE314FA9F}" dt="2025-09-29T13:12:51.955" v="53876" actId="478"/>
        <pc:sldMkLst>
          <pc:docMk/>
          <pc:sldMk cId="2309664718" sldId="356"/>
        </pc:sldMkLst>
      </pc:sldChg>
      <pc:sldChg chg="addSp modSp add del mod modTransition modAnim">
        <pc:chgData name="Robert de Groote" userId="2ce5265b-80a0-4fb8-a62a-8035e9b0c45a" providerId="ADAL" clId="{2F427DC0-94DD-4221-BDA8-C26CE314FA9F}" dt="2025-09-29T10:15:20.654" v="44212" actId="47"/>
        <pc:sldMkLst>
          <pc:docMk/>
          <pc:sldMk cId="7242332" sldId="357"/>
        </pc:sldMkLst>
      </pc:sldChg>
      <pc:sldChg chg="addSp modSp add del mod modTransition modAnim">
        <pc:chgData name="Robert de Groote" userId="2ce5265b-80a0-4fb8-a62a-8035e9b0c45a" providerId="ADAL" clId="{2F427DC0-94DD-4221-BDA8-C26CE314FA9F}" dt="2025-09-29T10:20:29.272" v="44852" actId="47"/>
        <pc:sldMkLst>
          <pc:docMk/>
          <pc:sldMk cId="3582126731" sldId="357"/>
        </pc:sldMkLst>
      </pc:sldChg>
      <pc:sldChg chg="addSp delSp modSp add mod modTransition addAnim delAnim modAnim">
        <pc:chgData name="Robert de Groote" userId="2ce5265b-80a0-4fb8-a62a-8035e9b0c45a" providerId="ADAL" clId="{2F427DC0-94DD-4221-BDA8-C26CE314FA9F}" dt="2025-09-29T17:42:56.277" v="57359" actId="6549"/>
        <pc:sldMkLst>
          <pc:docMk/>
          <pc:sldMk cId="4124433150" sldId="357"/>
        </pc:sldMkLst>
      </pc:sldChg>
      <pc:sldChg chg="addSp delSp modSp add del mod modTransition delAnim modAnim">
        <pc:chgData name="Robert de Groote" userId="2ce5265b-80a0-4fb8-a62a-8035e9b0c45a" providerId="ADAL" clId="{2F427DC0-94DD-4221-BDA8-C26CE314FA9F}" dt="2025-09-29T10:56:51.145" v="46989" actId="47"/>
        <pc:sldMkLst>
          <pc:docMk/>
          <pc:sldMk cId="125321886" sldId="358"/>
        </pc:sldMkLst>
      </pc:sldChg>
      <pc:sldChg chg="addSp modSp add mod modTransition modAnim">
        <pc:chgData name="Robert de Groote" userId="2ce5265b-80a0-4fb8-a62a-8035e9b0c45a" providerId="ADAL" clId="{2F427DC0-94DD-4221-BDA8-C26CE314FA9F}" dt="2025-09-29T10:57:56.763" v="47001"/>
        <pc:sldMkLst>
          <pc:docMk/>
          <pc:sldMk cId="2497514830" sldId="359"/>
        </pc:sldMkLst>
      </pc:sldChg>
      <pc:sldChg chg="add del">
        <pc:chgData name="Robert de Groote" userId="2ce5265b-80a0-4fb8-a62a-8035e9b0c45a" providerId="ADAL" clId="{2F427DC0-94DD-4221-BDA8-C26CE314FA9F}" dt="2025-09-29T13:41:22.518" v="55406" actId="47"/>
        <pc:sldMkLst>
          <pc:docMk/>
          <pc:sldMk cId="2963096133" sldId="360"/>
        </pc:sldMkLst>
      </pc:sldChg>
    </pc:docChg>
  </pc:docChgLst>
  <pc:docChgLst>
    <pc:chgData name="Robert de Groote" userId="2ce5265b-80a0-4fb8-a62a-8035e9b0c45a" providerId="ADAL" clId="{8EBF52AB-6BEF-4B72-AF95-EFED6E097B56}"/>
    <pc:docChg chg="custSel addSld delSld modSld sldOrd">
      <pc:chgData name="Robert de Groote" userId="2ce5265b-80a0-4fb8-a62a-8035e9b0c45a" providerId="ADAL" clId="{8EBF52AB-6BEF-4B72-AF95-EFED6E097B56}" dt="2025-07-16T17:19:26.071" v="1188" actId="20577"/>
      <pc:docMkLst>
        <pc:docMk/>
      </pc:docMkLst>
      <pc:sldChg chg="modSp mod">
        <pc:chgData name="Robert de Groote" userId="2ce5265b-80a0-4fb8-a62a-8035e9b0c45a" providerId="ADAL" clId="{8EBF52AB-6BEF-4B72-AF95-EFED6E097B56}" dt="2025-07-16T16:51:16.387" v="27" actId="20577"/>
        <pc:sldMkLst>
          <pc:docMk/>
          <pc:sldMk cId="4099711276" sldId="256"/>
        </pc:sldMkLst>
      </pc:sldChg>
      <pc:sldChg chg="modSp mod">
        <pc:chgData name="Robert de Groote" userId="2ce5265b-80a0-4fb8-a62a-8035e9b0c45a" providerId="ADAL" clId="{8EBF52AB-6BEF-4B72-AF95-EFED6E097B56}" dt="2025-07-16T16:54:29.653" v="302" actId="20577"/>
        <pc:sldMkLst>
          <pc:docMk/>
          <pc:sldMk cId="3346646082" sldId="257"/>
        </pc:sldMkLst>
      </pc:sldChg>
      <pc:sldChg chg="del">
        <pc:chgData name="Robert de Groote" userId="2ce5265b-80a0-4fb8-a62a-8035e9b0c45a" providerId="ADAL" clId="{8EBF52AB-6BEF-4B72-AF95-EFED6E097B56}" dt="2025-07-16T16:54:33.161" v="303" actId="47"/>
        <pc:sldMkLst>
          <pc:docMk/>
          <pc:sldMk cId="1376807172" sldId="258"/>
        </pc:sldMkLst>
      </pc:sldChg>
      <pc:sldChg chg="del">
        <pc:chgData name="Robert de Groote" userId="2ce5265b-80a0-4fb8-a62a-8035e9b0c45a" providerId="ADAL" clId="{8EBF52AB-6BEF-4B72-AF95-EFED6E097B56}" dt="2025-07-16T16:54:33.800" v="304" actId="47"/>
        <pc:sldMkLst>
          <pc:docMk/>
          <pc:sldMk cId="734760806" sldId="259"/>
        </pc:sldMkLst>
      </pc:sldChg>
      <pc:sldChg chg="modSp mod">
        <pc:chgData name="Robert de Groote" userId="2ce5265b-80a0-4fb8-a62a-8035e9b0c45a" providerId="ADAL" clId="{8EBF52AB-6BEF-4B72-AF95-EFED6E097B56}" dt="2025-07-16T16:59:03.772" v="360" actId="20577"/>
        <pc:sldMkLst>
          <pc:docMk/>
          <pc:sldMk cId="2437096053" sldId="260"/>
        </pc:sldMkLst>
      </pc:sldChg>
      <pc:sldChg chg="del">
        <pc:chgData name="Robert de Groote" userId="2ce5265b-80a0-4fb8-a62a-8035e9b0c45a" providerId="ADAL" clId="{8EBF52AB-6BEF-4B72-AF95-EFED6E097B56}" dt="2025-07-16T16:59:12.529" v="361" actId="47"/>
        <pc:sldMkLst>
          <pc:docMk/>
          <pc:sldMk cId="1808417701" sldId="263"/>
        </pc:sldMkLst>
      </pc:sldChg>
      <pc:sldChg chg="modSp mod">
        <pc:chgData name="Robert de Groote" userId="2ce5265b-80a0-4fb8-a62a-8035e9b0c45a" providerId="ADAL" clId="{8EBF52AB-6BEF-4B72-AF95-EFED6E097B56}" dt="2025-07-16T17:18:41.963" v="1168" actId="20577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8EBF52AB-6BEF-4B72-AF95-EFED6E097B56}" dt="2025-07-16T17:14:00.840" v="878" actId="14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8EBF52AB-6BEF-4B72-AF95-EFED6E097B56}" dt="2025-07-16T17:19:26.071" v="1188" actId="20577"/>
        <pc:sldMkLst>
          <pc:docMk/>
          <pc:sldMk cId="2050195976" sldId="266"/>
        </pc:sldMkLst>
      </pc:sldChg>
      <pc:sldChg chg="del">
        <pc:chgData name="Robert de Groote" userId="2ce5265b-80a0-4fb8-a62a-8035e9b0c45a" providerId="ADAL" clId="{8EBF52AB-6BEF-4B72-AF95-EFED6E097B56}" dt="2025-07-16T16:59:13.102" v="362" actId="47"/>
        <pc:sldMkLst>
          <pc:docMk/>
          <pc:sldMk cId="3664691429" sldId="267"/>
        </pc:sldMkLst>
      </pc:sldChg>
      <pc:sldChg chg="modSp mod">
        <pc:chgData name="Robert de Groote" userId="2ce5265b-80a0-4fb8-a62a-8035e9b0c45a" providerId="ADAL" clId="{8EBF52AB-6BEF-4B72-AF95-EFED6E097B56}" dt="2025-07-16T17:01:41.236" v="479" actId="20577"/>
        <pc:sldMkLst>
          <pc:docMk/>
          <pc:sldMk cId="3359679964" sldId="268"/>
        </pc:sldMkLst>
      </pc:sldChg>
      <pc:sldChg chg="del">
        <pc:chgData name="Robert de Groote" userId="2ce5265b-80a0-4fb8-a62a-8035e9b0c45a" providerId="ADAL" clId="{8EBF52AB-6BEF-4B72-AF95-EFED6E097B56}" dt="2025-07-16T17:00:48.323" v="415" actId="47"/>
        <pc:sldMkLst>
          <pc:docMk/>
          <pc:sldMk cId="3999101625" sldId="269"/>
        </pc:sldMkLst>
      </pc:sldChg>
      <pc:sldChg chg="del">
        <pc:chgData name="Robert de Groote" userId="2ce5265b-80a0-4fb8-a62a-8035e9b0c45a" providerId="ADAL" clId="{8EBF52AB-6BEF-4B72-AF95-EFED6E097B56}" dt="2025-07-16T17:19:16.037" v="1170" actId="47"/>
        <pc:sldMkLst>
          <pc:docMk/>
          <pc:sldMk cId="3192644691" sldId="270"/>
        </pc:sldMkLst>
      </pc:sldChg>
      <pc:sldChg chg="del">
        <pc:chgData name="Robert de Groote" userId="2ce5265b-80a0-4fb8-a62a-8035e9b0c45a" providerId="ADAL" clId="{8EBF52AB-6BEF-4B72-AF95-EFED6E097B56}" dt="2025-07-16T17:18:59.683" v="1169" actId="47"/>
        <pc:sldMkLst>
          <pc:docMk/>
          <pc:sldMk cId="1961238602" sldId="271"/>
        </pc:sldMkLst>
      </pc:sldChg>
      <pc:sldChg chg="del">
        <pc:chgData name="Robert de Groote" userId="2ce5265b-80a0-4fb8-a62a-8035e9b0c45a" providerId="ADAL" clId="{8EBF52AB-6BEF-4B72-AF95-EFED6E097B56}" dt="2025-07-16T16:59:13.842" v="363" actId="47"/>
        <pc:sldMkLst>
          <pc:docMk/>
          <pc:sldMk cId="65950320" sldId="272"/>
        </pc:sldMkLst>
      </pc:sldChg>
      <pc:sldChg chg="modSp add mod ord">
        <pc:chgData name="Robert de Groote" userId="2ce5265b-80a0-4fb8-a62a-8035e9b0c45a" providerId="ADAL" clId="{8EBF52AB-6BEF-4B72-AF95-EFED6E097B56}" dt="2025-07-16T17:01:12.824" v="464" actId="20577"/>
        <pc:sldMkLst>
          <pc:docMk/>
          <pc:sldMk cId="3909891326" sldId="272"/>
        </pc:sldMkLst>
      </pc:sldChg>
      <pc:sldChg chg="del">
        <pc:chgData name="Robert de Groote" userId="2ce5265b-80a0-4fb8-a62a-8035e9b0c45a" providerId="ADAL" clId="{8EBF52AB-6BEF-4B72-AF95-EFED6E097B56}" dt="2025-07-16T16:59:17.386" v="366" actId="47"/>
        <pc:sldMkLst>
          <pc:docMk/>
          <pc:sldMk cId="3708766367" sldId="273"/>
        </pc:sldMkLst>
      </pc:sldChg>
      <pc:sldChg chg="del">
        <pc:chgData name="Robert de Groote" userId="2ce5265b-80a0-4fb8-a62a-8035e9b0c45a" providerId="ADAL" clId="{8EBF52AB-6BEF-4B72-AF95-EFED6E097B56}" dt="2025-07-16T16:59:18.383" v="367" actId="47"/>
        <pc:sldMkLst>
          <pc:docMk/>
          <pc:sldMk cId="2576651547" sldId="274"/>
        </pc:sldMkLst>
      </pc:sldChg>
      <pc:sldChg chg="del">
        <pc:chgData name="Robert de Groote" userId="2ce5265b-80a0-4fb8-a62a-8035e9b0c45a" providerId="ADAL" clId="{8EBF52AB-6BEF-4B72-AF95-EFED6E097B56}" dt="2025-07-16T16:59:15.239" v="365" actId="47"/>
        <pc:sldMkLst>
          <pc:docMk/>
          <pc:sldMk cId="1013437190" sldId="275"/>
        </pc:sldMkLst>
      </pc:sldChg>
      <pc:sldChg chg="del">
        <pc:chgData name="Robert de Groote" userId="2ce5265b-80a0-4fb8-a62a-8035e9b0c45a" providerId="ADAL" clId="{8EBF52AB-6BEF-4B72-AF95-EFED6E097B56}" dt="2025-07-16T16:59:14.460" v="364" actId="47"/>
        <pc:sldMkLst>
          <pc:docMk/>
          <pc:sldMk cId="1351195665" sldId="276"/>
        </pc:sldMkLst>
      </pc:sldChg>
    </pc:docChg>
  </pc:docChgLst>
  <pc:docChgLst>
    <pc:chgData name="Robert de Groote" userId="2ce5265b-80a0-4fb8-a62a-8035e9b0c45a" providerId="ADAL" clId="{A80E4885-7617-4261-AD60-182D3446E97F}"/>
    <pc:docChg chg="undo custSel addSld delSld modSld sldOrd addSection delSection modSection">
      <pc:chgData name="Robert de Groote" userId="2ce5265b-80a0-4fb8-a62a-8035e9b0c45a" providerId="ADAL" clId="{A80E4885-7617-4261-AD60-182D3446E97F}" dt="2025-10-07T07:57:45.545" v="67580" actId="47"/>
      <pc:docMkLst>
        <pc:docMk/>
      </pc:docMkLst>
      <pc:sldChg chg="modSp mod">
        <pc:chgData name="Robert de Groote" userId="2ce5265b-80a0-4fb8-a62a-8035e9b0c45a" providerId="ADAL" clId="{A80E4885-7617-4261-AD60-182D3446E97F}" dt="2025-09-30T09:07:27.714" v="7" actId="20577"/>
        <pc:sldMkLst>
          <pc:docMk/>
          <pc:sldMk cId="4099711276" sldId="256"/>
        </pc:sldMkLst>
        <pc:spChg chg="mod">
          <ac:chgData name="Robert de Groote" userId="2ce5265b-80a0-4fb8-a62a-8035e9b0c45a" providerId="ADAL" clId="{A80E4885-7617-4261-AD60-182D3446E97F}" dt="2025-09-30T09:07:27.714" v="7" actId="20577"/>
          <ac:spMkLst>
            <pc:docMk/>
            <pc:sldMk cId="4099711276" sldId="256"/>
            <ac:spMk id="3" creationId="{B43DF9F7-8B56-49E7-9AFB-EB5E5B6EE430}"/>
          </ac:spMkLst>
        </pc:spChg>
      </pc:sldChg>
      <pc:sldChg chg="addSp delSp modSp mod modAnim">
        <pc:chgData name="Robert de Groote" userId="2ce5265b-80a0-4fb8-a62a-8035e9b0c45a" providerId="ADAL" clId="{A80E4885-7617-4261-AD60-182D3446E97F}" dt="2025-10-06T06:29:33.888" v="65828" actId="478"/>
        <pc:sldMkLst>
          <pc:docMk/>
          <pc:sldMk cId="3346646082" sldId="257"/>
        </pc:sldMkLst>
        <pc:spChg chg="mod">
          <ac:chgData name="Robert de Groote" userId="2ce5265b-80a0-4fb8-a62a-8035e9b0c45a" providerId="ADAL" clId="{A80E4885-7617-4261-AD60-182D3446E97F}" dt="2025-10-04T07:58:05.922" v="58199" actId="113"/>
          <ac:spMkLst>
            <pc:docMk/>
            <pc:sldMk cId="3346646082" sldId="257"/>
            <ac:spMk id="3" creationId="{81853582-0C43-5257-5530-A00EA0178D3B}"/>
          </ac:spMkLst>
        </pc:spChg>
        <pc:picChg chg="add del mod">
          <ac:chgData name="Robert de Groote" userId="2ce5265b-80a0-4fb8-a62a-8035e9b0c45a" providerId="ADAL" clId="{A80E4885-7617-4261-AD60-182D3446E97F}" dt="2025-10-06T06:29:33.888" v="65828" actId="478"/>
          <ac:picMkLst>
            <pc:docMk/>
            <pc:sldMk cId="3346646082" sldId="257"/>
            <ac:picMk id="1026" creationId="{20678A66-0AE3-013D-93F3-D94B4DD701F5}"/>
          </ac:picMkLst>
        </pc:picChg>
      </pc:sldChg>
      <pc:sldChg chg="modSp del mod">
        <pc:chgData name="Robert de Groote" userId="2ce5265b-80a0-4fb8-a62a-8035e9b0c45a" providerId="ADAL" clId="{A80E4885-7617-4261-AD60-182D3446E97F}" dt="2025-09-30T09:12:02.525" v="366" actId="47"/>
        <pc:sldMkLst>
          <pc:docMk/>
          <pc:sldMk cId="2050195976" sldId="266"/>
        </pc:sldMkLst>
      </pc:sldChg>
      <pc:sldChg chg="addSp delSp modSp mod addAnim delAnim modAnim">
        <pc:chgData name="Robert de Groote" userId="2ce5265b-80a0-4fb8-a62a-8035e9b0c45a" providerId="ADAL" clId="{A80E4885-7617-4261-AD60-182D3446E97F}" dt="2025-10-06T06:34:57.464" v="65872"/>
        <pc:sldMkLst>
          <pc:docMk/>
          <pc:sldMk cId="1598828328" sldId="275"/>
        </pc:sldMkLst>
        <pc:spChg chg="mod">
          <ac:chgData name="Robert de Groote" userId="2ce5265b-80a0-4fb8-a62a-8035e9b0c45a" providerId="ADAL" clId="{A80E4885-7617-4261-AD60-182D3446E97F}" dt="2025-10-04T08:01:00.080" v="58256" actId="20577"/>
          <ac:spMkLst>
            <pc:docMk/>
            <pc:sldMk cId="1598828328" sldId="275"/>
            <ac:spMk id="2" creationId="{DDFF7A87-E58D-3848-03BB-187C4750BC30}"/>
          </ac:spMkLst>
        </pc:spChg>
        <pc:spChg chg="mod">
          <ac:chgData name="Robert de Groote" userId="2ce5265b-80a0-4fb8-a62a-8035e9b0c45a" providerId="ADAL" clId="{A80E4885-7617-4261-AD60-182D3446E97F}" dt="2025-10-04T08:23:17.584" v="60291" actId="14100"/>
          <ac:spMkLst>
            <pc:docMk/>
            <pc:sldMk cId="1598828328" sldId="275"/>
            <ac:spMk id="3" creationId="{6DCA8270-DE95-7954-F4CE-BC121EC30AD1}"/>
          </ac:spMkLst>
        </pc:spChg>
        <pc:spChg chg="add mod ord">
          <ac:chgData name="Robert de Groote" userId="2ce5265b-80a0-4fb8-a62a-8035e9b0c45a" providerId="ADAL" clId="{A80E4885-7617-4261-AD60-182D3446E97F}" dt="2025-10-04T08:12:30.574" v="59509" actId="404"/>
          <ac:spMkLst>
            <pc:docMk/>
            <pc:sldMk cId="1598828328" sldId="275"/>
            <ac:spMk id="17" creationId="{B962140B-87C2-0E0C-E313-D7FD09DCE4D0}"/>
          </ac:spMkLst>
        </pc:spChg>
        <pc:spChg chg="add mod ord">
          <ac:chgData name="Robert de Groote" userId="2ce5265b-80a0-4fb8-a62a-8035e9b0c45a" providerId="ADAL" clId="{A80E4885-7617-4261-AD60-182D3446E97F}" dt="2025-10-04T08:12:32.741" v="59510" actId="404"/>
          <ac:spMkLst>
            <pc:docMk/>
            <pc:sldMk cId="1598828328" sldId="275"/>
            <ac:spMk id="22" creationId="{B0A93081-CCED-C974-0ED6-1E4CBDC4A7B8}"/>
          </ac:spMkLst>
        </pc:spChg>
        <pc:spChg chg="add mod ord">
          <ac:chgData name="Robert de Groote" userId="2ce5265b-80a0-4fb8-a62a-8035e9b0c45a" providerId="ADAL" clId="{A80E4885-7617-4261-AD60-182D3446E97F}" dt="2025-10-04T08:12:34.640" v="59511" actId="404"/>
          <ac:spMkLst>
            <pc:docMk/>
            <pc:sldMk cId="1598828328" sldId="275"/>
            <ac:spMk id="23" creationId="{69DAADB9-9589-02E5-4723-0BE427680C3A}"/>
          </ac:spMkLst>
        </pc:spChg>
        <pc:spChg chg="add mod ord">
          <ac:chgData name="Robert de Groote" userId="2ce5265b-80a0-4fb8-a62a-8035e9b0c45a" providerId="ADAL" clId="{A80E4885-7617-4261-AD60-182D3446E97F}" dt="2025-10-04T08:12:36.810" v="59512" actId="404"/>
          <ac:spMkLst>
            <pc:docMk/>
            <pc:sldMk cId="1598828328" sldId="275"/>
            <ac:spMk id="24" creationId="{0FB955C5-BF25-CAFD-175B-234C0BBD3479}"/>
          </ac:spMkLst>
        </pc:spChg>
        <pc:spChg chg="mod">
          <ac:chgData name="Robert de Groote" userId="2ce5265b-80a0-4fb8-a62a-8035e9b0c45a" providerId="ADAL" clId="{A80E4885-7617-4261-AD60-182D3446E97F}" dt="2025-10-06T06:32:40.740" v="65847"/>
          <ac:spMkLst>
            <pc:docMk/>
            <pc:sldMk cId="1598828328" sldId="275"/>
            <ac:spMk id="30" creationId="{EAD72F5C-824A-FA95-DF37-53641A0CE28B}"/>
          </ac:spMkLst>
        </pc:spChg>
        <pc:spChg chg="mod">
          <ac:chgData name="Robert de Groote" userId="2ce5265b-80a0-4fb8-a62a-8035e9b0c45a" providerId="ADAL" clId="{A80E4885-7617-4261-AD60-182D3446E97F}" dt="2025-10-06T06:32:40.740" v="65847"/>
          <ac:spMkLst>
            <pc:docMk/>
            <pc:sldMk cId="1598828328" sldId="275"/>
            <ac:spMk id="31" creationId="{B18B55BC-4523-B80A-4919-50693857ECBA}"/>
          </ac:spMkLst>
        </pc:spChg>
        <pc:spChg chg="mod">
          <ac:chgData name="Robert de Groote" userId="2ce5265b-80a0-4fb8-a62a-8035e9b0c45a" providerId="ADAL" clId="{A80E4885-7617-4261-AD60-182D3446E97F}" dt="2025-10-06T06:32:40.740" v="65847"/>
          <ac:spMkLst>
            <pc:docMk/>
            <pc:sldMk cId="1598828328" sldId="275"/>
            <ac:spMk id="32" creationId="{D3C90B76-2EDA-6E5B-3114-9F806F3EB3DA}"/>
          </ac:spMkLst>
        </pc:spChg>
        <pc:spChg chg="mod">
          <ac:chgData name="Robert de Groote" userId="2ce5265b-80a0-4fb8-a62a-8035e9b0c45a" providerId="ADAL" clId="{A80E4885-7617-4261-AD60-182D3446E97F}" dt="2025-10-06T06:32:40.740" v="65847"/>
          <ac:spMkLst>
            <pc:docMk/>
            <pc:sldMk cId="1598828328" sldId="275"/>
            <ac:spMk id="33" creationId="{DE74E394-1735-EFD4-352E-BB5E42D39460}"/>
          </ac:spMkLst>
        </pc:spChg>
        <pc:spChg chg="mod">
          <ac:chgData name="Robert de Groote" userId="2ce5265b-80a0-4fb8-a62a-8035e9b0c45a" providerId="ADAL" clId="{A80E4885-7617-4261-AD60-182D3446E97F}" dt="2025-10-06T06:32:40.740" v="65847"/>
          <ac:spMkLst>
            <pc:docMk/>
            <pc:sldMk cId="1598828328" sldId="275"/>
            <ac:spMk id="34" creationId="{8E60F440-1B4B-5142-2E0E-F22364C87F3B}"/>
          </ac:spMkLst>
        </pc:spChg>
        <pc:spChg chg="mod">
          <ac:chgData name="Robert de Groote" userId="2ce5265b-80a0-4fb8-a62a-8035e9b0c45a" providerId="ADAL" clId="{A80E4885-7617-4261-AD60-182D3446E97F}" dt="2025-10-06T06:32:40.740" v="65847"/>
          <ac:spMkLst>
            <pc:docMk/>
            <pc:sldMk cId="1598828328" sldId="275"/>
            <ac:spMk id="35" creationId="{D9637CE5-A663-8B72-B391-94B143835BB0}"/>
          </ac:spMkLst>
        </pc:spChg>
        <pc:spChg chg="mod">
          <ac:chgData name="Robert de Groote" userId="2ce5265b-80a0-4fb8-a62a-8035e9b0c45a" providerId="ADAL" clId="{A80E4885-7617-4261-AD60-182D3446E97F}" dt="2025-10-06T06:32:40.740" v="65847"/>
          <ac:spMkLst>
            <pc:docMk/>
            <pc:sldMk cId="1598828328" sldId="275"/>
            <ac:spMk id="37" creationId="{FDEA1D74-D5E5-C004-CFAC-EED8E82983B4}"/>
          </ac:spMkLst>
        </pc:spChg>
        <pc:spChg chg="mod">
          <ac:chgData name="Robert de Groote" userId="2ce5265b-80a0-4fb8-a62a-8035e9b0c45a" providerId="ADAL" clId="{A80E4885-7617-4261-AD60-182D3446E97F}" dt="2025-10-06T06:32:40.740" v="65847"/>
          <ac:spMkLst>
            <pc:docMk/>
            <pc:sldMk cId="1598828328" sldId="275"/>
            <ac:spMk id="39" creationId="{B8F53EA7-2870-06AE-3753-A3F0355A84BA}"/>
          </ac:spMkLst>
        </pc:spChg>
        <pc:spChg chg="mod">
          <ac:chgData name="Robert de Groote" userId="2ce5265b-80a0-4fb8-a62a-8035e9b0c45a" providerId="ADAL" clId="{A80E4885-7617-4261-AD60-182D3446E97F}" dt="2025-10-04T08:12:38.894" v="59513" actId="404"/>
          <ac:spMkLst>
            <pc:docMk/>
            <pc:sldMk cId="1598828328" sldId="275"/>
            <ac:spMk id="47" creationId="{CB91037A-F88A-2D85-014F-E2DB29633BAB}"/>
          </ac:spMkLst>
        </pc:spChg>
        <pc:spChg chg="add mod ord">
          <ac:chgData name="Robert de Groote" userId="2ce5265b-80a0-4fb8-a62a-8035e9b0c45a" providerId="ADAL" clId="{A80E4885-7617-4261-AD60-182D3446E97F}" dt="2025-10-04T08:13:22.416" v="60037" actId="164"/>
          <ac:spMkLst>
            <pc:docMk/>
            <pc:sldMk cId="1598828328" sldId="275"/>
            <ac:spMk id="48" creationId="{EF1AA317-2077-8B5C-C3FC-74A273E081B1}"/>
          </ac:spMkLst>
        </pc:spChg>
        <pc:spChg chg="add mod ord">
          <ac:chgData name="Robert de Groote" userId="2ce5265b-80a0-4fb8-a62a-8035e9b0c45a" providerId="ADAL" clId="{A80E4885-7617-4261-AD60-182D3446E97F}" dt="2025-10-04T08:13:20.830" v="60036" actId="164"/>
          <ac:spMkLst>
            <pc:docMk/>
            <pc:sldMk cId="1598828328" sldId="275"/>
            <ac:spMk id="49" creationId="{81260836-24F2-8714-7150-9E4F61B2DE76}"/>
          </ac:spMkLst>
        </pc:spChg>
        <pc:spChg chg="add mod ord">
          <ac:chgData name="Robert de Groote" userId="2ce5265b-80a0-4fb8-a62a-8035e9b0c45a" providerId="ADAL" clId="{A80E4885-7617-4261-AD60-182D3446E97F}" dt="2025-10-04T08:13:19.275" v="60035" actId="164"/>
          <ac:spMkLst>
            <pc:docMk/>
            <pc:sldMk cId="1598828328" sldId="275"/>
            <ac:spMk id="50" creationId="{ED3935B7-3E8E-D52B-B227-512F783D4F54}"/>
          </ac:spMkLst>
        </pc:spChg>
        <pc:spChg chg="add mod ord">
          <ac:chgData name="Robert de Groote" userId="2ce5265b-80a0-4fb8-a62a-8035e9b0c45a" providerId="ADAL" clId="{A80E4885-7617-4261-AD60-182D3446E97F}" dt="2025-10-04T08:12:15.025" v="59503" actId="164"/>
          <ac:spMkLst>
            <pc:docMk/>
            <pc:sldMk cId="1598828328" sldId="275"/>
            <ac:spMk id="56" creationId="{7E7F2E11-6D47-EC83-BA0F-81FD621C93DF}"/>
          </ac:spMkLst>
        </pc:spChg>
        <pc:spChg chg="add mod ord">
          <ac:chgData name="Robert de Groote" userId="2ce5265b-80a0-4fb8-a62a-8035e9b0c45a" providerId="ADAL" clId="{A80E4885-7617-4261-AD60-182D3446E97F}" dt="2025-10-04T08:12:16.932" v="59504" actId="164"/>
          <ac:spMkLst>
            <pc:docMk/>
            <pc:sldMk cId="1598828328" sldId="275"/>
            <ac:spMk id="57" creationId="{CCED7C18-89FC-8BDD-5A25-80C0A1FA0369}"/>
          </ac:spMkLst>
        </pc:spChg>
        <pc:spChg chg="add mod ord">
          <ac:chgData name="Robert de Groote" userId="2ce5265b-80a0-4fb8-a62a-8035e9b0c45a" providerId="ADAL" clId="{A80E4885-7617-4261-AD60-182D3446E97F}" dt="2025-10-04T08:12:18.656" v="59505" actId="164"/>
          <ac:spMkLst>
            <pc:docMk/>
            <pc:sldMk cId="1598828328" sldId="275"/>
            <ac:spMk id="58" creationId="{A9BFCDBD-8410-3202-DA81-BC30133BAFD5}"/>
          </ac:spMkLst>
        </pc:spChg>
        <pc:spChg chg="add mod ord">
          <ac:chgData name="Robert de Groote" userId="2ce5265b-80a0-4fb8-a62a-8035e9b0c45a" providerId="ADAL" clId="{A80E4885-7617-4261-AD60-182D3446E97F}" dt="2025-10-04T08:12:20.623" v="59506" actId="164"/>
          <ac:spMkLst>
            <pc:docMk/>
            <pc:sldMk cId="1598828328" sldId="275"/>
            <ac:spMk id="59" creationId="{568EF183-028C-3338-00DA-CFB0B6B0CE46}"/>
          </ac:spMkLst>
        </pc:spChg>
        <pc:spChg chg="add mod ord">
          <ac:chgData name="Robert de Groote" userId="2ce5265b-80a0-4fb8-a62a-8035e9b0c45a" providerId="ADAL" clId="{A80E4885-7617-4261-AD60-182D3446E97F}" dt="2025-10-04T08:12:22.318" v="59507" actId="164"/>
          <ac:spMkLst>
            <pc:docMk/>
            <pc:sldMk cId="1598828328" sldId="275"/>
            <ac:spMk id="60" creationId="{44DA05CD-D8CC-A557-D74C-B94AB51009D2}"/>
          </ac:spMkLst>
        </pc:spChg>
        <pc:spChg chg="mod">
          <ac:chgData name="Robert de Groote" userId="2ce5265b-80a0-4fb8-a62a-8035e9b0c45a" providerId="ADAL" clId="{A80E4885-7617-4261-AD60-182D3446E97F}" dt="2025-10-06T06:32:40.740" v="65847"/>
          <ac:spMkLst>
            <pc:docMk/>
            <pc:sldMk cId="1598828328" sldId="275"/>
            <ac:spMk id="61" creationId="{EF30A4FB-2800-2ABF-5666-B56A95FB5358}"/>
          </ac:spMkLst>
        </pc:spChg>
        <pc:spChg chg="mod">
          <ac:chgData name="Robert de Groote" userId="2ce5265b-80a0-4fb8-a62a-8035e9b0c45a" providerId="ADAL" clId="{A80E4885-7617-4261-AD60-182D3446E97F}" dt="2025-10-06T06:32:40.740" v="65847"/>
          <ac:spMkLst>
            <pc:docMk/>
            <pc:sldMk cId="1598828328" sldId="275"/>
            <ac:spMk id="65" creationId="{42FDF6E2-DF49-72A4-A465-FF041F98226B}"/>
          </ac:spMkLst>
        </pc:spChg>
        <pc:spChg chg="add mod ord">
          <ac:chgData name="Robert de Groote" userId="2ce5265b-80a0-4fb8-a62a-8035e9b0c45a" providerId="ADAL" clId="{A80E4885-7617-4261-AD60-182D3446E97F}" dt="2025-10-04T08:13:24.269" v="60038" actId="164"/>
          <ac:spMkLst>
            <pc:docMk/>
            <pc:sldMk cId="1598828328" sldId="275"/>
            <ac:spMk id="87" creationId="{F4927122-44AC-5781-CF53-64C2189AE678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58" creationId="{0799523F-7F92-657E-3D83-4749B1D08A35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59" creationId="{E9E0299B-505E-8EDC-3469-866A9A19A6FB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60" creationId="{AC791624-3700-ABC7-E91F-F80F5901357D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61" creationId="{B754036B-373D-DB12-171D-ACFC72E1094E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62" creationId="{76F92EEB-A47A-C133-C862-DA7A17E54EC1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63" creationId="{0D14B3C1-5EB6-BA3F-7CA1-AF7F754946E5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64" creationId="{044EB97E-7FA7-F387-6E5F-11107E021FDF}"/>
          </ac:spMkLst>
        </pc:spChg>
        <pc:spChg chg="add mod">
          <ac:chgData name="Robert de Groote" userId="2ce5265b-80a0-4fb8-a62a-8035e9b0c45a" providerId="ADAL" clId="{A80E4885-7617-4261-AD60-182D3446E97F}" dt="2025-10-04T08:22:10.451" v="60202" actId="113"/>
          <ac:spMkLst>
            <pc:docMk/>
            <pc:sldMk cId="1598828328" sldId="275"/>
            <ac:spMk id="185" creationId="{06E8E4C8-6D1D-0C4D-A695-6B8D36845915}"/>
          </ac:spMkLst>
        </pc:spChg>
        <pc:spChg chg="add mod">
          <ac:chgData name="Robert de Groote" userId="2ce5265b-80a0-4fb8-a62a-8035e9b0c45a" providerId="ADAL" clId="{A80E4885-7617-4261-AD60-182D3446E97F}" dt="2025-10-04T08:22:49.688" v="60260" actId="1076"/>
          <ac:spMkLst>
            <pc:docMk/>
            <pc:sldMk cId="1598828328" sldId="275"/>
            <ac:spMk id="186" creationId="{7A426B41-F80C-6797-523B-23B5C71CA74A}"/>
          </ac:spMkLst>
        </pc:spChg>
        <pc:spChg chg="add mod">
          <ac:chgData name="Robert de Groote" userId="2ce5265b-80a0-4fb8-a62a-8035e9b0c45a" providerId="ADAL" clId="{A80E4885-7617-4261-AD60-182D3446E97F}" dt="2025-10-04T08:22:44.585" v="60259" actId="1076"/>
          <ac:spMkLst>
            <pc:docMk/>
            <pc:sldMk cId="1598828328" sldId="275"/>
            <ac:spMk id="187" creationId="{39E9A405-BFB7-ECA6-F3D1-EBC23CCB4031}"/>
          </ac:spMkLst>
        </pc:spChg>
        <pc:grpChg chg="add del mod">
          <ac:chgData name="Robert de Groote" userId="2ce5265b-80a0-4fb8-a62a-8035e9b0c45a" providerId="ADAL" clId="{A80E4885-7617-4261-AD60-182D3446E97F}" dt="2025-10-06T06:33:03.932" v="65855" actId="478"/>
          <ac:grpSpMkLst>
            <pc:docMk/>
            <pc:sldMk cId="1598828328" sldId="275"/>
            <ac:grpSpMk id="4" creationId="{EBA27BF7-2D12-E831-B9F7-807942493862}"/>
          </ac:grpSpMkLst>
        </pc:grpChg>
        <pc:grpChg chg="del mod">
          <ac:chgData name="Robert de Groote" userId="2ce5265b-80a0-4fb8-a62a-8035e9b0c45a" providerId="ADAL" clId="{A80E4885-7617-4261-AD60-182D3446E97F}" dt="2025-10-06T06:33:06.021" v="65856" actId="478"/>
          <ac:grpSpMkLst>
            <pc:docMk/>
            <pc:sldMk cId="1598828328" sldId="275"/>
            <ac:grpSpMk id="9" creationId="{1363A378-979B-6F7B-7D54-D3EC32C8D942}"/>
          </ac:grpSpMkLst>
        </pc:grpChg>
        <pc:grpChg chg="add mod">
          <ac:chgData name="Robert de Groote" userId="2ce5265b-80a0-4fb8-a62a-8035e9b0c45a" providerId="ADAL" clId="{A80E4885-7617-4261-AD60-182D3446E97F}" dt="2025-10-06T06:30:00.156" v="65829" actId="164"/>
          <ac:grpSpMkLst>
            <pc:docMk/>
            <pc:sldMk cId="1598828328" sldId="275"/>
            <ac:grpSpMk id="41" creationId="{944D9879-85BC-2C1B-2907-3693857CAF7C}"/>
          </ac:grpSpMkLst>
        </pc:grpChg>
        <pc:grpChg chg="add mod">
          <ac:chgData name="Robert de Groote" userId="2ce5265b-80a0-4fb8-a62a-8035e9b0c45a" providerId="ADAL" clId="{A80E4885-7617-4261-AD60-182D3446E97F}" dt="2025-10-06T06:30:00.156" v="65829" actId="164"/>
          <ac:grpSpMkLst>
            <pc:docMk/>
            <pc:sldMk cId="1598828328" sldId="275"/>
            <ac:grpSpMk id="42" creationId="{9D4BD514-310E-D2CD-BB2A-0414E7A5781B}"/>
          </ac:grpSpMkLst>
        </pc:grpChg>
        <pc:grpChg chg="add mod">
          <ac:chgData name="Robert de Groote" userId="2ce5265b-80a0-4fb8-a62a-8035e9b0c45a" providerId="ADAL" clId="{A80E4885-7617-4261-AD60-182D3446E97F}" dt="2025-10-06T06:30:00.156" v="65829" actId="164"/>
          <ac:grpSpMkLst>
            <pc:docMk/>
            <pc:sldMk cId="1598828328" sldId="275"/>
            <ac:grpSpMk id="43" creationId="{14FD2E3A-EB04-FD4A-B369-E49E24EB5D77}"/>
          </ac:grpSpMkLst>
        </pc:grpChg>
        <pc:grpChg chg="add mod">
          <ac:chgData name="Robert de Groote" userId="2ce5265b-80a0-4fb8-a62a-8035e9b0c45a" providerId="ADAL" clId="{A80E4885-7617-4261-AD60-182D3446E97F}" dt="2025-10-06T06:30:00.156" v="65829" actId="164"/>
          <ac:grpSpMkLst>
            <pc:docMk/>
            <pc:sldMk cId="1598828328" sldId="275"/>
            <ac:grpSpMk id="44" creationId="{5732DCEC-538C-C621-4573-51CE7CBA7B2C}"/>
          </ac:grpSpMkLst>
        </pc:grpChg>
        <pc:grpChg chg="add mod">
          <ac:chgData name="Robert de Groote" userId="2ce5265b-80a0-4fb8-a62a-8035e9b0c45a" providerId="ADAL" clId="{A80E4885-7617-4261-AD60-182D3446E97F}" dt="2025-10-06T06:30:00.156" v="65829" actId="164"/>
          <ac:grpSpMkLst>
            <pc:docMk/>
            <pc:sldMk cId="1598828328" sldId="275"/>
            <ac:grpSpMk id="45" creationId="{BD95AFAE-2ADF-1D4F-2553-E841508DFDCA}"/>
          </ac:grpSpMkLst>
        </pc:grpChg>
        <pc:grpChg chg="add mod">
          <ac:chgData name="Robert de Groote" userId="2ce5265b-80a0-4fb8-a62a-8035e9b0c45a" providerId="ADAL" clId="{A80E4885-7617-4261-AD60-182D3446E97F}" dt="2025-10-04T08:15:26.368" v="60078" actId="1076"/>
          <ac:grpSpMkLst>
            <pc:docMk/>
            <pc:sldMk cId="1598828328" sldId="275"/>
            <ac:grpSpMk id="81" creationId="{8D981586-A4A4-0055-ABF4-83F5C9EAC863}"/>
          </ac:grpSpMkLst>
        </pc:grpChg>
        <pc:grpChg chg="add mod">
          <ac:chgData name="Robert de Groote" userId="2ce5265b-80a0-4fb8-a62a-8035e9b0c45a" providerId="ADAL" clId="{A80E4885-7617-4261-AD60-182D3446E97F}" dt="2025-10-04T08:15:32.034" v="60081" actId="1076"/>
          <ac:grpSpMkLst>
            <pc:docMk/>
            <pc:sldMk cId="1598828328" sldId="275"/>
            <ac:grpSpMk id="82" creationId="{CF1211FA-F675-15BC-4889-214A181C32F5}"/>
          </ac:grpSpMkLst>
        </pc:grpChg>
        <pc:grpChg chg="add mod">
          <ac:chgData name="Robert de Groote" userId="2ce5265b-80a0-4fb8-a62a-8035e9b0c45a" providerId="ADAL" clId="{A80E4885-7617-4261-AD60-182D3446E97F}" dt="2025-10-04T08:15:41.331" v="60083" actId="1076"/>
          <ac:grpSpMkLst>
            <pc:docMk/>
            <pc:sldMk cId="1598828328" sldId="275"/>
            <ac:grpSpMk id="83" creationId="{1EEB3123-F199-61F0-7C01-AB5E4689BB9D}"/>
          </ac:grpSpMkLst>
        </pc:grpChg>
        <pc:grpChg chg="add mod">
          <ac:chgData name="Robert de Groote" userId="2ce5265b-80a0-4fb8-a62a-8035e9b0c45a" providerId="ADAL" clId="{A80E4885-7617-4261-AD60-182D3446E97F}" dt="2025-10-04T08:19:50.317" v="60141" actId="164"/>
          <ac:grpSpMkLst>
            <pc:docMk/>
            <pc:sldMk cId="1598828328" sldId="275"/>
            <ac:grpSpMk id="84" creationId="{D91C3B84-7E16-D1D3-C019-57CA0274D588}"/>
          </ac:grpSpMkLst>
        </pc:grpChg>
        <pc:grpChg chg="add mod">
          <ac:chgData name="Robert de Groote" userId="2ce5265b-80a0-4fb8-a62a-8035e9b0c45a" providerId="ADAL" clId="{A80E4885-7617-4261-AD60-182D3446E97F}" dt="2025-10-04T08:19:50.317" v="60141" actId="164"/>
          <ac:grpSpMkLst>
            <pc:docMk/>
            <pc:sldMk cId="1598828328" sldId="275"/>
            <ac:grpSpMk id="85" creationId="{03603B25-18C5-5D29-A9D7-905045D4A256}"/>
          </ac:grpSpMkLst>
        </pc:grpChg>
        <pc:grpChg chg="add mod">
          <ac:chgData name="Robert de Groote" userId="2ce5265b-80a0-4fb8-a62a-8035e9b0c45a" providerId="ADAL" clId="{A80E4885-7617-4261-AD60-182D3446E97F}" dt="2025-10-04T08:21:11.602" v="60169" actId="164"/>
          <ac:grpSpMkLst>
            <pc:docMk/>
            <pc:sldMk cId="1598828328" sldId="275"/>
            <ac:grpSpMk id="104" creationId="{884F9B7E-EC9B-C137-E735-5A92FC21B057}"/>
          </ac:grpSpMkLst>
        </pc:grpChg>
        <pc:grpChg chg="add mod">
          <ac:chgData name="Robert de Groote" userId="2ce5265b-80a0-4fb8-a62a-8035e9b0c45a" providerId="ADAL" clId="{A80E4885-7617-4261-AD60-182D3446E97F}" dt="2025-10-04T08:21:11.602" v="60169" actId="164"/>
          <ac:grpSpMkLst>
            <pc:docMk/>
            <pc:sldMk cId="1598828328" sldId="275"/>
            <ac:grpSpMk id="105" creationId="{509BEC75-A729-14ED-762F-700577B522DB}"/>
          </ac:grpSpMkLst>
        </pc:grpChg>
        <pc:grpChg chg="add mod">
          <ac:chgData name="Robert de Groote" userId="2ce5265b-80a0-4fb8-a62a-8035e9b0c45a" providerId="ADAL" clId="{A80E4885-7617-4261-AD60-182D3446E97F}" dt="2025-10-04T08:21:11.602" v="60169" actId="164"/>
          <ac:grpSpMkLst>
            <pc:docMk/>
            <pc:sldMk cId="1598828328" sldId="275"/>
            <ac:grpSpMk id="106" creationId="{DADE1927-B8D8-8976-EEE3-B31C6C4E9F9E}"/>
          </ac:grpSpMkLst>
        </pc:grpChg>
        <pc:grpChg chg="add mod">
          <ac:chgData name="Robert de Groote" userId="2ce5265b-80a0-4fb8-a62a-8035e9b0c45a" providerId="ADAL" clId="{A80E4885-7617-4261-AD60-182D3446E97F}" dt="2025-10-04T08:21:11.602" v="60169" actId="164"/>
          <ac:grpSpMkLst>
            <pc:docMk/>
            <pc:sldMk cId="1598828328" sldId="275"/>
            <ac:grpSpMk id="107" creationId="{437D4525-1BD2-D09B-3EDA-AFBC81759564}"/>
          </ac:grpSpMkLst>
        </pc:grpChg>
        <pc:grpChg chg="add mod">
          <ac:chgData name="Robert de Groote" userId="2ce5265b-80a0-4fb8-a62a-8035e9b0c45a" providerId="ADAL" clId="{A80E4885-7617-4261-AD60-182D3446E97F}" dt="2025-10-04T08:19:58.117" v="60142" actId="1076"/>
          <ac:grpSpMkLst>
            <pc:docMk/>
            <pc:sldMk cId="1598828328" sldId="275"/>
            <ac:grpSpMk id="165" creationId="{BBFAA019-A967-CA70-5CBB-AFB619AD1DD9}"/>
          </ac:grpSpMkLst>
        </pc:grpChg>
        <pc:grpChg chg="add mod">
          <ac:chgData name="Robert de Groote" userId="2ce5265b-80a0-4fb8-a62a-8035e9b0c45a" providerId="ADAL" clId="{A80E4885-7617-4261-AD60-182D3446E97F}" dt="2025-10-04T08:21:13.510" v="60170" actId="1076"/>
          <ac:grpSpMkLst>
            <pc:docMk/>
            <pc:sldMk cId="1598828328" sldId="275"/>
            <ac:grpSpMk id="184" creationId="{D495E1C0-648B-DE8B-8C25-768199EA7263}"/>
          </ac:grpSpMkLst>
        </pc:grpChg>
        <pc:picChg chg="add mod ord">
          <ac:chgData name="Robert de Groote" userId="2ce5265b-80a0-4fb8-a62a-8035e9b0c45a" providerId="ADAL" clId="{A80E4885-7617-4261-AD60-182D3446E97F}" dt="2025-10-04T08:09:04.468" v="58851" actId="164"/>
          <ac:picMkLst>
            <pc:docMk/>
            <pc:sldMk cId="1598828328" sldId="275"/>
            <ac:picMk id="5" creationId="{B2FB8113-52D8-C9EF-8B4C-3E33BDD41DFC}"/>
          </ac:picMkLst>
        </pc:picChg>
        <pc:picChg chg="add mod ord">
          <ac:chgData name="Robert de Groote" userId="2ce5265b-80a0-4fb8-a62a-8035e9b0c45a" providerId="ADAL" clId="{A80E4885-7617-4261-AD60-182D3446E97F}" dt="2025-10-04T08:09:06.219" v="58852" actId="164"/>
          <ac:picMkLst>
            <pc:docMk/>
            <pc:sldMk cId="1598828328" sldId="275"/>
            <ac:picMk id="6" creationId="{886C1C62-123B-9C31-2815-5CBA50F1BEEE}"/>
          </ac:picMkLst>
        </pc:picChg>
        <pc:picChg chg="add mod ord">
          <ac:chgData name="Robert de Groote" userId="2ce5265b-80a0-4fb8-a62a-8035e9b0c45a" providerId="ADAL" clId="{A80E4885-7617-4261-AD60-182D3446E97F}" dt="2025-10-04T08:09:09.676" v="58854" actId="164"/>
          <ac:picMkLst>
            <pc:docMk/>
            <pc:sldMk cId="1598828328" sldId="275"/>
            <ac:picMk id="7" creationId="{22D0827C-A988-DE05-9E6F-B31F8FCA9B4D}"/>
          </ac:picMkLst>
        </pc:picChg>
        <pc:picChg chg="add mod ord">
          <ac:chgData name="Robert de Groote" userId="2ce5265b-80a0-4fb8-a62a-8035e9b0c45a" providerId="ADAL" clId="{A80E4885-7617-4261-AD60-182D3446E97F}" dt="2025-10-04T08:09:08.115" v="58853" actId="164"/>
          <ac:picMkLst>
            <pc:docMk/>
            <pc:sldMk cId="1598828328" sldId="275"/>
            <ac:picMk id="8" creationId="{6F445222-A90A-14D2-D8AD-D16211D9DBB7}"/>
          </ac:picMkLst>
        </pc:picChg>
        <pc:picChg chg="add mod ord">
          <ac:chgData name="Robert de Groote" userId="2ce5265b-80a0-4fb8-a62a-8035e9b0c45a" providerId="ADAL" clId="{A80E4885-7617-4261-AD60-182D3446E97F}" dt="2025-10-04T08:13:22.416" v="60037" actId="164"/>
          <ac:picMkLst>
            <pc:docMk/>
            <pc:sldMk cId="1598828328" sldId="275"/>
            <ac:picMk id="10" creationId="{BD2D0C98-3F48-BD9C-1717-8AA2AEC1280E}"/>
          </ac:picMkLst>
        </pc:picChg>
        <pc:picChg chg="add mod ord">
          <ac:chgData name="Robert de Groote" userId="2ce5265b-80a0-4fb8-a62a-8035e9b0c45a" providerId="ADAL" clId="{A80E4885-7617-4261-AD60-182D3446E97F}" dt="2025-10-04T08:13:19.275" v="60035" actId="164"/>
          <ac:picMkLst>
            <pc:docMk/>
            <pc:sldMk cId="1598828328" sldId="275"/>
            <ac:picMk id="12" creationId="{0E82B886-25D0-0D7C-084C-7795B68E3A42}"/>
          </ac:picMkLst>
        </pc:picChg>
        <pc:picChg chg="add mod ord">
          <ac:chgData name="Robert de Groote" userId="2ce5265b-80a0-4fb8-a62a-8035e9b0c45a" providerId="ADAL" clId="{A80E4885-7617-4261-AD60-182D3446E97F}" dt="2025-10-04T08:12:20.623" v="59506" actId="164"/>
          <ac:picMkLst>
            <pc:docMk/>
            <pc:sldMk cId="1598828328" sldId="275"/>
            <ac:picMk id="16" creationId="{6AB6D0FF-6C89-FC57-D72C-B94C703FB072}"/>
          </ac:picMkLst>
        </pc:picChg>
        <pc:picChg chg="mod">
          <ac:chgData name="Robert de Groote" userId="2ce5265b-80a0-4fb8-a62a-8035e9b0c45a" providerId="ADAL" clId="{A80E4885-7617-4261-AD60-182D3446E97F}" dt="2025-10-04T08:09:10.950" v="58855"/>
          <ac:picMkLst>
            <pc:docMk/>
            <pc:sldMk cId="1598828328" sldId="275"/>
            <ac:picMk id="46" creationId="{8D799C40-BB0C-EA7E-4047-530041031881}"/>
          </ac:picMkLst>
        </pc:picChg>
        <pc:picChg chg="add mod ord">
          <ac:chgData name="Robert de Groote" userId="2ce5265b-80a0-4fb8-a62a-8035e9b0c45a" providerId="ADAL" clId="{A80E4885-7617-4261-AD60-182D3446E97F}" dt="2025-10-04T08:13:20.830" v="60036" actId="164"/>
          <ac:picMkLst>
            <pc:docMk/>
            <pc:sldMk cId="1598828328" sldId="275"/>
            <ac:picMk id="51" creationId="{5462BAA0-DEE2-1B01-3AE6-EF1975174DCA}"/>
          </ac:picMkLst>
        </pc:picChg>
        <pc:picChg chg="add mod ord">
          <ac:chgData name="Robert de Groote" userId="2ce5265b-80a0-4fb8-a62a-8035e9b0c45a" providerId="ADAL" clId="{A80E4885-7617-4261-AD60-182D3446E97F}" dt="2025-10-04T08:12:16.932" v="59504" actId="164"/>
          <ac:picMkLst>
            <pc:docMk/>
            <pc:sldMk cId="1598828328" sldId="275"/>
            <ac:picMk id="52" creationId="{AA530C31-4BF6-5CE6-CF74-B2C551961158}"/>
          </ac:picMkLst>
        </pc:picChg>
        <pc:picChg chg="add mod ord">
          <ac:chgData name="Robert de Groote" userId="2ce5265b-80a0-4fb8-a62a-8035e9b0c45a" providerId="ADAL" clId="{A80E4885-7617-4261-AD60-182D3446E97F}" dt="2025-10-04T08:12:18.656" v="59505" actId="164"/>
          <ac:picMkLst>
            <pc:docMk/>
            <pc:sldMk cId="1598828328" sldId="275"/>
            <ac:picMk id="53" creationId="{BEFB320A-11BB-B16C-8397-A570122DE4C3}"/>
          </ac:picMkLst>
        </pc:picChg>
        <pc:picChg chg="add mod ord">
          <ac:chgData name="Robert de Groote" userId="2ce5265b-80a0-4fb8-a62a-8035e9b0c45a" providerId="ADAL" clId="{A80E4885-7617-4261-AD60-182D3446E97F}" dt="2025-10-04T08:12:15.025" v="59503" actId="164"/>
          <ac:picMkLst>
            <pc:docMk/>
            <pc:sldMk cId="1598828328" sldId="275"/>
            <ac:picMk id="54" creationId="{88FFB1FA-BC75-853B-C5B8-B6B75D2FC0AA}"/>
          </ac:picMkLst>
        </pc:picChg>
        <pc:picChg chg="add mod ord">
          <ac:chgData name="Robert de Groote" userId="2ce5265b-80a0-4fb8-a62a-8035e9b0c45a" providerId="ADAL" clId="{A80E4885-7617-4261-AD60-182D3446E97F}" dt="2025-10-04T08:12:22.318" v="59507" actId="164"/>
          <ac:picMkLst>
            <pc:docMk/>
            <pc:sldMk cId="1598828328" sldId="275"/>
            <ac:picMk id="55" creationId="{0B36BB26-2691-1C9C-19C5-C0B439CD824B}"/>
          </ac:picMkLst>
        </pc:picChg>
        <pc:picChg chg="add mod ord">
          <ac:chgData name="Robert de Groote" userId="2ce5265b-80a0-4fb8-a62a-8035e9b0c45a" providerId="ADAL" clId="{A80E4885-7617-4261-AD60-182D3446E97F}" dt="2025-10-04T08:13:24.269" v="60038" actId="164"/>
          <ac:picMkLst>
            <pc:docMk/>
            <pc:sldMk cId="1598828328" sldId="275"/>
            <ac:picMk id="86" creationId="{ED1E8C67-3D26-FF7D-ECB3-F8DF2A20C21A}"/>
          </ac:picMkLst>
        </pc:picChg>
        <pc:cxnChg chg="mod">
          <ac:chgData name="Robert de Groote" userId="2ce5265b-80a0-4fb8-a62a-8035e9b0c45a" providerId="ADAL" clId="{A80E4885-7617-4261-AD60-182D3446E97F}" dt="2025-10-06T06:33:06.021" v="65856" actId="478"/>
          <ac:cxnSpMkLst>
            <pc:docMk/>
            <pc:sldMk cId="1598828328" sldId="275"/>
            <ac:cxnSpMk id="21" creationId="{2F660668-BB0B-7F63-B06D-BEB92F4E0E9A}"/>
          </ac:cxnSpMkLst>
        </pc:cxnChg>
        <pc:cxnChg chg="mod">
          <ac:chgData name="Robert de Groote" userId="2ce5265b-80a0-4fb8-a62a-8035e9b0c45a" providerId="ADAL" clId="{A80E4885-7617-4261-AD60-182D3446E97F}" dt="2025-10-06T06:33:06.021" v="65856" actId="478"/>
          <ac:cxnSpMkLst>
            <pc:docMk/>
            <pc:sldMk cId="1598828328" sldId="275"/>
            <ac:cxnSpMk id="26" creationId="{B522E3EE-A161-4CCF-568A-E6E111CD43E5}"/>
          </ac:cxnSpMkLst>
        </pc:cxnChg>
        <pc:cxnChg chg="mod">
          <ac:chgData name="Robert de Groote" userId="2ce5265b-80a0-4fb8-a62a-8035e9b0c45a" providerId="ADAL" clId="{A80E4885-7617-4261-AD60-182D3446E97F}" dt="2025-10-06T06:33:06.021" v="65856" actId="478"/>
          <ac:cxnSpMkLst>
            <pc:docMk/>
            <pc:sldMk cId="1598828328" sldId="275"/>
            <ac:cxnSpMk id="27" creationId="{EB3FDFDE-680D-9935-3262-FA781EE48EF0}"/>
          </ac:cxnSpMkLst>
        </pc:cxnChg>
        <pc:cxnChg chg="add mod">
          <ac:chgData name="Robert de Groote" userId="2ce5265b-80a0-4fb8-a62a-8035e9b0c45a" providerId="ADAL" clId="{A80E4885-7617-4261-AD60-182D3446E97F}" dt="2025-10-06T06:30:00.156" v="65829" actId="164"/>
          <ac:cxnSpMkLst>
            <pc:docMk/>
            <pc:sldMk cId="1598828328" sldId="275"/>
            <ac:cxnSpMk id="109" creationId="{A73DBB0F-E044-A847-1F03-80918030CD2C}"/>
          </ac:cxnSpMkLst>
        </pc:cxnChg>
        <pc:cxnChg chg="add mod">
          <ac:chgData name="Robert de Groote" userId="2ce5265b-80a0-4fb8-a62a-8035e9b0c45a" providerId="ADAL" clId="{A80E4885-7617-4261-AD60-182D3446E97F}" dt="2025-10-06T06:33:03.932" v="65855" actId="478"/>
          <ac:cxnSpMkLst>
            <pc:docMk/>
            <pc:sldMk cId="1598828328" sldId="275"/>
            <ac:cxnSpMk id="112" creationId="{21722865-3A2A-08E0-4371-BC45222E27A0}"/>
          </ac:cxnSpMkLst>
        </pc:cxnChg>
        <pc:cxnChg chg="add mod">
          <ac:chgData name="Robert de Groote" userId="2ce5265b-80a0-4fb8-a62a-8035e9b0c45a" providerId="ADAL" clId="{A80E4885-7617-4261-AD60-182D3446E97F}" dt="2025-10-04T08:13:55.822" v="60051" actId="14100"/>
          <ac:cxnSpMkLst>
            <pc:docMk/>
            <pc:sldMk cId="1598828328" sldId="275"/>
            <ac:cxnSpMk id="115" creationId="{91CB0BD3-3B16-AB7A-7BCF-CDAF82D5E3ED}"/>
          </ac:cxnSpMkLst>
        </pc:cxnChg>
        <pc:cxnChg chg="add mod">
          <ac:chgData name="Robert de Groote" userId="2ce5265b-80a0-4fb8-a62a-8035e9b0c45a" providerId="ADAL" clId="{A80E4885-7617-4261-AD60-182D3446E97F}" dt="2025-10-06T06:33:03.932" v="65855" actId="478"/>
          <ac:cxnSpMkLst>
            <pc:docMk/>
            <pc:sldMk cId="1598828328" sldId="275"/>
            <ac:cxnSpMk id="119" creationId="{17984C58-762F-FD59-6A77-E84583228CAB}"/>
          </ac:cxnSpMkLst>
        </pc:cxnChg>
        <pc:cxnChg chg="add mod">
          <ac:chgData name="Robert de Groote" userId="2ce5265b-80a0-4fb8-a62a-8035e9b0c45a" providerId="ADAL" clId="{A80E4885-7617-4261-AD60-182D3446E97F}" dt="2025-10-06T06:33:03.932" v="65855" actId="478"/>
          <ac:cxnSpMkLst>
            <pc:docMk/>
            <pc:sldMk cId="1598828328" sldId="275"/>
            <ac:cxnSpMk id="124" creationId="{7071E789-90A9-83CA-C92B-CF2966F8AE5B}"/>
          </ac:cxnSpMkLst>
        </pc:cxnChg>
        <pc:cxnChg chg="add mod">
          <ac:chgData name="Robert de Groote" userId="2ce5265b-80a0-4fb8-a62a-8035e9b0c45a" providerId="ADAL" clId="{A80E4885-7617-4261-AD60-182D3446E97F}" dt="2025-10-06T06:33:03.932" v="65855" actId="478"/>
          <ac:cxnSpMkLst>
            <pc:docMk/>
            <pc:sldMk cId="1598828328" sldId="275"/>
            <ac:cxnSpMk id="127" creationId="{932601C1-E8B2-7D04-85B5-16FDC091ACA1}"/>
          </ac:cxnSpMkLst>
        </pc:cxnChg>
        <pc:cxnChg chg="add mod">
          <ac:chgData name="Robert de Groote" userId="2ce5265b-80a0-4fb8-a62a-8035e9b0c45a" providerId="ADAL" clId="{A80E4885-7617-4261-AD60-182D3446E97F}" dt="2025-10-06T06:33:03.932" v="65855" actId="478"/>
          <ac:cxnSpMkLst>
            <pc:docMk/>
            <pc:sldMk cId="1598828328" sldId="275"/>
            <ac:cxnSpMk id="131" creationId="{C96F78F3-0932-4B3A-F091-3B95B4F6CCB9}"/>
          </ac:cxnSpMkLst>
        </pc:cxnChg>
        <pc:cxnChg chg="add mod">
          <ac:chgData name="Robert de Groote" userId="2ce5265b-80a0-4fb8-a62a-8035e9b0c45a" providerId="ADAL" clId="{A80E4885-7617-4261-AD60-182D3446E97F}" dt="2025-10-04T08:15:58.549" v="60086" actId="1582"/>
          <ac:cxnSpMkLst>
            <pc:docMk/>
            <pc:sldMk cId="1598828328" sldId="275"/>
            <ac:cxnSpMk id="137" creationId="{1C128283-BA24-1FA0-7FE0-53FAB38F2CEA}"/>
          </ac:cxnSpMkLst>
        </pc:cxnChg>
        <pc:cxnChg chg="add mod">
          <ac:chgData name="Robert de Groote" userId="2ce5265b-80a0-4fb8-a62a-8035e9b0c45a" providerId="ADAL" clId="{A80E4885-7617-4261-AD60-182D3446E97F}" dt="2025-10-04T08:16:04.534" v="60089" actId="14100"/>
          <ac:cxnSpMkLst>
            <pc:docMk/>
            <pc:sldMk cId="1598828328" sldId="275"/>
            <ac:cxnSpMk id="138" creationId="{20FE4D84-C650-922E-EB57-0CAEF7F93592}"/>
          </ac:cxnSpMkLst>
        </pc:cxnChg>
        <pc:cxnChg chg="add mod">
          <ac:chgData name="Robert de Groote" userId="2ce5265b-80a0-4fb8-a62a-8035e9b0c45a" providerId="ADAL" clId="{A80E4885-7617-4261-AD60-182D3446E97F}" dt="2025-10-04T08:16:11.122" v="60092" actId="14100"/>
          <ac:cxnSpMkLst>
            <pc:docMk/>
            <pc:sldMk cId="1598828328" sldId="275"/>
            <ac:cxnSpMk id="141" creationId="{0CF406EE-8C72-749F-80BF-65856EDECE1E}"/>
          </ac:cxnSpMkLst>
        </pc:cxnChg>
        <pc:cxnChg chg="add mod">
          <ac:chgData name="Robert de Groote" userId="2ce5265b-80a0-4fb8-a62a-8035e9b0c45a" providerId="ADAL" clId="{A80E4885-7617-4261-AD60-182D3446E97F}" dt="2025-10-04T08:16:20.549" v="60096" actId="14100"/>
          <ac:cxnSpMkLst>
            <pc:docMk/>
            <pc:sldMk cId="1598828328" sldId="275"/>
            <ac:cxnSpMk id="144" creationId="{DFC120C1-FCB5-6A96-8BD6-A232DC3B40A8}"/>
          </ac:cxnSpMkLst>
        </pc:cxnChg>
        <pc:cxnChg chg="add mod">
          <ac:chgData name="Robert de Groote" userId="2ce5265b-80a0-4fb8-a62a-8035e9b0c45a" providerId="ADAL" clId="{A80E4885-7617-4261-AD60-182D3446E97F}" dt="2025-10-04T08:16:26.699" v="60100" actId="14100"/>
          <ac:cxnSpMkLst>
            <pc:docMk/>
            <pc:sldMk cId="1598828328" sldId="275"/>
            <ac:cxnSpMk id="148" creationId="{9FB4DDD1-B722-580F-91AE-AA512D785078}"/>
          </ac:cxnSpMkLst>
        </pc:cxnChg>
        <pc:cxnChg chg="add mod">
          <ac:chgData name="Robert de Groote" userId="2ce5265b-80a0-4fb8-a62a-8035e9b0c45a" providerId="ADAL" clId="{A80E4885-7617-4261-AD60-182D3446E97F}" dt="2025-10-04T08:16:30.939" v="60103" actId="14100"/>
          <ac:cxnSpMkLst>
            <pc:docMk/>
            <pc:sldMk cId="1598828328" sldId="275"/>
            <ac:cxnSpMk id="152" creationId="{46523764-70F2-57B0-51E0-6AF920FD65AB}"/>
          </ac:cxnSpMkLst>
        </pc:cxnChg>
        <pc:cxnChg chg="add mod">
          <ac:chgData name="Robert de Groote" userId="2ce5265b-80a0-4fb8-a62a-8035e9b0c45a" providerId="ADAL" clId="{A80E4885-7617-4261-AD60-182D3446E97F}" dt="2025-10-04T08:16:38.521" v="60106" actId="14100"/>
          <ac:cxnSpMkLst>
            <pc:docMk/>
            <pc:sldMk cId="1598828328" sldId="275"/>
            <ac:cxnSpMk id="155" creationId="{996DDF87-082A-873C-AA30-FB17C453712B}"/>
          </ac:cxnSpMkLst>
        </pc:cxnChg>
        <pc:cxnChg chg="add mod">
          <ac:chgData name="Robert de Groote" userId="2ce5265b-80a0-4fb8-a62a-8035e9b0c45a" providerId="ADAL" clId="{A80E4885-7617-4261-AD60-182D3446E97F}" dt="2025-10-04T08:21:11.602" v="60169" actId="164"/>
          <ac:cxnSpMkLst>
            <pc:docMk/>
            <pc:sldMk cId="1598828328" sldId="275"/>
            <ac:cxnSpMk id="167" creationId="{E4897474-A39E-FFD4-4577-358C1EA9CAFE}"/>
          </ac:cxnSpMkLst>
        </pc:cxnChg>
        <pc:cxnChg chg="add mod">
          <ac:chgData name="Robert de Groote" userId="2ce5265b-80a0-4fb8-a62a-8035e9b0c45a" providerId="ADAL" clId="{A80E4885-7617-4261-AD60-182D3446E97F}" dt="2025-10-04T08:21:11.602" v="60169" actId="164"/>
          <ac:cxnSpMkLst>
            <pc:docMk/>
            <pc:sldMk cId="1598828328" sldId="275"/>
            <ac:cxnSpMk id="170" creationId="{EB07205E-C5F9-9015-75DA-428D9F9CCD5E}"/>
          </ac:cxnSpMkLst>
        </pc:cxnChg>
        <pc:cxnChg chg="add mod">
          <ac:chgData name="Robert de Groote" userId="2ce5265b-80a0-4fb8-a62a-8035e9b0c45a" providerId="ADAL" clId="{A80E4885-7617-4261-AD60-182D3446E97F}" dt="2025-10-04T08:21:11.602" v="60169" actId="164"/>
          <ac:cxnSpMkLst>
            <pc:docMk/>
            <pc:sldMk cId="1598828328" sldId="275"/>
            <ac:cxnSpMk id="173" creationId="{C9FB35B2-71F5-088D-F6FD-CFED9D647270}"/>
          </ac:cxnSpMkLst>
        </pc:cxnChg>
        <pc:cxnChg chg="add mod">
          <ac:chgData name="Robert de Groote" userId="2ce5265b-80a0-4fb8-a62a-8035e9b0c45a" providerId="ADAL" clId="{A80E4885-7617-4261-AD60-182D3446E97F}" dt="2025-10-04T08:21:11.602" v="60169" actId="164"/>
          <ac:cxnSpMkLst>
            <pc:docMk/>
            <pc:sldMk cId="1598828328" sldId="275"/>
            <ac:cxnSpMk id="178" creationId="{C74CE19A-D9EF-D811-AE5B-A790196C133B}"/>
          </ac:cxnSpMkLst>
        </pc:cxnChg>
        <pc:cxnChg chg="add mod">
          <ac:chgData name="Robert de Groote" userId="2ce5265b-80a0-4fb8-a62a-8035e9b0c45a" providerId="ADAL" clId="{A80E4885-7617-4261-AD60-182D3446E97F}" dt="2025-10-04T08:21:11.602" v="60169" actId="164"/>
          <ac:cxnSpMkLst>
            <pc:docMk/>
            <pc:sldMk cId="1598828328" sldId="275"/>
            <ac:cxnSpMk id="181" creationId="{20B1F280-ABD2-50F8-EDA6-DBC31607F064}"/>
          </ac:cxnSpMkLst>
        </pc:cxnChg>
      </pc:sldChg>
      <pc:sldChg chg="del">
        <pc:chgData name="Robert de Groote" userId="2ce5265b-80a0-4fb8-a62a-8035e9b0c45a" providerId="ADAL" clId="{A80E4885-7617-4261-AD60-182D3446E97F}" dt="2025-09-30T14:15:43.782" v="4387" actId="47"/>
        <pc:sldMkLst>
          <pc:docMk/>
          <pc:sldMk cId="1033322806" sldId="297"/>
        </pc:sldMkLst>
      </pc:sldChg>
      <pc:sldChg chg="del">
        <pc:chgData name="Robert de Groote" userId="2ce5265b-80a0-4fb8-a62a-8035e9b0c45a" providerId="ADAL" clId="{A80E4885-7617-4261-AD60-182D3446E97F}" dt="2025-09-30T14:15:43.158" v="4386" actId="47"/>
        <pc:sldMkLst>
          <pc:docMk/>
          <pc:sldMk cId="881715533" sldId="300"/>
        </pc:sldMkLst>
      </pc:sldChg>
      <pc:sldChg chg="del">
        <pc:chgData name="Robert de Groote" userId="2ce5265b-80a0-4fb8-a62a-8035e9b0c45a" providerId="ADAL" clId="{A80E4885-7617-4261-AD60-182D3446E97F}" dt="2025-09-30T09:14:57.088" v="588" actId="47"/>
        <pc:sldMkLst>
          <pc:docMk/>
          <pc:sldMk cId="117013265" sldId="303"/>
        </pc:sldMkLst>
      </pc:sldChg>
      <pc:sldChg chg="del">
        <pc:chgData name="Robert de Groote" userId="2ce5265b-80a0-4fb8-a62a-8035e9b0c45a" providerId="ADAL" clId="{A80E4885-7617-4261-AD60-182D3446E97F}" dt="2025-09-30T09:15:13.120" v="599" actId="47"/>
        <pc:sldMkLst>
          <pc:docMk/>
          <pc:sldMk cId="2632828224" sldId="304"/>
        </pc:sldMkLst>
      </pc:sldChg>
      <pc:sldChg chg="del">
        <pc:chgData name="Robert de Groote" userId="2ce5265b-80a0-4fb8-a62a-8035e9b0c45a" providerId="ADAL" clId="{A80E4885-7617-4261-AD60-182D3446E97F}" dt="2025-09-30T09:15:10.871" v="597" actId="47"/>
        <pc:sldMkLst>
          <pc:docMk/>
          <pc:sldMk cId="2493329736" sldId="305"/>
        </pc:sldMkLst>
      </pc:sldChg>
      <pc:sldChg chg="del">
        <pc:chgData name="Robert de Groote" userId="2ce5265b-80a0-4fb8-a62a-8035e9b0c45a" providerId="ADAL" clId="{A80E4885-7617-4261-AD60-182D3446E97F}" dt="2025-09-30T09:15:08.014" v="593" actId="47"/>
        <pc:sldMkLst>
          <pc:docMk/>
          <pc:sldMk cId="1743284674" sldId="306"/>
        </pc:sldMkLst>
      </pc:sldChg>
      <pc:sldChg chg="add del">
        <pc:chgData name="Robert de Groote" userId="2ce5265b-80a0-4fb8-a62a-8035e9b0c45a" providerId="ADAL" clId="{A80E4885-7617-4261-AD60-182D3446E97F}" dt="2025-10-02T07:04:23.530" v="24406" actId="47"/>
        <pc:sldMkLst>
          <pc:docMk/>
          <pc:sldMk cId="4193128622" sldId="308"/>
        </pc:sldMkLst>
      </pc:sldChg>
      <pc:sldChg chg="del">
        <pc:chgData name="Robert de Groote" userId="2ce5265b-80a0-4fb8-a62a-8035e9b0c45a" providerId="ADAL" clId="{A80E4885-7617-4261-AD60-182D3446E97F}" dt="2025-09-30T09:15:25.705" v="602" actId="47"/>
        <pc:sldMkLst>
          <pc:docMk/>
          <pc:sldMk cId="488560641" sldId="309"/>
        </pc:sldMkLst>
      </pc:sldChg>
      <pc:sldChg chg="del">
        <pc:chgData name="Robert de Groote" userId="2ce5265b-80a0-4fb8-a62a-8035e9b0c45a" providerId="ADAL" clId="{A80E4885-7617-4261-AD60-182D3446E97F}" dt="2025-09-30T14:15:37.563" v="4378" actId="47"/>
        <pc:sldMkLst>
          <pc:docMk/>
          <pc:sldMk cId="3319223901" sldId="311"/>
        </pc:sldMkLst>
      </pc:sldChg>
      <pc:sldChg chg="del">
        <pc:chgData name="Robert de Groote" userId="2ce5265b-80a0-4fb8-a62a-8035e9b0c45a" providerId="ADAL" clId="{A80E4885-7617-4261-AD60-182D3446E97F}" dt="2025-09-30T09:15:22.132" v="601" actId="47"/>
        <pc:sldMkLst>
          <pc:docMk/>
          <pc:sldMk cId="1525240924" sldId="312"/>
        </pc:sldMkLst>
      </pc:sldChg>
      <pc:sldChg chg="del">
        <pc:chgData name="Robert de Groote" userId="2ce5265b-80a0-4fb8-a62a-8035e9b0c45a" providerId="ADAL" clId="{A80E4885-7617-4261-AD60-182D3446E97F}" dt="2025-09-30T14:15:38.220" v="4379" actId="47"/>
        <pc:sldMkLst>
          <pc:docMk/>
          <pc:sldMk cId="85868339" sldId="313"/>
        </pc:sldMkLst>
      </pc:sldChg>
      <pc:sldChg chg="del">
        <pc:chgData name="Robert de Groote" userId="2ce5265b-80a0-4fb8-a62a-8035e9b0c45a" providerId="ADAL" clId="{A80E4885-7617-4261-AD60-182D3446E97F}" dt="2025-09-30T14:15:38.979" v="4380" actId="47"/>
        <pc:sldMkLst>
          <pc:docMk/>
          <pc:sldMk cId="2967285017" sldId="314"/>
        </pc:sldMkLst>
      </pc:sldChg>
      <pc:sldChg chg="add del">
        <pc:chgData name="Robert de Groote" userId="2ce5265b-80a0-4fb8-a62a-8035e9b0c45a" providerId="ADAL" clId="{A80E4885-7617-4261-AD60-182D3446E97F}" dt="2025-10-02T07:04:22.733" v="24405" actId="47"/>
        <pc:sldMkLst>
          <pc:docMk/>
          <pc:sldMk cId="1196960845" sldId="315"/>
        </pc:sldMkLst>
      </pc:sldChg>
      <pc:sldChg chg="del">
        <pc:chgData name="Robert de Groote" userId="2ce5265b-80a0-4fb8-a62a-8035e9b0c45a" providerId="ADAL" clId="{A80E4885-7617-4261-AD60-182D3446E97F}" dt="2025-09-30T14:15:40.254" v="4382" actId="47"/>
        <pc:sldMkLst>
          <pc:docMk/>
          <pc:sldMk cId="3080638318" sldId="317"/>
        </pc:sldMkLst>
      </pc:sldChg>
      <pc:sldChg chg="del">
        <pc:chgData name="Robert de Groote" userId="2ce5265b-80a0-4fb8-a62a-8035e9b0c45a" providerId="ADAL" clId="{A80E4885-7617-4261-AD60-182D3446E97F}" dt="2025-09-30T14:15:40.752" v="4383" actId="47"/>
        <pc:sldMkLst>
          <pc:docMk/>
          <pc:sldMk cId="1069495642" sldId="318"/>
        </pc:sldMkLst>
      </pc:sldChg>
      <pc:sldChg chg="del">
        <pc:chgData name="Robert de Groote" userId="2ce5265b-80a0-4fb8-a62a-8035e9b0c45a" providerId="ADAL" clId="{A80E4885-7617-4261-AD60-182D3446E97F}" dt="2025-09-30T14:15:41.347" v="4384" actId="47"/>
        <pc:sldMkLst>
          <pc:docMk/>
          <pc:sldMk cId="3778923143" sldId="319"/>
        </pc:sldMkLst>
      </pc:sldChg>
      <pc:sldChg chg="del">
        <pc:chgData name="Robert de Groote" userId="2ce5265b-80a0-4fb8-a62a-8035e9b0c45a" providerId="ADAL" clId="{A80E4885-7617-4261-AD60-182D3446E97F}" dt="2025-09-30T14:15:41.877" v="4385" actId="47"/>
        <pc:sldMkLst>
          <pc:docMk/>
          <pc:sldMk cId="1710538570" sldId="320"/>
        </pc:sldMkLst>
      </pc:sldChg>
      <pc:sldChg chg="del">
        <pc:chgData name="Robert de Groote" userId="2ce5265b-80a0-4fb8-a62a-8035e9b0c45a" providerId="ADAL" clId="{A80E4885-7617-4261-AD60-182D3446E97F}" dt="2025-09-30T14:15:44.393" v="4388" actId="47"/>
        <pc:sldMkLst>
          <pc:docMk/>
          <pc:sldMk cId="2974967904" sldId="321"/>
        </pc:sldMkLst>
      </pc:sldChg>
      <pc:sldChg chg="del">
        <pc:chgData name="Robert de Groote" userId="2ce5265b-80a0-4fb8-a62a-8035e9b0c45a" providerId="ADAL" clId="{A80E4885-7617-4261-AD60-182D3446E97F}" dt="2025-09-30T14:15:44.969" v="4389" actId="47"/>
        <pc:sldMkLst>
          <pc:docMk/>
          <pc:sldMk cId="2395286890" sldId="322"/>
        </pc:sldMkLst>
      </pc:sldChg>
      <pc:sldChg chg="del">
        <pc:chgData name="Robert de Groote" userId="2ce5265b-80a0-4fb8-a62a-8035e9b0c45a" providerId="ADAL" clId="{A80E4885-7617-4261-AD60-182D3446E97F}" dt="2025-09-30T14:15:45.671" v="4390" actId="47"/>
        <pc:sldMkLst>
          <pc:docMk/>
          <pc:sldMk cId="1507036836" sldId="323"/>
        </pc:sldMkLst>
      </pc:sldChg>
      <pc:sldChg chg="del">
        <pc:chgData name="Robert de Groote" userId="2ce5265b-80a0-4fb8-a62a-8035e9b0c45a" providerId="ADAL" clId="{A80E4885-7617-4261-AD60-182D3446E97F}" dt="2025-09-30T09:15:11.463" v="598" actId="47"/>
        <pc:sldMkLst>
          <pc:docMk/>
          <pc:sldMk cId="1395666294" sldId="324"/>
        </pc:sldMkLst>
      </pc:sldChg>
      <pc:sldChg chg="del">
        <pc:chgData name="Robert de Groote" userId="2ce5265b-80a0-4fb8-a62a-8035e9b0c45a" providerId="ADAL" clId="{A80E4885-7617-4261-AD60-182D3446E97F}" dt="2025-09-30T14:15:46.141" v="4391" actId="47"/>
        <pc:sldMkLst>
          <pc:docMk/>
          <pc:sldMk cId="2530266303" sldId="326"/>
        </pc:sldMkLst>
      </pc:sldChg>
      <pc:sldChg chg="del">
        <pc:chgData name="Robert de Groote" userId="2ce5265b-80a0-4fb8-a62a-8035e9b0c45a" providerId="ADAL" clId="{A80E4885-7617-4261-AD60-182D3446E97F}" dt="2025-09-30T14:15:46.688" v="4392" actId="47"/>
        <pc:sldMkLst>
          <pc:docMk/>
          <pc:sldMk cId="1201245537" sldId="327"/>
        </pc:sldMkLst>
      </pc:sldChg>
      <pc:sldChg chg="del">
        <pc:chgData name="Robert de Groote" userId="2ce5265b-80a0-4fb8-a62a-8035e9b0c45a" providerId="ADAL" clId="{A80E4885-7617-4261-AD60-182D3446E97F}" dt="2025-09-30T14:15:47.284" v="4393" actId="47"/>
        <pc:sldMkLst>
          <pc:docMk/>
          <pc:sldMk cId="1602030880" sldId="328"/>
        </pc:sldMkLst>
      </pc:sldChg>
      <pc:sldChg chg="del">
        <pc:chgData name="Robert de Groote" userId="2ce5265b-80a0-4fb8-a62a-8035e9b0c45a" providerId="ADAL" clId="{A80E4885-7617-4261-AD60-182D3446E97F}" dt="2025-09-30T14:15:47.782" v="4394" actId="47"/>
        <pc:sldMkLst>
          <pc:docMk/>
          <pc:sldMk cId="605099332" sldId="329"/>
        </pc:sldMkLst>
      </pc:sldChg>
      <pc:sldChg chg="del">
        <pc:chgData name="Robert de Groote" userId="2ce5265b-80a0-4fb8-a62a-8035e9b0c45a" providerId="ADAL" clId="{A80E4885-7617-4261-AD60-182D3446E97F}" dt="2025-09-30T14:15:48.267" v="4395" actId="47"/>
        <pc:sldMkLst>
          <pc:docMk/>
          <pc:sldMk cId="2385836993" sldId="330"/>
        </pc:sldMkLst>
      </pc:sldChg>
      <pc:sldChg chg="del">
        <pc:chgData name="Robert de Groote" userId="2ce5265b-80a0-4fb8-a62a-8035e9b0c45a" providerId="ADAL" clId="{A80E4885-7617-4261-AD60-182D3446E97F}" dt="2025-09-30T14:15:48.720" v="4396" actId="47"/>
        <pc:sldMkLst>
          <pc:docMk/>
          <pc:sldMk cId="1881606181" sldId="331"/>
        </pc:sldMkLst>
      </pc:sldChg>
      <pc:sldChg chg="del">
        <pc:chgData name="Robert de Groote" userId="2ce5265b-80a0-4fb8-a62a-8035e9b0c45a" providerId="ADAL" clId="{A80E4885-7617-4261-AD60-182D3446E97F}" dt="2025-09-30T14:15:49.173" v="4397" actId="47"/>
        <pc:sldMkLst>
          <pc:docMk/>
          <pc:sldMk cId="1772348016" sldId="332"/>
        </pc:sldMkLst>
      </pc:sldChg>
      <pc:sldChg chg="del">
        <pc:chgData name="Robert de Groote" userId="2ce5265b-80a0-4fb8-a62a-8035e9b0c45a" providerId="ADAL" clId="{A80E4885-7617-4261-AD60-182D3446E97F}" dt="2025-09-30T14:15:49.597" v="4398" actId="47"/>
        <pc:sldMkLst>
          <pc:docMk/>
          <pc:sldMk cId="589289974" sldId="333"/>
        </pc:sldMkLst>
      </pc:sldChg>
      <pc:sldChg chg="del">
        <pc:chgData name="Robert de Groote" userId="2ce5265b-80a0-4fb8-a62a-8035e9b0c45a" providerId="ADAL" clId="{A80E4885-7617-4261-AD60-182D3446E97F}" dt="2025-09-30T14:15:50.032" v="4399" actId="47"/>
        <pc:sldMkLst>
          <pc:docMk/>
          <pc:sldMk cId="3800434689" sldId="334"/>
        </pc:sldMkLst>
      </pc:sldChg>
      <pc:sldChg chg="del">
        <pc:chgData name="Robert de Groote" userId="2ce5265b-80a0-4fb8-a62a-8035e9b0c45a" providerId="ADAL" clId="{A80E4885-7617-4261-AD60-182D3446E97F}" dt="2025-09-30T14:15:50.485" v="4400" actId="47"/>
        <pc:sldMkLst>
          <pc:docMk/>
          <pc:sldMk cId="2581866764" sldId="335"/>
        </pc:sldMkLst>
      </pc:sldChg>
      <pc:sldChg chg="del">
        <pc:chgData name="Robert de Groote" userId="2ce5265b-80a0-4fb8-a62a-8035e9b0c45a" providerId="ADAL" clId="{A80E4885-7617-4261-AD60-182D3446E97F}" dt="2025-09-30T09:15:08.254" v="595" actId="47"/>
        <pc:sldMkLst>
          <pc:docMk/>
          <pc:sldMk cId="624253148" sldId="336"/>
        </pc:sldMkLst>
      </pc:sldChg>
      <pc:sldChg chg="del">
        <pc:chgData name="Robert de Groote" userId="2ce5265b-80a0-4fb8-a62a-8035e9b0c45a" providerId="ADAL" clId="{A80E4885-7617-4261-AD60-182D3446E97F}" dt="2025-09-30T14:15:58.047" v="4403" actId="47"/>
        <pc:sldMkLst>
          <pc:docMk/>
          <pc:sldMk cId="925106321" sldId="337"/>
        </pc:sldMkLst>
      </pc:sldChg>
      <pc:sldChg chg="del">
        <pc:chgData name="Robert de Groote" userId="2ce5265b-80a0-4fb8-a62a-8035e9b0c45a" providerId="ADAL" clId="{A80E4885-7617-4261-AD60-182D3446E97F}" dt="2025-09-30T09:15:08.332" v="596" actId="47"/>
        <pc:sldMkLst>
          <pc:docMk/>
          <pc:sldMk cId="2325599261" sldId="338"/>
        </pc:sldMkLst>
      </pc:sldChg>
      <pc:sldChg chg="del">
        <pc:chgData name="Robert de Groote" userId="2ce5265b-80a0-4fb8-a62a-8035e9b0c45a" providerId="ADAL" clId="{A80E4885-7617-4261-AD60-182D3446E97F}" dt="2025-09-30T09:15:04.224" v="591" actId="47"/>
        <pc:sldMkLst>
          <pc:docMk/>
          <pc:sldMk cId="921507329" sldId="340"/>
        </pc:sldMkLst>
      </pc:sldChg>
      <pc:sldChg chg="del">
        <pc:chgData name="Robert de Groote" userId="2ce5265b-80a0-4fb8-a62a-8035e9b0c45a" providerId="ADAL" clId="{A80E4885-7617-4261-AD60-182D3446E97F}" dt="2025-09-30T14:15:59.456" v="4406" actId="47"/>
        <pc:sldMkLst>
          <pc:docMk/>
          <pc:sldMk cId="229942939" sldId="344"/>
        </pc:sldMkLst>
      </pc:sldChg>
      <pc:sldChg chg="del">
        <pc:chgData name="Robert de Groote" userId="2ce5265b-80a0-4fb8-a62a-8035e9b0c45a" providerId="ADAL" clId="{A80E4885-7617-4261-AD60-182D3446E97F}" dt="2025-09-30T09:14:59.576" v="589" actId="47"/>
        <pc:sldMkLst>
          <pc:docMk/>
          <pc:sldMk cId="197475479" sldId="345"/>
        </pc:sldMkLst>
      </pc:sldChg>
      <pc:sldChg chg="del">
        <pc:chgData name="Robert de Groote" userId="2ce5265b-80a0-4fb8-a62a-8035e9b0c45a" providerId="ADAL" clId="{A80E4885-7617-4261-AD60-182D3446E97F}" dt="2025-09-30T09:15:05.808" v="592" actId="47"/>
        <pc:sldMkLst>
          <pc:docMk/>
          <pc:sldMk cId="171750379" sldId="346"/>
        </pc:sldMkLst>
      </pc:sldChg>
      <pc:sldChg chg="del">
        <pc:chgData name="Robert de Groote" userId="2ce5265b-80a0-4fb8-a62a-8035e9b0c45a" providerId="ADAL" clId="{A80E4885-7617-4261-AD60-182D3446E97F}" dt="2025-09-30T14:16:00.322" v="4407" actId="47"/>
        <pc:sldMkLst>
          <pc:docMk/>
          <pc:sldMk cId="908745008" sldId="347"/>
        </pc:sldMkLst>
      </pc:sldChg>
      <pc:sldChg chg="del">
        <pc:chgData name="Robert de Groote" userId="2ce5265b-80a0-4fb8-a62a-8035e9b0c45a" providerId="ADAL" clId="{A80E4885-7617-4261-AD60-182D3446E97F}" dt="2025-09-30T14:15:39.665" v="4381" actId="47"/>
        <pc:sldMkLst>
          <pc:docMk/>
          <pc:sldMk cId="1503212855" sldId="348"/>
        </pc:sldMkLst>
      </pc:sldChg>
      <pc:sldChg chg="del">
        <pc:chgData name="Robert de Groote" userId="2ce5265b-80a0-4fb8-a62a-8035e9b0c45a" providerId="ADAL" clId="{A80E4885-7617-4261-AD60-182D3446E97F}" dt="2025-09-30T09:15:01.320" v="590" actId="47"/>
        <pc:sldMkLst>
          <pc:docMk/>
          <pc:sldMk cId="2298626481" sldId="349"/>
        </pc:sldMkLst>
      </pc:sldChg>
      <pc:sldChg chg="modSp mod">
        <pc:chgData name="Robert de Groote" userId="2ce5265b-80a0-4fb8-a62a-8035e9b0c45a" providerId="ADAL" clId="{A80E4885-7617-4261-AD60-182D3446E97F}" dt="2025-10-06T07:55:53.050" v="67501" actId="20577"/>
        <pc:sldMkLst>
          <pc:docMk/>
          <pc:sldMk cId="2217708825" sldId="350"/>
        </pc:sldMkLst>
        <pc:spChg chg="mod">
          <ac:chgData name="Robert de Groote" userId="2ce5265b-80a0-4fb8-a62a-8035e9b0c45a" providerId="ADAL" clId="{A80E4885-7617-4261-AD60-182D3446E97F}" dt="2025-10-06T07:54:56.239" v="67426" actId="20577"/>
          <ac:spMkLst>
            <pc:docMk/>
            <pc:sldMk cId="2217708825" sldId="350"/>
            <ac:spMk id="2" creationId="{9DC0878B-6E5E-C53B-95A5-277DFDDAEFCC}"/>
          </ac:spMkLst>
        </pc:spChg>
        <pc:spChg chg="mod">
          <ac:chgData name="Robert de Groote" userId="2ce5265b-80a0-4fb8-a62a-8035e9b0c45a" providerId="ADAL" clId="{A80E4885-7617-4261-AD60-182D3446E97F}" dt="2025-10-06T07:55:53.050" v="67501" actId="20577"/>
          <ac:spMkLst>
            <pc:docMk/>
            <pc:sldMk cId="2217708825" sldId="350"/>
            <ac:spMk id="3" creationId="{85AA0638-4F04-41B7-017A-80FF09EEEEE1}"/>
          </ac:spMkLst>
        </pc:spChg>
      </pc:sldChg>
      <pc:sldChg chg="del">
        <pc:chgData name="Robert de Groote" userId="2ce5265b-80a0-4fb8-a62a-8035e9b0c45a" providerId="ADAL" clId="{A80E4885-7617-4261-AD60-182D3446E97F}" dt="2025-09-30T14:15:58.594" v="4404" actId="47"/>
        <pc:sldMkLst>
          <pc:docMk/>
          <pc:sldMk cId="122091193" sldId="354"/>
        </pc:sldMkLst>
      </pc:sldChg>
      <pc:sldChg chg="del">
        <pc:chgData name="Robert de Groote" userId="2ce5265b-80a0-4fb8-a62a-8035e9b0c45a" providerId="ADAL" clId="{A80E4885-7617-4261-AD60-182D3446E97F}" dt="2025-09-30T14:15:59.032" v="4405" actId="47"/>
        <pc:sldMkLst>
          <pc:docMk/>
          <pc:sldMk cId="2309664718" sldId="356"/>
        </pc:sldMkLst>
      </pc:sldChg>
      <pc:sldChg chg="del">
        <pc:chgData name="Robert de Groote" userId="2ce5265b-80a0-4fb8-a62a-8035e9b0c45a" providerId="ADAL" clId="{A80E4885-7617-4261-AD60-182D3446E97F}" dt="2025-09-30T09:15:16.926" v="600" actId="47"/>
        <pc:sldMkLst>
          <pc:docMk/>
          <pc:sldMk cId="4124433150" sldId="357"/>
        </pc:sldMkLst>
      </pc:sldChg>
      <pc:sldChg chg="del">
        <pc:chgData name="Robert de Groote" userId="2ce5265b-80a0-4fb8-a62a-8035e9b0c45a" providerId="ADAL" clId="{A80E4885-7617-4261-AD60-182D3446E97F}" dt="2025-09-30T09:15:08.141" v="594" actId="47"/>
        <pc:sldMkLst>
          <pc:docMk/>
          <pc:sldMk cId="2497514830" sldId="359"/>
        </pc:sldMkLst>
      </pc:sldChg>
      <pc:sldChg chg="addSp modSp new mod setBg setClrOvrMap">
        <pc:chgData name="Robert de Groote" userId="2ce5265b-80a0-4fb8-a62a-8035e9b0c45a" providerId="ADAL" clId="{A80E4885-7617-4261-AD60-182D3446E97F}" dt="2025-10-04T07:58:36.673" v="58222" actId="27636"/>
        <pc:sldMkLst>
          <pc:docMk/>
          <pc:sldMk cId="3217784013" sldId="360"/>
        </pc:sldMkLst>
        <pc:spChg chg="mod">
          <ac:chgData name="Robert de Groote" userId="2ce5265b-80a0-4fb8-a62a-8035e9b0c45a" providerId="ADAL" clId="{A80E4885-7617-4261-AD60-182D3446E97F}" dt="2025-09-30T09:11:55.350" v="365" actId="26606"/>
          <ac:spMkLst>
            <pc:docMk/>
            <pc:sldMk cId="3217784013" sldId="360"/>
            <ac:spMk id="2" creationId="{F9FF972C-5C2B-451E-F465-6B4A19358705}"/>
          </ac:spMkLst>
        </pc:spChg>
        <pc:spChg chg="mod">
          <ac:chgData name="Robert de Groote" userId="2ce5265b-80a0-4fb8-a62a-8035e9b0c45a" providerId="ADAL" clId="{A80E4885-7617-4261-AD60-182D3446E97F}" dt="2025-10-04T07:58:36.673" v="58222" actId="27636"/>
          <ac:spMkLst>
            <pc:docMk/>
            <pc:sldMk cId="3217784013" sldId="360"/>
            <ac:spMk id="3" creationId="{B3CEE79C-77C4-CFD6-DB93-4920799A7027}"/>
          </ac:spMkLst>
        </pc:spChg>
        <pc:spChg chg="add">
          <ac:chgData name="Robert de Groote" userId="2ce5265b-80a0-4fb8-a62a-8035e9b0c45a" providerId="ADAL" clId="{A80E4885-7617-4261-AD60-182D3446E97F}" dt="2025-09-30T09:11:55.350" v="365" actId="26606"/>
          <ac:spMkLst>
            <pc:docMk/>
            <pc:sldMk cId="3217784013" sldId="360"/>
            <ac:spMk id="11" creationId="{19F9BF86-FE94-4517-B97D-026C7515E589}"/>
          </ac:spMkLst>
        </pc:spChg>
        <pc:spChg chg="add">
          <ac:chgData name="Robert de Groote" userId="2ce5265b-80a0-4fb8-a62a-8035e9b0c45a" providerId="ADAL" clId="{A80E4885-7617-4261-AD60-182D3446E97F}" dt="2025-09-30T09:11:55.350" v="365" actId="26606"/>
          <ac:spMkLst>
            <pc:docMk/>
            <pc:sldMk cId="3217784013" sldId="360"/>
            <ac:spMk id="13" creationId="{9E9D00D9-C4F5-471E-BE2C-126CB112A6BD}"/>
          </ac:spMkLst>
        </pc:spChg>
        <pc:picChg chg="add">
          <ac:chgData name="Robert de Groote" userId="2ce5265b-80a0-4fb8-a62a-8035e9b0c45a" providerId="ADAL" clId="{A80E4885-7617-4261-AD60-182D3446E97F}" dt="2025-09-30T09:11:55.350" v="365" actId="26606"/>
          <ac:picMkLst>
            <pc:docMk/>
            <pc:sldMk cId="3217784013" sldId="360"/>
            <ac:picMk id="5" creationId="{6BCF905B-B888-7CB9-B60B-19CDD28C7CD9}"/>
          </ac:picMkLst>
        </pc:picChg>
        <pc:cxnChg chg="add">
          <ac:chgData name="Robert de Groote" userId="2ce5265b-80a0-4fb8-a62a-8035e9b0c45a" providerId="ADAL" clId="{A80E4885-7617-4261-AD60-182D3446E97F}" dt="2025-09-30T09:11:55.350" v="365" actId="26606"/>
          <ac:cxnSpMkLst>
            <pc:docMk/>
            <pc:sldMk cId="3217784013" sldId="360"/>
            <ac:cxnSpMk id="9" creationId="{118E06E4-607B-144B-382B-AD3D06B1EE8C}"/>
          </ac:cxnSpMkLst>
        </pc:cxnChg>
        <pc:cxnChg chg="add">
          <ac:chgData name="Robert de Groote" userId="2ce5265b-80a0-4fb8-a62a-8035e9b0c45a" providerId="ADAL" clId="{A80E4885-7617-4261-AD60-182D3446E97F}" dt="2025-09-30T09:11:55.350" v="365" actId="26606"/>
          <ac:cxnSpMkLst>
            <pc:docMk/>
            <pc:sldMk cId="3217784013" sldId="360"/>
            <ac:cxnSpMk id="15" creationId="{97CC2FE6-3AD0-4131-B4BC-1F4D65E25E13}"/>
          </ac:cxnSpMkLst>
        </pc:cxnChg>
      </pc:sldChg>
      <pc:sldChg chg="addSp delSp modSp add mod modAnim">
        <pc:chgData name="Robert de Groote" userId="2ce5265b-80a0-4fb8-a62a-8035e9b0c45a" providerId="ADAL" clId="{A80E4885-7617-4261-AD60-182D3446E97F}" dt="2025-10-07T06:16:12.301" v="67577"/>
        <pc:sldMkLst>
          <pc:docMk/>
          <pc:sldMk cId="58138784" sldId="361"/>
        </pc:sldMkLst>
        <pc:spChg chg="mod">
          <ac:chgData name="Robert de Groote" userId="2ce5265b-80a0-4fb8-a62a-8035e9b0c45a" providerId="ADAL" clId="{A80E4885-7617-4261-AD60-182D3446E97F}" dt="2025-09-30T12:49:25.639" v="1401" actId="20577"/>
          <ac:spMkLst>
            <pc:docMk/>
            <pc:sldMk cId="58138784" sldId="361"/>
            <ac:spMk id="2" creationId="{EB22751C-EC81-9699-4F23-F05C2050481A}"/>
          </ac:spMkLst>
        </pc:spChg>
        <pc:spChg chg="mod">
          <ac:chgData name="Robert de Groote" userId="2ce5265b-80a0-4fb8-a62a-8035e9b0c45a" providerId="ADAL" clId="{A80E4885-7617-4261-AD60-182D3446E97F}" dt="2025-10-04T16:30:26.706" v="65720" actId="14100"/>
          <ac:spMkLst>
            <pc:docMk/>
            <pc:sldMk cId="58138784" sldId="361"/>
            <ac:spMk id="3" creationId="{7B22DF86-BF3E-C54B-C412-153D38925046}"/>
          </ac:spMkLst>
        </pc:spChg>
        <pc:spChg chg="mod">
          <ac:chgData name="Robert de Groote" userId="2ce5265b-80a0-4fb8-a62a-8035e9b0c45a" providerId="ADAL" clId="{A80E4885-7617-4261-AD60-182D3446E97F}" dt="2025-10-04T08:23:51.694" v="60292"/>
          <ac:spMkLst>
            <pc:docMk/>
            <pc:sldMk cId="58138784" sldId="361"/>
            <ac:spMk id="17" creationId="{CC2E4D42-961F-7AE7-C9A7-4051A8BC0C8A}"/>
          </ac:spMkLst>
        </pc:spChg>
        <pc:spChg chg="mod">
          <ac:chgData name="Robert de Groote" userId="2ce5265b-80a0-4fb8-a62a-8035e9b0c45a" providerId="ADAL" clId="{A80E4885-7617-4261-AD60-182D3446E97F}" dt="2025-10-04T08:23:51.694" v="60292"/>
          <ac:spMkLst>
            <pc:docMk/>
            <pc:sldMk cId="58138784" sldId="361"/>
            <ac:spMk id="18" creationId="{9AF2D419-0FA9-8ECE-5678-EBE9F9EA89F6}"/>
          </ac:spMkLst>
        </pc:spChg>
        <pc:spChg chg="mod">
          <ac:chgData name="Robert de Groote" userId="2ce5265b-80a0-4fb8-a62a-8035e9b0c45a" providerId="ADAL" clId="{A80E4885-7617-4261-AD60-182D3446E97F}" dt="2025-10-04T08:23:51.694" v="60292"/>
          <ac:spMkLst>
            <pc:docMk/>
            <pc:sldMk cId="58138784" sldId="361"/>
            <ac:spMk id="19" creationId="{C772EE93-917B-40F3-B042-B7519515700C}"/>
          </ac:spMkLst>
        </pc:spChg>
        <pc:spChg chg="mod">
          <ac:chgData name="Robert de Groote" userId="2ce5265b-80a0-4fb8-a62a-8035e9b0c45a" providerId="ADAL" clId="{A80E4885-7617-4261-AD60-182D3446E97F}" dt="2025-10-04T08:23:51.694" v="60292"/>
          <ac:spMkLst>
            <pc:docMk/>
            <pc:sldMk cId="58138784" sldId="361"/>
            <ac:spMk id="20" creationId="{A70FCDB1-B3FE-EC7E-0577-C8E63587608D}"/>
          </ac:spMkLst>
        </pc:spChg>
        <pc:spChg chg="mod">
          <ac:chgData name="Robert de Groote" userId="2ce5265b-80a0-4fb8-a62a-8035e9b0c45a" providerId="ADAL" clId="{A80E4885-7617-4261-AD60-182D3446E97F}" dt="2025-10-04T08:23:51.694" v="60292"/>
          <ac:spMkLst>
            <pc:docMk/>
            <pc:sldMk cId="58138784" sldId="361"/>
            <ac:spMk id="21" creationId="{17D22C53-F577-D8D8-CDBF-91AE373183EC}"/>
          </ac:spMkLst>
        </pc:spChg>
        <pc:spChg chg="mod">
          <ac:chgData name="Robert de Groote" userId="2ce5265b-80a0-4fb8-a62a-8035e9b0c45a" providerId="ADAL" clId="{A80E4885-7617-4261-AD60-182D3446E97F}" dt="2025-10-04T08:23:51.694" v="60292"/>
          <ac:spMkLst>
            <pc:docMk/>
            <pc:sldMk cId="58138784" sldId="361"/>
            <ac:spMk id="25" creationId="{B4B583CC-B461-4828-E04B-2259D60198C9}"/>
          </ac:spMkLst>
        </pc:spChg>
        <pc:spChg chg="mod">
          <ac:chgData name="Robert de Groote" userId="2ce5265b-80a0-4fb8-a62a-8035e9b0c45a" providerId="ADAL" clId="{A80E4885-7617-4261-AD60-182D3446E97F}" dt="2025-10-04T08:23:51.694" v="60292"/>
          <ac:spMkLst>
            <pc:docMk/>
            <pc:sldMk cId="58138784" sldId="361"/>
            <ac:spMk id="27" creationId="{E0874D31-4CAD-3A9B-DBEB-3D0367AB98C1}"/>
          </ac:spMkLst>
        </pc:spChg>
        <pc:spChg chg="mod">
          <ac:chgData name="Robert de Groote" userId="2ce5265b-80a0-4fb8-a62a-8035e9b0c45a" providerId="ADAL" clId="{A80E4885-7617-4261-AD60-182D3446E97F}" dt="2025-10-04T08:23:51.694" v="60292"/>
          <ac:spMkLst>
            <pc:docMk/>
            <pc:sldMk cId="58138784" sldId="361"/>
            <ac:spMk id="29" creationId="{09EAC7CF-837A-5D57-6729-6199EA54CCDB}"/>
          </ac:spMkLst>
        </pc:spChg>
        <pc:spChg chg="mod">
          <ac:chgData name="Robert de Groote" userId="2ce5265b-80a0-4fb8-a62a-8035e9b0c45a" providerId="ADAL" clId="{A80E4885-7617-4261-AD60-182D3446E97F}" dt="2025-10-04T08:23:51.694" v="60292"/>
          <ac:spMkLst>
            <pc:docMk/>
            <pc:sldMk cId="58138784" sldId="361"/>
            <ac:spMk id="31" creationId="{76F7C3ED-C38C-CE57-C9EF-FD46AA3FD4E3}"/>
          </ac:spMkLst>
        </pc:spChg>
        <pc:spChg chg="mod">
          <ac:chgData name="Robert de Groote" userId="2ce5265b-80a0-4fb8-a62a-8035e9b0c45a" providerId="ADAL" clId="{A80E4885-7617-4261-AD60-182D3446E97F}" dt="2025-10-04T08:23:51.694" v="60292"/>
          <ac:spMkLst>
            <pc:docMk/>
            <pc:sldMk cId="58138784" sldId="361"/>
            <ac:spMk id="33" creationId="{28A790B0-8741-61B8-9BBA-FF9B325B0924}"/>
          </ac:spMkLst>
        </pc:spChg>
        <pc:spChg chg="add mod">
          <ac:chgData name="Robert de Groote" userId="2ce5265b-80a0-4fb8-a62a-8035e9b0c45a" providerId="ADAL" clId="{A80E4885-7617-4261-AD60-182D3446E97F}" dt="2025-10-04T08:29:31.771" v="60363" actId="1076"/>
          <ac:spMkLst>
            <pc:docMk/>
            <pc:sldMk cId="58138784" sldId="361"/>
            <ac:spMk id="34" creationId="{714AC758-E111-AEC6-0D82-08B49396C51D}"/>
          </ac:spMkLst>
        </pc:spChg>
        <pc:spChg chg="add mod">
          <ac:chgData name="Robert de Groote" userId="2ce5265b-80a0-4fb8-a62a-8035e9b0c45a" providerId="ADAL" clId="{A80E4885-7617-4261-AD60-182D3446E97F}" dt="2025-10-04T08:29:31.771" v="60363" actId="1076"/>
          <ac:spMkLst>
            <pc:docMk/>
            <pc:sldMk cId="58138784" sldId="361"/>
            <ac:spMk id="35" creationId="{66524789-E292-6FED-3CFD-DABF06C9224E}"/>
          </ac:spMkLst>
        </pc:spChg>
        <pc:spChg chg="add mod">
          <ac:chgData name="Robert de Groote" userId="2ce5265b-80a0-4fb8-a62a-8035e9b0c45a" providerId="ADAL" clId="{A80E4885-7617-4261-AD60-182D3446E97F}" dt="2025-10-04T08:29:31.771" v="60363" actId="1076"/>
          <ac:spMkLst>
            <pc:docMk/>
            <pc:sldMk cId="58138784" sldId="361"/>
            <ac:spMk id="36" creationId="{D4CA907A-9070-584B-5CFE-F7EF3A336B91}"/>
          </ac:spMkLst>
        </pc:spChg>
        <pc:spChg chg="add mod">
          <ac:chgData name="Robert de Groote" userId="2ce5265b-80a0-4fb8-a62a-8035e9b0c45a" providerId="ADAL" clId="{A80E4885-7617-4261-AD60-182D3446E97F}" dt="2025-10-04T08:29:31.771" v="60363" actId="1076"/>
          <ac:spMkLst>
            <pc:docMk/>
            <pc:sldMk cId="58138784" sldId="361"/>
            <ac:spMk id="37" creationId="{A9162A29-FAF8-843A-9836-E4FB44ACF882}"/>
          </ac:spMkLst>
        </pc:spChg>
        <pc:spChg chg="add mod">
          <ac:chgData name="Robert de Groote" userId="2ce5265b-80a0-4fb8-a62a-8035e9b0c45a" providerId="ADAL" clId="{A80E4885-7617-4261-AD60-182D3446E97F}" dt="2025-10-04T08:30:38.733" v="60382" actId="20577"/>
          <ac:spMkLst>
            <pc:docMk/>
            <pc:sldMk cId="58138784" sldId="361"/>
            <ac:spMk id="38" creationId="{DDD70A70-558C-DF38-0650-11816DE62F4D}"/>
          </ac:spMkLst>
        </pc:spChg>
        <pc:spChg chg="add mod topLvl">
          <ac:chgData name="Robert de Groote" userId="2ce5265b-80a0-4fb8-a62a-8035e9b0c45a" providerId="ADAL" clId="{A80E4885-7617-4261-AD60-182D3446E97F}" dt="2025-10-06T06:39:04.542" v="65893" actId="165"/>
          <ac:spMkLst>
            <pc:docMk/>
            <pc:sldMk cId="58138784" sldId="361"/>
            <ac:spMk id="39" creationId="{EF33AAE1-0D8C-4684-C844-5333A9411409}"/>
          </ac:spMkLst>
        </pc:spChg>
        <pc:spChg chg="add mod topLvl">
          <ac:chgData name="Robert de Groote" userId="2ce5265b-80a0-4fb8-a62a-8035e9b0c45a" providerId="ADAL" clId="{A80E4885-7617-4261-AD60-182D3446E97F}" dt="2025-10-06T06:39:04.542" v="65893" actId="165"/>
          <ac:spMkLst>
            <pc:docMk/>
            <pc:sldMk cId="58138784" sldId="361"/>
            <ac:spMk id="40" creationId="{DFAC0A8B-580F-61E7-341C-D1F2207235B1}"/>
          </ac:spMkLst>
        </pc:spChg>
        <pc:spChg chg="add mod topLvl">
          <ac:chgData name="Robert de Groote" userId="2ce5265b-80a0-4fb8-a62a-8035e9b0c45a" providerId="ADAL" clId="{A80E4885-7617-4261-AD60-182D3446E97F}" dt="2025-10-06T06:39:04.542" v="65893" actId="165"/>
          <ac:spMkLst>
            <pc:docMk/>
            <pc:sldMk cId="58138784" sldId="361"/>
            <ac:spMk id="41" creationId="{A2D448C8-9D58-84DD-4AA4-05ECD4251D9B}"/>
          </ac:spMkLst>
        </pc:spChg>
        <pc:spChg chg="add mod topLvl">
          <ac:chgData name="Robert de Groote" userId="2ce5265b-80a0-4fb8-a62a-8035e9b0c45a" providerId="ADAL" clId="{A80E4885-7617-4261-AD60-182D3446E97F}" dt="2025-10-06T06:39:04.542" v="65893" actId="165"/>
          <ac:spMkLst>
            <pc:docMk/>
            <pc:sldMk cId="58138784" sldId="361"/>
            <ac:spMk id="42" creationId="{475A857B-F9C3-E76A-9314-2999DBAC8EA3}"/>
          </ac:spMkLst>
        </pc:spChg>
        <pc:spChg chg="add mod topLvl">
          <ac:chgData name="Robert de Groote" userId="2ce5265b-80a0-4fb8-a62a-8035e9b0c45a" providerId="ADAL" clId="{A80E4885-7617-4261-AD60-182D3446E97F}" dt="2025-10-06T06:39:04.542" v="65893" actId="165"/>
          <ac:spMkLst>
            <pc:docMk/>
            <pc:sldMk cId="58138784" sldId="361"/>
            <ac:spMk id="43" creationId="{35DAE687-DBD9-8D5A-8044-1C0D6C957CB8}"/>
          </ac:spMkLst>
        </pc:spChg>
        <pc:spChg chg="add mod topLvl">
          <ac:chgData name="Robert de Groote" userId="2ce5265b-80a0-4fb8-a62a-8035e9b0c45a" providerId="ADAL" clId="{A80E4885-7617-4261-AD60-182D3446E97F}" dt="2025-10-06T06:39:04.542" v="65893" actId="165"/>
          <ac:spMkLst>
            <pc:docMk/>
            <pc:sldMk cId="58138784" sldId="361"/>
            <ac:spMk id="81" creationId="{40FBB9DE-D27A-142C-C3D3-E0CB5428F19C}"/>
          </ac:spMkLst>
        </pc:spChg>
        <pc:spChg chg="add mod">
          <ac:chgData name="Robert de Groote" userId="2ce5265b-80a0-4fb8-a62a-8035e9b0c45a" providerId="ADAL" clId="{A80E4885-7617-4261-AD60-182D3446E97F}" dt="2025-10-04T08:34:39.638" v="60454" actId="114"/>
          <ac:spMkLst>
            <pc:docMk/>
            <pc:sldMk cId="58138784" sldId="361"/>
            <ac:spMk id="97" creationId="{F2E19E66-84CD-2E1C-F994-4E07ECB6F583}"/>
          </ac:spMkLst>
        </pc:spChg>
        <pc:spChg chg="add mod">
          <ac:chgData name="Robert de Groote" userId="2ce5265b-80a0-4fb8-a62a-8035e9b0c45a" providerId="ADAL" clId="{A80E4885-7617-4261-AD60-182D3446E97F}" dt="2025-10-04T08:34:59.628" v="60463" actId="1076"/>
          <ac:spMkLst>
            <pc:docMk/>
            <pc:sldMk cId="58138784" sldId="361"/>
            <ac:spMk id="98" creationId="{63BCEF1D-CFB4-4A16-04D4-C1E4F12FA41B}"/>
          </ac:spMkLst>
        </pc:spChg>
        <pc:spChg chg="add mod">
          <ac:chgData name="Robert de Groote" userId="2ce5265b-80a0-4fb8-a62a-8035e9b0c45a" providerId="ADAL" clId="{A80E4885-7617-4261-AD60-182D3446E97F}" dt="2025-10-04T08:43:54.641" v="60514" actId="1076"/>
          <ac:spMkLst>
            <pc:docMk/>
            <pc:sldMk cId="58138784" sldId="361"/>
            <ac:spMk id="99" creationId="{6E3F6F48-D9AE-A417-BCE7-4076184E9B1A}"/>
          </ac:spMkLst>
        </pc:spChg>
        <pc:spChg chg="add mod">
          <ac:chgData name="Robert de Groote" userId="2ce5265b-80a0-4fb8-a62a-8035e9b0c45a" providerId="ADAL" clId="{A80E4885-7617-4261-AD60-182D3446E97F}" dt="2025-10-04T08:45:07.974" v="60528" actId="1076"/>
          <ac:spMkLst>
            <pc:docMk/>
            <pc:sldMk cId="58138784" sldId="361"/>
            <ac:spMk id="100" creationId="{5D122CA1-6670-B2F8-D65E-C768EB586C36}"/>
          </ac:spMkLst>
        </pc:spChg>
        <pc:spChg chg="add mod">
          <ac:chgData name="Robert de Groote" userId="2ce5265b-80a0-4fb8-a62a-8035e9b0c45a" providerId="ADAL" clId="{A80E4885-7617-4261-AD60-182D3446E97F}" dt="2025-10-04T16:27:39.015" v="65660" actId="20577"/>
          <ac:spMkLst>
            <pc:docMk/>
            <pc:sldMk cId="58138784" sldId="361"/>
            <ac:spMk id="101" creationId="{4A419BBF-7587-14A2-AB4D-2F61DBE5C55F}"/>
          </ac:spMkLst>
        </pc:spChg>
        <pc:grpChg chg="mod">
          <ac:chgData name="Robert de Groote" userId="2ce5265b-80a0-4fb8-a62a-8035e9b0c45a" providerId="ADAL" clId="{A80E4885-7617-4261-AD60-182D3446E97F}" dt="2025-10-04T08:27:51.516" v="60328" actId="1076"/>
          <ac:grpSpMkLst>
            <pc:docMk/>
            <pc:sldMk cId="58138784" sldId="361"/>
            <ac:grpSpMk id="4" creationId="{D8F54B9D-F823-BF13-5F0C-1B17A54482EB}"/>
          </ac:grpSpMkLst>
        </pc:grpChg>
        <pc:grpChg chg="add del mod">
          <ac:chgData name="Robert de Groote" userId="2ce5265b-80a0-4fb8-a62a-8035e9b0c45a" providerId="ADAL" clId="{A80E4885-7617-4261-AD60-182D3446E97F}" dt="2025-10-06T06:39:04.542" v="65893" actId="165"/>
          <ac:grpSpMkLst>
            <pc:docMk/>
            <pc:sldMk cId="58138784" sldId="361"/>
            <ac:grpSpMk id="44" creationId="{0193BA3A-A8FF-1EE1-2007-EC4B1AD82EF1}"/>
          </ac:grpSpMkLst>
        </pc:grpChg>
        <pc:cxnChg chg="add mod">
          <ac:chgData name="Robert de Groote" userId="2ce5265b-80a0-4fb8-a62a-8035e9b0c45a" providerId="ADAL" clId="{A80E4885-7617-4261-AD60-182D3446E97F}" dt="2025-10-04T08:29:31.771" v="60363" actId="1076"/>
          <ac:cxnSpMkLst>
            <pc:docMk/>
            <pc:sldMk cId="58138784" sldId="361"/>
            <ac:cxnSpMk id="45" creationId="{C1ED5BC9-2AD5-5465-CEA9-C1A4E4FB5230}"/>
          </ac:cxnSpMkLst>
        </pc:cxnChg>
        <pc:cxnChg chg="add mod">
          <ac:chgData name="Robert de Groote" userId="2ce5265b-80a0-4fb8-a62a-8035e9b0c45a" providerId="ADAL" clId="{A80E4885-7617-4261-AD60-182D3446E97F}" dt="2025-10-04T08:28:40.526" v="60341" actId="14100"/>
          <ac:cxnSpMkLst>
            <pc:docMk/>
            <pc:sldMk cId="58138784" sldId="361"/>
            <ac:cxnSpMk id="46" creationId="{C8E0171F-2AB3-1C95-C825-6116FC91733C}"/>
          </ac:cxnSpMkLst>
        </pc:cxnChg>
        <pc:cxnChg chg="add mod">
          <ac:chgData name="Robert de Groote" userId="2ce5265b-80a0-4fb8-a62a-8035e9b0c45a" providerId="ADAL" clId="{A80E4885-7617-4261-AD60-182D3446E97F}" dt="2025-10-04T08:29:31.771" v="60363" actId="1076"/>
          <ac:cxnSpMkLst>
            <pc:docMk/>
            <pc:sldMk cId="58138784" sldId="361"/>
            <ac:cxnSpMk id="49" creationId="{C6B3CBF8-4372-D718-6E6D-334015AF8733}"/>
          </ac:cxnSpMkLst>
        </pc:cxnChg>
        <pc:cxnChg chg="add mod">
          <ac:chgData name="Robert de Groote" userId="2ce5265b-80a0-4fb8-a62a-8035e9b0c45a" providerId="ADAL" clId="{A80E4885-7617-4261-AD60-182D3446E97F}" dt="2025-10-04T08:29:31.771" v="60363" actId="1076"/>
          <ac:cxnSpMkLst>
            <pc:docMk/>
            <pc:sldMk cId="58138784" sldId="361"/>
            <ac:cxnSpMk id="52" creationId="{3994A57C-0A99-2DFD-E366-98C8EB26AAE9}"/>
          </ac:cxnSpMkLst>
        </pc:cxnChg>
        <pc:cxnChg chg="add mod">
          <ac:chgData name="Robert de Groote" userId="2ce5265b-80a0-4fb8-a62a-8035e9b0c45a" providerId="ADAL" clId="{A80E4885-7617-4261-AD60-182D3446E97F}" dt="2025-10-04T08:28:56.632" v="60350" actId="14100"/>
          <ac:cxnSpMkLst>
            <pc:docMk/>
            <pc:sldMk cId="58138784" sldId="361"/>
            <ac:cxnSpMk id="55" creationId="{E6335DCF-9E9B-E642-73BC-8ED46139FF76}"/>
          </ac:cxnSpMkLst>
        </pc:cxnChg>
        <pc:cxnChg chg="add mod">
          <ac:chgData name="Robert de Groote" userId="2ce5265b-80a0-4fb8-a62a-8035e9b0c45a" providerId="ADAL" clId="{A80E4885-7617-4261-AD60-182D3446E97F}" dt="2025-10-04T08:29:31.771" v="60363" actId="1076"/>
          <ac:cxnSpMkLst>
            <pc:docMk/>
            <pc:sldMk cId="58138784" sldId="361"/>
            <ac:cxnSpMk id="58" creationId="{D0748615-D57A-564B-733B-77186C474F03}"/>
          </ac:cxnSpMkLst>
        </pc:cxnChg>
        <pc:cxnChg chg="add mod">
          <ac:chgData name="Robert de Groote" userId="2ce5265b-80a0-4fb8-a62a-8035e9b0c45a" providerId="ADAL" clId="{A80E4885-7617-4261-AD60-182D3446E97F}" dt="2025-10-04T08:29:31.771" v="60363" actId="1076"/>
          <ac:cxnSpMkLst>
            <pc:docMk/>
            <pc:sldMk cId="58138784" sldId="361"/>
            <ac:cxnSpMk id="62" creationId="{B45AC891-670F-24DA-8C3E-9CB3A5B114F8}"/>
          </ac:cxnSpMkLst>
        </pc:cxnChg>
        <pc:cxnChg chg="add mod">
          <ac:chgData name="Robert de Groote" userId="2ce5265b-80a0-4fb8-a62a-8035e9b0c45a" providerId="ADAL" clId="{A80E4885-7617-4261-AD60-182D3446E97F}" dt="2025-10-04T08:30:25.886" v="60377" actId="1076"/>
          <ac:cxnSpMkLst>
            <pc:docMk/>
            <pc:sldMk cId="58138784" sldId="361"/>
            <ac:cxnSpMk id="67" creationId="{6B49D9DF-91DD-765C-6DFA-35070E329860}"/>
          </ac:cxnSpMkLst>
        </pc:cxnChg>
        <pc:cxnChg chg="add mod topLvl">
          <ac:chgData name="Robert de Groote" userId="2ce5265b-80a0-4fb8-a62a-8035e9b0c45a" providerId="ADAL" clId="{A80E4885-7617-4261-AD60-182D3446E97F}" dt="2025-10-06T06:39:04.542" v="65893" actId="165"/>
          <ac:cxnSpMkLst>
            <pc:docMk/>
            <pc:sldMk cId="58138784" sldId="361"/>
            <ac:cxnSpMk id="68" creationId="{3894D766-0FC9-1827-EF4A-A60ED934C6C1}"/>
          </ac:cxnSpMkLst>
        </pc:cxnChg>
        <pc:cxnChg chg="add mod">
          <ac:chgData name="Robert de Groote" userId="2ce5265b-80a0-4fb8-a62a-8035e9b0c45a" providerId="ADAL" clId="{A80E4885-7617-4261-AD60-182D3446E97F}" dt="2025-10-04T08:30:28.376" v="60378" actId="1076"/>
          <ac:cxnSpMkLst>
            <pc:docMk/>
            <pc:sldMk cId="58138784" sldId="361"/>
            <ac:cxnSpMk id="71" creationId="{026D30A0-5597-403A-DDEE-70F4149D2FF3}"/>
          </ac:cxnSpMkLst>
        </pc:cxnChg>
        <pc:cxnChg chg="add mod">
          <ac:chgData name="Robert de Groote" userId="2ce5265b-80a0-4fb8-a62a-8035e9b0c45a" providerId="ADAL" clId="{A80E4885-7617-4261-AD60-182D3446E97F}" dt="2025-10-04T08:30:25.886" v="60377" actId="1076"/>
          <ac:cxnSpMkLst>
            <pc:docMk/>
            <pc:sldMk cId="58138784" sldId="361"/>
            <ac:cxnSpMk id="74" creationId="{E5EF095E-F33B-690B-D9C1-36987C4CD9D8}"/>
          </ac:cxnSpMkLst>
        </pc:cxnChg>
        <pc:cxnChg chg="add mod topLvl">
          <ac:chgData name="Robert de Groote" userId="2ce5265b-80a0-4fb8-a62a-8035e9b0c45a" providerId="ADAL" clId="{A80E4885-7617-4261-AD60-182D3446E97F}" dt="2025-10-06T06:39:04.542" v="65893" actId="165"/>
          <ac:cxnSpMkLst>
            <pc:docMk/>
            <pc:sldMk cId="58138784" sldId="361"/>
            <ac:cxnSpMk id="82" creationId="{668777C5-744B-C93B-CA63-90AC03CC7BF8}"/>
          </ac:cxnSpMkLst>
        </pc:cxnChg>
        <pc:cxnChg chg="add mod topLvl">
          <ac:chgData name="Robert de Groote" userId="2ce5265b-80a0-4fb8-a62a-8035e9b0c45a" providerId="ADAL" clId="{A80E4885-7617-4261-AD60-182D3446E97F}" dt="2025-10-06T06:39:04.542" v="65893" actId="165"/>
          <ac:cxnSpMkLst>
            <pc:docMk/>
            <pc:sldMk cId="58138784" sldId="361"/>
            <ac:cxnSpMk id="85" creationId="{8289E591-9C40-57B2-686E-4596A3BB0C97}"/>
          </ac:cxnSpMkLst>
        </pc:cxnChg>
        <pc:cxnChg chg="add mod">
          <ac:chgData name="Robert de Groote" userId="2ce5265b-80a0-4fb8-a62a-8035e9b0c45a" providerId="ADAL" clId="{A80E4885-7617-4261-AD60-182D3446E97F}" dt="2025-10-04T08:30:58.053" v="60391" actId="14100"/>
          <ac:cxnSpMkLst>
            <pc:docMk/>
            <pc:sldMk cId="58138784" sldId="361"/>
            <ac:cxnSpMk id="88" creationId="{E14C6F45-62D4-0AA2-F3C9-048CB6635DE7}"/>
          </ac:cxnSpMkLst>
        </pc:cxnChg>
        <pc:cxnChg chg="add mod">
          <ac:chgData name="Robert de Groote" userId="2ce5265b-80a0-4fb8-a62a-8035e9b0c45a" providerId="ADAL" clId="{A80E4885-7617-4261-AD60-182D3446E97F}" dt="2025-10-04T08:31:40.888" v="60398" actId="1076"/>
          <ac:cxnSpMkLst>
            <pc:docMk/>
            <pc:sldMk cId="58138784" sldId="361"/>
            <ac:cxnSpMk id="91" creationId="{8BED7572-5EF9-05AE-FF92-9B6569E871A9}"/>
          </ac:cxnSpMkLst>
        </pc:cxnChg>
        <pc:cxnChg chg="add mod">
          <ac:chgData name="Robert de Groote" userId="2ce5265b-80a0-4fb8-a62a-8035e9b0c45a" providerId="ADAL" clId="{A80E4885-7617-4261-AD60-182D3446E97F}" dt="2025-10-04T08:31:16.888" v="60397" actId="14100"/>
          <ac:cxnSpMkLst>
            <pc:docMk/>
            <pc:sldMk cId="58138784" sldId="361"/>
            <ac:cxnSpMk id="94" creationId="{0EF371FE-3ED3-4065-3CCA-EAEDC5FC5C24}"/>
          </ac:cxnSpMkLst>
        </pc:cxnChg>
      </pc:sldChg>
      <pc:sldChg chg="addSp delSp modSp add mod modAnim">
        <pc:chgData name="Robert de Groote" userId="2ce5265b-80a0-4fb8-a62a-8035e9b0c45a" providerId="ADAL" clId="{A80E4885-7617-4261-AD60-182D3446E97F}" dt="2025-10-06T06:53:50.998" v="66070" actId="27636"/>
        <pc:sldMkLst>
          <pc:docMk/>
          <pc:sldMk cId="1776324971" sldId="362"/>
        </pc:sldMkLst>
        <pc:spChg chg="mod">
          <ac:chgData name="Robert de Groote" userId="2ce5265b-80a0-4fb8-a62a-8035e9b0c45a" providerId="ADAL" clId="{A80E4885-7617-4261-AD60-182D3446E97F}" dt="2025-10-04T09:53:23.312" v="64450" actId="20577"/>
          <ac:spMkLst>
            <pc:docMk/>
            <pc:sldMk cId="1776324971" sldId="362"/>
            <ac:spMk id="2" creationId="{A9CA3233-DEA1-A406-1301-7747EA137011}"/>
          </ac:spMkLst>
        </pc:spChg>
        <pc:spChg chg="mod">
          <ac:chgData name="Robert de Groote" userId="2ce5265b-80a0-4fb8-a62a-8035e9b0c45a" providerId="ADAL" clId="{A80E4885-7617-4261-AD60-182D3446E97F}" dt="2025-10-06T06:53:50.998" v="66070" actId="27636"/>
          <ac:spMkLst>
            <pc:docMk/>
            <pc:sldMk cId="1776324971" sldId="362"/>
            <ac:spMk id="3" creationId="{93B2393B-4C42-8E5B-AB3F-357F5FA07E60}"/>
          </ac:spMkLst>
        </pc:spChg>
        <pc:spChg chg="mod topLvl">
          <ac:chgData name="Robert de Groote" userId="2ce5265b-80a0-4fb8-a62a-8035e9b0c45a" providerId="ADAL" clId="{A80E4885-7617-4261-AD60-182D3446E97F}" dt="2025-10-06T06:53:22.732" v="66061" actId="164"/>
          <ac:spMkLst>
            <pc:docMk/>
            <pc:sldMk cId="1776324971" sldId="362"/>
            <ac:spMk id="5" creationId="{5CF1FDBE-6C52-352E-8899-FAEEE9ECE7B5}"/>
          </ac:spMkLst>
        </pc:spChg>
        <pc:spChg chg="mod topLvl">
          <ac:chgData name="Robert de Groote" userId="2ce5265b-80a0-4fb8-a62a-8035e9b0c45a" providerId="ADAL" clId="{A80E4885-7617-4261-AD60-182D3446E97F}" dt="2025-10-06T06:53:22.732" v="66061" actId="164"/>
          <ac:spMkLst>
            <pc:docMk/>
            <pc:sldMk cId="1776324971" sldId="362"/>
            <ac:spMk id="6" creationId="{8D520387-9F62-5ED2-3B14-CBD31DA42BA2}"/>
          </ac:spMkLst>
        </pc:spChg>
        <pc:spChg chg="mod topLvl">
          <ac:chgData name="Robert de Groote" userId="2ce5265b-80a0-4fb8-a62a-8035e9b0c45a" providerId="ADAL" clId="{A80E4885-7617-4261-AD60-182D3446E97F}" dt="2025-10-06T06:53:22.732" v="66061" actId="164"/>
          <ac:spMkLst>
            <pc:docMk/>
            <pc:sldMk cId="1776324971" sldId="362"/>
            <ac:spMk id="7" creationId="{C2DE062A-036F-D5C4-BB15-EA94CCED5BCC}"/>
          </ac:spMkLst>
        </pc:spChg>
        <pc:spChg chg="mod topLvl">
          <ac:chgData name="Robert de Groote" userId="2ce5265b-80a0-4fb8-a62a-8035e9b0c45a" providerId="ADAL" clId="{A80E4885-7617-4261-AD60-182D3446E97F}" dt="2025-10-06T06:53:22.732" v="66061" actId="164"/>
          <ac:spMkLst>
            <pc:docMk/>
            <pc:sldMk cId="1776324971" sldId="362"/>
            <ac:spMk id="8" creationId="{560CD4AF-F5FF-FD36-7B61-DB607CCBB015}"/>
          </ac:spMkLst>
        </pc:spChg>
        <pc:spChg chg="mod topLvl">
          <ac:chgData name="Robert de Groote" userId="2ce5265b-80a0-4fb8-a62a-8035e9b0c45a" providerId="ADAL" clId="{A80E4885-7617-4261-AD60-182D3446E97F}" dt="2025-10-06T06:53:22.732" v="66061" actId="164"/>
          <ac:spMkLst>
            <pc:docMk/>
            <pc:sldMk cId="1776324971" sldId="362"/>
            <ac:spMk id="9" creationId="{8DC72F4F-BCFC-6A0E-886A-B8F8155FF76F}"/>
          </ac:spMkLst>
        </pc:spChg>
        <pc:spChg chg="mod topLvl">
          <ac:chgData name="Robert de Groote" userId="2ce5265b-80a0-4fb8-a62a-8035e9b0c45a" providerId="ADAL" clId="{A80E4885-7617-4261-AD60-182D3446E97F}" dt="2025-10-06T06:53:22.732" v="66061" actId="164"/>
          <ac:spMkLst>
            <pc:docMk/>
            <pc:sldMk cId="1776324971" sldId="362"/>
            <ac:spMk id="14" creationId="{272151F2-9087-EDEA-B4F4-67825CBA77F6}"/>
          </ac:spMkLst>
        </pc:spChg>
        <pc:spChg chg="add mod">
          <ac:chgData name="Robert de Groote" userId="2ce5265b-80a0-4fb8-a62a-8035e9b0c45a" providerId="ADAL" clId="{A80E4885-7617-4261-AD60-182D3446E97F}" dt="2025-10-06T06:53:22.732" v="66061" actId="164"/>
          <ac:spMkLst>
            <pc:docMk/>
            <pc:sldMk cId="1776324971" sldId="362"/>
            <ac:spMk id="20" creationId="{6D390923-1C6A-7CF7-A951-8F3C10CB165E}"/>
          </ac:spMkLst>
        </pc:spChg>
        <pc:grpChg chg="add mod">
          <ac:chgData name="Robert de Groote" userId="2ce5265b-80a0-4fb8-a62a-8035e9b0c45a" providerId="ADAL" clId="{A80E4885-7617-4261-AD60-182D3446E97F}" dt="2025-10-06T06:53:22.732" v="66061" actId="164"/>
          <ac:grpSpMkLst>
            <pc:docMk/>
            <pc:sldMk cId="1776324971" sldId="362"/>
            <ac:grpSpMk id="4" creationId="{CF826F77-6B3F-3536-BA65-0D9ECE828BDC}"/>
          </ac:grpSpMkLst>
        </pc:grpChg>
        <pc:cxnChg chg="mod topLvl">
          <ac:chgData name="Robert de Groote" userId="2ce5265b-80a0-4fb8-a62a-8035e9b0c45a" providerId="ADAL" clId="{A80E4885-7617-4261-AD60-182D3446E97F}" dt="2025-10-04T12:04:12.140" v="64942" actId="14100"/>
          <ac:cxnSpMkLst>
            <pc:docMk/>
            <pc:sldMk cId="1776324971" sldId="362"/>
            <ac:cxnSpMk id="10" creationId="{AE5CA7FC-5CDE-ED7B-26CA-FE63A0093139}"/>
          </ac:cxnSpMkLst>
        </pc:cxnChg>
        <pc:cxnChg chg="mod topLvl">
          <ac:chgData name="Robert de Groote" userId="2ce5265b-80a0-4fb8-a62a-8035e9b0c45a" providerId="ADAL" clId="{A80E4885-7617-4261-AD60-182D3446E97F}" dt="2025-10-06T06:53:22.732" v="66061" actId="164"/>
          <ac:cxnSpMkLst>
            <pc:docMk/>
            <pc:sldMk cId="1776324971" sldId="362"/>
            <ac:cxnSpMk id="11" creationId="{38C2731E-10E8-ABBC-639A-F48BC2B31134}"/>
          </ac:cxnSpMkLst>
        </pc:cxnChg>
        <pc:cxnChg chg="mod">
          <ac:chgData name="Robert de Groote" userId="2ce5265b-80a0-4fb8-a62a-8035e9b0c45a" providerId="ADAL" clId="{A80E4885-7617-4261-AD60-182D3446E97F}" dt="2025-10-04T12:04:25.400" v="64945" actId="14100"/>
          <ac:cxnSpMkLst>
            <pc:docMk/>
            <pc:sldMk cId="1776324971" sldId="362"/>
            <ac:cxnSpMk id="13" creationId="{95C73B22-DA60-19CD-B7A2-0A5E8975ABA8}"/>
          </ac:cxnSpMkLst>
        </pc:cxnChg>
        <pc:cxnChg chg="mod">
          <ac:chgData name="Robert de Groote" userId="2ce5265b-80a0-4fb8-a62a-8035e9b0c45a" providerId="ADAL" clId="{A80E4885-7617-4261-AD60-182D3446E97F}" dt="2025-10-04T12:03:52.780" v="64936" actId="14100"/>
          <ac:cxnSpMkLst>
            <pc:docMk/>
            <pc:sldMk cId="1776324971" sldId="362"/>
            <ac:cxnSpMk id="15" creationId="{F98F4D17-96A0-F67D-9352-0840E5AEB913}"/>
          </ac:cxnSpMkLst>
        </pc:cxnChg>
        <pc:cxnChg chg="mod topLvl">
          <ac:chgData name="Robert de Groote" userId="2ce5265b-80a0-4fb8-a62a-8035e9b0c45a" providerId="ADAL" clId="{A80E4885-7617-4261-AD60-182D3446E97F}" dt="2025-10-04T12:04:45.802" v="64951" actId="1076"/>
          <ac:cxnSpMkLst>
            <pc:docMk/>
            <pc:sldMk cId="1776324971" sldId="362"/>
            <ac:cxnSpMk id="17" creationId="{ED3B35D0-4CFD-FB94-ECE4-492D2E945475}"/>
          </ac:cxnSpMkLst>
        </pc:cxnChg>
        <pc:cxnChg chg="mod">
          <ac:chgData name="Robert de Groote" userId="2ce5265b-80a0-4fb8-a62a-8035e9b0c45a" providerId="ADAL" clId="{A80E4885-7617-4261-AD60-182D3446E97F}" dt="2025-10-04T12:05:06.936" v="64958" actId="14100"/>
          <ac:cxnSpMkLst>
            <pc:docMk/>
            <pc:sldMk cId="1776324971" sldId="362"/>
            <ac:cxnSpMk id="18" creationId="{0A8DFB1E-A0FC-06DC-3145-9B73CF432019}"/>
          </ac:cxnSpMkLst>
        </pc:cxnChg>
        <pc:cxnChg chg="mod">
          <ac:chgData name="Robert de Groote" userId="2ce5265b-80a0-4fb8-a62a-8035e9b0c45a" providerId="ADAL" clId="{A80E4885-7617-4261-AD60-182D3446E97F}" dt="2025-10-06T06:53:22.732" v="66061" actId="164"/>
          <ac:cxnSpMkLst>
            <pc:docMk/>
            <pc:sldMk cId="1776324971" sldId="362"/>
            <ac:cxnSpMk id="19" creationId="{DCCC8849-563F-DA49-3207-9E98E98D84B5}"/>
          </ac:cxnSpMkLst>
        </pc:cxnChg>
        <pc:cxnChg chg="add mod">
          <ac:chgData name="Robert de Groote" userId="2ce5265b-80a0-4fb8-a62a-8035e9b0c45a" providerId="ADAL" clId="{A80E4885-7617-4261-AD60-182D3446E97F}" dt="2025-10-04T12:04:54.514" v="64954" actId="14100"/>
          <ac:cxnSpMkLst>
            <pc:docMk/>
            <pc:sldMk cId="1776324971" sldId="362"/>
            <ac:cxnSpMk id="48" creationId="{64FB2F6D-A632-BA6B-D92D-04B34D4142C8}"/>
          </ac:cxnSpMkLst>
        </pc:cxnChg>
      </pc:sldChg>
      <pc:sldChg chg="addSp delSp modSp add mod modAnim">
        <pc:chgData name="Robert de Groote" userId="2ce5265b-80a0-4fb8-a62a-8035e9b0c45a" providerId="ADAL" clId="{A80E4885-7617-4261-AD60-182D3446E97F}" dt="2025-10-06T06:46:51.837" v="65966" actId="20577"/>
        <pc:sldMkLst>
          <pc:docMk/>
          <pc:sldMk cId="1640157868" sldId="363"/>
        </pc:sldMkLst>
        <pc:spChg chg="mod">
          <ac:chgData name="Robert de Groote" userId="2ce5265b-80a0-4fb8-a62a-8035e9b0c45a" providerId="ADAL" clId="{A80E4885-7617-4261-AD60-182D3446E97F}" dt="2025-09-30T09:45:53.339" v="1330" actId="20577"/>
          <ac:spMkLst>
            <pc:docMk/>
            <pc:sldMk cId="1640157868" sldId="363"/>
            <ac:spMk id="2" creationId="{4AF31540-A7C5-3C1F-5B08-F9C3260C5E7A}"/>
          </ac:spMkLst>
        </pc:spChg>
        <pc:spChg chg="mod">
          <ac:chgData name="Robert de Groote" userId="2ce5265b-80a0-4fb8-a62a-8035e9b0c45a" providerId="ADAL" clId="{A80E4885-7617-4261-AD60-182D3446E97F}" dt="2025-10-04T16:31:21.440" v="65727" actId="108"/>
          <ac:spMkLst>
            <pc:docMk/>
            <pc:sldMk cId="1640157868" sldId="363"/>
            <ac:spMk id="3" creationId="{DB9275C5-46B1-A8BF-3373-95A223A3CFD4}"/>
          </ac:spMkLst>
        </pc:spChg>
        <pc:spChg chg="mod topLvl">
          <ac:chgData name="Robert de Groote" userId="2ce5265b-80a0-4fb8-a62a-8035e9b0c45a" providerId="ADAL" clId="{A80E4885-7617-4261-AD60-182D3446E97F}" dt="2025-10-04T09:22:02.459" v="61271" actId="164"/>
          <ac:spMkLst>
            <pc:docMk/>
            <pc:sldMk cId="1640157868" sldId="363"/>
            <ac:spMk id="5" creationId="{7D123C93-1169-38F8-F4FE-AD08578B874D}"/>
          </ac:spMkLst>
        </pc:spChg>
        <pc:spChg chg="mod topLvl">
          <ac:chgData name="Robert de Groote" userId="2ce5265b-80a0-4fb8-a62a-8035e9b0c45a" providerId="ADAL" clId="{A80E4885-7617-4261-AD60-182D3446E97F}" dt="2025-10-04T09:22:02.459" v="61271" actId="164"/>
          <ac:spMkLst>
            <pc:docMk/>
            <pc:sldMk cId="1640157868" sldId="363"/>
            <ac:spMk id="6" creationId="{61642FCD-969E-C96B-02FB-24A5A450D3BB}"/>
          </ac:spMkLst>
        </pc:spChg>
        <pc:spChg chg="mod topLvl">
          <ac:chgData name="Robert de Groote" userId="2ce5265b-80a0-4fb8-a62a-8035e9b0c45a" providerId="ADAL" clId="{A80E4885-7617-4261-AD60-182D3446E97F}" dt="2025-10-04T09:22:02.459" v="61271" actId="164"/>
          <ac:spMkLst>
            <pc:docMk/>
            <pc:sldMk cId="1640157868" sldId="363"/>
            <ac:spMk id="7" creationId="{1607CBD4-D2F7-BAD4-B92E-CAC7F47D3206}"/>
          </ac:spMkLst>
        </pc:spChg>
        <pc:spChg chg="mod topLvl">
          <ac:chgData name="Robert de Groote" userId="2ce5265b-80a0-4fb8-a62a-8035e9b0c45a" providerId="ADAL" clId="{A80E4885-7617-4261-AD60-182D3446E97F}" dt="2025-10-04T09:22:02.459" v="61271" actId="164"/>
          <ac:spMkLst>
            <pc:docMk/>
            <pc:sldMk cId="1640157868" sldId="363"/>
            <ac:spMk id="8" creationId="{D0E2B3D5-FBB0-26BB-628A-A276F9B798C6}"/>
          </ac:spMkLst>
        </pc:spChg>
        <pc:spChg chg="mod topLvl">
          <ac:chgData name="Robert de Groote" userId="2ce5265b-80a0-4fb8-a62a-8035e9b0c45a" providerId="ADAL" clId="{A80E4885-7617-4261-AD60-182D3446E97F}" dt="2025-10-04T09:22:02.459" v="61271" actId="164"/>
          <ac:spMkLst>
            <pc:docMk/>
            <pc:sldMk cId="1640157868" sldId="363"/>
            <ac:spMk id="9" creationId="{B2DB554C-B3DF-3A9C-4515-4E2C6B6DC6E0}"/>
          </ac:spMkLst>
        </pc:spChg>
        <pc:spChg chg="mod topLvl">
          <ac:chgData name="Robert de Groote" userId="2ce5265b-80a0-4fb8-a62a-8035e9b0c45a" providerId="ADAL" clId="{A80E4885-7617-4261-AD60-182D3446E97F}" dt="2025-10-04T09:22:02.459" v="61271" actId="164"/>
          <ac:spMkLst>
            <pc:docMk/>
            <pc:sldMk cId="1640157868" sldId="363"/>
            <ac:spMk id="14" creationId="{9AEC897A-5D0E-D5F1-311F-9B6519219B03}"/>
          </ac:spMkLst>
        </pc:spChg>
        <pc:spChg chg="add mod topLvl">
          <ac:chgData name="Robert de Groote" userId="2ce5265b-80a0-4fb8-a62a-8035e9b0c45a" providerId="ADAL" clId="{A80E4885-7617-4261-AD60-182D3446E97F}" dt="2025-10-06T06:46:00.324" v="65956" actId="164"/>
          <ac:spMkLst>
            <pc:docMk/>
            <pc:sldMk cId="1640157868" sldId="363"/>
            <ac:spMk id="20" creationId="{563CFD72-D172-32E1-19DA-A7FD186E6F9B}"/>
          </ac:spMkLst>
        </pc:spChg>
        <pc:spChg chg="add mod">
          <ac:chgData name="Robert de Groote" userId="2ce5265b-80a0-4fb8-a62a-8035e9b0c45a" providerId="ADAL" clId="{A80E4885-7617-4261-AD60-182D3446E97F}" dt="2025-10-06T06:46:00.324" v="65956" actId="164"/>
          <ac:spMkLst>
            <pc:docMk/>
            <pc:sldMk cId="1640157868" sldId="363"/>
            <ac:spMk id="22" creationId="{CDA246F4-A733-0DFA-9466-33A9A6D98664}"/>
          </ac:spMkLst>
        </pc:spChg>
        <pc:spChg chg="add mod">
          <ac:chgData name="Robert de Groote" userId="2ce5265b-80a0-4fb8-a62a-8035e9b0c45a" providerId="ADAL" clId="{A80E4885-7617-4261-AD60-182D3446E97F}" dt="2025-10-06T06:46:00.324" v="65956" actId="164"/>
          <ac:spMkLst>
            <pc:docMk/>
            <pc:sldMk cId="1640157868" sldId="363"/>
            <ac:spMk id="23" creationId="{2ADFA085-C285-3CD5-7085-FF76C3A140D0}"/>
          </ac:spMkLst>
        </pc:spChg>
        <pc:spChg chg="add mod">
          <ac:chgData name="Robert de Groote" userId="2ce5265b-80a0-4fb8-a62a-8035e9b0c45a" providerId="ADAL" clId="{A80E4885-7617-4261-AD60-182D3446E97F}" dt="2025-10-06T06:46:00.324" v="65956" actId="164"/>
          <ac:spMkLst>
            <pc:docMk/>
            <pc:sldMk cId="1640157868" sldId="363"/>
            <ac:spMk id="24" creationId="{E890BFC3-5DD1-ACC2-AF91-F88F014E46C1}"/>
          </ac:spMkLst>
        </pc:spChg>
        <pc:spChg chg="add mod">
          <ac:chgData name="Robert de Groote" userId="2ce5265b-80a0-4fb8-a62a-8035e9b0c45a" providerId="ADAL" clId="{A80E4885-7617-4261-AD60-182D3446E97F}" dt="2025-10-04T09:23:47.955" v="61841" actId="408"/>
          <ac:spMkLst>
            <pc:docMk/>
            <pc:sldMk cId="1640157868" sldId="363"/>
            <ac:spMk id="25" creationId="{31E3F302-E8D2-F62F-B3E6-BC8C101530FA}"/>
          </ac:spMkLst>
        </pc:spChg>
        <pc:spChg chg="add mod">
          <ac:chgData name="Robert de Groote" userId="2ce5265b-80a0-4fb8-a62a-8035e9b0c45a" providerId="ADAL" clId="{A80E4885-7617-4261-AD60-182D3446E97F}" dt="2025-10-06T06:46:00.324" v="65956" actId="164"/>
          <ac:spMkLst>
            <pc:docMk/>
            <pc:sldMk cId="1640157868" sldId="363"/>
            <ac:spMk id="26" creationId="{DBD4DB61-494F-B62E-33ED-8C78C43DAE26}"/>
          </ac:spMkLst>
        </pc:spChg>
        <pc:spChg chg="add mod">
          <ac:chgData name="Robert de Groote" userId="2ce5265b-80a0-4fb8-a62a-8035e9b0c45a" providerId="ADAL" clId="{A80E4885-7617-4261-AD60-182D3446E97F}" dt="2025-10-06T06:46:00.324" v="65956" actId="164"/>
          <ac:spMkLst>
            <pc:docMk/>
            <pc:sldMk cId="1640157868" sldId="363"/>
            <ac:spMk id="59" creationId="{D7E51793-5BBC-7CE0-FFD4-9ACF581656D0}"/>
          </ac:spMkLst>
        </pc:spChg>
        <pc:spChg chg="add mod">
          <ac:chgData name="Robert de Groote" userId="2ce5265b-80a0-4fb8-a62a-8035e9b0c45a" providerId="ADAL" clId="{A80E4885-7617-4261-AD60-182D3446E97F}" dt="2025-10-06T06:46:00.324" v="65956" actId="164"/>
          <ac:spMkLst>
            <pc:docMk/>
            <pc:sldMk cId="1640157868" sldId="363"/>
            <ac:spMk id="60" creationId="{13E0E22D-63AB-3993-7A80-B177199D316A}"/>
          </ac:spMkLst>
        </pc:spChg>
        <pc:spChg chg="add mod">
          <ac:chgData name="Robert de Groote" userId="2ce5265b-80a0-4fb8-a62a-8035e9b0c45a" providerId="ADAL" clId="{A80E4885-7617-4261-AD60-182D3446E97F}" dt="2025-10-06T06:46:00.324" v="65956" actId="164"/>
          <ac:spMkLst>
            <pc:docMk/>
            <pc:sldMk cId="1640157868" sldId="363"/>
            <ac:spMk id="61" creationId="{224FC833-9F13-5BA0-7C77-05AA50A4CD1E}"/>
          </ac:spMkLst>
        </pc:spChg>
        <pc:spChg chg="add mod">
          <ac:chgData name="Robert de Groote" userId="2ce5265b-80a0-4fb8-a62a-8035e9b0c45a" providerId="ADAL" clId="{A80E4885-7617-4261-AD60-182D3446E97F}" dt="2025-10-04T09:25:23.030" v="62218" actId="1076"/>
          <ac:spMkLst>
            <pc:docMk/>
            <pc:sldMk cId="1640157868" sldId="363"/>
            <ac:spMk id="62" creationId="{3A09D7D5-232F-779A-25CD-28D901471A11}"/>
          </ac:spMkLst>
        </pc:spChg>
        <pc:spChg chg="add mod">
          <ac:chgData name="Robert de Groote" userId="2ce5265b-80a0-4fb8-a62a-8035e9b0c45a" providerId="ADAL" clId="{A80E4885-7617-4261-AD60-182D3446E97F}" dt="2025-10-06T06:46:00.324" v="65956" actId="164"/>
          <ac:spMkLst>
            <pc:docMk/>
            <pc:sldMk cId="1640157868" sldId="363"/>
            <ac:spMk id="63" creationId="{558A9F39-A11C-C4AC-F23A-195A09002390}"/>
          </ac:spMkLst>
        </pc:spChg>
        <pc:spChg chg="add mod">
          <ac:chgData name="Robert de Groote" userId="2ce5265b-80a0-4fb8-a62a-8035e9b0c45a" providerId="ADAL" clId="{A80E4885-7617-4261-AD60-182D3446E97F}" dt="2025-10-04T09:25:23.030" v="62218" actId="1076"/>
          <ac:spMkLst>
            <pc:docMk/>
            <pc:sldMk cId="1640157868" sldId="363"/>
            <ac:spMk id="64" creationId="{3E6E7CB3-F80E-AF27-3136-A9E90BE08212}"/>
          </ac:spMkLst>
        </pc:spChg>
        <pc:spChg chg="add mod">
          <ac:chgData name="Robert de Groote" userId="2ce5265b-80a0-4fb8-a62a-8035e9b0c45a" providerId="ADAL" clId="{A80E4885-7617-4261-AD60-182D3446E97F}" dt="2025-10-06T06:46:00.324" v="65956" actId="164"/>
          <ac:spMkLst>
            <pc:docMk/>
            <pc:sldMk cId="1640157868" sldId="363"/>
            <ac:spMk id="103" creationId="{A0BC636D-4299-7D07-82C0-BE527570F3C5}"/>
          </ac:spMkLst>
        </pc:spChg>
        <pc:spChg chg="add mod topLvl">
          <ac:chgData name="Robert de Groote" userId="2ce5265b-80a0-4fb8-a62a-8035e9b0c45a" providerId="ADAL" clId="{A80E4885-7617-4261-AD60-182D3446E97F}" dt="2025-10-04T09:38:45.209" v="62712"/>
          <ac:spMkLst>
            <pc:docMk/>
            <pc:sldMk cId="1640157868" sldId="363"/>
            <ac:spMk id="104" creationId="{B4AA8E00-BD59-955A-3FB0-B54C336743A8}"/>
          </ac:spMkLst>
        </pc:spChg>
        <pc:spChg chg="add mod topLvl">
          <ac:chgData name="Robert de Groote" userId="2ce5265b-80a0-4fb8-a62a-8035e9b0c45a" providerId="ADAL" clId="{A80E4885-7617-4261-AD60-182D3446E97F}" dt="2025-10-04T09:38:53.122" v="62856"/>
          <ac:spMkLst>
            <pc:docMk/>
            <pc:sldMk cId="1640157868" sldId="363"/>
            <ac:spMk id="105" creationId="{7C779EE1-4FEE-E9D0-8FA6-BC77B0CF79FA}"/>
          </ac:spMkLst>
        </pc:spChg>
        <pc:spChg chg="add mod topLvl">
          <ac:chgData name="Robert de Groote" userId="2ce5265b-80a0-4fb8-a62a-8035e9b0c45a" providerId="ADAL" clId="{A80E4885-7617-4261-AD60-182D3446E97F}" dt="2025-10-04T09:38:58.996" v="63000"/>
          <ac:spMkLst>
            <pc:docMk/>
            <pc:sldMk cId="1640157868" sldId="363"/>
            <ac:spMk id="106" creationId="{7A54696B-1B44-F458-E2CC-46F486006E4E}"/>
          </ac:spMkLst>
        </pc:spChg>
        <pc:spChg chg="add mod topLvl">
          <ac:chgData name="Robert de Groote" userId="2ce5265b-80a0-4fb8-a62a-8035e9b0c45a" providerId="ADAL" clId="{A80E4885-7617-4261-AD60-182D3446E97F}" dt="2025-10-06T06:46:33.234" v="65963" actId="164"/>
          <ac:spMkLst>
            <pc:docMk/>
            <pc:sldMk cId="1640157868" sldId="363"/>
            <ac:spMk id="107" creationId="{E08D1D6A-4ED8-C949-5F54-BB7776C0072B}"/>
          </ac:spMkLst>
        </pc:spChg>
        <pc:spChg chg="add mod topLvl">
          <ac:chgData name="Robert de Groote" userId="2ce5265b-80a0-4fb8-a62a-8035e9b0c45a" providerId="ADAL" clId="{A80E4885-7617-4261-AD60-182D3446E97F}" dt="2025-10-06T06:46:33.234" v="65963" actId="164"/>
          <ac:spMkLst>
            <pc:docMk/>
            <pc:sldMk cId="1640157868" sldId="363"/>
            <ac:spMk id="108" creationId="{397D2B83-DC90-3162-26FD-E19025C9A8B3}"/>
          </ac:spMkLst>
        </pc:spChg>
        <pc:spChg chg="add mod ord topLvl">
          <ac:chgData name="Robert de Groote" userId="2ce5265b-80a0-4fb8-a62a-8035e9b0c45a" providerId="ADAL" clId="{A80E4885-7617-4261-AD60-182D3446E97F}" dt="2025-10-04T09:39:12.845" v="63242"/>
          <ac:spMkLst>
            <pc:docMk/>
            <pc:sldMk cId="1640157868" sldId="363"/>
            <ac:spMk id="109" creationId="{37C6003E-8C92-5D33-B51D-58B4016D748C}"/>
          </ac:spMkLst>
        </pc:spChg>
        <pc:spChg chg="add mod ord">
          <ac:chgData name="Robert de Groote" userId="2ce5265b-80a0-4fb8-a62a-8035e9b0c45a" providerId="ADAL" clId="{A80E4885-7617-4261-AD60-182D3446E97F}" dt="2025-10-04T09:38:45.209" v="62716"/>
          <ac:spMkLst>
            <pc:docMk/>
            <pc:sldMk cId="1640157868" sldId="363"/>
            <ac:spMk id="112" creationId="{7BD4E6D9-62AC-5519-1EE1-6276FC53B5A8}"/>
          </ac:spMkLst>
        </pc:spChg>
        <pc:spChg chg="add mod ord">
          <ac:chgData name="Robert de Groote" userId="2ce5265b-80a0-4fb8-a62a-8035e9b0c45a" providerId="ADAL" clId="{A80E4885-7617-4261-AD60-182D3446E97F}" dt="2025-10-04T09:38:45.209" v="62720"/>
          <ac:spMkLst>
            <pc:docMk/>
            <pc:sldMk cId="1640157868" sldId="363"/>
            <ac:spMk id="113" creationId="{475538A6-A219-2856-B029-12F187221E0B}"/>
          </ac:spMkLst>
        </pc:spChg>
        <pc:spChg chg="add mod ord">
          <ac:chgData name="Robert de Groote" userId="2ce5265b-80a0-4fb8-a62a-8035e9b0c45a" providerId="ADAL" clId="{A80E4885-7617-4261-AD60-182D3446E97F}" dt="2025-10-06T06:46:33.234" v="65963" actId="164"/>
          <ac:spMkLst>
            <pc:docMk/>
            <pc:sldMk cId="1640157868" sldId="363"/>
            <ac:spMk id="120" creationId="{E9C0FC84-B9C1-8B6F-15EF-BD4993BAE802}"/>
          </ac:spMkLst>
        </pc:spChg>
        <pc:spChg chg="add mod ord">
          <ac:chgData name="Robert de Groote" userId="2ce5265b-80a0-4fb8-a62a-8035e9b0c45a" providerId="ADAL" clId="{A80E4885-7617-4261-AD60-182D3446E97F}" dt="2025-10-06T06:46:33.234" v="65963" actId="164"/>
          <ac:spMkLst>
            <pc:docMk/>
            <pc:sldMk cId="1640157868" sldId="363"/>
            <ac:spMk id="121" creationId="{5D822C00-2E47-E6EB-1AFD-7549971AF2A1}"/>
          </ac:spMkLst>
        </pc:spChg>
        <pc:spChg chg="add mod ord">
          <ac:chgData name="Robert de Groote" userId="2ce5265b-80a0-4fb8-a62a-8035e9b0c45a" providerId="ADAL" clId="{A80E4885-7617-4261-AD60-182D3446E97F}" dt="2025-10-04T09:39:47.317" v="63762"/>
          <ac:spMkLst>
            <pc:docMk/>
            <pc:sldMk cId="1640157868" sldId="363"/>
            <ac:spMk id="128" creationId="{EE972101-C3B4-7834-ABB2-9D69E2CA877D}"/>
          </ac:spMkLst>
        </pc:spChg>
        <pc:spChg chg="add mod ord">
          <ac:chgData name="Robert de Groote" userId="2ce5265b-80a0-4fb8-a62a-8035e9b0c45a" providerId="ADAL" clId="{A80E4885-7617-4261-AD60-182D3446E97F}" dt="2025-10-06T06:46:33.234" v="65963" actId="164"/>
          <ac:spMkLst>
            <pc:docMk/>
            <pc:sldMk cId="1640157868" sldId="363"/>
            <ac:spMk id="129" creationId="{AB5C4B9F-9548-83F6-16BA-62B4C6178869}"/>
          </ac:spMkLst>
        </pc:spChg>
        <pc:spChg chg="add mod ord">
          <ac:chgData name="Robert de Groote" userId="2ce5265b-80a0-4fb8-a62a-8035e9b0c45a" providerId="ADAL" clId="{A80E4885-7617-4261-AD60-182D3446E97F}" dt="2025-10-06T06:46:33.234" v="65963" actId="164"/>
          <ac:spMkLst>
            <pc:docMk/>
            <pc:sldMk cId="1640157868" sldId="363"/>
            <ac:spMk id="130" creationId="{57ABC484-FB37-2E8E-7BAB-C2F91C3D0202}"/>
          </ac:spMkLst>
        </pc:spChg>
        <pc:spChg chg="add mod ord">
          <ac:chgData name="Robert de Groote" userId="2ce5265b-80a0-4fb8-a62a-8035e9b0c45a" providerId="ADAL" clId="{A80E4885-7617-4261-AD60-182D3446E97F}" dt="2025-10-06T06:46:33.234" v="65963" actId="164"/>
          <ac:spMkLst>
            <pc:docMk/>
            <pc:sldMk cId="1640157868" sldId="363"/>
            <ac:spMk id="131" creationId="{DA0985B3-C785-4A58-5C55-6742B6B5FE73}"/>
          </ac:spMkLst>
        </pc:spChg>
        <pc:spChg chg="add mod ord">
          <ac:chgData name="Robert de Groote" userId="2ce5265b-80a0-4fb8-a62a-8035e9b0c45a" providerId="ADAL" clId="{A80E4885-7617-4261-AD60-182D3446E97F}" dt="2025-10-04T09:39:36.669" v="63408"/>
          <ac:spMkLst>
            <pc:docMk/>
            <pc:sldMk cId="1640157868" sldId="363"/>
            <ac:spMk id="132" creationId="{AB3B7C62-164A-B897-B3B6-607AAC45EA68}"/>
          </ac:spMkLst>
        </pc:spChg>
        <pc:spChg chg="add mod ord">
          <ac:chgData name="Robert de Groote" userId="2ce5265b-80a0-4fb8-a62a-8035e9b0c45a" providerId="ADAL" clId="{A80E4885-7617-4261-AD60-182D3446E97F}" dt="2025-10-06T06:46:33.234" v="65963" actId="164"/>
          <ac:spMkLst>
            <pc:docMk/>
            <pc:sldMk cId="1640157868" sldId="363"/>
            <ac:spMk id="133" creationId="{6F4D5E37-3694-E120-20C9-3D12F64EA74E}"/>
          </ac:spMkLst>
        </pc:spChg>
        <pc:spChg chg="add mod ord">
          <ac:chgData name="Robert de Groote" userId="2ce5265b-80a0-4fb8-a62a-8035e9b0c45a" providerId="ADAL" clId="{A80E4885-7617-4261-AD60-182D3446E97F}" dt="2025-10-06T06:46:33.234" v="65963" actId="164"/>
          <ac:spMkLst>
            <pc:docMk/>
            <pc:sldMk cId="1640157868" sldId="363"/>
            <ac:spMk id="134" creationId="{72E04AAE-5226-C64C-BD3D-CB23B7BCE760}"/>
          </ac:spMkLst>
        </pc:spChg>
        <pc:spChg chg="add mod ord">
          <ac:chgData name="Robert de Groote" userId="2ce5265b-80a0-4fb8-a62a-8035e9b0c45a" providerId="ADAL" clId="{A80E4885-7617-4261-AD60-182D3446E97F}" dt="2025-10-06T06:46:33.234" v="65963" actId="164"/>
          <ac:spMkLst>
            <pc:docMk/>
            <pc:sldMk cId="1640157868" sldId="363"/>
            <ac:spMk id="135" creationId="{722A23B3-37E8-2FDF-9C72-D3E97351483E}"/>
          </ac:spMkLst>
        </pc:spChg>
        <pc:grpChg chg="add mod">
          <ac:chgData name="Robert de Groote" userId="2ce5265b-80a0-4fb8-a62a-8035e9b0c45a" providerId="ADAL" clId="{A80E4885-7617-4261-AD60-182D3446E97F}" dt="2025-10-04T09:22:02.459" v="61271" actId="164"/>
          <ac:grpSpMkLst>
            <pc:docMk/>
            <pc:sldMk cId="1640157868" sldId="363"/>
            <ac:grpSpMk id="21" creationId="{930F79FF-E446-D4AD-E238-63CCF990BFF3}"/>
          </ac:grpSpMkLst>
        </pc:grpChg>
        <pc:graphicFrameChg chg="add mod modGraphic">
          <ac:chgData name="Robert de Groote" userId="2ce5265b-80a0-4fb8-a62a-8035e9b0c45a" providerId="ADAL" clId="{A80E4885-7617-4261-AD60-182D3446E97F}" dt="2025-10-06T06:46:51.837" v="65966" actId="20577"/>
          <ac:graphicFrameMkLst>
            <pc:docMk/>
            <pc:sldMk cId="1640157868" sldId="363"/>
            <ac:graphicFrameMk id="101" creationId="{729E258E-A075-174F-7969-4FC3610DA8E6}"/>
          </ac:graphicFrameMkLst>
        </pc:graphicFrameChg>
        <pc:cxnChg chg="mod topLvl">
          <ac:chgData name="Robert de Groote" userId="2ce5265b-80a0-4fb8-a62a-8035e9b0c45a" providerId="ADAL" clId="{A80E4885-7617-4261-AD60-182D3446E97F}" dt="2025-10-04T09:22:02.459" v="61271" actId="164"/>
          <ac:cxnSpMkLst>
            <pc:docMk/>
            <pc:sldMk cId="1640157868" sldId="363"/>
            <ac:cxnSpMk id="17" creationId="{89D842D7-6F91-163C-38A4-E937AFDF0930}"/>
          </ac:cxnSpMkLst>
        </pc:cxnChg>
        <pc:cxnChg chg="mod">
          <ac:chgData name="Robert de Groote" userId="2ce5265b-80a0-4fb8-a62a-8035e9b0c45a" providerId="ADAL" clId="{A80E4885-7617-4261-AD60-182D3446E97F}" dt="2025-10-04T09:22:02.459" v="61271" actId="164"/>
          <ac:cxnSpMkLst>
            <pc:docMk/>
            <pc:sldMk cId="1640157868" sldId="363"/>
            <ac:cxnSpMk id="18" creationId="{4285A573-AD18-590E-0DD8-CE679E1DF90F}"/>
          </ac:cxnSpMkLst>
        </pc:cxnChg>
        <pc:cxnChg chg="mod topLvl">
          <ac:chgData name="Robert de Groote" userId="2ce5265b-80a0-4fb8-a62a-8035e9b0c45a" providerId="ADAL" clId="{A80E4885-7617-4261-AD60-182D3446E97F}" dt="2025-10-04T09:22:02.459" v="61271" actId="164"/>
          <ac:cxnSpMkLst>
            <pc:docMk/>
            <pc:sldMk cId="1640157868" sldId="363"/>
            <ac:cxnSpMk id="19" creationId="{FC257B38-F56F-5FB1-1CDE-FD25AF406881}"/>
          </ac:cxnSpMkLst>
        </pc:cxnChg>
      </pc:sldChg>
      <pc:sldChg chg="modSp add del mod">
        <pc:chgData name="Robert de Groote" userId="2ce5265b-80a0-4fb8-a62a-8035e9b0c45a" providerId="ADAL" clId="{A80E4885-7617-4261-AD60-182D3446E97F}" dt="2025-10-04T08:01:48.792" v="58358" actId="47"/>
        <pc:sldMkLst>
          <pc:docMk/>
          <pc:sldMk cId="1786051466" sldId="364"/>
        </pc:sldMkLst>
      </pc:sldChg>
      <pc:sldChg chg="addSp delSp modSp add mod modAnim">
        <pc:chgData name="Robert de Groote" userId="2ce5265b-80a0-4fb8-a62a-8035e9b0c45a" providerId="ADAL" clId="{A80E4885-7617-4261-AD60-182D3446E97F}" dt="2025-10-06T07:36:38.932" v="66737" actId="6549"/>
        <pc:sldMkLst>
          <pc:docMk/>
          <pc:sldMk cId="3300484350" sldId="365"/>
        </pc:sldMkLst>
        <pc:spChg chg="mod">
          <ac:chgData name="Robert de Groote" userId="2ce5265b-80a0-4fb8-a62a-8035e9b0c45a" providerId="ADAL" clId="{A80E4885-7617-4261-AD60-182D3446E97F}" dt="2025-10-02T08:44:21.402" v="35915" actId="6549"/>
          <ac:spMkLst>
            <pc:docMk/>
            <pc:sldMk cId="3300484350" sldId="365"/>
            <ac:spMk id="2" creationId="{6388AAAE-17A7-27C0-57D2-D65B8D606B10}"/>
          </ac:spMkLst>
        </pc:spChg>
        <pc:spChg chg="mod">
          <ac:chgData name="Robert de Groote" userId="2ce5265b-80a0-4fb8-a62a-8035e9b0c45a" providerId="ADAL" clId="{A80E4885-7617-4261-AD60-182D3446E97F}" dt="2025-10-06T07:36:38.932" v="66737" actId="6549"/>
          <ac:spMkLst>
            <pc:docMk/>
            <pc:sldMk cId="3300484350" sldId="365"/>
            <ac:spMk id="3" creationId="{23C06E44-B98B-E831-95D9-BFA3026C6F35}"/>
          </ac:spMkLst>
        </pc:spChg>
        <pc:spChg chg="add mod">
          <ac:chgData name="Robert de Groote" userId="2ce5265b-80a0-4fb8-a62a-8035e9b0c45a" providerId="ADAL" clId="{A80E4885-7617-4261-AD60-182D3446E97F}" dt="2025-10-01T13:39:23.319" v="5846"/>
          <ac:spMkLst>
            <pc:docMk/>
            <pc:sldMk cId="3300484350" sldId="365"/>
            <ac:spMk id="5" creationId="{8CDB6998-6860-B134-DE63-5C5BFBC9E644}"/>
          </ac:spMkLst>
        </pc:spChg>
        <pc:spChg chg="add mod ord">
          <ac:chgData name="Robert de Groote" userId="2ce5265b-80a0-4fb8-a62a-8035e9b0c45a" providerId="ADAL" clId="{A80E4885-7617-4261-AD60-182D3446E97F}" dt="2025-10-02T08:49:16.414" v="36268" actId="20577"/>
          <ac:spMkLst>
            <pc:docMk/>
            <pc:sldMk cId="3300484350" sldId="365"/>
            <ac:spMk id="6" creationId="{9015F2E8-1388-E0DE-43CA-456CA598FD6C}"/>
          </ac:spMkLst>
        </pc:spChg>
        <pc:spChg chg="add mod ord">
          <ac:chgData name="Robert de Groote" userId="2ce5265b-80a0-4fb8-a62a-8035e9b0c45a" providerId="ADAL" clId="{A80E4885-7617-4261-AD60-182D3446E97F}" dt="2025-10-02T08:50:21.442" v="36279" actId="20577"/>
          <ac:spMkLst>
            <pc:docMk/>
            <pc:sldMk cId="3300484350" sldId="365"/>
            <ac:spMk id="7" creationId="{B98A9D89-0FB1-4FD9-19C8-D91718186CD7}"/>
          </ac:spMkLst>
        </pc:spChg>
        <pc:spChg chg="add mod">
          <ac:chgData name="Robert de Groote" userId="2ce5265b-80a0-4fb8-a62a-8035e9b0c45a" providerId="ADAL" clId="{A80E4885-7617-4261-AD60-182D3446E97F}" dt="2025-10-01T13:39:19.308" v="5756"/>
          <ac:spMkLst>
            <pc:docMk/>
            <pc:sldMk cId="3300484350" sldId="365"/>
            <ac:spMk id="17" creationId="{859C2042-0815-B3D2-1173-5510CC48DB51}"/>
          </ac:spMkLst>
        </pc:spChg>
        <pc:spChg chg="add mod ord">
          <ac:chgData name="Robert de Groote" userId="2ce5265b-80a0-4fb8-a62a-8035e9b0c45a" providerId="ADAL" clId="{A80E4885-7617-4261-AD60-182D3446E97F}" dt="2025-10-01T13:39:19.304" v="5752"/>
          <ac:spMkLst>
            <pc:docMk/>
            <pc:sldMk cId="3300484350" sldId="365"/>
            <ac:spMk id="18" creationId="{2E6F13CE-1AB5-0DFB-4C9C-763F3B1D5463}"/>
          </ac:spMkLst>
        </pc:spChg>
        <pc:spChg chg="add mod">
          <ac:chgData name="Robert de Groote" userId="2ce5265b-80a0-4fb8-a62a-8035e9b0c45a" providerId="ADAL" clId="{A80E4885-7617-4261-AD60-182D3446E97F}" dt="2025-10-01T13:39:19.312" v="5760"/>
          <ac:spMkLst>
            <pc:docMk/>
            <pc:sldMk cId="3300484350" sldId="365"/>
            <ac:spMk id="19" creationId="{C4198F6E-BF14-8D19-BD33-8D1006F0210F}"/>
          </ac:spMkLst>
        </pc:spChg>
        <pc:spChg chg="add mod">
          <ac:chgData name="Robert de Groote" userId="2ce5265b-80a0-4fb8-a62a-8035e9b0c45a" providerId="ADAL" clId="{A80E4885-7617-4261-AD60-182D3446E97F}" dt="2025-10-02T08:59:07.964" v="37856" actId="20577"/>
          <ac:spMkLst>
            <pc:docMk/>
            <pc:sldMk cId="3300484350" sldId="365"/>
            <ac:spMk id="20" creationId="{59DD377A-A3DD-B248-14C7-89CF8BBB0C00}"/>
          </ac:spMkLst>
        </pc:spChg>
        <pc:spChg chg="add mod">
          <ac:chgData name="Robert de Groote" userId="2ce5265b-80a0-4fb8-a62a-8035e9b0c45a" providerId="ADAL" clId="{A80E4885-7617-4261-AD60-182D3446E97F}" dt="2025-10-02T08:50:19.528" v="36278" actId="20577"/>
          <ac:spMkLst>
            <pc:docMk/>
            <pc:sldMk cId="3300484350" sldId="365"/>
            <ac:spMk id="29" creationId="{92A53B98-B28A-1DF8-CD23-C2FACA0B1758}"/>
          </ac:spMkLst>
        </pc:spChg>
        <pc:spChg chg="add mod">
          <ac:chgData name="Robert de Groote" userId="2ce5265b-80a0-4fb8-a62a-8035e9b0c45a" providerId="ADAL" clId="{A80E4885-7617-4261-AD60-182D3446E97F}" dt="2025-10-02T08:50:23.731" v="36280" actId="20577"/>
          <ac:spMkLst>
            <pc:docMk/>
            <pc:sldMk cId="3300484350" sldId="365"/>
            <ac:spMk id="30" creationId="{8C5FBB13-D271-0988-8678-7B02AF95EA20}"/>
          </ac:spMkLst>
        </pc:spChg>
        <pc:cxnChg chg="add mod">
          <ac:chgData name="Robert de Groote" userId="2ce5265b-80a0-4fb8-a62a-8035e9b0c45a" providerId="ADAL" clId="{A80E4885-7617-4261-AD60-182D3446E97F}" dt="2025-10-01T13:39:39.161" v="5943" actId="962"/>
          <ac:cxnSpMkLst>
            <pc:docMk/>
            <pc:sldMk cId="3300484350" sldId="365"/>
            <ac:cxnSpMk id="9" creationId="{F9DCB06D-C1EF-0910-EF46-8D659869F3A4}"/>
          </ac:cxnSpMkLst>
        </pc:cxnChg>
        <pc:cxnChg chg="mod">
          <ac:chgData name="Robert de Groote" userId="2ce5265b-80a0-4fb8-a62a-8035e9b0c45a" providerId="ADAL" clId="{A80E4885-7617-4261-AD60-182D3446E97F}" dt="2025-10-01T13:39:55.959" v="5945" actId="962"/>
          <ac:cxnSpMkLst>
            <pc:docMk/>
            <pc:sldMk cId="3300484350" sldId="365"/>
            <ac:cxnSpMk id="11" creationId="{EFCF1457-8DD3-918C-4CD1-AB0AE34DF377}"/>
          </ac:cxnSpMkLst>
        </pc:cxnChg>
        <pc:cxnChg chg="add mod">
          <ac:chgData name="Robert de Groote" userId="2ce5265b-80a0-4fb8-a62a-8035e9b0c45a" providerId="ADAL" clId="{A80E4885-7617-4261-AD60-182D3446E97F}" dt="2025-10-01T13:39:50.189" v="5944" actId="962"/>
          <ac:cxnSpMkLst>
            <pc:docMk/>
            <pc:sldMk cId="3300484350" sldId="365"/>
            <ac:cxnSpMk id="12" creationId="{F0CBC5D5-8E31-7A7F-87CB-CEEA221731E2}"/>
          </ac:cxnSpMkLst>
        </pc:cxnChg>
        <pc:cxnChg chg="mod">
          <ac:chgData name="Robert de Groote" userId="2ce5265b-80a0-4fb8-a62a-8035e9b0c45a" providerId="ADAL" clId="{A80E4885-7617-4261-AD60-182D3446E97F}" dt="2025-10-01T13:44:38.216" v="5946" actId="962"/>
          <ac:cxnSpMkLst>
            <pc:docMk/>
            <pc:sldMk cId="3300484350" sldId="365"/>
            <ac:cxnSpMk id="14" creationId="{CF2FBA40-E293-D38B-37CC-4D72BD0C7DFD}"/>
          </ac:cxnSpMkLst>
        </pc:cxnChg>
        <pc:cxnChg chg="add del mod">
          <ac:chgData name="Robert de Groote" userId="2ce5265b-80a0-4fb8-a62a-8035e9b0c45a" providerId="ADAL" clId="{A80E4885-7617-4261-AD60-182D3446E97F}" dt="2025-10-02T08:50:10.171" v="36276" actId="478"/>
          <ac:cxnSpMkLst>
            <pc:docMk/>
            <pc:sldMk cId="3300484350" sldId="365"/>
            <ac:cxnSpMk id="15" creationId="{17B509EA-178A-5A67-A691-BAD9D50C1E90}"/>
          </ac:cxnSpMkLst>
        </pc:cxnChg>
        <pc:cxnChg chg="add mod">
          <ac:chgData name="Robert de Groote" userId="2ce5265b-80a0-4fb8-a62a-8035e9b0c45a" providerId="ADAL" clId="{A80E4885-7617-4261-AD60-182D3446E97F}" dt="2025-10-01T13:44:48.588" v="5947" actId="962"/>
          <ac:cxnSpMkLst>
            <pc:docMk/>
            <pc:sldMk cId="3300484350" sldId="365"/>
            <ac:cxnSpMk id="33" creationId="{019DB26C-A3F2-6EAE-2071-08389B1FB80D}"/>
          </ac:cxnSpMkLst>
        </pc:cxnChg>
        <pc:cxnChg chg="add mod">
          <ac:chgData name="Robert de Groote" userId="2ce5265b-80a0-4fb8-a62a-8035e9b0c45a" providerId="ADAL" clId="{A80E4885-7617-4261-AD60-182D3446E97F}" dt="2025-10-01T13:44:58.017" v="5949" actId="962"/>
          <ac:cxnSpMkLst>
            <pc:docMk/>
            <pc:sldMk cId="3300484350" sldId="365"/>
            <ac:cxnSpMk id="36" creationId="{1E431B81-B648-269B-9ADC-FC984A9EDF89}"/>
          </ac:cxnSpMkLst>
        </pc:cxnChg>
        <pc:cxnChg chg="add mod">
          <ac:chgData name="Robert de Groote" userId="2ce5265b-80a0-4fb8-a62a-8035e9b0c45a" providerId="ADAL" clId="{A80E4885-7617-4261-AD60-182D3446E97F}" dt="2025-10-01T13:44:52.892" v="5948" actId="962"/>
          <ac:cxnSpMkLst>
            <pc:docMk/>
            <pc:sldMk cId="3300484350" sldId="365"/>
            <ac:cxnSpMk id="39" creationId="{36934C22-C67A-8D71-277E-36812027749D}"/>
          </ac:cxnSpMkLst>
        </pc:cxnChg>
        <pc:cxnChg chg="add mod">
          <ac:chgData name="Robert de Groote" userId="2ce5265b-80a0-4fb8-a62a-8035e9b0c45a" providerId="ADAL" clId="{A80E4885-7617-4261-AD60-182D3446E97F}" dt="2025-10-02T08:49:28.910" v="36274" actId="14100"/>
          <ac:cxnSpMkLst>
            <pc:docMk/>
            <pc:sldMk cId="3300484350" sldId="365"/>
            <ac:cxnSpMk id="125" creationId="{4351C18F-CBCD-5A15-11E5-394BD34FD6C2}"/>
          </ac:cxnSpMkLst>
        </pc:cxnChg>
      </pc:sldChg>
      <pc:sldChg chg="addSp delSp modSp add mod ord setBg">
        <pc:chgData name="Robert de Groote" userId="2ce5265b-80a0-4fb8-a62a-8035e9b0c45a" providerId="ADAL" clId="{A80E4885-7617-4261-AD60-182D3446E97F}" dt="2025-10-02T12:26:05.970" v="47304" actId="165"/>
        <pc:sldMkLst>
          <pc:docMk/>
          <pc:sldMk cId="2845271016" sldId="366"/>
        </pc:sldMkLst>
        <pc:spChg chg="mod">
          <ac:chgData name="Robert de Groote" userId="2ce5265b-80a0-4fb8-a62a-8035e9b0c45a" providerId="ADAL" clId="{A80E4885-7617-4261-AD60-182D3446E97F}" dt="2025-10-02T12:19:21.310" v="45735" actId="1076"/>
          <ac:spMkLst>
            <pc:docMk/>
            <pc:sldMk cId="2845271016" sldId="366"/>
            <ac:spMk id="2" creationId="{977B2A73-E125-430F-0814-531D1232FF2B}"/>
          </ac:spMkLst>
        </pc:spChg>
        <pc:spChg chg="mod">
          <ac:chgData name="Robert de Groote" userId="2ce5265b-80a0-4fb8-a62a-8035e9b0c45a" providerId="ADAL" clId="{A80E4885-7617-4261-AD60-182D3446E97F}" dt="2025-10-02T12:25:20.623" v="47297" actId="20577"/>
          <ac:spMkLst>
            <pc:docMk/>
            <pc:sldMk cId="2845271016" sldId="366"/>
            <ac:spMk id="3" creationId="{FCF537B1-30C7-1B6E-F61F-438201882FAC}"/>
          </ac:spMkLst>
        </pc:spChg>
        <pc:spChg chg="add mod ord topLvl">
          <ac:chgData name="Robert de Groote" userId="2ce5265b-80a0-4fb8-a62a-8035e9b0c45a" providerId="ADAL" clId="{A80E4885-7617-4261-AD60-182D3446E97F}" dt="2025-10-02T12:26:02.797" v="47302" actId="165"/>
          <ac:spMkLst>
            <pc:docMk/>
            <pc:sldMk cId="2845271016" sldId="366"/>
            <ac:spMk id="5" creationId="{5ED619CC-FDC2-7089-91A4-14B6FF01DE82}"/>
          </ac:spMkLst>
        </pc:spChg>
        <pc:spChg chg="add mod ord topLvl">
          <ac:chgData name="Robert de Groote" userId="2ce5265b-80a0-4fb8-a62a-8035e9b0c45a" providerId="ADAL" clId="{A80E4885-7617-4261-AD60-182D3446E97F}" dt="2025-10-02T12:26:02.797" v="47302" actId="165"/>
          <ac:spMkLst>
            <pc:docMk/>
            <pc:sldMk cId="2845271016" sldId="366"/>
            <ac:spMk id="6" creationId="{C01270DB-3A18-D80F-443E-E904EADCBB44}"/>
          </ac:spMkLst>
        </pc:spChg>
        <pc:spChg chg="add mod ord topLvl">
          <ac:chgData name="Robert de Groote" userId="2ce5265b-80a0-4fb8-a62a-8035e9b0c45a" providerId="ADAL" clId="{A80E4885-7617-4261-AD60-182D3446E97F}" dt="2025-10-02T12:26:02.797" v="47302" actId="165"/>
          <ac:spMkLst>
            <pc:docMk/>
            <pc:sldMk cId="2845271016" sldId="366"/>
            <ac:spMk id="7" creationId="{4F1B57FC-9BC2-8566-74D2-B27E1EDA84EF}"/>
          </ac:spMkLst>
        </pc:spChg>
        <pc:spChg chg="add mod ord topLvl">
          <ac:chgData name="Robert de Groote" userId="2ce5265b-80a0-4fb8-a62a-8035e9b0c45a" providerId="ADAL" clId="{A80E4885-7617-4261-AD60-182D3446E97F}" dt="2025-10-02T12:26:02.797" v="47302" actId="165"/>
          <ac:spMkLst>
            <pc:docMk/>
            <pc:sldMk cId="2845271016" sldId="366"/>
            <ac:spMk id="8" creationId="{935E902C-5342-E8E2-2EAB-9FAD595D6EAA}"/>
          </ac:spMkLst>
        </pc:spChg>
        <pc:spChg chg="add mod">
          <ac:chgData name="Robert de Groote" userId="2ce5265b-80a0-4fb8-a62a-8035e9b0c45a" providerId="ADAL" clId="{A80E4885-7617-4261-AD60-182D3446E97F}" dt="2025-10-02T12:19:21.310" v="45735" actId="1076"/>
          <ac:spMkLst>
            <pc:docMk/>
            <pc:sldMk cId="2845271016" sldId="366"/>
            <ac:spMk id="9" creationId="{744CAA32-F237-419C-A2DD-43C28D920D3C}"/>
          </ac:spMkLst>
        </pc:spChg>
        <pc:spChg chg="add mod ord topLvl">
          <ac:chgData name="Robert de Groote" userId="2ce5265b-80a0-4fb8-a62a-8035e9b0c45a" providerId="ADAL" clId="{A80E4885-7617-4261-AD60-182D3446E97F}" dt="2025-10-02T12:26:02.797" v="47302" actId="165"/>
          <ac:spMkLst>
            <pc:docMk/>
            <pc:sldMk cId="2845271016" sldId="366"/>
            <ac:spMk id="10" creationId="{3A8F0C11-6FE7-931E-BBD6-8FAF9993F19C}"/>
          </ac:spMkLst>
        </pc:spChg>
        <pc:spChg chg="add mod topLvl">
          <ac:chgData name="Robert de Groote" userId="2ce5265b-80a0-4fb8-a62a-8035e9b0c45a" providerId="ADAL" clId="{A80E4885-7617-4261-AD60-182D3446E97F}" dt="2025-10-02T12:26:04.401" v="47303" actId="165"/>
          <ac:spMkLst>
            <pc:docMk/>
            <pc:sldMk cId="2845271016" sldId="366"/>
            <ac:spMk id="37" creationId="{D90AE377-3353-0834-0AB5-BC46B57BFA86}"/>
          </ac:spMkLst>
        </pc:spChg>
        <pc:spChg chg="add mod topLvl">
          <ac:chgData name="Robert de Groote" userId="2ce5265b-80a0-4fb8-a62a-8035e9b0c45a" providerId="ADAL" clId="{A80E4885-7617-4261-AD60-182D3446E97F}" dt="2025-10-02T12:26:04.401" v="47303" actId="165"/>
          <ac:spMkLst>
            <pc:docMk/>
            <pc:sldMk cId="2845271016" sldId="366"/>
            <ac:spMk id="38" creationId="{14EEA796-780F-E0B7-509F-7A7E62A7EA90}"/>
          </ac:spMkLst>
        </pc:spChg>
        <pc:spChg chg="add mod topLvl">
          <ac:chgData name="Robert de Groote" userId="2ce5265b-80a0-4fb8-a62a-8035e9b0c45a" providerId="ADAL" clId="{A80E4885-7617-4261-AD60-182D3446E97F}" dt="2025-10-02T12:26:04.401" v="47303" actId="165"/>
          <ac:spMkLst>
            <pc:docMk/>
            <pc:sldMk cId="2845271016" sldId="366"/>
            <ac:spMk id="39" creationId="{7EC2E85A-804E-B108-0A04-0AC384D55DE2}"/>
          </ac:spMkLst>
        </pc:spChg>
        <pc:spChg chg="add mod topLvl">
          <ac:chgData name="Robert de Groote" userId="2ce5265b-80a0-4fb8-a62a-8035e9b0c45a" providerId="ADAL" clId="{A80E4885-7617-4261-AD60-182D3446E97F}" dt="2025-10-02T12:26:04.401" v="47303" actId="165"/>
          <ac:spMkLst>
            <pc:docMk/>
            <pc:sldMk cId="2845271016" sldId="366"/>
            <ac:spMk id="40" creationId="{C0EAE530-AD58-15A4-8D8C-91965F83777C}"/>
          </ac:spMkLst>
        </pc:spChg>
        <pc:spChg chg="add mod topLvl">
          <ac:chgData name="Robert de Groote" userId="2ce5265b-80a0-4fb8-a62a-8035e9b0c45a" providerId="ADAL" clId="{A80E4885-7617-4261-AD60-182D3446E97F}" dt="2025-10-02T12:26:04.401" v="47303" actId="165"/>
          <ac:spMkLst>
            <pc:docMk/>
            <pc:sldMk cId="2845271016" sldId="366"/>
            <ac:spMk id="41" creationId="{5F1A4570-C1EE-924A-FC1E-6312BF65C32D}"/>
          </ac:spMkLst>
        </pc:spChg>
        <pc:spChg chg="add mod topLvl">
          <ac:chgData name="Robert de Groote" userId="2ce5265b-80a0-4fb8-a62a-8035e9b0c45a" providerId="ADAL" clId="{A80E4885-7617-4261-AD60-182D3446E97F}" dt="2025-10-02T12:26:05.970" v="47304" actId="165"/>
          <ac:spMkLst>
            <pc:docMk/>
            <pc:sldMk cId="2845271016" sldId="366"/>
            <ac:spMk id="59" creationId="{0BFDD6F6-CC57-74A3-C7CE-96A6297DD91E}"/>
          </ac:spMkLst>
        </pc:spChg>
        <pc:spChg chg="add mod topLvl">
          <ac:chgData name="Robert de Groote" userId="2ce5265b-80a0-4fb8-a62a-8035e9b0c45a" providerId="ADAL" clId="{A80E4885-7617-4261-AD60-182D3446E97F}" dt="2025-10-02T12:26:05.970" v="47304" actId="165"/>
          <ac:spMkLst>
            <pc:docMk/>
            <pc:sldMk cId="2845271016" sldId="366"/>
            <ac:spMk id="60" creationId="{0FA8F33F-16A5-5739-C460-0A36AAC2B16A}"/>
          </ac:spMkLst>
        </pc:spChg>
        <pc:spChg chg="add mod topLvl">
          <ac:chgData name="Robert de Groote" userId="2ce5265b-80a0-4fb8-a62a-8035e9b0c45a" providerId="ADAL" clId="{A80E4885-7617-4261-AD60-182D3446E97F}" dt="2025-10-02T12:26:05.970" v="47304" actId="165"/>
          <ac:spMkLst>
            <pc:docMk/>
            <pc:sldMk cId="2845271016" sldId="366"/>
            <ac:spMk id="61" creationId="{B20B787D-E91B-DD90-3CCC-6E6BBE7D4B3C}"/>
          </ac:spMkLst>
        </pc:spChg>
        <pc:spChg chg="add mod topLvl">
          <ac:chgData name="Robert de Groote" userId="2ce5265b-80a0-4fb8-a62a-8035e9b0c45a" providerId="ADAL" clId="{A80E4885-7617-4261-AD60-182D3446E97F}" dt="2025-10-02T12:26:05.970" v="47304" actId="165"/>
          <ac:spMkLst>
            <pc:docMk/>
            <pc:sldMk cId="2845271016" sldId="366"/>
            <ac:spMk id="62" creationId="{4E05A4DD-995A-2D15-F656-B16608B26F28}"/>
          </ac:spMkLst>
        </pc:spChg>
        <pc:spChg chg="add mod topLvl">
          <ac:chgData name="Robert de Groote" userId="2ce5265b-80a0-4fb8-a62a-8035e9b0c45a" providerId="ADAL" clId="{A80E4885-7617-4261-AD60-182D3446E97F}" dt="2025-10-02T12:26:05.970" v="47304" actId="165"/>
          <ac:spMkLst>
            <pc:docMk/>
            <pc:sldMk cId="2845271016" sldId="366"/>
            <ac:spMk id="63" creationId="{60C96008-E42F-4500-3158-6880063DDD7B}"/>
          </ac:spMkLst>
        </pc:spChg>
        <pc:cxnChg chg="add mod">
          <ac:chgData name="Robert de Groote" userId="2ce5265b-80a0-4fb8-a62a-8035e9b0c45a" providerId="ADAL" clId="{A80E4885-7617-4261-AD60-182D3446E97F}" dt="2025-10-02T12:19:21.310" v="45735" actId="1076"/>
          <ac:cxnSpMkLst>
            <pc:docMk/>
            <pc:sldMk cId="2845271016" sldId="366"/>
            <ac:cxnSpMk id="11" creationId="{753FE100-D0AB-4AE2-824B-60CFA31EC6A2}"/>
          </ac:cxnSpMkLst>
        </pc:cxnChg>
      </pc:sldChg>
      <pc:sldChg chg="addSp delSp modSp add mod ord addAnim delAnim modAnim">
        <pc:chgData name="Robert de Groote" userId="2ce5265b-80a0-4fb8-a62a-8035e9b0c45a" providerId="ADAL" clId="{A80E4885-7617-4261-AD60-182D3446E97F}" dt="2025-10-06T07:32:59.920" v="66725" actId="113"/>
        <pc:sldMkLst>
          <pc:docMk/>
          <pc:sldMk cId="439297240" sldId="367"/>
        </pc:sldMkLst>
        <pc:spChg chg="mod">
          <ac:chgData name="Robert de Groote" userId="2ce5265b-80a0-4fb8-a62a-8035e9b0c45a" providerId="ADAL" clId="{A80E4885-7617-4261-AD60-182D3446E97F}" dt="2025-10-06T07:32:59.920" v="66725" actId="113"/>
          <ac:spMkLst>
            <pc:docMk/>
            <pc:sldMk cId="439297240" sldId="367"/>
            <ac:spMk id="3" creationId="{4206367A-DF43-377C-8112-054F6084AE30}"/>
          </ac:spMkLst>
        </pc:spChg>
        <pc:spChg chg="add mod">
          <ac:chgData name="Robert de Groote" userId="2ce5265b-80a0-4fb8-a62a-8035e9b0c45a" providerId="ADAL" clId="{A80E4885-7617-4261-AD60-182D3446E97F}" dt="2025-09-30T13:35:39.986" v="2546" actId="1076"/>
          <ac:spMkLst>
            <pc:docMk/>
            <pc:sldMk cId="439297240" sldId="367"/>
            <ac:spMk id="4" creationId="{4C2BA247-D434-5A1F-0676-7FD46CE1E14B}"/>
          </ac:spMkLst>
        </pc:spChg>
        <pc:spChg chg="add mod ord">
          <ac:chgData name="Robert de Groote" userId="2ce5265b-80a0-4fb8-a62a-8035e9b0c45a" providerId="ADAL" clId="{A80E4885-7617-4261-AD60-182D3446E97F}" dt="2025-09-30T13:35:39.986" v="2546" actId="1076"/>
          <ac:spMkLst>
            <pc:docMk/>
            <pc:sldMk cId="439297240" sldId="367"/>
            <ac:spMk id="5" creationId="{B11EE1A2-BB99-D1ED-BE46-57932A534241}"/>
          </ac:spMkLst>
        </pc:spChg>
        <pc:spChg chg="add mod ord">
          <ac:chgData name="Robert de Groote" userId="2ce5265b-80a0-4fb8-a62a-8035e9b0c45a" providerId="ADAL" clId="{A80E4885-7617-4261-AD60-182D3446E97F}" dt="2025-09-30T13:35:39.986" v="2546" actId="1076"/>
          <ac:spMkLst>
            <pc:docMk/>
            <pc:sldMk cId="439297240" sldId="367"/>
            <ac:spMk id="6" creationId="{07036F5A-E36B-2CF5-A265-5AF816735331}"/>
          </ac:spMkLst>
        </pc:spChg>
        <pc:spChg chg="add mod">
          <ac:chgData name="Robert de Groote" userId="2ce5265b-80a0-4fb8-a62a-8035e9b0c45a" providerId="ADAL" clId="{A80E4885-7617-4261-AD60-182D3446E97F}" dt="2025-09-30T13:35:39.986" v="2546" actId="1076"/>
          <ac:spMkLst>
            <pc:docMk/>
            <pc:sldMk cId="439297240" sldId="367"/>
            <ac:spMk id="7" creationId="{A6F0476A-91EA-1BB8-B9EE-F38B597F1336}"/>
          </ac:spMkLst>
        </pc:spChg>
        <pc:spChg chg="add mod">
          <ac:chgData name="Robert de Groote" userId="2ce5265b-80a0-4fb8-a62a-8035e9b0c45a" providerId="ADAL" clId="{A80E4885-7617-4261-AD60-182D3446E97F}" dt="2025-09-30T13:35:39.986" v="2546" actId="1076"/>
          <ac:spMkLst>
            <pc:docMk/>
            <pc:sldMk cId="439297240" sldId="367"/>
            <ac:spMk id="8" creationId="{7F44E7E1-F737-DABE-FAD2-656CD13BCE6C}"/>
          </ac:spMkLst>
        </pc:spChg>
        <pc:spChg chg="add mod">
          <ac:chgData name="Robert de Groote" userId="2ce5265b-80a0-4fb8-a62a-8035e9b0c45a" providerId="ADAL" clId="{A80E4885-7617-4261-AD60-182D3446E97F}" dt="2025-09-30T13:35:39.986" v="2546" actId="1076"/>
          <ac:spMkLst>
            <pc:docMk/>
            <pc:sldMk cId="439297240" sldId="367"/>
            <ac:spMk id="9" creationId="{AF0D7BC7-640E-8283-D975-E5E6A6BAA0F0}"/>
          </ac:spMkLst>
        </pc:spChg>
        <pc:spChg chg="add mod modVis">
          <ac:chgData name="Robert de Groote" userId="2ce5265b-80a0-4fb8-a62a-8035e9b0c45a" providerId="ADAL" clId="{A80E4885-7617-4261-AD60-182D3446E97F}" dt="2025-10-02T14:56:40.023" v="55977" actId="14430"/>
          <ac:spMkLst>
            <pc:docMk/>
            <pc:sldMk cId="439297240" sldId="367"/>
            <ac:spMk id="10" creationId="{6C60EEFB-A75B-D084-DEDC-3B1C03010748}"/>
          </ac:spMkLst>
        </pc:spChg>
        <pc:spChg chg="add mod">
          <ac:chgData name="Robert de Groote" userId="2ce5265b-80a0-4fb8-a62a-8035e9b0c45a" providerId="ADAL" clId="{A80E4885-7617-4261-AD60-182D3446E97F}" dt="2025-10-02T15:07:14.208" v="56160" actId="1582"/>
          <ac:spMkLst>
            <pc:docMk/>
            <pc:sldMk cId="439297240" sldId="367"/>
            <ac:spMk id="21" creationId="{CE1E5CF4-C037-9DDE-14A5-04F66F25B7A4}"/>
          </ac:spMkLst>
        </pc:spChg>
        <pc:spChg chg="add mod">
          <ac:chgData name="Robert de Groote" userId="2ce5265b-80a0-4fb8-a62a-8035e9b0c45a" providerId="ADAL" clId="{A80E4885-7617-4261-AD60-182D3446E97F}" dt="2025-10-02T14:36:49.188" v="55184"/>
          <ac:spMkLst>
            <pc:docMk/>
            <pc:sldMk cId="439297240" sldId="367"/>
            <ac:spMk id="281" creationId="{74510C30-6181-BAB8-BEBF-92167E409AAF}"/>
          </ac:spMkLst>
        </pc:spChg>
        <pc:spChg chg="add mod">
          <ac:chgData name="Robert de Groote" userId="2ce5265b-80a0-4fb8-a62a-8035e9b0c45a" providerId="ADAL" clId="{A80E4885-7617-4261-AD60-182D3446E97F}" dt="2025-10-02T08:29:56.234" v="35672" actId="1076"/>
          <ac:spMkLst>
            <pc:docMk/>
            <pc:sldMk cId="439297240" sldId="367"/>
            <ac:spMk id="282" creationId="{0B21A1C6-CD3D-1D23-3BBC-C3A419F7612B}"/>
          </ac:spMkLst>
        </pc:spChg>
        <pc:spChg chg="add mod">
          <ac:chgData name="Robert de Groote" userId="2ce5265b-80a0-4fb8-a62a-8035e9b0c45a" providerId="ADAL" clId="{A80E4885-7617-4261-AD60-182D3446E97F}" dt="2025-10-02T08:29:56.234" v="35672" actId="1076"/>
          <ac:spMkLst>
            <pc:docMk/>
            <pc:sldMk cId="439297240" sldId="367"/>
            <ac:spMk id="283" creationId="{5C7F843C-D506-09B4-23D1-0211D77AC07F}"/>
          </ac:spMkLst>
        </pc:spChg>
        <pc:spChg chg="add mod">
          <ac:chgData name="Robert de Groote" userId="2ce5265b-80a0-4fb8-a62a-8035e9b0c45a" providerId="ADAL" clId="{A80E4885-7617-4261-AD60-182D3446E97F}" dt="2025-10-02T08:29:56.234" v="35672" actId="1076"/>
          <ac:spMkLst>
            <pc:docMk/>
            <pc:sldMk cId="439297240" sldId="367"/>
            <ac:spMk id="284" creationId="{983E5E62-E31B-B2BF-E004-5F5EC3E5725B}"/>
          </ac:spMkLst>
        </pc:spChg>
        <pc:spChg chg="add mod">
          <ac:chgData name="Robert de Groote" userId="2ce5265b-80a0-4fb8-a62a-8035e9b0c45a" providerId="ADAL" clId="{A80E4885-7617-4261-AD60-182D3446E97F}" dt="2025-10-02T08:29:56.234" v="35672" actId="1076"/>
          <ac:spMkLst>
            <pc:docMk/>
            <pc:sldMk cId="439297240" sldId="367"/>
            <ac:spMk id="285" creationId="{E9BF9ED8-B8C8-58B5-1306-4AF5F6021C39}"/>
          </ac:spMkLst>
        </pc:spChg>
        <pc:spChg chg="add mod">
          <ac:chgData name="Robert de Groote" userId="2ce5265b-80a0-4fb8-a62a-8035e9b0c45a" providerId="ADAL" clId="{A80E4885-7617-4261-AD60-182D3446E97F}" dt="2025-10-02T08:29:56.234" v="35672" actId="1076"/>
          <ac:spMkLst>
            <pc:docMk/>
            <pc:sldMk cId="439297240" sldId="367"/>
            <ac:spMk id="286" creationId="{31280B4B-1306-ACC1-E34A-3CB3E79BF762}"/>
          </ac:spMkLst>
        </pc:spChg>
        <pc:spChg chg="mod">
          <ac:chgData name="Robert de Groote" userId="2ce5265b-80a0-4fb8-a62a-8035e9b0c45a" providerId="ADAL" clId="{A80E4885-7617-4261-AD60-182D3446E97F}" dt="2025-10-02T08:38:09.703" v="35848"/>
          <ac:spMkLst>
            <pc:docMk/>
            <pc:sldMk cId="439297240" sldId="367"/>
            <ac:spMk id="298" creationId="{9046B9EF-5237-A40B-558D-9F6EBE0B570F}"/>
          </ac:spMkLst>
        </pc:spChg>
        <pc:spChg chg="mod">
          <ac:chgData name="Robert de Groote" userId="2ce5265b-80a0-4fb8-a62a-8035e9b0c45a" providerId="ADAL" clId="{A80E4885-7617-4261-AD60-182D3446E97F}" dt="2025-10-02T08:38:09.703" v="35848"/>
          <ac:spMkLst>
            <pc:docMk/>
            <pc:sldMk cId="439297240" sldId="367"/>
            <ac:spMk id="299" creationId="{CB997E65-DC02-E823-D9DD-3158A49B3EF9}"/>
          </ac:spMkLst>
        </pc:spChg>
        <pc:spChg chg="mod">
          <ac:chgData name="Robert de Groote" userId="2ce5265b-80a0-4fb8-a62a-8035e9b0c45a" providerId="ADAL" clId="{A80E4885-7617-4261-AD60-182D3446E97F}" dt="2025-10-02T12:15:39.896" v="45607"/>
          <ac:spMkLst>
            <pc:docMk/>
            <pc:sldMk cId="439297240" sldId="367"/>
            <ac:spMk id="301" creationId="{FAA1B03A-01A7-4D54-E467-468D5D782DDC}"/>
          </ac:spMkLst>
        </pc:spChg>
        <pc:grpChg chg="add mod">
          <ac:chgData name="Robert de Groote" userId="2ce5265b-80a0-4fb8-a62a-8035e9b0c45a" providerId="ADAL" clId="{A80E4885-7617-4261-AD60-182D3446E97F}" dt="2025-10-02T08:38:09.786" v="35850"/>
          <ac:grpSpMkLst>
            <pc:docMk/>
            <pc:sldMk cId="439297240" sldId="367"/>
            <ac:grpSpMk id="297" creationId="{F74D5B00-B1FE-74F8-C420-F1D1A74EB735}"/>
          </ac:grpSpMkLst>
        </pc:grpChg>
        <pc:grpChg chg="add mod">
          <ac:chgData name="Robert de Groote" userId="2ce5265b-80a0-4fb8-a62a-8035e9b0c45a" providerId="ADAL" clId="{A80E4885-7617-4261-AD60-182D3446E97F}" dt="2025-10-02T12:15:40.038" v="45609"/>
          <ac:grpSpMkLst>
            <pc:docMk/>
            <pc:sldMk cId="439297240" sldId="367"/>
            <ac:grpSpMk id="300" creationId="{EF3DCDBB-1F65-05DD-3C76-8E13271BCB93}"/>
          </ac:grpSpMkLst>
        </pc:grpChg>
        <pc:grpChg chg="mod">
          <ac:chgData name="Robert de Groote" userId="2ce5265b-80a0-4fb8-a62a-8035e9b0c45a" providerId="ADAL" clId="{A80E4885-7617-4261-AD60-182D3446E97F}" dt="2025-10-02T12:15:39.896" v="45607"/>
          <ac:grpSpMkLst>
            <pc:docMk/>
            <pc:sldMk cId="439297240" sldId="367"/>
            <ac:grpSpMk id="302" creationId="{61AE3268-1C06-4AF0-E66D-7B03D5463BE5}"/>
          </ac:grpSpMkLst>
        </pc:grpChg>
        <pc:cxnChg chg="add mod">
          <ac:chgData name="Robert de Groote" userId="2ce5265b-80a0-4fb8-a62a-8035e9b0c45a" providerId="ADAL" clId="{A80E4885-7617-4261-AD60-182D3446E97F}" dt="2025-10-02T14:32:45.156" v="55040" actId="208"/>
          <ac:cxnSpMkLst>
            <pc:docMk/>
            <pc:sldMk cId="439297240" sldId="367"/>
            <ac:cxnSpMk id="11" creationId="{778543DE-4206-BFCD-5B8C-1CD88B44FFF3}"/>
          </ac:cxnSpMkLst>
        </pc:cxnChg>
        <pc:cxnChg chg="add mod">
          <ac:chgData name="Robert de Groote" userId="2ce5265b-80a0-4fb8-a62a-8035e9b0c45a" providerId="ADAL" clId="{A80E4885-7617-4261-AD60-182D3446E97F}" dt="2025-10-02T14:32:51.562" v="55041" actId="108"/>
          <ac:cxnSpMkLst>
            <pc:docMk/>
            <pc:sldMk cId="439297240" sldId="367"/>
            <ac:cxnSpMk id="12" creationId="{79D64192-47E9-8F92-A110-9F146B692A6F}"/>
          </ac:cxnSpMkLst>
        </pc:cxnChg>
        <pc:cxnChg chg="add mod">
          <ac:chgData name="Robert de Groote" userId="2ce5265b-80a0-4fb8-a62a-8035e9b0c45a" providerId="ADAL" clId="{A80E4885-7617-4261-AD60-182D3446E97F}" dt="2025-10-02T14:32:57.077" v="55047" actId="108"/>
          <ac:cxnSpMkLst>
            <pc:docMk/>
            <pc:sldMk cId="439297240" sldId="367"/>
            <ac:cxnSpMk id="15" creationId="{F035D42B-54F4-E15C-35E7-BED74E3C6987}"/>
          </ac:cxnSpMkLst>
        </pc:cxnChg>
        <pc:cxnChg chg="add mod">
          <ac:chgData name="Robert de Groote" userId="2ce5265b-80a0-4fb8-a62a-8035e9b0c45a" providerId="ADAL" clId="{A80E4885-7617-4261-AD60-182D3446E97F}" dt="2025-10-02T14:32:56.111" v="55046" actId="108"/>
          <ac:cxnSpMkLst>
            <pc:docMk/>
            <pc:sldMk cId="439297240" sldId="367"/>
            <ac:cxnSpMk id="19" creationId="{76671499-C0F8-219D-E4E0-033276D4BCE8}"/>
          </ac:cxnSpMkLst>
        </pc:cxnChg>
        <pc:cxnChg chg="add mod">
          <ac:chgData name="Robert de Groote" userId="2ce5265b-80a0-4fb8-a62a-8035e9b0c45a" providerId="ADAL" clId="{A80E4885-7617-4261-AD60-182D3446E97F}" dt="2025-10-02T14:33:01.920" v="55048" actId="108"/>
          <ac:cxnSpMkLst>
            <pc:docMk/>
            <pc:sldMk cId="439297240" sldId="367"/>
            <ac:cxnSpMk id="22" creationId="{062ACBDA-FD27-3D3F-6CC4-47DF7988F77F}"/>
          </ac:cxnSpMkLst>
        </pc:cxnChg>
        <pc:cxnChg chg="add mod">
          <ac:chgData name="Robert de Groote" userId="2ce5265b-80a0-4fb8-a62a-8035e9b0c45a" providerId="ADAL" clId="{A80E4885-7617-4261-AD60-182D3446E97F}" dt="2025-10-02T14:32:52.680" v="55042" actId="108"/>
          <ac:cxnSpMkLst>
            <pc:docMk/>
            <pc:sldMk cId="439297240" sldId="367"/>
            <ac:cxnSpMk id="25" creationId="{299A5C36-75F1-9522-B403-D18BA3DDC11F}"/>
          </ac:cxnSpMkLst>
        </pc:cxnChg>
        <pc:cxnChg chg="add mod">
          <ac:chgData name="Robert de Groote" userId="2ce5265b-80a0-4fb8-a62a-8035e9b0c45a" providerId="ADAL" clId="{A80E4885-7617-4261-AD60-182D3446E97F}" dt="2025-10-02T14:32:53.656" v="55043" actId="108"/>
          <ac:cxnSpMkLst>
            <pc:docMk/>
            <pc:sldMk cId="439297240" sldId="367"/>
            <ac:cxnSpMk id="30" creationId="{E082ADC7-9AE2-24DA-D4DB-AABF2344E522}"/>
          </ac:cxnSpMkLst>
        </pc:cxnChg>
        <pc:cxnChg chg="add mod">
          <ac:chgData name="Robert de Groote" userId="2ce5265b-80a0-4fb8-a62a-8035e9b0c45a" providerId="ADAL" clId="{A80E4885-7617-4261-AD60-182D3446E97F}" dt="2025-10-02T14:32:54.470" v="55044" actId="108"/>
          <ac:cxnSpMkLst>
            <pc:docMk/>
            <pc:sldMk cId="439297240" sldId="367"/>
            <ac:cxnSpMk id="33" creationId="{CBD2EC10-88A7-07D7-5448-A38EC740B34D}"/>
          </ac:cxnSpMkLst>
        </pc:cxnChg>
        <pc:cxnChg chg="add mod">
          <ac:chgData name="Robert de Groote" userId="2ce5265b-80a0-4fb8-a62a-8035e9b0c45a" providerId="ADAL" clId="{A80E4885-7617-4261-AD60-182D3446E97F}" dt="2025-10-02T14:32:55.415" v="55045" actId="108"/>
          <ac:cxnSpMkLst>
            <pc:docMk/>
            <pc:sldMk cId="439297240" sldId="367"/>
            <ac:cxnSpMk id="36" creationId="{50595646-51CD-80EF-038F-C46DC4B7587A}"/>
          </ac:cxnSpMkLst>
        </pc:cxnChg>
        <pc:cxnChg chg="mod">
          <ac:chgData name="Robert de Groote" userId="2ce5265b-80a0-4fb8-a62a-8035e9b0c45a" providerId="ADAL" clId="{A80E4885-7617-4261-AD60-182D3446E97F}" dt="2025-10-02T12:15:39.896" v="45607"/>
          <ac:cxnSpMkLst>
            <pc:docMk/>
            <pc:sldMk cId="439297240" sldId="367"/>
            <ac:cxnSpMk id="303" creationId="{56E74FE9-9BC1-8877-DA8B-AA451D023F22}"/>
          </ac:cxnSpMkLst>
        </pc:cxnChg>
        <pc:cxnChg chg="mod">
          <ac:chgData name="Robert de Groote" userId="2ce5265b-80a0-4fb8-a62a-8035e9b0c45a" providerId="ADAL" clId="{A80E4885-7617-4261-AD60-182D3446E97F}" dt="2025-10-02T12:15:39.896" v="45607"/>
          <ac:cxnSpMkLst>
            <pc:docMk/>
            <pc:sldMk cId="439297240" sldId="367"/>
            <ac:cxnSpMk id="304" creationId="{C89F9615-CD5C-F0DB-FB72-2B16BDB04EE4}"/>
          </ac:cxnSpMkLst>
        </pc:cxnChg>
        <pc:cxnChg chg="mod">
          <ac:chgData name="Robert de Groote" userId="2ce5265b-80a0-4fb8-a62a-8035e9b0c45a" providerId="ADAL" clId="{A80E4885-7617-4261-AD60-182D3446E97F}" dt="2025-10-02T12:15:39.896" v="45607"/>
          <ac:cxnSpMkLst>
            <pc:docMk/>
            <pc:sldMk cId="439297240" sldId="367"/>
            <ac:cxnSpMk id="305" creationId="{72D0CC09-12D1-A2EC-8FF6-F5B969A59566}"/>
          </ac:cxnSpMkLst>
        </pc:cxnChg>
      </pc:sldChg>
      <pc:sldChg chg="delSp modSp add del mod modTransition modAnim">
        <pc:chgData name="Robert de Groote" userId="2ce5265b-80a0-4fb8-a62a-8035e9b0c45a" providerId="ADAL" clId="{A80E4885-7617-4261-AD60-182D3446E97F}" dt="2025-10-02T11:24:46.231" v="43700" actId="47"/>
        <pc:sldMkLst>
          <pc:docMk/>
          <pc:sldMk cId="4210896862" sldId="368"/>
        </pc:sldMkLst>
      </pc:sldChg>
      <pc:sldChg chg="addSp delSp modSp add del mod modTransition addAnim delAnim modAnim">
        <pc:chgData name="Robert de Groote" userId="2ce5265b-80a0-4fb8-a62a-8035e9b0c45a" providerId="ADAL" clId="{A80E4885-7617-4261-AD60-182D3446E97F}" dt="2025-10-02T11:24:44.949" v="43699" actId="47"/>
        <pc:sldMkLst>
          <pc:docMk/>
          <pc:sldMk cId="1578598355" sldId="369"/>
        </pc:sldMkLst>
      </pc:sldChg>
      <pc:sldChg chg="addSp modSp add del mod modTransition">
        <pc:chgData name="Robert de Groote" userId="2ce5265b-80a0-4fb8-a62a-8035e9b0c45a" providerId="ADAL" clId="{A80E4885-7617-4261-AD60-182D3446E97F}" dt="2025-10-06T08:41:27.172" v="67569" actId="47"/>
        <pc:sldMkLst>
          <pc:docMk/>
          <pc:sldMk cId="533265391" sldId="370"/>
        </pc:sldMkLst>
      </pc:sldChg>
      <pc:sldChg chg="addSp delSp modSp add mod delAnim modAnim">
        <pc:chgData name="Robert de Groote" userId="2ce5265b-80a0-4fb8-a62a-8035e9b0c45a" providerId="ADAL" clId="{A80E4885-7617-4261-AD60-182D3446E97F}" dt="2025-10-06T08:09:55.884" v="67568"/>
        <pc:sldMkLst>
          <pc:docMk/>
          <pc:sldMk cId="140736398" sldId="371"/>
        </pc:sldMkLst>
        <pc:spChg chg="mod">
          <ac:chgData name="Robert de Groote" userId="2ce5265b-80a0-4fb8-a62a-8035e9b0c45a" providerId="ADAL" clId="{A80E4885-7617-4261-AD60-182D3446E97F}" dt="2025-10-02T07:44:01.016" v="31677" actId="20577"/>
          <ac:spMkLst>
            <pc:docMk/>
            <pc:sldMk cId="140736398" sldId="371"/>
            <ac:spMk id="3" creationId="{37C0BD54-6315-3CFF-3458-9D928CC6369A}"/>
          </ac:spMkLst>
        </pc:spChg>
        <pc:spChg chg="add mod ord">
          <ac:chgData name="Robert de Groote" userId="2ce5265b-80a0-4fb8-a62a-8035e9b0c45a" providerId="ADAL" clId="{A80E4885-7617-4261-AD60-182D3446E97F}" dt="2025-10-02T08:04:40.689" v="33863"/>
          <ac:spMkLst>
            <pc:docMk/>
            <pc:sldMk cId="140736398" sldId="371"/>
            <ac:spMk id="10" creationId="{C4FF40D9-4A17-E879-E4AF-AF31378381E3}"/>
          </ac:spMkLst>
        </pc:spChg>
        <pc:spChg chg="add mod">
          <ac:chgData name="Robert de Groote" userId="2ce5265b-80a0-4fb8-a62a-8035e9b0c45a" providerId="ADAL" clId="{A80E4885-7617-4261-AD60-182D3446E97F}" dt="2025-10-06T08:09:45.556" v="67566" actId="14100"/>
          <ac:spMkLst>
            <pc:docMk/>
            <pc:sldMk cId="140736398" sldId="371"/>
            <ac:spMk id="13" creationId="{33ADE70E-4003-C6C5-A147-6CA2D4193E54}"/>
          </ac:spMkLst>
        </pc:spChg>
        <pc:spChg chg="mod">
          <ac:chgData name="Robert de Groote" userId="2ce5265b-80a0-4fb8-a62a-8035e9b0c45a" providerId="ADAL" clId="{A80E4885-7617-4261-AD60-182D3446E97F}" dt="2025-10-02T07:44:58.468" v="31697" actId="108"/>
          <ac:spMkLst>
            <pc:docMk/>
            <pc:sldMk cId="140736398" sldId="371"/>
            <ac:spMk id="82" creationId="{5F443FA0-EB29-EA0B-9563-3D75D2F89A19}"/>
          </ac:spMkLst>
        </pc:spChg>
        <pc:spChg chg="add mod">
          <ac:chgData name="Robert de Groote" userId="2ce5265b-80a0-4fb8-a62a-8035e9b0c45a" providerId="ADAL" clId="{A80E4885-7617-4261-AD60-182D3446E97F}" dt="2025-10-02T08:05:21.099" v="33927" actId="20577"/>
          <ac:spMkLst>
            <pc:docMk/>
            <pc:sldMk cId="140736398" sldId="371"/>
            <ac:spMk id="127" creationId="{AF7247CC-BEC6-6956-8566-EF5DBF8E770C}"/>
          </ac:spMkLst>
        </pc:spChg>
        <pc:spChg chg="add mod">
          <ac:chgData name="Robert de Groote" userId="2ce5265b-80a0-4fb8-a62a-8035e9b0c45a" providerId="ADAL" clId="{A80E4885-7617-4261-AD60-182D3446E97F}" dt="2025-10-02T08:05:26.790" v="33931"/>
          <ac:spMkLst>
            <pc:docMk/>
            <pc:sldMk cId="140736398" sldId="371"/>
            <ac:spMk id="128" creationId="{5B0FDE89-6133-94FB-F727-0CCD129B7859}"/>
          </ac:spMkLst>
        </pc:spChg>
        <pc:spChg chg="add mod">
          <ac:chgData name="Robert de Groote" userId="2ce5265b-80a0-4fb8-a62a-8035e9b0c45a" providerId="ADAL" clId="{A80E4885-7617-4261-AD60-182D3446E97F}" dt="2025-10-02T08:05:30.297" v="33936"/>
          <ac:spMkLst>
            <pc:docMk/>
            <pc:sldMk cId="140736398" sldId="371"/>
            <ac:spMk id="129" creationId="{81203590-F9FD-6AA5-8DB9-E47A77EE8DA8}"/>
          </ac:spMkLst>
        </pc:spChg>
        <pc:spChg chg="add mod">
          <ac:chgData name="Robert de Groote" userId="2ce5265b-80a0-4fb8-a62a-8035e9b0c45a" providerId="ADAL" clId="{A80E4885-7617-4261-AD60-182D3446E97F}" dt="2025-10-02T08:05:34.620" v="33944"/>
          <ac:spMkLst>
            <pc:docMk/>
            <pc:sldMk cId="140736398" sldId="371"/>
            <ac:spMk id="130" creationId="{8854DF01-8692-27B6-5AE9-3C7A73B7C899}"/>
          </ac:spMkLst>
        </pc:spChg>
        <pc:spChg chg="add mod">
          <ac:chgData name="Robert de Groote" userId="2ce5265b-80a0-4fb8-a62a-8035e9b0c45a" providerId="ADAL" clId="{A80E4885-7617-4261-AD60-182D3446E97F}" dt="2025-10-02T08:05:48.866" v="33956" actId="403"/>
          <ac:spMkLst>
            <pc:docMk/>
            <pc:sldMk cId="140736398" sldId="371"/>
            <ac:spMk id="131" creationId="{E61FE024-6E3E-2E44-A85B-CAF5208CC707}"/>
          </ac:spMkLst>
        </pc:spChg>
        <pc:spChg chg="add mod">
          <ac:chgData name="Robert de Groote" userId="2ce5265b-80a0-4fb8-a62a-8035e9b0c45a" providerId="ADAL" clId="{A80E4885-7617-4261-AD60-182D3446E97F}" dt="2025-10-02T08:05:59.320" v="33970" actId="6549"/>
          <ac:spMkLst>
            <pc:docMk/>
            <pc:sldMk cId="140736398" sldId="371"/>
            <ac:spMk id="132" creationId="{A25A4CB0-35E1-CA39-9FD3-95F64EB60659}"/>
          </ac:spMkLst>
        </pc:spChg>
        <pc:spChg chg="add mod">
          <ac:chgData name="Robert de Groote" userId="2ce5265b-80a0-4fb8-a62a-8035e9b0c45a" providerId="ADAL" clId="{A80E4885-7617-4261-AD60-182D3446E97F}" dt="2025-10-02T08:04:54.899" v="33912" actId="207"/>
          <ac:spMkLst>
            <pc:docMk/>
            <pc:sldMk cId="140736398" sldId="371"/>
            <ac:spMk id="139" creationId="{26F8F642-3082-09AC-39E2-35905EEB2F3F}"/>
          </ac:spMkLst>
        </pc:spChg>
        <pc:spChg chg="add mod ord">
          <ac:chgData name="Robert de Groote" userId="2ce5265b-80a0-4fb8-a62a-8035e9b0c45a" providerId="ADAL" clId="{A80E4885-7617-4261-AD60-182D3446E97F}" dt="2025-10-02T08:04:47.551" v="33905"/>
          <ac:spMkLst>
            <pc:docMk/>
            <pc:sldMk cId="140736398" sldId="371"/>
            <ac:spMk id="140" creationId="{F4A7CC6A-1E1C-4034-8DBF-2424BB37A9C2}"/>
          </ac:spMkLst>
        </pc:spChg>
        <pc:spChg chg="add mod">
          <ac:chgData name="Robert de Groote" userId="2ce5265b-80a0-4fb8-a62a-8035e9b0c45a" providerId="ADAL" clId="{A80E4885-7617-4261-AD60-182D3446E97F}" dt="2025-10-02T08:08:39.795" v="34021" actId="20577"/>
          <ac:spMkLst>
            <pc:docMk/>
            <pc:sldMk cId="140736398" sldId="371"/>
            <ac:spMk id="155" creationId="{60C38BD5-AEAF-3F53-DF9E-930E402C84F0}"/>
          </ac:spMkLst>
        </pc:spChg>
        <pc:spChg chg="add mod">
          <ac:chgData name="Robert de Groote" userId="2ce5265b-80a0-4fb8-a62a-8035e9b0c45a" providerId="ADAL" clId="{A80E4885-7617-4261-AD60-182D3446E97F}" dt="2025-10-02T08:08:42.891" v="34023" actId="6549"/>
          <ac:spMkLst>
            <pc:docMk/>
            <pc:sldMk cId="140736398" sldId="371"/>
            <ac:spMk id="156" creationId="{D5FB88F0-E6E4-9CA9-9992-4990E53AC742}"/>
          </ac:spMkLst>
        </pc:spChg>
        <pc:spChg chg="add mod">
          <ac:chgData name="Robert de Groote" userId="2ce5265b-80a0-4fb8-a62a-8035e9b0c45a" providerId="ADAL" clId="{A80E4885-7617-4261-AD60-182D3446E97F}" dt="2025-10-02T08:08:45.196" v="34025" actId="6549"/>
          <ac:spMkLst>
            <pc:docMk/>
            <pc:sldMk cId="140736398" sldId="371"/>
            <ac:spMk id="157" creationId="{3F695FBC-D18D-73B0-4848-431EC332B2CD}"/>
          </ac:spMkLst>
        </pc:spChg>
        <pc:spChg chg="add mod">
          <ac:chgData name="Robert de Groote" userId="2ce5265b-80a0-4fb8-a62a-8035e9b0c45a" providerId="ADAL" clId="{A80E4885-7617-4261-AD60-182D3446E97F}" dt="2025-10-02T08:08:47.503" v="34027" actId="6549"/>
          <ac:spMkLst>
            <pc:docMk/>
            <pc:sldMk cId="140736398" sldId="371"/>
            <ac:spMk id="158" creationId="{DCDC70F9-8388-DD13-321E-90DF0646ED7A}"/>
          </ac:spMkLst>
        </pc:spChg>
        <pc:spChg chg="add mod">
          <ac:chgData name="Robert de Groote" userId="2ce5265b-80a0-4fb8-a62a-8035e9b0c45a" providerId="ADAL" clId="{A80E4885-7617-4261-AD60-182D3446E97F}" dt="2025-10-02T08:07:59.181" v="34013"/>
          <ac:spMkLst>
            <pc:docMk/>
            <pc:sldMk cId="140736398" sldId="371"/>
            <ac:spMk id="160" creationId="{42233347-5C72-A395-DB96-D17CEEB5ECAC}"/>
          </ac:spMkLst>
        </pc:spChg>
        <pc:cxnChg chg="mod">
          <ac:chgData name="Robert de Groote" userId="2ce5265b-80a0-4fb8-a62a-8035e9b0c45a" providerId="ADAL" clId="{A80E4885-7617-4261-AD60-182D3446E97F}" dt="2025-10-02T07:47:08.090" v="31716" actId="108"/>
          <ac:cxnSpMkLst>
            <pc:docMk/>
            <pc:sldMk cId="140736398" sldId="371"/>
            <ac:cxnSpMk id="11" creationId="{33CF8C4E-95B8-B320-D9C6-49ADB4BA47B0}"/>
          </ac:cxnSpMkLst>
        </pc:cxnChg>
        <pc:cxnChg chg="mod">
          <ac:chgData name="Robert de Groote" userId="2ce5265b-80a0-4fb8-a62a-8035e9b0c45a" providerId="ADAL" clId="{A80E4885-7617-4261-AD60-182D3446E97F}" dt="2025-10-02T07:47:09.242" v="31717" actId="108"/>
          <ac:cxnSpMkLst>
            <pc:docMk/>
            <pc:sldMk cId="140736398" sldId="371"/>
            <ac:cxnSpMk id="12" creationId="{C5DFD30F-D817-1D39-0125-5D95DA1E2747}"/>
          </ac:cxnSpMkLst>
        </pc:cxnChg>
        <pc:cxnChg chg="mod">
          <ac:chgData name="Robert de Groote" userId="2ce5265b-80a0-4fb8-a62a-8035e9b0c45a" providerId="ADAL" clId="{A80E4885-7617-4261-AD60-182D3446E97F}" dt="2025-10-02T07:47:06.280" v="31714" actId="108"/>
          <ac:cxnSpMkLst>
            <pc:docMk/>
            <pc:sldMk cId="140736398" sldId="371"/>
            <ac:cxnSpMk id="15" creationId="{5E9C0CE7-A2D0-C86A-BCB1-5B5ADEF85DE0}"/>
          </ac:cxnSpMkLst>
        </pc:cxnChg>
        <pc:cxnChg chg="mod">
          <ac:chgData name="Robert de Groote" userId="2ce5265b-80a0-4fb8-a62a-8035e9b0c45a" providerId="ADAL" clId="{A80E4885-7617-4261-AD60-182D3446E97F}" dt="2025-10-02T07:47:11.779" v="31720" actId="108"/>
          <ac:cxnSpMkLst>
            <pc:docMk/>
            <pc:sldMk cId="140736398" sldId="371"/>
            <ac:cxnSpMk id="19" creationId="{8EDFE018-0FC7-12F2-BF0B-0E57F5408D0A}"/>
          </ac:cxnSpMkLst>
        </pc:cxnChg>
        <pc:cxnChg chg="mod">
          <ac:chgData name="Robert de Groote" userId="2ce5265b-80a0-4fb8-a62a-8035e9b0c45a" providerId="ADAL" clId="{A80E4885-7617-4261-AD60-182D3446E97F}" dt="2025-10-02T07:47:06.955" v="31715" actId="108"/>
          <ac:cxnSpMkLst>
            <pc:docMk/>
            <pc:sldMk cId="140736398" sldId="371"/>
            <ac:cxnSpMk id="22" creationId="{6C9B6370-D02C-881D-3BA6-3E1675340730}"/>
          </ac:cxnSpMkLst>
        </pc:cxnChg>
        <pc:cxnChg chg="mod">
          <ac:chgData name="Robert de Groote" userId="2ce5265b-80a0-4fb8-a62a-8035e9b0c45a" providerId="ADAL" clId="{A80E4885-7617-4261-AD60-182D3446E97F}" dt="2025-10-02T07:47:13.499" v="31722" actId="108"/>
          <ac:cxnSpMkLst>
            <pc:docMk/>
            <pc:sldMk cId="140736398" sldId="371"/>
            <ac:cxnSpMk id="25" creationId="{3B1C1BBA-751F-5D9E-BBE4-E7A7781EE6BA}"/>
          </ac:cxnSpMkLst>
        </pc:cxnChg>
        <pc:cxnChg chg="mod">
          <ac:chgData name="Robert de Groote" userId="2ce5265b-80a0-4fb8-a62a-8035e9b0c45a" providerId="ADAL" clId="{A80E4885-7617-4261-AD60-182D3446E97F}" dt="2025-10-02T07:47:12.820" v="31721" actId="108"/>
          <ac:cxnSpMkLst>
            <pc:docMk/>
            <pc:sldMk cId="140736398" sldId="371"/>
            <ac:cxnSpMk id="30" creationId="{BD35B6DA-15D0-33A5-4002-C451D1B99798}"/>
          </ac:cxnSpMkLst>
        </pc:cxnChg>
        <pc:cxnChg chg="mod">
          <ac:chgData name="Robert de Groote" userId="2ce5265b-80a0-4fb8-a62a-8035e9b0c45a" providerId="ADAL" clId="{A80E4885-7617-4261-AD60-182D3446E97F}" dt="2025-10-02T07:47:10.939" v="31719" actId="108"/>
          <ac:cxnSpMkLst>
            <pc:docMk/>
            <pc:sldMk cId="140736398" sldId="371"/>
            <ac:cxnSpMk id="33" creationId="{2D8E8167-CC57-687E-F79A-4C651FE5527C}"/>
          </ac:cxnSpMkLst>
        </pc:cxnChg>
        <pc:cxnChg chg="mod">
          <ac:chgData name="Robert de Groote" userId="2ce5265b-80a0-4fb8-a62a-8035e9b0c45a" providerId="ADAL" clId="{A80E4885-7617-4261-AD60-182D3446E97F}" dt="2025-10-02T07:47:09.996" v="31718" actId="108"/>
          <ac:cxnSpMkLst>
            <pc:docMk/>
            <pc:sldMk cId="140736398" sldId="371"/>
            <ac:cxnSpMk id="36" creationId="{3C21FE13-9C97-8D69-F6AA-130049730BEB}"/>
          </ac:cxnSpMkLst>
        </pc:cxnChg>
      </pc:sldChg>
      <pc:sldChg chg="addSp delSp modSp add mod delAnim modAnim">
        <pc:chgData name="Robert de Groote" userId="2ce5265b-80a0-4fb8-a62a-8035e9b0c45a" providerId="ADAL" clId="{A80E4885-7617-4261-AD60-182D3446E97F}" dt="2025-10-06T07:31:13.142" v="66723"/>
        <pc:sldMkLst>
          <pc:docMk/>
          <pc:sldMk cId="1509747959" sldId="372"/>
        </pc:sldMkLst>
        <pc:spChg chg="mod">
          <ac:chgData name="Robert de Groote" userId="2ce5265b-80a0-4fb8-a62a-8035e9b0c45a" providerId="ADAL" clId="{A80E4885-7617-4261-AD60-182D3446E97F}" dt="2025-10-02T07:14:07.392" v="24671" actId="20577"/>
          <ac:spMkLst>
            <pc:docMk/>
            <pc:sldMk cId="1509747959" sldId="372"/>
            <ac:spMk id="3" creationId="{12025E34-6A9D-B561-0309-0F0C30F08172}"/>
          </ac:spMkLst>
        </pc:spChg>
        <pc:spChg chg="mod ord">
          <ac:chgData name="Robert de Groote" userId="2ce5265b-80a0-4fb8-a62a-8035e9b0c45a" providerId="ADAL" clId="{A80E4885-7617-4261-AD60-182D3446E97F}" dt="2025-10-02T07:18:17.339" v="25786"/>
          <ac:spMkLst>
            <pc:docMk/>
            <pc:sldMk cId="1509747959" sldId="372"/>
            <ac:spMk id="41" creationId="{AAF70CD1-DC6A-B09E-4E73-56112DB94FEA}"/>
          </ac:spMkLst>
        </pc:spChg>
        <pc:spChg chg="mod ord">
          <ac:chgData name="Robert de Groote" userId="2ce5265b-80a0-4fb8-a62a-8035e9b0c45a" providerId="ADAL" clId="{A80E4885-7617-4261-AD60-182D3446E97F}" dt="2025-10-02T07:18:28.047" v="26300"/>
          <ac:spMkLst>
            <pc:docMk/>
            <pc:sldMk cId="1509747959" sldId="372"/>
            <ac:spMk id="42" creationId="{5B206A48-C0F6-A6F4-3AC7-24B6EAB67510}"/>
          </ac:spMkLst>
        </pc:spChg>
        <pc:spChg chg="mod ord">
          <ac:chgData name="Robert de Groote" userId="2ce5265b-80a0-4fb8-a62a-8035e9b0c45a" providerId="ADAL" clId="{A80E4885-7617-4261-AD60-182D3446E97F}" dt="2025-10-02T07:18:28.052" v="26318"/>
          <ac:spMkLst>
            <pc:docMk/>
            <pc:sldMk cId="1509747959" sldId="372"/>
            <ac:spMk id="43" creationId="{7B954AD8-802A-2FAE-053E-45E2DCF6B3C9}"/>
          </ac:spMkLst>
        </pc:spChg>
        <pc:spChg chg="mod ord">
          <ac:chgData name="Robert de Groote" userId="2ce5265b-80a0-4fb8-a62a-8035e9b0c45a" providerId="ADAL" clId="{A80E4885-7617-4261-AD60-182D3446E97F}" dt="2025-10-02T07:18:38.333" v="26440"/>
          <ac:spMkLst>
            <pc:docMk/>
            <pc:sldMk cId="1509747959" sldId="372"/>
            <ac:spMk id="44" creationId="{2F78EA63-4D2E-DA94-8C51-670EC6CE28BB}"/>
          </ac:spMkLst>
        </pc:spChg>
        <pc:spChg chg="mod ord">
          <ac:chgData name="Robert de Groote" userId="2ce5265b-80a0-4fb8-a62a-8035e9b0c45a" providerId="ADAL" clId="{A80E4885-7617-4261-AD60-182D3446E97F}" dt="2025-10-02T07:18:28.058" v="26336"/>
          <ac:spMkLst>
            <pc:docMk/>
            <pc:sldMk cId="1509747959" sldId="372"/>
            <ac:spMk id="45" creationId="{2C72F835-54A6-9C59-C3AD-52187A79D68A}"/>
          </ac:spMkLst>
        </pc:spChg>
        <pc:spChg chg="mod ord">
          <ac:chgData name="Robert de Groote" userId="2ce5265b-80a0-4fb8-a62a-8035e9b0c45a" providerId="ADAL" clId="{A80E4885-7617-4261-AD60-182D3446E97F}" dt="2025-10-02T07:18:17.330" v="25765" actId="1076"/>
          <ac:spMkLst>
            <pc:docMk/>
            <pc:sldMk cId="1509747959" sldId="372"/>
            <ac:spMk id="46" creationId="{CB0DDB80-3D09-B6AD-56F9-27AC04FECC6D}"/>
          </ac:spMkLst>
        </pc:spChg>
        <pc:spChg chg="mod ord">
          <ac:chgData name="Robert de Groote" userId="2ce5265b-80a0-4fb8-a62a-8035e9b0c45a" providerId="ADAL" clId="{A80E4885-7617-4261-AD60-182D3446E97F}" dt="2025-10-02T07:21:40.135" v="28227"/>
          <ac:spMkLst>
            <pc:docMk/>
            <pc:sldMk cId="1509747959" sldId="372"/>
            <ac:spMk id="47" creationId="{F0A00E60-99FB-CF96-CA18-319A28FF947F}"/>
          </ac:spMkLst>
        </pc:spChg>
        <pc:spChg chg="mod">
          <ac:chgData name="Robert de Groote" userId="2ce5265b-80a0-4fb8-a62a-8035e9b0c45a" providerId="ADAL" clId="{A80E4885-7617-4261-AD60-182D3446E97F}" dt="2025-10-02T07:45:29.962" v="31703"/>
          <ac:spMkLst>
            <pc:docMk/>
            <pc:sldMk cId="1509747959" sldId="372"/>
            <ac:spMk id="82" creationId="{8A7A70A2-EB31-11CA-BD0F-A50120758249}"/>
          </ac:spMkLst>
        </pc:spChg>
        <pc:spChg chg="add mod ord">
          <ac:chgData name="Robert de Groote" userId="2ce5265b-80a0-4fb8-a62a-8035e9b0c45a" providerId="ADAL" clId="{A80E4885-7617-4261-AD60-182D3446E97F}" dt="2025-10-02T07:18:52.151" v="26532"/>
          <ac:spMkLst>
            <pc:docMk/>
            <pc:sldMk cId="1509747959" sldId="372"/>
            <ac:spMk id="127" creationId="{3B60500B-1D9B-9A11-EEC5-B28F973CF215}"/>
          </ac:spMkLst>
        </pc:spChg>
        <pc:spChg chg="add mod ord">
          <ac:chgData name="Robert de Groote" userId="2ce5265b-80a0-4fb8-a62a-8035e9b0c45a" providerId="ADAL" clId="{A80E4885-7617-4261-AD60-182D3446E97F}" dt="2025-10-02T07:18:52.157" v="26542"/>
          <ac:spMkLst>
            <pc:docMk/>
            <pc:sldMk cId="1509747959" sldId="372"/>
            <ac:spMk id="136" creationId="{9882A0B1-7C1E-9A74-9BD5-DCBB4085831C}"/>
          </ac:spMkLst>
        </pc:spChg>
        <pc:spChg chg="add mod">
          <ac:chgData name="Robert de Groote" userId="2ce5265b-80a0-4fb8-a62a-8035e9b0c45a" providerId="ADAL" clId="{A80E4885-7617-4261-AD60-182D3446E97F}" dt="2025-10-02T07:19:09.477" v="26548" actId="1076"/>
          <ac:spMkLst>
            <pc:docMk/>
            <pc:sldMk cId="1509747959" sldId="372"/>
            <ac:spMk id="145" creationId="{00D6989F-6358-8536-4448-976E307CF16A}"/>
          </ac:spMkLst>
        </pc:spChg>
        <pc:cxnChg chg="mod">
          <ac:chgData name="Robert de Groote" userId="2ce5265b-80a0-4fb8-a62a-8035e9b0c45a" providerId="ADAL" clId="{A80E4885-7617-4261-AD60-182D3446E97F}" dt="2025-10-02T07:13:43.331" v="24654"/>
          <ac:cxnSpMkLst>
            <pc:docMk/>
            <pc:sldMk cId="1509747959" sldId="372"/>
            <ac:cxnSpMk id="11" creationId="{EF936933-2CEE-8797-216B-97756877D225}"/>
          </ac:cxnSpMkLst>
        </pc:cxnChg>
        <pc:cxnChg chg="mod">
          <ac:chgData name="Robert de Groote" userId="2ce5265b-80a0-4fb8-a62a-8035e9b0c45a" providerId="ADAL" clId="{A80E4885-7617-4261-AD60-182D3446E97F}" dt="2025-10-02T07:13:52.098" v="24659" actId="108"/>
          <ac:cxnSpMkLst>
            <pc:docMk/>
            <pc:sldMk cId="1509747959" sldId="372"/>
            <ac:cxnSpMk id="12" creationId="{010396B9-7947-67C2-9486-661EEA90E772}"/>
          </ac:cxnSpMkLst>
        </pc:cxnChg>
        <pc:cxnChg chg="mod">
          <ac:chgData name="Robert de Groote" userId="2ce5265b-80a0-4fb8-a62a-8035e9b0c45a" providerId="ADAL" clId="{A80E4885-7617-4261-AD60-182D3446E97F}" dt="2025-10-02T07:13:47.608" v="24655" actId="108"/>
          <ac:cxnSpMkLst>
            <pc:docMk/>
            <pc:sldMk cId="1509747959" sldId="372"/>
            <ac:cxnSpMk id="15" creationId="{92C58B45-72F7-5158-9DD3-C029E93AC807}"/>
          </ac:cxnSpMkLst>
        </pc:cxnChg>
        <pc:cxnChg chg="mod">
          <ac:chgData name="Robert de Groote" userId="2ce5265b-80a0-4fb8-a62a-8035e9b0c45a" providerId="ADAL" clId="{A80E4885-7617-4261-AD60-182D3446E97F}" dt="2025-10-02T07:13:53.120" v="24660" actId="108"/>
          <ac:cxnSpMkLst>
            <pc:docMk/>
            <pc:sldMk cId="1509747959" sldId="372"/>
            <ac:cxnSpMk id="19" creationId="{F2A0EA60-7279-F244-5736-93B96C529313}"/>
          </ac:cxnSpMkLst>
        </pc:cxnChg>
        <pc:cxnChg chg="mod">
          <ac:chgData name="Robert de Groote" userId="2ce5265b-80a0-4fb8-a62a-8035e9b0c45a" providerId="ADAL" clId="{A80E4885-7617-4261-AD60-182D3446E97F}" dt="2025-10-02T07:13:48.970" v="24656" actId="108"/>
          <ac:cxnSpMkLst>
            <pc:docMk/>
            <pc:sldMk cId="1509747959" sldId="372"/>
            <ac:cxnSpMk id="22" creationId="{B28BE05A-E84B-2CD1-0D43-AAAAB5BA6294}"/>
          </ac:cxnSpMkLst>
        </pc:cxnChg>
        <pc:cxnChg chg="mod">
          <ac:chgData name="Robert de Groote" userId="2ce5265b-80a0-4fb8-a62a-8035e9b0c45a" providerId="ADAL" clId="{A80E4885-7617-4261-AD60-182D3446E97F}" dt="2025-10-02T07:13:54.931" v="24662" actId="108"/>
          <ac:cxnSpMkLst>
            <pc:docMk/>
            <pc:sldMk cId="1509747959" sldId="372"/>
            <ac:cxnSpMk id="25" creationId="{6402CD01-7E47-6D45-21E0-177BFA655278}"/>
          </ac:cxnSpMkLst>
        </pc:cxnChg>
        <pc:cxnChg chg="mod">
          <ac:chgData name="Robert de Groote" userId="2ce5265b-80a0-4fb8-a62a-8035e9b0c45a" providerId="ADAL" clId="{A80E4885-7617-4261-AD60-182D3446E97F}" dt="2025-10-02T07:13:54.003" v="24661" actId="108"/>
          <ac:cxnSpMkLst>
            <pc:docMk/>
            <pc:sldMk cId="1509747959" sldId="372"/>
            <ac:cxnSpMk id="30" creationId="{2ED3F6A0-FF55-61B4-2388-5FD95AA5C8F6}"/>
          </ac:cxnSpMkLst>
        </pc:cxnChg>
        <pc:cxnChg chg="mod">
          <ac:chgData name="Robert de Groote" userId="2ce5265b-80a0-4fb8-a62a-8035e9b0c45a" providerId="ADAL" clId="{A80E4885-7617-4261-AD60-182D3446E97F}" dt="2025-10-02T07:13:50.876" v="24658" actId="108"/>
          <ac:cxnSpMkLst>
            <pc:docMk/>
            <pc:sldMk cId="1509747959" sldId="372"/>
            <ac:cxnSpMk id="33" creationId="{408FEDB0-0300-BEFC-48C2-6F552F842570}"/>
          </ac:cxnSpMkLst>
        </pc:cxnChg>
        <pc:cxnChg chg="mod">
          <ac:chgData name="Robert de Groote" userId="2ce5265b-80a0-4fb8-a62a-8035e9b0c45a" providerId="ADAL" clId="{A80E4885-7617-4261-AD60-182D3446E97F}" dt="2025-10-02T07:13:50.149" v="24657" actId="108"/>
          <ac:cxnSpMkLst>
            <pc:docMk/>
            <pc:sldMk cId="1509747959" sldId="372"/>
            <ac:cxnSpMk id="36" creationId="{19CD353F-1433-7C0B-7C1F-60552AB79A13}"/>
          </ac:cxnSpMkLst>
        </pc:cxnChg>
      </pc:sldChg>
      <pc:sldChg chg="addSp delSp modSp add mod modAnim">
        <pc:chgData name="Robert de Groote" userId="2ce5265b-80a0-4fb8-a62a-8035e9b0c45a" providerId="ADAL" clId="{A80E4885-7617-4261-AD60-182D3446E97F}" dt="2025-10-02T15:26:44.959" v="56474"/>
        <pc:sldMkLst>
          <pc:docMk/>
          <pc:sldMk cId="1594274757" sldId="373"/>
        </pc:sldMkLst>
        <pc:spChg chg="mod">
          <ac:chgData name="Robert de Groote" userId="2ce5265b-80a0-4fb8-a62a-8035e9b0c45a" providerId="ADAL" clId="{A80E4885-7617-4261-AD60-182D3446E97F}" dt="2025-10-02T12:40:08.124" v="48055"/>
          <ac:spMkLst>
            <pc:docMk/>
            <pc:sldMk cId="1594274757" sldId="373"/>
            <ac:spMk id="2" creationId="{B6677C36-B450-B969-C0A8-47EA02AE6DDB}"/>
          </ac:spMkLst>
        </pc:spChg>
        <pc:spChg chg="mod">
          <ac:chgData name="Robert de Groote" userId="2ce5265b-80a0-4fb8-a62a-8035e9b0c45a" providerId="ADAL" clId="{A80E4885-7617-4261-AD60-182D3446E97F}" dt="2025-10-02T15:25:18.123" v="56459" actId="14100"/>
          <ac:spMkLst>
            <pc:docMk/>
            <pc:sldMk cId="1594274757" sldId="373"/>
            <ac:spMk id="3" creationId="{DA563CA6-B2AC-E238-63DE-FFC25643861A}"/>
          </ac:spMkLst>
        </pc:spChg>
        <pc:spChg chg="add del mod ord">
          <ac:chgData name="Robert de Groote" userId="2ce5265b-80a0-4fb8-a62a-8035e9b0c45a" providerId="ADAL" clId="{A80E4885-7617-4261-AD60-182D3446E97F}" dt="2025-10-02T13:22:35.298" v="48771" actId="164"/>
          <ac:spMkLst>
            <pc:docMk/>
            <pc:sldMk cId="1594274757" sldId="373"/>
            <ac:spMk id="12" creationId="{7870BC88-9D9D-55FB-222A-337B9BA4C58D}"/>
          </ac:spMkLst>
        </pc:spChg>
        <pc:spChg chg="add mod">
          <ac:chgData name="Robert de Groote" userId="2ce5265b-80a0-4fb8-a62a-8035e9b0c45a" providerId="ADAL" clId="{A80E4885-7617-4261-AD60-182D3446E97F}" dt="2025-10-02T13:17:34.723" v="48588" actId="14100"/>
          <ac:spMkLst>
            <pc:docMk/>
            <pc:sldMk cId="1594274757" sldId="373"/>
            <ac:spMk id="13" creationId="{7238619B-1A27-475B-6334-C065D352EE51}"/>
          </ac:spMkLst>
        </pc:spChg>
        <pc:spChg chg="add mod">
          <ac:chgData name="Robert de Groote" userId="2ce5265b-80a0-4fb8-a62a-8035e9b0c45a" providerId="ADAL" clId="{A80E4885-7617-4261-AD60-182D3446E97F}" dt="2025-10-02T13:24:28.691" v="49088"/>
          <ac:spMkLst>
            <pc:docMk/>
            <pc:sldMk cId="1594274757" sldId="373"/>
            <ac:spMk id="15" creationId="{FB14465B-1472-F10C-CFC5-10931D666736}"/>
          </ac:spMkLst>
        </pc:spChg>
        <pc:spChg chg="add mod">
          <ac:chgData name="Robert de Groote" userId="2ce5265b-80a0-4fb8-a62a-8035e9b0c45a" providerId="ADAL" clId="{A80E4885-7617-4261-AD60-182D3446E97F}" dt="2025-10-02T13:24:24.941" v="49028"/>
          <ac:spMkLst>
            <pc:docMk/>
            <pc:sldMk cId="1594274757" sldId="373"/>
            <ac:spMk id="16" creationId="{C22492C7-C7A4-D023-96C4-7F8B1E91B9B0}"/>
          </ac:spMkLst>
        </pc:spChg>
        <pc:spChg chg="add mod">
          <ac:chgData name="Robert de Groote" userId="2ce5265b-80a0-4fb8-a62a-8035e9b0c45a" providerId="ADAL" clId="{A80E4885-7617-4261-AD60-182D3446E97F}" dt="2025-10-02T13:24:28.693" v="49092"/>
          <ac:spMkLst>
            <pc:docMk/>
            <pc:sldMk cId="1594274757" sldId="373"/>
            <ac:spMk id="17" creationId="{52DA2A59-9F33-B2D3-E15C-82BBAD01941E}"/>
          </ac:spMkLst>
        </pc:spChg>
        <pc:spChg chg="add mod">
          <ac:chgData name="Robert de Groote" userId="2ce5265b-80a0-4fb8-a62a-8035e9b0c45a" providerId="ADAL" clId="{A80E4885-7617-4261-AD60-182D3446E97F}" dt="2025-10-02T13:23:53.140" v="48842"/>
          <ac:spMkLst>
            <pc:docMk/>
            <pc:sldMk cId="1594274757" sldId="373"/>
            <ac:spMk id="20" creationId="{00AC10B2-BB14-D4A4-1545-B23EB299461B}"/>
          </ac:spMkLst>
        </pc:spChg>
        <pc:spChg chg="add mod">
          <ac:chgData name="Robert de Groote" userId="2ce5265b-80a0-4fb8-a62a-8035e9b0c45a" providerId="ADAL" clId="{A80E4885-7617-4261-AD60-182D3446E97F}" dt="2025-10-02T13:23:53.142" v="48846"/>
          <ac:spMkLst>
            <pc:docMk/>
            <pc:sldMk cId="1594274757" sldId="373"/>
            <ac:spMk id="21" creationId="{D761FEDB-92D6-1698-9CCD-32475FDD49DC}"/>
          </ac:spMkLst>
        </pc:spChg>
        <pc:spChg chg="add mod">
          <ac:chgData name="Robert de Groote" userId="2ce5265b-80a0-4fb8-a62a-8035e9b0c45a" providerId="ADAL" clId="{A80E4885-7617-4261-AD60-182D3446E97F}" dt="2025-10-02T13:24:24.943" v="49032"/>
          <ac:spMkLst>
            <pc:docMk/>
            <pc:sldMk cId="1594274757" sldId="373"/>
            <ac:spMk id="23" creationId="{47D22702-593E-2EFE-C434-BC76353CA3EA}"/>
          </ac:spMkLst>
        </pc:spChg>
        <pc:spChg chg="add mod ord">
          <ac:chgData name="Robert de Groote" userId="2ce5265b-80a0-4fb8-a62a-8035e9b0c45a" providerId="ADAL" clId="{A80E4885-7617-4261-AD60-182D3446E97F}" dt="2025-10-02T13:22:35.298" v="48771" actId="164"/>
          <ac:spMkLst>
            <pc:docMk/>
            <pc:sldMk cId="1594274757" sldId="373"/>
            <ac:spMk id="56" creationId="{E06E9279-B8D3-0A3B-3175-97C485A459D2}"/>
          </ac:spMkLst>
        </pc:spChg>
        <pc:spChg chg="add mod">
          <ac:chgData name="Robert de Groote" userId="2ce5265b-80a0-4fb8-a62a-8035e9b0c45a" providerId="ADAL" clId="{A80E4885-7617-4261-AD60-182D3446E97F}" dt="2025-10-02T15:25:03.467" v="56452" actId="108"/>
          <ac:spMkLst>
            <pc:docMk/>
            <pc:sldMk cId="1594274757" sldId="373"/>
            <ac:spMk id="112" creationId="{D3D4F3AF-1C2F-0B5E-903E-9BB26D441333}"/>
          </ac:spMkLst>
        </pc:spChg>
        <pc:spChg chg="add mod">
          <ac:chgData name="Robert de Groote" userId="2ce5265b-80a0-4fb8-a62a-8035e9b0c45a" providerId="ADAL" clId="{A80E4885-7617-4261-AD60-182D3446E97F}" dt="2025-10-02T15:25:39.458" v="56465" actId="1076"/>
          <ac:spMkLst>
            <pc:docMk/>
            <pc:sldMk cId="1594274757" sldId="373"/>
            <ac:spMk id="113" creationId="{7C8AB353-728C-00C3-5AD9-7CC600756980}"/>
          </ac:spMkLst>
        </pc:spChg>
        <pc:spChg chg="add mod">
          <ac:chgData name="Robert de Groote" userId="2ce5265b-80a0-4fb8-a62a-8035e9b0c45a" providerId="ADAL" clId="{A80E4885-7617-4261-AD60-182D3446E97F}" dt="2025-10-02T15:25:35.051" v="56463" actId="1076"/>
          <ac:spMkLst>
            <pc:docMk/>
            <pc:sldMk cId="1594274757" sldId="373"/>
            <ac:spMk id="114" creationId="{EF1FA41D-D954-1401-DBEC-B46AB406216C}"/>
          </ac:spMkLst>
        </pc:spChg>
        <pc:spChg chg="add mod">
          <ac:chgData name="Robert de Groote" userId="2ce5265b-80a0-4fb8-a62a-8035e9b0c45a" providerId="ADAL" clId="{A80E4885-7617-4261-AD60-182D3446E97F}" dt="2025-10-02T15:25:37.259" v="56464" actId="1076"/>
          <ac:spMkLst>
            <pc:docMk/>
            <pc:sldMk cId="1594274757" sldId="373"/>
            <ac:spMk id="115" creationId="{5C458779-A8DC-B79B-FF03-9485A531E955}"/>
          </ac:spMkLst>
        </pc:spChg>
        <pc:spChg chg="add mod">
          <ac:chgData name="Robert de Groote" userId="2ce5265b-80a0-4fb8-a62a-8035e9b0c45a" providerId="ADAL" clId="{A80E4885-7617-4261-AD60-182D3446E97F}" dt="2025-10-02T15:25:41.557" v="56466" actId="1076"/>
          <ac:spMkLst>
            <pc:docMk/>
            <pc:sldMk cId="1594274757" sldId="373"/>
            <ac:spMk id="116" creationId="{61E55D7F-08E0-1E70-B3E2-DA78DAE21178}"/>
          </ac:spMkLst>
        </pc:spChg>
        <pc:spChg chg="add mod">
          <ac:chgData name="Robert de Groote" userId="2ce5265b-80a0-4fb8-a62a-8035e9b0c45a" providerId="ADAL" clId="{A80E4885-7617-4261-AD60-182D3446E97F}" dt="2025-10-02T15:25:33.312" v="56462" actId="1076"/>
          <ac:spMkLst>
            <pc:docMk/>
            <pc:sldMk cId="1594274757" sldId="373"/>
            <ac:spMk id="117" creationId="{E5DA86F6-E223-E089-EAE7-C69508CC352A}"/>
          </ac:spMkLst>
        </pc:spChg>
        <pc:spChg chg="add mod">
          <ac:chgData name="Robert de Groote" userId="2ce5265b-80a0-4fb8-a62a-8035e9b0c45a" providerId="ADAL" clId="{A80E4885-7617-4261-AD60-182D3446E97F}" dt="2025-10-02T15:25:30.269" v="56461" actId="1076"/>
          <ac:spMkLst>
            <pc:docMk/>
            <pc:sldMk cId="1594274757" sldId="373"/>
            <ac:spMk id="118" creationId="{70F46F77-C50A-96A8-0766-DAF7BD7B1E7A}"/>
          </ac:spMkLst>
        </pc:spChg>
        <pc:grpChg chg="add mod">
          <ac:chgData name="Robert de Groote" userId="2ce5265b-80a0-4fb8-a62a-8035e9b0c45a" providerId="ADAL" clId="{A80E4885-7617-4261-AD60-182D3446E97F}" dt="2025-10-02T13:22:38.724" v="48773" actId="1076"/>
          <ac:grpSpMkLst>
            <pc:docMk/>
            <pc:sldMk cId="1594274757" sldId="373"/>
            <ac:grpSpMk id="63" creationId="{312FDEE8-4C48-CD91-6E65-894200C72D2B}"/>
          </ac:grpSpMkLst>
        </pc:grpChg>
        <pc:cxnChg chg="add mod">
          <ac:chgData name="Robert de Groote" userId="2ce5265b-80a0-4fb8-a62a-8035e9b0c45a" providerId="ADAL" clId="{A80E4885-7617-4261-AD60-182D3446E97F}" dt="2025-10-02T13:23:53.140" v="48842"/>
          <ac:cxnSpMkLst>
            <pc:docMk/>
            <pc:sldMk cId="1594274757" sldId="373"/>
            <ac:cxnSpMk id="10" creationId="{9CE4FC40-2462-11CC-CE50-6765080FA300}"/>
          </ac:cxnSpMkLst>
        </pc:cxnChg>
        <pc:cxnChg chg="add mod">
          <ac:chgData name="Robert de Groote" userId="2ce5265b-80a0-4fb8-a62a-8035e9b0c45a" providerId="ADAL" clId="{A80E4885-7617-4261-AD60-182D3446E97F}" dt="2025-10-02T13:24:28.693" v="49092"/>
          <ac:cxnSpMkLst>
            <pc:docMk/>
            <pc:sldMk cId="1594274757" sldId="373"/>
            <ac:cxnSpMk id="14" creationId="{A1CB21B7-F63E-EB43-145F-B0D5892EC9C7}"/>
          </ac:cxnSpMkLst>
        </pc:cxnChg>
        <pc:cxnChg chg="add mod">
          <ac:chgData name="Robert de Groote" userId="2ce5265b-80a0-4fb8-a62a-8035e9b0c45a" providerId="ADAL" clId="{A80E4885-7617-4261-AD60-182D3446E97F}" dt="2025-10-02T13:24:28.691" v="49088"/>
          <ac:cxnSpMkLst>
            <pc:docMk/>
            <pc:sldMk cId="1594274757" sldId="373"/>
            <ac:cxnSpMk id="18" creationId="{20D06950-21AA-BC0B-4A2E-97F04CB048B5}"/>
          </ac:cxnSpMkLst>
        </pc:cxnChg>
        <pc:cxnChg chg="add mod">
          <ac:chgData name="Robert de Groote" userId="2ce5265b-80a0-4fb8-a62a-8035e9b0c45a" providerId="ADAL" clId="{A80E4885-7617-4261-AD60-182D3446E97F}" dt="2025-10-02T13:23:53.142" v="48846"/>
          <ac:cxnSpMkLst>
            <pc:docMk/>
            <pc:sldMk cId="1594274757" sldId="373"/>
            <ac:cxnSpMk id="40" creationId="{E9B6D9D5-A45E-571D-3D75-78CCF1606B28}"/>
          </ac:cxnSpMkLst>
        </pc:cxnChg>
        <pc:cxnChg chg="add mod">
          <ac:chgData name="Robert de Groote" userId="2ce5265b-80a0-4fb8-a62a-8035e9b0c45a" providerId="ADAL" clId="{A80E4885-7617-4261-AD60-182D3446E97F}" dt="2025-10-02T13:24:28.691" v="49088"/>
          <ac:cxnSpMkLst>
            <pc:docMk/>
            <pc:sldMk cId="1594274757" sldId="373"/>
            <ac:cxnSpMk id="65" creationId="{68B1C363-CC01-A586-3A05-6D459C8F1DD2}"/>
          </ac:cxnSpMkLst>
        </pc:cxnChg>
        <pc:cxnChg chg="add mod">
          <ac:chgData name="Robert de Groote" userId="2ce5265b-80a0-4fb8-a62a-8035e9b0c45a" providerId="ADAL" clId="{A80E4885-7617-4261-AD60-182D3446E97F}" dt="2025-10-02T13:24:28.693" v="49092"/>
          <ac:cxnSpMkLst>
            <pc:docMk/>
            <pc:sldMk cId="1594274757" sldId="373"/>
            <ac:cxnSpMk id="67" creationId="{1F375B61-CB77-8E85-10E0-C38630DF0BB8}"/>
          </ac:cxnSpMkLst>
        </pc:cxnChg>
      </pc:sldChg>
      <pc:sldChg chg="addSp delSp modSp add del mod modAnim">
        <pc:chgData name="Robert de Groote" userId="2ce5265b-80a0-4fb8-a62a-8035e9b0c45a" providerId="ADAL" clId="{A80E4885-7617-4261-AD60-182D3446E97F}" dt="2025-10-02T12:03:45.521" v="45404" actId="47"/>
        <pc:sldMkLst>
          <pc:docMk/>
          <pc:sldMk cId="947725191" sldId="374"/>
        </pc:sldMkLst>
      </pc:sldChg>
      <pc:sldChg chg="delSp add del mod modAnim">
        <pc:chgData name="Robert de Groote" userId="2ce5265b-80a0-4fb8-a62a-8035e9b0c45a" providerId="ADAL" clId="{A80E4885-7617-4261-AD60-182D3446E97F}" dt="2025-10-02T12:03:46.159" v="45405" actId="47"/>
        <pc:sldMkLst>
          <pc:docMk/>
          <pc:sldMk cId="1689465147" sldId="375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46.817" v="45406" actId="47"/>
        <pc:sldMkLst>
          <pc:docMk/>
          <pc:sldMk cId="3815349466" sldId="376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47.998" v="45408" actId="47"/>
        <pc:sldMkLst>
          <pc:docMk/>
          <pc:sldMk cId="3865284332" sldId="377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1T14:10:55.101" v="9230" actId="47"/>
        <pc:sldMkLst>
          <pc:docMk/>
          <pc:sldMk cId="2959584396" sldId="378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06:45:01.619" v="23122" actId="47"/>
        <pc:sldMkLst>
          <pc:docMk/>
          <pc:sldMk cId="3552068014" sldId="379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1T14:09:55.283" v="9163" actId="47"/>
        <pc:sldMkLst>
          <pc:docMk/>
          <pc:sldMk cId="1781846835" sldId="380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1T14:10:51.985" v="9229" actId="47"/>
        <pc:sldMkLst>
          <pc:docMk/>
          <pc:sldMk cId="2201172997" sldId="381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1T14:10:56.059" v="9232" actId="47"/>
        <pc:sldMkLst>
          <pc:docMk/>
          <pc:sldMk cId="3662894952" sldId="382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1T14:10:55.674" v="9231" actId="47"/>
        <pc:sldMkLst>
          <pc:docMk/>
          <pc:sldMk cId="334004405" sldId="383"/>
        </pc:sldMkLst>
      </pc:sldChg>
      <pc:sldChg chg="addSp delSp modSp add del mod">
        <pc:chgData name="Robert de Groote" userId="2ce5265b-80a0-4fb8-a62a-8035e9b0c45a" providerId="ADAL" clId="{A80E4885-7617-4261-AD60-182D3446E97F}" dt="2025-10-01T14:10:57.235" v="9233" actId="47"/>
        <pc:sldMkLst>
          <pc:docMk/>
          <pc:sldMk cId="1058047400" sldId="384"/>
        </pc:sldMkLst>
      </pc:sldChg>
      <pc:sldChg chg="addSp delSp modSp add del mod">
        <pc:chgData name="Robert de Groote" userId="2ce5265b-80a0-4fb8-a62a-8035e9b0c45a" providerId="ADAL" clId="{A80E4885-7617-4261-AD60-182D3446E97F}" dt="2025-10-01T14:10:57.903" v="9234" actId="47"/>
        <pc:sldMkLst>
          <pc:docMk/>
          <pc:sldMk cId="3512280033" sldId="385"/>
        </pc:sldMkLst>
      </pc:sldChg>
      <pc:sldChg chg="addSp delSp modSp add del mod">
        <pc:chgData name="Robert de Groote" userId="2ce5265b-80a0-4fb8-a62a-8035e9b0c45a" providerId="ADAL" clId="{A80E4885-7617-4261-AD60-182D3446E97F}" dt="2025-10-01T14:10:59.376" v="9235" actId="47"/>
        <pc:sldMkLst>
          <pc:docMk/>
          <pc:sldMk cId="4113526739" sldId="386"/>
        </pc:sldMkLst>
      </pc:sldChg>
      <pc:sldChg chg="addSp delSp modSp add del mod">
        <pc:chgData name="Robert de Groote" userId="2ce5265b-80a0-4fb8-a62a-8035e9b0c45a" providerId="ADAL" clId="{A80E4885-7617-4261-AD60-182D3446E97F}" dt="2025-10-01T14:11:00.707" v="9236" actId="47"/>
        <pc:sldMkLst>
          <pc:docMk/>
          <pc:sldMk cId="1756179961" sldId="387"/>
        </pc:sldMkLst>
      </pc:sldChg>
      <pc:sldChg chg="delSp modSp add del mod modTransition">
        <pc:chgData name="Robert de Groote" userId="2ce5265b-80a0-4fb8-a62a-8035e9b0c45a" providerId="ADAL" clId="{A80E4885-7617-4261-AD60-182D3446E97F}" dt="2025-10-02T12:04:25.686" v="45444" actId="47"/>
        <pc:sldMkLst>
          <pc:docMk/>
          <pc:sldMk cId="858887156" sldId="388"/>
        </pc:sldMkLst>
      </pc:sldChg>
      <pc:sldChg chg="modSp add del mod modTransition">
        <pc:chgData name="Robert de Groote" userId="2ce5265b-80a0-4fb8-a62a-8035e9b0c45a" providerId="ADAL" clId="{A80E4885-7617-4261-AD60-182D3446E97F}" dt="2025-10-02T12:04:26.209" v="45445" actId="47"/>
        <pc:sldMkLst>
          <pc:docMk/>
          <pc:sldMk cId="1157942849" sldId="389"/>
        </pc:sldMkLst>
      </pc:sldChg>
      <pc:sldChg chg="modSp add del mod">
        <pc:chgData name="Robert de Groote" userId="2ce5265b-80a0-4fb8-a62a-8035e9b0c45a" providerId="ADAL" clId="{A80E4885-7617-4261-AD60-182D3446E97F}" dt="2025-10-02T12:04:26.709" v="45446" actId="47"/>
        <pc:sldMkLst>
          <pc:docMk/>
          <pc:sldMk cId="3884463044" sldId="390"/>
        </pc:sldMkLst>
      </pc:sldChg>
      <pc:sldChg chg="modSp add del mod">
        <pc:chgData name="Robert de Groote" userId="2ce5265b-80a0-4fb8-a62a-8035e9b0c45a" providerId="ADAL" clId="{A80E4885-7617-4261-AD60-182D3446E97F}" dt="2025-10-02T12:04:27.765" v="45447" actId="47"/>
        <pc:sldMkLst>
          <pc:docMk/>
          <pc:sldMk cId="2719435108" sldId="391"/>
        </pc:sldMkLst>
      </pc:sldChg>
      <pc:sldChg chg="modSp add del mod">
        <pc:chgData name="Robert de Groote" userId="2ce5265b-80a0-4fb8-a62a-8035e9b0c45a" providerId="ADAL" clId="{A80E4885-7617-4261-AD60-182D3446E97F}" dt="2025-10-02T12:04:30.330" v="45448" actId="47"/>
        <pc:sldMkLst>
          <pc:docMk/>
          <pc:sldMk cId="2473038310" sldId="392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49.058" v="45410" actId="47"/>
        <pc:sldMkLst>
          <pc:docMk/>
          <pc:sldMk cId="392383017" sldId="393"/>
        </pc:sldMkLst>
      </pc:sldChg>
      <pc:sldChg chg="delSp add del mod modTransition">
        <pc:chgData name="Robert de Groote" userId="2ce5265b-80a0-4fb8-a62a-8035e9b0c45a" providerId="ADAL" clId="{A80E4885-7617-4261-AD60-182D3446E97F}" dt="2025-10-02T12:03:50.115" v="45412" actId="47"/>
        <pc:sldMkLst>
          <pc:docMk/>
          <pc:sldMk cId="1899641765" sldId="394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51.083" v="45414" actId="47"/>
        <pc:sldMkLst>
          <pc:docMk/>
          <pc:sldMk cId="2310992344" sldId="395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52.176" v="45416" actId="47"/>
        <pc:sldMkLst>
          <pc:docMk/>
          <pc:sldMk cId="47022449" sldId="396"/>
        </pc:sldMkLst>
      </pc:sldChg>
      <pc:sldChg chg="delSp modSp add del mod modTransition">
        <pc:chgData name="Robert de Groote" userId="2ce5265b-80a0-4fb8-a62a-8035e9b0c45a" providerId="ADAL" clId="{A80E4885-7617-4261-AD60-182D3446E97F}" dt="2025-10-02T12:03:53.203" v="45418" actId="47"/>
        <pc:sldMkLst>
          <pc:docMk/>
          <pc:sldMk cId="919891299" sldId="397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54.182" v="45420" actId="47"/>
        <pc:sldMkLst>
          <pc:docMk/>
          <pc:sldMk cId="47618648" sldId="398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55.193" v="45422" actId="47"/>
        <pc:sldMkLst>
          <pc:docMk/>
          <pc:sldMk cId="3109615481" sldId="399"/>
        </pc:sldMkLst>
      </pc:sldChg>
      <pc:sldChg chg="delSp add del mod">
        <pc:chgData name="Robert de Groote" userId="2ce5265b-80a0-4fb8-a62a-8035e9b0c45a" providerId="ADAL" clId="{A80E4885-7617-4261-AD60-182D3446E97F}" dt="2025-10-01T14:21:19.511" v="12897" actId="47"/>
        <pc:sldMkLst>
          <pc:docMk/>
          <pc:sldMk cId="2743902060" sldId="400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56.203" v="45424" actId="47"/>
        <pc:sldMkLst>
          <pc:docMk/>
          <pc:sldMk cId="3171680003" sldId="401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57.831" v="45426" actId="47"/>
        <pc:sldMkLst>
          <pc:docMk/>
          <pc:sldMk cId="1366194615" sldId="402"/>
        </pc:sldMkLst>
      </pc:sldChg>
      <pc:sldChg chg="delSp add del mod">
        <pc:chgData name="Robert de Groote" userId="2ce5265b-80a0-4fb8-a62a-8035e9b0c45a" providerId="ADAL" clId="{A80E4885-7617-4261-AD60-182D3446E97F}" dt="2025-10-01T14:21:10.024" v="12896" actId="47"/>
        <pc:sldMkLst>
          <pc:docMk/>
          <pc:sldMk cId="39426439" sldId="403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02.004" v="45428" actId="47"/>
        <pc:sldMkLst>
          <pc:docMk/>
          <pc:sldMk cId="3002388992" sldId="404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03.165" v="45430" actId="47"/>
        <pc:sldMkLst>
          <pc:docMk/>
          <pc:sldMk cId="3017545864" sldId="405"/>
        </pc:sldMkLst>
      </pc:sldChg>
      <pc:sldChg chg="delSp add del mod">
        <pc:chgData name="Robert de Groote" userId="2ce5265b-80a0-4fb8-a62a-8035e9b0c45a" providerId="ADAL" clId="{A80E4885-7617-4261-AD60-182D3446E97F}" dt="2025-10-01T14:24:03.084" v="12898" actId="47"/>
        <pc:sldMkLst>
          <pc:docMk/>
          <pc:sldMk cId="1723248055" sldId="406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04.302" v="45432" actId="47"/>
        <pc:sldMkLst>
          <pc:docMk/>
          <pc:sldMk cId="3534761021" sldId="407"/>
        </pc:sldMkLst>
      </pc:sldChg>
      <pc:sldChg chg="delSp add del mod">
        <pc:chgData name="Robert de Groote" userId="2ce5265b-80a0-4fb8-a62a-8035e9b0c45a" providerId="ADAL" clId="{A80E4885-7617-4261-AD60-182D3446E97F}" dt="2025-10-01T14:24:06.416" v="12899" actId="47"/>
        <pc:sldMkLst>
          <pc:docMk/>
          <pc:sldMk cId="4051374639" sldId="408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05.729" v="45434" actId="47"/>
        <pc:sldMkLst>
          <pc:docMk/>
          <pc:sldMk cId="2408264442" sldId="409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07.170" v="45436" actId="47"/>
        <pc:sldMkLst>
          <pc:docMk/>
          <pc:sldMk cId="1077705568" sldId="410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08.640" v="45438" actId="47"/>
        <pc:sldMkLst>
          <pc:docMk/>
          <pc:sldMk cId="3707549288" sldId="411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12.326" v="45440" actId="47"/>
        <pc:sldMkLst>
          <pc:docMk/>
          <pc:sldMk cId="1715806214" sldId="412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13.621" v="45442" actId="47"/>
        <pc:sldMkLst>
          <pc:docMk/>
          <pc:sldMk cId="1233204330" sldId="413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47.446" v="45407" actId="47"/>
        <pc:sldMkLst>
          <pc:docMk/>
          <pc:sldMk cId="2879541603" sldId="414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48.557" v="45409" actId="47"/>
        <pc:sldMkLst>
          <pc:docMk/>
          <pc:sldMk cId="1661541399" sldId="415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49.619" v="45411" actId="47"/>
        <pc:sldMkLst>
          <pc:docMk/>
          <pc:sldMk cId="801457581" sldId="416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0.608" v="45413" actId="47"/>
        <pc:sldMkLst>
          <pc:docMk/>
          <pc:sldMk cId="3482328762" sldId="417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1.644" v="45415" actId="47"/>
        <pc:sldMkLst>
          <pc:docMk/>
          <pc:sldMk cId="1196023889" sldId="418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2.694" v="45417" actId="47"/>
        <pc:sldMkLst>
          <pc:docMk/>
          <pc:sldMk cId="3485982312" sldId="419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3.691" v="45419" actId="47"/>
        <pc:sldMkLst>
          <pc:docMk/>
          <pc:sldMk cId="1823206833" sldId="420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4.691" v="45421" actId="47"/>
        <pc:sldMkLst>
          <pc:docMk/>
          <pc:sldMk cId="2333284184" sldId="421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5.693" v="45423" actId="47"/>
        <pc:sldMkLst>
          <pc:docMk/>
          <pc:sldMk cId="1074200121" sldId="422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7.327" v="45425" actId="47"/>
        <pc:sldMkLst>
          <pc:docMk/>
          <pc:sldMk cId="1469294471" sldId="423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8.486" v="45427" actId="47"/>
        <pc:sldMkLst>
          <pc:docMk/>
          <pc:sldMk cId="1577153534" sldId="424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02.653" v="45429" actId="47"/>
        <pc:sldMkLst>
          <pc:docMk/>
          <pc:sldMk cId="1021801942" sldId="425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03.740" v="45431" actId="47"/>
        <pc:sldMkLst>
          <pc:docMk/>
          <pc:sldMk cId="3494586592" sldId="426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04.969" v="45433" actId="47"/>
        <pc:sldMkLst>
          <pc:docMk/>
          <pc:sldMk cId="3872787609" sldId="427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06.350" v="45435" actId="47"/>
        <pc:sldMkLst>
          <pc:docMk/>
          <pc:sldMk cId="510445143" sldId="428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07.621" v="45437" actId="47"/>
        <pc:sldMkLst>
          <pc:docMk/>
          <pc:sldMk cId="3039933545" sldId="429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09.627" v="45439" actId="47"/>
        <pc:sldMkLst>
          <pc:docMk/>
          <pc:sldMk cId="1289583892" sldId="430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13.012" v="45441" actId="47"/>
        <pc:sldMkLst>
          <pc:docMk/>
          <pc:sldMk cId="943899392" sldId="431"/>
        </pc:sldMkLst>
      </pc:sldChg>
      <pc:sldChg chg="addSp delSp modSp add del mod modTransition delAnim modAnim">
        <pc:chgData name="Robert de Groote" userId="2ce5265b-80a0-4fb8-a62a-8035e9b0c45a" providerId="ADAL" clId="{A80E4885-7617-4261-AD60-182D3446E97F}" dt="2025-10-02T12:04:14.754" v="45443" actId="47"/>
        <pc:sldMkLst>
          <pc:docMk/>
          <pc:sldMk cId="388992429" sldId="432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5:04:39.522" v="56084" actId="47"/>
        <pc:sldMkLst>
          <pc:docMk/>
          <pc:sldMk cId="2924525485" sldId="433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1T14:25:20.337" v="16013" actId="47"/>
        <pc:sldMkLst>
          <pc:docMk/>
          <pc:sldMk cId="3441633310" sldId="433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1T17:17:18.829" v="17609" actId="47"/>
        <pc:sldMkLst>
          <pc:docMk/>
          <pc:sldMk cId="3959801168" sldId="434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0.496" v="56086" actId="47"/>
        <pc:sldMkLst>
          <pc:docMk/>
          <pc:sldMk cId="2810634702" sldId="435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5:04:42.590" v="56088" actId="47"/>
        <pc:sldMkLst>
          <pc:docMk/>
          <pc:sldMk cId="1821323383" sldId="436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3.643" v="56090" actId="47"/>
        <pc:sldMkLst>
          <pc:docMk/>
          <pc:sldMk cId="3990351548" sldId="437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4.710" v="56092" actId="47"/>
        <pc:sldMkLst>
          <pc:docMk/>
          <pc:sldMk cId="1198062294" sldId="438"/>
        </pc:sldMkLst>
      </pc:sldChg>
      <pc:sldChg chg="addSp delSp modSp add del mod">
        <pc:chgData name="Robert de Groote" userId="2ce5265b-80a0-4fb8-a62a-8035e9b0c45a" providerId="ADAL" clId="{A80E4885-7617-4261-AD60-182D3446E97F}" dt="2025-10-01T17:16:33.049" v="17608" actId="47"/>
        <pc:sldMkLst>
          <pc:docMk/>
          <pc:sldMk cId="3381089514" sldId="438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5.689" v="56094" actId="47"/>
        <pc:sldMkLst>
          <pc:docMk/>
          <pc:sldMk cId="2902781242" sldId="439"/>
        </pc:sldMkLst>
      </pc:sldChg>
      <pc:sldChg chg="add del">
        <pc:chgData name="Robert de Groote" userId="2ce5265b-80a0-4fb8-a62a-8035e9b0c45a" providerId="ADAL" clId="{A80E4885-7617-4261-AD60-182D3446E97F}" dt="2025-10-01T17:16:30.144" v="17607" actId="47"/>
        <pc:sldMkLst>
          <pc:docMk/>
          <pc:sldMk cId="4049801727" sldId="439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5:04:47.354" v="56096" actId="47"/>
        <pc:sldMkLst>
          <pc:docMk/>
          <pc:sldMk cId="3800176" sldId="440"/>
        </pc:sldMkLst>
      </pc:sldChg>
      <pc:sldChg chg="addSp delSp modSp add del mod">
        <pc:chgData name="Robert de Groote" userId="2ce5265b-80a0-4fb8-a62a-8035e9b0c45a" providerId="ADAL" clId="{A80E4885-7617-4261-AD60-182D3446E97F}" dt="2025-10-01T17:21:28.477" v="18877" actId="47"/>
        <pc:sldMkLst>
          <pc:docMk/>
          <pc:sldMk cId="3887928723" sldId="440"/>
        </pc:sldMkLst>
      </pc:sldChg>
      <pc:sldChg chg="delSp add del mod">
        <pc:chgData name="Robert de Groote" userId="2ce5265b-80a0-4fb8-a62a-8035e9b0c45a" providerId="ADAL" clId="{A80E4885-7617-4261-AD60-182D3446E97F}" dt="2025-10-01T17:21:30.012" v="18878" actId="47"/>
        <pc:sldMkLst>
          <pc:docMk/>
          <pc:sldMk cId="2091917075" sldId="441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8.556" v="56098" actId="47"/>
        <pc:sldMkLst>
          <pc:docMk/>
          <pc:sldMk cId="2568352024" sldId="441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5:04:49.779" v="56100" actId="47"/>
        <pc:sldMkLst>
          <pc:docMk/>
          <pc:sldMk cId="2809431813" sldId="442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51.014" v="56102" actId="47"/>
        <pc:sldMkLst>
          <pc:docMk/>
          <pc:sldMk cId="1740605395" sldId="443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5:04:52.242" v="56104" actId="47"/>
        <pc:sldMkLst>
          <pc:docMk/>
          <pc:sldMk cId="2033636364" sldId="444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53.361" v="56106" actId="47"/>
        <pc:sldMkLst>
          <pc:docMk/>
          <pc:sldMk cId="2330332331" sldId="445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5:04:55.525" v="56108" actId="47"/>
        <pc:sldMkLst>
          <pc:docMk/>
          <pc:sldMk cId="3345838907" sldId="446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38.841" v="56083" actId="47"/>
        <pc:sldMkLst>
          <pc:docMk/>
          <pc:sldMk cId="271876931" sldId="447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0.057" v="56085" actId="47"/>
        <pc:sldMkLst>
          <pc:docMk/>
          <pc:sldMk cId="3420596772" sldId="448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1.230" v="56087" actId="47"/>
        <pc:sldMkLst>
          <pc:docMk/>
          <pc:sldMk cId="3146889343" sldId="449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3.185" v="56089" actId="47"/>
        <pc:sldMkLst>
          <pc:docMk/>
          <pc:sldMk cId="3940807488" sldId="450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4.134" v="56091" actId="47"/>
        <pc:sldMkLst>
          <pc:docMk/>
          <pc:sldMk cId="203244963" sldId="451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5.194" v="56093" actId="47"/>
        <pc:sldMkLst>
          <pc:docMk/>
          <pc:sldMk cId="2968483438" sldId="452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6.308" v="56095" actId="47"/>
        <pc:sldMkLst>
          <pc:docMk/>
          <pc:sldMk cId="2720566819" sldId="453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7.959" v="56097" actId="47"/>
        <pc:sldMkLst>
          <pc:docMk/>
          <pc:sldMk cId="417345438" sldId="454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9.175" v="56099" actId="47"/>
        <pc:sldMkLst>
          <pc:docMk/>
          <pc:sldMk cId="3509445186" sldId="455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50.373" v="56101" actId="47"/>
        <pc:sldMkLst>
          <pc:docMk/>
          <pc:sldMk cId="1542827173" sldId="456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51.707" v="56103" actId="47"/>
        <pc:sldMkLst>
          <pc:docMk/>
          <pc:sldMk cId="2582196716" sldId="457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52.768" v="56105" actId="47"/>
        <pc:sldMkLst>
          <pc:docMk/>
          <pc:sldMk cId="1769200701" sldId="458"/>
        </pc:sldMkLst>
      </pc:sldChg>
      <pc:sldChg chg="addSp delSp modSp add del mod modTransition delAnim modAnim">
        <pc:chgData name="Robert de Groote" userId="2ce5265b-80a0-4fb8-a62a-8035e9b0c45a" providerId="ADAL" clId="{A80E4885-7617-4261-AD60-182D3446E97F}" dt="2025-10-02T15:04:53.938" v="56107" actId="47"/>
        <pc:sldMkLst>
          <pc:docMk/>
          <pc:sldMk cId="689399911" sldId="459"/>
        </pc:sldMkLst>
      </pc:sldChg>
      <pc:sldChg chg="addSp modSp add del mod setBg">
        <pc:chgData name="Robert de Groote" userId="2ce5265b-80a0-4fb8-a62a-8035e9b0c45a" providerId="ADAL" clId="{A80E4885-7617-4261-AD60-182D3446E97F}" dt="2025-10-02T07:08:58.494" v="24411" actId="47"/>
        <pc:sldMkLst>
          <pc:docMk/>
          <pc:sldMk cId="1993069747" sldId="460"/>
        </pc:sldMkLst>
      </pc:sldChg>
      <pc:sldChg chg="addSp delSp modSp add del mod">
        <pc:chgData name="Robert de Groote" userId="2ce5265b-80a0-4fb8-a62a-8035e9b0c45a" providerId="ADAL" clId="{A80E4885-7617-4261-AD60-182D3446E97F}" dt="2025-10-01T17:30:54.048" v="22594" actId="2696"/>
        <pc:sldMkLst>
          <pc:docMk/>
          <pc:sldMk cId="2185055194" sldId="460"/>
        </pc:sldMkLst>
      </pc:sldChg>
      <pc:sldChg chg="addSp delSp modSp add mod ord modAnim">
        <pc:chgData name="Robert de Groote" userId="2ce5265b-80a0-4fb8-a62a-8035e9b0c45a" providerId="ADAL" clId="{A80E4885-7617-4261-AD60-182D3446E97F}" dt="2025-10-06T07:43:22.655" v="66826"/>
        <pc:sldMkLst>
          <pc:docMk/>
          <pc:sldMk cId="3735806064" sldId="461"/>
        </pc:sldMkLst>
        <pc:spChg chg="mod">
          <ac:chgData name="Robert de Groote" userId="2ce5265b-80a0-4fb8-a62a-8035e9b0c45a" providerId="ADAL" clId="{A80E4885-7617-4261-AD60-182D3446E97F}" dt="2025-10-02T07:00:24.345" v="24033" actId="20577"/>
          <ac:spMkLst>
            <pc:docMk/>
            <pc:sldMk cId="3735806064" sldId="461"/>
            <ac:spMk id="2" creationId="{01F5C195-39AC-2610-C2DB-F89FAEF32DE2}"/>
          </ac:spMkLst>
        </pc:spChg>
        <pc:spChg chg="mod">
          <ac:chgData name="Robert de Groote" userId="2ce5265b-80a0-4fb8-a62a-8035e9b0c45a" providerId="ADAL" clId="{A80E4885-7617-4261-AD60-182D3446E97F}" dt="2025-10-02T13:52:08.338" v="49291" actId="14100"/>
          <ac:spMkLst>
            <pc:docMk/>
            <pc:sldMk cId="3735806064" sldId="461"/>
            <ac:spMk id="3" creationId="{9AB9716C-6D71-3028-4F0C-DA98E9A8C7E3}"/>
          </ac:spMkLst>
        </pc:spChg>
        <pc:spChg chg="add mod ord">
          <ac:chgData name="Robert de Groote" userId="2ce5265b-80a0-4fb8-a62a-8035e9b0c45a" providerId="ADAL" clId="{A80E4885-7617-4261-AD60-182D3446E97F}" dt="2025-10-02T09:30:29.461" v="39873"/>
          <ac:spMkLst>
            <pc:docMk/>
            <pc:sldMk cId="3735806064" sldId="461"/>
            <ac:spMk id="4" creationId="{833112AE-614B-F105-AB1F-DAE783CFA83D}"/>
          </ac:spMkLst>
        </pc:spChg>
        <pc:spChg chg="add mod">
          <ac:chgData name="Robert de Groote" userId="2ce5265b-80a0-4fb8-a62a-8035e9b0c45a" providerId="ADAL" clId="{A80E4885-7617-4261-AD60-182D3446E97F}" dt="2025-10-02T09:30:29.461" v="39873"/>
          <ac:spMkLst>
            <pc:docMk/>
            <pc:sldMk cId="3735806064" sldId="461"/>
            <ac:spMk id="5" creationId="{9EA6F4AB-4F45-AD96-792F-5C32957EE75D}"/>
          </ac:spMkLst>
        </pc:spChg>
        <pc:spChg chg="add mod">
          <ac:chgData name="Robert de Groote" userId="2ce5265b-80a0-4fb8-a62a-8035e9b0c45a" providerId="ADAL" clId="{A80E4885-7617-4261-AD60-182D3446E97F}" dt="2025-10-02T09:30:29.461" v="39873"/>
          <ac:spMkLst>
            <pc:docMk/>
            <pc:sldMk cId="3735806064" sldId="461"/>
            <ac:spMk id="6" creationId="{7BD3642F-AAB0-D31D-6B2D-6871FFA6B95E}"/>
          </ac:spMkLst>
        </pc:spChg>
        <pc:spChg chg="add mod ord">
          <ac:chgData name="Robert de Groote" userId="2ce5265b-80a0-4fb8-a62a-8035e9b0c45a" providerId="ADAL" clId="{A80E4885-7617-4261-AD60-182D3446E97F}" dt="2025-10-02T09:30:29.461" v="39873"/>
          <ac:spMkLst>
            <pc:docMk/>
            <pc:sldMk cId="3735806064" sldId="461"/>
            <ac:spMk id="7" creationId="{4A1A27B3-B629-9E8B-C146-BC3687E083C9}"/>
          </ac:spMkLst>
        </pc:spChg>
        <pc:spChg chg="add mod ord">
          <ac:chgData name="Robert de Groote" userId="2ce5265b-80a0-4fb8-a62a-8035e9b0c45a" providerId="ADAL" clId="{A80E4885-7617-4261-AD60-182D3446E97F}" dt="2025-10-02T09:30:29.461" v="39873"/>
          <ac:spMkLst>
            <pc:docMk/>
            <pc:sldMk cId="3735806064" sldId="461"/>
            <ac:spMk id="8" creationId="{7FEF1896-716D-C079-8FB9-0B7F7D0C5600}"/>
          </ac:spMkLst>
        </pc:spChg>
        <pc:spChg chg="add mod ord">
          <ac:chgData name="Robert de Groote" userId="2ce5265b-80a0-4fb8-a62a-8035e9b0c45a" providerId="ADAL" clId="{A80E4885-7617-4261-AD60-182D3446E97F}" dt="2025-10-02T09:30:29.461" v="39873"/>
          <ac:spMkLst>
            <pc:docMk/>
            <pc:sldMk cId="3735806064" sldId="461"/>
            <ac:spMk id="9" creationId="{67F30B30-126F-02CF-A767-2B59635E2A13}"/>
          </ac:spMkLst>
        </pc:spChg>
        <pc:spChg chg="add mod ord">
          <ac:chgData name="Robert de Groote" userId="2ce5265b-80a0-4fb8-a62a-8035e9b0c45a" providerId="ADAL" clId="{A80E4885-7617-4261-AD60-182D3446E97F}" dt="2025-10-02T09:30:29.461" v="39873"/>
          <ac:spMkLst>
            <pc:docMk/>
            <pc:sldMk cId="3735806064" sldId="461"/>
            <ac:spMk id="10" creationId="{11CB1E6B-8CC1-320B-5C5C-48B21C78CE51}"/>
          </ac:spMkLst>
        </pc:spChg>
        <pc:spChg chg="add mod">
          <ac:chgData name="Robert de Groote" userId="2ce5265b-80a0-4fb8-a62a-8035e9b0c45a" providerId="ADAL" clId="{A80E4885-7617-4261-AD60-182D3446E97F}" dt="2025-10-06T07:43:22.655" v="66826"/>
          <ac:spMkLst>
            <pc:docMk/>
            <pc:sldMk cId="3735806064" sldId="461"/>
            <ac:spMk id="11" creationId="{7EC84094-753F-BE49-B024-ED31CBD5A63A}"/>
          </ac:spMkLst>
        </pc:spChg>
        <pc:spChg chg="add mod">
          <ac:chgData name="Robert de Groote" userId="2ce5265b-80a0-4fb8-a62a-8035e9b0c45a" providerId="ADAL" clId="{A80E4885-7617-4261-AD60-182D3446E97F}" dt="2025-10-06T07:43:18.538" v="66824" actId="21"/>
          <ac:spMkLst>
            <pc:docMk/>
            <pc:sldMk cId="3735806064" sldId="461"/>
            <ac:spMk id="12" creationId="{4B9889AE-5057-7350-6358-D4BDF5B03712}"/>
          </ac:spMkLst>
        </pc:spChg>
        <pc:spChg chg="add mod">
          <ac:chgData name="Robert de Groote" userId="2ce5265b-80a0-4fb8-a62a-8035e9b0c45a" providerId="ADAL" clId="{A80E4885-7617-4261-AD60-182D3446E97F}" dt="2025-10-02T16:58:42.187" v="56760" actId="14100"/>
          <ac:spMkLst>
            <pc:docMk/>
            <pc:sldMk cId="3735806064" sldId="461"/>
            <ac:spMk id="13" creationId="{64D518B5-08E6-4EBF-FE10-48C32E6B11AD}"/>
          </ac:spMkLst>
        </pc:spChg>
        <pc:spChg chg="add mod">
          <ac:chgData name="Robert de Groote" userId="2ce5265b-80a0-4fb8-a62a-8035e9b0c45a" providerId="ADAL" clId="{A80E4885-7617-4261-AD60-182D3446E97F}" dt="2025-10-02T15:28:40.939" v="56483" actId="108"/>
          <ac:spMkLst>
            <pc:docMk/>
            <pc:sldMk cId="3735806064" sldId="461"/>
            <ac:spMk id="88" creationId="{50BD693F-CCC6-E9A9-5ABF-363E396222CE}"/>
          </ac:spMkLst>
        </pc:spChg>
        <pc:spChg chg="add mod">
          <ac:chgData name="Robert de Groote" userId="2ce5265b-80a0-4fb8-a62a-8035e9b0c45a" providerId="ADAL" clId="{A80E4885-7617-4261-AD60-182D3446E97F}" dt="2025-10-02T15:28:43.448" v="56484" actId="108"/>
          <ac:spMkLst>
            <pc:docMk/>
            <pc:sldMk cId="3735806064" sldId="461"/>
            <ac:spMk id="89" creationId="{04DA4595-DB83-75C9-D59B-F85DD90AA71A}"/>
          </ac:spMkLst>
        </pc:spChg>
        <pc:spChg chg="add mod">
          <ac:chgData name="Robert de Groote" userId="2ce5265b-80a0-4fb8-a62a-8035e9b0c45a" providerId="ADAL" clId="{A80E4885-7617-4261-AD60-182D3446E97F}" dt="2025-10-02T15:29:59.104" v="56525" actId="113"/>
          <ac:spMkLst>
            <pc:docMk/>
            <pc:sldMk cId="3735806064" sldId="461"/>
            <ac:spMk id="109" creationId="{EC5539E4-72AB-FA90-EBB6-E8189155E96B}"/>
          </ac:spMkLst>
        </pc:spChg>
        <pc:spChg chg="add mod">
          <ac:chgData name="Robert de Groote" userId="2ce5265b-80a0-4fb8-a62a-8035e9b0c45a" providerId="ADAL" clId="{A80E4885-7617-4261-AD60-182D3446E97F}" dt="2025-10-02T15:30:01.002" v="56526" actId="113"/>
          <ac:spMkLst>
            <pc:docMk/>
            <pc:sldMk cId="3735806064" sldId="461"/>
            <ac:spMk id="110" creationId="{A912E537-88FC-FA1B-EE9D-5A2BBC8CF868}"/>
          </ac:spMkLst>
        </pc:spChg>
        <pc:grpChg chg="add mod">
          <ac:chgData name="Robert de Groote" userId="2ce5265b-80a0-4fb8-a62a-8035e9b0c45a" providerId="ADAL" clId="{A80E4885-7617-4261-AD60-182D3446E97F}" dt="2025-10-02T09:30:29.461" v="39873"/>
          <ac:grpSpMkLst>
            <pc:docMk/>
            <pc:sldMk cId="3735806064" sldId="461"/>
            <ac:grpSpMk id="42" creationId="{ECE4F7CF-1698-106C-BDAC-70C85DF0BDF7}"/>
          </ac:grpSpMkLst>
        </pc:grpChg>
        <pc:grpChg chg="add mod">
          <ac:chgData name="Robert de Groote" userId="2ce5265b-80a0-4fb8-a62a-8035e9b0c45a" providerId="ADAL" clId="{A80E4885-7617-4261-AD60-182D3446E97F}" dt="2025-10-02T09:30:29.461" v="39873"/>
          <ac:grpSpMkLst>
            <pc:docMk/>
            <pc:sldMk cId="3735806064" sldId="461"/>
            <ac:grpSpMk id="55" creationId="{C014B688-9924-6A4A-5593-FAF9C4438037}"/>
          </ac:grpSpMkLst>
        </pc:grpChg>
        <pc:grpChg chg="add mod">
          <ac:chgData name="Robert de Groote" userId="2ce5265b-80a0-4fb8-a62a-8035e9b0c45a" providerId="ADAL" clId="{A80E4885-7617-4261-AD60-182D3446E97F}" dt="2025-10-02T09:26:42.862" v="39820" actId="164"/>
          <ac:grpSpMkLst>
            <pc:docMk/>
            <pc:sldMk cId="3735806064" sldId="461"/>
            <ac:grpSpMk id="62" creationId="{59DAC1D5-6994-B28F-B941-4ABAF5F6A324}"/>
          </ac:grpSpMkLst>
        </pc:grpChg>
        <pc:grpChg chg="add mod">
          <ac:chgData name="Robert de Groote" userId="2ce5265b-80a0-4fb8-a62a-8035e9b0c45a" providerId="ADAL" clId="{A80E4885-7617-4261-AD60-182D3446E97F}" dt="2025-10-02T13:52:16.213" v="49292" actId="1076"/>
          <ac:grpSpMkLst>
            <pc:docMk/>
            <pc:sldMk cId="3735806064" sldId="461"/>
            <ac:grpSpMk id="87" creationId="{E7211045-05F0-DE90-4555-E0F41AE8512F}"/>
          </ac:grpSpMkLst>
        </pc:grpChg>
        <pc:cxnChg chg="add mod ord">
          <ac:chgData name="Robert de Groote" userId="2ce5265b-80a0-4fb8-a62a-8035e9b0c45a" providerId="ADAL" clId="{A80E4885-7617-4261-AD60-182D3446E97F}" dt="2025-10-02T09:27:06.056" v="39821" actId="13244"/>
          <ac:cxnSpMkLst>
            <pc:docMk/>
            <pc:sldMk cId="3735806064" sldId="461"/>
            <ac:cxnSpMk id="70" creationId="{F6DC7E01-42C2-7B7A-A8BA-49E98D08C489}"/>
          </ac:cxnSpMkLst>
        </pc:cxnChg>
        <pc:cxnChg chg="add mod ord">
          <ac:chgData name="Robert de Groote" userId="2ce5265b-80a0-4fb8-a62a-8035e9b0c45a" providerId="ADAL" clId="{A80E4885-7617-4261-AD60-182D3446E97F}" dt="2025-10-02T09:27:06.056" v="39821" actId="13244"/>
          <ac:cxnSpMkLst>
            <pc:docMk/>
            <pc:sldMk cId="3735806064" sldId="461"/>
            <ac:cxnSpMk id="71" creationId="{29AEA7B4-93EB-0BF7-5878-778718E7283E}"/>
          </ac:cxnSpMkLst>
        </pc:cxnChg>
        <pc:cxnChg chg="add mod ord">
          <ac:chgData name="Robert de Groote" userId="2ce5265b-80a0-4fb8-a62a-8035e9b0c45a" providerId="ADAL" clId="{A80E4885-7617-4261-AD60-182D3446E97F}" dt="2025-10-02T09:27:06.056" v="39821" actId="13244"/>
          <ac:cxnSpMkLst>
            <pc:docMk/>
            <pc:sldMk cId="3735806064" sldId="461"/>
            <ac:cxnSpMk id="74" creationId="{3C0703CB-20F0-A198-F45E-116D86540993}"/>
          </ac:cxnSpMkLst>
        </pc:cxnChg>
        <pc:cxnChg chg="add mod ord">
          <ac:chgData name="Robert de Groote" userId="2ce5265b-80a0-4fb8-a62a-8035e9b0c45a" providerId="ADAL" clId="{A80E4885-7617-4261-AD60-182D3446E97F}" dt="2025-10-02T09:27:06.056" v="39821" actId="13244"/>
          <ac:cxnSpMkLst>
            <pc:docMk/>
            <pc:sldMk cId="3735806064" sldId="461"/>
            <ac:cxnSpMk id="77" creationId="{83690893-9990-4100-9BFA-6C13713F9906}"/>
          </ac:cxnSpMkLst>
        </pc:cxnChg>
        <pc:cxnChg chg="add mod ord">
          <ac:chgData name="Robert de Groote" userId="2ce5265b-80a0-4fb8-a62a-8035e9b0c45a" providerId="ADAL" clId="{A80E4885-7617-4261-AD60-182D3446E97F}" dt="2025-10-02T09:27:06.056" v="39821" actId="13244"/>
          <ac:cxnSpMkLst>
            <pc:docMk/>
            <pc:sldMk cId="3735806064" sldId="461"/>
            <ac:cxnSpMk id="80" creationId="{D2901601-8B27-43DD-B238-4B088D2E69EC}"/>
          </ac:cxnSpMkLst>
        </pc:cxnChg>
        <pc:cxnChg chg="add mod ord">
          <ac:chgData name="Robert de Groote" userId="2ce5265b-80a0-4fb8-a62a-8035e9b0c45a" providerId="ADAL" clId="{A80E4885-7617-4261-AD60-182D3446E97F}" dt="2025-10-02T09:27:06.056" v="39821" actId="13244"/>
          <ac:cxnSpMkLst>
            <pc:docMk/>
            <pc:sldMk cId="3735806064" sldId="461"/>
            <ac:cxnSpMk id="84" creationId="{CADC2B9C-6675-3102-ED7E-1F05490C4B1F}"/>
          </ac:cxnSpMkLst>
        </pc:cxnChg>
      </pc:sldChg>
      <pc:sldChg chg="add del">
        <pc:chgData name="Robert de Groote" userId="2ce5265b-80a0-4fb8-a62a-8035e9b0c45a" providerId="ADAL" clId="{A80E4885-7617-4261-AD60-182D3446E97F}" dt="2025-10-02T07:39:41.455" v="31626" actId="47"/>
        <pc:sldMkLst>
          <pc:docMk/>
          <pc:sldMk cId="2571514020" sldId="462"/>
        </pc:sldMkLst>
      </pc:sldChg>
      <pc:sldChg chg="addSp delSp modSp add mod delAnim modAnim">
        <pc:chgData name="Robert de Groote" userId="2ce5265b-80a0-4fb8-a62a-8035e9b0c45a" providerId="ADAL" clId="{A80E4885-7617-4261-AD60-182D3446E97F}" dt="2025-10-06T07:01:07.357" v="66101"/>
        <pc:sldMkLst>
          <pc:docMk/>
          <pc:sldMk cId="2498272695" sldId="463"/>
        </pc:sldMkLst>
        <pc:spChg chg="mod">
          <ac:chgData name="Robert de Groote" userId="2ce5265b-80a0-4fb8-a62a-8035e9b0c45a" providerId="ADAL" clId="{A80E4885-7617-4261-AD60-182D3446E97F}" dt="2025-10-02T07:37:14.310" v="31559" actId="207"/>
          <ac:spMkLst>
            <pc:docMk/>
            <pc:sldMk cId="2498272695" sldId="463"/>
            <ac:spMk id="4" creationId="{8ACBF199-5106-9371-9526-A936000F0A77}"/>
          </ac:spMkLst>
        </pc:spChg>
        <pc:spChg chg="mod">
          <ac:chgData name="Robert de Groote" userId="2ce5265b-80a0-4fb8-a62a-8035e9b0c45a" providerId="ADAL" clId="{A80E4885-7617-4261-AD60-182D3446E97F}" dt="2025-10-02T07:37:14.310" v="31559" actId="207"/>
          <ac:spMkLst>
            <pc:docMk/>
            <pc:sldMk cId="2498272695" sldId="463"/>
            <ac:spMk id="5" creationId="{D0DFBB5B-BB72-11F6-EBB4-B8DC98112D46}"/>
          </ac:spMkLst>
        </pc:spChg>
        <pc:spChg chg="mod">
          <ac:chgData name="Robert de Groote" userId="2ce5265b-80a0-4fb8-a62a-8035e9b0c45a" providerId="ADAL" clId="{A80E4885-7617-4261-AD60-182D3446E97F}" dt="2025-10-02T07:37:14.310" v="31559" actId="207"/>
          <ac:spMkLst>
            <pc:docMk/>
            <pc:sldMk cId="2498272695" sldId="463"/>
            <ac:spMk id="6" creationId="{D7A3CC26-7CAD-5847-86A9-05D05E851C47}"/>
          </ac:spMkLst>
        </pc:spChg>
        <pc:spChg chg="mod">
          <ac:chgData name="Robert de Groote" userId="2ce5265b-80a0-4fb8-a62a-8035e9b0c45a" providerId="ADAL" clId="{A80E4885-7617-4261-AD60-182D3446E97F}" dt="2025-10-02T07:37:14.310" v="31559" actId="207"/>
          <ac:spMkLst>
            <pc:docMk/>
            <pc:sldMk cId="2498272695" sldId="463"/>
            <ac:spMk id="7" creationId="{DEA85607-759C-5D36-208B-7EC5779E5E12}"/>
          </ac:spMkLst>
        </pc:spChg>
        <pc:spChg chg="mod">
          <ac:chgData name="Robert de Groote" userId="2ce5265b-80a0-4fb8-a62a-8035e9b0c45a" providerId="ADAL" clId="{A80E4885-7617-4261-AD60-182D3446E97F}" dt="2025-10-02T07:37:14.310" v="31559" actId="207"/>
          <ac:spMkLst>
            <pc:docMk/>
            <pc:sldMk cId="2498272695" sldId="463"/>
            <ac:spMk id="8" creationId="{2BD39DA8-9F6D-4C20-0705-5B68CF425873}"/>
          </ac:spMkLst>
        </pc:spChg>
        <pc:spChg chg="mod">
          <ac:chgData name="Robert de Groote" userId="2ce5265b-80a0-4fb8-a62a-8035e9b0c45a" providerId="ADAL" clId="{A80E4885-7617-4261-AD60-182D3446E97F}" dt="2025-10-02T07:37:14.310" v="31559" actId="207"/>
          <ac:spMkLst>
            <pc:docMk/>
            <pc:sldMk cId="2498272695" sldId="463"/>
            <ac:spMk id="9" creationId="{CB361C32-0792-02A0-F828-2C3C7E56AF3A}"/>
          </ac:spMkLst>
        </pc:spChg>
        <pc:spChg chg="add mod">
          <ac:chgData name="Robert de Groote" userId="2ce5265b-80a0-4fb8-a62a-8035e9b0c45a" providerId="ADAL" clId="{A80E4885-7617-4261-AD60-182D3446E97F}" dt="2025-10-02T07:36:56.546" v="31558" actId="1076"/>
          <ac:spMkLst>
            <pc:docMk/>
            <pc:sldMk cId="2498272695" sldId="463"/>
            <ac:spMk id="10" creationId="{0EDF2A8E-DFF7-29D8-8887-7A10F06415A5}"/>
          </ac:spMkLst>
        </pc:spChg>
        <pc:spChg chg="add mod">
          <ac:chgData name="Robert de Groote" userId="2ce5265b-80a0-4fb8-a62a-8035e9b0c45a" providerId="ADAL" clId="{A80E4885-7617-4261-AD60-182D3446E97F}" dt="2025-10-02T07:39:29.635" v="31625" actId="113"/>
          <ac:spMkLst>
            <pc:docMk/>
            <pc:sldMk cId="2498272695" sldId="463"/>
            <ac:spMk id="13" creationId="{9304F02A-CCA8-4E73-141E-70A9FC4E4026}"/>
          </ac:spMkLst>
        </pc:spChg>
        <pc:spChg chg="mod">
          <ac:chgData name="Robert de Groote" userId="2ce5265b-80a0-4fb8-a62a-8035e9b0c45a" providerId="ADAL" clId="{A80E4885-7617-4261-AD60-182D3446E97F}" dt="2025-10-02T07:45:08.992" v="31700" actId="108"/>
          <ac:spMkLst>
            <pc:docMk/>
            <pc:sldMk cId="2498272695" sldId="463"/>
            <ac:spMk id="82" creationId="{4B33B208-2BA4-343A-33E5-43629F2D8C39}"/>
          </ac:spMkLst>
        </pc:spChg>
      </pc:sldChg>
      <pc:sldChg chg="addSp delSp modSp add del mod">
        <pc:chgData name="Robert de Groote" userId="2ce5265b-80a0-4fb8-a62a-8035e9b0c45a" providerId="ADAL" clId="{A80E4885-7617-4261-AD60-182D3446E97F}" dt="2025-10-02T07:20:53.354" v="26890" actId="47"/>
        <pc:sldMkLst>
          <pc:docMk/>
          <pc:sldMk cId="2795419021" sldId="463"/>
        </pc:sldMkLst>
      </pc:sldChg>
      <pc:sldChg chg="add del">
        <pc:chgData name="Robert de Groote" userId="2ce5265b-80a0-4fb8-a62a-8035e9b0c45a" providerId="ADAL" clId="{A80E4885-7617-4261-AD60-182D3446E97F}" dt="2025-10-02T07:55:02.857" v="33560" actId="47"/>
        <pc:sldMkLst>
          <pc:docMk/>
          <pc:sldMk cId="7543583" sldId="464"/>
        </pc:sldMkLst>
      </pc:sldChg>
      <pc:sldChg chg="addSp delSp modSp add mod addAnim delAnim modAnim">
        <pc:chgData name="Robert de Groote" userId="2ce5265b-80a0-4fb8-a62a-8035e9b0c45a" providerId="ADAL" clId="{A80E4885-7617-4261-AD60-182D3446E97F}" dt="2025-10-02T08:18:32.202" v="34105" actId="6549"/>
        <pc:sldMkLst>
          <pc:docMk/>
          <pc:sldMk cId="3145782038" sldId="464"/>
        </pc:sldMkLst>
        <pc:spChg chg="mod">
          <ac:chgData name="Robert de Groote" userId="2ce5265b-80a0-4fb8-a62a-8035e9b0c45a" providerId="ADAL" clId="{A80E4885-7617-4261-AD60-182D3446E97F}" dt="2025-10-02T07:58:07.703" v="33601" actId="207"/>
          <ac:spMkLst>
            <pc:docMk/>
            <pc:sldMk cId="3145782038" sldId="464"/>
            <ac:spMk id="4" creationId="{89C4BFEF-44F8-E216-B928-828B4EE7E22D}"/>
          </ac:spMkLst>
        </pc:spChg>
        <pc:spChg chg="mod">
          <ac:chgData name="Robert de Groote" userId="2ce5265b-80a0-4fb8-a62a-8035e9b0c45a" providerId="ADAL" clId="{A80E4885-7617-4261-AD60-182D3446E97F}" dt="2025-10-02T07:58:07.703" v="33601" actId="207"/>
          <ac:spMkLst>
            <pc:docMk/>
            <pc:sldMk cId="3145782038" sldId="464"/>
            <ac:spMk id="5" creationId="{40AE6B88-2E35-FCA8-5634-AA778CDE640C}"/>
          </ac:spMkLst>
        </pc:spChg>
        <pc:spChg chg="mod">
          <ac:chgData name="Robert de Groote" userId="2ce5265b-80a0-4fb8-a62a-8035e9b0c45a" providerId="ADAL" clId="{A80E4885-7617-4261-AD60-182D3446E97F}" dt="2025-10-02T07:58:07.703" v="33601" actId="207"/>
          <ac:spMkLst>
            <pc:docMk/>
            <pc:sldMk cId="3145782038" sldId="464"/>
            <ac:spMk id="7" creationId="{517B4C72-1E5C-34A4-34E7-A45F763635A5}"/>
          </ac:spMkLst>
        </pc:spChg>
        <pc:spChg chg="mod">
          <ac:chgData name="Robert de Groote" userId="2ce5265b-80a0-4fb8-a62a-8035e9b0c45a" providerId="ADAL" clId="{A80E4885-7617-4261-AD60-182D3446E97F}" dt="2025-10-02T07:58:07.703" v="33601" actId="207"/>
          <ac:spMkLst>
            <pc:docMk/>
            <pc:sldMk cId="3145782038" sldId="464"/>
            <ac:spMk id="8" creationId="{0060A43C-A505-705B-9FFC-ABE7FDA71AA1}"/>
          </ac:spMkLst>
        </pc:spChg>
        <pc:spChg chg="mod">
          <ac:chgData name="Robert de Groote" userId="2ce5265b-80a0-4fb8-a62a-8035e9b0c45a" providerId="ADAL" clId="{A80E4885-7617-4261-AD60-182D3446E97F}" dt="2025-10-02T08:14:42.242" v="34085" actId="207"/>
          <ac:spMkLst>
            <pc:docMk/>
            <pc:sldMk cId="3145782038" sldId="464"/>
            <ac:spMk id="9" creationId="{D5FB25EC-A388-42EF-CA82-588520095CD9}"/>
          </ac:spMkLst>
        </pc:spChg>
        <pc:spChg chg="add mod">
          <ac:chgData name="Robert de Groote" userId="2ce5265b-80a0-4fb8-a62a-8035e9b0c45a" providerId="ADAL" clId="{A80E4885-7617-4261-AD60-182D3446E97F}" dt="2025-10-02T08:11:29.318" v="34047"/>
          <ac:spMkLst>
            <pc:docMk/>
            <pc:sldMk cId="3145782038" sldId="464"/>
            <ac:spMk id="29" creationId="{D6423B2D-F775-FF17-7B73-44433513B308}"/>
          </ac:spMkLst>
        </pc:spChg>
        <pc:spChg chg="add mod">
          <ac:chgData name="Robert de Groote" userId="2ce5265b-80a0-4fb8-a62a-8035e9b0c45a" providerId="ADAL" clId="{A80E4885-7617-4261-AD60-182D3446E97F}" dt="2025-10-02T08:11:29.319" v="34048"/>
          <ac:spMkLst>
            <pc:docMk/>
            <pc:sldMk cId="3145782038" sldId="464"/>
            <ac:spMk id="31" creationId="{5FCD7A86-4059-AB8A-EFF8-707F3EA06804}"/>
          </ac:spMkLst>
        </pc:spChg>
        <pc:spChg chg="add mod">
          <ac:chgData name="Robert de Groote" userId="2ce5265b-80a0-4fb8-a62a-8035e9b0c45a" providerId="ADAL" clId="{A80E4885-7617-4261-AD60-182D3446E97F}" dt="2025-10-02T08:11:29.319" v="34049"/>
          <ac:spMkLst>
            <pc:docMk/>
            <pc:sldMk cId="3145782038" sldId="464"/>
            <ac:spMk id="32" creationId="{EC6BC846-4F8A-6D3B-3420-A34E950964B1}"/>
          </ac:spMkLst>
        </pc:spChg>
        <pc:spChg chg="add mod">
          <ac:chgData name="Robert de Groote" userId="2ce5265b-80a0-4fb8-a62a-8035e9b0c45a" providerId="ADAL" clId="{A80E4885-7617-4261-AD60-182D3446E97F}" dt="2025-10-02T08:11:29.319" v="34050"/>
          <ac:spMkLst>
            <pc:docMk/>
            <pc:sldMk cId="3145782038" sldId="464"/>
            <ac:spMk id="34" creationId="{0FF9C2E6-7402-B1A5-F595-F46707D92FDF}"/>
          </ac:spMkLst>
        </pc:spChg>
        <pc:spChg chg="add mod">
          <ac:chgData name="Robert de Groote" userId="2ce5265b-80a0-4fb8-a62a-8035e9b0c45a" providerId="ADAL" clId="{A80E4885-7617-4261-AD60-182D3446E97F}" dt="2025-10-02T08:11:29.320" v="34051"/>
          <ac:spMkLst>
            <pc:docMk/>
            <pc:sldMk cId="3145782038" sldId="464"/>
            <ac:spMk id="35" creationId="{19CFF5BE-1150-23FD-9953-668EA633AFFF}"/>
          </ac:spMkLst>
        </pc:spChg>
        <pc:spChg chg="add mod">
          <ac:chgData name="Robert de Groote" userId="2ce5265b-80a0-4fb8-a62a-8035e9b0c45a" providerId="ADAL" clId="{A80E4885-7617-4261-AD60-182D3446E97F}" dt="2025-10-02T08:11:29.320" v="34052"/>
          <ac:spMkLst>
            <pc:docMk/>
            <pc:sldMk cId="3145782038" sldId="464"/>
            <ac:spMk id="37" creationId="{824D70A1-F7A2-6362-A054-062801A415D2}"/>
          </ac:spMkLst>
        </pc:spChg>
        <pc:spChg chg="add mod">
          <ac:chgData name="Robert de Groote" userId="2ce5265b-80a0-4fb8-a62a-8035e9b0c45a" providerId="ADAL" clId="{A80E4885-7617-4261-AD60-182D3446E97F}" dt="2025-10-02T08:11:29.321" v="34053"/>
          <ac:spMkLst>
            <pc:docMk/>
            <pc:sldMk cId="3145782038" sldId="464"/>
            <ac:spMk id="38" creationId="{FC04FD64-DB90-7A86-090B-606AC82F3727}"/>
          </ac:spMkLst>
        </pc:spChg>
        <pc:spChg chg="add mod">
          <ac:chgData name="Robert de Groote" userId="2ce5265b-80a0-4fb8-a62a-8035e9b0c45a" providerId="ADAL" clId="{A80E4885-7617-4261-AD60-182D3446E97F}" dt="2025-10-02T08:16:33.334" v="34097"/>
          <ac:spMkLst>
            <pc:docMk/>
            <pc:sldMk cId="3145782038" sldId="464"/>
            <ac:spMk id="39" creationId="{C6484974-8BD5-1717-65EC-9A6A202CBC86}"/>
          </ac:spMkLst>
        </pc:spChg>
        <pc:spChg chg="mod">
          <ac:chgData name="Robert de Groote" userId="2ce5265b-80a0-4fb8-a62a-8035e9b0c45a" providerId="ADAL" clId="{A80E4885-7617-4261-AD60-182D3446E97F}" dt="2025-10-02T08:12:47.423" v="34075" actId="20577"/>
          <ac:spMkLst>
            <pc:docMk/>
            <pc:sldMk cId="3145782038" sldId="464"/>
            <ac:spMk id="41" creationId="{753D08E0-A904-C19B-2E15-2B816FF9C3F6}"/>
          </ac:spMkLst>
        </pc:spChg>
        <pc:spChg chg="mod">
          <ac:chgData name="Robert de Groote" userId="2ce5265b-80a0-4fb8-a62a-8035e9b0c45a" providerId="ADAL" clId="{A80E4885-7617-4261-AD60-182D3446E97F}" dt="2025-10-02T08:18:22.596" v="34103" actId="6549"/>
          <ac:spMkLst>
            <pc:docMk/>
            <pc:sldMk cId="3145782038" sldId="464"/>
            <ac:spMk id="43" creationId="{69AD596C-BCAE-C01C-77F7-86D686553C31}"/>
          </ac:spMkLst>
        </pc:spChg>
        <pc:spChg chg="mod">
          <ac:chgData name="Robert de Groote" userId="2ce5265b-80a0-4fb8-a62a-8035e9b0c45a" providerId="ADAL" clId="{A80E4885-7617-4261-AD60-182D3446E97F}" dt="2025-10-02T08:18:20.161" v="34102" actId="6549"/>
          <ac:spMkLst>
            <pc:docMk/>
            <pc:sldMk cId="3145782038" sldId="464"/>
            <ac:spMk id="45" creationId="{B538AD06-2224-D067-88C6-120EFB7CCA7B}"/>
          </ac:spMkLst>
        </pc:spChg>
        <pc:spChg chg="mod">
          <ac:chgData name="Robert de Groote" userId="2ce5265b-80a0-4fb8-a62a-8035e9b0c45a" providerId="ADAL" clId="{A80E4885-7617-4261-AD60-182D3446E97F}" dt="2025-10-02T08:18:25.160" v="34104" actId="6549"/>
          <ac:spMkLst>
            <pc:docMk/>
            <pc:sldMk cId="3145782038" sldId="464"/>
            <ac:spMk id="46" creationId="{02448815-C58B-6FD8-A5B0-EEBF22DB4770}"/>
          </ac:spMkLst>
        </pc:spChg>
        <pc:spChg chg="mod">
          <ac:chgData name="Robert de Groote" userId="2ce5265b-80a0-4fb8-a62a-8035e9b0c45a" providerId="ADAL" clId="{A80E4885-7617-4261-AD60-182D3446E97F}" dt="2025-10-02T08:18:32.202" v="34105" actId="6549"/>
          <ac:spMkLst>
            <pc:docMk/>
            <pc:sldMk cId="3145782038" sldId="464"/>
            <ac:spMk id="132" creationId="{B1F2B60A-A7D8-9684-0656-AE96B0EA7EFE}"/>
          </ac:spMkLst>
        </pc:spChg>
      </pc:sldChg>
      <pc:sldChg chg="addSp delSp modSp add del mod">
        <pc:chgData name="Robert de Groote" userId="2ce5265b-80a0-4fb8-a62a-8035e9b0c45a" providerId="ADAL" clId="{A80E4885-7617-4261-AD60-182D3446E97F}" dt="2025-10-02T07:20:44.901" v="26889" actId="2890"/>
        <pc:sldMkLst>
          <pc:docMk/>
          <pc:sldMk cId="4064231558" sldId="464"/>
        </pc:sldMkLst>
      </pc:sldChg>
      <pc:sldChg chg="add del">
        <pc:chgData name="Robert de Groote" userId="2ce5265b-80a0-4fb8-a62a-8035e9b0c45a" providerId="ADAL" clId="{A80E4885-7617-4261-AD60-182D3446E97F}" dt="2025-10-02T07:20:36.227" v="26832" actId="2890"/>
        <pc:sldMkLst>
          <pc:docMk/>
          <pc:sldMk cId="1207171535" sldId="465"/>
        </pc:sldMkLst>
      </pc:sldChg>
      <pc:sldChg chg="addSp delSp modSp add del mod delAnim modAnim">
        <pc:chgData name="Robert de Groote" userId="2ce5265b-80a0-4fb8-a62a-8035e9b0c45a" providerId="ADAL" clId="{A80E4885-7617-4261-AD60-182D3446E97F}" dt="2025-10-02T15:04:38.083" v="56082" actId="47"/>
        <pc:sldMkLst>
          <pc:docMk/>
          <pc:sldMk cId="2140548838" sldId="465"/>
        </pc:sldMkLst>
      </pc:sldChg>
      <pc:sldChg chg="add del">
        <pc:chgData name="Robert de Groote" userId="2ce5265b-80a0-4fb8-a62a-8035e9b0c45a" providerId="ADAL" clId="{A80E4885-7617-4261-AD60-182D3446E97F}" dt="2025-10-02T12:03:44.902" v="45403" actId="47"/>
        <pc:sldMkLst>
          <pc:docMk/>
          <pc:sldMk cId="1545531443" sldId="466"/>
        </pc:sldMkLst>
      </pc:sldChg>
      <pc:sldChg chg="addSp delSp modSp add mod modAnim">
        <pc:chgData name="Robert de Groote" userId="2ce5265b-80a0-4fb8-a62a-8035e9b0c45a" providerId="ADAL" clId="{A80E4885-7617-4261-AD60-182D3446E97F}" dt="2025-10-02T12:07:37.917" v="45491"/>
        <pc:sldMkLst>
          <pc:docMk/>
          <pc:sldMk cId="484350752" sldId="467"/>
        </pc:sldMkLst>
        <pc:spChg chg="mod">
          <ac:chgData name="Robert de Groote" userId="2ce5265b-80a0-4fb8-a62a-8035e9b0c45a" providerId="ADAL" clId="{A80E4885-7617-4261-AD60-182D3446E97F}" dt="2025-10-02T08:50:59.114" v="36294" actId="20577"/>
          <ac:spMkLst>
            <pc:docMk/>
            <pc:sldMk cId="484350752" sldId="467"/>
            <ac:spMk id="3" creationId="{D9313A16-BC45-3BA0-9E02-51DA15582DE1}"/>
          </ac:spMkLst>
        </pc:spChg>
        <pc:spChg chg="mod">
          <ac:chgData name="Robert de Groote" userId="2ce5265b-80a0-4fb8-a62a-8035e9b0c45a" providerId="ADAL" clId="{A80E4885-7617-4261-AD60-182D3446E97F}" dt="2025-10-02T09:01:46.783" v="38676" actId="1076"/>
          <ac:spMkLst>
            <pc:docMk/>
            <pc:sldMk cId="484350752" sldId="467"/>
            <ac:spMk id="5" creationId="{0961388A-6570-B8DE-1EC4-3FF86BF37A94}"/>
          </ac:spMkLst>
        </pc:spChg>
        <pc:spChg chg="mod">
          <ac:chgData name="Robert de Groote" userId="2ce5265b-80a0-4fb8-a62a-8035e9b0c45a" providerId="ADAL" clId="{A80E4885-7617-4261-AD60-182D3446E97F}" dt="2025-10-02T09:10:07.503" v="38759" actId="962"/>
          <ac:spMkLst>
            <pc:docMk/>
            <pc:sldMk cId="484350752" sldId="467"/>
            <ac:spMk id="6" creationId="{1978993A-8289-2815-9BDC-03D45B91B0D7}"/>
          </ac:spMkLst>
        </pc:spChg>
        <pc:spChg chg="mod">
          <ac:chgData name="Robert de Groote" userId="2ce5265b-80a0-4fb8-a62a-8035e9b0c45a" providerId="ADAL" clId="{A80E4885-7617-4261-AD60-182D3446E97F}" dt="2025-10-02T09:10:22.719" v="38762" actId="962"/>
          <ac:spMkLst>
            <pc:docMk/>
            <pc:sldMk cId="484350752" sldId="467"/>
            <ac:spMk id="7" creationId="{47B72B8E-93A4-BD34-C3BD-EA2BA2DE2F43}"/>
          </ac:spMkLst>
        </pc:spChg>
        <pc:spChg chg="add mod ord">
          <ac:chgData name="Robert de Groote" userId="2ce5265b-80a0-4fb8-a62a-8035e9b0c45a" providerId="ADAL" clId="{A80E4885-7617-4261-AD60-182D3446E97F}" dt="2025-10-02T12:02:29.816" v="45359"/>
          <ac:spMkLst>
            <pc:docMk/>
            <pc:sldMk cId="484350752" sldId="467"/>
            <ac:spMk id="10" creationId="{70B7731F-3B3F-B1BD-4B28-E4E2C37A35B8}"/>
          </ac:spMkLst>
        </pc:spChg>
        <pc:spChg chg="mod">
          <ac:chgData name="Robert de Groote" userId="2ce5265b-80a0-4fb8-a62a-8035e9b0c45a" providerId="ADAL" clId="{A80E4885-7617-4261-AD60-182D3446E97F}" dt="2025-10-02T09:01:46.783" v="38676" actId="1076"/>
          <ac:spMkLst>
            <pc:docMk/>
            <pc:sldMk cId="484350752" sldId="467"/>
            <ac:spMk id="17" creationId="{803CE642-934C-5095-C18E-433030A85143}"/>
          </ac:spMkLst>
        </pc:spChg>
        <pc:spChg chg="mod">
          <ac:chgData name="Robert de Groote" userId="2ce5265b-80a0-4fb8-a62a-8035e9b0c45a" providerId="ADAL" clId="{A80E4885-7617-4261-AD60-182D3446E97F}" dt="2025-10-02T09:01:46.783" v="38676" actId="1076"/>
          <ac:spMkLst>
            <pc:docMk/>
            <pc:sldMk cId="484350752" sldId="467"/>
            <ac:spMk id="18" creationId="{044B01D3-4761-2EC7-8DA5-DDEB52DF9959}"/>
          </ac:spMkLst>
        </pc:spChg>
        <pc:spChg chg="mod">
          <ac:chgData name="Robert de Groote" userId="2ce5265b-80a0-4fb8-a62a-8035e9b0c45a" providerId="ADAL" clId="{A80E4885-7617-4261-AD60-182D3446E97F}" dt="2025-10-02T09:01:46.783" v="38676" actId="1076"/>
          <ac:spMkLst>
            <pc:docMk/>
            <pc:sldMk cId="484350752" sldId="467"/>
            <ac:spMk id="19" creationId="{95150887-69EB-8DD7-DA12-0F0AA946E6B0}"/>
          </ac:spMkLst>
        </pc:spChg>
        <pc:spChg chg="mod">
          <ac:chgData name="Robert de Groote" userId="2ce5265b-80a0-4fb8-a62a-8035e9b0c45a" providerId="ADAL" clId="{A80E4885-7617-4261-AD60-182D3446E97F}" dt="2025-10-02T09:10:12.654" v="38760" actId="962"/>
          <ac:spMkLst>
            <pc:docMk/>
            <pc:sldMk cId="484350752" sldId="467"/>
            <ac:spMk id="20" creationId="{DFE7DD55-EFAB-FC56-D791-B77B54B63E26}"/>
          </ac:spMkLst>
        </pc:spChg>
        <pc:spChg chg="mod">
          <ac:chgData name="Robert de Groote" userId="2ce5265b-80a0-4fb8-a62a-8035e9b0c45a" providerId="ADAL" clId="{A80E4885-7617-4261-AD60-182D3446E97F}" dt="2025-10-02T09:10:17.442" v="38761" actId="962"/>
          <ac:spMkLst>
            <pc:docMk/>
            <pc:sldMk cId="484350752" sldId="467"/>
            <ac:spMk id="29" creationId="{347339EF-223B-5F0D-3418-869414156DAE}"/>
          </ac:spMkLst>
        </pc:spChg>
        <pc:spChg chg="mod">
          <ac:chgData name="Robert de Groote" userId="2ce5265b-80a0-4fb8-a62a-8035e9b0c45a" providerId="ADAL" clId="{A80E4885-7617-4261-AD60-182D3446E97F}" dt="2025-10-02T09:10:27.636" v="38763" actId="962"/>
          <ac:spMkLst>
            <pc:docMk/>
            <pc:sldMk cId="484350752" sldId="467"/>
            <ac:spMk id="30" creationId="{429B2F1A-8103-C381-3DC4-C8EEB5A1EA6F}"/>
          </ac:spMkLst>
        </pc:spChg>
        <pc:spChg chg="add mod">
          <ac:chgData name="Robert de Groote" userId="2ce5265b-80a0-4fb8-a62a-8035e9b0c45a" providerId="ADAL" clId="{A80E4885-7617-4261-AD60-182D3446E97F}" dt="2025-10-02T08:53:20.800" v="36685" actId="20577"/>
          <ac:spMkLst>
            <pc:docMk/>
            <pc:sldMk cId="484350752" sldId="467"/>
            <ac:spMk id="40" creationId="{B67E42A9-02A7-D075-A023-3C471B1EB5DB}"/>
          </ac:spMkLst>
        </pc:spChg>
        <pc:spChg chg="add mod">
          <ac:chgData name="Robert de Groote" userId="2ce5265b-80a0-4fb8-a62a-8035e9b0c45a" providerId="ADAL" clId="{A80E4885-7617-4261-AD60-182D3446E97F}" dt="2025-10-02T09:04:42.995" v="38700" actId="962"/>
          <ac:spMkLst>
            <pc:docMk/>
            <pc:sldMk cId="484350752" sldId="467"/>
            <ac:spMk id="41" creationId="{D4BC27FD-6AED-3E63-C0A6-4994BCC19611}"/>
          </ac:spMkLst>
        </pc:spChg>
        <pc:spChg chg="add mod ord modVis">
          <ac:chgData name="Robert de Groote" userId="2ce5265b-80a0-4fb8-a62a-8035e9b0c45a" providerId="ADAL" clId="{A80E4885-7617-4261-AD60-182D3446E97F}" dt="2025-10-02T12:00:51.232" v="45310" actId="14430"/>
          <ac:spMkLst>
            <pc:docMk/>
            <pc:sldMk cId="484350752" sldId="467"/>
            <ac:spMk id="46" creationId="{7AD9C37B-46DE-FAF7-9111-B9E4BFA71780}"/>
          </ac:spMkLst>
        </pc:spChg>
        <pc:spChg chg="add mod ord">
          <ac:chgData name="Robert de Groote" userId="2ce5265b-80a0-4fb8-a62a-8035e9b0c45a" providerId="ADAL" clId="{A80E4885-7617-4261-AD60-182D3446E97F}" dt="2025-10-02T09:04:47.522" v="38701" actId="962"/>
          <ac:spMkLst>
            <pc:docMk/>
            <pc:sldMk cId="484350752" sldId="467"/>
            <ac:spMk id="53" creationId="{6DD77D0B-E28E-76BF-8770-193EF568998E}"/>
          </ac:spMkLst>
        </pc:spChg>
        <pc:spChg chg="add mod ord">
          <ac:chgData name="Robert de Groote" userId="2ce5265b-80a0-4fb8-a62a-8035e9b0c45a" providerId="ADAL" clId="{A80E4885-7617-4261-AD60-182D3446E97F}" dt="2025-10-02T09:04:52.077" v="38702" actId="962"/>
          <ac:spMkLst>
            <pc:docMk/>
            <pc:sldMk cId="484350752" sldId="467"/>
            <ac:spMk id="60" creationId="{19D890D2-3BE4-0FB8-DA07-FAAB69843F32}"/>
          </ac:spMkLst>
        </pc:spChg>
        <pc:spChg chg="add mod ord">
          <ac:chgData name="Robert de Groote" userId="2ce5265b-80a0-4fb8-a62a-8035e9b0c45a" providerId="ADAL" clId="{A80E4885-7617-4261-AD60-182D3446E97F}" dt="2025-10-02T09:04:57.260" v="38703" actId="962"/>
          <ac:spMkLst>
            <pc:docMk/>
            <pc:sldMk cId="484350752" sldId="467"/>
            <ac:spMk id="61" creationId="{0143246C-2BB5-9AC8-093F-5989DF3020AA}"/>
          </ac:spMkLst>
        </pc:spChg>
        <pc:spChg chg="add mod ord">
          <ac:chgData name="Robert de Groote" userId="2ce5265b-80a0-4fb8-a62a-8035e9b0c45a" providerId="ADAL" clId="{A80E4885-7617-4261-AD60-182D3446E97F}" dt="2025-10-02T09:05:11.481" v="38704" actId="962"/>
          <ac:spMkLst>
            <pc:docMk/>
            <pc:sldMk cId="484350752" sldId="467"/>
            <ac:spMk id="62" creationId="{136E4035-07E1-D584-3D68-70FA5D527832}"/>
          </ac:spMkLst>
        </pc:spChg>
        <pc:spChg chg="add mod ord">
          <ac:chgData name="Robert de Groote" userId="2ce5265b-80a0-4fb8-a62a-8035e9b0c45a" providerId="ADAL" clId="{A80E4885-7617-4261-AD60-182D3446E97F}" dt="2025-10-02T09:05:25.067" v="38706" actId="962"/>
          <ac:spMkLst>
            <pc:docMk/>
            <pc:sldMk cId="484350752" sldId="467"/>
            <ac:spMk id="63" creationId="{4665F5A1-A73B-F1FE-603F-72762D038235}"/>
          </ac:spMkLst>
        </pc:spChg>
        <pc:spChg chg="add mod ord">
          <ac:chgData name="Robert de Groote" userId="2ce5265b-80a0-4fb8-a62a-8035e9b0c45a" providerId="ADAL" clId="{A80E4885-7617-4261-AD60-182D3446E97F}" dt="2025-10-02T09:05:30.666" v="38707" actId="962"/>
          <ac:spMkLst>
            <pc:docMk/>
            <pc:sldMk cId="484350752" sldId="467"/>
            <ac:spMk id="64" creationId="{7615B8DA-3938-A787-7CBF-F976E8A881F3}"/>
          </ac:spMkLst>
        </pc:spChg>
        <pc:spChg chg="add mod">
          <ac:chgData name="Robert de Groote" userId="2ce5265b-80a0-4fb8-a62a-8035e9b0c45a" providerId="ADAL" clId="{A80E4885-7617-4261-AD60-182D3446E97F}" dt="2025-10-02T09:05:15.466" v="38705" actId="962"/>
          <ac:spMkLst>
            <pc:docMk/>
            <pc:sldMk cId="484350752" sldId="467"/>
            <ac:spMk id="65" creationId="{30D618CD-E1E7-6E50-2557-994E6D596780}"/>
          </ac:spMkLst>
        </pc:spChg>
        <pc:spChg chg="add mod">
          <ac:chgData name="Robert de Groote" userId="2ce5265b-80a0-4fb8-a62a-8035e9b0c45a" providerId="ADAL" clId="{A80E4885-7617-4261-AD60-182D3446E97F}" dt="2025-10-02T09:05:58.562" v="38709" actId="962"/>
          <ac:spMkLst>
            <pc:docMk/>
            <pc:sldMk cId="484350752" sldId="467"/>
            <ac:spMk id="66" creationId="{0364C062-801F-4E1E-3758-7688A3473F57}"/>
          </ac:spMkLst>
        </pc:spChg>
        <pc:spChg chg="add mod">
          <ac:chgData name="Robert de Groote" userId="2ce5265b-80a0-4fb8-a62a-8035e9b0c45a" providerId="ADAL" clId="{A80E4885-7617-4261-AD60-182D3446E97F}" dt="2025-10-02T09:05:54.170" v="38708" actId="962"/>
          <ac:spMkLst>
            <pc:docMk/>
            <pc:sldMk cId="484350752" sldId="467"/>
            <ac:spMk id="67" creationId="{579D4FBE-2B08-2271-8408-E6DC8D7ED514}"/>
          </ac:spMkLst>
        </pc:spChg>
        <pc:spChg chg="add mod ord modVis">
          <ac:chgData name="Robert de Groote" userId="2ce5265b-80a0-4fb8-a62a-8035e9b0c45a" providerId="ADAL" clId="{A80E4885-7617-4261-AD60-182D3446E97F}" dt="2025-10-02T11:57:18.286" v="45249" actId="14430"/>
          <ac:spMkLst>
            <pc:docMk/>
            <pc:sldMk cId="484350752" sldId="467"/>
            <ac:spMk id="113" creationId="{2E2C90F2-03FF-BBC5-419B-8E01AAEF598A}"/>
          </ac:spMkLst>
        </pc:spChg>
        <pc:spChg chg="add mod ord modVis">
          <ac:chgData name="Robert de Groote" userId="2ce5265b-80a0-4fb8-a62a-8035e9b0c45a" providerId="ADAL" clId="{A80E4885-7617-4261-AD60-182D3446E97F}" dt="2025-10-02T11:57:18.703" v="45250" actId="14430"/>
          <ac:spMkLst>
            <pc:docMk/>
            <pc:sldMk cId="484350752" sldId="467"/>
            <ac:spMk id="118" creationId="{63D68ECB-8CFD-A7D3-0747-D2CDBEE4DF01}"/>
          </ac:spMkLst>
        </pc:spChg>
        <pc:spChg chg="add mod ord modVis">
          <ac:chgData name="Robert de Groote" userId="2ce5265b-80a0-4fb8-a62a-8035e9b0c45a" providerId="ADAL" clId="{A80E4885-7617-4261-AD60-182D3446E97F}" dt="2025-10-02T11:57:19.135" v="45251" actId="14430"/>
          <ac:spMkLst>
            <pc:docMk/>
            <pc:sldMk cId="484350752" sldId="467"/>
            <ac:spMk id="128" creationId="{8F4BC63A-DE53-7737-A4BF-D12B134F2241}"/>
          </ac:spMkLst>
        </pc:spChg>
        <pc:spChg chg="add mod ord modVis">
          <ac:chgData name="Robert de Groote" userId="2ce5265b-80a0-4fb8-a62a-8035e9b0c45a" providerId="ADAL" clId="{A80E4885-7617-4261-AD60-182D3446E97F}" dt="2025-10-02T11:57:19.751" v="45252" actId="14430"/>
          <ac:spMkLst>
            <pc:docMk/>
            <pc:sldMk cId="484350752" sldId="467"/>
            <ac:spMk id="129" creationId="{28D8F2D3-E2AA-3FDE-BBBB-88B5248F1765}"/>
          </ac:spMkLst>
        </pc:spChg>
        <pc:spChg chg="add mod ord modVis">
          <ac:chgData name="Robert de Groote" userId="2ce5265b-80a0-4fb8-a62a-8035e9b0c45a" providerId="ADAL" clId="{A80E4885-7617-4261-AD60-182D3446E97F}" dt="2025-10-02T11:57:20.256" v="45253" actId="14430"/>
          <ac:spMkLst>
            <pc:docMk/>
            <pc:sldMk cId="484350752" sldId="467"/>
            <ac:spMk id="130" creationId="{2AE14939-2679-40E0-2CAE-9C213244F347}"/>
          </ac:spMkLst>
        </pc:spChg>
        <pc:spChg chg="add mod ord modVis">
          <ac:chgData name="Robert de Groote" userId="2ce5265b-80a0-4fb8-a62a-8035e9b0c45a" providerId="ADAL" clId="{A80E4885-7617-4261-AD60-182D3446E97F}" dt="2025-10-02T11:57:20.968" v="45254" actId="14430"/>
          <ac:spMkLst>
            <pc:docMk/>
            <pc:sldMk cId="484350752" sldId="467"/>
            <ac:spMk id="167" creationId="{EE190C01-9ECB-71C1-B6F0-D886F22A84E9}"/>
          </ac:spMkLst>
        </pc:spChg>
        <pc:spChg chg="add mod ord">
          <ac:chgData name="Robert de Groote" userId="2ce5265b-80a0-4fb8-a62a-8035e9b0c45a" providerId="ADAL" clId="{A80E4885-7617-4261-AD60-182D3446E97F}" dt="2025-10-02T12:02:38.144" v="45366" actId="14100"/>
          <ac:spMkLst>
            <pc:docMk/>
            <pc:sldMk cId="484350752" sldId="467"/>
            <ac:spMk id="182" creationId="{7CA2241F-FD04-5763-0A07-6AD21B298866}"/>
          </ac:spMkLst>
        </pc:spChg>
        <pc:spChg chg="mod">
          <ac:chgData name="Robert de Groote" userId="2ce5265b-80a0-4fb8-a62a-8035e9b0c45a" providerId="ADAL" clId="{A80E4885-7617-4261-AD60-182D3446E97F}" dt="2025-10-02T12:05:10.134" v="45450"/>
          <ac:spMkLst>
            <pc:docMk/>
            <pc:sldMk cId="484350752" sldId="467"/>
            <ac:spMk id="188" creationId="{F319300E-D99C-CADC-940E-F73FD96E1357}"/>
          </ac:spMkLst>
        </pc:spChg>
        <pc:spChg chg="mod">
          <ac:chgData name="Robert de Groote" userId="2ce5265b-80a0-4fb8-a62a-8035e9b0c45a" providerId="ADAL" clId="{A80E4885-7617-4261-AD60-182D3446E97F}" dt="2025-10-02T12:05:10.134" v="45450"/>
          <ac:spMkLst>
            <pc:docMk/>
            <pc:sldMk cId="484350752" sldId="467"/>
            <ac:spMk id="189" creationId="{4A17E574-A5E0-6638-5BED-EE30D52857DB}"/>
          </ac:spMkLst>
        </pc:spChg>
        <pc:grpChg chg="add mod">
          <ac:chgData name="Robert de Groote" userId="2ce5265b-80a0-4fb8-a62a-8035e9b0c45a" providerId="ADAL" clId="{A80E4885-7617-4261-AD60-182D3446E97F}" dt="2025-10-02T12:05:12.985" v="45453" actId="1076"/>
          <ac:grpSpMkLst>
            <pc:docMk/>
            <pc:sldMk cId="484350752" sldId="467"/>
            <ac:grpSpMk id="187" creationId="{84733C65-5A95-C411-5A06-FB3A82664205}"/>
          </ac:grpSpMkLst>
        </pc:grpChg>
        <pc:cxnChg chg="add mod ord">
          <ac:chgData name="Robert de Groote" userId="2ce5265b-80a0-4fb8-a62a-8035e9b0c45a" providerId="ADAL" clId="{A80E4885-7617-4261-AD60-182D3446E97F}" dt="2025-10-02T08:51:41.446" v="36579"/>
          <ac:cxnSpMkLst>
            <pc:docMk/>
            <pc:sldMk cId="484350752" sldId="467"/>
            <ac:cxnSpMk id="4" creationId="{2C599AD6-DECE-A8D9-9E9C-4CA9DB0BF1D6}"/>
          </ac:cxnSpMkLst>
        </pc:cxnChg>
        <pc:cxnChg chg="add mod ord">
          <ac:chgData name="Robert de Groote" userId="2ce5265b-80a0-4fb8-a62a-8035e9b0c45a" providerId="ADAL" clId="{A80E4885-7617-4261-AD60-182D3446E97F}" dt="2025-10-02T08:59:56.234" v="37895"/>
          <ac:cxnSpMkLst>
            <pc:docMk/>
            <pc:sldMk cId="484350752" sldId="467"/>
            <ac:cxnSpMk id="8" creationId="{513B4590-D66C-8F6D-217A-1189A1DAE800}"/>
          </ac:cxnSpMkLst>
        </pc:cxnChg>
        <pc:cxnChg chg="mod">
          <ac:chgData name="Robert de Groote" userId="2ce5265b-80a0-4fb8-a62a-8035e9b0c45a" providerId="ADAL" clId="{A80E4885-7617-4261-AD60-182D3446E97F}" dt="2025-10-02T09:01:46.783" v="38676" actId="1076"/>
          <ac:cxnSpMkLst>
            <pc:docMk/>
            <pc:sldMk cId="484350752" sldId="467"/>
            <ac:cxnSpMk id="11" creationId="{E80F6947-1D3A-6C65-CF86-FBB6C0DEF0F4}"/>
          </ac:cxnSpMkLst>
        </pc:cxnChg>
      </pc:sldChg>
      <pc:sldChg chg="addSp delSp modSp add mod delAnim modAnim">
        <pc:chgData name="Robert de Groote" userId="2ce5265b-80a0-4fb8-a62a-8035e9b0c45a" providerId="ADAL" clId="{A80E4885-7617-4261-AD60-182D3446E97F}" dt="2025-10-02T12:07:49.555" v="45493"/>
        <pc:sldMkLst>
          <pc:docMk/>
          <pc:sldMk cId="191869445" sldId="468"/>
        </pc:sldMkLst>
        <pc:spChg chg="mod">
          <ac:chgData name="Robert de Groote" userId="2ce5265b-80a0-4fb8-a62a-8035e9b0c45a" providerId="ADAL" clId="{A80E4885-7617-4261-AD60-182D3446E97F}" dt="2025-10-02T09:12:41.267" v="38778" actId="207"/>
          <ac:spMkLst>
            <pc:docMk/>
            <pc:sldMk cId="191869445" sldId="468"/>
            <ac:spMk id="6" creationId="{AC521D47-7B22-0B15-CFF7-94D6CDCC5901}"/>
          </ac:spMkLst>
        </pc:spChg>
        <pc:spChg chg="add mod modVis">
          <ac:chgData name="Robert de Groote" userId="2ce5265b-80a0-4fb8-a62a-8035e9b0c45a" providerId="ADAL" clId="{A80E4885-7617-4261-AD60-182D3446E97F}" dt="2025-10-02T12:00:54.945" v="45311" actId="14430"/>
          <ac:spMkLst>
            <pc:docMk/>
            <pc:sldMk cId="191869445" sldId="468"/>
            <ac:spMk id="44" creationId="{3557C1FE-44FC-9C07-0AC8-AA6F25F6807B}"/>
          </ac:spMkLst>
        </pc:spChg>
        <pc:spChg chg="add mod ord">
          <ac:chgData name="Robert de Groote" userId="2ce5265b-80a0-4fb8-a62a-8035e9b0c45a" providerId="ADAL" clId="{A80E4885-7617-4261-AD60-182D3446E97F}" dt="2025-10-02T12:02:47.159" v="45370" actId="167"/>
          <ac:spMkLst>
            <pc:docMk/>
            <pc:sldMk cId="191869445" sldId="468"/>
            <ac:spMk id="45" creationId="{3E53FED5-19B4-7056-5E47-AD803006199F}"/>
          </ac:spMkLst>
        </pc:spChg>
        <pc:spChg chg="mod">
          <ac:chgData name="Robert de Groote" userId="2ce5265b-80a0-4fb8-a62a-8035e9b0c45a" providerId="ADAL" clId="{A80E4885-7617-4261-AD60-182D3446E97F}" dt="2025-10-02T12:05:26.657" v="45455"/>
          <ac:spMkLst>
            <pc:docMk/>
            <pc:sldMk cId="191869445" sldId="468"/>
            <ac:spMk id="48" creationId="{45938AE8-C6B1-E9F2-DF6A-A29AE5A4EA2F}"/>
          </ac:spMkLst>
        </pc:spChg>
        <pc:spChg chg="mod">
          <ac:chgData name="Robert de Groote" userId="2ce5265b-80a0-4fb8-a62a-8035e9b0c45a" providerId="ADAL" clId="{A80E4885-7617-4261-AD60-182D3446E97F}" dt="2025-10-02T12:05:26.657" v="45455"/>
          <ac:spMkLst>
            <pc:docMk/>
            <pc:sldMk cId="191869445" sldId="468"/>
            <ac:spMk id="49" creationId="{59318A22-AD40-B556-5ADD-A8E68141D357}"/>
          </ac:spMkLst>
        </pc:spChg>
        <pc:spChg chg="mod">
          <ac:chgData name="Robert de Groote" userId="2ce5265b-80a0-4fb8-a62a-8035e9b0c45a" providerId="ADAL" clId="{A80E4885-7617-4261-AD60-182D3446E97F}" dt="2025-10-02T09:13:17.647" v="38848"/>
          <ac:spMkLst>
            <pc:docMk/>
            <pc:sldMk cId="191869445" sldId="468"/>
            <ac:spMk id="53" creationId="{BDCD6BF3-F4BB-B8D5-36A1-3F9EEBC77718}"/>
          </ac:spMkLst>
        </pc:spChg>
        <pc:spChg chg="mod">
          <ac:chgData name="Robert de Groote" userId="2ce5265b-80a0-4fb8-a62a-8035e9b0c45a" providerId="ADAL" clId="{A80E4885-7617-4261-AD60-182D3446E97F}" dt="2025-10-02T09:13:21.865" v="38910"/>
          <ac:spMkLst>
            <pc:docMk/>
            <pc:sldMk cId="191869445" sldId="468"/>
            <ac:spMk id="60" creationId="{026A8323-C02F-8EC5-8B27-353414A434F5}"/>
          </ac:spMkLst>
        </pc:spChg>
        <pc:spChg chg="mod">
          <ac:chgData name="Robert de Groote" userId="2ce5265b-80a0-4fb8-a62a-8035e9b0c45a" providerId="ADAL" clId="{A80E4885-7617-4261-AD60-182D3446E97F}" dt="2025-10-02T09:13:27.225" v="38972"/>
          <ac:spMkLst>
            <pc:docMk/>
            <pc:sldMk cId="191869445" sldId="468"/>
            <ac:spMk id="61" creationId="{8C46F3B7-674E-B8D0-9C8C-E59F55C1ECAD}"/>
          </ac:spMkLst>
        </pc:spChg>
        <pc:spChg chg="mod">
          <ac:chgData name="Robert de Groote" userId="2ce5265b-80a0-4fb8-a62a-8035e9b0c45a" providerId="ADAL" clId="{A80E4885-7617-4261-AD60-182D3446E97F}" dt="2025-10-02T09:13:36.801" v="38975" actId="1076"/>
          <ac:spMkLst>
            <pc:docMk/>
            <pc:sldMk cId="191869445" sldId="468"/>
            <ac:spMk id="62" creationId="{96CCE546-2742-1E69-810A-B2D3E4FED05E}"/>
          </ac:spMkLst>
        </pc:spChg>
        <pc:spChg chg="mod">
          <ac:chgData name="Robert de Groote" userId="2ce5265b-80a0-4fb8-a62a-8035e9b0c45a" providerId="ADAL" clId="{A80E4885-7617-4261-AD60-182D3446E97F}" dt="2025-10-02T09:13:36.801" v="38975" actId="1076"/>
          <ac:spMkLst>
            <pc:docMk/>
            <pc:sldMk cId="191869445" sldId="468"/>
            <ac:spMk id="63" creationId="{263C1CAD-6AE9-2BDC-6BE6-626DEDCA7900}"/>
          </ac:spMkLst>
        </pc:spChg>
        <pc:spChg chg="mod">
          <ac:chgData name="Robert de Groote" userId="2ce5265b-80a0-4fb8-a62a-8035e9b0c45a" providerId="ADAL" clId="{A80E4885-7617-4261-AD60-182D3446E97F}" dt="2025-10-02T09:13:36.801" v="38975" actId="1076"/>
          <ac:spMkLst>
            <pc:docMk/>
            <pc:sldMk cId="191869445" sldId="468"/>
            <ac:spMk id="64" creationId="{685D6AB1-F1AE-7975-85A6-A4FF584BA39B}"/>
          </ac:spMkLst>
        </pc:spChg>
        <pc:spChg chg="mod">
          <ac:chgData name="Robert de Groote" userId="2ce5265b-80a0-4fb8-a62a-8035e9b0c45a" providerId="ADAL" clId="{A80E4885-7617-4261-AD60-182D3446E97F}" dt="2025-10-02T09:13:36.801" v="38975" actId="1076"/>
          <ac:spMkLst>
            <pc:docMk/>
            <pc:sldMk cId="191869445" sldId="468"/>
            <ac:spMk id="65" creationId="{4096E82E-F758-54D6-EF39-560FF888F400}"/>
          </ac:spMkLst>
        </pc:spChg>
        <pc:spChg chg="mod">
          <ac:chgData name="Robert de Groote" userId="2ce5265b-80a0-4fb8-a62a-8035e9b0c45a" providerId="ADAL" clId="{A80E4885-7617-4261-AD60-182D3446E97F}" dt="2025-10-02T09:13:36.801" v="38975" actId="1076"/>
          <ac:spMkLst>
            <pc:docMk/>
            <pc:sldMk cId="191869445" sldId="468"/>
            <ac:spMk id="66" creationId="{8F564105-9CA6-536B-9AEF-C3AA3C0C7748}"/>
          </ac:spMkLst>
        </pc:spChg>
        <pc:spChg chg="mod">
          <ac:chgData name="Robert de Groote" userId="2ce5265b-80a0-4fb8-a62a-8035e9b0c45a" providerId="ADAL" clId="{A80E4885-7617-4261-AD60-182D3446E97F}" dt="2025-10-02T09:13:36.801" v="38975" actId="1076"/>
          <ac:spMkLst>
            <pc:docMk/>
            <pc:sldMk cId="191869445" sldId="468"/>
            <ac:spMk id="67" creationId="{0B494303-64D3-A0ED-9AB4-CBE16C368B16}"/>
          </ac:spMkLst>
        </pc:spChg>
        <pc:spChg chg="mod modVis">
          <ac:chgData name="Robert de Groote" userId="2ce5265b-80a0-4fb8-a62a-8035e9b0c45a" providerId="ADAL" clId="{A80E4885-7617-4261-AD60-182D3446E97F}" dt="2025-10-02T11:57:11.943" v="45242" actId="14430"/>
          <ac:spMkLst>
            <pc:docMk/>
            <pc:sldMk cId="191869445" sldId="468"/>
            <ac:spMk id="113" creationId="{3F9E2DF6-2B68-0BCD-E5E0-1DF3E2DFCDDD}"/>
          </ac:spMkLst>
        </pc:spChg>
        <pc:spChg chg="mod modVis">
          <ac:chgData name="Robert de Groote" userId="2ce5265b-80a0-4fb8-a62a-8035e9b0c45a" providerId="ADAL" clId="{A80E4885-7617-4261-AD60-182D3446E97F}" dt="2025-10-02T11:57:12.385" v="45243" actId="14430"/>
          <ac:spMkLst>
            <pc:docMk/>
            <pc:sldMk cId="191869445" sldId="468"/>
            <ac:spMk id="118" creationId="{8DB67537-C9DD-12CF-03BA-A41DED79ABB5}"/>
          </ac:spMkLst>
        </pc:spChg>
        <pc:spChg chg="mod modVis">
          <ac:chgData name="Robert de Groote" userId="2ce5265b-80a0-4fb8-a62a-8035e9b0c45a" providerId="ADAL" clId="{A80E4885-7617-4261-AD60-182D3446E97F}" dt="2025-10-02T11:57:12.801" v="45244" actId="14430"/>
          <ac:spMkLst>
            <pc:docMk/>
            <pc:sldMk cId="191869445" sldId="468"/>
            <ac:spMk id="128" creationId="{2ED00AB7-681C-2FD1-C83C-0682AC2BABDC}"/>
          </ac:spMkLst>
        </pc:spChg>
        <pc:spChg chg="mod modVis">
          <ac:chgData name="Robert de Groote" userId="2ce5265b-80a0-4fb8-a62a-8035e9b0c45a" providerId="ADAL" clId="{A80E4885-7617-4261-AD60-182D3446E97F}" dt="2025-10-02T11:57:13.291" v="45245" actId="14430"/>
          <ac:spMkLst>
            <pc:docMk/>
            <pc:sldMk cId="191869445" sldId="468"/>
            <ac:spMk id="129" creationId="{A354AD65-4F41-75D1-95B1-AFF98D711E01}"/>
          </ac:spMkLst>
        </pc:spChg>
        <pc:spChg chg="mod modVis">
          <ac:chgData name="Robert de Groote" userId="2ce5265b-80a0-4fb8-a62a-8035e9b0c45a" providerId="ADAL" clId="{A80E4885-7617-4261-AD60-182D3446E97F}" dt="2025-10-02T11:57:13.737" v="45246" actId="14430"/>
          <ac:spMkLst>
            <pc:docMk/>
            <pc:sldMk cId="191869445" sldId="468"/>
            <ac:spMk id="130" creationId="{F4DAFE77-AA52-CC4B-CE23-D44258F2331E}"/>
          </ac:spMkLst>
        </pc:spChg>
        <pc:spChg chg="mod modVis">
          <ac:chgData name="Robert de Groote" userId="2ce5265b-80a0-4fb8-a62a-8035e9b0c45a" providerId="ADAL" clId="{A80E4885-7617-4261-AD60-182D3446E97F}" dt="2025-10-02T11:57:14.147" v="45247" actId="14430"/>
          <ac:spMkLst>
            <pc:docMk/>
            <pc:sldMk cId="191869445" sldId="468"/>
            <ac:spMk id="167" creationId="{2FCFAA36-2B14-0EF3-931A-9CA034F11A4D}"/>
          </ac:spMkLst>
        </pc:spChg>
        <pc:grpChg chg="add mod">
          <ac:chgData name="Robert de Groote" userId="2ce5265b-80a0-4fb8-a62a-8035e9b0c45a" providerId="ADAL" clId="{A80E4885-7617-4261-AD60-182D3446E97F}" dt="2025-10-02T12:05:26.813" v="45457"/>
          <ac:grpSpMkLst>
            <pc:docMk/>
            <pc:sldMk cId="191869445" sldId="468"/>
            <ac:grpSpMk id="47" creationId="{405E31B5-5C27-1AFC-DA11-9B32DAD07AC9}"/>
          </ac:grpSpMkLst>
        </pc:grpChg>
      </pc:sldChg>
      <pc:sldChg chg="add del modAnim">
        <pc:chgData name="Robert de Groote" userId="2ce5265b-80a0-4fb8-a62a-8035e9b0c45a" providerId="ADAL" clId="{A80E4885-7617-4261-AD60-182D3446E97F}" dt="2025-10-02T09:03:07.759" v="38684" actId="47"/>
        <pc:sldMkLst>
          <pc:docMk/>
          <pc:sldMk cId="933162871" sldId="468"/>
        </pc:sldMkLst>
      </pc:sldChg>
      <pc:sldChg chg="add del modAnim">
        <pc:chgData name="Robert de Groote" userId="2ce5265b-80a0-4fb8-a62a-8035e9b0c45a" providerId="ADAL" clId="{A80E4885-7617-4261-AD60-182D3446E97F}" dt="2025-10-02T09:06:04.612" v="38710" actId="47"/>
        <pc:sldMkLst>
          <pc:docMk/>
          <pc:sldMk cId="2507203339" sldId="468"/>
        </pc:sldMkLst>
      </pc:sldChg>
      <pc:sldChg chg="add del modAnim">
        <pc:chgData name="Robert de Groote" userId="2ce5265b-80a0-4fb8-a62a-8035e9b0c45a" providerId="ADAL" clId="{A80E4885-7617-4261-AD60-182D3446E97F}" dt="2025-10-02T09:03:59.269" v="38695" actId="47"/>
        <pc:sldMkLst>
          <pc:docMk/>
          <pc:sldMk cId="3090518208" sldId="468"/>
        </pc:sldMkLst>
      </pc:sldChg>
      <pc:sldChg chg="add del">
        <pc:chgData name="Robert de Groote" userId="2ce5265b-80a0-4fb8-a62a-8035e9b0c45a" providerId="ADAL" clId="{A80E4885-7617-4261-AD60-182D3446E97F}" dt="2025-10-02T09:12:11.477" v="38773" actId="47"/>
        <pc:sldMkLst>
          <pc:docMk/>
          <pc:sldMk cId="3979330759" sldId="468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2:07:53.940" v="45494"/>
        <pc:sldMkLst>
          <pc:docMk/>
          <pc:sldMk cId="3176271683" sldId="469"/>
        </pc:sldMkLst>
        <pc:spChg chg="mod">
          <ac:chgData name="Robert de Groote" userId="2ce5265b-80a0-4fb8-a62a-8035e9b0c45a" providerId="ADAL" clId="{A80E4885-7617-4261-AD60-182D3446E97F}" dt="2025-10-02T09:23:11.968" v="39203" actId="207"/>
          <ac:spMkLst>
            <pc:docMk/>
            <pc:sldMk cId="3176271683" sldId="469"/>
            <ac:spMk id="18" creationId="{72665258-6732-C26B-E752-9952C1EBA525}"/>
          </ac:spMkLst>
        </pc:spChg>
        <pc:spChg chg="add mod modVis">
          <ac:chgData name="Robert de Groote" userId="2ce5265b-80a0-4fb8-a62a-8035e9b0c45a" providerId="ADAL" clId="{A80E4885-7617-4261-AD60-182D3446E97F}" dt="2025-10-02T12:00:58.194" v="45312" actId="14430"/>
          <ac:spMkLst>
            <pc:docMk/>
            <pc:sldMk cId="3176271683" sldId="469"/>
            <ac:spMk id="43" creationId="{50D50522-8503-11AF-61A3-6660D9632583}"/>
          </ac:spMkLst>
        </pc:spChg>
        <pc:spChg chg="add mod ord">
          <ac:chgData name="Robert de Groote" userId="2ce5265b-80a0-4fb8-a62a-8035e9b0c45a" providerId="ADAL" clId="{A80E4885-7617-4261-AD60-182D3446E97F}" dt="2025-10-02T12:02:53.688" v="45374" actId="167"/>
          <ac:spMkLst>
            <pc:docMk/>
            <pc:sldMk cId="3176271683" sldId="469"/>
            <ac:spMk id="44" creationId="{A861A4CB-6AF2-848D-E29B-53CE5035F37E}"/>
          </ac:spMkLst>
        </pc:spChg>
        <pc:spChg chg="mod">
          <ac:chgData name="Robert de Groote" userId="2ce5265b-80a0-4fb8-a62a-8035e9b0c45a" providerId="ADAL" clId="{A80E4885-7617-4261-AD60-182D3446E97F}" dt="2025-10-02T12:05:33.051" v="45459"/>
          <ac:spMkLst>
            <pc:docMk/>
            <pc:sldMk cId="3176271683" sldId="469"/>
            <ac:spMk id="47" creationId="{8F72F5E2-0114-9A18-3EBE-5A9AB3ACACA0}"/>
          </ac:spMkLst>
        </pc:spChg>
        <pc:spChg chg="mod">
          <ac:chgData name="Robert de Groote" userId="2ce5265b-80a0-4fb8-a62a-8035e9b0c45a" providerId="ADAL" clId="{A80E4885-7617-4261-AD60-182D3446E97F}" dt="2025-10-02T12:05:33.051" v="45459"/>
          <ac:spMkLst>
            <pc:docMk/>
            <pc:sldMk cId="3176271683" sldId="469"/>
            <ac:spMk id="48" creationId="{EE7050F1-78FB-BD23-953E-2FD19A0BB54C}"/>
          </ac:spMkLst>
        </pc:spChg>
        <pc:spChg chg="mod">
          <ac:chgData name="Robert de Groote" userId="2ce5265b-80a0-4fb8-a62a-8035e9b0c45a" providerId="ADAL" clId="{A80E4885-7617-4261-AD60-182D3446E97F}" dt="2025-10-02T09:22:28.875" v="39072"/>
          <ac:spMkLst>
            <pc:docMk/>
            <pc:sldMk cId="3176271683" sldId="469"/>
            <ac:spMk id="60" creationId="{693764B2-AAF3-3E40-4B54-CE2976A0F58C}"/>
          </ac:spMkLst>
        </pc:spChg>
        <pc:spChg chg="mod">
          <ac:chgData name="Robert de Groote" userId="2ce5265b-80a0-4fb8-a62a-8035e9b0c45a" providerId="ADAL" clId="{A80E4885-7617-4261-AD60-182D3446E97F}" dt="2025-10-02T09:22:33.094" v="39134"/>
          <ac:spMkLst>
            <pc:docMk/>
            <pc:sldMk cId="3176271683" sldId="469"/>
            <ac:spMk id="61" creationId="{7948DE4B-1C74-4EAE-863E-A25414C8C1B7}"/>
          </ac:spMkLst>
        </pc:spChg>
        <pc:spChg chg="mod">
          <ac:chgData name="Robert de Groote" userId="2ce5265b-80a0-4fb8-a62a-8035e9b0c45a" providerId="ADAL" clId="{A80E4885-7617-4261-AD60-182D3446E97F}" dt="2025-10-02T09:22:37.177" v="39196"/>
          <ac:spMkLst>
            <pc:docMk/>
            <pc:sldMk cId="3176271683" sldId="469"/>
            <ac:spMk id="62" creationId="{EE007D3B-79E5-04E9-BC7F-33ABA741D23C}"/>
          </ac:spMkLst>
        </pc:spChg>
        <pc:spChg chg="mod">
          <ac:chgData name="Robert de Groote" userId="2ce5265b-80a0-4fb8-a62a-8035e9b0c45a" providerId="ADAL" clId="{A80E4885-7617-4261-AD60-182D3446E97F}" dt="2025-10-02T09:23:23.045" v="39204" actId="1076"/>
          <ac:spMkLst>
            <pc:docMk/>
            <pc:sldMk cId="3176271683" sldId="469"/>
            <ac:spMk id="63" creationId="{92171018-EBC6-F6D5-DF74-908E4D512F39}"/>
          </ac:spMkLst>
        </pc:spChg>
        <pc:spChg chg="mod">
          <ac:chgData name="Robert de Groote" userId="2ce5265b-80a0-4fb8-a62a-8035e9b0c45a" providerId="ADAL" clId="{A80E4885-7617-4261-AD60-182D3446E97F}" dt="2025-10-02T09:23:23.045" v="39204" actId="1076"/>
          <ac:spMkLst>
            <pc:docMk/>
            <pc:sldMk cId="3176271683" sldId="469"/>
            <ac:spMk id="64" creationId="{2D1D72ED-AEA7-D8FC-93AA-F991CC02A7A3}"/>
          </ac:spMkLst>
        </pc:spChg>
        <pc:spChg chg="mod">
          <ac:chgData name="Robert de Groote" userId="2ce5265b-80a0-4fb8-a62a-8035e9b0c45a" providerId="ADAL" clId="{A80E4885-7617-4261-AD60-182D3446E97F}" dt="2025-10-02T09:23:23.045" v="39204" actId="1076"/>
          <ac:spMkLst>
            <pc:docMk/>
            <pc:sldMk cId="3176271683" sldId="469"/>
            <ac:spMk id="65" creationId="{15E5DE14-F1C7-1071-4551-3B4E40BA3A95}"/>
          </ac:spMkLst>
        </pc:spChg>
        <pc:spChg chg="mod">
          <ac:chgData name="Robert de Groote" userId="2ce5265b-80a0-4fb8-a62a-8035e9b0c45a" providerId="ADAL" clId="{A80E4885-7617-4261-AD60-182D3446E97F}" dt="2025-10-02T09:23:23.045" v="39204" actId="1076"/>
          <ac:spMkLst>
            <pc:docMk/>
            <pc:sldMk cId="3176271683" sldId="469"/>
            <ac:spMk id="66" creationId="{CBC08664-E2BF-55F9-3524-0264C9E19DDA}"/>
          </ac:spMkLst>
        </pc:spChg>
        <pc:spChg chg="mod">
          <ac:chgData name="Robert de Groote" userId="2ce5265b-80a0-4fb8-a62a-8035e9b0c45a" providerId="ADAL" clId="{A80E4885-7617-4261-AD60-182D3446E97F}" dt="2025-10-02T09:23:23.045" v="39204" actId="1076"/>
          <ac:spMkLst>
            <pc:docMk/>
            <pc:sldMk cId="3176271683" sldId="469"/>
            <ac:spMk id="67" creationId="{C80E01CE-7FA6-990A-641B-38907B6CC138}"/>
          </ac:spMkLst>
        </pc:spChg>
        <pc:spChg chg="mod modVis">
          <ac:chgData name="Robert de Groote" userId="2ce5265b-80a0-4fb8-a62a-8035e9b0c45a" providerId="ADAL" clId="{A80E4885-7617-4261-AD60-182D3446E97F}" dt="2025-10-02T11:57:03.385" v="45235" actId="14430"/>
          <ac:spMkLst>
            <pc:docMk/>
            <pc:sldMk cId="3176271683" sldId="469"/>
            <ac:spMk id="113" creationId="{3514ACF0-8E97-331C-E3F4-E3467C08CC81}"/>
          </ac:spMkLst>
        </pc:spChg>
        <pc:spChg chg="mod modVis">
          <ac:chgData name="Robert de Groote" userId="2ce5265b-80a0-4fb8-a62a-8035e9b0c45a" providerId="ADAL" clId="{A80E4885-7617-4261-AD60-182D3446E97F}" dt="2025-10-02T11:57:03.894" v="45236" actId="14430"/>
          <ac:spMkLst>
            <pc:docMk/>
            <pc:sldMk cId="3176271683" sldId="469"/>
            <ac:spMk id="118" creationId="{C557E7F9-7E23-EE7D-A6AD-649146208E4A}"/>
          </ac:spMkLst>
        </pc:spChg>
        <pc:spChg chg="mod modVis">
          <ac:chgData name="Robert de Groote" userId="2ce5265b-80a0-4fb8-a62a-8035e9b0c45a" providerId="ADAL" clId="{A80E4885-7617-4261-AD60-182D3446E97F}" dt="2025-10-02T11:57:04.449" v="45237" actId="14430"/>
          <ac:spMkLst>
            <pc:docMk/>
            <pc:sldMk cId="3176271683" sldId="469"/>
            <ac:spMk id="128" creationId="{7D2ED154-E54F-51E6-D980-5EF531782D96}"/>
          </ac:spMkLst>
        </pc:spChg>
        <pc:spChg chg="mod modVis">
          <ac:chgData name="Robert de Groote" userId="2ce5265b-80a0-4fb8-a62a-8035e9b0c45a" providerId="ADAL" clId="{A80E4885-7617-4261-AD60-182D3446E97F}" dt="2025-10-02T11:57:05.009" v="45238" actId="14430"/>
          <ac:spMkLst>
            <pc:docMk/>
            <pc:sldMk cId="3176271683" sldId="469"/>
            <ac:spMk id="129" creationId="{8661CDCB-DC42-18ED-1FB5-1EDD3BF2CDB2}"/>
          </ac:spMkLst>
        </pc:spChg>
        <pc:spChg chg="mod modVis">
          <ac:chgData name="Robert de Groote" userId="2ce5265b-80a0-4fb8-a62a-8035e9b0c45a" providerId="ADAL" clId="{A80E4885-7617-4261-AD60-182D3446E97F}" dt="2025-10-02T11:57:05.446" v="45239" actId="14430"/>
          <ac:spMkLst>
            <pc:docMk/>
            <pc:sldMk cId="3176271683" sldId="469"/>
            <ac:spMk id="130" creationId="{E573F744-0AE2-2E14-5FE4-860762900DFF}"/>
          </ac:spMkLst>
        </pc:spChg>
        <pc:spChg chg="mod modVis">
          <ac:chgData name="Robert de Groote" userId="2ce5265b-80a0-4fb8-a62a-8035e9b0c45a" providerId="ADAL" clId="{A80E4885-7617-4261-AD60-182D3446E97F}" dt="2025-10-02T11:57:05.903" v="45240" actId="14430"/>
          <ac:spMkLst>
            <pc:docMk/>
            <pc:sldMk cId="3176271683" sldId="469"/>
            <ac:spMk id="167" creationId="{927327C0-5CBD-BEC3-6565-2E1508FC7661}"/>
          </ac:spMkLst>
        </pc:spChg>
        <pc:grpChg chg="add mod">
          <ac:chgData name="Robert de Groote" userId="2ce5265b-80a0-4fb8-a62a-8035e9b0c45a" providerId="ADAL" clId="{A80E4885-7617-4261-AD60-182D3446E97F}" dt="2025-10-02T12:05:33.211" v="45461"/>
          <ac:grpSpMkLst>
            <pc:docMk/>
            <pc:sldMk cId="3176271683" sldId="469"/>
            <ac:grpSpMk id="45" creationId="{40E8C5AF-D177-E247-5A3C-570D9444A057}"/>
          </ac:grpSpMkLst>
        </pc:grpChg>
      </pc:sldChg>
      <pc:sldChg chg="modSp add del mod">
        <pc:chgData name="Robert de Groote" userId="2ce5265b-80a0-4fb8-a62a-8035e9b0c45a" providerId="ADAL" clId="{A80E4885-7617-4261-AD60-182D3446E97F}" dt="2025-10-02T14:01:32.368" v="49650" actId="47"/>
        <pc:sldMkLst>
          <pc:docMk/>
          <pc:sldMk cId="646784790" sldId="470"/>
        </pc:sldMkLst>
      </pc:sldChg>
      <pc:sldChg chg="modSp add del mod">
        <pc:chgData name="Robert de Groote" userId="2ce5265b-80a0-4fb8-a62a-8035e9b0c45a" providerId="ADAL" clId="{A80E4885-7617-4261-AD60-182D3446E97F}" dt="2025-10-02T09:35:12.149" v="39963" actId="47"/>
        <pc:sldMkLst>
          <pc:docMk/>
          <pc:sldMk cId="3004140005" sldId="470"/>
        </pc:sldMkLst>
      </pc:sldChg>
      <pc:sldChg chg="addSp delSp modSp add del mod modAnim">
        <pc:chgData name="Robert de Groote" userId="2ce5265b-80a0-4fb8-a62a-8035e9b0c45a" providerId="ADAL" clId="{A80E4885-7617-4261-AD60-182D3446E97F}" dt="2025-10-02T13:47:46.814" v="49287" actId="47"/>
        <pc:sldMkLst>
          <pc:docMk/>
          <pc:sldMk cId="928098422" sldId="471"/>
        </pc:sldMkLst>
      </pc:sldChg>
      <pc:sldChg chg="addSp modSp add mod modAnim">
        <pc:chgData name="Robert de Groote" userId="2ce5265b-80a0-4fb8-a62a-8035e9b0c45a" providerId="ADAL" clId="{A80E4885-7617-4261-AD60-182D3446E97F}" dt="2025-10-02T10:59:54.928" v="40981"/>
        <pc:sldMkLst>
          <pc:docMk/>
          <pc:sldMk cId="338391106" sldId="472"/>
        </pc:sldMkLst>
        <pc:spChg chg="mod">
          <ac:chgData name="Robert de Groote" userId="2ce5265b-80a0-4fb8-a62a-8035e9b0c45a" providerId="ADAL" clId="{A80E4885-7617-4261-AD60-182D3446E97F}" dt="2025-10-02T09:49:17.371" v="40858" actId="14100"/>
          <ac:spMkLst>
            <pc:docMk/>
            <pc:sldMk cId="338391106" sldId="472"/>
            <ac:spMk id="3" creationId="{76B0ED73-DA87-7776-5DE7-70B1FC64FA63}"/>
          </ac:spMkLst>
        </pc:spChg>
        <pc:spChg chg="add mod">
          <ac:chgData name="Robert de Groote" userId="2ce5265b-80a0-4fb8-a62a-8035e9b0c45a" providerId="ADAL" clId="{A80E4885-7617-4261-AD60-182D3446E97F}" dt="2025-10-02T10:48:22.130" v="40869" actId="1076"/>
          <ac:spMkLst>
            <pc:docMk/>
            <pc:sldMk cId="338391106" sldId="472"/>
            <ac:spMk id="4" creationId="{FF34468C-42CC-7E77-3935-2DAB3B8166A8}"/>
          </ac:spMkLst>
        </pc:spChg>
        <pc:spChg chg="add mod">
          <ac:chgData name="Robert de Groote" userId="2ce5265b-80a0-4fb8-a62a-8035e9b0c45a" providerId="ADAL" clId="{A80E4885-7617-4261-AD60-182D3446E97F}" dt="2025-10-02T10:48:55.046" v="40901" actId="1076"/>
          <ac:spMkLst>
            <pc:docMk/>
            <pc:sldMk cId="338391106" sldId="472"/>
            <ac:spMk id="5" creationId="{1F3B7516-BE53-10CD-0F44-29801FB92093}"/>
          </ac:spMkLst>
        </pc:spChg>
        <pc:spChg chg="add mod">
          <ac:chgData name="Robert de Groote" userId="2ce5265b-80a0-4fb8-a62a-8035e9b0c45a" providerId="ADAL" clId="{A80E4885-7617-4261-AD60-182D3446E97F}" dt="2025-10-02T10:48:55.046" v="40901" actId="1076"/>
          <ac:spMkLst>
            <pc:docMk/>
            <pc:sldMk cId="338391106" sldId="472"/>
            <ac:spMk id="6" creationId="{78B269B0-10C8-9927-AE57-52ACA8C2C758}"/>
          </ac:spMkLst>
        </pc:spChg>
        <pc:spChg chg="add mod">
          <ac:chgData name="Robert de Groote" userId="2ce5265b-80a0-4fb8-a62a-8035e9b0c45a" providerId="ADAL" clId="{A80E4885-7617-4261-AD60-182D3446E97F}" dt="2025-10-02T10:48:55.046" v="40901" actId="1076"/>
          <ac:spMkLst>
            <pc:docMk/>
            <pc:sldMk cId="338391106" sldId="472"/>
            <ac:spMk id="7" creationId="{03015916-EAB6-69DC-F972-EF34146F54AF}"/>
          </ac:spMkLst>
        </pc:spChg>
        <pc:spChg chg="add mod">
          <ac:chgData name="Robert de Groote" userId="2ce5265b-80a0-4fb8-a62a-8035e9b0c45a" providerId="ADAL" clId="{A80E4885-7617-4261-AD60-182D3446E97F}" dt="2025-10-02T10:48:55.046" v="40901" actId="1076"/>
          <ac:spMkLst>
            <pc:docMk/>
            <pc:sldMk cId="338391106" sldId="472"/>
            <ac:spMk id="8" creationId="{B51E182C-A4CB-1FFE-83EE-6E9D313C9ED3}"/>
          </ac:spMkLst>
        </pc:spChg>
        <pc:spChg chg="add mod">
          <ac:chgData name="Robert de Groote" userId="2ce5265b-80a0-4fb8-a62a-8035e9b0c45a" providerId="ADAL" clId="{A80E4885-7617-4261-AD60-182D3446E97F}" dt="2025-10-02T10:48:55.046" v="40901" actId="1076"/>
          <ac:spMkLst>
            <pc:docMk/>
            <pc:sldMk cId="338391106" sldId="472"/>
            <ac:spMk id="18" creationId="{3148730A-DEE6-3D4F-F6C1-EA680E087318}"/>
          </ac:spMkLst>
        </pc:spChg>
        <pc:spChg chg="add mod">
          <ac:chgData name="Robert de Groote" userId="2ce5265b-80a0-4fb8-a62a-8035e9b0c45a" providerId="ADAL" clId="{A80E4885-7617-4261-AD60-182D3446E97F}" dt="2025-10-02T10:48:55.046" v="40901" actId="1076"/>
          <ac:spMkLst>
            <pc:docMk/>
            <pc:sldMk cId="338391106" sldId="472"/>
            <ac:spMk id="19" creationId="{FCA5C9E7-37E8-DAD0-C201-C29142C253DF}"/>
          </ac:spMkLst>
        </pc:spChg>
        <pc:cxnChg chg="add mod">
          <ac:chgData name="Robert de Groote" userId="2ce5265b-80a0-4fb8-a62a-8035e9b0c45a" providerId="ADAL" clId="{A80E4885-7617-4261-AD60-182D3446E97F}" dt="2025-10-02T10:54:13.697" v="40929" actId="208"/>
          <ac:cxnSpMkLst>
            <pc:docMk/>
            <pc:sldMk cId="338391106" sldId="472"/>
            <ac:cxnSpMk id="9" creationId="{50347EAF-8F66-CB07-EBA6-7D268785FC7B}"/>
          </ac:cxnSpMkLst>
        </pc:cxnChg>
        <pc:cxnChg chg="add mod">
          <ac:chgData name="Robert de Groote" userId="2ce5265b-80a0-4fb8-a62a-8035e9b0c45a" providerId="ADAL" clId="{A80E4885-7617-4261-AD60-182D3446E97F}" dt="2025-10-02T10:54:24.648" v="40930" actId="108"/>
          <ac:cxnSpMkLst>
            <pc:docMk/>
            <pc:sldMk cId="338391106" sldId="472"/>
            <ac:cxnSpMk id="10" creationId="{75DA8EA5-288E-416D-7E03-84E41E1980FC}"/>
          </ac:cxnSpMkLst>
        </pc:cxnChg>
        <pc:cxnChg chg="add mod">
          <ac:chgData name="Robert de Groote" userId="2ce5265b-80a0-4fb8-a62a-8035e9b0c45a" providerId="ADAL" clId="{A80E4885-7617-4261-AD60-182D3446E97F}" dt="2025-10-02T10:54:28.250" v="40933" actId="108"/>
          <ac:cxnSpMkLst>
            <pc:docMk/>
            <pc:sldMk cId="338391106" sldId="472"/>
            <ac:cxnSpMk id="11" creationId="{69147B4E-4778-0F9C-0CED-C5E9B95B50E7}"/>
          </ac:cxnSpMkLst>
        </pc:cxnChg>
        <pc:cxnChg chg="mod">
          <ac:chgData name="Robert de Groote" userId="2ce5265b-80a0-4fb8-a62a-8035e9b0c45a" providerId="ADAL" clId="{A80E4885-7617-4261-AD60-182D3446E97F}" dt="2025-10-02T10:54:28.986" v="40934" actId="108"/>
          <ac:cxnSpMkLst>
            <pc:docMk/>
            <pc:sldMk cId="338391106" sldId="472"/>
            <ac:cxnSpMk id="12" creationId="{E756AC53-B643-9567-0105-EA3DB1E9B4BC}"/>
          </ac:cxnSpMkLst>
        </pc:cxnChg>
        <pc:cxnChg chg="mod">
          <ac:chgData name="Robert de Groote" userId="2ce5265b-80a0-4fb8-a62a-8035e9b0c45a" providerId="ADAL" clId="{A80E4885-7617-4261-AD60-182D3446E97F}" dt="2025-10-02T10:54:25.872" v="40931" actId="108"/>
          <ac:cxnSpMkLst>
            <pc:docMk/>
            <pc:sldMk cId="338391106" sldId="472"/>
            <ac:cxnSpMk id="13" creationId="{CB86CDBD-5514-3FC0-E2C4-571A37AE8858}"/>
          </ac:cxnSpMkLst>
        </pc:cxnChg>
        <pc:cxnChg chg="add mod">
          <ac:chgData name="Robert de Groote" userId="2ce5265b-80a0-4fb8-a62a-8035e9b0c45a" providerId="ADAL" clId="{A80E4885-7617-4261-AD60-182D3446E97F}" dt="2025-10-02T10:54:30.987" v="40936" actId="108"/>
          <ac:cxnSpMkLst>
            <pc:docMk/>
            <pc:sldMk cId="338391106" sldId="472"/>
            <ac:cxnSpMk id="14" creationId="{27162BE5-96E9-C233-2288-EE99C3BE20DB}"/>
          </ac:cxnSpMkLst>
        </pc:cxnChg>
        <pc:cxnChg chg="mod">
          <ac:chgData name="Robert de Groote" userId="2ce5265b-80a0-4fb8-a62a-8035e9b0c45a" providerId="ADAL" clId="{A80E4885-7617-4261-AD60-182D3446E97F}" dt="2025-10-02T10:54:32.111" v="40937" actId="108"/>
          <ac:cxnSpMkLst>
            <pc:docMk/>
            <pc:sldMk cId="338391106" sldId="472"/>
            <ac:cxnSpMk id="15" creationId="{7B21B008-A1A9-7DB4-ADF7-DF6894CAA3DE}"/>
          </ac:cxnSpMkLst>
        </pc:cxnChg>
        <pc:cxnChg chg="mod">
          <ac:chgData name="Robert de Groote" userId="2ce5265b-80a0-4fb8-a62a-8035e9b0c45a" providerId="ADAL" clId="{A80E4885-7617-4261-AD60-182D3446E97F}" dt="2025-10-02T10:54:30.057" v="40935" actId="108"/>
          <ac:cxnSpMkLst>
            <pc:docMk/>
            <pc:sldMk cId="338391106" sldId="472"/>
            <ac:cxnSpMk id="16" creationId="{CDA0509C-4CD7-EF8C-4555-F98BE1FDE316}"/>
          </ac:cxnSpMkLst>
        </pc:cxnChg>
        <pc:cxnChg chg="mod">
          <ac:chgData name="Robert de Groote" userId="2ce5265b-80a0-4fb8-a62a-8035e9b0c45a" providerId="ADAL" clId="{A80E4885-7617-4261-AD60-182D3446E97F}" dt="2025-10-02T10:54:26.972" v="40932" actId="108"/>
          <ac:cxnSpMkLst>
            <pc:docMk/>
            <pc:sldMk cId="338391106" sldId="472"/>
            <ac:cxnSpMk id="17" creationId="{88A62D35-121B-0FFE-5E49-256AD35669FE}"/>
          </ac:cxnSpMkLst>
        </pc:cxnChg>
      </pc:sldChg>
      <pc:sldChg chg="addSp delSp modSp add mod modAnim">
        <pc:chgData name="Robert de Groote" userId="2ce5265b-80a0-4fb8-a62a-8035e9b0c45a" providerId="ADAL" clId="{A80E4885-7617-4261-AD60-182D3446E97F}" dt="2025-10-02T17:28:47.181" v="57384" actId="108"/>
        <pc:sldMkLst>
          <pc:docMk/>
          <pc:sldMk cId="1623293382" sldId="473"/>
        </pc:sldMkLst>
        <pc:spChg chg="mod">
          <ac:chgData name="Robert de Groote" userId="2ce5265b-80a0-4fb8-a62a-8035e9b0c45a" providerId="ADAL" clId="{A80E4885-7617-4261-AD60-182D3446E97F}" dt="2025-10-02T14:26:02.983" v="54943" actId="21"/>
          <ac:spMkLst>
            <pc:docMk/>
            <pc:sldMk cId="1623293382" sldId="473"/>
            <ac:spMk id="3" creationId="{DB01C023-C3A0-709A-421C-3A85F93BAA81}"/>
          </ac:spMkLst>
        </pc:spChg>
        <pc:spChg chg="add mod">
          <ac:chgData name="Robert de Groote" userId="2ce5265b-80a0-4fb8-a62a-8035e9b0c45a" providerId="ADAL" clId="{A80E4885-7617-4261-AD60-182D3446E97F}" dt="2025-10-02T14:06:01.667" v="49894"/>
          <ac:spMkLst>
            <pc:docMk/>
            <pc:sldMk cId="1623293382" sldId="473"/>
            <ac:spMk id="4" creationId="{CDE36038-BD5C-056C-D6D8-BA5774B9A4B1}"/>
          </ac:spMkLst>
        </pc:spChg>
        <pc:spChg chg="add mod">
          <ac:chgData name="Robert de Groote" userId="2ce5265b-80a0-4fb8-a62a-8035e9b0c45a" providerId="ADAL" clId="{A80E4885-7617-4261-AD60-182D3446E97F}" dt="2025-10-02T14:06:01.668" v="49895"/>
          <ac:spMkLst>
            <pc:docMk/>
            <pc:sldMk cId="1623293382" sldId="473"/>
            <ac:spMk id="20" creationId="{C0D67A30-2180-9032-98F7-AF301128AD25}"/>
          </ac:spMkLst>
        </pc:spChg>
        <pc:spChg chg="add mod">
          <ac:chgData name="Robert de Groote" userId="2ce5265b-80a0-4fb8-a62a-8035e9b0c45a" providerId="ADAL" clId="{A80E4885-7617-4261-AD60-182D3446E97F}" dt="2025-10-02T14:06:01.669" v="49896"/>
          <ac:spMkLst>
            <pc:docMk/>
            <pc:sldMk cId="1623293382" sldId="473"/>
            <ac:spMk id="21" creationId="{59EA0C55-11D2-57F4-E849-CBD2D689EE20}"/>
          </ac:spMkLst>
        </pc:spChg>
        <pc:spChg chg="add mod">
          <ac:chgData name="Robert de Groote" userId="2ce5265b-80a0-4fb8-a62a-8035e9b0c45a" providerId="ADAL" clId="{A80E4885-7617-4261-AD60-182D3446E97F}" dt="2025-10-02T14:06:01.669" v="49897"/>
          <ac:spMkLst>
            <pc:docMk/>
            <pc:sldMk cId="1623293382" sldId="473"/>
            <ac:spMk id="22" creationId="{3DF5FBF3-F3D3-F859-E930-4A7CFFBB10FE}"/>
          </ac:spMkLst>
        </pc:spChg>
        <pc:spChg chg="add mod">
          <ac:chgData name="Robert de Groote" userId="2ce5265b-80a0-4fb8-a62a-8035e9b0c45a" providerId="ADAL" clId="{A80E4885-7617-4261-AD60-182D3446E97F}" dt="2025-10-02T14:06:01.672" v="49907"/>
          <ac:spMkLst>
            <pc:docMk/>
            <pc:sldMk cId="1623293382" sldId="473"/>
            <ac:spMk id="32" creationId="{0543B0F3-DB91-0CA9-E4EE-7C1A127BBC7A}"/>
          </ac:spMkLst>
        </pc:spChg>
        <pc:spChg chg="add mod">
          <ac:chgData name="Robert de Groote" userId="2ce5265b-80a0-4fb8-a62a-8035e9b0c45a" providerId="ADAL" clId="{A80E4885-7617-4261-AD60-182D3446E97F}" dt="2025-10-02T14:06:01.672" v="49908"/>
          <ac:spMkLst>
            <pc:docMk/>
            <pc:sldMk cId="1623293382" sldId="473"/>
            <ac:spMk id="33" creationId="{8ADC9B04-92DB-80F2-C559-135911AFEA80}"/>
          </ac:spMkLst>
        </pc:spChg>
        <pc:spChg chg="mod topLvl">
          <ac:chgData name="Robert de Groote" userId="2ce5265b-80a0-4fb8-a62a-8035e9b0c45a" providerId="ADAL" clId="{A80E4885-7617-4261-AD60-182D3446E97F}" dt="2025-10-02T17:20:13.439" v="57273" actId="14100"/>
          <ac:spMkLst>
            <pc:docMk/>
            <pc:sldMk cId="1623293382" sldId="473"/>
            <ac:spMk id="35" creationId="{7D574B10-CF81-0E0B-E9A9-C714D627DB5C}"/>
          </ac:spMkLst>
        </pc:spChg>
        <pc:spChg chg="mod topLvl">
          <ac:chgData name="Robert de Groote" userId="2ce5265b-80a0-4fb8-a62a-8035e9b0c45a" providerId="ADAL" clId="{A80E4885-7617-4261-AD60-182D3446E97F}" dt="2025-10-02T17:20:10.272" v="57270"/>
          <ac:spMkLst>
            <pc:docMk/>
            <pc:sldMk cId="1623293382" sldId="473"/>
            <ac:spMk id="36" creationId="{C609C733-9B4A-2C1F-98E3-720ADA900D1F}"/>
          </ac:spMkLst>
        </pc:spChg>
        <pc:spChg chg="mod">
          <ac:chgData name="Robert de Groote" userId="2ce5265b-80a0-4fb8-a62a-8035e9b0c45a" providerId="ADAL" clId="{A80E4885-7617-4261-AD60-182D3446E97F}" dt="2025-10-02T17:20:24.282" v="57276" actId="6549"/>
          <ac:spMkLst>
            <pc:docMk/>
            <pc:sldMk cId="1623293382" sldId="473"/>
            <ac:spMk id="37" creationId="{9909EC6C-E999-5AA8-BF35-F2390E4E78DD}"/>
          </ac:spMkLst>
        </pc:spChg>
        <pc:spChg chg="add mod">
          <ac:chgData name="Robert de Groote" userId="2ce5265b-80a0-4fb8-a62a-8035e9b0c45a" providerId="ADAL" clId="{A80E4885-7617-4261-AD60-182D3446E97F}" dt="2025-10-02T17:20:30.425" v="57280" actId="6549"/>
          <ac:spMkLst>
            <pc:docMk/>
            <pc:sldMk cId="1623293382" sldId="473"/>
            <ac:spMk id="38" creationId="{FCA54296-C020-2184-52B6-F8FC2D7F03A6}"/>
          </ac:spMkLst>
        </pc:spChg>
        <pc:spChg chg="mod">
          <ac:chgData name="Robert de Groote" userId="2ce5265b-80a0-4fb8-a62a-8035e9b0c45a" providerId="ADAL" clId="{A80E4885-7617-4261-AD60-182D3446E97F}" dt="2025-10-02T17:20:34.443" v="57284" actId="6549"/>
          <ac:spMkLst>
            <pc:docMk/>
            <pc:sldMk cId="1623293382" sldId="473"/>
            <ac:spMk id="39" creationId="{821E9BC0-F777-DCC9-2AE0-36994A9B4EE1}"/>
          </ac:spMkLst>
        </pc:spChg>
        <pc:spChg chg="add mod">
          <ac:chgData name="Robert de Groote" userId="2ce5265b-80a0-4fb8-a62a-8035e9b0c45a" providerId="ADAL" clId="{A80E4885-7617-4261-AD60-182D3446E97F}" dt="2025-10-02T17:20:36.584" v="57286" actId="20577"/>
          <ac:spMkLst>
            <pc:docMk/>
            <pc:sldMk cId="1623293382" sldId="473"/>
            <ac:spMk id="40" creationId="{6651B81B-1D95-E616-8801-59F21DC26F00}"/>
          </ac:spMkLst>
        </pc:spChg>
        <pc:spChg chg="add mod">
          <ac:chgData name="Robert de Groote" userId="2ce5265b-80a0-4fb8-a62a-8035e9b0c45a" providerId="ADAL" clId="{A80E4885-7617-4261-AD60-182D3446E97F}" dt="2025-10-02T17:20:32.502" v="57282" actId="20577"/>
          <ac:spMkLst>
            <pc:docMk/>
            <pc:sldMk cId="1623293382" sldId="473"/>
            <ac:spMk id="41" creationId="{A3C3F3D8-051D-8901-4425-2DD0754246B7}"/>
          </ac:spMkLst>
        </pc:spChg>
        <pc:spChg chg="mod">
          <ac:chgData name="Robert de Groote" userId="2ce5265b-80a0-4fb8-a62a-8035e9b0c45a" providerId="ADAL" clId="{A80E4885-7617-4261-AD60-182D3446E97F}" dt="2025-10-02T17:20:27.927" v="57278" actId="6549"/>
          <ac:spMkLst>
            <pc:docMk/>
            <pc:sldMk cId="1623293382" sldId="473"/>
            <ac:spMk id="42" creationId="{5824C853-53EE-7805-486F-5C14382C4D25}"/>
          </ac:spMkLst>
        </pc:spChg>
        <pc:spChg chg="mod topLvl">
          <ac:chgData name="Robert de Groote" userId="2ce5265b-80a0-4fb8-a62a-8035e9b0c45a" providerId="ADAL" clId="{A80E4885-7617-4261-AD60-182D3446E97F}" dt="2025-10-02T17:20:40.506" v="57288" actId="6549"/>
          <ac:spMkLst>
            <pc:docMk/>
            <pc:sldMk cId="1623293382" sldId="473"/>
            <ac:spMk id="45" creationId="{42552810-ADB7-5E01-5E06-AFA538D39C28}"/>
          </ac:spMkLst>
        </pc:spChg>
        <pc:spChg chg="mod topLvl">
          <ac:chgData name="Robert de Groote" userId="2ce5265b-80a0-4fb8-a62a-8035e9b0c45a" providerId="ADAL" clId="{A80E4885-7617-4261-AD60-182D3446E97F}" dt="2025-10-02T17:20:45.401" v="57292" actId="20577"/>
          <ac:spMkLst>
            <pc:docMk/>
            <pc:sldMk cId="1623293382" sldId="473"/>
            <ac:spMk id="46" creationId="{3130894A-6D62-0A82-0577-15E78C7C9E3D}"/>
          </ac:spMkLst>
        </pc:spChg>
        <pc:spChg chg="mod topLvl">
          <ac:chgData name="Robert de Groote" userId="2ce5265b-80a0-4fb8-a62a-8035e9b0c45a" providerId="ADAL" clId="{A80E4885-7617-4261-AD60-182D3446E97F}" dt="2025-10-02T17:20:49.896" v="57296" actId="20577"/>
          <ac:spMkLst>
            <pc:docMk/>
            <pc:sldMk cId="1623293382" sldId="473"/>
            <ac:spMk id="47" creationId="{125E2BF3-777E-9335-B3F4-13A227B29979}"/>
          </ac:spMkLst>
        </pc:spChg>
        <pc:spChg chg="mod topLvl">
          <ac:chgData name="Robert de Groote" userId="2ce5265b-80a0-4fb8-a62a-8035e9b0c45a" providerId="ADAL" clId="{A80E4885-7617-4261-AD60-182D3446E97F}" dt="2025-10-02T17:20:52.432" v="57298" actId="20577"/>
          <ac:spMkLst>
            <pc:docMk/>
            <pc:sldMk cId="1623293382" sldId="473"/>
            <ac:spMk id="48" creationId="{9A2D5E9D-3C7C-35D4-D29E-33BCA4C40BD4}"/>
          </ac:spMkLst>
        </pc:spChg>
        <pc:spChg chg="mod topLvl">
          <ac:chgData name="Robert de Groote" userId="2ce5265b-80a0-4fb8-a62a-8035e9b0c45a" providerId="ADAL" clId="{A80E4885-7617-4261-AD60-182D3446E97F}" dt="2025-10-02T17:20:47.582" v="57294" actId="20577"/>
          <ac:spMkLst>
            <pc:docMk/>
            <pc:sldMk cId="1623293382" sldId="473"/>
            <ac:spMk id="49" creationId="{2B2CFA59-8FF6-3494-6F21-FC0343D8767F}"/>
          </ac:spMkLst>
        </pc:spChg>
        <pc:spChg chg="mod topLvl">
          <ac:chgData name="Robert de Groote" userId="2ce5265b-80a0-4fb8-a62a-8035e9b0c45a" providerId="ADAL" clId="{A80E4885-7617-4261-AD60-182D3446E97F}" dt="2025-10-02T17:20:42.969" v="57290" actId="20577"/>
          <ac:spMkLst>
            <pc:docMk/>
            <pc:sldMk cId="1623293382" sldId="473"/>
            <ac:spMk id="50" creationId="{DE8C6D56-13F5-79E7-0A08-FA95747AE2CD}"/>
          </ac:spMkLst>
        </pc:spChg>
        <pc:spChg chg="mod topLvl">
          <ac:chgData name="Robert de Groote" userId="2ce5265b-80a0-4fb8-a62a-8035e9b0c45a" providerId="ADAL" clId="{A80E4885-7617-4261-AD60-182D3446E97F}" dt="2025-10-02T17:20:18.062" v="57274" actId="14100"/>
          <ac:spMkLst>
            <pc:docMk/>
            <pc:sldMk cId="1623293382" sldId="473"/>
            <ac:spMk id="51" creationId="{3BB6DE0F-E311-0B0C-FF24-8EDA2F7E2FD2}"/>
          </ac:spMkLst>
        </pc:spChg>
        <pc:spChg chg="mod topLvl">
          <ac:chgData name="Robert de Groote" userId="2ce5265b-80a0-4fb8-a62a-8035e9b0c45a" providerId="ADAL" clId="{A80E4885-7617-4261-AD60-182D3446E97F}" dt="2025-10-02T17:20:10.269" v="57266"/>
          <ac:spMkLst>
            <pc:docMk/>
            <pc:sldMk cId="1623293382" sldId="473"/>
            <ac:spMk id="52" creationId="{CFDAAD43-970C-BD97-B909-D05F30E96A33}"/>
          </ac:spMkLst>
        </pc:spChg>
        <pc:cxnChg chg="add mod">
          <ac:chgData name="Robert de Groote" userId="2ce5265b-80a0-4fb8-a62a-8035e9b0c45a" providerId="ADAL" clId="{A80E4885-7617-4261-AD60-182D3446E97F}" dt="2025-10-02T17:28:37.041" v="57380" actId="208"/>
          <ac:cxnSpMkLst>
            <pc:docMk/>
            <pc:sldMk cId="1623293382" sldId="473"/>
            <ac:cxnSpMk id="23" creationId="{28D1B37E-0511-B7CA-ED52-3CB6294D5C88}"/>
          </ac:cxnSpMkLst>
        </pc:cxnChg>
        <pc:cxnChg chg="add mod">
          <ac:chgData name="Robert de Groote" userId="2ce5265b-80a0-4fb8-a62a-8035e9b0c45a" providerId="ADAL" clId="{A80E4885-7617-4261-AD60-182D3446E97F}" dt="2025-10-02T17:28:43.379" v="57381" actId="108"/>
          <ac:cxnSpMkLst>
            <pc:docMk/>
            <pc:sldMk cId="1623293382" sldId="473"/>
            <ac:cxnSpMk id="24" creationId="{007EDCF6-EEBD-77E9-E4E4-C418869B86D1}"/>
          </ac:cxnSpMkLst>
        </pc:cxnChg>
        <pc:cxnChg chg="mod">
          <ac:chgData name="Robert de Groote" userId="2ce5265b-80a0-4fb8-a62a-8035e9b0c45a" providerId="ADAL" clId="{A80E4885-7617-4261-AD60-182D3446E97F}" dt="2025-10-02T17:28:47.181" v="57384" actId="108"/>
          <ac:cxnSpMkLst>
            <pc:docMk/>
            <pc:sldMk cId="1623293382" sldId="473"/>
            <ac:cxnSpMk id="25" creationId="{2CD12885-EC7A-3528-F88E-E6DAA500935B}"/>
          </ac:cxnSpMkLst>
        </pc:cxnChg>
        <pc:cxnChg chg="mod">
          <ac:chgData name="Robert de Groote" userId="2ce5265b-80a0-4fb8-a62a-8035e9b0c45a" providerId="ADAL" clId="{A80E4885-7617-4261-AD60-182D3446E97F}" dt="2025-10-02T14:06:01.670" v="49901"/>
          <ac:cxnSpMkLst>
            <pc:docMk/>
            <pc:sldMk cId="1623293382" sldId="473"/>
            <ac:cxnSpMk id="26" creationId="{A05F0091-2C75-8FFE-50C3-231F703AA1D3}"/>
          </ac:cxnSpMkLst>
        </pc:cxnChg>
        <pc:cxnChg chg="mod">
          <ac:chgData name="Robert de Groote" userId="2ce5265b-80a0-4fb8-a62a-8035e9b0c45a" providerId="ADAL" clId="{A80E4885-7617-4261-AD60-182D3446E97F}" dt="2025-10-02T14:06:01.670" v="49902"/>
          <ac:cxnSpMkLst>
            <pc:docMk/>
            <pc:sldMk cId="1623293382" sldId="473"/>
            <ac:cxnSpMk id="27" creationId="{0FA564F3-5AD4-757F-D530-857B1BEFE346}"/>
          </ac:cxnSpMkLst>
        </pc:cxnChg>
        <pc:cxnChg chg="mod">
          <ac:chgData name="Robert de Groote" userId="2ce5265b-80a0-4fb8-a62a-8035e9b0c45a" providerId="ADAL" clId="{A80E4885-7617-4261-AD60-182D3446E97F}" dt="2025-10-02T14:06:01.670" v="49903"/>
          <ac:cxnSpMkLst>
            <pc:docMk/>
            <pc:sldMk cId="1623293382" sldId="473"/>
            <ac:cxnSpMk id="28" creationId="{EB8E1E9C-7310-57E6-39ED-66C3C58BFEE0}"/>
          </ac:cxnSpMkLst>
        </pc:cxnChg>
        <pc:cxnChg chg="add mod">
          <ac:chgData name="Robert de Groote" userId="2ce5265b-80a0-4fb8-a62a-8035e9b0c45a" providerId="ADAL" clId="{A80E4885-7617-4261-AD60-182D3446E97F}" dt="2025-10-02T17:28:45.823" v="57383" actId="108"/>
          <ac:cxnSpMkLst>
            <pc:docMk/>
            <pc:sldMk cId="1623293382" sldId="473"/>
            <ac:cxnSpMk id="29" creationId="{C6AE8A82-9B5D-2171-5DE3-16B6222DBEA8}"/>
          </ac:cxnSpMkLst>
        </pc:cxnChg>
        <pc:cxnChg chg="add mod">
          <ac:chgData name="Robert de Groote" userId="2ce5265b-80a0-4fb8-a62a-8035e9b0c45a" providerId="ADAL" clId="{A80E4885-7617-4261-AD60-182D3446E97F}" dt="2025-10-02T17:28:44.801" v="57382" actId="108"/>
          <ac:cxnSpMkLst>
            <pc:docMk/>
            <pc:sldMk cId="1623293382" sldId="473"/>
            <ac:cxnSpMk id="30" creationId="{CDAD5EAB-F52E-022B-3130-91B5C07B2184}"/>
          </ac:cxnSpMkLst>
        </pc:cxnChg>
        <pc:cxnChg chg="mod">
          <ac:chgData name="Robert de Groote" userId="2ce5265b-80a0-4fb8-a62a-8035e9b0c45a" providerId="ADAL" clId="{A80E4885-7617-4261-AD60-182D3446E97F}" dt="2025-10-02T14:06:01.671" v="49906"/>
          <ac:cxnSpMkLst>
            <pc:docMk/>
            <pc:sldMk cId="1623293382" sldId="473"/>
            <ac:cxnSpMk id="31" creationId="{FC0A922E-1708-0DC9-BF4C-367C98EBD407}"/>
          </ac:cxnSpMkLst>
        </pc:cxnChg>
      </pc:sldChg>
      <pc:sldChg chg="addSp delSp modSp add mod delAnim modAnim">
        <pc:chgData name="Robert de Groote" userId="2ce5265b-80a0-4fb8-a62a-8035e9b0c45a" providerId="ADAL" clId="{A80E4885-7617-4261-AD60-182D3446E97F}" dt="2025-10-06T07:44:43.488" v="66842" actId="20577"/>
        <pc:sldMkLst>
          <pc:docMk/>
          <pc:sldMk cId="2555969768" sldId="474"/>
        </pc:sldMkLst>
        <pc:spChg chg="mod">
          <ac:chgData name="Robert de Groote" userId="2ce5265b-80a0-4fb8-a62a-8035e9b0c45a" providerId="ADAL" clId="{A80E4885-7617-4261-AD60-182D3446E97F}" dt="2025-10-02T13:55:59.138" v="49429" actId="20577"/>
          <ac:spMkLst>
            <pc:docMk/>
            <pc:sldMk cId="2555969768" sldId="474"/>
            <ac:spMk id="3" creationId="{B635985F-43CC-19F9-C594-20BA3ED39B31}"/>
          </ac:spMkLst>
        </pc:spChg>
        <pc:spChg chg="add mod ord">
          <ac:chgData name="Robert de Groote" userId="2ce5265b-80a0-4fb8-a62a-8035e9b0c45a" providerId="ADAL" clId="{A80E4885-7617-4261-AD60-182D3446E97F}" dt="2025-10-02T11:12:01.592" v="43230" actId="1076"/>
          <ac:spMkLst>
            <pc:docMk/>
            <pc:sldMk cId="2555969768" sldId="474"/>
            <ac:spMk id="4" creationId="{28B1D0EE-7682-76B6-032E-C75A170F99E4}"/>
          </ac:spMkLst>
        </pc:spChg>
        <pc:spChg chg="mod">
          <ac:chgData name="Robert de Groote" userId="2ce5265b-80a0-4fb8-a62a-8035e9b0c45a" providerId="ADAL" clId="{A80E4885-7617-4261-AD60-182D3446E97F}" dt="2025-10-02T11:08:37.344" v="41190" actId="1076"/>
          <ac:spMkLst>
            <pc:docMk/>
            <pc:sldMk cId="2555969768" sldId="474"/>
            <ac:spMk id="5" creationId="{FF500367-EC90-2F05-1911-CFE4CA60EE17}"/>
          </ac:spMkLst>
        </pc:spChg>
        <pc:spChg chg="mod">
          <ac:chgData name="Robert de Groote" userId="2ce5265b-80a0-4fb8-a62a-8035e9b0c45a" providerId="ADAL" clId="{A80E4885-7617-4261-AD60-182D3446E97F}" dt="2025-10-02T11:08:37.344" v="41190" actId="1076"/>
          <ac:spMkLst>
            <pc:docMk/>
            <pc:sldMk cId="2555969768" sldId="474"/>
            <ac:spMk id="6" creationId="{FE7B1A93-1D14-E332-723B-7AF166C040FF}"/>
          </ac:spMkLst>
        </pc:spChg>
        <pc:spChg chg="mod">
          <ac:chgData name="Robert de Groote" userId="2ce5265b-80a0-4fb8-a62a-8035e9b0c45a" providerId="ADAL" clId="{A80E4885-7617-4261-AD60-182D3446E97F}" dt="2025-10-02T11:08:37.344" v="41190" actId="1076"/>
          <ac:spMkLst>
            <pc:docMk/>
            <pc:sldMk cId="2555969768" sldId="474"/>
            <ac:spMk id="7" creationId="{969F9989-900B-1D16-445A-271AF58298E1}"/>
          </ac:spMkLst>
        </pc:spChg>
        <pc:spChg chg="mod">
          <ac:chgData name="Robert de Groote" userId="2ce5265b-80a0-4fb8-a62a-8035e9b0c45a" providerId="ADAL" clId="{A80E4885-7617-4261-AD60-182D3446E97F}" dt="2025-10-02T11:08:37.344" v="41190" actId="1076"/>
          <ac:spMkLst>
            <pc:docMk/>
            <pc:sldMk cId="2555969768" sldId="474"/>
            <ac:spMk id="8" creationId="{FE2FA947-4CD7-7B37-F419-F47D08A7D888}"/>
          </ac:spMkLst>
        </pc:spChg>
        <pc:spChg chg="mod">
          <ac:chgData name="Robert de Groote" userId="2ce5265b-80a0-4fb8-a62a-8035e9b0c45a" providerId="ADAL" clId="{A80E4885-7617-4261-AD60-182D3446E97F}" dt="2025-10-02T11:08:37.344" v="41190" actId="1076"/>
          <ac:spMkLst>
            <pc:docMk/>
            <pc:sldMk cId="2555969768" sldId="474"/>
            <ac:spMk id="18" creationId="{6206EF5C-7313-87F7-1D34-D39B22D5DBA8}"/>
          </ac:spMkLst>
        </pc:spChg>
        <pc:spChg chg="mod">
          <ac:chgData name="Robert de Groote" userId="2ce5265b-80a0-4fb8-a62a-8035e9b0c45a" providerId="ADAL" clId="{A80E4885-7617-4261-AD60-182D3446E97F}" dt="2025-10-02T11:08:37.344" v="41190" actId="1076"/>
          <ac:spMkLst>
            <pc:docMk/>
            <pc:sldMk cId="2555969768" sldId="474"/>
            <ac:spMk id="19" creationId="{B9104224-BEB6-AEA2-9B79-E2A92EBC52C1}"/>
          </ac:spMkLst>
        </pc:spChg>
        <pc:spChg chg="mod">
          <ac:chgData name="Robert de Groote" userId="2ce5265b-80a0-4fb8-a62a-8035e9b0c45a" providerId="ADAL" clId="{A80E4885-7617-4261-AD60-182D3446E97F}" dt="2025-10-02T11:08:24.889" v="41189" actId="1076"/>
          <ac:spMkLst>
            <pc:docMk/>
            <pc:sldMk cId="2555969768" sldId="474"/>
            <ac:spMk id="20" creationId="{4515715C-6327-FBAD-A21D-A7020D55E559}"/>
          </ac:spMkLst>
        </pc:spChg>
        <pc:spChg chg="add mod ord">
          <ac:chgData name="Robert de Groote" userId="2ce5265b-80a0-4fb8-a62a-8035e9b0c45a" providerId="ADAL" clId="{A80E4885-7617-4261-AD60-182D3446E97F}" dt="2025-10-02T11:12:01.592" v="43230" actId="1076"/>
          <ac:spMkLst>
            <pc:docMk/>
            <pc:sldMk cId="2555969768" sldId="474"/>
            <ac:spMk id="21" creationId="{E6FB694B-33CF-3253-EEAD-698F8568B7A8}"/>
          </ac:spMkLst>
        </pc:spChg>
        <pc:spChg chg="add mod ord">
          <ac:chgData name="Robert de Groote" userId="2ce5265b-80a0-4fb8-a62a-8035e9b0c45a" providerId="ADAL" clId="{A80E4885-7617-4261-AD60-182D3446E97F}" dt="2025-10-02T11:12:01.592" v="43230" actId="1076"/>
          <ac:spMkLst>
            <pc:docMk/>
            <pc:sldMk cId="2555969768" sldId="474"/>
            <ac:spMk id="22" creationId="{33A2E0E9-B915-25CB-7F5C-C8591ACF8508}"/>
          </ac:spMkLst>
        </pc:spChg>
        <pc:spChg chg="add mod ord">
          <ac:chgData name="Robert de Groote" userId="2ce5265b-80a0-4fb8-a62a-8035e9b0c45a" providerId="ADAL" clId="{A80E4885-7617-4261-AD60-182D3446E97F}" dt="2025-10-02T11:12:01.592" v="43230" actId="1076"/>
          <ac:spMkLst>
            <pc:docMk/>
            <pc:sldMk cId="2555969768" sldId="474"/>
            <ac:spMk id="23" creationId="{A8A635CC-BBFC-C293-EAF8-383997C94D44}"/>
          </ac:spMkLst>
        </pc:spChg>
        <pc:spChg chg="add mod ord">
          <ac:chgData name="Robert de Groote" userId="2ce5265b-80a0-4fb8-a62a-8035e9b0c45a" providerId="ADAL" clId="{A80E4885-7617-4261-AD60-182D3446E97F}" dt="2025-10-02T11:12:01.592" v="43230" actId="1076"/>
          <ac:spMkLst>
            <pc:docMk/>
            <pc:sldMk cId="2555969768" sldId="474"/>
            <ac:spMk id="24" creationId="{7177C065-3C07-9F0A-FF33-FA59404ABE0B}"/>
          </ac:spMkLst>
        </pc:spChg>
        <pc:spChg chg="add mod ord">
          <ac:chgData name="Robert de Groote" userId="2ce5265b-80a0-4fb8-a62a-8035e9b0c45a" providerId="ADAL" clId="{A80E4885-7617-4261-AD60-182D3446E97F}" dt="2025-10-02T11:12:01.592" v="43230" actId="1076"/>
          <ac:spMkLst>
            <pc:docMk/>
            <pc:sldMk cId="2555969768" sldId="474"/>
            <ac:spMk id="25" creationId="{7FEC5D6B-CDBC-4186-6BCB-9CE99485A9A6}"/>
          </ac:spMkLst>
        </pc:spChg>
        <pc:spChg chg="add mod ord">
          <ac:chgData name="Robert de Groote" userId="2ce5265b-80a0-4fb8-a62a-8035e9b0c45a" providerId="ADAL" clId="{A80E4885-7617-4261-AD60-182D3446E97F}" dt="2025-10-02T17:12:25.853" v="57105"/>
          <ac:spMkLst>
            <pc:docMk/>
            <pc:sldMk cId="2555969768" sldId="474"/>
            <ac:spMk id="26" creationId="{765979A2-65C0-0EAF-6E0C-1A8463F75D7A}"/>
          </ac:spMkLst>
        </pc:spChg>
        <pc:spChg chg="add mod ord">
          <ac:chgData name="Robert de Groote" userId="2ce5265b-80a0-4fb8-a62a-8035e9b0c45a" providerId="ADAL" clId="{A80E4885-7617-4261-AD60-182D3446E97F}" dt="2025-10-06T07:44:43.488" v="66842" actId="20577"/>
          <ac:spMkLst>
            <pc:docMk/>
            <pc:sldMk cId="2555969768" sldId="474"/>
            <ac:spMk id="27" creationId="{5BE4EAF7-87BE-4C88-6659-A4741A0539CF}"/>
          </ac:spMkLst>
        </pc:spChg>
        <pc:spChg chg="add mod">
          <ac:chgData name="Robert de Groote" userId="2ce5265b-80a0-4fb8-a62a-8035e9b0c45a" providerId="ADAL" clId="{A80E4885-7617-4261-AD60-182D3446E97F}" dt="2025-10-02T16:50:52.699" v="56544" actId="1076"/>
          <ac:spMkLst>
            <pc:docMk/>
            <pc:sldMk cId="2555969768" sldId="474"/>
            <ac:spMk id="28" creationId="{EF22D2CE-DADE-C941-C66D-35D0CC3E79BE}"/>
          </ac:spMkLst>
        </pc:spChg>
        <pc:spChg chg="add mod">
          <ac:chgData name="Robert de Groote" userId="2ce5265b-80a0-4fb8-a62a-8035e9b0c45a" providerId="ADAL" clId="{A80E4885-7617-4261-AD60-182D3446E97F}" dt="2025-10-02T16:50:56.324" v="56546" actId="1076"/>
          <ac:spMkLst>
            <pc:docMk/>
            <pc:sldMk cId="2555969768" sldId="474"/>
            <ac:spMk id="29" creationId="{437AC3C8-CDF0-5288-44E5-176EA1DEAD64}"/>
          </ac:spMkLst>
        </pc:spChg>
        <pc:spChg chg="add mod">
          <ac:chgData name="Robert de Groote" userId="2ce5265b-80a0-4fb8-a62a-8035e9b0c45a" providerId="ADAL" clId="{A80E4885-7617-4261-AD60-182D3446E97F}" dt="2025-10-02T16:51:19.065" v="56548" actId="1076"/>
          <ac:spMkLst>
            <pc:docMk/>
            <pc:sldMk cId="2555969768" sldId="474"/>
            <ac:spMk id="30" creationId="{13E5808C-E2F1-1946-B673-A0D588D2AA19}"/>
          </ac:spMkLst>
        </pc:spChg>
        <pc:spChg chg="add mod">
          <ac:chgData name="Robert de Groote" userId="2ce5265b-80a0-4fb8-a62a-8035e9b0c45a" providerId="ADAL" clId="{A80E4885-7617-4261-AD60-182D3446E97F}" dt="2025-10-02T17:12:25.853" v="57105"/>
          <ac:spMkLst>
            <pc:docMk/>
            <pc:sldMk cId="2555969768" sldId="474"/>
            <ac:spMk id="31" creationId="{42271099-FC53-861C-05B3-63C3891D3FB2}"/>
          </ac:spMkLst>
        </pc:spChg>
        <pc:spChg chg="add mod">
          <ac:chgData name="Robert de Groote" userId="2ce5265b-80a0-4fb8-a62a-8035e9b0c45a" providerId="ADAL" clId="{A80E4885-7617-4261-AD60-182D3446E97F}" dt="2025-10-02T16:51:36.663" v="56550" actId="1076"/>
          <ac:spMkLst>
            <pc:docMk/>
            <pc:sldMk cId="2555969768" sldId="474"/>
            <ac:spMk id="32" creationId="{0F8F5A41-68F5-FD54-F13D-3ACF1B7D1762}"/>
          </ac:spMkLst>
        </pc:spChg>
        <pc:spChg chg="add mod">
          <ac:chgData name="Robert de Groote" userId="2ce5265b-80a0-4fb8-a62a-8035e9b0c45a" providerId="ADAL" clId="{A80E4885-7617-4261-AD60-182D3446E97F}" dt="2025-10-02T17:06:03.858" v="57021" actId="164"/>
          <ac:spMkLst>
            <pc:docMk/>
            <pc:sldMk cId="2555969768" sldId="474"/>
            <ac:spMk id="38" creationId="{834FB754-5E6C-1D46-524A-8F12B547CA8D}"/>
          </ac:spMkLst>
        </pc:spChg>
        <pc:spChg chg="add mod">
          <ac:chgData name="Robert de Groote" userId="2ce5265b-80a0-4fb8-a62a-8035e9b0c45a" providerId="ADAL" clId="{A80E4885-7617-4261-AD60-182D3446E97F}" dt="2025-10-02T17:06:03.858" v="57021" actId="164"/>
          <ac:spMkLst>
            <pc:docMk/>
            <pc:sldMk cId="2555969768" sldId="474"/>
            <ac:spMk id="39" creationId="{93EBAF4A-AA1F-FA0D-9176-1BA642937E79}"/>
          </ac:spMkLst>
        </pc:spChg>
        <pc:spChg chg="add mod">
          <ac:chgData name="Robert de Groote" userId="2ce5265b-80a0-4fb8-a62a-8035e9b0c45a" providerId="ADAL" clId="{A80E4885-7617-4261-AD60-182D3446E97F}" dt="2025-10-02T17:06:07.702" v="57022" actId="164"/>
          <ac:spMkLst>
            <pc:docMk/>
            <pc:sldMk cId="2555969768" sldId="474"/>
            <ac:spMk id="44" creationId="{1C6CF5B6-F637-EFFB-ECB2-51D66D899D20}"/>
          </ac:spMkLst>
        </pc:spChg>
        <pc:spChg chg="add mod">
          <ac:chgData name="Robert de Groote" userId="2ce5265b-80a0-4fb8-a62a-8035e9b0c45a" providerId="ADAL" clId="{A80E4885-7617-4261-AD60-182D3446E97F}" dt="2025-10-02T17:06:07.702" v="57022" actId="164"/>
          <ac:spMkLst>
            <pc:docMk/>
            <pc:sldMk cId="2555969768" sldId="474"/>
            <ac:spMk id="45" creationId="{1B23883D-BF60-0D92-963C-C10E397A0610}"/>
          </ac:spMkLst>
        </pc:spChg>
        <pc:spChg chg="add mod">
          <ac:chgData name="Robert de Groote" userId="2ce5265b-80a0-4fb8-a62a-8035e9b0c45a" providerId="ADAL" clId="{A80E4885-7617-4261-AD60-182D3446E97F}" dt="2025-10-02T17:12:28.377" v="57129"/>
          <ac:spMkLst>
            <pc:docMk/>
            <pc:sldMk cId="2555969768" sldId="474"/>
            <ac:spMk id="132" creationId="{EE4195C8-B046-392C-25F2-B7C3E3EA6C13}"/>
          </ac:spMkLst>
        </pc:spChg>
        <pc:spChg chg="add mod">
          <ac:chgData name="Robert de Groote" userId="2ce5265b-80a0-4fb8-a62a-8035e9b0c45a" providerId="ADAL" clId="{A80E4885-7617-4261-AD60-182D3446E97F}" dt="2025-10-02T17:12:28.377" v="57129"/>
          <ac:spMkLst>
            <pc:docMk/>
            <pc:sldMk cId="2555969768" sldId="474"/>
            <ac:spMk id="133" creationId="{88B27FA4-A5AE-4971-B374-056CCF1DC842}"/>
          </ac:spMkLst>
        </pc:spChg>
        <pc:spChg chg="add mod">
          <ac:chgData name="Robert de Groote" userId="2ce5265b-80a0-4fb8-a62a-8035e9b0c45a" providerId="ADAL" clId="{A80E4885-7617-4261-AD60-182D3446E97F}" dt="2025-10-02T17:12:28.377" v="57129"/>
          <ac:spMkLst>
            <pc:docMk/>
            <pc:sldMk cId="2555969768" sldId="474"/>
            <ac:spMk id="134" creationId="{C5F45569-BFAC-F658-FFC2-9A07734B0AA5}"/>
          </ac:spMkLst>
        </pc:spChg>
        <pc:spChg chg="add mod">
          <ac:chgData name="Robert de Groote" userId="2ce5265b-80a0-4fb8-a62a-8035e9b0c45a" providerId="ADAL" clId="{A80E4885-7617-4261-AD60-182D3446E97F}" dt="2025-10-02T17:12:28.377" v="57129"/>
          <ac:spMkLst>
            <pc:docMk/>
            <pc:sldMk cId="2555969768" sldId="474"/>
            <ac:spMk id="135" creationId="{706A1394-FDB4-13C5-BE51-1AF5C36F329E}"/>
          </ac:spMkLst>
        </pc:spChg>
        <pc:spChg chg="add mod">
          <ac:chgData name="Robert de Groote" userId="2ce5265b-80a0-4fb8-a62a-8035e9b0c45a" providerId="ADAL" clId="{A80E4885-7617-4261-AD60-182D3446E97F}" dt="2025-10-02T17:12:28.377" v="57129"/>
          <ac:spMkLst>
            <pc:docMk/>
            <pc:sldMk cId="2555969768" sldId="474"/>
            <ac:spMk id="136" creationId="{57773A22-7D9B-D975-A03F-349C527C9888}"/>
          </ac:spMkLst>
        </pc:spChg>
        <pc:spChg chg="add mod">
          <ac:chgData name="Robert de Groote" userId="2ce5265b-80a0-4fb8-a62a-8035e9b0c45a" providerId="ADAL" clId="{A80E4885-7617-4261-AD60-182D3446E97F}" dt="2025-10-02T17:12:28.377" v="57129"/>
          <ac:spMkLst>
            <pc:docMk/>
            <pc:sldMk cId="2555969768" sldId="474"/>
            <ac:spMk id="137" creationId="{391AF378-B68A-F7CB-C27F-574898F021CA}"/>
          </ac:spMkLst>
        </pc:spChg>
        <pc:spChg chg="add mod">
          <ac:chgData name="Robert de Groote" userId="2ce5265b-80a0-4fb8-a62a-8035e9b0c45a" providerId="ADAL" clId="{A80E4885-7617-4261-AD60-182D3446E97F}" dt="2025-10-02T17:12:28.377" v="57129"/>
          <ac:spMkLst>
            <pc:docMk/>
            <pc:sldMk cId="2555969768" sldId="474"/>
            <ac:spMk id="138" creationId="{BE83E376-A9FB-1DBA-D746-16CC2ADFBE3D}"/>
          </ac:spMkLst>
        </pc:spChg>
        <pc:spChg chg="add mod">
          <ac:chgData name="Robert de Groote" userId="2ce5265b-80a0-4fb8-a62a-8035e9b0c45a" providerId="ADAL" clId="{A80E4885-7617-4261-AD60-182D3446E97F}" dt="2025-10-02T17:12:28.377" v="57129"/>
          <ac:spMkLst>
            <pc:docMk/>
            <pc:sldMk cId="2555969768" sldId="474"/>
            <ac:spMk id="139" creationId="{BF05324C-67E4-8FC5-205B-B25C4D16598C}"/>
          </ac:spMkLst>
        </pc:spChg>
        <pc:grpChg chg="add mod">
          <ac:chgData name="Robert de Groote" userId="2ce5265b-80a0-4fb8-a62a-8035e9b0c45a" providerId="ADAL" clId="{A80E4885-7617-4261-AD60-182D3446E97F}" dt="2025-10-02T17:12:25.853" v="57105"/>
          <ac:grpSpMkLst>
            <pc:docMk/>
            <pc:sldMk cId="2555969768" sldId="474"/>
            <ac:grpSpMk id="33" creationId="{5DCAC3B7-60EB-B16C-C1FD-6649D5763C80}"/>
          </ac:grpSpMkLst>
        </pc:grpChg>
        <pc:grpChg chg="add mod">
          <ac:chgData name="Robert de Groote" userId="2ce5265b-80a0-4fb8-a62a-8035e9b0c45a" providerId="ADAL" clId="{A80E4885-7617-4261-AD60-182D3446E97F}" dt="2025-10-02T17:12:28.377" v="57129"/>
          <ac:grpSpMkLst>
            <pc:docMk/>
            <pc:sldMk cId="2555969768" sldId="474"/>
            <ac:grpSpMk id="34" creationId="{58F1121A-67EE-D887-EEF1-342935B2639B}"/>
          </ac:grpSpMkLst>
        </pc:grpChg>
        <pc:grpChg chg="add mod">
          <ac:chgData name="Robert de Groote" userId="2ce5265b-80a0-4fb8-a62a-8035e9b0c45a" providerId="ADAL" clId="{A80E4885-7617-4261-AD60-182D3446E97F}" dt="2025-10-02T17:12:28.377" v="57129"/>
          <ac:grpSpMkLst>
            <pc:docMk/>
            <pc:sldMk cId="2555969768" sldId="474"/>
            <ac:grpSpMk id="35" creationId="{DA846D78-B8DD-1F73-C9ED-C9561864D270}"/>
          </ac:grpSpMkLst>
        </pc:grpChg>
        <pc:grpChg chg="add mod">
          <ac:chgData name="Robert de Groote" userId="2ce5265b-80a0-4fb8-a62a-8035e9b0c45a" providerId="ADAL" clId="{A80E4885-7617-4261-AD60-182D3446E97F}" dt="2025-10-02T17:06:03.858" v="57021" actId="164"/>
          <ac:grpSpMkLst>
            <pc:docMk/>
            <pc:sldMk cId="2555969768" sldId="474"/>
            <ac:grpSpMk id="60" creationId="{9A9B234F-BC45-3D70-0FEC-04AD3514E872}"/>
          </ac:grpSpMkLst>
        </pc:grpChg>
        <pc:grpChg chg="add mod">
          <ac:chgData name="Robert de Groote" userId="2ce5265b-80a0-4fb8-a62a-8035e9b0c45a" providerId="ADAL" clId="{A80E4885-7617-4261-AD60-182D3446E97F}" dt="2025-10-02T17:06:07.702" v="57022" actId="164"/>
          <ac:grpSpMkLst>
            <pc:docMk/>
            <pc:sldMk cId="2555969768" sldId="474"/>
            <ac:grpSpMk id="61" creationId="{F86BCD05-89E8-49D4-930B-159A02C816B8}"/>
          </ac:grpSpMkLst>
        </pc:grpChg>
        <pc:picChg chg="add mod">
          <ac:chgData name="Robert de Groote" userId="2ce5265b-80a0-4fb8-a62a-8035e9b0c45a" providerId="ADAL" clId="{A80E4885-7617-4261-AD60-182D3446E97F}" dt="2025-10-02T17:12:32.004" v="57153"/>
          <ac:picMkLst>
            <pc:docMk/>
            <pc:sldMk cId="2555969768" sldId="474"/>
            <ac:picMk id="63" creationId="{6702944C-87F6-5A0C-715B-C9980DDE7FBC}"/>
          </ac:picMkLst>
        </pc:picChg>
        <pc:picChg chg="add mod">
          <ac:chgData name="Robert de Groote" userId="2ce5265b-80a0-4fb8-a62a-8035e9b0c45a" providerId="ADAL" clId="{A80E4885-7617-4261-AD60-182D3446E97F}" dt="2025-10-02T17:12:32.006" v="57157"/>
          <ac:picMkLst>
            <pc:docMk/>
            <pc:sldMk cId="2555969768" sldId="474"/>
            <ac:picMk id="128" creationId="{ED022E51-6043-963F-C050-79FE50FD8B8F}"/>
          </ac:picMkLst>
        </pc:picChg>
        <pc:cxnChg chg="mod">
          <ac:chgData name="Robert de Groote" userId="2ce5265b-80a0-4fb8-a62a-8035e9b0c45a" providerId="ADAL" clId="{A80E4885-7617-4261-AD60-182D3446E97F}" dt="2025-10-02T11:08:37.344" v="41190" actId="1076"/>
          <ac:cxnSpMkLst>
            <pc:docMk/>
            <pc:sldMk cId="2555969768" sldId="474"/>
            <ac:cxnSpMk id="11" creationId="{92FB7AB7-0BF3-476C-CD83-9FF24A3419E3}"/>
          </ac:cxnSpMkLst>
        </pc:cxnChg>
        <pc:cxnChg chg="mod">
          <ac:chgData name="Robert de Groote" userId="2ce5265b-80a0-4fb8-a62a-8035e9b0c45a" providerId="ADAL" clId="{A80E4885-7617-4261-AD60-182D3446E97F}" dt="2025-10-02T11:15:11.874" v="43293" actId="14100"/>
          <ac:cxnSpMkLst>
            <pc:docMk/>
            <pc:sldMk cId="2555969768" sldId="474"/>
            <ac:cxnSpMk id="12" creationId="{53351B46-298C-ED80-6249-77B3801DA5C5}"/>
          </ac:cxnSpMkLst>
        </pc:cxnChg>
        <pc:cxnChg chg="mod">
          <ac:chgData name="Robert de Groote" userId="2ce5265b-80a0-4fb8-a62a-8035e9b0c45a" providerId="ADAL" clId="{A80E4885-7617-4261-AD60-182D3446E97F}" dt="2025-10-02T11:08:37.344" v="41190" actId="1076"/>
          <ac:cxnSpMkLst>
            <pc:docMk/>
            <pc:sldMk cId="2555969768" sldId="474"/>
            <ac:cxnSpMk id="15" creationId="{921B9A20-B5D1-4E3B-7C43-70670AA8F75A}"/>
          </ac:cxnSpMkLst>
        </pc:cxnChg>
        <pc:cxnChg chg="mod">
          <ac:chgData name="Robert de Groote" userId="2ce5265b-80a0-4fb8-a62a-8035e9b0c45a" providerId="ADAL" clId="{A80E4885-7617-4261-AD60-182D3446E97F}" dt="2025-10-02T11:08:37.344" v="41190" actId="1076"/>
          <ac:cxnSpMkLst>
            <pc:docMk/>
            <pc:sldMk cId="2555969768" sldId="474"/>
            <ac:cxnSpMk id="16" creationId="{187C645C-26A3-D2F7-508C-F3DB7C1BACE6}"/>
          </ac:cxnSpMkLst>
        </pc:cxnChg>
      </pc:sldChg>
      <pc:sldChg chg="addSp delSp modSp add mod addAnim delAnim modAnim">
        <pc:chgData name="Robert de Groote" userId="2ce5265b-80a0-4fb8-a62a-8035e9b0c45a" providerId="ADAL" clId="{A80E4885-7617-4261-AD60-182D3446E97F}" dt="2025-10-04T17:07:31.695" v="65825" actId="20577"/>
        <pc:sldMkLst>
          <pc:docMk/>
          <pc:sldMk cId="797766501" sldId="475"/>
        </pc:sldMkLst>
        <pc:spChg chg="mod">
          <ac:chgData name="Robert de Groote" userId="2ce5265b-80a0-4fb8-a62a-8035e9b0c45a" providerId="ADAL" clId="{A80E4885-7617-4261-AD60-182D3446E97F}" dt="2025-10-02T13:58:43.732" v="49588" actId="20577"/>
          <ac:spMkLst>
            <pc:docMk/>
            <pc:sldMk cId="797766501" sldId="475"/>
            <ac:spMk id="3" creationId="{E6932591-47A4-BAAC-C9ED-22AA2A023D30}"/>
          </ac:spMkLst>
        </pc:spChg>
        <pc:spChg chg="add mod">
          <ac:chgData name="Robert de Groote" userId="2ce5265b-80a0-4fb8-a62a-8035e9b0c45a" providerId="ADAL" clId="{A80E4885-7617-4261-AD60-182D3446E97F}" dt="2025-10-04T17:07:31.695" v="65825" actId="20577"/>
          <ac:spMkLst>
            <pc:docMk/>
            <pc:sldMk cId="797766501" sldId="475"/>
            <ac:spMk id="4" creationId="{87179247-D671-187C-31F9-0FC46E5F52DB}"/>
          </ac:spMkLst>
        </pc:spChg>
        <pc:spChg chg="mod">
          <ac:chgData name="Robert de Groote" userId="2ce5265b-80a0-4fb8-a62a-8035e9b0c45a" providerId="ADAL" clId="{A80E4885-7617-4261-AD60-182D3446E97F}" dt="2025-10-02T13:53:13.102" v="49297" actId="20577"/>
          <ac:spMkLst>
            <pc:docMk/>
            <pc:sldMk cId="797766501" sldId="475"/>
            <ac:spMk id="20" creationId="{10A00B06-9051-2E87-A677-A977F1E418E2}"/>
          </ac:spMkLst>
        </pc:spChg>
        <pc:spChg chg="mod">
          <ac:chgData name="Robert de Groote" userId="2ce5265b-80a0-4fb8-a62a-8035e9b0c45a" providerId="ADAL" clId="{A80E4885-7617-4261-AD60-182D3446E97F}" dt="2025-10-02T17:09:20.162" v="57064" actId="1076"/>
          <ac:spMkLst>
            <pc:docMk/>
            <pc:sldMk cId="797766501" sldId="475"/>
            <ac:spMk id="22" creationId="{16DC11AE-11A5-9069-DC92-95828A3BDC16}"/>
          </ac:spMkLst>
        </pc:spChg>
        <pc:spChg chg="mod">
          <ac:chgData name="Robert de Groote" userId="2ce5265b-80a0-4fb8-a62a-8035e9b0c45a" providerId="ADAL" clId="{A80E4885-7617-4261-AD60-182D3446E97F}" dt="2025-10-02T17:08:59.582" v="57062"/>
          <ac:spMkLst>
            <pc:docMk/>
            <pc:sldMk cId="797766501" sldId="475"/>
            <ac:spMk id="23" creationId="{8FD27779-C71B-7346-674E-D533BA4ADFB0}"/>
          </ac:spMkLst>
        </pc:spChg>
        <pc:spChg chg="mod">
          <ac:chgData name="Robert de Groote" userId="2ce5265b-80a0-4fb8-a62a-8035e9b0c45a" providerId="ADAL" clId="{A80E4885-7617-4261-AD60-182D3446E97F}" dt="2025-10-02T17:08:41.064" v="57037"/>
          <ac:spMkLst>
            <pc:docMk/>
            <pc:sldMk cId="797766501" sldId="475"/>
            <ac:spMk id="25" creationId="{27B31F70-1FC5-CAC9-E724-584D566203DA}"/>
          </ac:spMkLst>
        </pc:spChg>
        <pc:spChg chg="mod">
          <ac:chgData name="Robert de Groote" userId="2ce5265b-80a0-4fb8-a62a-8035e9b0c45a" providerId="ADAL" clId="{A80E4885-7617-4261-AD60-182D3446E97F}" dt="2025-10-02T17:09:12.618" v="57063" actId="14100"/>
          <ac:spMkLst>
            <pc:docMk/>
            <pc:sldMk cId="797766501" sldId="475"/>
            <ac:spMk id="26" creationId="{CD07D815-861D-B2A0-AFE2-1D0639298B0E}"/>
          </ac:spMkLst>
        </pc:spChg>
        <pc:spChg chg="add mod">
          <ac:chgData name="Robert de Groote" userId="2ce5265b-80a0-4fb8-a62a-8035e9b0c45a" providerId="ADAL" clId="{A80E4885-7617-4261-AD60-182D3446E97F}" dt="2025-10-02T17:13:18.549" v="57166" actId="164"/>
          <ac:spMkLst>
            <pc:docMk/>
            <pc:sldMk cId="797766501" sldId="475"/>
            <ac:spMk id="27" creationId="{125672F6-5019-EA70-2C25-CB83FE8D9703}"/>
          </ac:spMkLst>
        </pc:spChg>
        <pc:spChg chg="add mod">
          <ac:chgData name="Robert de Groote" userId="2ce5265b-80a0-4fb8-a62a-8035e9b0c45a" providerId="ADAL" clId="{A80E4885-7617-4261-AD60-182D3446E97F}" dt="2025-10-02T17:13:18.549" v="57166" actId="164"/>
          <ac:spMkLst>
            <pc:docMk/>
            <pc:sldMk cId="797766501" sldId="475"/>
            <ac:spMk id="28" creationId="{8A606D1B-D223-1D3C-16B6-57A4EB1803BE}"/>
          </ac:spMkLst>
        </pc:spChg>
        <pc:spChg chg="add mod">
          <ac:chgData name="Robert de Groote" userId="2ce5265b-80a0-4fb8-a62a-8035e9b0c45a" providerId="ADAL" clId="{A80E4885-7617-4261-AD60-182D3446E97F}" dt="2025-10-02T11:13:12.585" v="43282" actId="20577"/>
          <ac:spMkLst>
            <pc:docMk/>
            <pc:sldMk cId="797766501" sldId="475"/>
            <ac:spMk id="29" creationId="{31BD462D-FD92-5B28-9429-AB98CE5AB290}"/>
          </ac:spMkLst>
        </pc:spChg>
        <pc:spChg chg="add mod">
          <ac:chgData name="Robert de Groote" userId="2ce5265b-80a0-4fb8-a62a-8035e9b0c45a" providerId="ADAL" clId="{A80E4885-7617-4261-AD60-182D3446E97F}" dt="2025-10-02T11:16:17.228" v="43297" actId="20577"/>
          <ac:spMkLst>
            <pc:docMk/>
            <pc:sldMk cId="797766501" sldId="475"/>
            <ac:spMk id="30" creationId="{A1D1A318-A5F5-11F4-2DDF-901E31F613C0}"/>
          </ac:spMkLst>
        </pc:spChg>
        <pc:spChg chg="add mod">
          <ac:chgData name="Robert de Groote" userId="2ce5265b-80a0-4fb8-a62a-8035e9b0c45a" providerId="ADAL" clId="{A80E4885-7617-4261-AD60-182D3446E97F}" dt="2025-10-02T11:16:19.982" v="43298" actId="20577"/>
          <ac:spMkLst>
            <pc:docMk/>
            <pc:sldMk cId="797766501" sldId="475"/>
            <ac:spMk id="32" creationId="{5DE9C043-CAB7-3DEA-BCCA-AF9E86D9D5C0}"/>
          </ac:spMkLst>
        </pc:spChg>
        <pc:spChg chg="add mod">
          <ac:chgData name="Robert de Groote" userId="2ce5265b-80a0-4fb8-a62a-8035e9b0c45a" providerId="ADAL" clId="{A80E4885-7617-4261-AD60-182D3446E97F}" dt="2025-10-02T11:16:55.898" v="43299" actId="20577"/>
          <ac:spMkLst>
            <pc:docMk/>
            <pc:sldMk cId="797766501" sldId="475"/>
            <ac:spMk id="33" creationId="{91A4083D-CBBC-C587-DDA8-72B17CD02E54}"/>
          </ac:spMkLst>
        </pc:spChg>
        <pc:spChg chg="add mod">
          <ac:chgData name="Robert de Groote" userId="2ce5265b-80a0-4fb8-a62a-8035e9b0c45a" providerId="ADAL" clId="{A80E4885-7617-4261-AD60-182D3446E97F}" dt="2025-10-02T11:16:58.573" v="43300" actId="20577"/>
          <ac:spMkLst>
            <pc:docMk/>
            <pc:sldMk cId="797766501" sldId="475"/>
            <ac:spMk id="34" creationId="{7840AFC6-8330-9F46-72E8-FC0455546130}"/>
          </ac:spMkLst>
        </pc:spChg>
        <pc:spChg chg="add mod">
          <ac:chgData name="Robert de Groote" userId="2ce5265b-80a0-4fb8-a62a-8035e9b0c45a" providerId="ADAL" clId="{A80E4885-7617-4261-AD60-182D3446E97F}" dt="2025-10-02T11:17:00.325" v="43301" actId="20577"/>
          <ac:spMkLst>
            <pc:docMk/>
            <pc:sldMk cId="797766501" sldId="475"/>
            <ac:spMk id="35" creationId="{4B28A2A0-1779-7DFB-DB2C-32E0B80E20CB}"/>
          </ac:spMkLst>
        </pc:spChg>
        <pc:spChg chg="add mod">
          <ac:chgData name="Robert de Groote" userId="2ce5265b-80a0-4fb8-a62a-8035e9b0c45a" providerId="ADAL" clId="{A80E4885-7617-4261-AD60-182D3446E97F}" dt="2025-10-02T17:21:08.180" v="57299" actId="165"/>
          <ac:spMkLst>
            <pc:docMk/>
            <pc:sldMk cId="797766501" sldId="475"/>
            <ac:spMk id="36" creationId="{EE4E7AF1-F15F-1CCC-41F0-3169E11B0E1B}"/>
          </ac:spMkLst>
        </pc:spChg>
        <pc:spChg chg="add mod">
          <ac:chgData name="Robert de Groote" userId="2ce5265b-80a0-4fb8-a62a-8035e9b0c45a" providerId="ADAL" clId="{A80E4885-7617-4261-AD60-182D3446E97F}" dt="2025-10-02T17:21:08.180" v="57299" actId="165"/>
          <ac:spMkLst>
            <pc:docMk/>
            <pc:sldMk cId="797766501" sldId="475"/>
            <ac:spMk id="37" creationId="{06656663-C90A-B6A3-19C7-A3C1229B32BC}"/>
          </ac:spMkLst>
        </pc:spChg>
        <pc:spChg chg="add mod topLvl">
          <ac:chgData name="Robert de Groote" userId="2ce5265b-80a0-4fb8-a62a-8035e9b0c45a" providerId="ADAL" clId="{A80E4885-7617-4261-AD60-182D3446E97F}" dt="2025-10-02T17:21:08.180" v="57299" actId="165"/>
          <ac:spMkLst>
            <pc:docMk/>
            <pc:sldMk cId="797766501" sldId="475"/>
            <ac:spMk id="38" creationId="{21D93295-E78C-795A-285C-3772AF81C47D}"/>
          </ac:spMkLst>
        </pc:spChg>
        <pc:spChg chg="add mod topLvl">
          <ac:chgData name="Robert de Groote" userId="2ce5265b-80a0-4fb8-a62a-8035e9b0c45a" providerId="ADAL" clId="{A80E4885-7617-4261-AD60-182D3446E97F}" dt="2025-10-02T17:21:08.180" v="57299" actId="165"/>
          <ac:spMkLst>
            <pc:docMk/>
            <pc:sldMk cId="797766501" sldId="475"/>
            <ac:spMk id="39" creationId="{FE04BD6C-1868-2A44-A4F9-4305B85EA804}"/>
          </ac:spMkLst>
        </pc:spChg>
        <pc:spChg chg="add mod topLvl">
          <ac:chgData name="Robert de Groote" userId="2ce5265b-80a0-4fb8-a62a-8035e9b0c45a" providerId="ADAL" clId="{A80E4885-7617-4261-AD60-182D3446E97F}" dt="2025-10-02T17:21:08.180" v="57299" actId="165"/>
          <ac:spMkLst>
            <pc:docMk/>
            <pc:sldMk cId="797766501" sldId="475"/>
            <ac:spMk id="40" creationId="{96749808-79EF-4F96-BBE7-3CDEDC1BF165}"/>
          </ac:spMkLst>
        </pc:spChg>
        <pc:spChg chg="add mod topLvl">
          <ac:chgData name="Robert de Groote" userId="2ce5265b-80a0-4fb8-a62a-8035e9b0c45a" providerId="ADAL" clId="{A80E4885-7617-4261-AD60-182D3446E97F}" dt="2025-10-02T17:21:08.180" v="57299" actId="165"/>
          <ac:spMkLst>
            <pc:docMk/>
            <pc:sldMk cId="797766501" sldId="475"/>
            <ac:spMk id="41" creationId="{16D1D96D-E292-AFF6-1DCF-84EF8C06DD70}"/>
          </ac:spMkLst>
        </pc:spChg>
        <pc:spChg chg="add mod topLvl">
          <ac:chgData name="Robert de Groote" userId="2ce5265b-80a0-4fb8-a62a-8035e9b0c45a" providerId="ADAL" clId="{A80E4885-7617-4261-AD60-182D3446E97F}" dt="2025-10-02T17:21:08.180" v="57299" actId="165"/>
          <ac:spMkLst>
            <pc:docMk/>
            <pc:sldMk cId="797766501" sldId="475"/>
            <ac:spMk id="42" creationId="{9E120631-2DE7-BFD1-C42E-09EDF73D41B3}"/>
          </ac:spMkLst>
        </pc:spChg>
        <pc:spChg chg="add mod topLvl">
          <ac:chgData name="Robert de Groote" userId="2ce5265b-80a0-4fb8-a62a-8035e9b0c45a" providerId="ADAL" clId="{A80E4885-7617-4261-AD60-182D3446E97F}" dt="2025-10-02T17:21:08.180" v="57299" actId="165"/>
          <ac:spMkLst>
            <pc:docMk/>
            <pc:sldMk cId="797766501" sldId="475"/>
            <ac:spMk id="43" creationId="{8F98D5EB-744E-B74A-2252-515D997FDA2C}"/>
          </ac:spMkLst>
        </pc:spChg>
        <pc:spChg chg="add mod">
          <ac:chgData name="Robert de Groote" userId="2ce5265b-80a0-4fb8-a62a-8035e9b0c45a" providerId="ADAL" clId="{A80E4885-7617-4261-AD60-182D3446E97F}" dt="2025-10-02T17:25:27.388" v="57366" actId="14100"/>
          <ac:spMkLst>
            <pc:docMk/>
            <pc:sldMk cId="797766501" sldId="475"/>
            <ac:spMk id="49" creationId="{8F82EFED-E276-3172-BCF6-43D733897191}"/>
          </ac:spMkLst>
        </pc:spChg>
        <pc:grpChg chg="add mod">
          <ac:chgData name="Robert de Groote" userId="2ce5265b-80a0-4fb8-a62a-8035e9b0c45a" providerId="ADAL" clId="{A80E4885-7617-4261-AD60-182D3446E97F}" dt="2025-10-02T17:08:59.582" v="57062"/>
          <ac:grpSpMkLst>
            <pc:docMk/>
            <pc:sldMk cId="797766501" sldId="475"/>
            <ac:grpSpMk id="21" creationId="{9C17B7E2-9A67-43EC-D884-B4BEB83714F6}"/>
          </ac:grpSpMkLst>
        </pc:grpChg>
        <pc:grpChg chg="add mod">
          <ac:chgData name="Robert de Groote" userId="2ce5265b-80a0-4fb8-a62a-8035e9b0c45a" providerId="ADAL" clId="{A80E4885-7617-4261-AD60-182D3446E97F}" dt="2025-10-02T17:08:41.316" v="57041"/>
          <ac:grpSpMkLst>
            <pc:docMk/>
            <pc:sldMk cId="797766501" sldId="475"/>
            <ac:grpSpMk id="24" creationId="{54FF6A98-3C5F-00D9-0F82-DB4E31D46709}"/>
          </ac:grpSpMkLst>
        </pc:grpChg>
        <pc:grpChg chg="add mod">
          <ac:chgData name="Robert de Groote" userId="2ce5265b-80a0-4fb8-a62a-8035e9b0c45a" providerId="ADAL" clId="{A80E4885-7617-4261-AD60-182D3446E97F}" dt="2025-10-02T17:13:18.549" v="57166" actId="164"/>
          <ac:grpSpMkLst>
            <pc:docMk/>
            <pc:sldMk cId="797766501" sldId="475"/>
            <ac:grpSpMk id="46" creationId="{E9AC4704-ED0A-0DD7-635D-3F8ED3EF240E}"/>
          </ac:grpSpMkLst>
        </pc:grpChg>
        <pc:grpChg chg="add mod topLvl">
          <ac:chgData name="Robert de Groote" userId="2ce5265b-80a0-4fb8-a62a-8035e9b0c45a" providerId="ADAL" clId="{A80E4885-7617-4261-AD60-182D3446E97F}" dt="2025-10-02T17:21:08.180" v="57299" actId="165"/>
          <ac:grpSpMkLst>
            <pc:docMk/>
            <pc:sldMk cId="797766501" sldId="475"/>
            <ac:grpSpMk id="47" creationId="{8BAE9695-59F3-CA6E-7BC3-EC60BB9FE0C8}"/>
          </ac:grpSpMkLst>
        </pc:grpChg>
        <pc:picChg chg="add mod ord">
          <ac:chgData name="Robert de Groote" userId="2ce5265b-80a0-4fb8-a62a-8035e9b0c45a" providerId="ADAL" clId="{A80E4885-7617-4261-AD60-182D3446E97F}" dt="2025-10-02T17:27:57.362" v="57379" actId="167"/>
          <ac:picMkLst>
            <pc:docMk/>
            <pc:sldMk cId="797766501" sldId="475"/>
            <ac:picMk id="51" creationId="{2406414B-7048-E215-85B7-1D6797F597FC}"/>
          </ac:picMkLst>
        </pc:picChg>
        <pc:cxnChg chg="mod">
          <ac:chgData name="Robert de Groote" userId="2ce5265b-80a0-4fb8-a62a-8035e9b0c45a" providerId="ADAL" clId="{A80E4885-7617-4261-AD60-182D3446E97F}" dt="2025-10-02T11:15:27.232" v="43296" actId="14100"/>
          <ac:cxnSpMkLst>
            <pc:docMk/>
            <pc:sldMk cId="797766501" sldId="475"/>
            <ac:cxnSpMk id="12" creationId="{C008D7A9-F454-09F8-1C01-7D2510201A90}"/>
          </ac:cxnSpMkLst>
        </pc:cxnChg>
      </pc:sldChg>
      <pc:sldChg chg="modSp add mod modAnim">
        <pc:chgData name="Robert de Groote" userId="2ce5265b-80a0-4fb8-a62a-8035e9b0c45a" providerId="ADAL" clId="{A80E4885-7617-4261-AD60-182D3446E97F}" dt="2025-10-06T07:50:27.761" v="66948"/>
        <pc:sldMkLst>
          <pc:docMk/>
          <pc:sldMk cId="3490490884" sldId="476"/>
        </pc:sldMkLst>
        <pc:spChg chg="mod">
          <ac:chgData name="Robert de Groote" userId="2ce5265b-80a0-4fb8-a62a-8035e9b0c45a" providerId="ADAL" clId="{A80E4885-7617-4261-AD60-182D3446E97F}" dt="2025-10-06T07:50:02.508" v="66945" actId="20577"/>
          <ac:spMkLst>
            <pc:docMk/>
            <pc:sldMk cId="3490490884" sldId="476"/>
            <ac:spMk id="2" creationId="{027FF347-E8B8-BB4A-AD00-79B72F6F256B}"/>
          </ac:spMkLst>
        </pc:spChg>
        <pc:spChg chg="mod">
          <ac:chgData name="Robert de Groote" userId="2ce5265b-80a0-4fb8-a62a-8035e9b0c45a" providerId="ADAL" clId="{A80E4885-7617-4261-AD60-182D3446E97F}" dt="2025-10-06T07:49:24.051" v="66932" actId="108"/>
          <ac:spMkLst>
            <pc:docMk/>
            <pc:sldMk cId="3490490884" sldId="476"/>
            <ac:spMk id="3" creationId="{EA440F79-6869-BB4D-0614-0A2DE67882D5}"/>
          </ac:spMkLst>
        </pc:spChg>
      </pc:sldChg>
      <pc:sldChg chg="delSp modSp add del mod">
        <pc:chgData name="Robert de Groote" userId="2ce5265b-80a0-4fb8-a62a-8035e9b0c45a" providerId="ADAL" clId="{A80E4885-7617-4261-AD60-182D3446E97F}" dt="2025-10-02T14:25:30.440" v="54942" actId="47"/>
        <pc:sldMkLst>
          <pc:docMk/>
          <pc:sldMk cId="3577799136" sldId="477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2:07:58.192" v="45495"/>
        <pc:sldMkLst>
          <pc:docMk/>
          <pc:sldMk cId="1676613042" sldId="478"/>
        </pc:sldMkLst>
        <pc:spChg chg="mod">
          <ac:chgData name="Robert de Groote" userId="2ce5265b-80a0-4fb8-a62a-8035e9b0c45a" providerId="ADAL" clId="{A80E4885-7617-4261-AD60-182D3446E97F}" dt="2025-10-02T11:30:34.474" v="43738" actId="108"/>
          <ac:spMkLst>
            <pc:docMk/>
            <pc:sldMk cId="1676613042" sldId="478"/>
            <ac:spMk id="20" creationId="{F7E1E9F5-281E-BC5A-D134-56294E4255A1}"/>
          </ac:spMkLst>
        </pc:spChg>
        <pc:spChg chg="add mod modVis">
          <ac:chgData name="Robert de Groote" userId="2ce5265b-80a0-4fb8-a62a-8035e9b0c45a" providerId="ADAL" clId="{A80E4885-7617-4261-AD60-182D3446E97F}" dt="2025-10-02T12:01:00.964" v="45313" actId="14430"/>
          <ac:spMkLst>
            <pc:docMk/>
            <pc:sldMk cId="1676613042" sldId="478"/>
            <ac:spMk id="50" creationId="{EEF83483-0992-2114-6B6C-333793D777E1}"/>
          </ac:spMkLst>
        </pc:spChg>
        <pc:spChg chg="add mod ord">
          <ac:chgData name="Robert de Groote" userId="2ce5265b-80a0-4fb8-a62a-8035e9b0c45a" providerId="ADAL" clId="{A80E4885-7617-4261-AD60-182D3446E97F}" dt="2025-10-02T12:02:58.632" v="45378" actId="167"/>
          <ac:spMkLst>
            <pc:docMk/>
            <pc:sldMk cId="1676613042" sldId="478"/>
            <ac:spMk id="51" creationId="{BA93B0A8-92F5-196E-41CB-C4E16280E9BC}"/>
          </ac:spMkLst>
        </pc:spChg>
        <pc:spChg chg="mod">
          <ac:chgData name="Robert de Groote" userId="2ce5265b-80a0-4fb8-a62a-8035e9b0c45a" providerId="ADAL" clId="{A80E4885-7617-4261-AD60-182D3446E97F}" dt="2025-10-02T12:05:34.144" v="45462"/>
          <ac:spMkLst>
            <pc:docMk/>
            <pc:sldMk cId="1676613042" sldId="478"/>
            <ac:spMk id="53" creationId="{50BD5BBD-8DF9-65F5-38F6-2B3C1922AA55}"/>
          </ac:spMkLst>
        </pc:spChg>
        <pc:spChg chg="mod">
          <ac:chgData name="Robert de Groote" userId="2ce5265b-80a0-4fb8-a62a-8035e9b0c45a" providerId="ADAL" clId="{A80E4885-7617-4261-AD60-182D3446E97F}" dt="2025-10-02T12:05:34.144" v="45462"/>
          <ac:spMkLst>
            <pc:docMk/>
            <pc:sldMk cId="1676613042" sldId="478"/>
            <ac:spMk id="54" creationId="{51E997B3-D509-1014-92B5-59A78CF63F67}"/>
          </ac:spMkLst>
        </pc:spChg>
        <pc:spChg chg="mod">
          <ac:chgData name="Robert de Groote" userId="2ce5265b-80a0-4fb8-a62a-8035e9b0c45a" providerId="ADAL" clId="{A80E4885-7617-4261-AD60-182D3446E97F}" dt="2025-10-02T11:32:32.424" v="43808"/>
          <ac:spMkLst>
            <pc:docMk/>
            <pc:sldMk cId="1676613042" sldId="478"/>
            <ac:spMk id="61" creationId="{E66215B6-18AF-CB36-E2F3-C079B91A5D56}"/>
          </ac:spMkLst>
        </pc:spChg>
        <pc:spChg chg="mod">
          <ac:chgData name="Robert de Groote" userId="2ce5265b-80a0-4fb8-a62a-8035e9b0c45a" providerId="ADAL" clId="{A80E4885-7617-4261-AD60-182D3446E97F}" dt="2025-10-02T11:32:36" v="43870"/>
          <ac:spMkLst>
            <pc:docMk/>
            <pc:sldMk cId="1676613042" sldId="478"/>
            <ac:spMk id="62" creationId="{CADCC950-512C-9D53-717C-F226CB22038F}"/>
          </ac:spMkLst>
        </pc:spChg>
        <pc:spChg chg="mod">
          <ac:chgData name="Robert de Groote" userId="2ce5265b-80a0-4fb8-a62a-8035e9b0c45a" providerId="ADAL" clId="{A80E4885-7617-4261-AD60-182D3446E97F}" dt="2025-10-02T11:32:41.797" v="43932"/>
          <ac:spMkLst>
            <pc:docMk/>
            <pc:sldMk cId="1676613042" sldId="478"/>
            <ac:spMk id="63" creationId="{8663A1F2-8CB1-093B-9B91-8D63344C9C23}"/>
          </ac:spMkLst>
        </pc:spChg>
        <pc:spChg chg="mod">
          <ac:chgData name="Robert de Groote" userId="2ce5265b-80a0-4fb8-a62a-8035e9b0c45a" providerId="ADAL" clId="{A80E4885-7617-4261-AD60-182D3446E97F}" dt="2025-10-02T11:32:45.110" v="43994"/>
          <ac:spMkLst>
            <pc:docMk/>
            <pc:sldMk cId="1676613042" sldId="478"/>
            <ac:spMk id="64" creationId="{08432D6A-98CF-B444-9953-A49A8DCD5F9B}"/>
          </ac:spMkLst>
        </pc:spChg>
        <pc:spChg chg="mod">
          <ac:chgData name="Robert de Groote" userId="2ce5265b-80a0-4fb8-a62a-8035e9b0c45a" providerId="ADAL" clId="{A80E4885-7617-4261-AD60-182D3446E97F}" dt="2025-10-02T11:32:51.360" v="43997" actId="1076"/>
          <ac:spMkLst>
            <pc:docMk/>
            <pc:sldMk cId="1676613042" sldId="478"/>
            <ac:spMk id="65" creationId="{B11D203B-7914-4790-CB37-5C8CDF346066}"/>
          </ac:spMkLst>
        </pc:spChg>
        <pc:spChg chg="mod">
          <ac:chgData name="Robert de Groote" userId="2ce5265b-80a0-4fb8-a62a-8035e9b0c45a" providerId="ADAL" clId="{A80E4885-7617-4261-AD60-182D3446E97F}" dt="2025-10-02T11:32:51.360" v="43997" actId="1076"/>
          <ac:spMkLst>
            <pc:docMk/>
            <pc:sldMk cId="1676613042" sldId="478"/>
            <ac:spMk id="66" creationId="{B6B6492F-D6CF-07FE-4270-5D387A7440DB}"/>
          </ac:spMkLst>
        </pc:spChg>
        <pc:spChg chg="mod">
          <ac:chgData name="Robert de Groote" userId="2ce5265b-80a0-4fb8-a62a-8035e9b0c45a" providerId="ADAL" clId="{A80E4885-7617-4261-AD60-182D3446E97F}" dt="2025-10-02T11:32:51.360" v="43997" actId="1076"/>
          <ac:spMkLst>
            <pc:docMk/>
            <pc:sldMk cId="1676613042" sldId="478"/>
            <ac:spMk id="67" creationId="{B2B5A561-2BA0-086A-DE0A-9F9F12B02A33}"/>
          </ac:spMkLst>
        </pc:spChg>
        <pc:spChg chg="mod modVis">
          <ac:chgData name="Robert de Groote" userId="2ce5265b-80a0-4fb8-a62a-8035e9b0c45a" providerId="ADAL" clId="{A80E4885-7617-4261-AD60-182D3446E97F}" dt="2025-10-02T11:56:47.950" v="45231" actId="14430"/>
          <ac:spMkLst>
            <pc:docMk/>
            <pc:sldMk cId="1676613042" sldId="478"/>
            <ac:spMk id="113" creationId="{77ED9A18-0BA5-1BC1-4E98-7E728A56CC14}"/>
          </ac:spMkLst>
        </pc:spChg>
        <pc:spChg chg="mod modVis">
          <ac:chgData name="Robert de Groote" userId="2ce5265b-80a0-4fb8-a62a-8035e9b0c45a" providerId="ADAL" clId="{A80E4885-7617-4261-AD60-182D3446E97F}" dt="2025-10-02T11:56:47.534" v="45230" actId="14430"/>
          <ac:spMkLst>
            <pc:docMk/>
            <pc:sldMk cId="1676613042" sldId="478"/>
            <ac:spMk id="118" creationId="{D891F8ED-54F2-F268-2ED8-8480C42CA1B9}"/>
          </ac:spMkLst>
        </pc:spChg>
        <pc:spChg chg="mod modVis">
          <ac:chgData name="Robert de Groote" userId="2ce5265b-80a0-4fb8-a62a-8035e9b0c45a" providerId="ADAL" clId="{A80E4885-7617-4261-AD60-182D3446E97F}" dt="2025-10-02T11:56:47.117" v="45229" actId="14430"/>
          <ac:spMkLst>
            <pc:docMk/>
            <pc:sldMk cId="1676613042" sldId="478"/>
            <ac:spMk id="128" creationId="{0124FB24-EA6E-0253-C533-FF061D6455ED}"/>
          </ac:spMkLst>
        </pc:spChg>
        <pc:spChg chg="mod modVis">
          <ac:chgData name="Robert de Groote" userId="2ce5265b-80a0-4fb8-a62a-8035e9b0c45a" providerId="ADAL" clId="{A80E4885-7617-4261-AD60-182D3446E97F}" dt="2025-10-02T11:56:46.658" v="45228" actId="14430"/>
          <ac:spMkLst>
            <pc:docMk/>
            <pc:sldMk cId="1676613042" sldId="478"/>
            <ac:spMk id="129" creationId="{8F42F2A7-831B-1F89-0C76-86A5556700B2}"/>
          </ac:spMkLst>
        </pc:spChg>
        <pc:spChg chg="mod modVis">
          <ac:chgData name="Robert de Groote" userId="2ce5265b-80a0-4fb8-a62a-8035e9b0c45a" providerId="ADAL" clId="{A80E4885-7617-4261-AD60-182D3446E97F}" dt="2025-10-02T11:56:46.301" v="45227" actId="14430"/>
          <ac:spMkLst>
            <pc:docMk/>
            <pc:sldMk cId="1676613042" sldId="478"/>
            <ac:spMk id="130" creationId="{771BC037-6684-6FFA-8372-5D88EEC4592A}"/>
          </ac:spMkLst>
        </pc:spChg>
        <pc:spChg chg="mod modVis">
          <ac:chgData name="Robert de Groote" userId="2ce5265b-80a0-4fb8-a62a-8035e9b0c45a" providerId="ADAL" clId="{A80E4885-7617-4261-AD60-182D3446E97F}" dt="2025-10-02T11:56:45.838" v="45226" actId="14430"/>
          <ac:spMkLst>
            <pc:docMk/>
            <pc:sldMk cId="1676613042" sldId="478"/>
            <ac:spMk id="167" creationId="{6138F7BB-9B62-0A8E-9781-DE339CBCFA59}"/>
          </ac:spMkLst>
        </pc:spChg>
        <pc:grpChg chg="add mod">
          <ac:chgData name="Robert de Groote" userId="2ce5265b-80a0-4fb8-a62a-8035e9b0c45a" providerId="ADAL" clId="{A80E4885-7617-4261-AD60-182D3446E97F}" dt="2025-10-02T12:05:34.219" v="45464"/>
          <ac:grpSpMkLst>
            <pc:docMk/>
            <pc:sldMk cId="1676613042" sldId="478"/>
            <ac:grpSpMk id="52" creationId="{21823AE1-67F5-34E1-ADD0-27B8F292F442}"/>
          </ac:grpSpMkLst>
        </pc:grpChg>
      </pc:sldChg>
      <pc:sldChg chg="addSp delSp modSp add mod delAnim modAnim">
        <pc:chgData name="Robert de Groote" userId="2ce5265b-80a0-4fb8-a62a-8035e9b0c45a" providerId="ADAL" clId="{A80E4885-7617-4261-AD60-182D3446E97F}" dt="2025-10-02T12:08:02.157" v="45496"/>
        <pc:sldMkLst>
          <pc:docMk/>
          <pc:sldMk cId="3191291971" sldId="479"/>
        </pc:sldMkLst>
        <pc:spChg chg="mod">
          <ac:chgData name="Robert de Groote" userId="2ce5265b-80a0-4fb8-a62a-8035e9b0c45a" providerId="ADAL" clId="{A80E4885-7617-4261-AD60-182D3446E97F}" dt="2025-10-02T11:36:29.269" v="44030" actId="108"/>
          <ac:spMkLst>
            <pc:docMk/>
            <pc:sldMk cId="3191291971" sldId="479"/>
            <ac:spMk id="7" creationId="{4F09FE0C-EBB7-B2C2-9DD7-FE2D42D88731}"/>
          </ac:spMkLst>
        </pc:spChg>
        <pc:spChg chg="add mod">
          <ac:chgData name="Robert de Groote" userId="2ce5265b-80a0-4fb8-a62a-8035e9b0c45a" providerId="ADAL" clId="{A80E4885-7617-4261-AD60-182D3446E97F}" dt="2025-10-02T11:41:29.581" v="44327"/>
          <ac:spMkLst>
            <pc:docMk/>
            <pc:sldMk cId="3191291971" sldId="479"/>
            <ac:spMk id="52" creationId="{2D1CA3C7-1A3E-0F6C-A9CC-A0E0C1FA5B88}"/>
          </ac:spMkLst>
        </pc:spChg>
        <pc:spChg chg="add mod modVis">
          <ac:chgData name="Robert de Groote" userId="2ce5265b-80a0-4fb8-a62a-8035e9b0c45a" providerId="ADAL" clId="{A80E4885-7617-4261-AD60-182D3446E97F}" dt="2025-10-02T12:01:03.760" v="45314" actId="14430"/>
          <ac:spMkLst>
            <pc:docMk/>
            <pc:sldMk cId="3191291971" sldId="479"/>
            <ac:spMk id="59" creationId="{8AF1A485-9B20-0466-C1BC-0556B495A8E8}"/>
          </ac:spMkLst>
        </pc:spChg>
        <pc:spChg chg="add mod ord">
          <ac:chgData name="Robert de Groote" userId="2ce5265b-80a0-4fb8-a62a-8035e9b0c45a" providerId="ADAL" clId="{A80E4885-7617-4261-AD60-182D3446E97F}" dt="2025-10-02T12:03:02.803" v="45382" actId="167"/>
          <ac:spMkLst>
            <pc:docMk/>
            <pc:sldMk cId="3191291971" sldId="479"/>
            <ac:spMk id="60" creationId="{6D4ABCB9-41AC-ACCF-E7B1-ECFA948807A9}"/>
          </ac:spMkLst>
        </pc:spChg>
        <pc:spChg chg="mod">
          <ac:chgData name="Robert de Groote" userId="2ce5265b-80a0-4fb8-a62a-8035e9b0c45a" providerId="ADAL" clId="{A80E4885-7617-4261-AD60-182D3446E97F}" dt="2025-10-02T11:39:49.710" v="44115"/>
          <ac:spMkLst>
            <pc:docMk/>
            <pc:sldMk cId="3191291971" sldId="479"/>
            <ac:spMk id="62" creationId="{40521999-B9FC-2147-1103-D1C3E40D9D07}"/>
          </ac:spMkLst>
        </pc:spChg>
        <pc:spChg chg="mod">
          <ac:chgData name="Robert de Groote" userId="2ce5265b-80a0-4fb8-a62a-8035e9b0c45a" providerId="ADAL" clId="{A80E4885-7617-4261-AD60-182D3446E97F}" dt="2025-10-02T11:39:52.678" v="44177"/>
          <ac:spMkLst>
            <pc:docMk/>
            <pc:sldMk cId="3191291971" sldId="479"/>
            <ac:spMk id="63" creationId="{0DDDAD4C-E1AA-AB51-AD1F-9792FB992892}"/>
          </ac:spMkLst>
        </pc:spChg>
        <pc:spChg chg="mod">
          <ac:chgData name="Robert de Groote" userId="2ce5265b-80a0-4fb8-a62a-8035e9b0c45a" providerId="ADAL" clId="{A80E4885-7617-4261-AD60-182D3446E97F}" dt="2025-10-02T11:39:55.814" v="44239"/>
          <ac:spMkLst>
            <pc:docMk/>
            <pc:sldMk cId="3191291971" sldId="479"/>
            <ac:spMk id="64" creationId="{398D2B33-66EC-283F-EBF4-86004C6399B3}"/>
          </ac:spMkLst>
        </pc:spChg>
        <pc:spChg chg="mod">
          <ac:chgData name="Robert de Groote" userId="2ce5265b-80a0-4fb8-a62a-8035e9b0c45a" providerId="ADAL" clId="{A80E4885-7617-4261-AD60-182D3446E97F}" dt="2025-10-02T11:36:51.710" v="44032" actId="1076"/>
          <ac:spMkLst>
            <pc:docMk/>
            <pc:sldMk cId="3191291971" sldId="479"/>
            <ac:spMk id="66" creationId="{4B1F8A06-04B2-D3E8-914B-F4E354309AAD}"/>
          </ac:spMkLst>
        </pc:spChg>
        <pc:spChg chg="mod">
          <ac:chgData name="Robert de Groote" userId="2ce5265b-80a0-4fb8-a62a-8035e9b0c45a" providerId="ADAL" clId="{A80E4885-7617-4261-AD60-182D3446E97F}" dt="2025-10-02T11:36:51.710" v="44032" actId="1076"/>
          <ac:spMkLst>
            <pc:docMk/>
            <pc:sldMk cId="3191291971" sldId="479"/>
            <ac:spMk id="67" creationId="{A4D547B1-16C4-F81A-C0F1-3CBDE780EE12}"/>
          </ac:spMkLst>
        </pc:spChg>
        <pc:spChg chg="mod">
          <ac:chgData name="Robert de Groote" userId="2ce5265b-80a0-4fb8-a62a-8035e9b0c45a" providerId="ADAL" clId="{A80E4885-7617-4261-AD60-182D3446E97F}" dt="2025-10-02T12:05:35.369" v="45465"/>
          <ac:spMkLst>
            <pc:docMk/>
            <pc:sldMk cId="3191291971" sldId="479"/>
            <ac:spMk id="69" creationId="{0A4671E5-0D5C-507A-374E-4CA17288800E}"/>
          </ac:spMkLst>
        </pc:spChg>
        <pc:spChg chg="mod">
          <ac:chgData name="Robert de Groote" userId="2ce5265b-80a0-4fb8-a62a-8035e9b0c45a" providerId="ADAL" clId="{A80E4885-7617-4261-AD60-182D3446E97F}" dt="2025-10-02T12:05:35.369" v="45465"/>
          <ac:spMkLst>
            <pc:docMk/>
            <pc:sldMk cId="3191291971" sldId="479"/>
            <ac:spMk id="70" creationId="{CD868E64-FBD7-6605-C390-7F2AF1419AFF}"/>
          </ac:spMkLst>
        </pc:spChg>
        <pc:spChg chg="mod modVis">
          <ac:chgData name="Robert de Groote" userId="2ce5265b-80a0-4fb8-a62a-8035e9b0c45a" providerId="ADAL" clId="{A80E4885-7617-4261-AD60-182D3446E97F}" dt="2025-10-02T11:56:39.463" v="45225" actId="14430"/>
          <ac:spMkLst>
            <pc:docMk/>
            <pc:sldMk cId="3191291971" sldId="479"/>
            <ac:spMk id="113" creationId="{ED4B6E74-0D8B-3BE8-C08F-7A67534F97F6}"/>
          </ac:spMkLst>
        </pc:spChg>
        <pc:spChg chg="mod modVis">
          <ac:chgData name="Robert de Groote" userId="2ce5265b-80a0-4fb8-a62a-8035e9b0c45a" providerId="ADAL" clId="{A80E4885-7617-4261-AD60-182D3446E97F}" dt="2025-10-02T11:56:39.080" v="45224" actId="14430"/>
          <ac:spMkLst>
            <pc:docMk/>
            <pc:sldMk cId="3191291971" sldId="479"/>
            <ac:spMk id="118" creationId="{94262CD5-9BC2-5EFE-7867-54375F4F023D}"/>
          </ac:spMkLst>
        </pc:spChg>
        <pc:spChg chg="mod modVis">
          <ac:chgData name="Robert de Groote" userId="2ce5265b-80a0-4fb8-a62a-8035e9b0c45a" providerId="ADAL" clId="{A80E4885-7617-4261-AD60-182D3446E97F}" dt="2025-10-02T11:56:38.717" v="45223" actId="14430"/>
          <ac:spMkLst>
            <pc:docMk/>
            <pc:sldMk cId="3191291971" sldId="479"/>
            <ac:spMk id="128" creationId="{8ABAF8EF-B4FE-F45A-E090-E14A0698A2DF}"/>
          </ac:spMkLst>
        </pc:spChg>
        <pc:spChg chg="mod modVis">
          <ac:chgData name="Robert de Groote" userId="2ce5265b-80a0-4fb8-a62a-8035e9b0c45a" providerId="ADAL" clId="{A80E4885-7617-4261-AD60-182D3446E97F}" dt="2025-10-02T11:56:38.318" v="45222" actId="14430"/>
          <ac:spMkLst>
            <pc:docMk/>
            <pc:sldMk cId="3191291971" sldId="479"/>
            <ac:spMk id="129" creationId="{7BE9D9DB-0011-A0F1-8EED-B2B18FA2B301}"/>
          </ac:spMkLst>
        </pc:spChg>
        <pc:spChg chg="mod modVis">
          <ac:chgData name="Robert de Groote" userId="2ce5265b-80a0-4fb8-a62a-8035e9b0c45a" providerId="ADAL" clId="{A80E4885-7617-4261-AD60-182D3446E97F}" dt="2025-10-02T11:56:37.942" v="45221" actId="14430"/>
          <ac:spMkLst>
            <pc:docMk/>
            <pc:sldMk cId="3191291971" sldId="479"/>
            <ac:spMk id="130" creationId="{F3B7766B-4536-1DE8-5AD0-3F8E3F81FB62}"/>
          </ac:spMkLst>
        </pc:spChg>
        <pc:spChg chg="mod modVis">
          <ac:chgData name="Robert de Groote" userId="2ce5265b-80a0-4fb8-a62a-8035e9b0c45a" providerId="ADAL" clId="{A80E4885-7617-4261-AD60-182D3446E97F}" dt="2025-10-02T11:56:37.494" v="45220" actId="14430"/>
          <ac:spMkLst>
            <pc:docMk/>
            <pc:sldMk cId="3191291971" sldId="479"/>
            <ac:spMk id="167" creationId="{5A4EACB8-8515-444F-3781-CB1CF024222A}"/>
          </ac:spMkLst>
        </pc:spChg>
        <pc:grpChg chg="add mod">
          <ac:chgData name="Robert de Groote" userId="2ce5265b-80a0-4fb8-a62a-8035e9b0c45a" providerId="ADAL" clId="{A80E4885-7617-4261-AD60-182D3446E97F}" dt="2025-10-02T12:05:35.495" v="45467"/>
          <ac:grpSpMkLst>
            <pc:docMk/>
            <pc:sldMk cId="3191291971" sldId="479"/>
            <ac:grpSpMk id="68" creationId="{970937B3-F49F-C594-BA5C-C2F1A06E1BE5}"/>
          </ac:grpSpMkLst>
        </pc:grpChg>
      </pc:sldChg>
      <pc:sldChg chg="addSp delSp modSp add mod delAnim modAnim">
        <pc:chgData name="Robert de Groote" userId="2ce5265b-80a0-4fb8-a62a-8035e9b0c45a" providerId="ADAL" clId="{A80E4885-7617-4261-AD60-182D3446E97F}" dt="2025-10-02T12:08:06.194" v="45497"/>
        <pc:sldMkLst>
          <pc:docMk/>
          <pc:sldMk cId="3846291906" sldId="480"/>
        </pc:sldMkLst>
        <pc:spChg chg="mod">
          <ac:chgData name="Robert de Groote" userId="2ce5265b-80a0-4fb8-a62a-8035e9b0c45a" providerId="ADAL" clId="{A80E4885-7617-4261-AD60-182D3446E97F}" dt="2025-10-02T11:43:14.915" v="44601" actId="108"/>
          <ac:spMkLst>
            <pc:docMk/>
            <pc:sldMk cId="3846291906" sldId="480"/>
            <ac:spMk id="17" creationId="{954E336E-1D0A-433F-397B-3DF6F863673C}"/>
          </ac:spMkLst>
        </pc:spChg>
        <pc:spChg chg="add mod modVis">
          <ac:chgData name="Robert de Groote" userId="2ce5265b-80a0-4fb8-a62a-8035e9b0c45a" providerId="ADAL" clId="{A80E4885-7617-4261-AD60-182D3446E97F}" dt="2025-10-02T12:01:07.166" v="45315" actId="14430"/>
          <ac:spMkLst>
            <pc:docMk/>
            <pc:sldMk cId="3846291906" sldId="480"/>
            <ac:spMk id="50" creationId="{02062CC8-837E-5AB9-64A5-ABAA8959579F}"/>
          </ac:spMkLst>
        </pc:spChg>
        <pc:spChg chg="add mod ord">
          <ac:chgData name="Robert de Groote" userId="2ce5265b-80a0-4fb8-a62a-8035e9b0c45a" providerId="ADAL" clId="{A80E4885-7617-4261-AD60-182D3446E97F}" dt="2025-10-02T12:03:07.779" v="45386" actId="167"/>
          <ac:spMkLst>
            <pc:docMk/>
            <pc:sldMk cId="3846291906" sldId="480"/>
            <ac:spMk id="51" creationId="{8DCA040C-1648-8D64-FE87-DB1D2491FEC8}"/>
          </ac:spMkLst>
        </pc:spChg>
        <pc:spChg chg="mod">
          <ac:chgData name="Robert de Groote" userId="2ce5265b-80a0-4fb8-a62a-8035e9b0c45a" providerId="ADAL" clId="{A80E4885-7617-4261-AD60-182D3446E97F}" dt="2025-10-02T11:42:42.718" v="44535"/>
          <ac:spMkLst>
            <pc:docMk/>
            <pc:sldMk cId="3846291906" sldId="480"/>
            <ac:spMk id="52" creationId="{0BA7FB98-B08C-C73D-FFCB-DDE76B91047A}"/>
          </ac:spMkLst>
        </pc:spChg>
        <pc:spChg chg="mod">
          <ac:chgData name="Robert de Groote" userId="2ce5265b-80a0-4fb8-a62a-8035e9b0c45a" providerId="ADAL" clId="{A80E4885-7617-4261-AD60-182D3446E97F}" dt="2025-10-02T12:05:36.550" v="45468"/>
          <ac:spMkLst>
            <pc:docMk/>
            <pc:sldMk cId="3846291906" sldId="480"/>
            <ac:spMk id="54" creationId="{DB2A4794-EF4B-E418-AF60-E1DAA549515B}"/>
          </ac:spMkLst>
        </pc:spChg>
        <pc:spChg chg="mod">
          <ac:chgData name="Robert de Groote" userId="2ce5265b-80a0-4fb8-a62a-8035e9b0c45a" providerId="ADAL" clId="{A80E4885-7617-4261-AD60-182D3446E97F}" dt="2025-10-02T12:05:36.550" v="45468"/>
          <ac:spMkLst>
            <pc:docMk/>
            <pc:sldMk cId="3846291906" sldId="480"/>
            <ac:spMk id="55" creationId="{D30A6432-45A8-44B5-F7E0-FDEB4448C702}"/>
          </ac:spMkLst>
        </pc:spChg>
        <pc:spChg chg="mod">
          <ac:chgData name="Robert de Groote" userId="2ce5265b-80a0-4fb8-a62a-8035e9b0c45a" providerId="ADAL" clId="{A80E4885-7617-4261-AD60-182D3446E97F}" dt="2025-10-02T11:42:36.189" v="44411"/>
          <ac:spMkLst>
            <pc:docMk/>
            <pc:sldMk cId="3846291906" sldId="480"/>
            <ac:spMk id="63" creationId="{B90AE59E-28C6-CEA6-C0CB-DB1670B1A863}"/>
          </ac:spMkLst>
        </pc:spChg>
        <pc:spChg chg="mod">
          <ac:chgData name="Robert de Groote" userId="2ce5265b-80a0-4fb8-a62a-8035e9b0c45a" providerId="ADAL" clId="{A80E4885-7617-4261-AD60-182D3446E97F}" dt="2025-10-02T11:42:39.639" v="44473"/>
          <ac:spMkLst>
            <pc:docMk/>
            <pc:sldMk cId="3846291906" sldId="480"/>
            <ac:spMk id="64" creationId="{1188EEE4-8B22-BD4F-93CC-01A1706E609C}"/>
          </ac:spMkLst>
        </pc:spChg>
        <pc:spChg chg="mod">
          <ac:chgData name="Robert de Groote" userId="2ce5265b-80a0-4fb8-a62a-8035e9b0c45a" providerId="ADAL" clId="{A80E4885-7617-4261-AD60-182D3446E97F}" dt="2025-10-02T11:42:46.830" v="44597"/>
          <ac:spMkLst>
            <pc:docMk/>
            <pc:sldMk cId="3846291906" sldId="480"/>
            <ac:spMk id="66" creationId="{862F5A47-7562-E4B3-B6E0-AEFCCACB5024}"/>
          </ac:spMkLst>
        </pc:spChg>
        <pc:spChg chg="mod">
          <ac:chgData name="Robert de Groote" userId="2ce5265b-80a0-4fb8-a62a-8035e9b0c45a" providerId="ADAL" clId="{A80E4885-7617-4261-AD60-182D3446E97F}" dt="2025-10-02T11:42:51.513" v="44600" actId="1076"/>
          <ac:spMkLst>
            <pc:docMk/>
            <pc:sldMk cId="3846291906" sldId="480"/>
            <ac:spMk id="67" creationId="{A164C49E-EE3F-5773-8B8A-0FBC4C598353}"/>
          </ac:spMkLst>
        </pc:spChg>
        <pc:spChg chg="mod modVis">
          <ac:chgData name="Robert de Groote" userId="2ce5265b-80a0-4fb8-a62a-8035e9b0c45a" providerId="ADAL" clId="{A80E4885-7617-4261-AD60-182D3446E97F}" dt="2025-10-02T11:56:32.993" v="45218" actId="14430"/>
          <ac:spMkLst>
            <pc:docMk/>
            <pc:sldMk cId="3846291906" sldId="480"/>
            <ac:spMk id="113" creationId="{EF982742-B4A8-E9BF-B76E-CE860A229FBA}"/>
          </ac:spMkLst>
        </pc:spChg>
        <pc:spChg chg="mod modVis">
          <ac:chgData name="Robert de Groote" userId="2ce5265b-80a0-4fb8-a62a-8035e9b0c45a" providerId="ADAL" clId="{A80E4885-7617-4261-AD60-182D3446E97F}" dt="2025-10-02T11:56:32.586" v="45217" actId="14430"/>
          <ac:spMkLst>
            <pc:docMk/>
            <pc:sldMk cId="3846291906" sldId="480"/>
            <ac:spMk id="118" creationId="{80CE543A-AB02-68B8-54B9-DC413E253EF8}"/>
          </ac:spMkLst>
        </pc:spChg>
        <pc:spChg chg="mod modVis">
          <ac:chgData name="Robert de Groote" userId="2ce5265b-80a0-4fb8-a62a-8035e9b0c45a" providerId="ADAL" clId="{A80E4885-7617-4261-AD60-182D3446E97F}" dt="2025-10-02T11:56:32.177" v="45216" actId="14430"/>
          <ac:spMkLst>
            <pc:docMk/>
            <pc:sldMk cId="3846291906" sldId="480"/>
            <ac:spMk id="128" creationId="{64EEC1B7-68DD-9385-AF19-46910C215D81}"/>
          </ac:spMkLst>
        </pc:spChg>
        <pc:spChg chg="mod modVis">
          <ac:chgData name="Robert de Groote" userId="2ce5265b-80a0-4fb8-a62a-8035e9b0c45a" providerId="ADAL" clId="{A80E4885-7617-4261-AD60-182D3446E97F}" dt="2025-10-02T11:56:31.803" v="45215" actId="14430"/>
          <ac:spMkLst>
            <pc:docMk/>
            <pc:sldMk cId="3846291906" sldId="480"/>
            <ac:spMk id="129" creationId="{4B93A44C-C3D9-284F-E68F-264469B5F3E6}"/>
          </ac:spMkLst>
        </pc:spChg>
        <pc:spChg chg="mod modVis">
          <ac:chgData name="Robert de Groote" userId="2ce5265b-80a0-4fb8-a62a-8035e9b0c45a" providerId="ADAL" clId="{A80E4885-7617-4261-AD60-182D3446E97F}" dt="2025-10-02T11:56:31.358" v="45214" actId="14430"/>
          <ac:spMkLst>
            <pc:docMk/>
            <pc:sldMk cId="3846291906" sldId="480"/>
            <ac:spMk id="130" creationId="{BC81F5BA-C159-1024-E318-2C972ABE9F44}"/>
          </ac:spMkLst>
        </pc:spChg>
        <pc:spChg chg="mod modVis">
          <ac:chgData name="Robert de Groote" userId="2ce5265b-80a0-4fb8-a62a-8035e9b0c45a" providerId="ADAL" clId="{A80E4885-7617-4261-AD60-182D3446E97F}" dt="2025-10-02T11:56:31.010" v="45213" actId="14430"/>
          <ac:spMkLst>
            <pc:docMk/>
            <pc:sldMk cId="3846291906" sldId="480"/>
            <ac:spMk id="167" creationId="{A3FB5CD3-B432-4562-6023-2CF6CF5CF24D}"/>
          </ac:spMkLst>
        </pc:spChg>
        <pc:grpChg chg="add mod">
          <ac:chgData name="Robert de Groote" userId="2ce5265b-80a0-4fb8-a62a-8035e9b0c45a" providerId="ADAL" clId="{A80E4885-7617-4261-AD60-182D3446E97F}" dt="2025-10-02T12:05:36.715" v="45470"/>
          <ac:grpSpMkLst>
            <pc:docMk/>
            <pc:sldMk cId="3846291906" sldId="480"/>
            <ac:grpSpMk id="53" creationId="{6B0AFBE0-0F1B-81E4-12B8-5157C06372AD}"/>
          </ac:grpSpMkLst>
        </pc:grpChg>
      </pc:sldChg>
      <pc:sldChg chg="addSp delSp modSp add mod delAnim modAnim">
        <pc:chgData name="Robert de Groote" userId="2ce5265b-80a0-4fb8-a62a-8035e9b0c45a" providerId="ADAL" clId="{A80E4885-7617-4261-AD60-182D3446E97F}" dt="2025-10-02T12:08:10.457" v="45498"/>
        <pc:sldMkLst>
          <pc:docMk/>
          <pc:sldMk cId="3700234355" sldId="481"/>
        </pc:sldMkLst>
        <pc:spChg chg="mod">
          <ac:chgData name="Robert de Groote" userId="2ce5265b-80a0-4fb8-a62a-8035e9b0c45a" providerId="ADAL" clId="{A80E4885-7617-4261-AD60-182D3446E97F}" dt="2025-10-02T11:44:42.383" v="44621" actId="108"/>
          <ac:spMkLst>
            <pc:docMk/>
            <pc:sldMk cId="3700234355" sldId="481"/>
            <ac:spMk id="19" creationId="{FD45F2E9-D67A-F9B1-5C86-7BCC98E59751}"/>
          </ac:spMkLst>
        </pc:spChg>
        <pc:spChg chg="add mod modVis">
          <ac:chgData name="Robert de Groote" userId="2ce5265b-80a0-4fb8-a62a-8035e9b0c45a" providerId="ADAL" clId="{A80E4885-7617-4261-AD60-182D3446E97F}" dt="2025-10-02T12:01:09.847" v="45316" actId="14430"/>
          <ac:spMkLst>
            <pc:docMk/>
            <pc:sldMk cId="3700234355" sldId="481"/>
            <ac:spMk id="43" creationId="{84FD1E6D-09B5-97C2-0DF8-E831D4FE86D9}"/>
          </ac:spMkLst>
        </pc:spChg>
        <pc:spChg chg="add mod ord">
          <ac:chgData name="Robert de Groote" userId="2ce5265b-80a0-4fb8-a62a-8035e9b0c45a" providerId="ADAL" clId="{A80E4885-7617-4261-AD60-182D3446E97F}" dt="2025-10-02T12:03:12.448" v="45390" actId="167"/>
          <ac:spMkLst>
            <pc:docMk/>
            <pc:sldMk cId="3700234355" sldId="481"/>
            <ac:spMk id="44" creationId="{1174281A-757D-DEB1-C8AF-E5E8CF695A59}"/>
          </ac:spMkLst>
        </pc:spChg>
        <pc:spChg chg="mod">
          <ac:chgData name="Robert de Groote" userId="2ce5265b-80a0-4fb8-a62a-8035e9b0c45a" providerId="ADAL" clId="{A80E4885-7617-4261-AD60-182D3446E97F}" dt="2025-10-02T12:05:37.831" v="45471"/>
          <ac:spMkLst>
            <pc:docMk/>
            <pc:sldMk cId="3700234355" sldId="481"/>
            <ac:spMk id="47" creationId="{1E009965-E42B-2C86-2031-F4C960063647}"/>
          </ac:spMkLst>
        </pc:spChg>
        <pc:spChg chg="mod">
          <ac:chgData name="Robert de Groote" userId="2ce5265b-80a0-4fb8-a62a-8035e9b0c45a" providerId="ADAL" clId="{A80E4885-7617-4261-AD60-182D3446E97F}" dt="2025-10-02T12:05:37.831" v="45471"/>
          <ac:spMkLst>
            <pc:docMk/>
            <pc:sldMk cId="3700234355" sldId="481"/>
            <ac:spMk id="48" creationId="{A1890B67-0E13-BB9F-B067-7663A1C40B88}"/>
          </ac:spMkLst>
        </pc:spChg>
        <pc:spChg chg="mod">
          <ac:chgData name="Robert de Groote" userId="2ce5265b-80a0-4fb8-a62a-8035e9b0c45a" providerId="ADAL" clId="{A80E4885-7617-4261-AD60-182D3446E97F}" dt="2025-10-02T11:45:06.065" v="44750"/>
          <ac:spMkLst>
            <pc:docMk/>
            <pc:sldMk cId="3700234355" sldId="481"/>
            <ac:spMk id="52" creationId="{0672EC93-ED26-AFCD-8AD2-29D0C7BCAF6A}"/>
          </ac:spMkLst>
        </pc:spChg>
        <pc:spChg chg="mod">
          <ac:chgData name="Robert de Groote" userId="2ce5265b-80a0-4fb8-a62a-8035e9b0c45a" providerId="ADAL" clId="{A80E4885-7617-4261-AD60-182D3446E97F}" dt="2025-10-02T11:45:03.126" v="44688"/>
          <ac:spMkLst>
            <pc:docMk/>
            <pc:sldMk cId="3700234355" sldId="481"/>
            <ac:spMk id="64" creationId="{D27A4432-03A8-FA01-81E6-888D90BCD850}"/>
          </ac:spMkLst>
        </pc:spChg>
        <pc:spChg chg="mod">
          <ac:chgData name="Robert de Groote" userId="2ce5265b-80a0-4fb8-a62a-8035e9b0c45a" providerId="ADAL" clId="{A80E4885-7617-4261-AD60-182D3446E97F}" dt="2025-10-02T11:45:08.883" v="44812"/>
          <ac:spMkLst>
            <pc:docMk/>
            <pc:sldMk cId="3700234355" sldId="481"/>
            <ac:spMk id="66" creationId="{4288DD00-FFF7-9078-EA2E-48F0D9C6D947}"/>
          </ac:spMkLst>
        </pc:spChg>
        <pc:spChg chg="mod modVis">
          <ac:chgData name="Robert de Groote" userId="2ce5265b-80a0-4fb8-a62a-8035e9b0c45a" providerId="ADAL" clId="{A80E4885-7617-4261-AD60-182D3446E97F}" dt="2025-10-02T11:56:25.552" v="45211" actId="14430"/>
          <ac:spMkLst>
            <pc:docMk/>
            <pc:sldMk cId="3700234355" sldId="481"/>
            <ac:spMk id="113" creationId="{0915CEAA-E2A5-9FC4-3F46-528246D5169E}"/>
          </ac:spMkLst>
        </pc:spChg>
        <pc:spChg chg="mod modVis">
          <ac:chgData name="Robert de Groote" userId="2ce5265b-80a0-4fb8-a62a-8035e9b0c45a" providerId="ADAL" clId="{A80E4885-7617-4261-AD60-182D3446E97F}" dt="2025-10-02T11:56:24.922" v="45210" actId="14430"/>
          <ac:spMkLst>
            <pc:docMk/>
            <pc:sldMk cId="3700234355" sldId="481"/>
            <ac:spMk id="118" creationId="{7C3A2BB3-0572-EAC7-C75F-B3D8581F0025}"/>
          </ac:spMkLst>
        </pc:spChg>
        <pc:spChg chg="mod modVis">
          <ac:chgData name="Robert de Groote" userId="2ce5265b-80a0-4fb8-a62a-8035e9b0c45a" providerId="ADAL" clId="{A80E4885-7617-4261-AD60-182D3446E97F}" dt="2025-10-02T11:56:24.538" v="45209" actId="14430"/>
          <ac:spMkLst>
            <pc:docMk/>
            <pc:sldMk cId="3700234355" sldId="481"/>
            <ac:spMk id="128" creationId="{9E804902-F842-F2F5-551D-7E4E90155CF7}"/>
          </ac:spMkLst>
        </pc:spChg>
        <pc:spChg chg="mod modVis">
          <ac:chgData name="Robert de Groote" userId="2ce5265b-80a0-4fb8-a62a-8035e9b0c45a" providerId="ADAL" clId="{A80E4885-7617-4261-AD60-182D3446E97F}" dt="2025-10-02T11:56:24.144" v="45208" actId="14430"/>
          <ac:spMkLst>
            <pc:docMk/>
            <pc:sldMk cId="3700234355" sldId="481"/>
            <ac:spMk id="129" creationId="{731A7BF0-6F5E-A409-D261-D4031B1E0DAB}"/>
          </ac:spMkLst>
        </pc:spChg>
        <pc:spChg chg="mod modVis">
          <ac:chgData name="Robert de Groote" userId="2ce5265b-80a0-4fb8-a62a-8035e9b0c45a" providerId="ADAL" clId="{A80E4885-7617-4261-AD60-182D3446E97F}" dt="2025-10-02T11:56:23.673" v="45207" actId="14430"/>
          <ac:spMkLst>
            <pc:docMk/>
            <pc:sldMk cId="3700234355" sldId="481"/>
            <ac:spMk id="130" creationId="{A9B53E5A-3EC7-E5B6-2FEE-3665DB9242E1}"/>
          </ac:spMkLst>
        </pc:spChg>
        <pc:spChg chg="mod modVis">
          <ac:chgData name="Robert de Groote" userId="2ce5265b-80a0-4fb8-a62a-8035e9b0c45a" providerId="ADAL" clId="{A80E4885-7617-4261-AD60-182D3446E97F}" dt="2025-10-02T11:56:23.143" v="45206" actId="14430"/>
          <ac:spMkLst>
            <pc:docMk/>
            <pc:sldMk cId="3700234355" sldId="481"/>
            <ac:spMk id="167" creationId="{AA507BA5-CBA3-F5DC-9F00-1AF7EA8B0608}"/>
          </ac:spMkLst>
        </pc:spChg>
        <pc:grpChg chg="add mod">
          <ac:chgData name="Robert de Groote" userId="2ce5265b-80a0-4fb8-a62a-8035e9b0c45a" providerId="ADAL" clId="{A80E4885-7617-4261-AD60-182D3446E97F}" dt="2025-10-02T12:05:37.969" v="45473"/>
          <ac:grpSpMkLst>
            <pc:docMk/>
            <pc:sldMk cId="3700234355" sldId="481"/>
            <ac:grpSpMk id="45" creationId="{8FBDD769-6E7E-ED5E-ECC3-FBF910114A1A}"/>
          </ac:grpSpMkLst>
        </pc:grpChg>
      </pc:sldChg>
      <pc:sldChg chg="addSp delSp modSp add mod delAnim modAnim">
        <pc:chgData name="Robert de Groote" userId="2ce5265b-80a0-4fb8-a62a-8035e9b0c45a" providerId="ADAL" clId="{A80E4885-7617-4261-AD60-182D3446E97F}" dt="2025-10-02T12:08:16.078" v="45499"/>
        <pc:sldMkLst>
          <pc:docMk/>
          <pc:sldMk cId="2673710704" sldId="482"/>
        </pc:sldMkLst>
        <pc:spChg chg="mod">
          <ac:chgData name="Robert de Groote" userId="2ce5265b-80a0-4fb8-a62a-8035e9b0c45a" providerId="ADAL" clId="{A80E4885-7617-4261-AD60-182D3446E97F}" dt="2025-10-02T11:46:45.832" v="44836" actId="108"/>
          <ac:spMkLst>
            <pc:docMk/>
            <pc:sldMk cId="2673710704" sldId="482"/>
            <ac:spMk id="30" creationId="{1EAF94C6-C3BA-FEF0-8F3C-F8F5BB475C05}"/>
          </ac:spMkLst>
        </pc:spChg>
        <pc:spChg chg="add mod modVis">
          <ac:chgData name="Robert de Groote" userId="2ce5265b-80a0-4fb8-a62a-8035e9b0c45a" providerId="ADAL" clId="{A80E4885-7617-4261-AD60-182D3446E97F}" dt="2025-10-02T12:01:13.284" v="45317" actId="14430"/>
          <ac:spMkLst>
            <pc:docMk/>
            <pc:sldMk cId="2673710704" sldId="482"/>
            <ac:spMk id="34" creationId="{0AE6D0D6-ED1E-EA8E-5465-3C45A42ADB11}"/>
          </ac:spMkLst>
        </pc:spChg>
        <pc:spChg chg="add mod ord">
          <ac:chgData name="Robert de Groote" userId="2ce5265b-80a0-4fb8-a62a-8035e9b0c45a" providerId="ADAL" clId="{A80E4885-7617-4261-AD60-182D3446E97F}" dt="2025-10-02T12:03:17.615" v="45394" actId="167"/>
          <ac:spMkLst>
            <pc:docMk/>
            <pc:sldMk cId="2673710704" sldId="482"/>
            <ac:spMk id="35" creationId="{07163AF7-60F3-CCDD-4FAA-84976439E653}"/>
          </ac:spMkLst>
        </pc:spChg>
        <pc:spChg chg="mod">
          <ac:chgData name="Robert de Groote" userId="2ce5265b-80a0-4fb8-a62a-8035e9b0c45a" providerId="ADAL" clId="{A80E4885-7617-4261-AD60-182D3446E97F}" dt="2025-10-02T12:05:39.832" v="45474"/>
          <ac:spMkLst>
            <pc:docMk/>
            <pc:sldMk cId="2673710704" sldId="482"/>
            <ac:spMk id="38" creationId="{A4352433-B5C1-B5E2-881C-C5207190857D}"/>
          </ac:spMkLst>
        </pc:spChg>
        <pc:spChg chg="mod">
          <ac:chgData name="Robert de Groote" userId="2ce5265b-80a0-4fb8-a62a-8035e9b0c45a" providerId="ADAL" clId="{A80E4885-7617-4261-AD60-182D3446E97F}" dt="2025-10-02T12:05:39.832" v="45474"/>
          <ac:spMkLst>
            <pc:docMk/>
            <pc:sldMk cId="2673710704" sldId="482"/>
            <ac:spMk id="41" creationId="{1495E8C0-D38D-6955-E293-349658C61E7E}"/>
          </ac:spMkLst>
        </pc:spChg>
        <pc:spChg chg="mod">
          <ac:chgData name="Robert de Groote" userId="2ce5265b-80a0-4fb8-a62a-8035e9b0c45a" providerId="ADAL" clId="{A80E4885-7617-4261-AD60-182D3446E97F}" dt="2025-10-02T11:47:11.301" v="44897"/>
          <ac:spMkLst>
            <pc:docMk/>
            <pc:sldMk cId="2673710704" sldId="482"/>
            <ac:spMk id="52" creationId="{10B42AE6-5A27-9082-8307-1BF2A1D3FCA4}"/>
          </ac:spMkLst>
        </pc:spChg>
        <pc:spChg chg="mod">
          <ac:chgData name="Robert de Groote" userId="2ce5265b-80a0-4fb8-a62a-8035e9b0c45a" providerId="ADAL" clId="{A80E4885-7617-4261-AD60-182D3446E97F}" dt="2025-10-02T11:47:14.079" v="44959"/>
          <ac:spMkLst>
            <pc:docMk/>
            <pc:sldMk cId="2673710704" sldId="482"/>
            <ac:spMk id="66" creationId="{66BEEC30-D1A2-6451-F1E3-6DE3ECC1E4ED}"/>
          </ac:spMkLst>
        </pc:spChg>
        <pc:spChg chg="mod modVis">
          <ac:chgData name="Robert de Groote" userId="2ce5265b-80a0-4fb8-a62a-8035e9b0c45a" providerId="ADAL" clId="{A80E4885-7617-4261-AD60-182D3446E97F}" dt="2025-10-02T11:56:17.072" v="45200" actId="14430"/>
          <ac:spMkLst>
            <pc:docMk/>
            <pc:sldMk cId="2673710704" sldId="482"/>
            <ac:spMk id="113" creationId="{4B96D1E3-65DB-7BCA-69DD-C3B1D9B6764F}"/>
          </ac:spMkLst>
        </pc:spChg>
        <pc:spChg chg="mod modVis">
          <ac:chgData name="Robert de Groote" userId="2ce5265b-80a0-4fb8-a62a-8035e9b0c45a" providerId="ADAL" clId="{A80E4885-7617-4261-AD60-182D3446E97F}" dt="2025-10-02T11:56:17.435" v="45201" actId="14430"/>
          <ac:spMkLst>
            <pc:docMk/>
            <pc:sldMk cId="2673710704" sldId="482"/>
            <ac:spMk id="118" creationId="{CEDF0D3C-F88D-1EED-3DE9-ADDF792AE811}"/>
          </ac:spMkLst>
        </pc:spChg>
        <pc:spChg chg="mod modVis">
          <ac:chgData name="Robert de Groote" userId="2ce5265b-80a0-4fb8-a62a-8035e9b0c45a" providerId="ADAL" clId="{A80E4885-7617-4261-AD60-182D3446E97F}" dt="2025-10-02T11:56:17.841" v="45202" actId="14430"/>
          <ac:spMkLst>
            <pc:docMk/>
            <pc:sldMk cId="2673710704" sldId="482"/>
            <ac:spMk id="128" creationId="{BC5A5274-62D2-E11F-83E5-BDB07DB0D9AE}"/>
          </ac:spMkLst>
        </pc:spChg>
        <pc:spChg chg="mod modVis">
          <ac:chgData name="Robert de Groote" userId="2ce5265b-80a0-4fb8-a62a-8035e9b0c45a" providerId="ADAL" clId="{A80E4885-7617-4261-AD60-182D3446E97F}" dt="2025-10-02T11:56:18.259" v="45203" actId="14430"/>
          <ac:spMkLst>
            <pc:docMk/>
            <pc:sldMk cId="2673710704" sldId="482"/>
            <ac:spMk id="129" creationId="{950C1A02-5CF8-1814-51A6-1E68A1251FDB}"/>
          </ac:spMkLst>
        </pc:spChg>
        <pc:spChg chg="mod modVis">
          <ac:chgData name="Robert de Groote" userId="2ce5265b-80a0-4fb8-a62a-8035e9b0c45a" providerId="ADAL" clId="{A80E4885-7617-4261-AD60-182D3446E97F}" dt="2025-10-02T11:56:18.855" v="45204" actId="14430"/>
          <ac:spMkLst>
            <pc:docMk/>
            <pc:sldMk cId="2673710704" sldId="482"/>
            <ac:spMk id="130" creationId="{23E11189-4963-FC29-4276-452C1C7FDF3A}"/>
          </ac:spMkLst>
        </pc:spChg>
        <pc:spChg chg="mod modVis">
          <ac:chgData name="Robert de Groote" userId="2ce5265b-80a0-4fb8-a62a-8035e9b0c45a" providerId="ADAL" clId="{A80E4885-7617-4261-AD60-182D3446E97F}" dt="2025-10-02T11:56:19.264" v="45205" actId="14430"/>
          <ac:spMkLst>
            <pc:docMk/>
            <pc:sldMk cId="2673710704" sldId="482"/>
            <ac:spMk id="167" creationId="{05E0E667-3919-30D1-20CD-F4B56E34EC02}"/>
          </ac:spMkLst>
        </pc:spChg>
        <pc:grpChg chg="add mod">
          <ac:chgData name="Robert de Groote" userId="2ce5265b-80a0-4fb8-a62a-8035e9b0c45a" providerId="ADAL" clId="{A80E4885-7617-4261-AD60-182D3446E97F}" dt="2025-10-02T12:05:39.881" v="45476"/>
          <ac:grpSpMkLst>
            <pc:docMk/>
            <pc:sldMk cId="2673710704" sldId="482"/>
            <ac:grpSpMk id="37" creationId="{070283FF-5420-B5CF-5637-63259B3D119A}"/>
          </ac:grpSpMkLst>
        </pc:grpChg>
      </pc:sldChg>
      <pc:sldChg chg="addSp delSp modSp add mod delAnim modAnim">
        <pc:chgData name="Robert de Groote" userId="2ce5265b-80a0-4fb8-a62a-8035e9b0c45a" providerId="ADAL" clId="{A80E4885-7617-4261-AD60-182D3446E97F}" dt="2025-10-02T12:08:21.698" v="45501"/>
        <pc:sldMkLst>
          <pc:docMk/>
          <pc:sldMk cId="3999291087" sldId="483"/>
        </pc:sldMkLst>
        <pc:spChg chg="mod">
          <ac:chgData name="Robert de Groote" userId="2ce5265b-80a0-4fb8-a62a-8035e9b0c45a" providerId="ADAL" clId="{A80E4885-7617-4261-AD60-182D3446E97F}" dt="2025-10-02T11:50:41.586" v="45115" actId="108"/>
          <ac:spMkLst>
            <pc:docMk/>
            <pc:sldMk cId="3999291087" sldId="483"/>
            <ac:spMk id="29" creationId="{E06B32BD-4EAA-2702-5E95-E1EB0D056156}"/>
          </ac:spMkLst>
        </pc:spChg>
        <pc:spChg chg="add mod modVis">
          <ac:chgData name="Robert de Groote" userId="2ce5265b-80a0-4fb8-a62a-8035e9b0c45a" providerId="ADAL" clId="{A80E4885-7617-4261-AD60-182D3446E97F}" dt="2025-10-02T12:01:16.113" v="45318" actId="14430"/>
          <ac:spMkLst>
            <pc:docMk/>
            <pc:sldMk cId="3999291087" sldId="483"/>
            <ac:spMk id="34" creationId="{C2485893-F935-A3B2-9AF1-FC33ED3A8BAA}"/>
          </ac:spMkLst>
        </pc:spChg>
        <pc:spChg chg="add mod ord">
          <ac:chgData name="Robert de Groote" userId="2ce5265b-80a0-4fb8-a62a-8035e9b0c45a" providerId="ADAL" clId="{A80E4885-7617-4261-AD60-182D3446E97F}" dt="2025-10-02T12:03:21.139" v="45398" actId="167"/>
          <ac:spMkLst>
            <pc:docMk/>
            <pc:sldMk cId="3999291087" sldId="483"/>
            <ac:spMk id="35" creationId="{966ACBAD-CF49-7D32-379B-7BD086E926A3}"/>
          </ac:spMkLst>
        </pc:spChg>
        <pc:spChg chg="mod">
          <ac:chgData name="Robert de Groote" userId="2ce5265b-80a0-4fb8-a62a-8035e9b0c45a" providerId="ADAL" clId="{A80E4885-7617-4261-AD60-182D3446E97F}" dt="2025-10-02T12:05:41.391" v="45477"/>
          <ac:spMkLst>
            <pc:docMk/>
            <pc:sldMk cId="3999291087" sldId="483"/>
            <ac:spMk id="38" creationId="{49240A5E-B79D-4A61-C8DE-552A738D7067}"/>
          </ac:spMkLst>
        </pc:spChg>
        <pc:spChg chg="mod">
          <ac:chgData name="Robert de Groote" userId="2ce5265b-80a0-4fb8-a62a-8035e9b0c45a" providerId="ADAL" clId="{A80E4885-7617-4261-AD60-182D3446E97F}" dt="2025-10-02T12:05:41.391" v="45477"/>
          <ac:spMkLst>
            <pc:docMk/>
            <pc:sldMk cId="3999291087" sldId="483"/>
            <ac:spMk id="41" creationId="{38856587-7701-6E8C-BB56-C7E3071EDDEC}"/>
          </ac:spMkLst>
        </pc:spChg>
        <pc:spChg chg="mod">
          <ac:chgData name="Robert de Groote" userId="2ce5265b-80a0-4fb8-a62a-8035e9b0c45a" providerId="ADAL" clId="{A80E4885-7617-4261-AD60-182D3446E97F}" dt="2025-10-02T11:49:50.617" v="45045"/>
          <ac:spMkLst>
            <pc:docMk/>
            <pc:sldMk cId="3999291087" sldId="483"/>
            <ac:spMk id="66" creationId="{6FD66448-FFA7-5BBF-4F11-DBD6D4FB618E}"/>
          </ac:spMkLst>
        </pc:spChg>
        <pc:spChg chg="mod">
          <ac:chgData name="Robert de Groote" userId="2ce5265b-80a0-4fb8-a62a-8035e9b0c45a" providerId="ADAL" clId="{A80E4885-7617-4261-AD60-182D3446E97F}" dt="2025-10-02T11:49:58.440" v="45107"/>
          <ac:spMkLst>
            <pc:docMk/>
            <pc:sldMk cId="3999291087" sldId="483"/>
            <ac:spMk id="67" creationId="{A6A6607E-7E4B-8C3F-72A0-248208790D9C}"/>
          </ac:spMkLst>
        </pc:spChg>
        <pc:grpChg chg="add mod">
          <ac:chgData name="Robert de Groote" userId="2ce5265b-80a0-4fb8-a62a-8035e9b0c45a" providerId="ADAL" clId="{A80E4885-7617-4261-AD60-182D3446E97F}" dt="2025-10-02T12:05:41.443" v="45479"/>
          <ac:grpSpMkLst>
            <pc:docMk/>
            <pc:sldMk cId="3999291087" sldId="483"/>
            <ac:grpSpMk id="37" creationId="{0980C589-01FF-AC5B-7643-15C4A7242125}"/>
          </ac:grpSpMkLst>
        </pc:grpChg>
      </pc:sldChg>
      <pc:sldChg chg="addSp delSp modSp add mod delAnim modAnim">
        <pc:chgData name="Robert de Groote" userId="2ce5265b-80a0-4fb8-a62a-8035e9b0c45a" providerId="ADAL" clId="{A80E4885-7617-4261-AD60-182D3446E97F}" dt="2025-10-02T15:18:32.163" v="56383"/>
        <pc:sldMkLst>
          <pc:docMk/>
          <pc:sldMk cId="2946768823" sldId="484"/>
        </pc:sldMkLst>
        <pc:spChg chg="mod">
          <ac:chgData name="Robert de Groote" userId="2ce5265b-80a0-4fb8-a62a-8035e9b0c45a" providerId="ADAL" clId="{A80E4885-7617-4261-AD60-182D3446E97F}" dt="2025-10-02T11:52:38.771" v="45192" actId="108"/>
          <ac:spMkLst>
            <pc:docMk/>
            <pc:sldMk cId="2946768823" sldId="484"/>
            <ac:spMk id="5" creationId="{90D40D58-1E1A-0554-B778-F7E76175AF19}"/>
          </ac:spMkLst>
        </pc:spChg>
        <pc:spChg chg="add mod modVis">
          <ac:chgData name="Robert de Groote" userId="2ce5265b-80a0-4fb8-a62a-8035e9b0c45a" providerId="ADAL" clId="{A80E4885-7617-4261-AD60-182D3446E97F}" dt="2025-10-02T12:01:18.937" v="45319" actId="14430"/>
          <ac:spMkLst>
            <pc:docMk/>
            <pc:sldMk cId="2946768823" sldId="484"/>
            <ac:spMk id="25" creationId="{BE7ED1AC-0668-012F-305C-2E68F5689211}"/>
          </ac:spMkLst>
        </pc:spChg>
        <pc:spChg chg="add mod ord">
          <ac:chgData name="Robert de Groote" userId="2ce5265b-80a0-4fb8-a62a-8035e9b0c45a" providerId="ADAL" clId="{A80E4885-7617-4261-AD60-182D3446E97F}" dt="2025-10-02T15:18:19.982" v="56381" actId="164"/>
          <ac:spMkLst>
            <pc:docMk/>
            <pc:sldMk cId="2946768823" sldId="484"/>
            <ac:spMk id="26" creationId="{75377B7B-E852-3D68-7028-60AE644EA48F}"/>
          </ac:spMkLst>
        </pc:spChg>
        <pc:spChg chg="mod">
          <ac:chgData name="Robert de Groote" userId="2ce5265b-80a0-4fb8-a62a-8035e9b0c45a" providerId="ADAL" clId="{A80E4885-7617-4261-AD60-182D3446E97F}" dt="2025-10-02T12:05:42.881" v="45480"/>
          <ac:spMkLst>
            <pc:docMk/>
            <pc:sldMk cId="2946768823" sldId="484"/>
            <ac:spMk id="28" creationId="{75DA3779-DAA5-EB80-5992-F8BCF267A6A3}"/>
          </ac:spMkLst>
        </pc:spChg>
        <pc:spChg chg="mod">
          <ac:chgData name="Robert de Groote" userId="2ce5265b-80a0-4fb8-a62a-8035e9b0c45a" providerId="ADAL" clId="{A80E4885-7617-4261-AD60-182D3446E97F}" dt="2025-10-02T12:05:42.881" v="45480"/>
          <ac:spMkLst>
            <pc:docMk/>
            <pc:sldMk cId="2946768823" sldId="484"/>
            <ac:spMk id="31" creationId="{5E2BA9D2-952C-D15C-F145-629E63DE27A4}"/>
          </ac:spMkLst>
        </pc:spChg>
        <pc:spChg chg="mod">
          <ac:chgData name="Robert de Groote" userId="2ce5265b-80a0-4fb8-a62a-8035e9b0c45a" providerId="ADAL" clId="{A80E4885-7617-4261-AD60-182D3446E97F}" dt="2025-10-02T11:51:30.566" v="45180"/>
          <ac:spMkLst>
            <pc:docMk/>
            <pc:sldMk cId="2946768823" sldId="484"/>
            <ac:spMk id="67" creationId="{2187458B-DC5B-F02A-128D-351DA1D091AA}"/>
          </ac:spMkLst>
        </pc:spChg>
        <pc:grpChg chg="add mod">
          <ac:chgData name="Robert de Groote" userId="2ce5265b-80a0-4fb8-a62a-8035e9b0c45a" providerId="ADAL" clId="{A80E4885-7617-4261-AD60-182D3446E97F}" dt="2025-10-02T15:18:19.982" v="56381" actId="164"/>
          <ac:grpSpMkLst>
            <pc:docMk/>
            <pc:sldMk cId="2946768823" sldId="484"/>
            <ac:grpSpMk id="13" creationId="{35DD8953-4076-40FB-D286-48C445C69284}"/>
          </ac:grpSpMkLst>
        </pc:grpChg>
        <pc:grpChg chg="add mod">
          <ac:chgData name="Robert de Groote" userId="2ce5265b-80a0-4fb8-a62a-8035e9b0c45a" providerId="ADAL" clId="{A80E4885-7617-4261-AD60-182D3446E97F}" dt="2025-10-02T12:05:42.964" v="45482"/>
          <ac:grpSpMkLst>
            <pc:docMk/>
            <pc:sldMk cId="2946768823" sldId="484"/>
            <ac:grpSpMk id="27" creationId="{893C5F46-FEA1-3F2B-D73F-EFA7B6931571}"/>
          </ac:grpSpMkLst>
        </pc:grpChg>
        <pc:cxnChg chg="mod">
          <ac:chgData name="Robert de Groote" userId="2ce5265b-80a0-4fb8-a62a-8035e9b0c45a" providerId="ADAL" clId="{A80E4885-7617-4261-AD60-182D3446E97F}" dt="2025-10-02T15:18:19.982" v="56381" actId="164"/>
          <ac:cxnSpMkLst>
            <pc:docMk/>
            <pc:sldMk cId="2946768823" sldId="484"/>
            <ac:cxnSpMk id="4" creationId="{A9B30D8C-3625-43A2-CF8F-B3A430D0637E}"/>
          </ac:cxnSpMkLst>
        </pc:cxnChg>
        <pc:cxnChg chg="mod">
          <ac:chgData name="Robert de Groote" userId="2ce5265b-80a0-4fb8-a62a-8035e9b0c45a" providerId="ADAL" clId="{A80E4885-7617-4261-AD60-182D3446E97F}" dt="2025-10-02T15:18:19.982" v="56381" actId="164"/>
          <ac:cxnSpMkLst>
            <pc:docMk/>
            <pc:sldMk cId="2946768823" sldId="484"/>
            <ac:cxnSpMk id="8" creationId="{91BC2D1C-F391-A1FD-2D85-5EF0789BFCC7}"/>
          </ac:cxnSpMkLst>
        </pc:cxnChg>
      </pc:sldChg>
      <pc:sldChg chg="addSp delSp modSp add mod delAnim modAnim">
        <pc:chgData name="Robert de Groote" userId="2ce5265b-80a0-4fb8-a62a-8035e9b0c45a" providerId="ADAL" clId="{A80E4885-7617-4261-AD60-182D3446E97F}" dt="2025-10-06T07:38:29.986" v="66740"/>
        <pc:sldMkLst>
          <pc:docMk/>
          <pc:sldMk cId="36371801" sldId="485"/>
        </pc:sldMkLst>
        <pc:spChg chg="mod">
          <ac:chgData name="Robert de Groote" userId="2ce5265b-80a0-4fb8-a62a-8035e9b0c45a" providerId="ADAL" clId="{A80E4885-7617-4261-AD60-182D3446E97F}" dt="2025-10-02T12:10:08.564" v="45516" actId="1076"/>
          <ac:spMkLst>
            <pc:docMk/>
            <pc:sldMk cId="36371801" sldId="485"/>
            <ac:spMk id="2" creationId="{7F064E1B-57EE-9675-0027-0EFF75DA597B}"/>
          </ac:spMkLst>
        </pc:spChg>
        <pc:spChg chg="add mod">
          <ac:chgData name="Robert de Groote" userId="2ce5265b-80a0-4fb8-a62a-8035e9b0c45a" providerId="ADAL" clId="{A80E4885-7617-4261-AD60-182D3446E97F}" dt="2025-10-02T15:20:13.874" v="56419" actId="1076"/>
          <ac:spMkLst>
            <pc:docMk/>
            <pc:sldMk cId="36371801" sldId="485"/>
            <ac:spMk id="3" creationId="{59FC1CD0-5372-3889-CE1A-885A2DD43C09}"/>
          </ac:spMkLst>
        </pc:spChg>
        <pc:spChg chg="add mod">
          <ac:chgData name="Robert de Groote" userId="2ce5265b-80a0-4fb8-a62a-8035e9b0c45a" providerId="ADAL" clId="{A80E4885-7617-4261-AD60-182D3446E97F}" dt="2025-10-04T16:35:46.715" v="65819" actId="113"/>
          <ac:spMkLst>
            <pc:docMk/>
            <pc:sldMk cId="36371801" sldId="485"/>
            <ac:spMk id="4" creationId="{29504141-C5AF-ACDA-0A9F-3C3C514FE7F1}"/>
          </ac:spMkLst>
        </pc:spChg>
        <pc:spChg chg="add mod">
          <ac:chgData name="Robert de Groote" userId="2ce5265b-80a0-4fb8-a62a-8035e9b0c45a" providerId="ADAL" clId="{A80E4885-7617-4261-AD60-182D3446E97F}" dt="2025-10-02T15:19:40.061" v="56397" actId="1076"/>
          <ac:spMkLst>
            <pc:docMk/>
            <pc:sldMk cId="36371801" sldId="485"/>
            <ac:spMk id="13" creationId="{875C00D7-3C60-63F6-C710-2104F05301F7}"/>
          </ac:spMkLst>
        </pc:spChg>
        <pc:spChg chg="mod">
          <ac:chgData name="Robert de Groote" userId="2ce5265b-80a0-4fb8-a62a-8035e9b0c45a" providerId="ADAL" clId="{A80E4885-7617-4261-AD60-182D3446E97F}" dt="2025-10-02T12:10:51.802" v="45529" actId="1076"/>
          <ac:spMkLst>
            <pc:docMk/>
            <pc:sldMk cId="36371801" sldId="485"/>
            <ac:spMk id="40" creationId="{BF828C90-885A-8B03-0A81-5DF59AF10468}"/>
          </ac:spMkLst>
        </pc:spChg>
      </pc:sldChg>
      <pc:sldChg chg="addSp delSp modSp add mod modTransition">
        <pc:chgData name="Robert de Groote" userId="2ce5265b-80a0-4fb8-a62a-8035e9b0c45a" providerId="ADAL" clId="{A80E4885-7617-4261-AD60-182D3446E97F}" dt="2025-10-02T12:27:18.432" v="47512"/>
        <pc:sldMkLst>
          <pc:docMk/>
          <pc:sldMk cId="2035247848" sldId="486"/>
        </pc:sldMkLst>
        <pc:spChg chg="add mod">
          <ac:chgData name="Robert de Groote" userId="2ce5265b-80a0-4fb8-a62a-8035e9b0c45a" providerId="ADAL" clId="{A80E4885-7617-4261-AD60-182D3446E97F}" dt="2025-10-02T12:27:13.408" v="47495"/>
          <ac:spMkLst>
            <pc:docMk/>
            <pc:sldMk cId="2035247848" sldId="486"/>
            <ac:spMk id="4" creationId="{290823A4-6221-F103-7FFC-63FD493AB15C}"/>
          </ac:spMkLst>
        </pc:spChg>
        <pc:spChg chg="mod">
          <ac:chgData name="Robert de Groote" userId="2ce5265b-80a0-4fb8-a62a-8035e9b0c45a" providerId="ADAL" clId="{A80E4885-7617-4261-AD60-182D3446E97F}" dt="2025-10-02T12:27:05.307" v="47325" actId="408"/>
          <ac:spMkLst>
            <pc:docMk/>
            <pc:sldMk cId="2035247848" sldId="486"/>
            <ac:spMk id="6" creationId="{F11773CD-3701-E24D-9A32-ABD18A2C996D}"/>
          </ac:spMkLst>
        </pc:spChg>
        <pc:spChg chg="add mod">
          <ac:chgData name="Robert de Groote" userId="2ce5265b-80a0-4fb8-a62a-8035e9b0c45a" providerId="ADAL" clId="{A80E4885-7617-4261-AD60-182D3446E97F}" dt="2025-10-02T12:27:09.679" v="47405"/>
          <ac:spMkLst>
            <pc:docMk/>
            <pc:sldMk cId="2035247848" sldId="486"/>
            <ac:spMk id="12" creationId="{D600DFFA-7CCE-50B1-582F-900914307B96}"/>
          </ac:spMkLst>
        </pc:spChg>
        <pc:spChg chg="add mod">
          <ac:chgData name="Robert de Groote" userId="2ce5265b-80a0-4fb8-a62a-8035e9b0c45a" providerId="ADAL" clId="{A80E4885-7617-4261-AD60-182D3446E97F}" dt="2025-10-02T12:27:09.682" v="47409"/>
          <ac:spMkLst>
            <pc:docMk/>
            <pc:sldMk cId="2035247848" sldId="486"/>
            <ac:spMk id="13" creationId="{6FCA28F1-AD59-402F-0C41-386EE35513CD}"/>
          </ac:spMkLst>
        </pc:spChg>
        <pc:spChg chg="add mod">
          <ac:chgData name="Robert de Groote" userId="2ce5265b-80a0-4fb8-a62a-8035e9b0c45a" providerId="ADAL" clId="{A80E4885-7617-4261-AD60-182D3446E97F}" dt="2025-10-02T12:27:09.685" v="47413"/>
          <ac:spMkLst>
            <pc:docMk/>
            <pc:sldMk cId="2035247848" sldId="486"/>
            <ac:spMk id="14" creationId="{FE066C60-3296-7E24-5764-C7963DDF3415}"/>
          </ac:spMkLst>
        </pc:spChg>
        <pc:spChg chg="add mod">
          <ac:chgData name="Robert de Groote" userId="2ce5265b-80a0-4fb8-a62a-8035e9b0c45a" providerId="ADAL" clId="{A80E4885-7617-4261-AD60-182D3446E97F}" dt="2025-10-02T12:27:13.410" v="47499"/>
          <ac:spMkLst>
            <pc:docMk/>
            <pc:sldMk cId="2035247848" sldId="486"/>
            <ac:spMk id="15" creationId="{F679F738-CC82-3192-0123-AE4904BF53DB}"/>
          </ac:spMkLst>
        </pc:spChg>
        <pc:spChg chg="add mod">
          <ac:chgData name="Robert de Groote" userId="2ce5265b-80a0-4fb8-a62a-8035e9b0c45a" providerId="ADAL" clId="{A80E4885-7617-4261-AD60-182D3446E97F}" dt="2025-10-02T12:27:13.412" v="47503"/>
          <ac:spMkLst>
            <pc:docMk/>
            <pc:sldMk cId="2035247848" sldId="486"/>
            <ac:spMk id="16" creationId="{94E0E958-B552-8E45-D90B-70476FAF11F6}"/>
          </ac:spMkLst>
        </pc:spChg>
      </pc:sldChg>
      <pc:sldChg chg="addSp modSp add mod modTransition modAnim">
        <pc:chgData name="Robert de Groote" userId="2ce5265b-80a0-4fb8-a62a-8035e9b0c45a" providerId="ADAL" clId="{A80E4885-7617-4261-AD60-182D3446E97F}" dt="2025-10-02T12:28:15.522" v="47574"/>
        <pc:sldMkLst>
          <pc:docMk/>
          <pc:sldMk cId="3891022420" sldId="487"/>
        </pc:sldMkLst>
        <pc:spChg chg="add">
          <ac:chgData name="Robert de Groote" userId="2ce5265b-80a0-4fb8-a62a-8035e9b0c45a" providerId="ADAL" clId="{A80E4885-7617-4261-AD60-182D3446E97F}" dt="2025-10-02T12:27:18.493" v="47555"/>
          <ac:spMkLst>
            <pc:docMk/>
            <pc:sldMk cId="3891022420" sldId="487"/>
            <ac:spMk id="14" creationId="{32C24A5C-DE60-B99F-29D4-2301CEE462E0}"/>
          </ac:spMkLst>
        </pc:spChg>
        <pc:spChg chg="add mod">
          <ac:chgData name="Robert de Groote" userId="2ce5265b-80a0-4fb8-a62a-8035e9b0c45a" providerId="ADAL" clId="{A80E4885-7617-4261-AD60-182D3446E97F}" dt="2025-10-02T12:28:04.760" v="47567"/>
          <ac:spMkLst>
            <pc:docMk/>
            <pc:sldMk cId="3891022420" sldId="487"/>
            <ac:spMk id="15" creationId="{EB34EEA4-1CFF-F2EE-A6CD-6C74F4A30CA6}"/>
          </ac:spMkLst>
        </pc:spChg>
        <pc:spChg chg="add mod">
          <ac:chgData name="Robert de Groote" userId="2ce5265b-80a0-4fb8-a62a-8035e9b0c45a" providerId="ADAL" clId="{A80E4885-7617-4261-AD60-182D3446E97F}" dt="2025-10-02T12:28:04.761" v="47568"/>
          <ac:spMkLst>
            <pc:docMk/>
            <pc:sldMk cId="3891022420" sldId="487"/>
            <ac:spMk id="16" creationId="{BF1EA2F6-F8E1-6287-7BE3-797E57967115}"/>
          </ac:spMkLst>
        </pc:spChg>
        <pc:spChg chg="add mod">
          <ac:chgData name="Robert de Groote" userId="2ce5265b-80a0-4fb8-a62a-8035e9b0c45a" providerId="ADAL" clId="{A80E4885-7617-4261-AD60-182D3446E97F}" dt="2025-10-02T12:28:04.761" v="47569"/>
          <ac:spMkLst>
            <pc:docMk/>
            <pc:sldMk cId="3891022420" sldId="487"/>
            <ac:spMk id="17" creationId="{7AD15E36-45EB-C705-CA73-2F46D7CF506B}"/>
          </ac:spMkLst>
        </pc:spChg>
        <pc:spChg chg="add mod">
          <ac:chgData name="Robert de Groote" userId="2ce5265b-80a0-4fb8-a62a-8035e9b0c45a" providerId="ADAL" clId="{A80E4885-7617-4261-AD60-182D3446E97F}" dt="2025-10-02T12:28:04.761" v="47570"/>
          <ac:spMkLst>
            <pc:docMk/>
            <pc:sldMk cId="3891022420" sldId="487"/>
            <ac:spMk id="18" creationId="{268DB115-0C7E-B4A6-3EA8-D1FB02602EC9}"/>
          </ac:spMkLst>
        </pc:spChg>
        <pc:spChg chg="add mod">
          <ac:chgData name="Robert de Groote" userId="2ce5265b-80a0-4fb8-a62a-8035e9b0c45a" providerId="ADAL" clId="{A80E4885-7617-4261-AD60-182D3446E97F}" dt="2025-10-02T12:28:04.762" v="47571"/>
          <ac:spMkLst>
            <pc:docMk/>
            <pc:sldMk cId="3891022420" sldId="487"/>
            <ac:spMk id="19" creationId="{D19EB64A-0F06-18EA-2D37-F6E5789CBDD7}"/>
          </ac:spMkLst>
        </pc:spChg>
        <pc:spChg chg="add mod">
          <ac:chgData name="Robert de Groote" userId="2ce5265b-80a0-4fb8-a62a-8035e9b0c45a" providerId="ADAL" clId="{A80E4885-7617-4261-AD60-182D3446E97F}" dt="2025-10-02T12:28:04.762" v="47572"/>
          <ac:spMkLst>
            <pc:docMk/>
            <pc:sldMk cId="3891022420" sldId="487"/>
            <ac:spMk id="20" creationId="{6CD4AA4C-5A23-6DCA-0A94-E80371349263}"/>
          </ac:spMkLst>
        </pc:spChg>
        <pc:picChg chg="add mod">
          <ac:chgData name="Robert de Groote" userId="2ce5265b-80a0-4fb8-a62a-8035e9b0c45a" providerId="ADAL" clId="{A80E4885-7617-4261-AD60-182D3446E97F}" dt="2025-10-02T12:27:18.476" v="47523"/>
          <ac:picMkLst>
            <pc:docMk/>
            <pc:sldMk cId="3891022420" sldId="487"/>
            <ac:picMk id="12" creationId="{F6A20422-FD86-705B-F557-C73B50C128E2}"/>
          </ac:picMkLst>
        </pc:picChg>
        <pc:cxnChg chg="mod">
          <ac:chgData name="Robert de Groote" userId="2ce5265b-80a0-4fb8-a62a-8035e9b0c45a" providerId="ADAL" clId="{A80E4885-7617-4261-AD60-182D3446E97F}" dt="2025-10-02T12:27:18.496" v="47558"/>
          <ac:cxnSpMkLst>
            <pc:docMk/>
            <pc:sldMk cId="3891022420" sldId="487"/>
            <ac:cxnSpMk id="11" creationId="{753FE100-D0AB-4AE2-824B-60CFA31EC6A2}"/>
          </ac:cxnSpMkLst>
        </pc:cxnChg>
        <pc:cxnChg chg="add mod">
          <ac:chgData name="Robert de Groote" userId="2ce5265b-80a0-4fb8-a62a-8035e9b0c45a" providerId="ADAL" clId="{A80E4885-7617-4261-AD60-182D3446E97F}" dt="2025-10-02T12:27:18.496" v="47559"/>
          <ac:cxnSpMkLst>
            <pc:docMk/>
            <pc:sldMk cId="3891022420" sldId="487"/>
            <ac:cxnSpMk id="13" creationId="{5CA3BCB6-BC15-44B6-9B70-D793680C8734}"/>
          </ac:cxnSpMkLst>
        </pc:cxnChg>
      </pc:sldChg>
      <pc:sldChg chg="addSp delSp modSp add mod modTransition delAnim modAnim">
        <pc:chgData name="Robert de Groote" userId="2ce5265b-80a0-4fb8-a62a-8035e9b0c45a" providerId="ADAL" clId="{A80E4885-7617-4261-AD60-182D3446E97F}" dt="2025-10-02T13:08:28.887" v="48282" actId="20577"/>
        <pc:sldMkLst>
          <pc:docMk/>
          <pc:sldMk cId="3897517976" sldId="488"/>
        </pc:sldMkLst>
        <pc:spChg chg="add mod">
          <ac:chgData name="Robert de Groote" userId="2ce5265b-80a0-4fb8-a62a-8035e9b0c45a" providerId="ADAL" clId="{A80E4885-7617-4261-AD60-182D3446E97F}" dt="2025-10-02T13:08:28.887" v="48282" actId="20577"/>
          <ac:spMkLst>
            <pc:docMk/>
            <pc:sldMk cId="3897517976" sldId="488"/>
            <ac:spMk id="4" creationId="{95B3E294-0FB1-612E-4F4A-5A6D5A21604A}"/>
          </ac:spMkLst>
        </pc:spChg>
        <pc:spChg chg="add mod">
          <ac:chgData name="Robert de Groote" userId="2ce5265b-80a0-4fb8-a62a-8035e9b0c45a" providerId="ADAL" clId="{A80E4885-7617-4261-AD60-182D3446E97F}" dt="2025-10-02T12:32:09.518" v="47708"/>
          <ac:spMkLst>
            <pc:docMk/>
            <pc:sldMk cId="3897517976" sldId="488"/>
            <ac:spMk id="8" creationId="{72A1C5AC-8227-287D-C012-C667E8EB3392}"/>
          </ac:spMkLst>
        </pc:spChg>
        <pc:spChg chg="add mod">
          <ac:chgData name="Robert de Groote" userId="2ce5265b-80a0-4fb8-a62a-8035e9b0c45a" providerId="ADAL" clId="{A80E4885-7617-4261-AD60-182D3446E97F}" dt="2025-10-02T12:32:09.517" v="47704"/>
          <ac:spMkLst>
            <pc:docMk/>
            <pc:sldMk cId="3897517976" sldId="488"/>
            <ac:spMk id="10" creationId="{8A050138-7B28-143F-F439-0CA67B67C533}"/>
          </ac:spMkLst>
        </pc:spChg>
        <pc:spChg chg="mod">
          <ac:chgData name="Robert de Groote" userId="2ce5265b-80a0-4fb8-a62a-8035e9b0c45a" providerId="ADAL" clId="{A80E4885-7617-4261-AD60-182D3446E97F}" dt="2025-10-02T12:28:53.287" v="47581" actId="1076"/>
          <ac:spMkLst>
            <pc:docMk/>
            <pc:sldMk cId="3897517976" sldId="488"/>
            <ac:spMk id="13" creationId="{F09532AF-D111-305C-63B9-6399700AE7AA}"/>
          </ac:spMkLst>
        </pc:spChg>
        <pc:spChg chg="add mod">
          <ac:chgData name="Robert de Groote" userId="2ce5265b-80a0-4fb8-a62a-8035e9b0c45a" providerId="ADAL" clId="{A80E4885-7617-4261-AD60-182D3446E97F}" dt="2025-10-02T12:40:37.528" v="48060"/>
          <ac:spMkLst>
            <pc:docMk/>
            <pc:sldMk cId="3897517976" sldId="488"/>
            <ac:spMk id="14" creationId="{7390372B-A162-B5AE-2C06-E261F13CC147}"/>
          </ac:spMkLst>
        </pc:spChg>
        <pc:spChg chg="add mod">
          <ac:chgData name="Robert de Groote" userId="2ce5265b-80a0-4fb8-a62a-8035e9b0c45a" providerId="ADAL" clId="{A80E4885-7617-4261-AD60-182D3446E97F}" dt="2025-10-02T12:32:47.065" v="47838"/>
          <ac:spMkLst>
            <pc:docMk/>
            <pc:sldMk cId="3897517976" sldId="488"/>
            <ac:spMk id="27" creationId="{DC611D0E-C146-FE8F-C03B-D55319042FED}"/>
          </ac:spMkLst>
        </pc:spChg>
        <pc:spChg chg="add mod">
          <ac:chgData name="Robert de Groote" userId="2ce5265b-80a0-4fb8-a62a-8035e9b0c45a" providerId="ADAL" clId="{A80E4885-7617-4261-AD60-182D3446E97F}" dt="2025-10-02T12:32:44.352" v="47796"/>
          <ac:spMkLst>
            <pc:docMk/>
            <pc:sldMk cId="3897517976" sldId="488"/>
            <ac:spMk id="28" creationId="{E25DE2DC-95EA-5699-8016-72744B3431D1}"/>
          </ac:spMkLst>
        </pc:spChg>
        <pc:spChg chg="mod">
          <ac:chgData name="Robert de Groote" userId="2ce5265b-80a0-4fb8-a62a-8035e9b0c45a" providerId="ADAL" clId="{A80E4885-7617-4261-AD60-182D3446E97F}" dt="2025-10-02T12:32:47.062" v="47834"/>
          <ac:spMkLst>
            <pc:docMk/>
            <pc:sldMk cId="3897517976" sldId="488"/>
            <ac:spMk id="37" creationId="{2C41C71D-6EB8-D30E-56F3-0A1E2C899144}"/>
          </ac:spMkLst>
        </pc:spChg>
        <pc:spChg chg="mod">
          <ac:chgData name="Robert de Groote" userId="2ce5265b-80a0-4fb8-a62a-8035e9b0c45a" providerId="ADAL" clId="{A80E4885-7617-4261-AD60-182D3446E97F}" dt="2025-10-02T12:32:44.349" v="47792"/>
          <ac:spMkLst>
            <pc:docMk/>
            <pc:sldMk cId="3897517976" sldId="488"/>
            <ac:spMk id="38" creationId="{6B591023-C62C-99D4-97FA-89492D1E5B4B}"/>
          </ac:spMkLst>
        </pc:spChg>
        <pc:spChg chg="add mod">
          <ac:chgData name="Robert de Groote" userId="2ce5265b-80a0-4fb8-a62a-8035e9b0c45a" providerId="ADAL" clId="{A80E4885-7617-4261-AD60-182D3446E97F}" dt="2025-10-02T13:08:05.801" v="48249" actId="122"/>
          <ac:spMkLst>
            <pc:docMk/>
            <pc:sldMk cId="3897517976" sldId="488"/>
            <ac:spMk id="42" creationId="{53FDBFBA-6EB5-E837-5B90-0996CFBAE22B}"/>
          </ac:spMkLst>
        </pc:spChg>
      </pc:sldChg>
      <pc:sldChg chg="addSp delSp modSp add mod modTransition delAnim modAnim">
        <pc:chgData name="Robert de Groote" userId="2ce5265b-80a0-4fb8-a62a-8035e9b0c45a" providerId="ADAL" clId="{A80E4885-7617-4261-AD60-182D3446E97F}" dt="2025-10-02T12:36:59.800" v="47986"/>
        <pc:sldMkLst>
          <pc:docMk/>
          <pc:sldMk cId="1109558419" sldId="489"/>
        </pc:sldMkLst>
      </pc:sldChg>
      <pc:sldChg chg="addSp modSp add del mod modTransition modAnim">
        <pc:chgData name="Robert de Groote" userId="2ce5265b-80a0-4fb8-a62a-8035e9b0c45a" providerId="ADAL" clId="{A80E4885-7617-4261-AD60-182D3446E97F}" dt="2025-10-02T12:34:36.439" v="47952" actId="47"/>
        <pc:sldMkLst>
          <pc:docMk/>
          <pc:sldMk cId="1368538201" sldId="489"/>
        </pc:sldMkLst>
      </pc:sldChg>
      <pc:sldChg chg="add del ord">
        <pc:chgData name="Robert de Groote" userId="2ce5265b-80a0-4fb8-a62a-8035e9b0c45a" providerId="ADAL" clId="{A80E4885-7617-4261-AD60-182D3446E97F}" dt="2025-10-02T14:23:59.413" v="54939" actId="47"/>
        <pc:sldMkLst>
          <pc:docMk/>
          <pc:sldMk cId="203083536" sldId="490"/>
        </pc:sldMkLst>
      </pc:sldChg>
      <pc:sldChg chg="addSp delSp modSp add mod modAnim">
        <pc:chgData name="Robert de Groote" userId="2ce5265b-80a0-4fb8-a62a-8035e9b0c45a" providerId="ADAL" clId="{A80E4885-7617-4261-AD60-182D3446E97F}" dt="2025-10-02T15:28:03.370" v="56482"/>
        <pc:sldMkLst>
          <pc:docMk/>
          <pc:sldMk cId="3334462605" sldId="491"/>
        </pc:sldMkLst>
        <pc:spChg chg="mod">
          <ac:chgData name="Robert de Groote" userId="2ce5265b-80a0-4fb8-a62a-8035e9b0c45a" providerId="ADAL" clId="{A80E4885-7617-4261-AD60-182D3446E97F}" dt="2025-10-02T13:28:49.098" v="49192" actId="14100"/>
          <ac:spMkLst>
            <pc:docMk/>
            <pc:sldMk cId="3334462605" sldId="491"/>
            <ac:spMk id="12" creationId="{F0EFD089-F594-9A2F-3F7B-2F7136C0AACE}"/>
          </ac:spMkLst>
        </pc:spChg>
        <pc:spChg chg="mod">
          <ac:chgData name="Robert de Groote" userId="2ce5265b-80a0-4fb8-a62a-8035e9b0c45a" providerId="ADAL" clId="{A80E4885-7617-4261-AD60-182D3446E97F}" dt="2025-10-02T15:27:45.809" v="56477" actId="164"/>
          <ac:spMkLst>
            <pc:docMk/>
            <pc:sldMk cId="3334462605" sldId="491"/>
            <ac:spMk id="13" creationId="{60BBD0FA-5FEE-E661-DE9D-5ACA1D987AC6}"/>
          </ac:spMkLst>
        </pc:spChg>
        <pc:spChg chg="mod">
          <ac:chgData name="Robert de Groote" userId="2ce5265b-80a0-4fb8-a62a-8035e9b0c45a" providerId="ADAL" clId="{A80E4885-7617-4261-AD60-182D3446E97F}" dt="2025-10-02T15:27:45.809" v="56477" actId="164"/>
          <ac:spMkLst>
            <pc:docMk/>
            <pc:sldMk cId="3334462605" sldId="491"/>
            <ac:spMk id="16" creationId="{CE474F58-CA51-273E-FCDA-472E2631B223}"/>
          </ac:spMkLst>
        </pc:spChg>
        <pc:spChg chg="add mod">
          <ac:chgData name="Robert de Groote" userId="2ce5265b-80a0-4fb8-a62a-8035e9b0c45a" providerId="ADAL" clId="{A80E4885-7617-4261-AD60-182D3446E97F}" dt="2025-10-02T13:31:53.154" v="49212" actId="1076"/>
          <ac:spMkLst>
            <pc:docMk/>
            <pc:sldMk cId="3334462605" sldId="491"/>
            <ac:spMk id="22" creationId="{DE165FA3-3483-CF4B-3611-21BEB63C6F1E}"/>
          </ac:spMkLst>
        </pc:spChg>
        <pc:spChg chg="mod">
          <ac:chgData name="Robert de Groote" userId="2ce5265b-80a0-4fb8-a62a-8035e9b0c45a" providerId="ADAL" clId="{A80E4885-7617-4261-AD60-182D3446E97F}" dt="2025-10-02T15:27:45.809" v="56477" actId="164"/>
          <ac:spMkLst>
            <pc:docMk/>
            <pc:sldMk cId="3334462605" sldId="491"/>
            <ac:spMk id="23" creationId="{532B4A03-8ED8-7F2F-190A-618C4CE19C81}"/>
          </ac:spMkLst>
        </pc:spChg>
        <pc:spChg chg="mod">
          <ac:chgData name="Robert de Groote" userId="2ce5265b-80a0-4fb8-a62a-8035e9b0c45a" providerId="ADAL" clId="{A80E4885-7617-4261-AD60-182D3446E97F}" dt="2025-10-02T13:28:46.712" v="49191" actId="14100"/>
          <ac:spMkLst>
            <pc:docMk/>
            <pc:sldMk cId="3334462605" sldId="491"/>
            <ac:spMk id="56" creationId="{2AFDAE60-6FDA-30EA-1924-3586FD1F23E8}"/>
          </ac:spMkLst>
        </pc:spChg>
        <pc:grpChg chg="add mod">
          <ac:chgData name="Robert de Groote" userId="2ce5265b-80a0-4fb8-a62a-8035e9b0c45a" providerId="ADAL" clId="{A80E4885-7617-4261-AD60-182D3446E97F}" dt="2025-10-02T15:27:49.391" v="56479" actId="1076"/>
          <ac:grpSpMkLst>
            <pc:docMk/>
            <pc:sldMk cId="3334462605" sldId="491"/>
            <ac:grpSpMk id="25" creationId="{9FD99A56-8AD8-12C2-E36C-9D97BBAB4A06}"/>
          </ac:grpSpMkLst>
        </pc:grpChg>
        <pc:cxnChg chg="add mod">
          <ac:chgData name="Robert de Groote" userId="2ce5265b-80a0-4fb8-a62a-8035e9b0c45a" providerId="ADAL" clId="{A80E4885-7617-4261-AD60-182D3446E97F}" dt="2025-10-02T15:27:45.809" v="56477" actId="164"/>
          <ac:cxnSpMkLst>
            <pc:docMk/>
            <pc:sldMk cId="3334462605" sldId="491"/>
            <ac:cxnSpMk id="7" creationId="{DFB39893-23AD-748E-BCAD-800815C1CDEE}"/>
          </ac:cxnSpMkLst>
        </pc:cxnChg>
        <pc:cxnChg chg="mod">
          <ac:chgData name="Robert de Groote" userId="2ce5265b-80a0-4fb8-a62a-8035e9b0c45a" providerId="ADAL" clId="{A80E4885-7617-4261-AD60-182D3446E97F}" dt="2025-10-02T15:27:45.809" v="56477" actId="164"/>
          <ac:cxnSpMkLst>
            <pc:docMk/>
            <pc:sldMk cId="3334462605" sldId="491"/>
            <ac:cxnSpMk id="10" creationId="{72474205-CF49-8A96-0227-9B5E0D03F428}"/>
          </ac:cxnSpMkLst>
        </pc:cxnChg>
        <pc:cxnChg chg="mod">
          <ac:chgData name="Robert de Groote" userId="2ce5265b-80a0-4fb8-a62a-8035e9b0c45a" providerId="ADAL" clId="{A80E4885-7617-4261-AD60-182D3446E97F}" dt="2025-10-02T15:27:45.809" v="56477" actId="164"/>
          <ac:cxnSpMkLst>
            <pc:docMk/>
            <pc:sldMk cId="3334462605" sldId="491"/>
            <ac:cxnSpMk id="65" creationId="{27AEBE39-B302-D923-F7F4-C01F45DD7404}"/>
          </ac:cxnSpMkLst>
        </pc:cxnChg>
        <pc:cxnChg chg="mod">
          <ac:chgData name="Robert de Groote" userId="2ce5265b-80a0-4fb8-a62a-8035e9b0c45a" providerId="ADAL" clId="{A80E4885-7617-4261-AD60-182D3446E97F}" dt="2025-10-02T15:27:45.809" v="56477" actId="164"/>
          <ac:cxnSpMkLst>
            <pc:docMk/>
            <pc:sldMk cId="3334462605" sldId="491"/>
            <ac:cxnSpMk id="67" creationId="{0400EEA2-B208-7B07-F76C-6917D49BB48A}"/>
          </ac:cxnSpMkLst>
        </pc:cxnChg>
      </pc:sldChg>
      <pc:sldChg chg="addSp delSp modSp add mod modAnim">
        <pc:chgData name="Robert de Groote" userId="2ce5265b-80a0-4fb8-a62a-8035e9b0c45a" providerId="ADAL" clId="{A80E4885-7617-4261-AD60-182D3446E97F}" dt="2025-10-02T17:31:19.535" v="57445"/>
        <pc:sldMkLst>
          <pc:docMk/>
          <pc:sldMk cId="1221816728" sldId="492"/>
        </pc:sldMkLst>
        <pc:spChg chg="mod">
          <ac:chgData name="Robert de Groote" userId="2ce5265b-80a0-4fb8-a62a-8035e9b0c45a" providerId="ADAL" clId="{A80E4885-7617-4261-AD60-182D3446E97F}" dt="2025-10-02T17:30:48.674" v="57441" actId="14100"/>
          <ac:spMkLst>
            <pc:docMk/>
            <pc:sldMk cId="1221816728" sldId="492"/>
            <ac:spMk id="3" creationId="{12C88C10-F017-5875-27E3-07D726C3DA49}"/>
          </ac:spMkLst>
        </pc:spChg>
        <pc:spChg chg="add mod">
          <ac:chgData name="Robert de Groote" userId="2ce5265b-80a0-4fb8-a62a-8035e9b0c45a" providerId="ADAL" clId="{A80E4885-7617-4261-AD60-182D3446E97F}" dt="2025-10-02T14:06:03.195" v="49925"/>
          <ac:spMkLst>
            <pc:docMk/>
            <pc:sldMk cId="1221816728" sldId="492"/>
            <ac:spMk id="4" creationId="{3991ABA1-B7A9-92A1-D69C-83B45A2D383B}"/>
          </ac:spMkLst>
        </pc:spChg>
        <pc:spChg chg="add mod">
          <ac:chgData name="Robert de Groote" userId="2ce5265b-80a0-4fb8-a62a-8035e9b0c45a" providerId="ADAL" clId="{A80E4885-7617-4261-AD60-182D3446E97F}" dt="2025-10-02T14:06:03.195" v="49926"/>
          <ac:spMkLst>
            <pc:docMk/>
            <pc:sldMk cId="1221816728" sldId="492"/>
            <ac:spMk id="20" creationId="{88E1A351-1218-CDB5-6972-CBF7A1EE356F}"/>
          </ac:spMkLst>
        </pc:spChg>
        <pc:spChg chg="add mod">
          <ac:chgData name="Robert de Groote" userId="2ce5265b-80a0-4fb8-a62a-8035e9b0c45a" providerId="ADAL" clId="{A80E4885-7617-4261-AD60-182D3446E97F}" dt="2025-10-02T14:06:03.196" v="49927"/>
          <ac:spMkLst>
            <pc:docMk/>
            <pc:sldMk cId="1221816728" sldId="492"/>
            <ac:spMk id="21" creationId="{D40914A9-F0F6-D2FC-8836-04A9F9E46F7B}"/>
          </ac:spMkLst>
        </pc:spChg>
        <pc:spChg chg="add mod">
          <ac:chgData name="Robert de Groote" userId="2ce5265b-80a0-4fb8-a62a-8035e9b0c45a" providerId="ADAL" clId="{A80E4885-7617-4261-AD60-182D3446E97F}" dt="2025-10-02T14:06:03.196" v="49928"/>
          <ac:spMkLst>
            <pc:docMk/>
            <pc:sldMk cId="1221816728" sldId="492"/>
            <ac:spMk id="22" creationId="{C604D3EB-68C8-19CE-5F58-4C5C7ABCA627}"/>
          </ac:spMkLst>
        </pc:spChg>
        <pc:spChg chg="add mod">
          <ac:chgData name="Robert de Groote" userId="2ce5265b-80a0-4fb8-a62a-8035e9b0c45a" providerId="ADAL" clId="{A80E4885-7617-4261-AD60-182D3446E97F}" dt="2025-10-02T14:06:03.199" v="49938"/>
          <ac:spMkLst>
            <pc:docMk/>
            <pc:sldMk cId="1221816728" sldId="492"/>
            <ac:spMk id="32" creationId="{27FD58D3-EFE4-B43D-9F34-3BFD840B6323}"/>
          </ac:spMkLst>
        </pc:spChg>
        <pc:spChg chg="add mod">
          <ac:chgData name="Robert de Groote" userId="2ce5265b-80a0-4fb8-a62a-8035e9b0c45a" providerId="ADAL" clId="{A80E4885-7617-4261-AD60-182D3446E97F}" dt="2025-10-02T14:06:03.199" v="49939"/>
          <ac:spMkLst>
            <pc:docMk/>
            <pc:sldMk cId="1221816728" sldId="492"/>
            <ac:spMk id="33" creationId="{4A8E4297-EC24-7408-7B5A-32DA58FC7793}"/>
          </ac:spMkLst>
        </pc:spChg>
        <pc:spChg chg="add mod">
          <ac:chgData name="Robert de Groote" userId="2ce5265b-80a0-4fb8-a62a-8035e9b0c45a" providerId="ADAL" clId="{A80E4885-7617-4261-AD60-182D3446E97F}" dt="2025-10-02T14:07:13.743" v="49997"/>
          <ac:spMkLst>
            <pc:docMk/>
            <pc:sldMk cId="1221816728" sldId="492"/>
            <ac:spMk id="35" creationId="{749E0262-0BF2-5F28-ED40-AD67433820F5}"/>
          </ac:spMkLst>
        </pc:spChg>
        <pc:spChg chg="add mod">
          <ac:chgData name="Robert de Groote" userId="2ce5265b-80a0-4fb8-a62a-8035e9b0c45a" providerId="ADAL" clId="{A80E4885-7617-4261-AD60-182D3446E97F}" dt="2025-10-02T14:07:18.956" v="50005" actId="6549"/>
          <ac:spMkLst>
            <pc:docMk/>
            <pc:sldMk cId="1221816728" sldId="492"/>
            <ac:spMk id="36" creationId="{BA1EFA31-433A-C44E-0670-0C9D288AC8D0}"/>
          </ac:spMkLst>
        </pc:spChg>
        <pc:spChg chg="add mod">
          <ac:chgData name="Robert de Groote" userId="2ce5265b-80a0-4fb8-a62a-8035e9b0c45a" providerId="ADAL" clId="{A80E4885-7617-4261-AD60-182D3446E97F}" dt="2025-10-02T14:06:50.543" v="49957"/>
          <ac:spMkLst>
            <pc:docMk/>
            <pc:sldMk cId="1221816728" sldId="492"/>
            <ac:spMk id="37" creationId="{C81BC5F6-314A-799A-B954-497F4B562368}"/>
          </ac:spMkLst>
        </pc:spChg>
        <pc:spChg chg="add mod">
          <ac:chgData name="Robert de Groote" userId="2ce5265b-80a0-4fb8-a62a-8035e9b0c45a" providerId="ADAL" clId="{A80E4885-7617-4261-AD60-182D3446E97F}" dt="2025-10-02T14:07:22.280" v="50007" actId="6549"/>
          <ac:spMkLst>
            <pc:docMk/>
            <pc:sldMk cId="1221816728" sldId="492"/>
            <ac:spMk id="38" creationId="{CDE67363-9ED4-54B3-AAE6-3993BECC3CC5}"/>
          </ac:spMkLst>
        </pc:spChg>
        <pc:spChg chg="add mod ord">
          <ac:chgData name="Robert de Groote" userId="2ce5265b-80a0-4fb8-a62a-8035e9b0c45a" providerId="ADAL" clId="{A80E4885-7617-4261-AD60-182D3446E97F}" dt="2025-10-02T14:08:56.877" v="52243"/>
          <ac:spMkLst>
            <pc:docMk/>
            <pc:sldMk cId="1221816728" sldId="492"/>
            <ac:spMk id="42" creationId="{A8093C2E-3A99-3654-4585-8646DF2465ED}"/>
          </ac:spMkLst>
        </pc:spChg>
        <pc:spChg chg="add mod ord">
          <ac:chgData name="Robert de Groote" userId="2ce5265b-80a0-4fb8-a62a-8035e9b0c45a" providerId="ADAL" clId="{A80E4885-7617-4261-AD60-182D3446E97F}" dt="2025-10-02T14:08:56.902" v="52333"/>
          <ac:spMkLst>
            <pc:docMk/>
            <pc:sldMk cId="1221816728" sldId="492"/>
            <ac:spMk id="45" creationId="{F60F7CAF-AFA5-B53C-F04B-E8F7BB115200}"/>
          </ac:spMkLst>
        </pc:spChg>
        <pc:spChg chg="add mod ord">
          <ac:chgData name="Robert de Groote" userId="2ce5265b-80a0-4fb8-a62a-8035e9b0c45a" providerId="ADAL" clId="{A80E4885-7617-4261-AD60-182D3446E97F}" dt="2025-10-02T14:08:56.894" v="52303"/>
          <ac:spMkLst>
            <pc:docMk/>
            <pc:sldMk cId="1221816728" sldId="492"/>
            <ac:spMk id="46" creationId="{732388EC-15A7-76DA-042B-DE07C056D891}"/>
          </ac:spMkLst>
        </pc:spChg>
        <pc:spChg chg="add mod ord">
          <ac:chgData name="Robert de Groote" userId="2ce5265b-80a0-4fb8-a62a-8035e9b0c45a" providerId="ADAL" clId="{A80E4885-7617-4261-AD60-182D3446E97F}" dt="2025-10-02T14:08:56.885" v="52273"/>
          <ac:spMkLst>
            <pc:docMk/>
            <pc:sldMk cId="1221816728" sldId="492"/>
            <ac:spMk id="47" creationId="{EAECC45E-647C-7C96-9B73-A1A67CF290A7}"/>
          </ac:spMkLst>
        </pc:spChg>
        <pc:spChg chg="add mod">
          <ac:chgData name="Robert de Groote" userId="2ce5265b-80a0-4fb8-a62a-8035e9b0c45a" providerId="ADAL" clId="{A80E4885-7617-4261-AD60-182D3446E97F}" dt="2025-10-02T17:30:43.657" v="57439" actId="14100"/>
          <ac:spMkLst>
            <pc:docMk/>
            <pc:sldMk cId="1221816728" sldId="492"/>
            <ac:spMk id="173" creationId="{12DE8839-D6E4-0558-6531-9B8788F17F51}"/>
          </ac:spMkLst>
        </pc:spChg>
        <pc:cxnChg chg="mod">
          <ac:chgData name="Robert de Groote" userId="2ce5265b-80a0-4fb8-a62a-8035e9b0c45a" providerId="ADAL" clId="{A80E4885-7617-4261-AD60-182D3446E97F}" dt="2025-10-02T14:06:03.196" v="49929"/>
          <ac:cxnSpMkLst>
            <pc:docMk/>
            <pc:sldMk cId="1221816728" sldId="492"/>
            <ac:cxnSpMk id="23" creationId="{3617A5BD-C1DE-DBE8-4675-71F90253DF71}"/>
          </ac:cxnSpMkLst>
        </pc:cxnChg>
        <pc:cxnChg chg="mod">
          <ac:chgData name="Robert de Groote" userId="2ce5265b-80a0-4fb8-a62a-8035e9b0c45a" providerId="ADAL" clId="{A80E4885-7617-4261-AD60-182D3446E97F}" dt="2025-10-02T14:06:03.196" v="49930"/>
          <ac:cxnSpMkLst>
            <pc:docMk/>
            <pc:sldMk cId="1221816728" sldId="492"/>
            <ac:cxnSpMk id="24" creationId="{56286208-0B4A-C80E-42AA-6951DF3222B3}"/>
          </ac:cxnSpMkLst>
        </pc:cxnChg>
        <pc:cxnChg chg="add mod">
          <ac:chgData name="Robert de Groote" userId="2ce5265b-80a0-4fb8-a62a-8035e9b0c45a" providerId="ADAL" clId="{A80E4885-7617-4261-AD60-182D3446E97F}" dt="2025-10-02T14:06:03.197" v="49931"/>
          <ac:cxnSpMkLst>
            <pc:docMk/>
            <pc:sldMk cId="1221816728" sldId="492"/>
            <ac:cxnSpMk id="25" creationId="{67FCA5BD-EEF0-9788-D646-EDC5FE17AD97}"/>
          </ac:cxnSpMkLst>
        </pc:cxnChg>
        <pc:cxnChg chg="add mod">
          <ac:chgData name="Robert de Groote" userId="2ce5265b-80a0-4fb8-a62a-8035e9b0c45a" providerId="ADAL" clId="{A80E4885-7617-4261-AD60-182D3446E97F}" dt="2025-10-02T14:19:17.976" v="54909" actId="962"/>
          <ac:cxnSpMkLst>
            <pc:docMk/>
            <pc:sldMk cId="1221816728" sldId="492"/>
            <ac:cxnSpMk id="26" creationId="{BC4D2836-E2A2-DC2E-06D1-A5E6687131DA}"/>
          </ac:cxnSpMkLst>
        </pc:cxnChg>
        <pc:cxnChg chg="add mod">
          <ac:chgData name="Robert de Groote" userId="2ce5265b-80a0-4fb8-a62a-8035e9b0c45a" providerId="ADAL" clId="{A80E4885-7617-4261-AD60-182D3446E97F}" dt="2025-10-02T14:06:03.197" v="49933"/>
          <ac:cxnSpMkLst>
            <pc:docMk/>
            <pc:sldMk cId="1221816728" sldId="492"/>
            <ac:cxnSpMk id="27" creationId="{10A42B48-F1FE-88A8-DC47-10C938065918}"/>
          </ac:cxnSpMkLst>
        </pc:cxnChg>
        <pc:cxnChg chg="add mod">
          <ac:chgData name="Robert de Groote" userId="2ce5265b-80a0-4fb8-a62a-8035e9b0c45a" providerId="ADAL" clId="{A80E4885-7617-4261-AD60-182D3446E97F}" dt="2025-10-02T14:06:03.197" v="49934"/>
          <ac:cxnSpMkLst>
            <pc:docMk/>
            <pc:sldMk cId="1221816728" sldId="492"/>
            <ac:cxnSpMk id="28" creationId="{BA834178-CF7F-D309-356A-8E0904D4EF18}"/>
          </ac:cxnSpMkLst>
        </pc:cxnChg>
        <pc:cxnChg chg="mod">
          <ac:chgData name="Robert de Groote" userId="2ce5265b-80a0-4fb8-a62a-8035e9b0c45a" providerId="ADAL" clId="{A80E4885-7617-4261-AD60-182D3446E97F}" dt="2025-10-02T14:06:03.198" v="49935"/>
          <ac:cxnSpMkLst>
            <pc:docMk/>
            <pc:sldMk cId="1221816728" sldId="492"/>
            <ac:cxnSpMk id="29" creationId="{41CB4858-8D87-1D84-EF30-B145023A9241}"/>
          </ac:cxnSpMkLst>
        </pc:cxnChg>
        <pc:cxnChg chg="mod">
          <ac:chgData name="Robert de Groote" userId="2ce5265b-80a0-4fb8-a62a-8035e9b0c45a" providerId="ADAL" clId="{A80E4885-7617-4261-AD60-182D3446E97F}" dt="2025-10-02T14:06:03.198" v="49936"/>
          <ac:cxnSpMkLst>
            <pc:docMk/>
            <pc:sldMk cId="1221816728" sldId="492"/>
            <ac:cxnSpMk id="30" creationId="{5FEDB93C-46B4-CCAB-AD3E-CDC2D9F7C57C}"/>
          </ac:cxnSpMkLst>
        </pc:cxnChg>
        <pc:cxnChg chg="mod">
          <ac:chgData name="Robert de Groote" userId="2ce5265b-80a0-4fb8-a62a-8035e9b0c45a" providerId="ADAL" clId="{A80E4885-7617-4261-AD60-182D3446E97F}" dt="2025-10-02T14:06:03.198" v="49937"/>
          <ac:cxnSpMkLst>
            <pc:docMk/>
            <pc:sldMk cId="1221816728" sldId="492"/>
            <ac:cxnSpMk id="31" creationId="{AFFA054D-1DEE-037C-0382-AA0E96E287E0}"/>
          </ac:cxnSpMkLst>
        </pc:cxnChg>
      </pc:sldChg>
      <pc:sldChg chg="addSp delSp modSp add mod modAnim">
        <pc:chgData name="Robert de Groote" userId="2ce5265b-80a0-4fb8-a62a-8035e9b0c45a" providerId="ADAL" clId="{A80E4885-7617-4261-AD60-182D3446E97F}" dt="2025-10-02T17:32:35.278" v="57490"/>
        <pc:sldMkLst>
          <pc:docMk/>
          <pc:sldMk cId="3547698706" sldId="493"/>
        </pc:sldMkLst>
        <pc:spChg chg="mod">
          <ac:chgData name="Robert de Groote" userId="2ce5265b-80a0-4fb8-a62a-8035e9b0c45a" providerId="ADAL" clId="{A80E4885-7617-4261-AD60-182D3446E97F}" dt="2025-10-02T17:30:59.662" v="57443" actId="14100"/>
          <ac:spMkLst>
            <pc:docMk/>
            <pc:sldMk cId="3547698706" sldId="493"/>
            <ac:spMk id="3" creationId="{2693C532-EA49-85AB-F8E0-F7F5BA371712}"/>
          </ac:spMkLst>
        </pc:spChg>
        <pc:spChg chg="add mod">
          <ac:chgData name="Robert de Groote" userId="2ce5265b-80a0-4fb8-a62a-8035e9b0c45a" providerId="ADAL" clId="{A80E4885-7617-4261-AD60-182D3446E97F}" dt="2025-10-02T17:31:37.871" v="57458" actId="14100"/>
          <ac:spMkLst>
            <pc:docMk/>
            <pc:sldMk cId="3547698706" sldId="493"/>
            <ac:spMk id="5" creationId="{70364E9E-4982-61FA-2C00-24B27E570F31}"/>
          </ac:spMkLst>
        </pc:spChg>
        <pc:spChg chg="mod">
          <ac:chgData name="Robert de Groote" userId="2ce5265b-80a0-4fb8-a62a-8035e9b0c45a" providerId="ADAL" clId="{A80E4885-7617-4261-AD60-182D3446E97F}" dt="2025-10-02T14:11:08.680" v="52472" actId="207"/>
          <ac:spMkLst>
            <pc:docMk/>
            <pc:sldMk cId="3547698706" sldId="493"/>
            <ac:spMk id="20" creationId="{C4DEFAB2-B14E-447C-1914-8C1B7DF82BD8}"/>
          </ac:spMkLst>
        </pc:spChg>
        <pc:spChg chg="mod">
          <ac:chgData name="Robert de Groote" userId="2ce5265b-80a0-4fb8-a62a-8035e9b0c45a" providerId="ADAL" clId="{A80E4885-7617-4261-AD60-182D3446E97F}" dt="2025-10-02T14:11:13.369" v="52473" actId="108"/>
          <ac:spMkLst>
            <pc:docMk/>
            <pc:sldMk cId="3547698706" sldId="493"/>
            <ac:spMk id="21" creationId="{105C90A1-C25B-DA8D-61C9-856AA76DD1E0}"/>
          </ac:spMkLst>
        </pc:spChg>
        <pc:spChg chg="mod">
          <ac:chgData name="Robert de Groote" userId="2ce5265b-80a0-4fb8-a62a-8035e9b0c45a" providerId="ADAL" clId="{A80E4885-7617-4261-AD60-182D3446E97F}" dt="2025-10-02T14:11:14.355" v="52474" actId="108"/>
          <ac:spMkLst>
            <pc:docMk/>
            <pc:sldMk cId="3547698706" sldId="493"/>
            <ac:spMk id="22" creationId="{1CEA6D15-16C9-7F46-911F-8FB090A426A5}"/>
          </ac:spMkLst>
        </pc:spChg>
        <pc:cxnChg chg="mod">
          <ac:chgData name="Robert de Groote" userId="2ce5265b-80a0-4fb8-a62a-8035e9b0c45a" providerId="ADAL" clId="{A80E4885-7617-4261-AD60-182D3446E97F}" dt="2025-10-02T14:21:20.911" v="54930" actId="208"/>
          <ac:cxnSpMkLst>
            <pc:docMk/>
            <pc:sldMk cId="3547698706" sldId="493"/>
            <ac:cxnSpMk id="29" creationId="{45D42498-8200-F106-851A-151AF18EDC84}"/>
          </ac:cxnSpMkLst>
        </pc:cxnChg>
        <pc:cxnChg chg="mod">
          <ac:chgData name="Robert de Groote" userId="2ce5265b-80a0-4fb8-a62a-8035e9b0c45a" providerId="ADAL" clId="{A80E4885-7617-4261-AD60-182D3446E97F}" dt="2025-10-02T14:21:20.911" v="54930" actId="208"/>
          <ac:cxnSpMkLst>
            <pc:docMk/>
            <pc:sldMk cId="3547698706" sldId="493"/>
            <ac:cxnSpMk id="30" creationId="{BB5A4A50-AB19-5FC3-593C-39A50470DFBA}"/>
          </ac:cxnSpMkLst>
        </pc:cxnChg>
      </pc:sldChg>
      <pc:sldChg chg="addSp modSp add mod modAnim">
        <pc:chgData name="Robert de Groote" userId="2ce5265b-80a0-4fb8-a62a-8035e9b0c45a" providerId="ADAL" clId="{A80E4885-7617-4261-AD60-182D3446E97F}" dt="2025-10-02T17:32:57.771" v="57491"/>
        <pc:sldMkLst>
          <pc:docMk/>
          <pc:sldMk cId="3459538472" sldId="494"/>
        </pc:sldMkLst>
        <pc:spChg chg="mod">
          <ac:chgData name="Robert de Groote" userId="2ce5265b-80a0-4fb8-a62a-8035e9b0c45a" providerId="ADAL" clId="{A80E4885-7617-4261-AD60-182D3446E97F}" dt="2025-10-02T17:32:57.771" v="57491"/>
          <ac:spMkLst>
            <pc:docMk/>
            <pc:sldMk cId="3459538472" sldId="494"/>
            <ac:spMk id="3" creationId="{825544F0-7E59-9F27-62B1-C37F93AF72A8}"/>
          </ac:spMkLst>
        </pc:spChg>
        <pc:spChg chg="add mod">
          <ac:chgData name="Robert de Groote" userId="2ce5265b-80a0-4fb8-a62a-8035e9b0c45a" providerId="ADAL" clId="{A80E4885-7617-4261-AD60-182D3446E97F}" dt="2025-10-02T17:32:06.809" v="57483" actId="14100"/>
          <ac:spMkLst>
            <pc:docMk/>
            <pc:sldMk cId="3459538472" sldId="494"/>
            <ac:spMk id="5" creationId="{91DA7AB3-124A-2153-3FA9-01F01AEF2C6A}"/>
          </ac:spMkLst>
        </pc:spChg>
        <pc:spChg chg="mod">
          <ac:chgData name="Robert de Groote" userId="2ce5265b-80a0-4fb8-a62a-8035e9b0c45a" providerId="ADAL" clId="{A80E4885-7617-4261-AD60-182D3446E97F}" dt="2025-10-02T14:11:57.590" v="52480" actId="108"/>
          <ac:spMkLst>
            <pc:docMk/>
            <pc:sldMk cId="3459538472" sldId="494"/>
            <ac:spMk id="32" creationId="{EBCC4DBD-7902-B4BA-A451-32379B9F09EE}"/>
          </ac:spMkLst>
        </pc:spChg>
        <pc:cxnChg chg="mod">
          <ac:chgData name="Robert de Groote" userId="2ce5265b-80a0-4fb8-a62a-8035e9b0c45a" providerId="ADAL" clId="{A80E4885-7617-4261-AD60-182D3446E97F}" dt="2025-10-02T14:22:14.571" v="54933" actId="108"/>
          <ac:cxnSpMkLst>
            <pc:docMk/>
            <pc:sldMk cId="3459538472" sldId="494"/>
            <ac:cxnSpMk id="29" creationId="{DCE1867D-D9E3-4ECB-1E3E-6EEB732BAA15}"/>
          </ac:cxnSpMkLst>
        </pc:cxnChg>
        <pc:cxnChg chg="mod">
          <ac:chgData name="Robert de Groote" userId="2ce5265b-80a0-4fb8-a62a-8035e9b0c45a" providerId="ADAL" clId="{A80E4885-7617-4261-AD60-182D3446E97F}" dt="2025-10-02T14:22:13.287" v="54932" actId="108"/>
          <ac:cxnSpMkLst>
            <pc:docMk/>
            <pc:sldMk cId="3459538472" sldId="494"/>
            <ac:cxnSpMk id="30" creationId="{903DD333-B5CE-723B-161B-A3F3CC521637}"/>
          </ac:cxnSpMkLst>
        </pc:cxnChg>
      </pc:sldChg>
      <pc:sldChg chg="addSp delSp modSp add mod modAnim">
        <pc:chgData name="Robert de Groote" userId="2ce5265b-80a0-4fb8-a62a-8035e9b0c45a" providerId="ADAL" clId="{A80E4885-7617-4261-AD60-182D3446E97F}" dt="2025-10-02T17:32:59.936" v="57492"/>
        <pc:sldMkLst>
          <pc:docMk/>
          <pc:sldMk cId="3365416913" sldId="495"/>
        </pc:sldMkLst>
        <pc:spChg chg="mod">
          <ac:chgData name="Robert de Groote" userId="2ce5265b-80a0-4fb8-a62a-8035e9b0c45a" providerId="ADAL" clId="{A80E4885-7617-4261-AD60-182D3446E97F}" dt="2025-10-02T17:32:59.936" v="57492"/>
          <ac:spMkLst>
            <pc:docMk/>
            <pc:sldMk cId="3365416913" sldId="495"/>
            <ac:spMk id="3" creationId="{A4CFBDF7-6DC3-191C-C38B-344F047006B1}"/>
          </ac:spMkLst>
        </pc:spChg>
        <pc:spChg chg="mod">
          <ac:chgData name="Robert de Groote" userId="2ce5265b-80a0-4fb8-a62a-8035e9b0c45a" providerId="ADAL" clId="{A80E4885-7617-4261-AD60-182D3446E97F}" dt="2025-10-02T14:12:39.850" v="52484" actId="108"/>
          <ac:spMkLst>
            <pc:docMk/>
            <pc:sldMk cId="3365416913" sldId="495"/>
            <ac:spMk id="4" creationId="{8F805312-2585-5EA0-913C-5A776E8565D9}"/>
          </ac:spMkLst>
        </pc:spChg>
        <pc:spChg chg="add mod ord">
          <ac:chgData name="Robert de Groote" userId="2ce5265b-80a0-4fb8-a62a-8035e9b0c45a" providerId="ADAL" clId="{A80E4885-7617-4261-AD60-182D3446E97F}" dt="2025-10-02T14:13:50.491" v="54669"/>
          <ac:spMkLst>
            <pc:docMk/>
            <pc:sldMk cId="3365416913" sldId="495"/>
            <ac:spMk id="5" creationId="{71689D9B-31FC-5E47-02D2-2AE869121951}"/>
          </ac:spMkLst>
        </pc:spChg>
        <pc:spChg chg="add mod ord">
          <ac:chgData name="Robert de Groote" userId="2ce5265b-80a0-4fb8-a62a-8035e9b0c45a" providerId="ADAL" clId="{A80E4885-7617-4261-AD60-182D3446E97F}" dt="2025-10-02T14:13:50.556" v="54849"/>
          <ac:spMkLst>
            <pc:docMk/>
            <pc:sldMk cId="3365416913" sldId="495"/>
            <ac:spMk id="6" creationId="{16652609-7AE8-6F39-2ED0-C496BB5B4ACD}"/>
          </ac:spMkLst>
        </pc:spChg>
        <pc:spChg chg="add mod ord">
          <ac:chgData name="Robert de Groote" userId="2ce5265b-80a0-4fb8-a62a-8035e9b0c45a" providerId="ADAL" clId="{A80E4885-7617-4261-AD60-182D3446E97F}" dt="2025-10-02T14:13:50.546" v="54819"/>
          <ac:spMkLst>
            <pc:docMk/>
            <pc:sldMk cId="3365416913" sldId="495"/>
            <ac:spMk id="7" creationId="{6DBBBDD7-64E5-09F6-0F7F-C7175CB9B65F}"/>
          </ac:spMkLst>
        </pc:spChg>
        <pc:spChg chg="add mod ord">
          <ac:chgData name="Robert de Groote" userId="2ce5265b-80a0-4fb8-a62a-8035e9b0c45a" providerId="ADAL" clId="{A80E4885-7617-4261-AD60-182D3446E97F}" dt="2025-10-02T14:13:50.535" v="54789"/>
          <ac:spMkLst>
            <pc:docMk/>
            <pc:sldMk cId="3365416913" sldId="495"/>
            <ac:spMk id="8" creationId="{C150F8A5-60F7-4164-12D1-08A71CAE0966}"/>
          </ac:spMkLst>
        </pc:spChg>
        <pc:spChg chg="add mod ord">
          <ac:chgData name="Robert de Groote" userId="2ce5265b-80a0-4fb8-a62a-8035e9b0c45a" providerId="ADAL" clId="{A80E4885-7617-4261-AD60-182D3446E97F}" dt="2025-10-02T14:13:50.525" v="54759"/>
          <ac:spMkLst>
            <pc:docMk/>
            <pc:sldMk cId="3365416913" sldId="495"/>
            <ac:spMk id="9" creationId="{77FDA182-14C7-FFC6-5C28-434D393295B7}"/>
          </ac:spMkLst>
        </pc:spChg>
        <pc:spChg chg="add mod ord">
          <ac:chgData name="Robert de Groote" userId="2ce5265b-80a0-4fb8-a62a-8035e9b0c45a" providerId="ADAL" clId="{A80E4885-7617-4261-AD60-182D3446E97F}" dt="2025-10-02T14:13:50.515" v="54729"/>
          <ac:spMkLst>
            <pc:docMk/>
            <pc:sldMk cId="3365416913" sldId="495"/>
            <ac:spMk id="10" creationId="{CCD2C4C0-FD6E-EAC1-09EF-BCAF56AF0F94}"/>
          </ac:spMkLst>
        </pc:spChg>
        <pc:spChg chg="add mod ord">
          <ac:chgData name="Robert de Groote" userId="2ce5265b-80a0-4fb8-a62a-8035e9b0c45a" providerId="ADAL" clId="{A80E4885-7617-4261-AD60-182D3446E97F}" dt="2025-10-02T14:13:50.504" v="54699"/>
          <ac:spMkLst>
            <pc:docMk/>
            <pc:sldMk cId="3365416913" sldId="495"/>
            <ac:spMk id="11" creationId="{9F21D4DD-6A61-0964-A58E-4FC43DB519B1}"/>
          </ac:spMkLst>
        </pc:spChg>
        <pc:spChg chg="mod">
          <ac:chgData name="Robert de Groote" userId="2ce5265b-80a0-4fb8-a62a-8035e9b0c45a" providerId="ADAL" clId="{A80E4885-7617-4261-AD60-182D3446E97F}" dt="2025-10-02T14:12:40.656" v="52485" actId="108"/>
          <ac:spMkLst>
            <pc:docMk/>
            <pc:sldMk cId="3365416913" sldId="495"/>
            <ac:spMk id="33" creationId="{04A4714C-FDC0-3F0A-8B37-DED6F54CA9A0}"/>
          </ac:spMkLst>
        </pc:spChg>
        <pc:spChg chg="add mod">
          <ac:chgData name="Robert de Groote" userId="2ce5265b-80a0-4fb8-a62a-8035e9b0c45a" providerId="ADAL" clId="{A80E4885-7617-4261-AD60-182D3446E97F}" dt="2025-10-02T14:26:15.945" v="54945" actId="1076"/>
          <ac:spMkLst>
            <pc:docMk/>
            <pc:sldMk cId="3365416913" sldId="495"/>
            <ac:spMk id="168" creationId="{BA9A03B1-2ACC-7BCD-4E3A-1F784697A2CA}"/>
          </ac:spMkLst>
        </pc:spChg>
        <pc:cxnChg chg="mod">
          <ac:chgData name="Robert de Groote" userId="2ce5265b-80a0-4fb8-a62a-8035e9b0c45a" providerId="ADAL" clId="{A80E4885-7617-4261-AD60-182D3446E97F}" dt="2025-10-02T14:21:34.314" v="54931" actId="208"/>
          <ac:cxnSpMkLst>
            <pc:docMk/>
            <pc:sldMk cId="3365416913" sldId="495"/>
            <ac:cxnSpMk id="25" creationId="{80C27A00-2DCB-557E-1FFC-0F3FD6A1A02F}"/>
          </ac:cxnSpMkLst>
        </pc:cxnChg>
        <pc:cxnChg chg="mod">
          <ac:chgData name="Robert de Groote" userId="2ce5265b-80a0-4fb8-a62a-8035e9b0c45a" providerId="ADAL" clId="{A80E4885-7617-4261-AD60-182D3446E97F}" dt="2025-10-02T14:22:18.767" v="54935" actId="108"/>
          <ac:cxnSpMkLst>
            <pc:docMk/>
            <pc:sldMk cId="3365416913" sldId="495"/>
            <ac:cxnSpMk id="29" creationId="{8742E91D-7CB1-D3E4-87D7-E3263AFD9DDB}"/>
          </ac:cxnSpMkLst>
        </pc:cxnChg>
        <pc:cxnChg chg="mod">
          <ac:chgData name="Robert de Groote" userId="2ce5265b-80a0-4fb8-a62a-8035e9b0c45a" providerId="ADAL" clId="{A80E4885-7617-4261-AD60-182D3446E97F}" dt="2025-10-02T14:22:17.879" v="54934" actId="108"/>
          <ac:cxnSpMkLst>
            <pc:docMk/>
            <pc:sldMk cId="3365416913" sldId="495"/>
            <ac:cxnSpMk id="30" creationId="{3944056E-55A6-E520-8DA6-164CDBA06B59}"/>
          </ac:cxnSpMkLst>
        </pc:cxnChg>
      </pc:sldChg>
      <pc:sldChg chg="addSp delSp modSp add mod delAnim modAnim">
        <pc:chgData name="Robert de Groote" userId="2ce5265b-80a0-4fb8-a62a-8035e9b0c45a" providerId="ADAL" clId="{A80E4885-7617-4261-AD60-182D3446E97F}" dt="2025-10-02T15:11:40.603" v="56201"/>
        <pc:sldMkLst>
          <pc:docMk/>
          <pc:sldMk cId="1062304565" sldId="496"/>
        </pc:sldMkLst>
        <pc:spChg chg="mod">
          <ac:chgData name="Robert de Groote" userId="2ce5265b-80a0-4fb8-a62a-8035e9b0c45a" providerId="ADAL" clId="{A80E4885-7617-4261-AD60-182D3446E97F}" dt="2025-10-02T14:39:53.811" v="55698" actId="207"/>
          <ac:spMkLst>
            <pc:docMk/>
            <pc:sldMk cId="1062304565" sldId="496"/>
            <ac:spMk id="4" creationId="{8B24327F-A084-AA62-5BFD-7A888AD3A302}"/>
          </ac:spMkLst>
        </pc:spChg>
        <pc:spChg chg="mod">
          <ac:chgData name="Robert de Groote" userId="2ce5265b-80a0-4fb8-a62a-8035e9b0c45a" providerId="ADAL" clId="{A80E4885-7617-4261-AD60-182D3446E97F}" dt="2025-10-02T14:39:57.572" v="55699" actId="108"/>
          <ac:spMkLst>
            <pc:docMk/>
            <pc:sldMk cId="1062304565" sldId="496"/>
            <ac:spMk id="6" creationId="{87DBF75A-76A0-1748-F34E-0E50B90C36CE}"/>
          </ac:spMkLst>
        </pc:spChg>
        <pc:spChg chg="add mod modVis">
          <ac:chgData name="Robert de Groote" userId="2ce5265b-80a0-4fb8-a62a-8035e9b0c45a" providerId="ADAL" clId="{A80E4885-7617-4261-AD60-182D3446E97F}" dt="2025-10-02T14:56:47.064" v="55979" actId="14430"/>
          <ac:spMkLst>
            <pc:docMk/>
            <pc:sldMk cId="1062304565" sldId="496"/>
            <ac:spMk id="18" creationId="{A3024A54-A9D7-B800-8FE4-6BA3E647345E}"/>
          </ac:spMkLst>
        </pc:spChg>
        <pc:spChg chg="add mod ord modVis">
          <ac:chgData name="Robert de Groote" userId="2ce5265b-80a0-4fb8-a62a-8035e9b0c45a" providerId="ADAL" clId="{A80E4885-7617-4261-AD60-182D3446E97F}" dt="2025-10-02T14:56:43.108" v="55978" actId="14430"/>
          <ac:spMkLst>
            <pc:docMk/>
            <pc:sldMk cId="1062304565" sldId="496"/>
            <ac:spMk id="53" creationId="{0F88AD70-2A37-45D1-B15B-FE724805328B}"/>
          </ac:spMkLst>
        </pc:spChg>
        <pc:spChg chg="add mod">
          <ac:chgData name="Robert de Groote" userId="2ce5265b-80a0-4fb8-a62a-8035e9b0c45a" providerId="ADAL" clId="{A80E4885-7617-4261-AD60-182D3446E97F}" dt="2025-10-02T15:11:35.108" v="56198"/>
          <ac:spMkLst>
            <pc:docMk/>
            <pc:sldMk cId="1062304565" sldId="496"/>
            <ac:spMk id="256" creationId="{7F7E7F79-E8AF-1BAA-84EC-1DBDEF63A7D8}"/>
          </ac:spMkLst>
        </pc:spChg>
        <pc:spChg chg="mod ord">
          <ac:chgData name="Robert de Groote" userId="2ce5265b-80a0-4fb8-a62a-8035e9b0c45a" providerId="ADAL" clId="{A80E4885-7617-4261-AD60-182D3446E97F}" dt="2025-10-02T14:37:25.504" v="55360"/>
          <ac:spMkLst>
            <pc:docMk/>
            <pc:sldMk cId="1062304565" sldId="496"/>
            <ac:spMk id="281" creationId="{AAAC4C94-4D27-F720-C428-F96720629198}"/>
          </ac:spMkLst>
        </pc:spChg>
        <pc:spChg chg="mod ord">
          <ac:chgData name="Robert de Groote" userId="2ce5265b-80a0-4fb8-a62a-8035e9b0c45a" providerId="ADAL" clId="{A80E4885-7617-4261-AD60-182D3446E97F}" dt="2025-10-02T14:37:48.777" v="55658"/>
          <ac:spMkLst>
            <pc:docMk/>
            <pc:sldMk cId="1062304565" sldId="496"/>
            <ac:spMk id="282" creationId="{38857D73-D5B9-C2BB-05E4-747BD8331D2D}"/>
          </ac:spMkLst>
        </pc:spChg>
        <pc:spChg chg="mod">
          <ac:chgData name="Robert de Groote" userId="2ce5265b-80a0-4fb8-a62a-8035e9b0c45a" providerId="ADAL" clId="{A80E4885-7617-4261-AD60-182D3446E97F}" dt="2025-10-02T14:40:20.756" v="55701" actId="20577"/>
          <ac:spMkLst>
            <pc:docMk/>
            <pc:sldMk cId="1062304565" sldId="496"/>
            <ac:spMk id="283" creationId="{5E1A644B-0C74-1AFA-8546-F5C5F14F5E09}"/>
          </ac:spMkLst>
        </pc:spChg>
        <pc:spChg chg="mod">
          <ac:chgData name="Robert de Groote" userId="2ce5265b-80a0-4fb8-a62a-8035e9b0c45a" providerId="ADAL" clId="{A80E4885-7617-4261-AD60-182D3446E97F}" dt="2025-10-02T14:40:23.361" v="55703" actId="20577"/>
          <ac:spMkLst>
            <pc:docMk/>
            <pc:sldMk cId="1062304565" sldId="496"/>
            <ac:spMk id="284" creationId="{A2BB5A2F-F007-0E13-8BFE-8A3D21E06779}"/>
          </ac:spMkLst>
        </pc:spChg>
        <pc:spChg chg="mod ord">
          <ac:chgData name="Robert de Groote" userId="2ce5265b-80a0-4fb8-a62a-8035e9b0c45a" providerId="ADAL" clId="{A80E4885-7617-4261-AD60-182D3446E97F}" dt="2025-10-02T14:37:48.789" v="55672"/>
          <ac:spMkLst>
            <pc:docMk/>
            <pc:sldMk cId="1062304565" sldId="496"/>
            <ac:spMk id="285" creationId="{5D6BB891-F1D7-1D87-1571-58CA9AAF044A}"/>
          </ac:spMkLst>
        </pc:spChg>
        <pc:spChg chg="mod ord">
          <ac:chgData name="Robert de Groote" userId="2ce5265b-80a0-4fb8-a62a-8035e9b0c45a" providerId="ADAL" clId="{A80E4885-7617-4261-AD60-182D3446E97F}" dt="2025-10-02T14:40:40.704" v="55780"/>
          <ac:spMkLst>
            <pc:docMk/>
            <pc:sldMk cId="1062304565" sldId="496"/>
            <ac:spMk id="286" creationId="{E401B760-EA0D-FE62-79C2-F5E9AB6E742C}"/>
          </ac:spMkLst>
        </pc:spChg>
        <pc:spChg chg="mod topLvl">
          <ac:chgData name="Robert de Groote" userId="2ce5265b-80a0-4fb8-a62a-8035e9b0c45a" providerId="ADAL" clId="{A80E4885-7617-4261-AD60-182D3446E97F}" dt="2025-10-02T14:35:33.962" v="55079" actId="165"/>
          <ac:spMkLst>
            <pc:docMk/>
            <pc:sldMk cId="1062304565" sldId="496"/>
            <ac:spMk id="301" creationId="{3E7AC0E1-70F4-1987-A248-E6C4F481E672}"/>
          </ac:spMkLst>
        </pc:spChg>
        <pc:cxnChg chg="mod">
          <ac:chgData name="Robert de Groote" userId="2ce5265b-80a0-4fb8-a62a-8035e9b0c45a" providerId="ADAL" clId="{A80E4885-7617-4261-AD60-182D3446E97F}" dt="2025-10-02T15:00:04.992" v="56008" actId="208"/>
          <ac:cxnSpMkLst>
            <pc:docMk/>
            <pc:sldMk cId="1062304565" sldId="496"/>
            <ac:cxnSpMk id="11" creationId="{8B0E0600-388B-8DA5-5925-E3633CA136C3}"/>
          </ac:cxnSpMkLst>
        </pc:cxnChg>
        <pc:cxnChg chg="mod">
          <ac:chgData name="Robert de Groote" userId="2ce5265b-80a0-4fb8-a62a-8035e9b0c45a" providerId="ADAL" clId="{A80E4885-7617-4261-AD60-182D3446E97F}" dt="2025-10-02T15:00:04.992" v="56008" actId="208"/>
          <ac:cxnSpMkLst>
            <pc:docMk/>
            <pc:sldMk cId="1062304565" sldId="496"/>
            <ac:cxnSpMk id="15" creationId="{7A286CCF-25DB-B1D4-8895-662CBBF70F6A}"/>
          </ac:cxnSpMkLst>
        </pc:cxnChg>
        <pc:cxnChg chg="mod">
          <ac:chgData name="Robert de Groote" userId="2ce5265b-80a0-4fb8-a62a-8035e9b0c45a" providerId="ADAL" clId="{A80E4885-7617-4261-AD60-182D3446E97F}" dt="2025-10-02T15:00:04.992" v="56008" actId="208"/>
          <ac:cxnSpMkLst>
            <pc:docMk/>
            <pc:sldMk cId="1062304565" sldId="496"/>
            <ac:cxnSpMk id="19" creationId="{637BB86C-BA75-7DC8-5BE1-7E7F61D68BCB}"/>
          </ac:cxnSpMkLst>
        </pc:cxnChg>
        <pc:cxnChg chg="mod">
          <ac:chgData name="Robert de Groote" userId="2ce5265b-80a0-4fb8-a62a-8035e9b0c45a" providerId="ADAL" clId="{A80E4885-7617-4261-AD60-182D3446E97F}" dt="2025-10-02T15:00:04.992" v="56008" actId="208"/>
          <ac:cxnSpMkLst>
            <pc:docMk/>
            <pc:sldMk cId="1062304565" sldId="496"/>
            <ac:cxnSpMk id="22" creationId="{1EED7C06-4295-2B02-8BD1-895901DA656E}"/>
          </ac:cxnSpMkLst>
        </pc:cxnChg>
        <pc:cxnChg chg="mod">
          <ac:chgData name="Robert de Groote" userId="2ce5265b-80a0-4fb8-a62a-8035e9b0c45a" providerId="ADAL" clId="{A80E4885-7617-4261-AD60-182D3446E97F}" dt="2025-10-02T15:00:04.992" v="56008" actId="208"/>
          <ac:cxnSpMkLst>
            <pc:docMk/>
            <pc:sldMk cId="1062304565" sldId="496"/>
            <ac:cxnSpMk id="36" creationId="{56513E9E-A912-7C5F-C20C-43FEDA0D8BBA}"/>
          </ac:cxnSpMkLst>
        </pc:cxnChg>
        <pc:cxnChg chg="mod topLvl">
          <ac:chgData name="Robert de Groote" userId="2ce5265b-80a0-4fb8-a62a-8035e9b0c45a" providerId="ADAL" clId="{A80E4885-7617-4261-AD60-182D3446E97F}" dt="2025-10-02T14:35:41.727" v="55116"/>
          <ac:cxnSpMkLst>
            <pc:docMk/>
            <pc:sldMk cId="1062304565" sldId="496"/>
            <ac:cxnSpMk id="303" creationId="{76683C78-B798-4BE5-42E1-97563080FC24}"/>
          </ac:cxnSpMkLst>
        </pc:cxnChg>
        <pc:cxnChg chg="mod topLvl">
          <ac:chgData name="Robert de Groote" userId="2ce5265b-80a0-4fb8-a62a-8035e9b0c45a" providerId="ADAL" clId="{A80E4885-7617-4261-AD60-182D3446E97F}" dt="2025-10-02T14:35:37.510" v="55080" actId="165"/>
          <ac:cxnSpMkLst>
            <pc:docMk/>
            <pc:sldMk cId="1062304565" sldId="496"/>
            <ac:cxnSpMk id="304" creationId="{1F756BDD-34CD-12D7-3673-3C858CB99BDC}"/>
          </ac:cxnSpMkLst>
        </pc:cxnChg>
        <pc:cxnChg chg="mod topLvl">
          <ac:chgData name="Robert de Groote" userId="2ce5265b-80a0-4fb8-a62a-8035e9b0c45a" providerId="ADAL" clId="{A80E4885-7617-4261-AD60-182D3446E97F}" dt="2025-10-02T14:35:37.510" v="55080" actId="165"/>
          <ac:cxnSpMkLst>
            <pc:docMk/>
            <pc:sldMk cId="1062304565" sldId="496"/>
            <ac:cxnSpMk id="305" creationId="{4482C34D-2780-25A8-FCBE-50FF3CFC22CB}"/>
          </ac:cxnSpMkLst>
        </pc:cxnChg>
      </pc:sldChg>
      <pc:sldChg chg="add del">
        <pc:chgData name="Robert de Groote" userId="2ce5265b-80a0-4fb8-a62a-8035e9b0c45a" providerId="ADAL" clId="{A80E4885-7617-4261-AD60-182D3446E97F}" dt="2025-10-02T15:04:37.452" v="56081" actId="47"/>
        <pc:sldMkLst>
          <pc:docMk/>
          <pc:sldMk cId="3272431170" sldId="497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5:11:19.769" v="56192"/>
        <pc:sldMkLst>
          <pc:docMk/>
          <pc:sldMk cId="4144168035" sldId="498"/>
        </pc:sldMkLst>
        <pc:spChg chg="mod">
          <ac:chgData name="Robert de Groote" userId="2ce5265b-80a0-4fb8-a62a-8035e9b0c45a" providerId="ADAL" clId="{A80E4885-7617-4261-AD60-182D3446E97F}" dt="2025-10-02T14:43:00.369" v="55812" actId="108"/>
          <ac:spMkLst>
            <pc:docMk/>
            <pc:sldMk cId="4144168035" sldId="498"/>
            <ac:spMk id="8" creationId="{869EBA33-D5B2-E544-1CA7-B2A7926E657F}"/>
          </ac:spMkLst>
        </pc:spChg>
        <pc:spChg chg="mod">
          <ac:chgData name="Robert de Groote" userId="2ce5265b-80a0-4fb8-a62a-8035e9b0c45a" providerId="ADAL" clId="{A80E4885-7617-4261-AD60-182D3446E97F}" dt="2025-10-02T15:10:47.933" v="56183" actId="1076"/>
          <ac:spMkLst>
            <pc:docMk/>
            <pc:sldMk cId="4144168035" sldId="498"/>
            <ac:spMk id="10" creationId="{FE93BD0C-300F-1B8A-D48B-2BCB8A7FAD0A}"/>
          </ac:spMkLst>
        </pc:spChg>
        <pc:spChg chg="mod modVis">
          <ac:chgData name="Robert de Groote" userId="2ce5265b-80a0-4fb8-a62a-8035e9b0c45a" providerId="ADAL" clId="{A80E4885-7617-4261-AD60-182D3446E97F}" dt="2025-10-02T14:56:51.134" v="55981" actId="14430"/>
          <ac:spMkLst>
            <pc:docMk/>
            <pc:sldMk cId="4144168035" sldId="498"/>
            <ac:spMk id="18" creationId="{A5A45F9F-C5BC-C8D2-135E-3296E9FBE9F6}"/>
          </ac:spMkLst>
        </pc:spChg>
        <pc:spChg chg="mod modVis">
          <ac:chgData name="Robert de Groote" userId="2ce5265b-80a0-4fb8-a62a-8035e9b0c45a" providerId="ADAL" clId="{A80E4885-7617-4261-AD60-182D3446E97F}" dt="2025-10-02T14:56:50.043" v="55980" actId="14430"/>
          <ac:spMkLst>
            <pc:docMk/>
            <pc:sldMk cId="4144168035" sldId="498"/>
            <ac:spMk id="53" creationId="{4C93C89E-43A8-91C9-106A-178697F16807}"/>
          </ac:spMkLst>
        </pc:spChg>
        <pc:spChg chg="mod">
          <ac:chgData name="Robert de Groote" userId="2ce5265b-80a0-4fb8-a62a-8035e9b0c45a" providerId="ADAL" clId="{A80E4885-7617-4261-AD60-182D3446E97F}" dt="2025-10-02T14:46:38.195" v="55889" actId="20577"/>
          <ac:spMkLst>
            <pc:docMk/>
            <pc:sldMk cId="4144168035" sldId="498"/>
            <ac:spMk id="283" creationId="{7C9688BD-8BFA-3CBA-A94D-0EC42747D004}"/>
          </ac:spMkLst>
        </pc:spChg>
        <pc:spChg chg="mod">
          <ac:chgData name="Robert de Groote" userId="2ce5265b-80a0-4fb8-a62a-8035e9b0c45a" providerId="ADAL" clId="{A80E4885-7617-4261-AD60-182D3446E97F}" dt="2025-10-02T14:44:53.110" v="55878"/>
          <ac:spMkLst>
            <pc:docMk/>
            <pc:sldMk cId="4144168035" sldId="498"/>
            <ac:spMk id="284" creationId="{E82E762F-9B35-F0AD-73C7-B8189C4F5D34}"/>
          </ac:spMkLst>
        </pc:spChg>
        <pc:spChg chg="mod">
          <ac:chgData name="Robert de Groote" userId="2ce5265b-80a0-4fb8-a62a-8035e9b0c45a" providerId="ADAL" clId="{A80E4885-7617-4261-AD60-182D3446E97F}" dt="2025-10-02T14:43:41.865" v="55814" actId="6549"/>
          <ac:spMkLst>
            <pc:docMk/>
            <pc:sldMk cId="4144168035" sldId="498"/>
            <ac:spMk id="286" creationId="{22210FA5-683A-1844-5E73-50401791C7D6}"/>
          </ac:spMkLst>
        </pc:spChg>
        <pc:cxnChg chg="mod">
          <ac:chgData name="Robert de Groote" userId="2ce5265b-80a0-4fb8-a62a-8035e9b0c45a" providerId="ADAL" clId="{A80E4885-7617-4261-AD60-182D3446E97F}" dt="2025-10-02T15:00:56.281" v="56015" actId="108"/>
          <ac:cxnSpMkLst>
            <pc:docMk/>
            <pc:sldMk cId="4144168035" sldId="498"/>
            <ac:cxnSpMk id="11" creationId="{E3CE5C91-55F9-E1BB-BB64-7B3AE49047C5}"/>
          </ac:cxnSpMkLst>
        </pc:cxnChg>
        <pc:cxnChg chg="mod">
          <ac:chgData name="Robert de Groote" userId="2ce5265b-80a0-4fb8-a62a-8035e9b0c45a" providerId="ADAL" clId="{A80E4885-7617-4261-AD60-182D3446E97F}" dt="2025-10-02T15:00:57.829" v="56016" actId="108"/>
          <ac:cxnSpMkLst>
            <pc:docMk/>
            <pc:sldMk cId="4144168035" sldId="498"/>
            <ac:cxnSpMk id="15" creationId="{C4D3520D-775E-14CA-6B06-6068F61FC616}"/>
          </ac:cxnSpMkLst>
        </pc:cxnChg>
        <pc:cxnChg chg="mod">
          <ac:chgData name="Robert de Groote" userId="2ce5265b-80a0-4fb8-a62a-8035e9b0c45a" providerId="ADAL" clId="{A80E4885-7617-4261-AD60-182D3446E97F}" dt="2025-10-02T15:01:03.223" v="56019" actId="108"/>
          <ac:cxnSpMkLst>
            <pc:docMk/>
            <pc:sldMk cId="4144168035" sldId="498"/>
            <ac:cxnSpMk id="19" creationId="{5D772F04-D715-C3B6-175B-37A13465ECDB}"/>
          </ac:cxnSpMkLst>
        </pc:cxnChg>
        <pc:cxnChg chg="mod">
          <ac:chgData name="Robert de Groote" userId="2ce5265b-80a0-4fb8-a62a-8035e9b0c45a" providerId="ADAL" clId="{A80E4885-7617-4261-AD60-182D3446E97F}" dt="2025-10-02T15:00:59.152" v="56017" actId="108"/>
          <ac:cxnSpMkLst>
            <pc:docMk/>
            <pc:sldMk cId="4144168035" sldId="498"/>
            <ac:cxnSpMk id="22" creationId="{1ECD7389-76C0-1FF2-CCB0-85BE2530E745}"/>
          </ac:cxnSpMkLst>
        </pc:cxnChg>
        <pc:cxnChg chg="mod">
          <ac:chgData name="Robert de Groote" userId="2ce5265b-80a0-4fb8-a62a-8035e9b0c45a" providerId="ADAL" clId="{A80E4885-7617-4261-AD60-182D3446E97F}" dt="2025-10-02T15:01:07.943" v="56021" actId="108"/>
          <ac:cxnSpMkLst>
            <pc:docMk/>
            <pc:sldMk cId="4144168035" sldId="498"/>
            <ac:cxnSpMk id="30" creationId="{F9680B0A-7009-B02F-1121-65762CC8DC56}"/>
          </ac:cxnSpMkLst>
        </pc:cxnChg>
        <pc:cxnChg chg="mod">
          <ac:chgData name="Robert de Groote" userId="2ce5265b-80a0-4fb8-a62a-8035e9b0c45a" providerId="ADAL" clId="{A80E4885-7617-4261-AD60-182D3446E97F}" dt="2025-10-02T15:01:06.636" v="56020" actId="108"/>
          <ac:cxnSpMkLst>
            <pc:docMk/>
            <pc:sldMk cId="4144168035" sldId="498"/>
            <ac:cxnSpMk id="33" creationId="{88056B1F-6E1D-0675-0E3B-C01400EC2C5C}"/>
          </ac:cxnSpMkLst>
        </pc:cxnChg>
        <pc:cxnChg chg="mod">
          <ac:chgData name="Robert de Groote" userId="2ce5265b-80a0-4fb8-a62a-8035e9b0c45a" providerId="ADAL" clId="{A80E4885-7617-4261-AD60-182D3446E97F}" dt="2025-10-02T15:01:01.057" v="56018" actId="108"/>
          <ac:cxnSpMkLst>
            <pc:docMk/>
            <pc:sldMk cId="4144168035" sldId="498"/>
            <ac:cxnSpMk id="36" creationId="{ED0B903D-079A-05CA-A4E0-63EC2E53AEBF}"/>
          </ac:cxnSpMkLst>
        </pc:cxnChg>
      </pc:sldChg>
      <pc:sldChg chg="addSp delSp modSp add mod modAnim">
        <pc:chgData name="Robert de Groote" userId="2ce5265b-80a0-4fb8-a62a-8035e9b0c45a" providerId="ADAL" clId="{A80E4885-7617-4261-AD60-182D3446E97F}" dt="2025-10-02T15:11:03.548" v="56189"/>
        <pc:sldMkLst>
          <pc:docMk/>
          <pc:sldMk cId="3325958185" sldId="499"/>
        </pc:sldMkLst>
        <pc:spChg chg="mod">
          <ac:chgData name="Robert de Groote" userId="2ce5265b-80a0-4fb8-a62a-8035e9b0c45a" providerId="ADAL" clId="{A80E4885-7617-4261-AD60-182D3446E97F}" dt="2025-10-02T14:47:42.122" v="55901" actId="108"/>
          <ac:spMkLst>
            <pc:docMk/>
            <pc:sldMk cId="3325958185" sldId="499"/>
            <ac:spMk id="9" creationId="{4D129591-66EE-AAA2-CAEE-57805C805EC6}"/>
          </ac:spMkLst>
        </pc:spChg>
        <pc:spChg chg="add mod">
          <ac:chgData name="Robert de Groote" userId="2ce5265b-80a0-4fb8-a62a-8035e9b0c45a" providerId="ADAL" clId="{A80E4885-7617-4261-AD60-182D3446E97F}" dt="2025-10-02T15:11:03.548" v="56189"/>
          <ac:spMkLst>
            <pc:docMk/>
            <pc:sldMk cId="3325958185" sldId="499"/>
            <ac:spMk id="16" creationId="{E450F4A5-74E5-4929-519E-1669EB090D43}"/>
          </ac:spMkLst>
        </pc:spChg>
        <pc:spChg chg="mod modVis">
          <ac:chgData name="Robert de Groote" userId="2ce5265b-80a0-4fb8-a62a-8035e9b0c45a" providerId="ADAL" clId="{A80E4885-7617-4261-AD60-182D3446E97F}" dt="2025-10-02T14:56:55.446" v="55983" actId="14430"/>
          <ac:spMkLst>
            <pc:docMk/>
            <pc:sldMk cId="3325958185" sldId="499"/>
            <ac:spMk id="18" creationId="{0EA90593-3696-9563-BCFF-189AAC511DAC}"/>
          </ac:spMkLst>
        </pc:spChg>
        <pc:spChg chg="mod modVis">
          <ac:chgData name="Robert de Groote" userId="2ce5265b-80a0-4fb8-a62a-8035e9b0c45a" providerId="ADAL" clId="{A80E4885-7617-4261-AD60-182D3446E97F}" dt="2025-10-02T14:56:54.619" v="55982" actId="14430"/>
          <ac:spMkLst>
            <pc:docMk/>
            <pc:sldMk cId="3325958185" sldId="499"/>
            <ac:spMk id="53" creationId="{6EBD52BC-607D-5B29-1A3C-3DAA9EC93F98}"/>
          </ac:spMkLst>
        </pc:spChg>
        <pc:spChg chg="mod">
          <ac:chgData name="Robert de Groote" userId="2ce5265b-80a0-4fb8-a62a-8035e9b0c45a" providerId="ADAL" clId="{A80E4885-7617-4261-AD60-182D3446E97F}" dt="2025-10-02T14:47:18.082" v="55897" actId="20577"/>
          <ac:spMkLst>
            <pc:docMk/>
            <pc:sldMk cId="3325958185" sldId="499"/>
            <ac:spMk id="283" creationId="{EF977283-6179-0D9E-6F1D-B08F952AA4F1}"/>
          </ac:spMkLst>
        </pc:spChg>
        <pc:spChg chg="mod">
          <ac:chgData name="Robert de Groote" userId="2ce5265b-80a0-4fb8-a62a-8035e9b0c45a" providerId="ADAL" clId="{A80E4885-7617-4261-AD60-182D3446E97F}" dt="2025-10-02T14:47:10.418" v="55895" actId="20577"/>
          <ac:spMkLst>
            <pc:docMk/>
            <pc:sldMk cId="3325958185" sldId="499"/>
            <ac:spMk id="284" creationId="{4E54512F-724D-DBA0-7505-5EE76DDFF359}"/>
          </ac:spMkLst>
        </pc:spChg>
        <pc:cxnChg chg="mod">
          <ac:chgData name="Robert de Groote" userId="2ce5265b-80a0-4fb8-a62a-8035e9b0c45a" providerId="ADAL" clId="{A80E4885-7617-4261-AD60-182D3446E97F}" dt="2025-10-02T15:02:01.824" v="56025" actId="108"/>
          <ac:cxnSpMkLst>
            <pc:docMk/>
            <pc:sldMk cId="3325958185" sldId="499"/>
            <ac:cxnSpMk id="11" creationId="{9BCF2545-E0EE-9A4E-92D7-2FE90644DBD8}"/>
          </ac:cxnSpMkLst>
        </pc:cxnChg>
        <pc:cxnChg chg="mod">
          <ac:chgData name="Robert de Groote" userId="2ce5265b-80a0-4fb8-a62a-8035e9b0c45a" providerId="ADAL" clId="{A80E4885-7617-4261-AD60-182D3446E97F}" dt="2025-10-02T15:02:02.891" v="56026" actId="108"/>
          <ac:cxnSpMkLst>
            <pc:docMk/>
            <pc:sldMk cId="3325958185" sldId="499"/>
            <ac:cxnSpMk id="15" creationId="{DFF53157-D801-125B-6CB1-4A812B62ED2D}"/>
          </ac:cxnSpMkLst>
        </pc:cxnChg>
        <pc:cxnChg chg="mod">
          <ac:chgData name="Robert de Groote" userId="2ce5265b-80a0-4fb8-a62a-8035e9b0c45a" providerId="ADAL" clId="{A80E4885-7617-4261-AD60-182D3446E97F}" dt="2025-10-02T15:02:06.355" v="56030" actId="108"/>
          <ac:cxnSpMkLst>
            <pc:docMk/>
            <pc:sldMk cId="3325958185" sldId="499"/>
            <ac:cxnSpMk id="19" creationId="{FE35030C-1581-9710-F78D-B69E2A122DD7}"/>
          </ac:cxnSpMkLst>
        </pc:cxnChg>
        <pc:cxnChg chg="mod">
          <ac:chgData name="Robert de Groote" userId="2ce5265b-80a0-4fb8-a62a-8035e9b0c45a" providerId="ADAL" clId="{A80E4885-7617-4261-AD60-182D3446E97F}" dt="2025-10-02T15:02:04.032" v="56027" actId="108"/>
          <ac:cxnSpMkLst>
            <pc:docMk/>
            <pc:sldMk cId="3325958185" sldId="499"/>
            <ac:cxnSpMk id="22" creationId="{8D00CD0A-4643-AEDE-FA60-3DC1B725A901}"/>
          </ac:cxnSpMkLst>
        </pc:cxnChg>
        <pc:cxnChg chg="mod">
          <ac:chgData name="Robert de Groote" userId="2ce5265b-80a0-4fb8-a62a-8035e9b0c45a" providerId="ADAL" clId="{A80E4885-7617-4261-AD60-182D3446E97F}" dt="2025-10-02T15:02:09.180" v="56032" actId="108"/>
          <ac:cxnSpMkLst>
            <pc:docMk/>
            <pc:sldMk cId="3325958185" sldId="499"/>
            <ac:cxnSpMk id="25" creationId="{41FF7C8D-F39F-7BC3-47A5-0FC6B6134518}"/>
          </ac:cxnSpMkLst>
        </pc:cxnChg>
        <pc:cxnChg chg="mod">
          <ac:chgData name="Robert de Groote" userId="2ce5265b-80a0-4fb8-a62a-8035e9b0c45a" providerId="ADAL" clId="{A80E4885-7617-4261-AD60-182D3446E97F}" dt="2025-10-02T15:02:08.107" v="56031" actId="108"/>
          <ac:cxnSpMkLst>
            <pc:docMk/>
            <pc:sldMk cId="3325958185" sldId="499"/>
            <ac:cxnSpMk id="30" creationId="{94D1FD5E-30F2-E299-4794-9540A8CEBC0E}"/>
          </ac:cxnSpMkLst>
        </pc:cxnChg>
        <pc:cxnChg chg="mod">
          <ac:chgData name="Robert de Groote" userId="2ce5265b-80a0-4fb8-a62a-8035e9b0c45a" providerId="ADAL" clId="{A80E4885-7617-4261-AD60-182D3446E97F}" dt="2025-10-02T15:02:05.681" v="56029" actId="108"/>
          <ac:cxnSpMkLst>
            <pc:docMk/>
            <pc:sldMk cId="3325958185" sldId="499"/>
            <ac:cxnSpMk id="33" creationId="{E2DAF73F-D528-101A-08A8-EEBF8BE7D33C}"/>
          </ac:cxnSpMkLst>
        </pc:cxnChg>
        <pc:cxnChg chg="mod">
          <ac:chgData name="Robert de Groote" userId="2ce5265b-80a0-4fb8-a62a-8035e9b0c45a" providerId="ADAL" clId="{A80E4885-7617-4261-AD60-182D3446E97F}" dt="2025-10-02T15:02:04.792" v="56028" actId="108"/>
          <ac:cxnSpMkLst>
            <pc:docMk/>
            <pc:sldMk cId="3325958185" sldId="499"/>
            <ac:cxnSpMk id="36" creationId="{A306618A-71A8-BB6D-43EA-FD2D7D071B03}"/>
          </ac:cxnSpMkLst>
        </pc:cxnChg>
      </pc:sldChg>
      <pc:sldChg chg="addSp delSp modSp add mod modAnim">
        <pc:chgData name="Robert de Groote" userId="2ce5265b-80a0-4fb8-a62a-8035e9b0c45a" providerId="ADAL" clId="{A80E4885-7617-4261-AD60-182D3446E97F}" dt="2025-10-02T15:12:15.955" v="56219"/>
        <pc:sldMkLst>
          <pc:docMk/>
          <pc:sldMk cId="4153473619" sldId="500"/>
        </pc:sldMkLst>
        <pc:spChg chg="mod">
          <ac:chgData name="Robert de Groote" userId="2ce5265b-80a0-4fb8-a62a-8035e9b0c45a" providerId="ADAL" clId="{A80E4885-7617-4261-AD60-182D3446E97F}" dt="2025-10-02T14:48:39.294" v="55908" actId="108"/>
          <ac:spMkLst>
            <pc:docMk/>
            <pc:sldMk cId="4153473619" sldId="500"/>
            <ac:spMk id="7" creationId="{D797B426-DBCB-6B8B-7377-08775DC0BF56}"/>
          </ac:spMkLst>
        </pc:spChg>
        <pc:spChg chg="add mod">
          <ac:chgData name="Robert de Groote" userId="2ce5265b-80a0-4fb8-a62a-8035e9b0c45a" providerId="ADAL" clId="{A80E4885-7617-4261-AD60-182D3446E97F}" dt="2025-10-02T15:12:15.955" v="56219"/>
          <ac:spMkLst>
            <pc:docMk/>
            <pc:sldMk cId="4153473619" sldId="500"/>
            <ac:spMk id="16" creationId="{D8C1071A-ACD6-C7E2-78C2-D480EC3CDAFB}"/>
          </ac:spMkLst>
        </pc:spChg>
        <pc:spChg chg="mod modVis">
          <ac:chgData name="Robert de Groote" userId="2ce5265b-80a0-4fb8-a62a-8035e9b0c45a" providerId="ADAL" clId="{A80E4885-7617-4261-AD60-182D3446E97F}" dt="2025-10-02T14:56:57.799" v="55984" actId="14430"/>
          <ac:spMkLst>
            <pc:docMk/>
            <pc:sldMk cId="4153473619" sldId="500"/>
            <ac:spMk id="18" creationId="{C25F0ACD-5DDD-E5B7-0D28-348F3D98BAAB}"/>
          </ac:spMkLst>
        </pc:spChg>
        <pc:spChg chg="mod modVis">
          <ac:chgData name="Robert de Groote" userId="2ce5265b-80a0-4fb8-a62a-8035e9b0c45a" providerId="ADAL" clId="{A80E4885-7617-4261-AD60-182D3446E97F}" dt="2025-10-02T14:56:58.680" v="55985" actId="14430"/>
          <ac:spMkLst>
            <pc:docMk/>
            <pc:sldMk cId="4153473619" sldId="500"/>
            <ac:spMk id="53" creationId="{3A487031-BDAA-64E5-72BD-5B2D935FE48E}"/>
          </ac:spMkLst>
        </pc:spChg>
        <pc:spChg chg="mod">
          <ac:chgData name="Robert de Groote" userId="2ce5265b-80a0-4fb8-a62a-8035e9b0c45a" providerId="ADAL" clId="{A80E4885-7617-4261-AD60-182D3446E97F}" dt="2025-10-02T14:48:14.508" v="55904" actId="20577"/>
          <ac:spMkLst>
            <pc:docMk/>
            <pc:sldMk cId="4153473619" sldId="500"/>
            <ac:spMk id="284" creationId="{C4F239D0-4FB7-0945-64C8-4F7D58A801AE}"/>
          </ac:spMkLst>
        </pc:spChg>
        <pc:cxnChg chg="mod">
          <ac:chgData name="Robert de Groote" userId="2ce5265b-80a0-4fb8-a62a-8035e9b0c45a" providerId="ADAL" clId="{A80E4885-7617-4261-AD60-182D3446E97F}" dt="2025-10-02T15:02:50.059" v="56036" actId="108"/>
          <ac:cxnSpMkLst>
            <pc:docMk/>
            <pc:sldMk cId="4153473619" sldId="500"/>
            <ac:cxnSpMk id="11" creationId="{8E7A4F36-1E86-E54E-ECE2-A093FC158C9A}"/>
          </ac:cxnSpMkLst>
        </pc:cxnChg>
        <pc:cxnChg chg="mod">
          <ac:chgData name="Robert de Groote" userId="2ce5265b-80a0-4fb8-a62a-8035e9b0c45a" providerId="ADAL" clId="{A80E4885-7617-4261-AD60-182D3446E97F}" dt="2025-10-02T15:02:53.407" v="56039" actId="108"/>
          <ac:cxnSpMkLst>
            <pc:docMk/>
            <pc:sldMk cId="4153473619" sldId="500"/>
            <ac:cxnSpMk id="12" creationId="{CC6F6FEE-61BA-A5F2-6A40-2859AE0D0FA0}"/>
          </ac:cxnSpMkLst>
        </pc:cxnChg>
        <pc:cxnChg chg="mod">
          <ac:chgData name="Robert de Groote" userId="2ce5265b-80a0-4fb8-a62a-8035e9b0c45a" providerId="ADAL" clId="{A80E4885-7617-4261-AD60-182D3446E97F}" dt="2025-10-02T15:02:50.959" v="56037" actId="108"/>
          <ac:cxnSpMkLst>
            <pc:docMk/>
            <pc:sldMk cId="4153473619" sldId="500"/>
            <ac:cxnSpMk id="15" creationId="{7F26E7AA-AA03-1D0E-DFF7-4AFFB4B47FB8}"/>
          </ac:cxnSpMkLst>
        </pc:cxnChg>
        <pc:cxnChg chg="mod">
          <ac:chgData name="Robert de Groote" userId="2ce5265b-80a0-4fb8-a62a-8035e9b0c45a" providerId="ADAL" clId="{A80E4885-7617-4261-AD60-182D3446E97F}" dt="2025-10-02T15:02:55.792" v="56042" actId="108"/>
          <ac:cxnSpMkLst>
            <pc:docMk/>
            <pc:sldMk cId="4153473619" sldId="500"/>
            <ac:cxnSpMk id="19" creationId="{1F18BE66-DCDD-6198-4008-191AF2CE6083}"/>
          </ac:cxnSpMkLst>
        </pc:cxnChg>
        <pc:cxnChg chg="mod">
          <ac:chgData name="Robert de Groote" userId="2ce5265b-80a0-4fb8-a62a-8035e9b0c45a" providerId="ADAL" clId="{A80E4885-7617-4261-AD60-182D3446E97F}" dt="2025-10-02T15:02:52.242" v="56038" actId="108"/>
          <ac:cxnSpMkLst>
            <pc:docMk/>
            <pc:sldMk cId="4153473619" sldId="500"/>
            <ac:cxnSpMk id="22" creationId="{20125824-FB4D-6035-4122-91D19E012E3C}"/>
          </ac:cxnSpMkLst>
        </pc:cxnChg>
        <pc:cxnChg chg="mod">
          <ac:chgData name="Robert de Groote" userId="2ce5265b-80a0-4fb8-a62a-8035e9b0c45a" providerId="ADAL" clId="{A80E4885-7617-4261-AD60-182D3446E97F}" dt="2025-10-02T15:02:57.362" v="56044" actId="108"/>
          <ac:cxnSpMkLst>
            <pc:docMk/>
            <pc:sldMk cId="4153473619" sldId="500"/>
            <ac:cxnSpMk id="25" creationId="{80913CE3-16E5-1837-84FB-AA26D67FEEF9}"/>
          </ac:cxnSpMkLst>
        </pc:cxnChg>
        <pc:cxnChg chg="mod">
          <ac:chgData name="Robert de Groote" userId="2ce5265b-80a0-4fb8-a62a-8035e9b0c45a" providerId="ADAL" clId="{A80E4885-7617-4261-AD60-182D3446E97F}" dt="2025-10-02T15:02:56.537" v="56043" actId="108"/>
          <ac:cxnSpMkLst>
            <pc:docMk/>
            <pc:sldMk cId="4153473619" sldId="500"/>
            <ac:cxnSpMk id="30" creationId="{57438D4E-B1C9-0486-2BCE-33FE1BF33CBF}"/>
          </ac:cxnSpMkLst>
        </pc:cxnChg>
        <pc:cxnChg chg="mod">
          <ac:chgData name="Robert de Groote" userId="2ce5265b-80a0-4fb8-a62a-8035e9b0c45a" providerId="ADAL" clId="{A80E4885-7617-4261-AD60-182D3446E97F}" dt="2025-10-02T15:02:54.967" v="56041" actId="108"/>
          <ac:cxnSpMkLst>
            <pc:docMk/>
            <pc:sldMk cId="4153473619" sldId="500"/>
            <ac:cxnSpMk id="33" creationId="{C1266274-F0D3-F9BE-6695-98F3ACABA5D7}"/>
          </ac:cxnSpMkLst>
        </pc:cxnChg>
        <pc:cxnChg chg="mod">
          <ac:chgData name="Robert de Groote" userId="2ce5265b-80a0-4fb8-a62a-8035e9b0c45a" providerId="ADAL" clId="{A80E4885-7617-4261-AD60-182D3446E97F}" dt="2025-10-02T15:02:54.248" v="56040" actId="108"/>
          <ac:cxnSpMkLst>
            <pc:docMk/>
            <pc:sldMk cId="4153473619" sldId="500"/>
            <ac:cxnSpMk id="36" creationId="{DDB29670-9427-9FFB-743A-A46533BBD6A8}"/>
          </ac:cxnSpMkLst>
        </pc:cxnChg>
      </pc:sldChg>
      <pc:sldChg chg="addSp delSp modSp add mod delAnim modAnim">
        <pc:chgData name="Robert de Groote" userId="2ce5265b-80a0-4fb8-a62a-8035e9b0c45a" providerId="ADAL" clId="{A80E4885-7617-4261-AD60-182D3446E97F}" dt="2025-10-02T15:12:17.551" v="56222"/>
        <pc:sldMkLst>
          <pc:docMk/>
          <pc:sldMk cId="1780847539" sldId="501"/>
        </pc:sldMkLst>
        <pc:spChg chg="mod">
          <ac:chgData name="Robert de Groote" userId="2ce5265b-80a0-4fb8-a62a-8035e9b0c45a" providerId="ADAL" clId="{A80E4885-7617-4261-AD60-182D3446E97F}" dt="2025-10-02T14:50:50.814" v="55916" actId="108"/>
          <ac:spMkLst>
            <pc:docMk/>
            <pc:sldMk cId="1780847539" sldId="501"/>
            <ac:spMk id="5" creationId="{06ACC554-F6A3-9653-FD97-680C5DF3BF4B}"/>
          </ac:spMkLst>
        </pc:spChg>
        <pc:spChg chg="add mod">
          <ac:chgData name="Robert de Groote" userId="2ce5265b-80a0-4fb8-a62a-8035e9b0c45a" providerId="ADAL" clId="{A80E4885-7617-4261-AD60-182D3446E97F}" dt="2025-10-02T15:12:17.551" v="56222"/>
          <ac:spMkLst>
            <pc:docMk/>
            <pc:sldMk cId="1780847539" sldId="501"/>
            <ac:spMk id="16" creationId="{7F0CE1E9-3A55-2995-8AB5-85C68A630107}"/>
          </ac:spMkLst>
        </pc:spChg>
        <pc:spChg chg="mod modVis">
          <ac:chgData name="Robert de Groote" userId="2ce5265b-80a0-4fb8-a62a-8035e9b0c45a" providerId="ADAL" clId="{A80E4885-7617-4261-AD60-182D3446E97F}" dt="2025-10-02T14:57:02.289" v="55986" actId="14430"/>
          <ac:spMkLst>
            <pc:docMk/>
            <pc:sldMk cId="1780847539" sldId="501"/>
            <ac:spMk id="18" creationId="{643132D6-9DD3-89B2-DCFD-39AD6A406501}"/>
          </ac:spMkLst>
        </pc:spChg>
        <pc:cxnChg chg="mod">
          <ac:chgData name="Robert de Groote" userId="2ce5265b-80a0-4fb8-a62a-8035e9b0c45a" providerId="ADAL" clId="{A80E4885-7617-4261-AD60-182D3446E97F}" dt="2025-10-02T15:02:59.725" v="56045" actId="108"/>
          <ac:cxnSpMkLst>
            <pc:docMk/>
            <pc:sldMk cId="1780847539" sldId="501"/>
            <ac:cxnSpMk id="11" creationId="{D89E5D55-025D-DABB-422F-5AAF6CCDD5D0}"/>
          </ac:cxnSpMkLst>
        </pc:cxnChg>
        <pc:cxnChg chg="mod">
          <ac:chgData name="Robert de Groote" userId="2ce5265b-80a0-4fb8-a62a-8035e9b0c45a" providerId="ADAL" clId="{A80E4885-7617-4261-AD60-182D3446E97F}" dt="2025-10-02T15:03:01.606" v="56047" actId="108"/>
          <ac:cxnSpMkLst>
            <pc:docMk/>
            <pc:sldMk cId="1780847539" sldId="501"/>
            <ac:cxnSpMk id="12" creationId="{44ADBD9E-7BE4-AC44-F480-89360575AEFC}"/>
          </ac:cxnSpMkLst>
        </pc:cxnChg>
        <pc:cxnChg chg="mod">
          <ac:chgData name="Robert de Groote" userId="2ce5265b-80a0-4fb8-a62a-8035e9b0c45a" providerId="ADAL" clId="{A80E4885-7617-4261-AD60-182D3446E97F}" dt="2025-10-02T15:03:03.426" v="56049" actId="108"/>
          <ac:cxnSpMkLst>
            <pc:docMk/>
            <pc:sldMk cId="1780847539" sldId="501"/>
            <ac:cxnSpMk id="15" creationId="{B80430CC-2499-3416-0595-8F7B993EE55F}"/>
          </ac:cxnSpMkLst>
        </pc:cxnChg>
        <pc:cxnChg chg="mod">
          <ac:chgData name="Robert de Groote" userId="2ce5265b-80a0-4fb8-a62a-8035e9b0c45a" providerId="ADAL" clId="{A80E4885-7617-4261-AD60-182D3446E97F}" dt="2025-10-02T15:03:04.227" v="56050" actId="108"/>
          <ac:cxnSpMkLst>
            <pc:docMk/>
            <pc:sldMk cId="1780847539" sldId="501"/>
            <ac:cxnSpMk id="19" creationId="{9043CE3D-C135-B11E-66EB-047855CD5253}"/>
          </ac:cxnSpMkLst>
        </pc:cxnChg>
        <pc:cxnChg chg="mod">
          <ac:chgData name="Robert de Groote" userId="2ce5265b-80a0-4fb8-a62a-8035e9b0c45a" providerId="ADAL" clId="{A80E4885-7617-4261-AD60-182D3446E97F}" dt="2025-10-02T15:03:00.687" v="56046" actId="108"/>
          <ac:cxnSpMkLst>
            <pc:docMk/>
            <pc:sldMk cId="1780847539" sldId="501"/>
            <ac:cxnSpMk id="22" creationId="{ABAB3A92-F3DB-A7C3-A4E1-CE07F0E1DDD3}"/>
          </ac:cxnSpMkLst>
        </pc:cxnChg>
        <pc:cxnChg chg="mod">
          <ac:chgData name="Robert de Groote" userId="2ce5265b-80a0-4fb8-a62a-8035e9b0c45a" providerId="ADAL" clId="{A80E4885-7617-4261-AD60-182D3446E97F}" dt="2025-10-02T15:03:06.399" v="56052" actId="108"/>
          <ac:cxnSpMkLst>
            <pc:docMk/>
            <pc:sldMk cId="1780847539" sldId="501"/>
            <ac:cxnSpMk id="25" creationId="{A1AC70B3-955A-E58F-E362-9310DD46D3AF}"/>
          </ac:cxnSpMkLst>
        </pc:cxnChg>
        <pc:cxnChg chg="mod">
          <ac:chgData name="Robert de Groote" userId="2ce5265b-80a0-4fb8-a62a-8035e9b0c45a" providerId="ADAL" clId="{A80E4885-7617-4261-AD60-182D3446E97F}" dt="2025-10-02T15:03:07.514" v="56053" actId="108"/>
          <ac:cxnSpMkLst>
            <pc:docMk/>
            <pc:sldMk cId="1780847539" sldId="501"/>
            <ac:cxnSpMk id="30" creationId="{8469110E-0DA8-BDBA-29C2-B1301AFD58D6}"/>
          </ac:cxnSpMkLst>
        </pc:cxnChg>
        <pc:cxnChg chg="mod">
          <ac:chgData name="Robert de Groote" userId="2ce5265b-80a0-4fb8-a62a-8035e9b0c45a" providerId="ADAL" clId="{A80E4885-7617-4261-AD60-182D3446E97F}" dt="2025-10-02T15:03:05.339" v="56051" actId="108"/>
          <ac:cxnSpMkLst>
            <pc:docMk/>
            <pc:sldMk cId="1780847539" sldId="501"/>
            <ac:cxnSpMk id="33" creationId="{049A6E04-7720-F171-A8D1-F65A990DDB46}"/>
          </ac:cxnSpMkLst>
        </pc:cxnChg>
        <pc:cxnChg chg="mod">
          <ac:chgData name="Robert de Groote" userId="2ce5265b-80a0-4fb8-a62a-8035e9b0c45a" providerId="ADAL" clId="{A80E4885-7617-4261-AD60-182D3446E97F}" dt="2025-10-02T15:03:02.427" v="56048" actId="108"/>
          <ac:cxnSpMkLst>
            <pc:docMk/>
            <pc:sldMk cId="1780847539" sldId="501"/>
            <ac:cxnSpMk id="36" creationId="{1361BCC2-9469-54E9-3E08-9C5BB99BE3FB}"/>
          </ac:cxnSpMkLst>
        </pc:cxnChg>
      </pc:sldChg>
      <pc:sldChg chg="addSp delSp modSp add mod delAnim modAnim">
        <pc:chgData name="Robert de Groote" userId="2ce5265b-80a0-4fb8-a62a-8035e9b0c45a" providerId="ADAL" clId="{A80E4885-7617-4261-AD60-182D3446E97F}" dt="2025-10-02T15:12:19.242" v="56225"/>
        <pc:sldMkLst>
          <pc:docMk/>
          <pc:sldMk cId="4094080864" sldId="502"/>
        </pc:sldMkLst>
        <pc:spChg chg="add mod">
          <ac:chgData name="Robert de Groote" userId="2ce5265b-80a0-4fb8-a62a-8035e9b0c45a" providerId="ADAL" clId="{A80E4885-7617-4261-AD60-182D3446E97F}" dt="2025-10-02T15:12:19.242" v="56225"/>
          <ac:spMkLst>
            <pc:docMk/>
            <pc:sldMk cId="4094080864" sldId="502"/>
            <ac:spMk id="16" creationId="{30577BC6-EA2D-8612-7F66-E1433F409DAF}"/>
          </ac:spMkLst>
        </pc:spChg>
        <pc:spChg chg="mod modVis">
          <ac:chgData name="Robert de Groote" userId="2ce5265b-80a0-4fb8-a62a-8035e9b0c45a" providerId="ADAL" clId="{A80E4885-7617-4261-AD60-182D3446E97F}" dt="2025-10-02T14:57:06.058" v="55987" actId="14430"/>
          <ac:spMkLst>
            <pc:docMk/>
            <pc:sldMk cId="4094080864" sldId="502"/>
            <ac:spMk id="18" creationId="{E6E1701E-5303-BA87-330F-9912951306C1}"/>
          </ac:spMkLst>
        </pc:spChg>
        <pc:cxnChg chg="mod">
          <ac:chgData name="Robert de Groote" userId="2ce5265b-80a0-4fb8-a62a-8035e9b0c45a" providerId="ADAL" clId="{A80E4885-7617-4261-AD60-182D3446E97F}" dt="2025-10-02T15:03:09.784" v="56054" actId="108"/>
          <ac:cxnSpMkLst>
            <pc:docMk/>
            <pc:sldMk cId="4094080864" sldId="502"/>
            <ac:cxnSpMk id="11" creationId="{6F0902B4-0E7B-A815-2C34-A0E4D6405A44}"/>
          </ac:cxnSpMkLst>
        </pc:cxnChg>
        <pc:cxnChg chg="mod">
          <ac:chgData name="Robert de Groote" userId="2ce5265b-80a0-4fb8-a62a-8035e9b0c45a" providerId="ADAL" clId="{A80E4885-7617-4261-AD60-182D3446E97F}" dt="2025-10-02T15:03:10.864" v="56055" actId="108"/>
          <ac:cxnSpMkLst>
            <pc:docMk/>
            <pc:sldMk cId="4094080864" sldId="502"/>
            <ac:cxnSpMk id="12" creationId="{0089FCBC-4180-56FD-6C6A-DC0578C6DAA0}"/>
          </ac:cxnSpMkLst>
        </pc:cxnChg>
        <pc:cxnChg chg="mod">
          <ac:chgData name="Robert de Groote" userId="2ce5265b-80a0-4fb8-a62a-8035e9b0c45a" providerId="ADAL" clId="{A80E4885-7617-4261-AD60-182D3446E97F}" dt="2025-10-02T15:03:13.053" v="56058" actId="108"/>
          <ac:cxnSpMkLst>
            <pc:docMk/>
            <pc:sldMk cId="4094080864" sldId="502"/>
            <ac:cxnSpMk id="15" creationId="{05236E41-C139-7685-7165-37048166A66D}"/>
          </ac:cxnSpMkLst>
        </pc:cxnChg>
        <pc:cxnChg chg="mod">
          <ac:chgData name="Robert de Groote" userId="2ce5265b-80a0-4fb8-a62a-8035e9b0c45a" providerId="ADAL" clId="{A80E4885-7617-4261-AD60-182D3446E97F}" dt="2025-10-02T15:03:14.011" v="56059" actId="108"/>
          <ac:cxnSpMkLst>
            <pc:docMk/>
            <pc:sldMk cId="4094080864" sldId="502"/>
            <ac:cxnSpMk id="19" creationId="{8B77B7DD-E49A-F4F4-416B-FDF7B0A4F5D3}"/>
          </ac:cxnSpMkLst>
        </pc:cxnChg>
        <pc:cxnChg chg="mod">
          <ac:chgData name="Robert de Groote" userId="2ce5265b-80a0-4fb8-a62a-8035e9b0c45a" providerId="ADAL" clId="{A80E4885-7617-4261-AD60-182D3446E97F}" dt="2025-10-02T15:03:12.346" v="56057" actId="108"/>
          <ac:cxnSpMkLst>
            <pc:docMk/>
            <pc:sldMk cId="4094080864" sldId="502"/>
            <ac:cxnSpMk id="22" creationId="{91E8FE40-34EB-78DD-1B58-B7B73AAC55B4}"/>
          </ac:cxnSpMkLst>
        </pc:cxnChg>
        <pc:cxnChg chg="mod">
          <ac:chgData name="Robert de Groote" userId="2ce5265b-80a0-4fb8-a62a-8035e9b0c45a" providerId="ADAL" clId="{A80E4885-7617-4261-AD60-182D3446E97F}" dt="2025-10-02T15:03:16.029" v="56061" actId="108"/>
          <ac:cxnSpMkLst>
            <pc:docMk/>
            <pc:sldMk cId="4094080864" sldId="502"/>
            <ac:cxnSpMk id="25" creationId="{3C7BEB49-D21B-8E75-D7FD-FC4FD2F8997B}"/>
          </ac:cxnSpMkLst>
        </pc:cxnChg>
        <pc:cxnChg chg="mod">
          <ac:chgData name="Robert de Groote" userId="2ce5265b-80a0-4fb8-a62a-8035e9b0c45a" providerId="ADAL" clId="{A80E4885-7617-4261-AD60-182D3446E97F}" dt="2025-10-02T15:03:17.250" v="56062" actId="108"/>
          <ac:cxnSpMkLst>
            <pc:docMk/>
            <pc:sldMk cId="4094080864" sldId="502"/>
            <ac:cxnSpMk id="30" creationId="{558A58F1-F2B1-F223-BEE4-F02E3BE51117}"/>
          </ac:cxnSpMkLst>
        </pc:cxnChg>
        <pc:cxnChg chg="mod">
          <ac:chgData name="Robert de Groote" userId="2ce5265b-80a0-4fb8-a62a-8035e9b0c45a" providerId="ADAL" clId="{A80E4885-7617-4261-AD60-182D3446E97F}" dt="2025-10-02T15:03:14.813" v="56060" actId="108"/>
          <ac:cxnSpMkLst>
            <pc:docMk/>
            <pc:sldMk cId="4094080864" sldId="502"/>
            <ac:cxnSpMk id="33" creationId="{F47E8FF9-7433-4622-A912-2245AE72BF9B}"/>
          </ac:cxnSpMkLst>
        </pc:cxnChg>
        <pc:cxnChg chg="mod">
          <ac:chgData name="Robert de Groote" userId="2ce5265b-80a0-4fb8-a62a-8035e9b0c45a" providerId="ADAL" clId="{A80E4885-7617-4261-AD60-182D3446E97F}" dt="2025-10-02T15:03:11.696" v="56056" actId="108"/>
          <ac:cxnSpMkLst>
            <pc:docMk/>
            <pc:sldMk cId="4094080864" sldId="502"/>
            <ac:cxnSpMk id="36" creationId="{097B5E23-5749-6FDC-9CE7-BE0B29194B19}"/>
          </ac:cxnSpMkLst>
        </pc:cxnChg>
      </pc:sldChg>
      <pc:sldChg chg="addSp delSp modSp add mod delAnim modAnim">
        <pc:chgData name="Robert de Groote" userId="2ce5265b-80a0-4fb8-a62a-8035e9b0c45a" providerId="ADAL" clId="{A80E4885-7617-4261-AD60-182D3446E97F}" dt="2025-10-02T15:12:20.204" v="56228"/>
        <pc:sldMkLst>
          <pc:docMk/>
          <pc:sldMk cId="743721620" sldId="503"/>
        </pc:sldMkLst>
        <pc:spChg chg="add mod">
          <ac:chgData name="Robert de Groote" userId="2ce5265b-80a0-4fb8-a62a-8035e9b0c45a" providerId="ADAL" clId="{A80E4885-7617-4261-AD60-182D3446E97F}" dt="2025-10-02T15:12:20.204" v="56228"/>
          <ac:spMkLst>
            <pc:docMk/>
            <pc:sldMk cId="743721620" sldId="503"/>
            <ac:spMk id="16" creationId="{CF631789-11AF-96A2-6BC0-18FBB8E43E55}"/>
          </ac:spMkLst>
        </pc:spChg>
        <pc:spChg chg="mod modVis">
          <ac:chgData name="Robert de Groote" userId="2ce5265b-80a0-4fb8-a62a-8035e9b0c45a" providerId="ADAL" clId="{A80E4885-7617-4261-AD60-182D3446E97F}" dt="2025-10-02T14:57:09.520" v="55988" actId="14430"/>
          <ac:spMkLst>
            <pc:docMk/>
            <pc:sldMk cId="743721620" sldId="503"/>
            <ac:spMk id="18" creationId="{6F6D804C-242C-2D93-4A16-6369F91F0B4A}"/>
          </ac:spMkLst>
        </pc:spChg>
        <pc:cxnChg chg="mod">
          <ac:chgData name="Robert de Groote" userId="2ce5265b-80a0-4fb8-a62a-8035e9b0c45a" providerId="ADAL" clId="{A80E4885-7617-4261-AD60-182D3446E97F}" dt="2025-10-02T15:03:20.431" v="56063" actId="108"/>
          <ac:cxnSpMkLst>
            <pc:docMk/>
            <pc:sldMk cId="743721620" sldId="503"/>
            <ac:cxnSpMk id="11" creationId="{02BEA440-853A-C1C3-53C4-06305521BB26}"/>
          </ac:cxnSpMkLst>
        </pc:cxnChg>
        <pc:cxnChg chg="mod">
          <ac:chgData name="Robert de Groote" userId="2ce5265b-80a0-4fb8-a62a-8035e9b0c45a" providerId="ADAL" clId="{A80E4885-7617-4261-AD60-182D3446E97F}" dt="2025-10-02T15:03:21.418" v="56064" actId="108"/>
          <ac:cxnSpMkLst>
            <pc:docMk/>
            <pc:sldMk cId="743721620" sldId="503"/>
            <ac:cxnSpMk id="12" creationId="{820CB915-6EF8-8C04-DE30-1AB056BEFDB3}"/>
          </ac:cxnSpMkLst>
        </pc:cxnChg>
        <pc:cxnChg chg="mod">
          <ac:chgData name="Robert de Groote" userId="2ce5265b-80a0-4fb8-a62a-8035e9b0c45a" providerId="ADAL" clId="{A80E4885-7617-4261-AD60-182D3446E97F}" dt="2025-10-02T15:03:23.546" v="56067" actId="108"/>
          <ac:cxnSpMkLst>
            <pc:docMk/>
            <pc:sldMk cId="743721620" sldId="503"/>
            <ac:cxnSpMk id="15" creationId="{AEF7D492-50F2-5C4D-0DB5-EF323FD2FAEA}"/>
          </ac:cxnSpMkLst>
        </pc:cxnChg>
        <pc:cxnChg chg="mod">
          <ac:chgData name="Robert de Groote" userId="2ce5265b-80a0-4fb8-a62a-8035e9b0c45a" providerId="ADAL" clId="{A80E4885-7617-4261-AD60-182D3446E97F}" dt="2025-10-02T15:03:24.414" v="56068" actId="108"/>
          <ac:cxnSpMkLst>
            <pc:docMk/>
            <pc:sldMk cId="743721620" sldId="503"/>
            <ac:cxnSpMk id="19" creationId="{288F01CC-C4F4-1C91-60EB-723B6BFFCCB3}"/>
          </ac:cxnSpMkLst>
        </pc:cxnChg>
        <pc:cxnChg chg="mod">
          <ac:chgData name="Robert de Groote" userId="2ce5265b-80a0-4fb8-a62a-8035e9b0c45a" providerId="ADAL" clId="{A80E4885-7617-4261-AD60-182D3446E97F}" dt="2025-10-02T15:03:22.826" v="56066" actId="108"/>
          <ac:cxnSpMkLst>
            <pc:docMk/>
            <pc:sldMk cId="743721620" sldId="503"/>
            <ac:cxnSpMk id="22" creationId="{DCB72732-79A1-0D9D-491B-45582CDE1CDF}"/>
          </ac:cxnSpMkLst>
        </pc:cxnChg>
        <pc:cxnChg chg="mod">
          <ac:chgData name="Robert de Groote" userId="2ce5265b-80a0-4fb8-a62a-8035e9b0c45a" providerId="ADAL" clId="{A80E4885-7617-4261-AD60-182D3446E97F}" dt="2025-10-02T15:03:27.067" v="56071" actId="108"/>
          <ac:cxnSpMkLst>
            <pc:docMk/>
            <pc:sldMk cId="743721620" sldId="503"/>
            <ac:cxnSpMk id="25" creationId="{037E9C8B-19E3-F3D5-FD36-14DA4EA8F2CF}"/>
          </ac:cxnSpMkLst>
        </pc:cxnChg>
        <pc:cxnChg chg="mod">
          <ac:chgData name="Robert de Groote" userId="2ce5265b-80a0-4fb8-a62a-8035e9b0c45a" providerId="ADAL" clId="{A80E4885-7617-4261-AD60-182D3446E97F}" dt="2025-10-02T15:03:26.033" v="56070" actId="108"/>
          <ac:cxnSpMkLst>
            <pc:docMk/>
            <pc:sldMk cId="743721620" sldId="503"/>
            <ac:cxnSpMk id="30" creationId="{57FE9776-079A-B390-C80A-345907B1220D}"/>
          </ac:cxnSpMkLst>
        </pc:cxnChg>
        <pc:cxnChg chg="mod">
          <ac:chgData name="Robert de Groote" userId="2ce5265b-80a0-4fb8-a62a-8035e9b0c45a" providerId="ADAL" clId="{A80E4885-7617-4261-AD60-182D3446E97F}" dt="2025-10-02T15:03:25.094" v="56069" actId="108"/>
          <ac:cxnSpMkLst>
            <pc:docMk/>
            <pc:sldMk cId="743721620" sldId="503"/>
            <ac:cxnSpMk id="33" creationId="{BCF3C1FE-06F8-7BE3-DEB4-19A1990F379A}"/>
          </ac:cxnSpMkLst>
        </pc:cxnChg>
        <pc:cxnChg chg="mod">
          <ac:chgData name="Robert de Groote" userId="2ce5265b-80a0-4fb8-a62a-8035e9b0c45a" providerId="ADAL" clId="{A80E4885-7617-4261-AD60-182D3446E97F}" dt="2025-10-02T15:03:22.078" v="56065" actId="108"/>
          <ac:cxnSpMkLst>
            <pc:docMk/>
            <pc:sldMk cId="743721620" sldId="503"/>
            <ac:cxnSpMk id="36" creationId="{F621CB1B-7CB2-867C-8E83-CEE84A4C1C92}"/>
          </ac:cxnSpMkLst>
        </pc:cxnChg>
      </pc:sldChg>
      <pc:sldChg chg="addSp delSp modSp add mod delAnim modAnim">
        <pc:chgData name="Robert de Groote" userId="2ce5265b-80a0-4fb8-a62a-8035e9b0c45a" providerId="ADAL" clId="{A80E4885-7617-4261-AD60-182D3446E97F}" dt="2025-10-02T15:16:28.019" v="56372"/>
        <pc:sldMkLst>
          <pc:docMk/>
          <pc:sldMk cId="2922899732" sldId="504"/>
        </pc:sldMkLst>
        <pc:spChg chg="add mod">
          <ac:chgData name="Robert de Groote" userId="2ce5265b-80a0-4fb8-a62a-8035e9b0c45a" providerId="ADAL" clId="{A80E4885-7617-4261-AD60-182D3446E97F}" dt="2025-10-02T15:12:21.317" v="56231"/>
          <ac:spMkLst>
            <pc:docMk/>
            <pc:sldMk cId="2922899732" sldId="504"/>
            <ac:spMk id="16" creationId="{93F1DB08-4C0B-B468-4CD7-36F2AD9E2538}"/>
          </ac:spMkLst>
        </pc:spChg>
        <pc:spChg chg="mod modVis">
          <ac:chgData name="Robert de Groote" userId="2ce5265b-80a0-4fb8-a62a-8035e9b0c45a" providerId="ADAL" clId="{A80E4885-7617-4261-AD60-182D3446E97F}" dt="2025-10-02T14:57:13.546" v="55989" actId="14430"/>
          <ac:spMkLst>
            <pc:docMk/>
            <pc:sldMk cId="2922899732" sldId="504"/>
            <ac:spMk id="18" creationId="{7F5992CD-1623-2A05-B2E2-76189E927646}"/>
          </ac:spMkLst>
        </pc:spChg>
        <pc:cxnChg chg="mod">
          <ac:chgData name="Robert de Groote" userId="2ce5265b-80a0-4fb8-a62a-8035e9b0c45a" providerId="ADAL" clId="{A80E4885-7617-4261-AD60-182D3446E97F}" dt="2025-10-02T15:03:28.972" v="56072" actId="108"/>
          <ac:cxnSpMkLst>
            <pc:docMk/>
            <pc:sldMk cId="2922899732" sldId="504"/>
            <ac:cxnSpMk id="11" creationId="{5323324F-A94B-367B-682D-D82E88E423F4}"/>
          </ac:cxnSpMkLst>
        </pc:cxnChg>
        <pc:cxnChg chg="mod">
          <ac:chgData name="Robert de Groote" userId="2ce5265b-80a0-4fb8-a62a-8035e9b0c45a" providerId="ADAL" clId="{A80E4885-7617-4261-AD60-182D3446E97F}" dt="2025-10-02T15:03:30.734" v="56074" actId="108"/>
          <ac:cxnSpMkLst>
            <pc:docMk/>
            <pc:sldMk cId="2922899732" sldId="504"/>
            <ac:cxnSpMk id="12" creationId="{E233AD3A-0430-0148-DA29-9301447EB3FD}"/>
          </ac:cxnSpMkLst>
        </pc:cxnChg>
        <pc:cxnChg chg="mod">
          <ac:chgData name="Robert de Groote" userId="2ce5265b-80a0-4fb8-a62a-8035e9b0c45a" providerId="ADAL" clId="{A80E4885-7617-4261-AD60-182D3446E97F}" dt="2025-10-02T15:03:32.355" v="56076" actId="108"/>
          <ac:cxnSpMkLst>
            <pc:docMk/>
            <pc:sldMk cId="2922899732" sldId="504"/>
            <ac:cxnSpMk id="15" creationId="{6BCFDA74-EFED-FF11-11DA-71E439174C5E}"/>
          </ac:cxnSpMkLst>
        </pc:cxnChg>
        <pc:cxnChg chg="mod">
          <ac:chgData name="Robert de Groote" userId="2ce5265b-80a0-4fb8-a62a-8035e9b0c45a" providerId="ADAL" clId="{A80E4885-7617-4261-AD60-182D3446E97F}" dt="2025-10-02T15:03:33.090" v="56077" actId="108"/>
          <ac:cxnSpMkLst>
            <pc:docMk/>
            <pc:sldMk cId="2922899732" sldId="504"/>
            <ac:cxnSpMk id="19" creationId="{35B6E142-F8CE-AB30-4E62-939F28A52C53}"/>
          </ac:cxnSpMkLst>
        </pc:cxnChg>
        <pc:cxnChg chg="mod">
          <ac:chgData name="Robert de Groote" userId="2ce5265b-80a0-4fb8-a62a-8035e9b0c45a" providerId="ADAL" clId="{A80E4885-7617-4261-AD60-182D3446E97F}" dt="2025-10-02T15:03:29.961" v="56073" actId="108"/>
          <ac:cxnSpMkLst>
            <pc:docMk/>
            <pc:sldMk cId="2922899732" sldId="504"/>
            <ac:cxnSpMk id="22" creationId="{FC916B52-2A6B-1D78-F5F3-E7349B92B0AA}"/>
          </ac:cxnSpMkLst>
        </pc:cxnChg>
        <pc:cxnChg chg="mod">
          <ac:chgData name="Robert de Groote" userId="2ce5265b-80a0-4fb8-a62a-8035e9b0c45a" providerId="ADAL" clId="{A80E4885-7617-4261-AD60-182D3446E97F}" dt="2025-10-02T15:03:34.836" v="56079" actId="108"/>
          <ac:cxnSpMkLst>
            <pc:docMk/>
            <pc:sldMk cId="2922899732" sldId="504"/>
            <ac:cxnSpMk id="25" creationId="{788C981D-E318-ADF2-E743-FA36843F6E7C}"/>
          </ac:cxnSpMkLst>
        </pc:cxnChg>
        <pc:cxnChg chg="mod">
          <ac:chgData name="Robert de Groote" userId="2ce5265b-80a0-4fb8-a62a-8035e9b0c45a" providerId="ADAL" clId="{A80E4885-7617-4261-AD60-182D3446E97F}" dt="2025-10-02T15:03:35.681" v="56080" actId="108"/>
          <ac:cxnSpMkLst>
            <pc:docMk/>
            <pc:sldMk cId="2922899732" sldId="504"/>
            <ac:cxnSpMk id="30" creationId="{BD562117-ACCC-E4A0-ABCD-7753D61341AB}"/>
          </ac:cxnSpMkLst>
        </pc:cxnChg>
        <pc:cxnChg chg="mod">
          <ac:chgData name="Robert de Groote" userId="2ce5265b-80a0-4fb8-a62a-8035e9b0c45a" providerId="ADAL" clId="{A80E4885-7617-4261-AD60-182D3446E97F}" dt="2025-10-02T15:03:33.992" v="56078" actId="108"/>
          <ac:cxnSpMkLst>
            <pc:docMk/>
            <pc:sldMk cId="2922899732" sldId="504"/>
            <ac:cxnSpMk id="33" creationId="{DD0B6798-3A97-964A-E30B-62072A7E506E}"/>
          </ac:cxnSpMkLst>
        </pc:cxnChg>
        <pc:cxnChg chg="mod">
          <ac:chgData name="Robert de Groote" userId="2ce5265b-80a0-4fb8-a62a-8035e9b0c45a" providerId="ADAL" clId="{A80E4885-7617-4261-AD60-182D3446E97F}" dt="2025-10-02T15:03:31.571" v="56075" actId="108"/>
          <ac:cxnSpMkLst>
            <pc:docMk/>
            <pc:sldMk cId="2922899732" sldId="504"/>
            <ac:cxnSpMk id="36" creationId="{C7136CDB-7805-C857-690F-38CCE4C9105E}"/>
          </ac:cxnSpMkLst>
        </pc:cxnChg>
      </pc:sldChg>
      <pc:sldChg chg="addSp delSp modSp add mod delAnim modAnim">
        <pc:chgData name="Robert de Groote" userId="2ce5265b-80a0-4fb8-a62a-8035e9b0c45a" providerId="ADAL" clId="{A80E4885-7617-4261-AD60-182D3446E97F}" dt="2025-10-06T07:35:25.529" v="66727"/>
        <pc:sldMkLst>
          <pc:docMk/>
          <pc:sldMk cId="1580636197" sldId="505"/>
        </pc:sldMkLst>
        <pc:spChg chg="add mod">
          <ac:chgData name="Robert de Groote" userId="2ce5265b-80a0-4fb8-a62a-8035e9b0c45a" providerId="ADAL" clId="{A80E4885-7617-4261-AD60-182D3446E97F}" dt="2025-10-02T15:15:42.185" v="56371" actId="114"/>
          <ac:spMkLst>
            <pc:docMk/>
            <pc:sldMk cId="1580636197" sldId="505"/>
            <ac:spMk id="3" creationId="{71F2DE1E-C6FD-38A9-F5CD-434095F00FC0}"/>
          </ac:spMkLst>
        </pc:spChg>
        <pc:spChg chg="add mod">
          <ac:chgData name="Robert de Groote" userId="2ce5265b-80a0-4fb8-a62a-8035e9b0c45a" providerId="ADAL" clId="{A80E4885-7617-4261-AD60-182D3446E97F}" dt="2025-10-04T16:34:07.845" v="65785" actId="21"/>
          <ac:spMkLst>
            <pc:docMk/>
            <pc:sldMk cId="1580636197" sldId="505"/>
            <ac:spMk id="10" creationId="{230B1D8C-F978-B9F1-773E-F5C501E0C3F6}"/>
          </ac:spMkLst>
        </pc:spChg>
        <pc:spChg chg="add mod">
          <ac:chgData name="Robert de Groote" userId="2ce5265b-80a0-4fb8-a62a-8035e9b0c45a" providerId="ADAL" clId="{A80E4885-7617-4261-AD60-182D3446E97F}" dt="2025-10-04T16:34:34.495" v="65792" actId="14100"/>
          <ac:spMkLst>
            <pc:docMk/>
            <pc:sldMk cId="1580636197" sldId="505"/>
            <ac:spMk id="13" creationId="{A1D8646E-4D8F-6112-1B05-92A29DB0B670}"/>
          </ac:spMkLst>
        </pc:spChg>
      </pc:sldChg>
      <pc:sldChg chg="addSp delSp modSp add mod modAnim">
        <pc:chgData name="Robert de Groote" userId="2ce5265b-80a0-4fb8-a62a-8035e9b0c45a" providerId="ADAL" clId="{A80E4885-7617-4261-AD60-182D3446E97F}" dt="2025-10-06T07:38:14.108" v="66738"/>
        <pc:sldMkLst>
          <pc:docMk/>
          <pc:sldMk cId="2538113380" sldId="506"/>
        </pc:sldMkLst>
        <pc:spChg chg="add mod">
          <ac:chgData name="Robert de Groote" userId="2ce5265b-80a0-4fb8-a62a-8035e9b0c45a" providerId="ADAL" clId="{A80E4885-7617-4261-AD60-182D3446E97F}" dt="2025-10-04T16:34:45.225" v="65796" actId="1076"/>
          <ac:spMkLst>
            <pc:docMk/>
            <pc:sldMk cId="2538113380" sldId="506"/>
            <ac:spMk id="4" creationId="{21DC8600-C091-63BC-D4BE-57FC3E9FEF39}"/>
          </ac:spMkLst>
        </pc:spChg>
        <pc:spChg chg="add mod">
          <ac:chgData name="Robert de Groote" userId="2ce5265b-80a0-4fb8-a62a-8035e9b0c45a" providerId="ADAL" clId="{A80E4885-7617-4261-AD60-182D3446E97F}" dt="2025-10-02T15:19:04.939" v="56394" actId="1076"/>
          <ac:spMkLst>
            <pc:docMk/>
            <pc:sldMk cId="2538113380" sldId="506"/>
            <ac:spMk id="13" creationId="{19D8BC50-178E-8718-9585-04131C65DF2C}"/>
          </ac:spMkLst>
        </pc:spChg>
        <pc:spChg chg="add mod">
          <ac:chgData name="Robert de Groote" userId="2ce5265b-80a0-4fb8-a62a-8035e9b0c45a" providerId="ADAL" clId="{A80E4885-7617-4261-AD60-182D3446E97F}" dt="2025-10-02T15:19:09.206" v="56396" actId="14100"/>
          <ac:spMkLst>
            <pc:docMk/>
            <pc:sldMk cId="2538113380" sldId="506"/>
            <ac:spMk id="16" creationId="{066AD125-1843-A831-46A2-1A700A7423B1}"/>
          </ac:spMkLst>
        </pc:spChg>
      </pc:sldChg>
      <pc:sldChg chg="addSp delSp modSp add mod modAnim">
        <pc:chgData name="Robert de Groote" userId="2ce5265b-80a0-4fb8-a62a-8035e9b0c45a" providerId="ADAL" clId="{A80E4885-7617-4261-AD60-182D3446E97F}" dt="2025-10-06T06:44:52.979" v="65951"/>
        <pc:sldMkLst>
          <pc:docMk/>
          <pc:sldMk cId="1107382519" sldId="507"/>
        </pc:sldMkLst>
        <pc:spChg chg="mod">
          <ac:chgData name="Robert de Groote" userId="2ce5265b-80a0-4fb8-a62a-8035e9b0c45a" providerId="ADAL" clId="{A80E4885-7617-4261-AD60-182D3446E97F}" dt="2025-10-04T16:30:41.860" v="65723" actId="403"/>
          <ac:spMkLst>
            <pc:docMk/>
            <pc:sldMk cId="1107382519" sldId="507"/>
            <ac:spMk id="3" creationId="{8CBA0AE4-9E2B-EC2A-FC07-FF4E445BAE2C}"/>
          </ac:spMkLst>
        </pc:spChg>
        <pc:spChg chg="mod">
          <ac:chgData name="Robert de Groote" userId="2ce5265b-80a0-4fb8-a62a-8035e9b0c45a" providerId="ADAL" clId="{A80E4885-7617-4261-AD60-182D3446E97F}" dt="2025-10-06T06:43:23.130" v="65936" actId="164"/>
          <ac:spMkLst>
            <pc:docMk/>
            <pc:sldMk cId="1107382519" sldId="507"/>
            <ac:spMk id="34" creationId="{4472564F-B9CC-ABF0-8C01-B23D9D74477D}"/>
          </ac:spMkLst>
        </pc:spChg>
        <pc:spChg chg="mod">
          <ac:chgData name="Robert de Groote" userId="2ce5265b-80a0-4fb8-a62a-8035e9b0c45a" providerId="ADAL" clId="{A80E4885-7617-4261-AD60-182D3446E97F}" dt="2025-10-06T06:43:23.130" v="65936" actId="164"/>
          <ac:spMkLst>
            <pc:docMk/>
            <pc:sldMk cId="1107382519" sldId="507"/>
            <ac:spMk id="35" creationId="{85814DED-6066-A499-AE4F-13244376C24B}"/>
          </ac:spMkLst>
        </pc:spChg>
        <pc:spChg chg="mod">
          <ac:chgData name="Robert de Groote" userId="2ce5265b-80a0-4fb8-a62a-8035e9b0c45a" providerId="ADAL" clId="{A80E4885-7617-4261-AD60-182D3446E97F}" dt="2025-10-06T06:43:23.130" v="65936" actId="164"/>
          <ac:spMkLst>
            <pc:docMk/>
            <pc:sldMk cId="1107382519" sldId="507"/>
            <ac:spMk id="36" creationId="{1AEADD1E-AFDD-ABAB-F163-76DB0C622EE5}"/>
          </ac:spMkLst>
        </pc:spChg>
        <pc:spChg chg="mod">
          <ac:chgData name="Robert de Groote" userId="2ce5265b-80a0-4fb8-a62a-8035e9b0c45a" providerId="ADAL" clId="{A80E4885-7617-4261-AD60-182D3446E97F}" dt="2025-10-06T06:43:23.130" v="65936" actId="164"/>
          <ac:spMkLst>
            <pc:docMk/>
            <pc:sldMk cId="1107382519" sldId="507"/>
            <ac:spMk id="37" creationId="{362BB2A9-8CDE-CC73-CE31-8A01A4AC14D4}"/>
          </ac:spMkLst>
        </pc:spChg>
        <pc:spChg chg="mod">
          <ac:chgData name="Robert de Groote" userId="2ce5265b-80a0-4fb8-a62a-8035e9b0c45a" providerId="ADAL" clId="{A80E4885-7617-4261-AD60-182D3446E97F}" dt="2025-10-06T06:43:23.130" v="65936" actId="164"/>
          <ac:spMkLst>
            <pc:docMk/>
            <pc:sldMk cId="1107382519" sldId="507"/>
            <ac:spMk id="38" creationId="{CE394E21-DBF8-97BC-5679-11F5840DB992}"/>
          </ac:spMkLst>
        </pc:spChg>
        <pc:spChg chg="mod">
          <ac:chgData name="Robert de Groote" userId="2ce5265b-80a0-4fb8-a62a-8035e9b0c45a" providerId="ADAL" clId="{A80E4885-7617-4261-AD60-182D3446E97F}" dt="2025-10-04T09:20:10.663" v="61261" actId="164"/>
          <ac:spMkLst>
            <pc:docMk/>
            <pc:sldMk cId="1107382519" sldId="507"/>
            <ac:spMk id="39" creationId="{D5FC237B-D00B-0DAC-3318-5001E302D621}"/>
          </ac:spMkLst>
        </pc:spChg>
        <pc:spChg chg="mod">
          <ac:chgData name="Robert de Groote" userId="2ce5265b-80a0-4fb8-a62a-8035e9b0c45a" providerId="ADAL" clId="{A80E4885-7617-4261-AD60-182D3446E97F}" dt="2025-10-04T09:20:10.663" v="61261" actId="164"/>
          <ac:spMkLst>
            <pc:docMk/>
            <pc:sldMk cId="1107382519" sldId="507"/>
            <ac:spMk id="40" creationId="{278ED89E-A9AA-5264-BCF7-1292B57E6338}"/>
          </ac:spMkLst>
        </pc:spChg>
        <pc:spChg chg="mod">
          <ac:chgData name="Robert de Groote" userId="2ce5265b-80a0-4fb8-a62a-8035e9b0c45a" providerId="ADAL" clId="{A80E4885-7617-4261-AD60-182D3446E97F}" dt="2025-10-04T09:20:10.663" v="61261" actId="164"/>
          <ac:spMkLst>
            <pc:docMk/>
            <pc:sldMk cId="1107382519" sldId="507"/>
            <ac:spMk id="41" creationId="{7640E1DF-A191-29A9-4D33-BAEDB091C3F4}"/>
          </ac:spMkLst>
        </pc:spChg>
        <pc:spChg chg="mod">
          <ac:chgData name="Robert de Groote" userId="2ce5265b-80a0-4fb8-a62a-8035e9b0c45a" providerId="ADAL" clId="{A80E4885-7617-4261-AD60-182D3446E97F}" dt="2025-10-04T09:20:10.663" v="61261" actId="164"/>
          <ac:spMkLst>
            <pc:docMk/>
            <pc:sldMk cId="1107382519" sldId="507"/>
            <ac:spMk id="42" creationId="{5E2ED832-FDFE-2012-D423-2BAA81F1FB37}"/>
          </ac:spMkLst>
        </pc:spChg>
        <pc:spChg chg="mod">
          <ac:chgData name="Robert de Groote" userId="2ce5265b-80a0-4fb8-a62a-8035e9b0c45a" providerId="ADAL" clId="{A80E4885-7617-4261-AD60-182D3446E97F}" dt="2025-10-04T09:20:10.663" v="61261" actId="164"/>
          <ac:spMkLst>
            <pc:docMk/>
            <pc:sldMk cId="1107382519" sldId="507"/>
            <ac:spMk id="43" creationId="{1DA4B09A-A4D8-3D0A-6EBA-60EA70131366}"/>
          </ac:spMkLst>
        </pc:spChg>
        <pc:spChg chg="add mod">
          <ac:chgData name="Robert de Groote" userId="2ce5265b-80a0-4fb8-a62a-8035e9b0c45a" providerId="ADAL" clId="{A80E4885-7617-4261-AD60-182D3446E97F}" dt="2025-10-06T06:43:33.205" v="65937" actId="164"/>
          <ac:spMkLst>
            <pc:docMk/>
            <pc:sldMk cId="1107382519" sldId="507"/>
            <ac:spMk id="44" creationId="{F4FD205D-1A52-6D21-C3FC-9A7D866D4485}"/>
          </ac:spMkLst>
        </pc:spChg>
        <pc:spChg chg="add mod">
          <ac:chgData name="Robert de Groote" userId="2ce5265b-80a0-4fb8-a62a-8035e9b0c45a" providerId="ADAL" clId="{A80E4885-7617-4261-AD60-182D3446E97F}" dt="2025-10-06T06:43:33.205" v="65937" actId="164"/>
          <ac:spMkLst>
            <pc:docMk/>
            <pc:sldMk cId="1107382519" sldId="507"/>
            <ac:spMk id="47" creationId="{A2A9A91A-5080-A406-131D-D4501D4D6E45}"/>
          </ac:spMkLst>
        </pc:spChg>
        <pc:spChg chg="add mod">
          <ac:chgData name="Robert de Groote" userId="2ce5265b-80a0-4fb8-a62a-8035e9b0c45a" providerId="ADAL" clId="{A80E4885-7617-4261-AD60-182D3446E97F}" dt="2025-10-06T06:43:33.205" v="65937" actId="164"/>
          <ac:spMkLst>
            <pc:docMk/>
            <pc:sldMk cId="1107382519" sldId="507"/>
            <ac:spMk id="48" creationId="{C12A28FA-319B-65DF-8F2A-DA0767BB6A23}"/>
          </ac:spMkLst>
        </pc:spChg>
        <pc:spChg chg="add mod">
          <ac:chgData name="Robert de Groote" userId="2ce5265b-80a0-4fb8-a62a-8035e9b0c45a" providerId="ADAL" clId="{A80E4885-7617-4261-AD60-182D3446E97F}" dt="2025-10-06T06:43:33.205" v="65937" actId="164"/>
          <ac:spMkLst>
            <pc:docMk/>
            <pc:sldMk cId="1107382519" sldId="507"/>
            <ac:spMk id="50" creationId="{EC0DFB96-6D8C-0087-1DF7-40A35EACBF89}"/>
          </ac:spMkLst>
        </pc:spChg>
        <pc:spChg chg="add mod">
          <ac:chgData name="Robert de Groote" userId="2ce5265b-80a0-4fb8-a62a-8035e9b0c45a" providerId="ADAL" clId="{A80E4885-7617-4261-AD60-182D3446E97F}" dt="2025-10-06T06:43:33.205" v="65937" actId="164"/>
          <ac:spMkLst>
            <pc:docMk/>
            <pc:sldMk cId="1107382519" sldId="507"/>
            <ac:spMk id="51" creationId="{3DAB61CF-CFE7-2F7C-A5D0-FB04531C20BE}"/>
          </ac:spMkLst>
        </pc:spChg>
        <pc:spChg chg="add mod">
          <ac:chgData name="Robert de Groote" userId="2ce5265b-80a0-4fb8-a62a-8035e9b0c45a" providerId="ADAL" clId="{A80E4885-7617-4261-AD60-182D3446E97F}" dt="2025-10-04T09:18:45.608" v="61242" actId="14100"/>
          <ac:spMkLst>
            <pc:docMk/>
            <pc:sldMk cId="1107382519" sldId="507"/>
            <ac:spMk id="63" creationId="{23D72A4E-4CDD-29C4-9633-FBC74D46EE98}"/>
          </ac:spMkLst>
        </pc:spChg>
        <pc:spChg chg="add mod">
          <ac:chgData name="Robert de Groote" userId="2ce5265b-80a0-4fb8-a62a-8035e9b0c45a" providerId="ADAL" clId="{A80E4885-7617-4261-AD60-182D3446E97F}" dt="2025-10-06T06:43:33.205" v="65937" actId="164"/>
          <ac:spMkLst>
            <pc:docMk/>
            <pc:sldMk cId="1107382519" sldId="507"/>
            <ac:spMk id="64" creationId="{831C9549-0E7B-9577-B55E-A6E1064FE675}"/>
          </ac:spMkLst>
        </pc:spChg>
        <pc:spChg chg="mod">
          <ac:chgData name="Robert de Groote" userId="2ce5265b-80a0-4fb8-a62a-8035e9b0c45a" providerId="ADAL" clId="{A80E4885-7617-4261-AD60-182D3446E97F}" dt="2025-10-04T09:20:10.663" v="61261" actId="164"/>
          <ac:spMkLst>
            <pc:docMk/>
            <pc:sldMk cId="1107382519" sldId="507"/>
            <ac:spMk id="81" creationId="{39B43E97-E94A-A5F6-83A6-BDA71FB95A5B}"/>
          </ac:spMkLst>
        </pc:spChg>
        <pc:spChg chg="add mod">
          <ac:chgData name="Robert de Groote" userId="2ce5265b-80a0-4fb8-a62a-8035e9b0c45a" providerId="ADAL" clId="{A80E4885-7617-4261-AD60-182D3446E97F}" dt="2025-10-04T16:29:56.578" v="65714" actId="164"/>
          <ac:spMkLst>
            <pc:docMk/>
            <pc:sldMk cId="1107382519" sldId="507"/>
            <ac:spMk id="95" creationId="{52EADC77-9BCF-36B4-1F00-0CB600C267B4}"/>
          </ac:spMkLst>
        </pc:spChg>
        <pc:spChg chg="add mod">
          <ac:chgData name="Robert de Groote" userId="2ce5265b-80a0-4fb8-a62a-8035e9b0c45a" providerId="ADAL" clId="{A80E4885-7617-4261-AD60-182D3446E97F}" dt="2025-10-04T16:29:56.578" v="65714" actId="164"/>
          <ac:spMkLst>
            <pc:docMk/>
            <pc:sldMk cId="1107382519" sldId="507"/>
            <ac:spMk id="96" creationId="{D6F02873-F16C-E70F-FB72-B5C515C4319A}"/>
          </ac:spMkLst>
        </pc:spChg>
        <pc:spChg chg="mod">
          <ac:chgData name="Robert de Groote" userId="2ce5265b-80a0-4fb8-a62a-8035e9b0c45a" providerId="ADAL" clId="{A80E4885-7617-4261-AD60-182D3446E97F}" dt="2025-10-04T09:17:51.742" v="61203" actId="1076"/>
          <ac:spMkLst>
            <pc:docMk/>
            <pc:sldMk cId="1107382519" sldId="507"/>
            <ac:spMk id="100" creationId="{77AC4DD6-2301-4440-A7D9-27D2FA77B86D}"/>
          </ac:spMkLst>
        </pc:spChg>
        <pc:spChg chg="mod">
          <ac:chgData name="Robert de Groote" userId="2ce5265b-80a0-4fb8-a62a-8035e9b0c45a" providerId="ADAL" clId="{A80E4885-7617-4261-AD60-182D3446E97F}" dt="2025-10-04T16:29:19.430" v="65701" actId="1076"/>
          <ac:spMkLst>
            <pc:docMk/>
            <pc:sldMk cId="1107382519" sldId="507"/>
            <ac:spMk id="101" creationId="{56250AD8-5C58-FD3E-D600-5F8ACB309159}"/>
          </ac:spMkLst>
        </pc:spChg>
        <pc:spChg chg="add mod">
          <ac:chgData name="Robert de Groote" userId="2ce5265b-80a0-4fb8-a62a-8035e9b0c45a" providerId="ADAL" clId="{A80E4885-7617-4261-AD60-182D3446E97F}" dt="2025-10-04T16:29:56.578" v="65714" actId="164"/>
          <ac:spMkLst>
            <pc:docMk/>
            <pc:sldMk cId="1107382519" sldId="507"/>
            <ac:spMk id="102" creationId="{8C06851B-8504-F531-5AC8-B12811B078D0}"/>
          </ac:spMkLst>
        </pc:spChg>
        <pc:grpChg chg="add mod">
          <ac:chgData name="Robert de Groote" userId="2ce5265b-80a0-4fb8-a62a-8035e9b0c45a" providerId="ADAL" clId="{A80E4885-7617-4261-AD60-182D3446E97F}" dt="2025-10-06T06:43:23.130" v="65936" actId="164"/>
          <ac:grpSpMkLst>
            <pc:docMk/>
            <pc:sldMk cId="1107382519" sldId="507"/>
            <ac:grpSpMk id="4" creationId="{4AB38888-00CD-62C0-AF03-E6E570534CCB}"/>
          </ac:grpSpMkLst>
        </pc:grpChg>
        <pc:grpChg chg="add mod">
          <ac:chgData name="Robert de Groote" userId="2ce5265b-80a0-4fb8-a62a-8035e9b0c45a" providerId="ADAL" clId="{A80E4885-7617-4261-AD60-182D3446E97F}" dt="2025-10-06T06:43:33.205" v="65937" actId="164"/>
          <ac:grpSpMkLst>
            <pc:docMk/>
            <pc:sldMk cId="1107382519" sldId="507"/>
            <ac:grpSpMk id="5" creationId="{A1F25264-893A-DBB4-0FAA-776CB73713F5}"/>
          </ac:grpSpMkLst>
        </pc:grpChg>
        <pc:grpChg chg="add mod">
          <ac:chgData name="Robert de Groote" userId="2ce5265b-80a0-4fb8-a62a-8035e9b0c45a" providerId="ADAL" clId="{A80E4885-7617-4261-AD60-182D3446E97F}" dt="2025-10-04T09:20:10.663" v="61261" actId="164"/>
          <ac:grpSpMkLst>
            <pc:docMk/>
            <pc:sldMk cId="1107382519" sldId="507"/>
            <ac:grpSpMk id="93" creationId="{5F640F64-D95C-BA40-79E8-437835FB70E7}"/>
          </ac:grpSpMkLst>
        </pc:grpChg>
        <pc:grpChg chg="add mod">
          <ac:chgData name="Robert de Groote" userId="2ce5265b-80a0-4fb8-a62a-8035e9b0c45a" providerId="ADAL" clId="{A80E4885-7617-4261-AD60-182D3446E97F}" dt="2025-10-04T16:29:56.578" v="65714" actId="164"/>
          <ac:grpSpMkLst>
            <pc:docMk/>
            <pc:sldMk cId="1107382519" sldId="507"/>
            <ac:grpSpMk id="103" creationId="{1F0EFC57-B72D-FEB6-FDCA-2F8938E104E5}"/>
          </ac:grpSpMkLst>
        </pc:grpChg>
        <pc:cxnChg chg="mod">
          <ac:chgData name="Robert de Groote" userId="2ce5265b-80a0-4fb8-a62a-8035e9b0c45a" providerId="ADAL" clId="{A80E4885-7617-4261-AD60-182D3446E97F}" dt="2025-10-04T09:17:51.742" v="61203" actId="1076"/>
          <ac:cxnSpMkLst>
            <pc:docMk/>
            <pc:sldMk cId="1107382519" sldId="507"/>
            <ac:cxnSpMk id="45" creationId="{37A3A61F-A61D-D52E-BD52-770E3A304E0E}"/>
          </ac:cxnSpMkLst>
        </pc:cxnChg>
        <pc:cxnChg chg="mod">
          <ac:chgData name="Robert de Groote" userId="2ce5265b-80a0-4fb8-a62a-8035e9b0c45a" providerId="ADAL" clId="{A80E4885-7617-4261-AD60-182D3446E97F}" dt="2025-10-06T06:43:23.130" v="65936" actId="164"/>
          <ac:cxnSpMkLst>
            <pc:docMk/>
            <pc:sldMk cId="1107382519" sldId="507"/>
            <ac:cxnSpMk id="49" creationId="{390946E8-49C2-12CE-9B4C-21B93F75F456}"/>
          </ac:cxnSpMkLst>
        </pc:cxnChg>
        <pc:cxnChg chg="mod">
          <ac:chgData name="Robert de Groote" userId="2ce5265b-80a0-4fb8-a62a-8035e9b0c45a" providerId="ADAL" clId="{A80E4885-7617-4261-AD60-182D3446E97F}" dt="2025-10-04T09:19:36.655" v="61258" actId="1076"/>
          <ac:cxnSpMkLst>
            <pc:docMk/>
            <pc:sldMk cId="1107382519" sldId="507"/>
            <ac:cxnSpMk id="53" creationId="{A7F5C54D-3F39-8945-68DE-F6D4E5EFF2BF}"/>
          </ac:cxnSpMkLst>
        </pc:cxnChg>
        <pc:cxnChg chg="add mod">
          <ac:chgData name="Robert de Groote" userId="2ce5265b-80a0-4fb8-a62a-8035e9b0c45a" providerId="ADAL" clId="{A80E4885-7617-4261-AD60-182D3446E97F}" dt="2025-10-06T06:43:33.205" v="65937" actId="164"/>
          <ac:cxnSpMkLst>
            <pc:docMk/>
            <pc:sldMk cId="1107382519" sldId="507"/>
            <ac:cxnSpMk id="54" creationId="{20D7BD83-E0F4-022C-03D5-6779C9A39980}"/>
          </ac:cxnSpMkLst>
        </pc:cxnChg>
        <pc:cxnChg chg="mod">
          <ac:chgData name="Robert de Groote" userId="2ce5265b-80a0-4fb8-a62a-8035e9b0c45a" providerId="ADAL" clId="{A80E4885-7617-4261-AD60-182D3446E97F}" dt="2025-10-06T06:43:23.130" v="65936" actId="164"/>
          <ac:cxnSpMkLst>
            <pc:docMk/>
            <pc:sldMk cId="1107382519" sldId="507"/>
            <ac:cxnSpMk id="55" creationId="{12187F6C-4589-C9C7-9E3B-00509973288E}"/>
          </ac:cxnSpMkLst>
        </pc:cxnChg>
        <pc:cxnChg chg="add mod">
          <ac:chgData name="Robert de Groote" userId="2ce5265b-80a0-4fb8-a62a-8035e9b0c45a" providerId="ADAL" clId="{A80E4885-7617-4261-AD60-182D3446E97F}" dt="2025-10-06T06:43:33.205" v="65937" actId="164"/>
          <ac:cxnSpMkLst>
            <pc:docMk/>
            <pc:sldMk cId="1107382519" sldId="507"/>
            <ac:cxnSpMk id="56" creationId="{7E2F161C-9257-8A3E-DF97-ACFAE6B08757}"/>
          </ac:cxnSpMkLst>
        </pc:cxnChg>
        <pc:cxnChg chg="mod">
          <ac:chgData name="Robert de Groote" userId="2ce5265b-80a0-4fb8-a62a-8035e9b0c45a" providerId="ADAL" clId="{A80E4885-7617-4261-AD60-182D3446E97F}" dt="2025-10-04T09:19:36.655" v="61258" actId="1076"/>
          <ac:cxnSpMkLst>
            <pc:docMk/>
            <pc:sldMk cId="1107382519" sldId="507"/>
            <ac:cxnSpMk id="57" creationId="{240C89FC-7861-AA04-A155-32D9C0871986}"/>
          </ac:cxnSpMkLst>
        </pc:cxnChg>
        <pc:cxnChg chg="mod">
          <ac:chgData name="Robert de Groote" userId="2ce5265b-80a0-4fb8-a62a-8035e9b0c45a" providerId="ADAL" clId="{A80E4885-7617-4261-AD60-182D3446E97F}" dt="2025-10-06T06:43:23.130" v="65936" actId="164"/>
          <ac:cxnSpMkLst>
            <pc:docMk/>
            <pc:sldMk cId="1107382519" sldId="507"/>
            <ac:cxnSpMk id="58" creationId="{ECD58390-E7BA-1B8C-8BF6-FDEB3D14FA65}"/>
          </ac:cxnSpMkLst>
        </pc:cxnChg>
        <pc:cxnChg chg="add mod">
          <ac:chgData name="Robert de Groote" userId="2ce5265b-80a0-4fb8-a62a-8035e9b0c45a" providerId="ADAL" clId="{A80E4885-7617-4261-AD60-182D3446E97F}" dt="2025-10-06T06:43:33.205" v="65937" actId="164"/>
          <ac:cxnSpMkLst>
            <pc:docMk/>
            <pc:sldMk cId="1107382519" sldId="507"/>
            <ac:cxnSpMk id="59" creationId="{ADB8CEB8-6C1E-A642-CC95-51AA41E6BCEC}"/>
          </ac:cxnSpMkLst>
        </pc:cxnChg>
        <pc:cxnChg chg="add mod">
          <ac:chgData name="Robert de Groote" userId="2ce5265b-80a0-4fb8-a62a-8035e9b0c45a" providerId="ADAL" clId="{A80E4885-7617-4261-AD60-182D3446E97F}" dt="2025-10-04T09:19:41.415" v="61260" actId="1076"/>
          <ac:cxnSpMkLst>
            <pc:docMk/>
            <pc:sldMk cId="1107382519" sldId="507"/>
            <ac:cxnSpMk id="61" creationId="{75022AB3-BAFC-E037-92E5-1B2C2A9CCAFB}"/>
          </ac:cxnSpMkLst>
        </pc:cxnChg>
        <pc:cxnChg chg="mod">
          <ac:chgData name="Robert de Groote" userId="2ce5265b-80a0-4fb8-a62a-8035e9b0c45a" providerId="ADAL" clId="{A80E4885-7617-4261-AD60-182D3446E97F}" dt="2025-10-06T06:43:23.130" v="65936" actId="164"/>
          <ac:cxnSpMkLst>
            <pc:docMk/>
            <pc:sldMk cId="1107382519" sldId="507"/>
            <ac:cxnSpMk id="62" creationId="{855E70BA-8B63-9F8A-E8A8-2B0286E4FB96}"/>
          </ac:cxnSpMkLst>
        </pc:cxnChg>
        <pc:cxnChg chg="mod">
          <ac:chgData name="Robert de Groote" userId="2ce5265b-80a0-4fb8-a62a-8035e9b0c45a" providerId="ADAL" clId="{A80E4885-7617-4261-AD60-182D3446E97F}" dt="2025-10-04T09:20:10.663" v="61261" actId="164"/>
          <ac:cxnSpMkLst>
            <pc:docMk/>
            <pc:sldMk cId="1107382519" sldId="507"/>
            <ac:cxnSpMk id="67" creationId="{B96CD50E-5D74-F1A2-CFEE-6D2FA77E7BDB}"/>
          </ac:cxnSpMkLst>
        </pc:cxnChg>
        <pc:cxnChg chg="mod">
          <ac:chgData name="Robert de Groote" userId="2ce5265b-80a0-4fb8-a62a-8035e9b0c45a" providerId="ADAL" clId="{A80E4885-7617-4261-AD60-182D3446E97F}" dt="2025-10-04T09:20:10.663" v="61261" actId="164"/>
          <ac:cxnSpMkLst>
            <pc:docMk/>
            <pc:sldMk cId="1107382519" sldId="507"/>
            <ac:cxnSpMk id="82" creationId="{D043408A-AD94-3AB3-29C8-4232946DC3D1}"/>
          </ac:cxnSpMkLst>
        </pc:cxnChg>
        <pc:cxnChg chg="mod">
          <ac:chgData name="Robert de Groote" userId="2ce5265b-80a0-4fb8-a62a-8035e9b0c45a" providerId="ADAL" clId="{A80E4885-7617-4261-AD60-182D3446E97F}" dt="2025-10-04T09:20:10.663" v="61261" actId="164"/>
          <ac:cxnSpMkLst>
            <pc:docMk/>
            <pc:sldMk cId="1107382519" sldId="507"/>
            <ac:cxnSpMk id="91" creationId="{B9A124D4-78C6-9FC4-9C1A-F97596C4435F}"/>
          </ac:cxnSpMkLst>
        </pc:cxnChg>
      </pc:sldChg>
      <pc:sldChg chg="addSp delSp modSp add mod modAnim">
        <pc:chgData name="Robert de Groote" userId="2ce5265b-80a0-4fb8-a62a-8035e9b0c45a" providerId="ADAL" clId="{A80E4885-7617-4261-AD60-182D3446E97F}" dt="2025-10-06T06:53:05.229" v="66060" actId="1076"/>
        <pc:sldMkLst>
          <pc:docMk/>
          <pc:sldMk cId="706863497" sldId="508"/>
        </pc:sldMkLst>
        <pc:spChg chg="mod">
          <ac:chgData name="Robert de Groote" userId="2ce5265b-80a0-4fb8-a62a-8035e9b0c45a" providerId="ADAL" clId="{A80E4885-7617-4261-AD60-182D3446E97F}" dt="2025-10-04T09:52:52.250" v="64435" actId="108"/>
          <ac:spMkLst>
            <pc:docMk/>
            <pc:sldMk cId="706863497" sldId="508"/>
            <ac:spMk id="3" creationId="{1133546D-2D67-0F3B-689A-2E2DDB9D01E3}"/>
          </ac:spMkLst>
        </pc:spChg>
        <pc:spChg chg="add mod">
          <ac:chgData name="Robert de Groote" userId="2ce5265b-80a0-4fb8-a62a-8035e9b0c45a" providerId="ADAL" clId="{A80E4885-7617-4261-AD60-182D3446E97F}" dt="2025-10-06T06:47:41.765" v="65967" actId="164"/>
          <ac:spMkLst>
            <pc:docMk/>
            <pc:sldMk cId="706863497" sldId="508"/>
            <ac:spMk id="4" creationId="{8AF22FE0-A2F6-2704-4A93-77F1F397F1BD}"/>
          </ac:spMkLst>
        </pc:spChg>
        <pc:spChg chg="add mod">
          <ac:chgData name="Robert de Groote" userId="2ce5265b-80a0-4fb8-a62a-8035e9b0c45a" providerId="ADAL" clId="{A80E4885-7617-4261-AD60-182D3446E97F}" dt="2025-10-06T06:50:34.512" v="65998" actId="164"/>
          <ac:spMkLst>
            <pc:docMk/>
            <pc:sldMk cId="706863497" sldId="508"/>
            <ac:spMk id="7" creationId="{F2501485-EC28-E115-66C9-25FA89744F52}"/>
          </ac:spMkLst>
        </pc:spChg>
        <pc:spChg chg="add mod">
          <ac:chgData name="Robert de Groote" userId="2ce5265b-80a0-4fb8-a62a-8035e9b0c45a" providerId="ADAL" clId="{A80E4885-7617-4261-AD60-182D3446E97F}" dt="2025-10-06T06:50:34.512" v="65998" actId="164"/>
          <ac:spMkLst>
            <pc:docMk/>
            <pc:sldMk cId="706863497" sldId="508"/>
            <ac:spMk id="8" creationId="{6A93AEEA-869E-0700-8816-F38CD87F52A0}"/>
          </ac:spMkLst>
        </pc:spChg>
        <pc:spChg chg="add mod">
          <ac:chgData name="Robert de Groote" userId="2ce5265b-80a0-4fb8-a62a-8035e9b0c45a" providerId="ADAL" clId="{A80E4885-7617-4261-AD60-182D3446E97F}" dt="2025-10-06T06:50:34.512" v="65998" actId="164"/>
          <ac:spMkLst>
            <pc:docMk/>
            <pc:sldMk cId="706863497" sldId="508"/>
            <ac:spMk id="9" creationId="{1670CDA5-978B-49A4-FDEA-2A7E472D67A3}"/>
          </ac:spMkLst>
        </pc:spChg>
        <pc:spChg chg="mod">
          <ac:chgData name="Robert de Groote" userId="2ce5265b-80a0-4fb8-a62a-8035e9b0c45a" providerId="ADAL" clId="{A80E4885-7617-4261-AD60-182D3446E97F}" dt="2025-10-06T06:50:03.113" v="65989"/>
          <ac:spMkLst>
            <pc:docMk/>
            <pc:sldMk cId="706863497" sldId="508"/>
            <ac:spMk id="23" creationId="{EA68C70E-E333-C0D2-B952-6C324915742A}"/>
          </ac:spMkLst>
        </pc:spChg>
        <pc:spChg chg="mod">
          <ac:chgData name="Robert de Groote" userId="2ce5265b-80a0-4fb8-a62a-8035e9b0c45a" providerId="ADAL" clId="{A80E4885-7617-4261-AD60-182D3446E97F}" dt="2025-10-06T06:50:03.113" v="65989"/>
          <ac:spMkLst>
            <pc:docMk/>
            <pc:sldMk cId="706863497" sldId="508"/>
            <ac:spMk id="24" creationId="{34478870-E140-38B6-FFCC-F4165623CB5D}"/>
          </ac:spMkLst>
        </pc:spChg>
        <pc:spChg chg="mod">
          <ac:chgData name="Robert de Groote" userId="2ce5265b-80a0-4fb8-a62a-8035e9b0c45a" providerId="ADAL" clId="{A80E4885-7617-4261-AD60-182D3446E97F}" dt="2025-10-06T06:50:03.113" v="65989"/>
          <ac:spMkLst>
            <pc:docMk/>
            <pc:sldMk cId="706863497" sldId="508"/>
            <ac:spMk id="25" creationId="{CC96DEFC-219F-C3B4-785C-46C35B73AED8}"/>
          </ac:spMkLst>
        </pc:spChg>
        <pc:spChg chg="add mod">
          <ac:chgData name="Robert de Groote" userId="2ce5265b-80a0-4fb8-a62a-8035e9b0c45a" providerId="ADAL" clId="{A80E4885-7617-4261-AD60-182D3446E97F}" dt="2025-10-06T06:47:41.765" v="65967" actId="164"/>
          <ac:spMkLst>
            <pc:docMk/>
            <pc:sldMk cId="706863497" sldId="508"/>
            <ac:spMk id="27" creationId="{F72F310F-8599-BBB4-0155-B923A978B54C}"/>
          </ac:spMkLst>
        </pc:spChg>
        <pc:spChg chg="add mod">
          <ac:chgData name="Robert de Groote" userId="2ce5265b-80a0-4fb8-a62a-8035e9b0c45a" providerId="ADAL" clId="{A80E4885-7617-4261-AD60-182D3446E97F}" dt="2025-10-06T06:47:41.765" v="65967" actId="164"/>
          <ac:spMkLst>
            <pc:docMk/>
            <pc:sldMk cId="706863497" sldId="508"/>
            <ac:spMk id="28" creationId="{A28421A1-EC59-F9D7-75C4-5B86F730FB52}"/>
          </ac:spMkLst>
        </pc:spChg>
        <pc:spChg chg="add mod">
          <ac:chgData name="Robert de Groote" userId="2ce5265b-80a0-4fb8-a62a-8035e9b0c45a" providerId="ADAL" clId="{A80E4885-7617-4261-AD60-182D3446E97F}" dt="2025-10-06T06:47:41.765" v="65967" actId="164"/>
          <ac:spMkLst>
            <pc:docMk/>
            <pc:sldMk cId="706863497" sldId="508"/>
            <ac:spMk id="29" creationId="{6E355683-86E6-A4FB-9A2B-3D792056662E}"/>
          </ac:spMkLst>
        </pc:spChg>
        <pc:spChg chg="add mod">
          <ac:chgData name="Robert de Groote" userId="2ce5265b-80a0-4fb8-a62a-8035e9b0c45a" providerId="ADAL" clId="{A80E4885-7617-4261-AD60-182D3446E97F}" dt="2025-10-06T06:47:41.765" v="65967" actId="164"/>
          <ac:spMkLst>
            <pc:docMk/>
            <pc:sldMk cId="706863497" sldId="508"/>
            <ac:spMk id="30" creationId="{48A06744-DC78-053C-55D0-47764357746E}"/>
          </ac:spMkLst>
        </pc:spChg>
        <pc:spChg chg="add mod">
          <ac:chgData name="Robert de Groote" userId="2ce5265b-80a0-4fb8-a62a-8035e9b0c45a" providerId="ADAL" clId="{A80E4885-7617-4261-AD60-182D3446E97F}" dt="2025-10-04T09:47:31.892" v="64258" actId="2711"/>
          <ac:spMkLst>
            <pc:docMk/>
            <pc:sldMk cId="706863497" sldId="508"/>
            <ac:spMk id="38" creationId="{C52BBC14-F3F2-43AA-E684-D297BE372B4A}"/>
          </ac:spMkLst>
        </pc:spChg>
        <pc:spChg chg="add mod">
          <ac:chgData name="Robert de Groote" userId="2ce5265b-80a0-4fb8-a62a-8035e9b0c45a" providerId="ADAL" clId="{A80E4885-7617-4261-AD60-182D3446E97F}" dt="2025-10-04T09:48:15.894" v="64323" actId="1076"/>
          <ac:spMkLst>
            <pc:docMk/>
            <pc:sldMk cId="706863497" sldId="508"/>
            <ac:spMk id="39" creationId="{C33D47B7-28D6-CD1D-F954-51FEA0BAAD2B}"/>
          </ac:spMkLst>
        </pc:spChg>
        <pc:spChg chg="add mod">
          <ac:chgData name="Robert de Groote" userId="2ce5265b-80a0-4fb8-a62a-8035e9b0c45a" providerId="ADAL" clId="{A80E4885-7617-4261-AD60-182D3446E97F}" dt="2025-10-04T09:52:29.617" v="64429" actId="1076"/>
          <ac:spMkLst>
            <pc:docMk/>
            <pc:sldMk cId="706863497" sldId="508"/>
            <ac:spMk id="40" creationId="{4F4AD491-7BC7-2D74-B045-B46F3CE72186}"/>
          </ac:spMkLst>
        </pc:spChg>
        <pc:spChg chg="mod">
          <ac:chgData name="Robert de Groote" userId="2ce5265b-80a0-4fb8-a62a-8035e9b0c45a" providerId="ADAL" clId="{A80E4885-7617-4261-AD60-182D3446E97F}" dt="2025-10-06T06:50:03.113" v="65989"/>
          <ac:spMkLst>
            <pc:docMk/>
            <pc:sldMk cId="706863497" sldId="508"/>
            <ac:spMk id="41" creationId="{DEB49DC8-F6D5-FB30-84D1-2C3E38FDFDF0}"/>
          </ac:spMkLst>
        </pc:spChg>
        <pc:spChg chg="mod">
          <ac:chgData name="Robert de Groote" userId="2ce5265b-80a0-4fb8-a62a-8035e9b0c45a" providerId="ADAL" clId="{A80E4885-7617-4261-AD60-182D3446E97F}" dt="2025-10-06T06:50:03.113" v="65989"/>
          <ac:spMkLst>
            <pc:docMk/>
            <pc:sldMk cId="706863497" sldId="508"/>
            <ac:spMk id="42" creationId="{B6C1975C-C38E-472B-61F9-0104A2ED1416}"/>
          </ac:spMkLst>
        </pc:spChg>
        <pc:spChg chg="mod">
          <ac:chgData name="Robert de Groote" userId="2ce5265b-80a0-4fb8-a62a-8035e9b0c45a" providerId="ADAL" clId="{A80E4885-7617-4261-AD60-182D3446E97F}" dt="2025-10-06T06:50:03.113" v="65989"/>
          <ac:spMkLst>
            <pc:docMk/>
            <pc:sldMk cId="706863497" sldId="508"/>
            <ac:spMk id="43" creationId="{87C0D7B5-1664-C6A9-E238-38D76D58C52D}"/>
          </ac:spMkLst>
        </pc:spChg>
        <pc:spChg chg="mod">
          <ac:chgData name="Robert de Groote" userId="2ce5265b-80a0-4fb8-a62a-8035e9b0c45a" providerId="ADAL" clId="{A80E4885-7617-4261-AD60-182D3446E97F}" dt="2025-10-06T06:50:03.113" v="65989"/>
          <ac:spMkLst>
            <pc:docMk/>
            <pc:sldMk cId="706863497" sldId="508"/>
            <ac:spMk id="45" creationId="{96B57C19-330D-83DA-7885-FC227DC14C1D}"/>
          </ac:spMkLst>
        </pc:spChg>
        <pc:spChg chg="mod">
          <ac:chgData name="Robert de Groote" userId="2ce5265b-80a0-4fb8-a62a-8035e9b0c45a" providerId="ADAL" clId="{A80E4885-7617-4261-AD60-182D3446E97F}" dt="2025-10-06T06:50:03.113" v="65989"/>
          <ac:spMkLst>
            <pc:docMk/>
            <pc:sldMk cId="706863497" sldId="508"/>
            <ac:spMk id="47" creationId="{A716F45C-0EF1-B0E8-79C4-0EA154975438}"/>
          </ac:spMkLst>
        </pc:spChg>
        <pc:spChg chg="mod">
          <ac:chgData name="Robert de Groote" userId="2ce5265b-80a0-4fb8-a62a-8035e9b0c45a" providerId="ADAL" clId="{A80E4885-7617-4261-AD60-182D3446E97F}" dt="2025-10-06T06:50:03.113" v="65989"/>
          <ac:spMkLst>
            <pc:docMk/>
            <pc:sldMk cId="706863497" sldId="508"/>
            <ac:spMk id="49" creationId="{80140B00-F3C0-6316-92E8-10D1964766EA}"/>
          </ac:spMkLst>
        </pc:spChg>
        <pc:spChg chg="mod">
          <ac:chgData name="Robert de Groote" userId="2ce5265b-80a0-4fb8-a62a-8035e9b0c45a" providerId="ADAL" clId="{A80E4885-7617-4261-AD60-182D3446E97F}" dt="2025-10-06T06:50:03.113" v="65989"/>
          <ac:spMkLst>
            <pc:docMk/>
            <pc:sldMk cId="706863497" sldId="508"/>
            <ac:spMk id="53" creationId="{DAE4B937-EF48-9757-8142-581E263ED3CC}"/>
          </ac:spMkLst>
        </pc:spChg>
        <pc:spChg chg="add mod">
          <ac:chgData name="Robert de Groote" userId="2ce5265b-80a0-4fb8-a62a-8035e9b0c45a" providerId="ADAL" clId="{A80E4885-7617-4261-AD60-182D3446E97F}" dt="2025-10-06T06:50:34.512" v="65998" actId="164"/>
          <ac:spMkLst>
            <pc:docMk/>
            <pc:sldMk cId="706863497" sldId="508"/>
            <ac:spMk id="54" creationId="{87044C8C-CE5A-4D5A-C673-E2F658E283ED}"/>
          </ac:spMkLst>
        </pc:spChg>
        <pc:spChg chg="add mod">
          <ac:chgData name="Robert de Groote" userId="2ce5265b-80a0-4fb8-a62a-8035e9b0c45a" providerId="ADAL" clId="{A80E4885-7617-4261-AD60-182D3446E97F}" dt="2025-10-06T06:50:34.512" v="65998" actId="164"/>
          <ac:spMkLst>
            <pc:docMk/>
            <pc:sldMk cId="706863497" sldId="508"/>
            <ac:spMk id="55" creationId="{9165861F-45B3-F04A-1D1B-A32711D36CF2}"/>
          </ac:spMkLst>
        </pc:spChg>
        <pc:spChg chg="add mod">
          <ac:chgData name="Robert de Groote" userId="2ce5265b-80a0-4fb8-a62a-8035e9b0c45a" providerId="ADAL" clId="{A80E4885-7617-4261-AD60-182D3446E97F}" dt="2025-10-06T06:53:05.229" v="66060" actId="1076"/>
          <ac:spMkLst>
            <pc:docMk/>
            <pc:sldMk cId="706863497" sldId="508"/>
            <ac:spMk id="57" creationId="{3289A87D-965D-3504-976B-2AE81E773CFD}"/>
          </ac:spMkLst>
        </pc:spChg>
        <pc:spChg chg="mod">
          <ac:chgData name="Robert de Groote" userId="2ce5265b-80a0-4fb8-a62a-8035e9b0c45a" providerId="ADAL" clId="{A80E4885-7617-4261-AD60-182D3446E97F}" dt="2025-10-06T06:47:59.600" v="65970" actId="164"/>
          <ac:spMkLst>
            <pc:docMk/>
            <pc:sldMk cId="706863497" sldId="508"/>
            <ac:spMk id="104" creationId="{21E0AC59-1A9D-6823-5CC8-94CEC630F30F}"/>
          </ac:spMkLst>
        </pc:spChg>
        <pc:spChg chg="mod">
          <ac:chgData name="Robert de Groote" userId="2ce5265b-80a0-4fb8-a62a-8035e9b0c45a" providerId="ADAL" clId="{A80E4885-7617-4261-AD60-182D3446E97F}" dt="2025-10-06T06:47:59.600" v="65970" actId="164"/>
          <ac:spMkLst>
            <pc:docMk/>
            <pc:sldMk cId="706863497" sldId="508"/>
            <ac:spMk id="105" creationId="{5DB9FBBC-C17B-D3C1-8289-B9B81AC75831}"/>
          </ac:spMkLst>
        </pc:spChg>
        <pc:spChg chg="mod">
          <ac:chgData name="Robert de Groote" userId="2ce5265b-80a0-4fb8-a62a-8035e9b0c45a" providerId="ADAL" clId="{A80E4885-7617-4261-AD60-182D3446E97F}" dt="2025-10-06T06:47:59.600" v="65970" actId="164"/>
          <ac:spMkLst>
            <pc:docMk/>
            <pc:sldMk cId="706863497" sldId="508"/>
            <ac:spMk id="106" creationId="{5B69D35B-B7E2-7A5C-9884-52C7643B1661}"/>
          </ac:spMkLst>
        </pc:spChg>
        <pc:spChg chg="mod">
          <ac:chgData name="Robert de Groote" userId="2ce5265b-80a0-4fb8-a62a-8035e9b0c45a" providerId="ADAL" clId="{A80E4885-7617-4261-AD60-182D3446E97F}" dt="2025-10-04T09:41:24.802" v="63956" actId="1076"/>
          <ac:spMkLst>
            <pc:docMk/>
            <pc:sldMk cId="706863497" sldId="508"/>
            <ac:spMk id="107" creationId="{EC498DEB-B633-8722-F8C6-7A1E1669B5A4}"/>
          </ac:spMkLst>
        </pc:spChg>
        <pc:spChg chg="mod">
          <ac:chgData name="Robert de Groote" userId="2ce5265b-80a0-4fb8-a62a-8035e9b0c45a" providerId="ADAL" clId="{A80E4885-7617-4261-AD60-182D3446E97F}" dt="2025-10-06T06:47:59.600" v="65970" actId="164"/>
          <ac:spMkLst>
            <pc:docMk/>
            <pc:sldMk cId="706863497" sldId="508"/>
            <ac:spMk id="108" creationId="{65BAAA22-2B31-00D7-7E72-783830B2D642}"/>
          </ac:spMkLst>
        </pc:spChg>
        <pc:spChg chg="mod">
          <ac:chgData name="Robert de Groote" userId="2ce5265b-80a0-4fb8-a62a-8035e9b0c45a" providerId="ADAL" clId="{A80E4885-7617-4261-AD60-182D3446E97F}" dt="2025-10-06T06:47:59.600" v="65970" actId="164"/>
          <ac:spMkLst>
            <pc:docMk/>
            <pc:sldMk cId="706863497" sldId="508"/>
            <ac:spMk id="112" creationId="{ABB6750A-CDA5-458D-5B95-03D994B93A5A}"/>
          </ac:spMkLst>
        </pc:spChg>
        <pc:spChg chg="mod">
          <ac:chgData name="Robert de Groote" userId="2ce5265b-80a0-4fb8-a62a-8035e9b0c45a" providerId="ADAL" clId="{A80E4885-7617-4261-AD60-182D3446E97F}" dt="2025-10-06T06:47:59.600" v="65970" actId="164"/>
          <ac:spMkLst>
            <pc:docMk/>
            <pc:sldMk cId="706863497" sldId="508"/>
            <ac:spMk id="120" creationId="{280C7F1E-D468-701F-EC7A-713F9FAC47F2}"/>
          </ac:spMkLst>
        </pc:spChg>
        <pc:spChg chg="mod">
          <ac:chgData name="Robert de Groote" userId="2ce5265b-80a0-4fb8-a62a-8035e9b0c45a" providerId="ADAL" clId="{A80E4885-7617-4261-AD60-182D3446E97F}" dt="2025-10-06T06:47:59.600" v="65970" actId="164"/>
          <ac:spMkLst>
            <pc:docMk/>
            <pc:sldMk cId="706863497" sldId="508"/>
            <ac:spMk id="121" creationId="{5C4A8AB9-D72E-C4E8-1561-ADADD945C0AD}"/>
          </ac:spMkLst>
        </pc:spChg>
        <pc:spChg chg="mod">
          <ac:chgData name="Robert de Groote" userId="2ce5265b-80a0-4fb8-a62a-8035e9b0c45a" providerId="ADAL" clId="{A80E4885-7617-4261-AD60-182D3446E97F}" dt="2025-10-04T09:42:02.835" v="63973" actId="1076"/>
          <ac:spMkLst>
            <pc:docMk/>
            <pc:sldMk cId="706863497" sldId="508"/>
            <ac:spMk id="128" creationId="{56081A81-6A12-530F-714F-1030C03643AC}"/>
          </ac:spMkLst>
        </pc:spChg>
        <pc:spChg chg="mod">
          <ac:chgData name="Robert de Groote" userId="2ce5265b-80a0-4fb8-a62a-8035e9b0c45a" providerId="ADAL" clId="{A80E4885-7617-4261-AD60-182D3446E97F}" dt="2025-10-06T06:47:59.600" v="65970" actId="164"/>
          <ac:spMkLst>
            <pc:docMk/>
            <pc:sldMk cId="706863497" sldId="508"/>
            <ac:spMk id="129" creationId="{368B894B-5FA8-C488-C61C-9A50C17D8599}"/>
          </ac:spMkLst>
        </pc:spChg>
        <pc:spChg chg="mod">
          <ac:chgData name="Robert de Groote" userId="2ce5265b-80a0-4fb8-a62a-8035e9b0c45a" providerId="ADAL" clId="{A80E4885-7617-4261-AD60-182D3446E97F}" dt="2025-10-04T09:41:24.802" v="63956" actId="1076"/>
          <ac:spMkLst>
            <pc:docMk/>
            <pc:sldMk cId="706863497" sldId="508"/>
            <ac:spMk id="130" creationId="{037B4F29-29C8-4E0F-76BD-614CCA38AA11}"/>
          </ac:spMkLst>
        </pc:spChg>
        <pc:spChg chg="mod">
          <ac:chgData name="Robert de Groote" userId="2ce5265b-80a0-4fb8-a62a-8035e9b0c45a" providerId="ADAL" clId="{A80E4885-7617-4261-AD60-182D3446E97F}" dt="2025-10-04T09:42:02.835" v="63973" actId="1076"/>
          <ac:spMkLst>
            <pc:docMk/>
            <pc:sldMk cId="706863497" sldId="508"/>
            <ac:spMk id="132" creationId="{C1836C8E-8924-D127-4822-63F070D77786}"/>
          </ac:spMkLst>
        </pc:spChg>
        <pc:spChg chg="mod">
          <ac:chgData name="Robert de Groote" userId="2ce5265b-80a0-4fb8-a62a-8035e9b0c45a" providerId="ADAL" clId="{A80E4885-7617-4261-AD60-182D3446E97F}" dt="2025-10-06T06:47:59.600" v="65970" actId="164"/>
          <ac:spMkLst>
            <pc:docMk/>
            <pc:sldMk cId="706863497" sldId="508"/>
            <ac:spMk id="133" creationId="{440391E2-3225-7E8A-F5DD-C82AC0684590}"/>
          </ac:spMkLst>
        </pc:spChg>
        <pc:spChg chg="mod">
          <ac:chgData name="Robert de Groote" userId="2ce5265b-80a0-4fb8-a62a-8035e9b0c45a" providerId="ADAL" clId="{A80E4885-7617-4261-AD60-182D3446E97F}" dt="2025-10-06T06:47:59.600" v="65970" actId="164"/>
          <ac:spMkLst>
            <pc:docMk/>
            <pc:sldMk cId="706863497" sldId="508"/>
            <ac:spMk id="134" creationId="{CF30FEF5-79F8-FF87-CAC6-E1100B8DE3A5}"/>
          </ac:spMkLst>
        </pc:spChg>
        <pc:grpChg chg="add mod">
          <ac:chgData name="Robert de Groote" userId="2ce5265b-80a0-4fb8-a62a-8035e9b0c45a" providerId="ADAL" clId="{A80E4885-7617-4261-AD60-182D3446E97F}" dt="2025-10-06T06:47:41.765" v="65967" actId="164"/>
          <ac:grpSpMkLst>
            <pc:docMk/>
            <pc:sldMk cId="706863497" sldId="508"/>
            <ac:grpSpMk id="5" creationId="{F4939CD1-60D1-6E44-7F60-CB3DE5BBF8B1}"/>
          </ac:grpSpMkLst>
        </pc:grpChg>
        <pc:grpChg chg="add mod">
          <ac:chgData name="Robert de Groote" userId="2ce5265b-80a0-4fb8-a62a-8035e9b0c45a" providerId="ADAL" clId="{A80E4885-7617-4261-AD60-182D3446E97F}" dt="2025-10-06T06:50:34.512" v="65998" actId="164"/>
          <ac:grpSpMkLst>
            <pc:docMk/>
            <pc:sldMk cId="706863497" sldId="508"/>
            <ac:grpSpMk id="56" creationId="{ED930AEE-09A6-AC56-865C-666FE43EF774}"/>
          </ac:grpSpMkLst>
        </pc:grpChg>
        <pc:cxnChg chg="add mod">
          <ac:chgData name="Robert de Groote" userId="2ce5265b-80a0-4fb8-a62a-8035e9b0c45a" providerId="ADAL" clId="{A80E4885-7617-4261-AD60-182D3446E97F}" dt="2025-10-06T06:47:41.765" v="65967" actId="164"/>
          <ac:cxnSpMkLst>
            <pc:docMk/>
            <pc:sldMk cId="706863497" sldId="508"/>
            <ac:cxnSpMk id="31" creationId="{B853B688-6E0C-927C-2828-9B30FB5836C4}"/>
          </ac:cxnSpMkLst>
        </pc:cxnChg>
        <pc:cxnChg chg="add mod">
          <ac:chgData name="Robert de Groote" userId="2ce5265b-80a0-4fb8-a62a-8035e9b0c45a" providerId="ADAL" clId="{A80E4885-7617-4261-AD60-182D3446E97F}" dt="2025-10-04T09:40:48.794" v="63932"/>
          <ac:cxnSpMkLst>
            <pc:docMk/>
            <pc:sldMk cId="706863497" sldId="508"/>
            <ac:cxnSpMk id="32" creationId="{B5DFBFC2-829C-CA14-C0C0-D06E541A7A94}"/>
          </ac:cxnSpMkLst>
        </pc:cxnChg>
        <pc:cxnChg chg="add mod">
          <ac:chgData name="Robert de Groote" userId="2ce5265b-80a0-4fb8-a62a-8035e9b0c45a" providerId="ADAL" clId="{A80E4885-7617-4261-AD60-182D3446E97F}" dt="2025-10-06T06:47:41.765" v="65967" actId="164"/>
          <ac:cxnSpMkLst>
            <pc:docMk/>
            <pc:sldMk cId="706863497" sldId="508"/>
            <ac:cxnSpMk id="33" creationId="{ADE19313-D6C0-8D4D-CBC3-0F43F703E935}"/>
          </ac:cxnSpMkLst>
        </pc:cxnChg>
        <pc:cxnChg chg="add mod">
          <ac:chgData name="Robert de Groote" userId="2ce5265b-80a0-4fb8-a62a-8035e9b0c45a" providerId="ADAL" clId="{A80E4885-7617-4261-AD60-182D3446E97F}" dt="2025-10-06T06:47:41.765" v="65967" actId="164"/>
          <ac:cxnSpMkLst>
            <pc:docMk/>
            <pc:sldMk cId="706863497" sldId="508"/>
            <ac:cxnSpMk id="34" creationId="{31516D96-12E0-0AA7-855A-5FDDF453CAC1}"/>
          </ac:cxnSpMkLst>
        </pc:cxnChg>
        <pc:cxnChg chg="mod">
          <ac:chgData name="Robert de Groote" userId="2ce5265b-80a0-4fb8-a62a-8035e9b0c45a" providerId="ADAL" clId="{A80E4885-7617-4261-AD60-182D3446E97F}" dt="2025-10-06T06:47:41.765" v="65967" actId="164"/>
          <ac:cxnSpMkLst>
            <pc:docMk/>
            <pc:sldMk cId="706863497" sldId="508"/>
            <ac:cxnSpMk id="35" creationId="{73180F89-FCD8-5455-2153-6DEE720DB554}"/>
          </ac:cxnSpMkLst>
        </pc:cxnChg>
        <pc:cxnChg chg="mod">
          <ac:chgData name="Robert de Groote" userId="2ce5265b-80a0-4fb8-a62a-8035e9b0c45a" providerId="ADAL" clId="{A80E4885-7617-4261-AD60-182D3446E97F}" dt="2025-10-04T09:40:48.794" v="63936"/>
          <ac:cxnSpMkLst>
            <pc:docMk/>
            <pc:sldMk cId="706863497" sldId="508"/>
            <ac:cxnSpMk id="36" creationId="{B80BDD49-F873-0E5B-9FA1-E815587C91B5}"/>
          </ac:cxnSpMkLst>
        </pc:cxnChg>
        <pc:cxnChg chg="add mod">
          <ac:chgData name="Robert de Groote" userId="2ce5265b-80a0-4fb8-a62a-8035e9b0c45a" providerId="ADAL" clId="{A80E4885-7617-4261-AD60-182D3446E97F}" dt="2025-10-04T09:40:48.794" v="63937"/>
          <ac:cxnSpMkLst>
            <pc:docMk/>
            <pc:sldMk cId="706863497" sldId="508"/>
            <ac:cxnSpMk id="37" creationId="{104099B9-E347-0191-65DA-D813D3134178}"/>
          </ac:cxnSpMkLst>
        </pc:cxnChg>
      </pc:sldChg>
      <pc:sldChg chg="addSp delSp modSp add mod delAnim modAnim">
        <pc:chgData name="Robert de Groote" userId="2ce5265b-80a0-4fb8-a62a-8035e9b0c45a" providerId="ADAL" clId="{A80E4885-7617-4261-AD60-182D3446E97F}" dt="2025-10-06T08:08:53.855" v="67523" actId="6549"/>
        <pc:sldMkLst>
          <pc:docMk/>
          <pc:sldMk cId="2259316608" sldId="509"/>
        </pc:sldMkLst>
        <pc:spChg chg="mod">
          <ac:chgData name="Robert de Groote" userId="2ce5265b-80a0-4fb8-a62a-8035e9b0c45a" providerId="ADAL" clId="{A80E4885-7617-4261-AD60-182D3446E97F}" dt="2025-10-04T12:06:16.169" v="64998" actId="20577"/>
          <ac:spMkLst>
            <pc:docMk/>
            <pc:sldMk cId="2259316608" sldId="509"/>
            <ac:spMk id="2" creationId="{1AA7571E-077F-E182-51B4-126363844EDB}"/>
          </ac:spMkLst>
        </pc:spChg>
        <pc:spChg chg="mod">
          <ac:chgData name="Robert de Groote" userId="2ce5265b-80a0-4fb8-a62a-8035e9b0c45a" providerId="ADAL" clId="{A80E4885-7617-4261-AD60-182D3446E97F}" dt="2025-10-06T08:08:53.855" v="67523" actId="6549"/>
          <ac:spMkLst>
            <pc:docMk/>
            <pc:sldMk cId="2259316608" sldId="509"/>
            <ac:spMk id="3" creationId="{295654E7-E72A-5EC3-7465-2DCEF35D2DEE}"/>
          </ac:spMkLst>
        </pc:spChg>
        <pc:spChg chg="add mod topLvl">
          <ac:chgData name="Robert de Groote" userId="2ce5265b-80a0-4fb8-a62a-8035e9b0c45a" providerId="ADAL" clId="{A80E4885-7617-4261-AD60-182D3446E97F}" dt="2025-10-06T07:27:35.701" v="66603"/>
          <ac:spMkLst>
            <pc:docMk/>
            <pc:sldMk cId="2259316608" sldId="509"/>
            <ac:spMk id="4" creationId="{E3996D35-B4EA-0F70-A7FD-B1E99ADFA592}"/>
          </ac:spMkLst>
        </pc:spChg>
        <pc:spChg chg="add mod topLvl">
          <ac:chgData name="Robert de Groote" userId="2ce5265b-80a0-4fb8-a62a-8035e9b0c45a" providerId="ADAL" clId="{A80E4885-7617-4261-AD60-182D3446E97F}" dt="2025-10-06T07:27:38.943" v="66647"/>
          <ac:spMkLst>
            <pc:docMk/>
            <pc:sldMk cId="2259316608" sldId="509"/>
            <ac:spMk id="5" creationId="{D73C8B36-C20A-F35B-6281-ACC0FFA6B10C}"/>
          </ac:spMkLst>
        </pc:spChg>
        <pc:spChg chg="add mod">
          <ac:chgData name="Robert de Groote" userId="2ce5265b-80a0-4fb8-a62a-8035e9b0c45a" providerId="ADAL" clId="{A80E4885-7617-4261-AD60-182D3446E97F}" dt="2025-10-06T07:27:32.037" v="66559"/>
          <ac:spMkLst>
            <pc:docMk/>
            <pc:sldMk cId="2259316608" sldId="509"/>
            <ac:spMk id="7" creationId="{76D1AA17-273B-9294-D912-07CFB31BB70B}"/>
          </ac:spMkLst>
        </pc:spChg>
        <pc:spChg chg="add mod">
          <ac:chgData name="Robert de Groote" userId="2ce5265b-80a0-4fb8-a62a-8035e9b0c45a" providerId="ADAL" clId="{A80E4885-7617-4261-AD60-182D3446E97F}" dt="2025-10-06T07:03:07.691" v="66174"/>
          <ac:spMkLst>
            <pc:docMk/>
            <pc:sldMk cId="2259316608" sldId="509"/>
            <ac:spMk id="9" creationId="{B24A65C0-7A23-3557-6487-052A01CCE8DF}"/>
          </ac:spMkLst>
        </pc:spChg>
        <pc:spChg chg="add mod">
          <ac:chgData name="Robert de Groote" userId="2ce5265b-80a0-4fb8-a62a-8035e9b0c45a" providerId="ADAL" clId="{A80E4885-7617-4261-AD60-182D3446E97F}" dt="2025-10-06T07:03:12.075" v="66236"/>
          <ac:spMkLst>
            <pc:docMk/>
            <pc:sldMk cId="2259316608" sldId="509"/>
            <ac:spMk id="10" creationId="{4D8CDEF0-CC6D-6BFB-F540-28144C47B244}"/>
          </ac:spMkLst>
        </pc:spChg>
        <pc:spChg chg="add mod">
          <ac:chgData name="Robert de Groote" userId="2ce5265b-80a0-4fb8-a62a-8035e9b0c45a" providerId="ADAL" clId="{A80E4885-7617-4261-AD60-182D3446E97F}" dt="2025-10-06T07:03:16.959" v="66298"/>
          <ac:spMkLst>
            <pc:docMk/>
            <pc:sldMk cId="2259316608" sldId="509"/>
            <ac:spMk id="11" creationId="{D6CABABA-F955-22B4-CA56-4BEE95721755}"/>
          </ac:spMkLst>
        </pc:spChg>
        <pc:spChg chg="add mod">
          <ac:chgData name="Robert de Groote" userId="2ce5265b-80a0-4fb8-a62a-8035e9b0c45a" providerId="ADAL" clId="{A80E4885-7617-4261-AD60-182D3446E97F}" dt="2025-10-06T07:03:20.028" v="66360"/>
          <ac:spMkLst>
            <pc:docMk/>
            <pc:sldMk cId="2259316608" sldId="509"/>
            <ac:spMk id="12" creationId="{7E03F90B-7B99-AFF3-9E7B-CBCCF4080692}"/>
          </ac:spMkLst>
        </pc:spChg>
        <pc:spChg chg="add mod">
          <ac:chgData name="Robert de Groote" userId="2ce5265b-80a0-4fb8-a62a-8035e9b0c45a" providerId="ADAL" clId="{A80E4885-7617-4261-AD60-182D3446E97F}" dt="2025-10-06T07:03:24.376" v="66422"/>
          <ac:spMkLst>
            <pc:docMk/>
            <pc:sldMk cId="2259316608" sldId="509"/>
            <ac:spMk id="13" creationId="{2D45E669-3FD3-81F7-D355-EB719164C7A0}"/>
          </ac:spMkLst>
        </pc:spChg>
        <pc:spChg chg="add mod topLvl">
          <ac:chgData name="Robert de Groote" userId="2ce5265b-80a0-4fb8-a62a-8035e9b0c45a" providerId="ADAL" clId="{A80E4885-7617-4261-AD60-182D3446E97F}" dt="2025-10-06T07:27:42.187" v="66691"/>
          <ac:spMkLst>
            <pc:docMk/>
            <pc:sldMk cId="2259316608" sldId="509"/>
            <ac:spMk id="14" creationId="{035C9BEA-7C2E-2B46-7089-01AF6CA0BBBC}"/>
          </ac:spMkLst>
        </pc:spChg>
        <pc:spChg chg="add mod">
          <ac:chgData name="Robert de Groote" userId="2ce5265b-80a0-4fb8-a62a-8035e9b0c45a" providerId="ADAL" clId="{A80E4885-7617-4261-AD60-182D3446E97F}" dt="2025-10-06T07:03:27.500" v="66484"/>
          <ac:spMkLst>
            <pc:docMk/>
            <pc:sldMk cId="2259316608" sldId="509"/>
            <ac:spMk id="15" creationId="{B20AC1FF-147F-739D-3E3E-8E16D787A8F4}"/>
          </ac:spMkLst>
        </pc:spChg>
        <pc:spChg chg="add del mod">
          <ac:chgData name="Robert de Groote" userId="2ce5265b-80a0-4fb8-a62a-8035e9b0c45a" providerId="ADAL" clId="{A80E4885-7617-4261-AD60-182D3446E97F}" dt="2025-10-06T07:03:07.691" v="66176"/>
          <ac:spMkLst>
            <pc:docMk/>
            <pc:sldMk cId="2259316608" sldId="509"/>
            <ac:spMk id="16" creationId="{8029E54B-906D-8569-8B5D-E43DD06D7808}"/>
          </ac:spMkLst>
        </pc:spChg>
        <pc:spChg chg="add del mod">
          <ac:chgData name="Robert de Groote" userId="2ce5265b-80a0-4fb8-a62a-8035e9b0c45a" providerId="ADAL" clId="{A80E4885-7617-4261-AD60-182D3446E97F}" dt="2025-10-06T07:03:07.691" v="66176"/>
          <ac:spMkLst>
            <pc:docMk/>
            <pc:sldMk cId="2259316608" sldId="509"/>
            <ac:spMk id="18" creationId="{9D9CF213-9EEB-0797-9D9D-3AD7D2D5EA15}"/>
          </ac:spMkLst>
        </pc:spChg>
        <pc:spChg chg="add del mod">
          <ac:chgData name="Robert de Groote" userId="2ce5265b-80a0-4fb8-a62a-8035e9b0c45a" providerId="ADAL" clId="{A80E4885-7617-4261-AD60-182D3446E97F}" dt="2025-10-06T07:03:07.581" v="66135"/>
          <ac:spMkLst>
            <pc:docMk/>
            <pc:sldMk cId="2259316608" sldId="509"/>
            <ac:spMk id="19" creationId="{B2843394-D670-64ED-215D-3473B0F15D15}"/>
          </ac:spMkLst>
        </pc:spChg>
        <pc:spChg chg="add del mod">
          <ac:chgData name="Robert de Groote" userId="2ce5265b-80a0-4fb8-a62a-8035e9b0c45a" providerId="ADAL" clId="{A80E4885-7617-4261-AD60-182D3446E97F}" dt="2025-10-06T07:03:07.612" v="66144"/>
          <ac:spMkLst>
            <pc:docMk/>
            <pc:sldMk cId="2259316608" sldId="509"/>
            <ac:spMk id="21" creationId="{A37ACA23-9528-758C-E932-CD727C754DB6}"/>
          </ac:spMkLst>
        </pc:spChg>
        <pc:spChg chg="add del mod">
          <ac:chgData name="Robert de Groote" userId="2ce5265b-80a0-4fb8-a62a-8035e9b0c45a" providerId="ADAL" clId="{A80E4885-7617-4261-AD60-182D3446E97F}" dt="2025-10-06T07:03:07.628" v="66153"/>
          <ac:spMkLst>
            <pc:docMk/>
            <pc:sldMk cId="2259316608" sldId="509"/>
            <ac:spMk id="22" creationId="{7EE004BF-456A-039C-D542-F6F6A3D9030B}"/>
          </ac:spMkLst>
        </pc:spChg>
        <pc:spChg chg="add del mod">
          <ac:chgData name="Robert de Groote" userId="2ce5265b-80a0-4fb8-a62a-8035e9b0c45a" providerId="ADAL" clId="{A80E4885-7617-4261-AD60-182D3446E97F}" dt="2025-10-06T07:03:07.660" v="66162"/>
          <ac:spMkLst>
            <pc:docMk/>
            <pc:sldMk cId="2259316608" sldId="509"/>
            <ac:spMk id="23" creationId="{DB9E597F-7D0E-06A5-7EA2-6BD8AEC6D5CB}"/>
          </ac:spMkLst>
        </pc:spChg>
        <pc:spChg chg="add mod topLvl">
          <ac:chgData name="Robert de Groote" userId="2ce5265b-80a0-4fb8-a62a-8035e9b0c45a" providerId="ADAL" clId="{A80E4885-7617-4261-AD60-182D3446E97F}" dt="2025-10-06T07:03:12.075" v="66232"/>
          <ac:spMkLst>
            <pc:docMk/>
            <pc:sldMk cId="2259316608" sldId="509"/>
            <ac:spMk id="24" creationId="{85C9C70A-D147-E5CA-537E-318703B52393}"/>
          </ac:spMkLst>
        </pc:spChg>
        <pc:spChg chg="add mod topLvl">
          <ac:chgData name="Robert de Groote" userId="2ce5265b-80a0-4fb8-a62a-8035e9b0c45a" providerId="ADAL" clId="{A80E4885-7617-4261-AD60-182D3446E97F}" dt="2025-10-06T07:03:20.028" v="66356"/>
          <ac:spMkLst>
            <pc:docMk/>
            <pc:sldMk cId="2259316608" sldId="509"/>
            <ac:spMk id="25" creationId="{3A12780F-6198-1252-C75A-DF7E4E11BD02}"/>
          </ac:spMkLst>
        </pc:spChg>
        <pc:spChg chg="add mod topLvl">
          <ac:chgData name="Robert de Groote" userId="2ce5265b-80a0-4fb8-a62a-8035e9b0c45a" providerId="ADAL" clId="{A80E4885-7617-4261-AD60-182D3446E97F}" dt="2025-10-06T07:03:24.376" v="66418"/>
          <ac:spMkLst>
            <pc:docMk/>
            <pc:sldMk cId="2259316608" sldId="509"/>
            <ac:spMk id="26" creationId="{0C8357FD-0B3A-A751-3D2C-55AE2848EB27}"/>
          </ac:spMkLst>
        </pc:spChg>
        <pc:spChg chg="add mod topLvl">
          <ac:chgData name="Robert de Groote" userId="2ce5265b-80a0-4fb8-a62a-8035e9b0c45a" providerId="ADAL" clId="{A80E4885-7617-4261-AD60-182D3446E97F}" dt="2025-10-06T07:03:27.500" v="66480"/>
          <ac:spMkLst>
            <pc:docMk/>
            <pc:sldMk cId="2259316608" sldId="509"/>
            <ac:spMk id="27" creationId="{C3B7EB3A-6BB6-1CF4-FB91-952356BC9CE7}"/>
          </ac:spMkLst>
        </pc:spChg>
        <pc:spChg chg="add mod topLvl">
          <ac:chgData name="Robert de Groote" userId="2ce5265b-80a0-4fb8-a62a-8035e9b0c45a" providerId="ADAL" clId="{A80E4885-7617-4261-AD60-182D3446E97F}" dt="2025-10-06T07:03:16.959" v="66294"/>
          <ac:spMkLst>
            <pc:docMk/>
            <pc:sldMk cId="2259316608" sldId="509"/>
            <ac:spMk id="28" creationId="{93349FAC-D65A-548A-4259-87A645202633}"/>
          </ac:spMkLst>
        </pc:spChg>
        <pc:spChg chg="add del mod">
          <ac:chgData name="Robert de Groote" userId="2ce5265b-80a0-4fb8-a62a-8035e9b0c45a" providerId="ADAL" clId="{A80E4885-7617-4261-AD60-182D3446E97F}" dt="2025-10-06T07:03:12.075" v="66238"/>
          <ac:spMkLst>
            <pc:docMk/>
            <pc:sldMk cId="2259316608" sldId="509"/>
            <ac:spMk id="29" creationId="{E2111673-3CC4-A414-97E2-F9B837643CD9}"/>
          </ac:spMkLst>
        </pc:spChg>
        <pc:spChg chg="add del mod">
          <ac:chgData name="Robert de Groote" userId="2ce5265b-80a0-4fb8-a62a-8035e9b0c45a" providerId="ADAL" clId="{A80E4885-7617-4261-AD60-182D3446E97F}" dt="2025-10-06T07:03:12.075" v="66238"/>
          <ac:spMkLst>
            <pc:docMk/>
            <pc:sldMk cId="2259316608" sldId="509"/>
            <ac:spMk id="30" creationId="{3371D0D0-E7BC-6D03-67B9-37782D47A35D}"/>
          </ac:spMkLst>
        </pc:spChg>
        <pc:spChg chg="add del mod">
          <ac:chgData name="Robert de Groote" userId="2ce5265b-80a0-4fb8-a62a-8035e9b0c45a" providerId="ADAL" clId="{A80E4885-7617-4261-AD60-182D3446E97F}" dt="2025-10-06T07:03:11.949" v="66197"/>
          <ac:spMkLst>
            <pc:docMk/>
            <pc:sldMk cId="2259316608" sldId="509"/>
            <ac:spMk id="32" creationId="{C7BBE269-0FA8-83EE-9EF5-94A0720AFD04}"/>
          </ac:spMkLst>
        </pc:spChg>
        <pc:spChg chg="add del mod">
          <ac:chgData name="Robert de Groote" userId="2ce5265b-80a0-4fb8-a62a-8035e9b0c45a" providerId="ADAL" clId="{A80E4885-7617-4261-AD60-182D3446E97F}" dt="2025-10-06T07:03:11.980" v="66206"/>
          <ac:spMkLst>
            <pc:docMk/>
            <pc:sldMk cId="2259316608" sldId="509"/>
            <ac:spMk id="33" creationId="{83695B05-D84F-BE6D-94E4-FD0C4B3BFBC6}"/>
          </ac:spMkLst>
        </pc:spChg>
        <pc:spChg chg="add del mod">
          <ac:chgData name="Robert de Groote" userId="2ce5265b-80a0-4fb8-a62a-8035e9b0c45a" providerId="ADAL" clId="{A80E4885-7617-4261-AD60-182D3446E97F}" dt="2025-10-06T07:03:12.012" v="66215"/>
          <ac:spMkLst>
            <pc:docMk/>
            <pc:sldMk cId="2259316608" sldId="509"/>
            <ac:spMk id="35" creationId="{9CAED69B-1AFE-89C2-50D8-8E689114AB13}"/>
          </ac:spMkLst>
        </pc:spChg>
        <pc:spChg chg="add del mod">
          <ac:chgData name="Robert de Groote" userId="2ce5265b-80a0-4fb8-a62a-8035e9b0c45a" providerId="ADAL" clId="{A80E4885-7617-4261-AD60-182D3446E97F}" dt="2025-10-06T07:03:12.046" v="66224"/>
          <ac:spMkLst>
            <pc:docMk/>
            <pc:sldMk cId="2259316608" sldId="509"/>
            <ac:spMk id="36" creationId="{CD2390EC-8DF3-9593-35B7-B476059827F1}"/>
          </ac:spMkLst>
        </pc:spChg>
        <pc:spChg chg="add del mod">
          <ac:chgData name="Robert de Groote" userId="2ce5265b-80a0-4fb8-a62a-8035e9b0c45a" providerId="ADAL" clId="{A80E4885-7617-4261-AD60-182D3446E97F}" dt="2025-10-06T07:03:16.959" v="66300"/>
          <ac:spMkLst>
            <pc:docMk/>
            <pc:sldMk cId="2259316608" sldId="509"/>
            <ac:spMk id="38" creationId="{E2340A48-1246-2AD0-6C0D-9447A5B2D833}"/>
          </ac:spMkLst>
        </pc:spChg>
        <pc:spChg chg="add del mod">
          <ac:chgData name="Robert de Groote" userId="2ce5265b-80a0-4fb8-a62a-8035e9b0c45a" providerId="ADAL" clId="{A80E4885-7617-4261-AD60-182D3446E97F}" dt="2025-10-06T07:03:16.959" v="66300"/>
          <ac:spMkLst>
            <pc:docMk/>
            <pc:sldMk cId="2259316608" sldId="509"/>
            <ac:spMk id="39" creationId="{4BBC9541-D367-C3B9-190E-92D2ECE59ABD}"/>
          </ac:spMkLst>
        </pc:spChg>
        <pc:spChg chg="add del mod">
          <ac:chgData name="Robert de Groote" userId="2ce5265b-80a0-4fb8-a62a-8035e9b0c45a" providerId="ADAL" clId="{A80E4885-7617-4261-AD60-182D3446E97F}" dt="2025-10-06T07:03:16.849" v="66259"/>
          <ac:spMkLst>
            <pc:docMk/>
            <pc:sldMk cId="2259316608" sldId="509"/>
            <ac:spMk id="41" creationId="{159B2DC1-BF52-1696-52E8-7D687C47D44E}"/>
          </ac:spMkLst>
        </pc:spChg>
        <pc:spChg chg="add del mod">
          <ac:chgData name="Robert de Groote" userId="2ce5265b-80a0-4fb8-a62a-8035e9b0c45a" providerId="ADAL" clId="{A80E4885-7617-4261-AD60-182D3446E97F}" dt="2025-10-06T07:03:16.865" v="66268"/>
          <ac:spMkLst>
            <pc:docMk/>
            <pc:sldMk cId="2259316608" sldId="509"/>
            <ac:spMk id="42" creationId="{A50BDAA5-814F-2E39-47CD-18C1C5E01DDB}"/>
          </ac:spMkLst>
        </pc:spChg>
        <pc:spChg chg="add del mod">
          <ac:chgData name="Robert de Groote" userId="2ce5265b-80a0-4fb8-a62a-8035e9b0c45a" providerId="ADAL" clId="{A80E4885-7617-4261-AD60-182D3446E97F}" dt="2025-10-06T07:03:16.896" v="66277"/>
          <ac:spMkLst>
            <pc:docMk/>
            <pc:sldMk cId="2259316608" sldId="509"/>
            <ac:spMk id="43" creationId="{0C787FB9-4A03-8618-896F-F903816BD124}"/>
          </ac:spMkLst>
        </pc:spChg>
        <pc:spChg chg="add del mod">
          <ac:chgData name="Robert de Groote" userId="2ce5265b-80a0-4fb8-a62a-8035e9b0c45a" providerId="ADAL" clId="{A80E4885-7617-4261-AD60-182D3446E97F}" dt="2025-10-06T07:03:16.927" v="66286"/>
          <ac:spMkLst>
            <pc:docMk/>
            <pc:sldMk cId="2259316608" sldId="509"/>
            <ac:spMk id="45" creationId="{8CE686DE-4E5E-C530-DAD6-652822A9D569}"/>
          </ac:spMkLst>
        </pc:spChg>
        <pc:spChg chg="add del mod">
          <ac:chgData name="Robert de Groote" userId="2ce5265b-80a0-4fb8-a62a-8035e9b0c45a" providerId="ADAL" clId="{A80E4885-7617-4261-AD60-182D3446E97F}" dt="2025-10-06T07:03:20.028" v="66362"/>
          <ac:spMkLst>
            <pc:docMk/>
            <pc:sldMk cId="2259316608" sldId="509"/>
            <ac:spMk id="46" creationId="{A37AEBB8-BE1C-6577-08AE-7D47897A1B59}"/>
          </ac:spMkLst>
        </pc:spChg>
        <pc:spChg chg="add del mod">
          <ac:chgData name="Robert de Groote" userId="2ce5265b-80a0-4fb8-a62a-8035e9b0c45a" providerId="ADAL" clId="{A80E4885-7617-4261-AD60-182D3446E97F}" dt="2025-10-06T07:03:20.028" v="66362"/>
          <ac:spMkLst>
            <pc:docMk/>
            <pc:sldMk cId="2259316608" sldId="509"/>
            <ac:spMk id="48" creationId="{0074F275-880E-63C5-CBE7-279410A613F0}"/>
          </ac:spMkLst>
        </pc:spChg>
        <pc:spChg chg="add del mod">
          <ac:chgData name="Robert de Groote" userId="2ce5265b-80a0-4fb8-a62a-8035e9b0c45a" providerId="ADAL" clId="{A80E4885-7617-4261-AD60-182D3446E97F}" dt="2025-10-06T07:03:19.962" v="66321"/>
          <ac:spMkLst>
            <pc:docMk/>
            <pc:sldMk cId="2259316608" sldId="509"/>
            <ac:spMk id="49" creationId="{5CC6FF8E-9DB3-E985-259E-4B0257DB1346}"/>
          </ac:spMkLst>
        </pc:spChg>
        <pc:spChg chg="add del mod">
          <ac:chgData name="Robert de Groote" userId="2ce5265b-80a0-4fb8-a62a-8035e9b0c45a" providerId="ADAL" clId="{A80E4885-7617-4261-AD60-182D3446E97F}" dt="2025-10-06T07:03:19.981" v="66330"/>
          <ac:spMkLst>
            <pc:docMk/>
            <pc:sldMk cId="2259316608" sldId="509"/>
            <ac:spMk id="50" creationId="{5CA74C2F-586B-5F27-997C-875160729820}"/>
          </ac:spMkLst>
        </pc:spChg>
        <pc:spChg chg="add del mod">
          <ac:chgData name="Robert de Groote" userId="2ce5265b-80a0-4fb8-a62a-8035e9b0c45a" providerId="ADAL" clId="{A80E4885-7617-4261-AD60-182D3446E97F}" dt="2025-10-06T07:03:19.997" v="66339"/>
          <ac:spMkLst>
            <pc:docMk/>
            <pc:sldMk cId="2259316608" sldId="509"/>
            <ac:spMk id="52" creationId="{C1404941-BF77-3370-FCAE-A9A1DDF30DE6}"/>
          </ac:spMkLst>
        </pc:spChg>
        <pc:spChg chg="add del mod">
          <ac:chgData name="Robert de Groote" userId="2ce5265b-80a0-4fb8-a62a-8035e9b0c45a" providerId="ADAL" clId="{A80E4885-7617-4261-AD60-182D3446E97F}" dt="2025-10-06T07:03:20.012" v="66348"/>
          <ac:spMkLst>
            <pc:docMk/>
            <pc:sldMk cId="2259316608" sldId="509"/>
            <ac:spMk id="53" creationId="{CA51FE92-8AF9-6809-BA4D-488EA0D51005}"/>
          </ac:spMkLst>
        </pc:spChg>
        <pc:spChg chg="add mod topLvl">
          <ac:chgData name="Robert de Groote" userId="2ce5265b-80a0-4fb8-a62a-8035e9b0c45a" providerId="ADAL" clId="{A80E4885-7617-4261-AD60-182D3446E97F}" dt="2025-10-06T07:03:07.691" v="66170"/>
          <ac:spMkLst>
            <pc:docMk/>
            <pc:sldMk cId="2259316608" sldId="509"/>
            <ac:spMk id="54" creationId="{A649C311-78C2-1962-F12A-CB0CDD036483}"/>
          </ac:spMkLst>
        </pc:spChg>
        <pc:spChg chg="add del mod">
          <ac:chgData name="Robert de Groote" userId="2ce5265b-80a0-4fb8-a62a-8035e9b0c45a" providerId="ADAL" clId="{A80E4885-7617-4261-AD60-182D3446E97F}" dt="2025-10-06T07:03:24.376" v="66424"/>
          <ac:spMkLst>
            <pc:docMk/>
            <pc:sldMk cId="2259316608" sldId="509"/>
            <ac:spMk id="56" creationId="{C409DB37-DB92-83C7-93BC-ABA7B9157A0C}"/>
          </ac:spMkLst>
        </pc:spChg>
        <pc:spChg chg="add del mod">
          <ac:chgData name="Robert de Groote" userId="2ce5265b-80a0-4fb8-a62a-8035e9b0c45a" providerId="ADAL" clId="{A80E4885-7617-4261-AD60-182D3446E97F}" dt="2025-10-06T07:03:24.376" v="66424"/>
          <ac:spMkLst>
            <pc:docMk/>
            <pc:sldMk cId="2259316608" sldId="509"/>
            <ac:spMk id="57" creationId="{BA4B36B9-1883-18F1-5587-0CE0D21D8991}"/>
          </ac:spMkLst>
        </pc:spChg>
        <pc:spChg chg="add del mod">
          <ac:chgData name="Robert de Groote" userId="2ce5265b-80a0-4fb8-a62a-8035e9b0c45a" providerId="ADAL" clId="{A80E4885-7617-4261-AD60-182D3446E97F}" dt="2025-10-06T07:03:24.282" v="66383"/>
          <ac:spMkLst>
            <pc:docMk/>
            <pc:sldMk cId="2259316608" sldId="509"/>
            <ac:spMk id="58" creationId="{25FABBD6-E3D0-273F-37E6-70F4C485DC47}"/>
          </ac:spMkLst>
        </pc:spChg>
        <pc:spChg chg="add del mod">
          <ac:chgData name="Robert de Groote" userId="2ce5265b-80a0-4fb8-a62a-8035e9b0c45a" providerId="ADAL" clId="{A80E4885-7617-4261-AD60-182D3446E97F}" dt="2025-10-06T07:03:24.313" v="66392"/>
          <ac:spMkLst>
            <pc:docMk/>
            <pc:sldMk cId="2259316608" sldId="509"/>
            <ac:spMk id="59" creationId="{78B3F3FF-FAE1-AB9E-2269-B5EDFBD39AC3}"/>
          </ac:spMkLst>
        </pc:spChg>
        <pc:spChg chg="add del mod">
          <ac:chgData name="Robert de Groote" userId="2ce5265b-80a0-4fb8-a62a-8035e9b0c45a" providerId="ADAL" clId="{A80E4885-7617-4261-AD60-182D3446E97F}" dt="2025-10-06T07:03:24.329" v="66401"/>
          <ac:spMkLst>
            <pc:docMk/>
            <pc:sldMk cId="2259316608" sldId="509"/>
            <ac:spMk id="61" creationId="{3DA58C3E-8FE1-A40E-3355-B68AA1934D83}"/>
          </ac:spMkLst>
        </pc:spChg>
        <pc:spChg chg="add del mod">
          <ac:chgData name="Robert de Groote" userId="2ce5265b-80a0-4fb8-a62a-8035e9b0c45a" providerId="ADAL" clId="{A80E4885-7617-4261-AD60-182D3446E97F}" dt="2025-10-06T07:03:24.360" v="66410"/>
          <ac:spMkLst>
            <pc:docMk/>
            <pc:sldMk cId="2259316608" sldId="509"/>
            <ac:spMk id="62" creationId="{6EE44F4A-2BC1-E17B-B837-4614F4E11F3F}"/>
          </ac:spMkLst>
        </pc:spChg>
        <pc:spChg chg="add mod">
          <ac:chgData name="Robert de Groote" userId="2ce5265b-80a0-4fb8-a62a-8035e9b0c45a" providerId="ADAL" clId="{A80E4885-7617-4261-AD60-182D3446E97F}" dt="2025-10-04T16:25:34.275" v="65650" actId="164"/>
          <ac:spMkLst>
            <pc:docMk/>
            <pc:sldMk cId="2259316608" sldId="509"/>
            <ac:spMk id="63" creationId="{F3ED0183-8C9E-595B-B35E-06714529BB27}"/>
          </ac:spMkLst>
        </pc:spChg>
        <pc:spChg chg="add mod">
          <ac:chgData name="Robert de Groote" userId="2ce5265b-80a0-4fb8-a62a-8035e9b0c45a" providerId="ADAL" clId="{A80E4885-7617-4261-AD60-182D3446E97F}" dt="2025-10-04T16:25:34.275" v="65650" actId="164"/>
          <ac:spMkLst>
            <pc:docMk/>
            <pc:sldMk cId="2259316608" sldId="509"/>
            <ac:spMk id="64" creationId="{BCA21244-E5C3-F3B0-2812-113493883896}"/>
          </ac:spMkLst>
        </pc:spChg>
        <pc:spChg chg="add mod">
          <ac:chgData name="Robert de Groote" userId="2ce5265b-80a0-4fb8-a62a-8035e9b0c45a" providerId="ADAL" clId="{A80E4885-7617-4261-AD60-182D3446E97F}" dt="2025-10-04T16:25:34.275" v="65650" actId="164"/>
          <ac:spMkLst>
            <pc:docMk/>
            <pc:sldMk cId="2259316608" sldId="509"/>
            <ac:spMk id="66" creationId="{CB1283C7-036D-3DC6-29F8-1A08DB355132}"/>
          </ac:spMkLst>
        </pc:spChg>
        <pc:spChg chg="add mod">
          <ac:chgData name="Robert de Groote" userId="2ce5265b-80a0-4fb8-a62a-8035e9b0c45a" providerId="ADAL" clId="{A80E4885-7617-4261-AD60-182D3446E97F}" dt="2025-10-04T16:25:34.275" v="65650" actId="164"/>
          <ac:spMkLst>
            <pc:docMk/>
            <pc:sldMk cId="2259316608" sldId="509"/>
            <ac:spMk id="68" creationId="{93FC5DF6-6C42-F59C-BABD-A6430D53C100}"/>
          </ac:spMkLst>
        </pc:spChg>
        <pc:spChg chg="add mod">
          <ac:chgData name="Robert de Groote" userId="2ce5265b-80a0-4fb8-a62a-8035e9b0c45a" providerId="ADAL" clId="{A80E4885-7617-4261-AD60-182D3446E97F}" dt="2025-10-04T16:25:34.275" v="65650" actId="164"/>
          <ac:spMkLst>
            <pc:docMk/>
            <pc:sldMk cId="2259316608" sldId="509"/>
            <ac:spMk id="71" creationId="{2BB1C0A8-8924-032A-483D-811775C8D5A3}"/>
          </ac:spMkLst>
        </pc:spChg>
        <pc:spChg chg="add mod">
          <ac:chgData name="Robert de Groote" userId="2ce5265b-80a0-4fb8-a62a-8035e9b0c45a" providerId="ADAL" clId="{A80E4885-7617-4261-AD60-182D3446E97F}" dt="2025-10-04T16:25:34.275" v="65650" actId="164"/>
          <ac:spMkLst>
            <pc:docMk/>
            <pc:sldMk cId="2259316608" sldId="509"/>
            <ac:spMk id="72" creationId="{BF0B4BE2-7A30-434B-C796-A51FF492F399}"/>
          </ac:spMkLst>
        </pc:spChg>
        <pc:spChg chg="add mod">
          <ac:chgData name="Robert de Groote" userId="2ce5265b-80a0-4fb8-a62a-8035e9b0c45a" providerId="ADAL" clId="{A80E4885-7617-4261-AD60-182D3446E97F}" dt="2025-10-04T16:25:34.275" v="65650" actId="164"/>
          <ac:spMkLst>
            <pc:docMk/>
            <pc:sldMk cId="2259316608" sldId="509"/>
            <ac:spMk id="73" creationId="{DA82D1DE-59A6-D0BA-5357-9EA68480E18A}"/>
          </ac:spMkLst>
        </pc:spChg>
        <pc:spChg chg="add del mod">
          <ac:chgData name="Robert de Groote" userId="2ce5265b-80a0-4fb8-a62a-8035e9b0c45a" providerId="ADAL" clId="{A80E4885-7617-4261-AD60-182D3446E97F}" dt="2025-10-06T07:03:27.500" v="66486"/>
          <ac:spMkLst>
            <pc:docMk/>
            <pc:sldMk cId="2259316608" sldId="509"/>
            <ac:spMk id="74" creationId="{C62925DD-FE1B-764E-BA99-7EFD407B455F}"/>
          </ac:spMkLst>
        </pc:spChg>
        <pc:spChg chg="add mod">
          <ac:chgData name="Robert de Groote" userId="2ce5265b-80a0-4fb8-a62a-8035e9b0c45a" providerId="ADAL" clId="{A80E4885-7617-4261-AD60-182D3446E97F}" dt="2025-10-04T16:25:34.275" v="65650" actId="164"/>
          <ac:spMkLst>
            <pc:docMk/>
            <pc:sldMk cId="2259316608" sldId="509"/>
            <ac:spMk id="75" creationId="{B8911471-6D64-644D-2152-D74E3C9921DD}"/>
          </ac:spMkLst>
        </pc:spChg>
        <pc:spChg chg="add del mod">
          <ac:chgData name="Robert de Groote" userId="2ce5265b-80a0-4fb8-a62a-8035e9b0c45a" providerId="ADAL" clId="{A80E4885-7617-4261-AD60-182D3446E97F}" dt="2025-10-06T07:03:27.500" v="66486"/>
          <ac:spMkLst>
            <pc:docMk/>
            <pc:sldMk cId="2259316608" sldId="509"/>
            <ac:spMk id="82" creationId="{049A1AFE-57F2-067F-AE88-1DCA2D61D8B3}"/>
          </ac:spMkLst>
        </pc:spChg>
        <pc:spChg chg="add mod">
          <ac:chgData name="Robert de Groote" userId="2ce5265b-80a0-4fb8-a62a-8035e9b0c45a" providerId="ADAL" clId="{A80E4885-7617-4261-AD60-182D3446E97F}" dt="2025-10-04T16:25:34.275" v="65650" actId="164"/>
          <ac:spMkLst>
            <pc:docMk/>
            <pc:sldMk cId="2259316608" sldId="509"/>
            <ac:spMk id="83" creationId="{D168692B-7714-EE11-689E-16F790FC120F}"/>
          </ac:spMkLst>
        </pc:spChg>
        <pc:spChg chg="add mod">
          <ac:chgData name="Robert de Groote" userId="2ce5265b-80a0-4fb8-a62a-8035e9b0c45a" providerId="ADAL" clId="{A80E4885-7617-4261-AD60-182D3446E97F}" dt="2025-10-04T16:25:34.275" v="65650" actId="164"/>
          <ac:spMkLst>
            <pc:docMk/>
            <pc:sldMk cId="2259316608" sldId="509"/>
            <ac:spMk id="86" creationId="{5705BAAD-BD5E-B035-F9D1-616BE084B653}"/>
          </ac:spMkLst>
        </pc:spChg>
        <pc:spChg chg="add mod topLvl">
          <ac:chgData name="Robert de Groote" userId="2ce5265b-80a0-4fb8-a62a-8035e9b0c45a" providerId="ADAL" clId="{A80E4885-7617-4261-AD60-182D3446E97F}" dt="2025-10-06T07:01:53.982" v="66102" actId="165"/>
          <ac:spMkLst>
            <pc:docMk/>
            <pc:sldMk cId="2259316608" sldId="509"/>
            <ac:spMk id="87" creationId="{8B2CD406-CE5D-2091-B236-5274438152FE}"/>
          </ac:spMkLst>
        </pc:spChg>
        <pc:spChg chg="add del mod">
          <ac:chgData name="Robert de Groote" userId="2ce5265b-80a0-4fb8-a62a-8035e9b0c45a" providerId="ADAL" clId="{A80E4885-7617-4261-AD60-182D3446E97F}" dt="2025-10-06T07:03:27.422" v="66445"/>
          <ac:spMkLst>
            <pc:docMk/>
            <pc:sldMk cId="2259316608" sldId="509"/>
            <ac:spMk id="90" creationId="{669ABB06-4D72-ADF6-6961-A5D9F597FB98}"/>
          </ac:spMkLst>
        </pc:spChg>
        <pc:spChg chg="add del mod">
          <ac:chgData name="Robert de Groote" userId="2ce5265b-80a0-4fb8-a62a-8035e9b0c45a" providerId="ADAL" clId="{A80E4885-7617-4261-AD60-182D3446E97F}" dt="2025-10-06T07:03:27.453" v="66454"/>
          <ac:spMkLst>
            <pc:docMk/>
            <pc:sldMk cId="2259316608" sldId="509"/>
            <ac:spMk id="91" creationId="{8D422CF8-1746-B69E-0AF8-5CC747B17E42}"/>
          </ac:spMkLst>
        </pc:spChg>
        <pc:spChg chg="add del mod">
          <ac:chgData name="Robert de Groote" userId="2ce5265b-80a0-4fb8-a62a-8035e9b0c45a" providerId="ADAL" clId="{A80E4885-7617-4261-AD60-182D3446E97F}" dt="2025-10-06T07:03:27.468" v="66463"/>
          <ac:spMkLst>
            <pc:docMk/>
            <pc:sldMk cId="2259316608" sldId="509"/>
            <ac:spMk id="92" creationId="{8EEF6EDE-A569-C6B5-DA1C-065167084E83}"/>
          </ac:spMkLst>
        </pc:spChg>
        <pc:spChg chg="add del mod">
          <ac:chgData name="Robert de Groote" userId="2ce5265b-80a0-4fb8-a62a-8035e9b0c45a" providerId="ADAL" clId="{A80E4885-7617-4261-AD60-182D3446E97F}" dt="2025-10-06T07:03:27.485" v="66472"/>
          <ac:spMkLst>
            <pc:docMk/>
            <pc:sldMk cId="2259316608" sldId="509"/>
            <ac:spMk id="93" creationId="{4EEF36ED-7CE6-9D73-713F-BC3FB6410E7A}"/>
          </ac:spMkLst>
        </pc:spChg>
        <pc:spChg chg="add mod">
          <ac:chgData name="Robert de Groote" userId="2ce5265b-80a0-4fb8-a62a-8035e9b0c45a" providerId="ADAL" clId="{A80E4885-7617-4261-AD60-182D3446E97F}" dt="2025-10-06T07:27:32.053" v="66563"/>
          <ac:spMkLst>
            <pc:docMk/>
            <pc:sldMk cId="2259316608" sldId="509"/>
            <ac:spMk id="94" creationId="{9E60E829-CC78-A9B8-D5B7-F73BAD280D85}"/>
          </ac:spMkLst>
        </pc:spChg>
        <pc:spChg chg="add mod">
          <ac:chgData name="Robert de Groote" userId="2ce5265b-80a0-4fb8-a62a-8035e9b0c45a" providerId="ADAL" clId="{A80E4885-7617-4261-AD60-182D3446E97F}" dt="2025-10-06T07:27:35.710" v="66607"/>
          <ac:spMkLst>
            <pc:docMk/>
            <pc:sldMk cId="2259316608" sldId="509"/>
            <ac:spMk id="95" creationId="{2254F7A1-3288-C40E-9405-7D9613D2F510}"/>
          </ac:spMkLst>
        </pc:spChg>
        <pc:spChg chg="add mod">
          <ac:chgData name="Robert de Groote" userId="2ce5265b-80a0-4fb8-a62a-8035e9b0c45a" providerId="ADAL" clId="{A80E4885-7617-4261-AD60-182D3446E97F}" dt="2025-10-06T07:27:38.943" v="66651"/>
          <ac:spMkLst>
            <pc:docMk/>
            <pc:sldMk cId="2259316608" sldId="509"/>
            <ac:spMk id="96" creationId="{1724243E-EAB7-B718-94AD-E9A99EA8FC3B}"/>
          </ac:spMkLst>
        </pc:spChg>
        <pc:spChg chg="add mod">
          <ac:chgData name="Robert de Groote" userId="2ce5265b-80a0-4fb8-a62a-8035e9b0c45a" providerId="ADAL" clId="{A80E4885-7617-4261-AD60-182D3446E97F}" dt="2025-10-06T07:27:42.187" v="66695"/>
          <ac:spMkLst>
            <pc:docMk/>
            <pc:sldMk cId="2259316608" sldId="509"/>
            <ac:spMk id="97" creationId="{C1045A85-0636-C3AC-8A2A-00F0F3188622}"/>
          </ac:spMkLst>
        </pc:spChg>
        <pc:spChg chg="add del mod">
          <ac:chgData name="Robert de Groote" userId="2ce5265b-80a0-4fb8-a62a-8035e9b0c45a" providerId="ADAL" clId="{A80E4885-7617-4261-AD60-182D3446E97F}" dt="2025-10-06T07:27:32.053" v="66565"/>
          <ac:spMkLst>
            <pc:docMk/>
            <pc:sldMk cId="2259316608" sldId="509"/>
            <ac:spMk id="98" creationId="{E5C06D5C-0A33-CCEB-35AE-49CFD0FC3F2F}"/>
          </ac:spMkLst>
        </pc:spChg>
        <pc:spChg chg="add del mod">
          <ac:chgData name="Robert de Groote" userId="2ce5265b-80a0-4fb8-a62a-8035e9b0c45a" providerId="ADAL" clId="{A80E4885-7617-4261-AD60-182D3446E97F}" dt="2025-10-06T07:27:32.053" v="66565"/>
          <ac:spMkLst>
            <pc:docMk/>
            <pc:sldMk cId="2259316608" sldId="509"/>
            <ac:spMk id="99" creationId="{7088232E-637F-5B29-D26E-8B8E0A899CF0}"/>
          </ac:spMkLst>
        </pc:spChg>
        <pc:spChg chg="add del mod">
          <ac:chgData name="Robert de Groote" userId="2ce5265b-80a0-4fb8-a62a-8035e9b0c45a" providerId="ADAL" clId="{A80E4885-7617-4261-AD60-182D3446E97F}" dt="2025-10-06T07:27:32.005" v="66542"/>
          <ac:spMkLst>
            <pc:docMk/>
            <pc:sldMk cId="2259316608" sldId="509"/>
            <ac:spMk id="100" creationId="{E7D9B157-CD91-856A-4010-71C9C9ED4303}"/>
          </ac:spMkLst>
        </pc:spChg>
        <pc:spChg chg="add del mod">
          <ac:chgData name="Robert de Groote" userId="2ce5265b-80a0-4fb8-a62a-8035e9b0c45a" providerId="ADAL" clId="{A80E4885-7617-4261-AD60-182D3446E97F}" dt="2025-10-06T07:27:32.037" v="66551"/>
          <ac:spMkLst>
            <pc:docMk/>
            <pc:sldMk cId="2259316608" sldId="509"/>
            <ac:spMk id="101" creationId="{AD4E84A0-DF92-BA9A-780F-87B83C55A2A5}"/>
          </ac:spMkLst>
        </pc:spChg>
        <pc:spChg chg="add del mod">
          <ac:chgData name="Robert de Groote" userId="2ce5265b-80a0-4fb8-a62a-8035e9b0c45a" providerId="ADAL" clId="{A80E4885-7617-4261-AD60-182D3446E97F}" dt="2025-10-06T07:27:35.710" v="66609"/>
          <ac:spMkLst>
            <pc:docMk/>
            <pc:sldMk cId="2259316608" sldId="509"/>
            <ac:spMk id="102" creationId="{BEFB6BC3-BC41-B183-61F0-7782E65A700B}"/>
          </ac:spMkLst>
        </pc:spChg>
        <pc:spChg chg="add del mod">
          <ac:chgData name="Robert de Groote" userId="2ce5265b-80a0-4fb8-a62a-8035e9b0c45a" providerId="ADAL" clId="{A80E4885-7617-4261-AD60-182D3446E97F}" dt="2025-10-06T07:27:35.710" v="66609"/>
          <ac:spMkLst>
            <pc:docMk/>
            <pc:sldMk cId="2259316608" sldId="509"/>
            <ac:spMk id="103" creationId="{C1EE5BEC-852A-B36D-FE47-64DCD6C90E7C}"/>
          </ac:spMkLst>
        </pc:spChg>
        <pc:spChg chg="add del mod">
          <ac:chgData name="Robert de Groote" userId="2ce5265b-80a0-4fb8-a62a-8035e9b0c45a" providerId="ADAL" clId="{A80E4885-7617-4261-AD60-182D3446E97F}" dt="2025-10-06T07:27:35.648" v="66586"/>
          <ac:spMkLst>
            <pc:docMk/>
            <pc:sldMk cId="2259316608" sldId="509"/>
            <ac:spMk id="104" creationId="{794441E2-7529-883A-3DE5-5F3724E14EAE}"/>
          </ac:spMkLst>
        </pc:spChg>
        <pc:spChg chg="add del mod">
          <ac:chgData name="Robert de Groote" userId="2ce5265b-80a0-4fb8-a62a-8035e9b0c45a" providerId="ADAL" clId="{A80E4885-7617-4261-AD60-182D3446E97F}" dt="2025-10-06T07:27:35.679" v="66595"/>
          <ac:spMkLst>
            <pc:docMk/>
            <pc:sldMk cId="2259316608" sldId="509"/>
            <ac:spMk id="105" creationId="{704DF793-4819-209B-694F-56D8A2C30FFD}"/>
          </ac:spMkLst>
        </pc:spChg>
        <pc:spChg chg="add del mod">
          <ac:chgData name="Robert de Groote" userId="2ce5265b-80a0-4fb8-a62a-8035e9b0c45a" providerId="ADAL" clId="{A80E4885-7617-4261-AD60-182D3446E97F}" dt="2025-10-06T07:27:38.943" v="66653"/>
          <ac:spMkLst>
            <pc:docMk/>
            <pc:sldMk cId="2259316608" sldId="509"/>
            <ac:spMk id="106" creationId="{244213AF-BDD5-42D2-D9CC-733F7BE0143A}"/>
          </ac:spMkLst>
        </pc:spChg>
        <pc:spChg chg="add del mod">
          <ac:chgData name="Robert de Groote" userId="2ce5265b-80a0-4fb8-a62a-8035e9b0c45a" providerId="ADAL" clId="{A80E4885-7617-4261-AD60-182D3446E97F}" dt="2025-10-06T07:27:38.943" v="66653"/>
          <ac:spMkLst>
            <pc:docMk/>
            <pc:sldMk cId="2259316608" sldId="509"/>
            <ac:spMk id="107" creationId="{1E6845AF-6C4D-30A0-68FB-AC503C8BCD1D}"/>
          </ac:spMkLst>
        </pc:spChg>
        <pc:spChg chg="add del mod">
          <ac:chgData name="Robert de Groote" userId="2ce5265b-80a0-4fb8-a62a-8035e9b0c45a" providerId="ADAL" clId="{A80E4885-7617-4261-AD60-182D3446E97F}" dt="2025-10-06T07:27:38.912" v="66630"/>
          <ac:spMkLst>
            <pc:docMk/>
            <pc:sldMk cId="2259316608" sldId="509"/>
            <ac:spMk id="108" creationId="{2C470587-A7B8-1120-07E5-9834BBE2B93F}"/>
          </ac:spMkLst>
        </pc:spChg>
        <pc:spChg chg="add del mod">
          <ac:chgData name="Robert de Groote" userId="2ce5265b-80a0-4fb8-a62a-8035e9b0c45a" providerId="ADAL" clId="{A80E4885-7617-4261-AD60-182D3446E97F}" dt="2025-10-06T07:27:38.927" v="66639"/>
          <ac:spMkLst>
            <pc:docMk/>
            <pc:sldMk cId="2259316608" sldId="509"/>
            <ac:spMk id="109" creationId="{12F5165E-2D43-5858-7024-D6FC7D6A3DEC}"/>
          </ac:spMkLst>
        </pc:spChg>
        <pc:spChg chg="add del mod">
          <ac:chgData name="Robert de Groote" userId="2ce5265b-80a0-4fb8-a62a-8035e9b0c45a" providerId="ADAL" clId="{A80E4885-7617-4261-AD60-182D3446E97F}" dt="2025-10-06T07:27:42.187" v="66697"/>
          <ac:spMkLst>
            <pc:docMk/>
            <pc:sldMk cId="2259316608" sldId="509"/>
            <ac:spMk id="110" creationId="{5D78C707-67EF-F7D3-56EB-D972A89F6110}"/>
          </ac:spMkLst>
        </pc:spChg>
        <pc:spChg chg="add del mod">
          <ac:chgData name="Robert de Groote" userId="2ce5265b-80a0-4fb8-a62a-8035e9b0c45a" providerId="ADAL" clId="{A80E4885-7617-4261-AD60-182D3446E97F}" dt="2025-10-06T07:27:42.187" v="66697"/>
          <ac:spMkLst>
            <pc:docMk/>
            <pc:sldMk cId="2259316608" sldId="509"/>
            <ac:spMk id="111" creationId="{8552C3FF-9219-D18C-B606-6E7408EB7023}"/>
          </ac:spMkLst>
        </pc:spChg>
        <pc:spChg chg="add del mod">
          <ac:chgData name="Robert de Groote" userId="2ce5265b-80a0-4fb8-a62a-8035e9b0c45a" providerId="ADAL" clId="{A80E4885-7617-4261-AD60-182D3446E97F}" dt="2025-10-06T07:27:42.139" v="66674"/>
          <ac:spMkLst>
            <pc:docMk/>
            <pc:sldMk cId="2259316608" sldId="509"/>
            <ac:spMk id="112" creationId="{E18B0C25-3F3C-8B0E-1D28-71AEC1A6012B}"/>
          </ac:spMkLst>
        </pc:spChg>
        <pc:spChg chg="add del mod">
          <ac:chgData name="Robert de Groote" userId="2ce5265b-80a0-4fb8-a62a-8035e9b0c45a" providerId="ADAL" clId="{A80E4885-7617-4261-AD60-182D3446E97F}" dt="2025-10-06T07:27:42.158" v="66683"/>
          <ac:spMkLst>
            <pc:docMk/>
            <pc:sldMk cId="2259316608" sldId="509"/>
            <ac:spMk id="113" creationId="{A77EF18B-B981-19DB-604D-AA8BA8518302}"/>
          </ac:spMkLst>
        </pc:spChg>
        <pc:grpChg chg="add del mod">
          <ac:chgData name="Robert de Groote" userId="2ce5265b-80a0-4fb8-a62a-8035e9b0c45a" providerId="ADAL" clId="{A80E4885-7617-4261-AD60-182D3446E97F}" dt="2025-10-06T07:29:10.344" v="66706" actId="165"/>
          <ac:grpSpMkLst>
            <pc:docMk/>
            <pc:sldMk cId="2259316608" sldId="509"/>
            <ac:grpSpMk id="114" creationId="{B2050574-87EA-F9F2-1673-304F4878EAAF}"/>
          </ac:grpSpMkLst>
        </pc:grpChg>
        <pc:cxnChg chg="add mod">
          <ac:chgData name="Robert de Groote" userId="2ce5265b-80a0-4fb8-a62a-8035e9b0c45a" providerId="ADAL" clId="{A80E4885-7617-4261-AD60-182D3446E97F}" dt="2025-10-06T07:27:35.701" v="66603"/>
          <ac:cxnSpMkLst>
            <pc:docMk/>
            <pc:sldMk cId="2259316608" sldId="509"/>
            <ac:cxnSpMk id="6" creationId="{7CD6F470-19EE-42CB-DBFA-7B1DDC326B7E}"/>
          </ac:cxnSpMkLst>
        </pc:cxnChg>
        <pc:cxnChg chg="add mod topLvl">
          <ac:chgData name="Robert de Groote" userId="2ce5265b-80a0-4fb8-a62a-8035e9b0c45a" providerId="ADAL" clId="{A80E4885-7617-4261-AD60-182D3446E97F}" dt="2025-10-06T07:29:10.344" v="66706" actId="165"/>
          <ac:cxnSpMkLst>
            <pc:docMk/>
            <pc:sldMk cId="2259316608" sldId="509"/>
            <ac:cxnSpMk id="8" creationId="{3DE7A709-EBC0-2325-77E6-E0E8BD8C1176}"/>
          </ac:cxnSpMkLst>
        </pc:cxnChg>
        <pc:cxnChg chg="add mod">
          <ac:chgData name="Robert de Groote" userId="2ce5265b-80a0-4fb8-a62a-8035e9b0c45a" providerId="ADAL" clId="{A80E4885-7617-4261-AD60-182D3446E97F}" dt="2025-10-06T07:27:38.943" v="66647"/>
          <ac:cxnSpMkLst>
            <pc:docMk/>
            <pc:sldMk cId="2259316608" sldId="509"/>
            <ac:cxnSpMk id="17" creationId="{9E2F6467-3B3F-4A91-27A4-B5B302A3805B}"/>
          </ac:cxnSpMkLst>
        </pc:cxnChg>
        <pc:cxnChg chg="add mod">
          <ac:chgData name="Robert de Groote" userId="2ce5265b-80a0-4fb8-a62a-8035e9b0c45a" providerId="ADAL" clId="{A80E4885-7617-4261-AD60-182D3446E97F}" dt="2025-10-06T07:27:42.187" v="66691"/>
          <ac:cxnSpMkLst>
            <pc:docMk/>
            <pc:sldMk cId="2259316608" sldId="509"/>
            <ac:cxnSpMk id="20" creationId="{1A31F3B8-ECF4-73DA-7639-0C067FACCCC8}"/>
          </ac:cxnSpMkLst>
        </pc:cxnChg>
        <pc:cxnChg chg="add mod topLvl">
          <ac:chgData name="Robert de Groote" userId="2ce5265b-80a0-4fb8-a62a-8035e9b0c45a" providerId="ADAL" clId="{A80E4885-7617-4261-AD60-182D3446E97F}" dt="2025-10-06T07:29:10.344" v="66706" actId="165"/>
          <ac:cxnSpMkLst>
            <pc:docMk/>
            <pc:sldMk cId="2259316608" sldId="509"/>
            <ac:cxnSpMk id="31" creationId="{A6F70A7C-EDB7-AEC9-F8F0-2497D9067E75}"/>
          </ac:cxnSpMkLst>
        </pc:cxnChg>
        <pc:cxnChg chg="add mod topLvl">
          <ac:chgData name="Robert de Groote" userId="2ce5265b-80a0-4fb8-a62a-8035e9b0c45a" providerId="ADAL" clId="{A80E4885-7617-4261-AD60-182D3446E97F}" dt="2025-10-06T07:29:10.344" v="66706" actId="165"/>
          <ac:cxnSpMkLst>
            <pc:docMk/>
            <pc:sldMk cId="2259316608" sldId="509"/>
            <ac:cxnSpMk id="34" creationId="{EF250175-F476-28E6-0E34-E979A5D0731F}"/>
          </ac:cxnSpMkLst>
        </pc:cxnChg>
        <pc:cxnChg chg="add mod topLvl">
          <ac:chgData name="Robert de Groote" userId="2ce5265b-80a0-4fb8-a62a-8035e9b0c45a" providerId="ADAL" clId="{A80E4885-7617-4261-AD60-182D3446E97F}" dt="2025-10-06T07:29:10.344" v="66706" actId="165"/>
          <ac:cxnSpMkLst>
            <pc:docMk/>
            <pc:sldMk cId="2259316608" sldId="509"/>
            <ac:cxnSpMk id="37" creationId="{0DC82E9D-734A-C80E-E65A-60E9DF847A6A}"/>
          </ac:cxnSpMkLst>
        </pc:cxnChg>
        <pc:cxnChg chg="add mod">
          <ac:chgData name="Robert de Groote" userId="2ce5265b-80a0-4fb8-a62a-8035e9b0c45a" providerId="ADAL" clId="{A80E4885-7617-4261-AD60-182D3446E97F}" dt="2025-10-06T07:28:54.899" v="66705" actId="208"/>
          <ac:cxnSpMkLst>
            <pc:docMk/>
            <pc:sldMk cId="2259316608" sldId="509"/>
            <ac:cxnSpMk id="40" creationId="{C05E7E68-33F4-1E82-DFC6-D605E5C5DBFC}"/>
          </ac:cxnSpMkLst>
        </pc:cxnChg>
        <pc:cxnChg chg="add mod topLvl">
          <ac:chgData name="Robert de Groote" userId="2ce5265b-80a0-4fb8-a62a-8035e9b0c45a" providerId="ADAL" clId="{A80E4885-7617-4261-AD60-182D3446E97F}" dt="2025-10-06T07:29:10.344" v="66706" actId="165"/>
          <ac:cxnSpMkLst>
            <pc:docMk/>
            <pc:sldMk cId="2259316608" sldId="509"/>
            <ac:cxnSpMk id="44" creationId="{0EC33921-D4C9-9BCE-381A-066242754B8A}"/>
          </ac:cxnSpMkLst>
        </pc:cxnChg>
        <pc:cxnChg chg="add mod topLvl">
          <ac:chgData name="Robert de Groote" userId="2ce5265b-80a0-4fb8-a62a-8035e9b0c45a" providerId="ADAL" clId="{A80E4885-7617-4261-AD60-182D3446E97F}" dt="2025-10-06T07:29:10.344" v="66706" actId="165"/>
          <ac:cxnSpMkLst>
            <pc:docMk/>
            <pc:sldMk cId="2259316608" sldId="509"/>
            <ac:cxnSpMk id="47" creationId="{F65082D5-8605-8962-2419-532A2B72A5C4}"/>
          </ac:cxnSpMkLst>
        </pc:cxnChg>
        <pc:cxnChg chg="add mod topLvl">
          <ac:chgData name="Robert de Groote" userId="2ce5265b-80a0-4fb8-a62a-8035e9b0c45a" providerId="ADAL" clId="{A80E4885-7617-4261-AD60-182D3446E97F}" dt="2025-10-06T07:29:10.344" v="66706" actId="165"/>
          <ac:cxnSpMkLst>
            <pc:docMk/>
            <pc:sldMk cId="2259316608" sldId="509"/>
            <ac:cxnSpMk id="51" creationId="{E9AC0351-1D3C-B82F-CE79-F803DC155DFE}"/>
          </ac:cxnSpMkLst>
        </pc:cxnChg>
        <pc:cxnChg chg="add mod topLvl">
          <ac:chgData name="Robert de Groote" userId="2ce5265b-80a0-4fb8-a62a-8035e9b0c45a" providerId="ADAL" clId="{A80E4885-7617-4261-AD60-182D3446E97F}" dt="2025-10-06T07:29:10.344" v="66706" actId="165"/>
          <ac:cxnSpMkLst>
            <pc:docMk/>
            <pc:sldMk cId="2259316608" sldId="509"/>
            <ac:cxnSpMk id="55" creationId="{A89F073E-9253-DBD0-076F-0CF53187C3FE}"/>
          </ac:cxnSpMkLst>
        </pc:cxnChg>
        <pc:cxnChg chg="add mod topLvl">
          <ac:chgData name="Robert de Groote" userId="2ce5265b-80a0-4fb8-a62a-8035e9b0c45a" providerId="ADAL" clId="{A80E4885-7617-4261-AD60-182D3446E97F}" dt="2025-10-06T07:29:10.344" v="66706" actId="165"/>
          <ac:cxnSpMkLst>
            <pc:docMk/>
            <pc:sldMk cId="2259316608" sldId="509"/>
            <ac:cxnSpMk id="60" creationId="{C915D629-637F-D7BF-F53E-902202123821}"/>
          </ac:cxnSpMkLst>
        </pc:cxnChg>
        <pc:cxnChg chg="mod">
          <ac:chgData name="Robert de Groote" userId="2ce5265b-80a0-4fb8-a62a-8035e9b0c45a" providerId="ADAL" clId="{A80E4885-7617-4261-AD60-182D3446E97F}" dt="2025-10-04T16:19:11.145" v="65386" actId="108"/>
          <ac:cxnSpMkLst>
            <pc:docMk/>
            <pc:sldMk cId="2259316608" sldId="509"/>
            <ac:cxnSpMk id="67" creationId="{ECA5ED06-AC37-0DB1-835B-39A51020FFFF}"/>
          </ac:cxnSpMkLst>
        </pc:cxnChg>
        <pc:cxnChg chg="mod">
          <ac:chgData name="Robert de Groote" userId="2ce5265b-80a0-4fb8-a62a-8035e9b0c45a" providerId="ADAL" clId="{A80E4885-7617-4261-AD60-182D3446E97F}" dt="2025-10-04T16:19:19.185" v="65389" actId="108"/>
          <ac:cxnSpMkLst>
            <pc:docMk/>
            <pc:sldMk cId="2259316608" sldId="509"/>
            <ac:cxnSpMk id="69" creationId="{861F4696-6F26-4636-D470-4D27779A488B}"/>
          </ac:cxnSpMkLst>
        </pc:cxnChg>
        <pc:cxnChg chg="mod">
          <ac:chgData name="Robert de Groote" userId="2ce5265b-80a0-4fb8-a62a-8035e9b0c45a" providerId="ADAL" clId="{A80E4885-7617-4261-AD60-182D3446E97F}" dt="2025-10-04T16:19:19.895" v="65390" actId="108"/>
          <ac:cxnSpMkLst>
            <pc:docMk/>
            <pc:sldMk cId="2259316608" sldId="509"/>
            <ac:cxnSpMk id="70" creationId="{E960DAF5-4F3E-A7A5-E567-9C1610127F0E}"/>
          </ac:cxnSpMkLst>
        </pc:cxnChg>
        <pc:cxnChg chg="mod">
          <ac:chgData name="Robert de Groote" userId="2ce5265b-80a0-4fb8-a62a-8035e9b0c45a" providerId="ADAL" clId="{A80E4885-7617-4261-AD60-182D3446E97F}" dt="2025-10-04T16:19:13.345" v="65388" actId="108"/>
          <ac:cxnSpMkLst>
            <pc:docMk/>
            <pc:sldMk cId="2259316608" sldId="509"/>
            <ac:cxnSpMk id="79" creationId="{A63BDBED-75F0-1EFE-71B3-D4EF29CD5591}"/>
          </ac:cxnSpMkLst>
        </pc:cxnChg>
        <pc:cxnChg chg="mod">
          <ac:chgData name="Robert de Groote" userId="2ce5265b-80a0-4fb8-a62a-8035e9b0c45a" providerId="ADAL" clId="{A80E4885-7617-4261-AD60-182D3446E97F}" dt="2025-10-04T16:19:12.101" v="65387" actId="108"/>
          <ac:cxnSpMkLst>
            <pc:docMk/>
            <pc:sldMk cId="2259316608" sldId="509"/>
            <ac:cxnSpMk id="84" creationId="{F97C1841-F1DF-794D-7610-86AA30A819D4}"/>
          </ac:cxnSpMkLst>
        </pc:cxnChg>
      </pc:sldChg>
      <pc:sldChg chg="addSp delSp modSp add mod modTransition delAnim modAnim">
        <pc:chgData name="Robert de Groote" userId="2ce5265b-80a0-4fb8-a62a-8035e9b0c45a" providerId="ADAL" clId="{A80E4885-7617-4261-AD60-182D3446E97F}" dt="2025-10-06T07:41:18.942" v="66809"/>
        <pc:sldMkLst>
          <pc:docMk/>
          <pc:sldMk cId="3793040073" sldId="510"/>
        </pc:sldMkLst>
        <pc:spChg chg="mod">
          <ac:chgData name="Robert de Groote" userId="2ce5265b-80a0-4fb8-a62a-8035e9b0c45a" providerId="ADAL" clId="{A80E4885-7617-4261-AD60-182D3446E97F}" dt="2025-10-06T07:40:48.032" v="66803" actId="113"/>
          <ac:spMkLst>
            <pc:docMk/>
            <pc:sldMk cId="3793040073" sldId="510"/>
            <ac:spMk id="3" creationId="{5E32BC4A-AEC7-AD5F-83FC-DEEC42063854}"/>
          </ac:spMkLst>
        </pc:spChg>
        <pc:spChg chg="mod">
          <ac:chgData name="Robert de Groote" userId="2ce5265b-80a0-4fb8-a62a-8035e9b0c45a" providerId="ADAL" clId="{A80E4885-7617-4261-AD60-182D3446E97F}" dt="2025-10-06T07:41:05.492" v="66804"/>
          <ac:spMkLst>
            <pc:docMk/>
            <pc:sldMk cId="3793040073" sldId="510"/>
            <ac:spMk id="5" creationId="{5F96C402-BEC4-DBCB-CBE8-372924AB73EB}"/>
          </ac:spMkLst>
        </pc:spChg>
        <pc:spChg chg="mod">
          <ac:chgData name="Robert de Groote" userId="2ce5265b-80a0-4fb8-a62a-8035e9b0c45a" providerId="ADAL" clId="{A80E4885-7617-4261-AD60-182D3446E97F}" dt="2025-10-06T07:41:05.492" v="66804"/>
          <ac:spMkLst>
            <pc:docMk/>
            <pc:sldMk cId="3793040073" sldId="510"/>
            <ac:spMk id="6" creationId="{ED992092-7F3A-035A-9CB1-EA1F09CBA189}"/>
          </ac:spMkLst>
        </pc:spChg>
        <pc:spChg chg="del">
          <ac:chgData name="Robert de Groote" userId="2ce5265b-80a0-4fb8-a62a-8035e9b0c45a" providerId="ADAL" clId="{A80E4885-7617-4261-AD60-182D3446E97F}" dt="2025-10-06T07:40:08.216" v="66742" actId="478"/>
          <ac:spMkLst>
            <pc:docMk/>
            <pc:sldMk cId="3793040073" sldId="510"/>
            <ac:spMk id="22" creationId="{2384D4A7-DD2F-0894-3EAE-3B8A58BAD5EA}"/>
          </ac:spMkLst>
        </pc:spChg>
        <pc:grpChg chg="add mod">
          <ac:chgData name="Robert de Groote" userId="2ce5265b-80a0-4fb8-a62a-8035e9b0c45a" providerId="ADAL" clId="{A80E4885-7617-4261-AD60-182D3446E97F}" dt="2025-10-06T07:41:06.970" v="66807"/>
          <ac:grpSpMkLst>
            <pc:docMk/>
            <pc:sldMk cId="3793040073" sldId="510"/>
            <ac:grpSpMk id="4" creationId="{6432B026-3505-DF87-4281-9ADFBEF6F97F}"/>
          </ac:grpSpMkLst>
        </pc:grpChg>
        <pc:grpChg chg="del">
          <ac:chgData name="Robert de Groote" userId="2ce5265b-80a0-4fb8-a62a-8035e9b0c45a" providerId="ADAL" clId="{A80E4885-7617-4261-AD60-182D3446E97F}" dt="2025-10-06T07:40:10.343" v="66743" actId="478"/>
          <ac:grpSpMkLst>
            <pc:docMk/>
            <pc:sldMk cId="3793040073" sldId="510"/>
            <ac:grpSpMk id="25" creationId="{2725FF09-8492-70B4-EAA7-06FDE4F3CDE6}"/>
          </ac:grpSpMkLst>
        </pc:grpChg>
        <pc:grpChg chg="mod">
          <ac:chgData name="Robert de Groote" userId="2ce5265b-80a0-4fb8-a62a-8035e9b0c45a" providerId="ADAL" clId="{A80E4885-7617-4261-AD60-182D3446E97F}" dt="2025-10-06T07:40:20.644" v="66745" actId="1076"/>
          <ac:grpSpMkLst>
            <pc:docMk/>
            <pc:sldMk cId="3793040073" sldId="510"/>
            <ac:grpSpMk id="63" creationId="{7C350FA2-155F-506D-875F-E448B5DF669F}"/>
          </ac:grpSpMkLst>
        </pc:grpChg>
        <pc:cxnChg chg="mod">
          <ac:chgData name="Robert de Groote" userId="2ce5265b-80a0-4fb8-a62a-8035e9b0c45a" providerId="ADAL" clId="{A80E4885-7617-4261-AD60-182D3446E97F}" dt="2025-10-06T07:40:10.343" v="66743" actId="478"/>
          <ac:cxnSpMkLst>
            <pc:docMk/>
            <pc:sldMk cId="3793040073" sldId="510"/>
            <ac:cxnSpMk id="7" creationId="{82A0F946-74DC-E29B-1B54-47003B20AEB0}"/>
          </ac:cxnSpMkLst>
        </pc:cxnChg>
        <pc:cxnChg chg="mod">
          <ac:chgData name="Robert de Groote" userId="2ce5265b-80a0-4fb8-a62a-8035e9b0c45a" providerId="ADAL" clId="{A80E4885-7617-4261-AD60-182D3446E97F}" dt="2025-10-06T07:40:10.343" v="66743" actId="478"/>
          <ac:cxnSpMkLst>
            <pc:docMk/>
            <pc:sldMk cId="3793040073" sldId="510"/>
            <ac:cxnSpMk id="10" creationId="{C00460DF-BEA3-F137-B1E5-20B16B0F3D59}"/>
          </ac:cxnSpMkLst>
        </pc:cxnChg>
        <pc:cxnChg chg="mod">
          <ac:chgData name="Robert de Groote" userId="2ce5265b-80a0-4fb8-a62a-8035e9b0c45a" providerId="ADAL" clId="{A80E4885-7617-4261-AD60-182D3446E97F}" dt="2025-10-06T07:40:10.343" v="66743" actId="478"/>
          <ac:cxnSpMkLst>
            <pc:docMk/>
            <pc:sldMk cId="3793040073" sldId="510"/>
            <ac:cxnSpMk id="65" creationId="{282CAECD-FC64-5D22-B594-341F3A275AB0}"/>
          </ac:cxnSpMkLst>
        </pc:cxnChg>
        <pc:cxnChg chg="mod">
          <ac:chgData name="Robert de Groote" userId="2ce5265b-80a0-4fb8-a62a-8035e9b0c45a" providerId="ADAL" clId="{A80E4885-7617-4261-AD60-182D3446E97F}" dt="2025-10-06T07:40:10.343" v="66743" actId="478"/>
          <ac:cxnSpMkLst>
            <pc:docMk/>
            <pc:sldMk cId="3793040073" sldId="510"/>
            <ac:cxnSpMk id="67" creationId="{1AE644B6-5819-F3A3-8DA0-A63A05CF943E}"/>
          </ac:cxnSpMkLst>
        </pc:cxnChg>
      </pc:sldChg>
      <pc:sldChg chg="modSp add mod">
        <pc:chgData name="Robert de Groote" userId="2ce5265b-80a0-4fb8-a62a-8035e9b0c45a" providerId="ADAL" clId="{A80E4885-7617-4261-AD60-182D3446E97F}" dt="2025-10-06T07:54:45.091" v="67390" actId="20577"/>
        <pc:sldMkLst>
          <pc:docMk/>
          <pc:sldMk cId="2486690223" sldId="511"/>
        </pc:sldMkLst>
        <pc:spChg chg="mod">
          <ac:chgData name="Robert de Groote" userId="2ce5265b-80a0-4fb8-a62a-8035e9b0c45a" providerId="ADAL" clId="{A80E4885-7617-4261-AD60-182D3446E97F}" dt="2025-10-06T07:54:45.091" v="67390" actId="20577"/>
          <ac:spMkLst>
            <pc:docMk/>
            <pc:sldMk cId="2486690223" sldId="511"/>
            <ac:spMk id="2" creationId="{582DE747-DFD5-B14A-C42E-E641592BA9CE}"/>
          </ac:spMkLst>
        </pc:spChg>
        <pc:spChg chg="mod">
          <ac:chgData name="Robert de Groote" userId="2ce5265b-80a0-4fb8-a62a-8035e9b0c45a" providerId="ADAL" clId="{A80E4885-7617-4261-AD60-182D3446E97F}" dt="2025-10-06T07:54:34.805" v="67366" actId="108"/>
          <ac:spMkLst>
            <pc:docMk/>
            <pc:sldMk cId="2486690223" sldId="511"/>
            <ac:spMk id="3" creationId="{A5239093-A86A-923D-FBF2-3732C5BE5E63}"/>
          </ac:spMkLst>
        </pc:spChg>
      </pc:sldChg>
      <pc:sldChg chg="addSp delSp modSp new del mod ord modClrScheme chgLayout">
        <pc:chgData name="Robert de Groote" userId="2ce5265b-80a0-4fb8-a62a-8035e9b0c45a" providerId="ADAL" clId="{A80E4885-7617-4261-AD60-182D3446E97F}" dt="2025-10-07T07:57:45.545" v="67580" actId="47"/>
        <pc:sldMkLst>
          <pc:docMk/>
          <pc:sldMk cId="3009215867" sldId="512"/>
        </pc:sldMkLst>
        <pc:spChg chg="del">
          <ac:chgData name="Robert de Groote" userId="2ce5265b-80a0-4fb8-a62a-8035e9b0c45a" providerId="ADAL" clId="{A80E4885-7617-4261-AD60-182D3446E97F}" dt="2025-10-07T06:13:17.719" v="67571" actId="6264"/>
          <ac:spMkLst>
            <pc:docMk/>
            <pc:sldMk cId="3009215867" sldId="512"/>
            <ac:spMk id="2" creationId="{0B38BE68-549D-6BA0-AE10-B4A0F56DDB2B}"/>
          </ac:spMkLst>
        </pc:spChg>
        <pc:spChg chg="del">
          <ac:chgData name="Robert de Groote" userId="2ce5265b-80a0-4fb8-a62a-8035e9b0c45a" providerId="ADAL" clId="{A80E4885-7617-4261-AD60-182D3446E97F}" dt="2025-10-07T06:13:17.719" v="67571" actId="6264"/>
          <ac:spMkLst>
            <pc:docMk/>
            <pc:sldMk cId="3009215867" sldId="512"/>
            <ac:spMk id="3" creationId="{ED350F89-35F3-FBA5-DB50-BA9FC7E693A4}"/>
          </ac:spMkLst>
        </pc:spChg>
        <pc:spChg chg="add del mod ord">
          <ac:chgData name="Robert de Groote" userId="2ce5265b-80a0-4fb8-a62a-8035e9b0c45a" providerId="ADAL" clId="{A80E4885-7617-4261-AD60-182D3446E97F}" dt="2025-10-07T06:13:21.726" v="67572" actId="700"/>
          <ac:spMkLst>
            <pc:docMk/>
            <pc:sldMk cId="3009215867" sldId="512"/>
            <ac:spMk id="4" creationId="{BA7AAAFE-0AF5-03C9-0546-557A01C50652}"/>
          </ac:spMkLst>
        </pc:spChg>
        <pc:spChg chg="add del mod ord">
          <ac:chgData name="Robert de Groote" userId="2ce5265b-80a0-4fb8-a62a-8035e9b0c45a" providerId="ADAL" clId="{A80E4885-7617-4261-AD60-182D3446E97F}" dt="2025-10-07T06:13:21.726" v="67572" actId="700"/>
          <ac:spMkLst>
            <pc:docMk/>
            <pc:sldMk cId="3009215867" sldId="512"/>
            <ac:spMk id="5" creationId="{FD6979F7-CD1E-A85E-40FA-37D5C52C41A1}"/>
          </ac:spMkLst>
        </pc:spChg>
        <pc:spChg chg="add">
          <ac:chgData name="Robert de Groote" userId="2ce5265b-80a0-4fb8-a62a-8035e9b0c45a" providerId="ADAL" clId="{A80E4885-7617-4261-AD60-182D3446E97F}" dt="2025-10-07T06:13:22.724" v="67573"/>
          <ac:spMkLst>
            <pc:docMk/>
            <pc:sldMk cId="3009215867" sldId="512"/>
            <ac:spMk id="6" creationId="{25174E5A-8F02-4D8C-FCBF-419847BB8DA7}"/>
          </ac:spMkLst>
        </pc:spChg>
        <pc:picChg chg="add mod">
          <ac:chgData name="Robert de Groote" userId="2ce5265b-80a0-4fb8-a62a-8035e9b0c45a" providerId="ADAL" clId="{A80E4885-7617-4261-AD60-182D3446E97F}" dt="2025-10-07T06:14:48.943" v="67576" actId="962"/>
          <ac:picMkLst>
            <pc:docMk/>
            <pc:sldMk cId="3009215867" sldId="512"/>
            <ac:picMk id="8" creationId="{E89C7D55-B825-E8BB-3B5C-7F7AF5CB9B12}"/>
          </ac:picMkLst>
        </pc:picChg>
      </pc:sldChg>
    </pc:docChg>
  </pc:docChgLst>
  <pc:docChgLst>
    <pc:chgData name="Robert de Groote" userId="2ce5265b-80a0-4fb8-a62a-8035e9b0c45a" providerId="ADAL" clId="{34A32566-AAE7-4C94-968D-A2374AC9D33F}"/>
    <pc:docChg chg="custSel addSld modSld">
      <pc:chgData name="Robert de Groote" userId="2ce5265b-80a0-4fb8-a62a-8035e9b0c45a" providerId="ADAL" clId="{34A32566-AAE7-4C94-968D-A2374AC9D33F}" dt="2025-07-16T15:11:29.046" v="3083" actId="20577"/>
      <pc:docMkLst>
        <pc:docMk/>
      </pc:docMkLst>
      <pc:sldChg chg="modSp mod">
        <pc:chgData name="Robert de Groote" userId="2ce5265b-80a0-4fb8-a62a-8035e9b0c45a" providerId="ADAL" clId="{34A32566-AAE7-4C94-968D-A2374AC9D33F}" dt="2025-07-16T14:26:14.979" v="1783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34A32566-AAE7-4C94-968D-A2374AC9D33F}" dt="2025-07-16T14:37:59.325" v="2199" actId="20577"/>
        <pc:sldMkLst>
          <pc:docMk/>
          <pc:sldMk cId="3021126975" sldId="265"/>
        </pc:sldMkLst>
      </pc:sldChg>
      <pc:sldChg chg="modSp add mod">
        <pc:chgData name="Robert de Groote" userId="2ce5265b-80a0-4fb8-a62a-8035e9b0c45a" providerId="ADAL" clId="{34A32566-AAE7-4C94-968D-A2374AC9D33F}" dt="2025-07-16T14:43:43.852" v="2597" actId="20577"/>
        <pc:sldMkLst>
          <pc:docMk/>
          <pc:sldMk cId="65950320" sldId="272"/>
        </pc:sldMkLst>
      </pc:sldChg>
      <pc:sldChg chg="modSp add mod">
        <pc:chgData name="Robert de Groote" userId="2ce5265b-80a0-4fb8-a62a-8035e9b0c45a" providerId="ADAL" clId="{34A32566-AAE7-4C94-968D-A2374AC9D33F}" dt="2025-07-16T14:15:49.970" v="1018" actId="20577"/>
        <pc:sldMkLst>
          <pc:docMk/>
          <pc:sldMk cId="3708766367" sldId="273"/>
        </pc:sldMkLst>
      </pc:sldChg>
      <pc:sldChg chg="modSp add mod">
        <pc:chgData name="Robert de Groote" userId="2ce5265b-80a0-4fb8-a62a-8035e9b0c45a" providerId="ADAL" clId="{34A32566-AAE7-4C94-968D-A2374AC9D33F}" dt="2025-07-16T14:18:22.862" v="1410" actId="6549"/>
        <pc:sldMkLst>
          <pc:docMk/>
          <pc:sldMk cId="2576651547" sldId="274"/>
        </pc:sldMkLst>
      </pc:sldChg>
      <pc:sldChg chg="add">
        <pc:chgData name="Robert de Groote" userId="2ce5265b-80a0-4fb8-a62a-8035e9b0c45a" providerId="ADAL" clId="{34A32566-AAE7-4C94-968D-A2374AC9D33F}" dt="2025-07-16T14:38:24.296" v="2200" actId="2890"/>
        <pc:sldMkLst>
          <pc:docMk/>
          <pc:sldMk cId="1013437190" sldId="275"/>
        </pc:sldMkLst>
      </pc:sldChg>
      <pc:sldChg chg="modSp add mod">
        <pc:chgData name="Robert de Groote" userId="2ce5265b-80a0-4fb8-a62a-8035e9b0c45a" providerId="ADAL" clId="{34A32566-AAE7-4C94-968D-A2374AC9D33F}" dt="2025-07-16T15:11:29.046" v="3083" actId="20577"/>
        <pc:sldMkLst>
          <pc:docMk/>
          <pc:sldMk cId="1351195665" sldId="276"/>
        </pc:sldMkLst>
      </pc:sldChg>
    </pc:docChg>
  </pc:docChgLst>
  <pc:docChgLst>
    <pc:chgData name="Robert de Groote" userId="2ce5265b-80a0-4fb8-a62a-8035e9b0c45a" providerId="ADAL" clId="{26C0FC0F-787E-4AFE-AA9A-4E52AC6E2AD8}"/>
    <pc:docChg chg="undo redo custSel addSld delSld modSld sldOrd">
      <pc:chgData name="Robert de Groote" userId="2ce5265b-80a0-4fb8-a62a-8035e9b0c45a" providerId="ADAL" clId="{26C0FC0F-787E-4AFE-AA9A-4E52AC6E2AD8}" dt="2025-09-19T13:42:16.091" v="26348" actId="207"/>
      <pc:docMkLst>
        <pc:docMk/>
      </pc:docMkLst>
      <pc:sldChg chg="modSp mod modAnim">
        <pc:chgData name="Robert de Groote" userId="2ce5265b-80a0-4fb8-a62a-8035e9b0c45a" providerId="ADAL" clId="{26C0FC0F-787E-4AFE-AA9A-4E52AC6E2AD8}" dt="2025-09-19T12:52:37.068" v="25925"/>
        <pc:sldMkLst>
          <pc:docMk/>
          <pc:sldMk cId="4099711276" sldId="256"/>
        </pc:sldMkLst>
        <pc:spChg chg="mod">
          <ac:chgData name="Robert de Groote" userId="2ce5265b-80a0-4fb8-a62a-8035e9b0c45a" providerId="ADAL" clId="{26C0FC0F-787E-4AFE-AA9A-4E52AC6E2AD8}" dt="2025-09-17T14:42:25.245" v="14" actId="20577"/>
          <ac:spMkLst>
            <pc:docMk/>
            <pc:sldMk cId="4099711276" sldId="256"/>
            <ac:spMk id="3" creationId="{B43DF9F7-8B56-49E7-9AFB-EB5E5B6EE430}"/>
          </ac:spMkLst>
        </pc:spChg>
      </pc:sldChg>
      <pc:sldChg chg="addSp modSp mod modAnim">
        <pc:chgData name="Robert de Groote" userId="2ce5265b-80a0-4fb8-a62a-8035e9b0c45a" providerId="ADAL" clId="{26C0FC0F-787E-4AFE-AA9A-4E52AC6E2AD8}" dt="2025-09-19T12:52:55.989" v="25928"/>
        <pc:sldMkLst>
          <pc:docMk/>
          <pc:sldMk cId="3346646082" sldId="257"/>
        </pc:sldMkLst>
        <pc:spChg chg="mod">
          <ac:chgData name="Robert de Groote" userId="2ce5265b-80a0-4fb8-a62a-8035e9b0c45a" providerId="ADAL" clId="{26C0FC0F-787E-4AFE-AA9A-4E52AC6E2AD8}" dt="2025-09-17T14:42:32.439" v="20" actId="20577"/>
          <ac:spMkLst>
            <pc:docMk/>
            <pc:sldMk cId="3346646082" sldId="257"/>
            <ac:spMk id="2" creationId="{205885D7-ABDF-C618-9CCD-413D088386B3}"/>
          </ac:spMkLst>
        </pc:spChg>
        <pc:spChg chg="mod">
          <ac:chgData name="Robert de Groote" userId="2ce5265b-80a0-4fb8-a62a-8035e9b0c45a" providerId="ADAL" clId="{26C0FC0F-787E-4AFE-AA9A-4E52AC6E2AD8}" dt="2025-09-19T12:52:46.039" v="25927" actId="27636"/>
          <ac:spMkLst>
            <pc:docMk/>
            <pc:sldMk cId="3346646082" sldId="257"/>
            <ac:spMk id="3" creationId="{81853582-0C43-5257-5530-A00EA0178D3B}"/>
          </ac:spMkLst>
        </pc:spChg>
      </pc:sldChg>
      <pc:sldChg chg="addSp delSp modSp mod setBg setClrOvrMap">
        <pc:chgData name="Robert de Groote" userId="2ce5265b-80a0-4fb8-a62a-8035e9b0c45a" providerId="ADAL" clId="{26C0FC0F-787E-4AFE-AA9A-4E52AC6E2AD8}" dt="2025-09-19T12:53:14.518" v="25954" actId="20577"/>
        <pc:sldMkLst>
          <pc:docMk/>
          <pc:sldMk cId="2437096053" sldId="260"/>
        </pc:sldMkLst>
      </pc:sldChg>
      <pc:sldChg chg="modSp del mod">
        <pc:chgData name="Robert de Groote" userId="2ce5265b-80a0-4fb8-a62a-8035e9b0c45a" providerId="ADAL" clId="{26C0FC0F-787E-4AFE-AA9A-4E52AC6E2AD8}" dt="2025-09-19T12:53:30.096" v="25955" actId="47"/>
        <pc:sldMkLst>
          <pc:docMk/>
          <pc:sldMk cId="2593846471" sldId="261"/>
        </pc:sldMkLst>
      </pc:sldChg>
      <pc:sldChg chg="del">
        <pc:chgData name="Robert de Groote" userId="2ce5265b-80a0-4fb8-a62a-8035e9b0c45a" providerId="ADAL" clId="{26C0FC0F-787E-4AFE-AA9A-4E52AC6E2AD8}" dt="2025-09-17T17:48:03.353" v="4603" actId="47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26C0FC0F-787E-4AFE-AA9A-4E52AC6E2AD8}" dt="2025-09-17T15:19:27.216" v="1825" actId="20577"/>
        <pc:sldMkLst>
          <pc:docMk/>
          <pc:sldMk cId="2050195976" sldId="266"/>
        </pc:sldMkLst>
      </pc:sldChg>
      <pc:sldChg chg="del">
        <pc:chgData name="Robert de Groote" userId="2ce5265b-80a0-4fb8-a62a-8035e9b0c45a" providerId="ADAL" clId="{26C0FC0F-787E-4AFE-AA9A-4E52AC6E2AD8}" dt="2025-09-17T17:48:04.401" v="4604" actId="47"/>
        <pc:sldMkLst>
          <pc:docMk/>
          <pc:sldMk cId="3359679964" sldId="268"/>
        </pc:sldMkLst>
      </pc:sldChg>
      <pc:sldChg chg="del">
        <pc:chgData name="Robert de Groote" userId="2ce5265b-80a0-4fb8-a62a-8035e9b0c45a" providerId="ADAL" clId="{26C0FC0F-787E-4AFE-AA9A-4E52AC6E2AD8}" dt="2025-09-17T17:48:09.215" v="4607" actId="47"/>
        <pc:sldMkLst>
          <pc:docMk/>
          <pc:sldMk cId="3909891326" sldId="272"/>
        </pc:sldMkLst>
      </pc:sldChg>
      <pc:sldChg chg="del">
        <pc:chgData name="Robert de Groote" userId="2ce5265b-80a0-4fb8-a62a-8035e9b0c45a" providerId="ADAL" clId="{26C0FC0F-787E-4AFE-AA9A-4E52AC6E2AD8}" dt="2025-09-17T14:58:26.052" v="804" actId="47"/>
        <pc:sldMkLst>
          <pc:docMk/>
          <pc:sldMk cId="4230653011" sldId="273"/>
        </pc:sldMkLst>
      </pc:sldChg>
      <pc:sldChg chg="modSp add del mod">
        <pc:chgData name="Robert de Groote" userId="2ce5265b-80a0-4fb8-a62a-8035e9b0c45a" providerId="ADAL" clId="{26C0FC0F-787E-4AFE-AA9A-4E52AC6E2AD8}" dt="2025-09-17T17:48:54.778" v="4632" actId="20577"/>
        <pc:sldMkLst>
          <pc:docMk/>
          <pc:sldMk cId="3657166026" sldId="274"/>
        </pc:sldMkLst>
      </pc:sldChg>
      <pc:sldChg chg="modSp mod">
        <pc:chgData name="Robert de Groote" userId="2ce5265b-80a0-4fb8-a62a-8035e9b0c45a" providerId="ADAL" clId="{26C0FC0F-787E-4AFE-AA9A-4E52AC6E2AD8}" dt="2025-09-17T16:41:08.426" v="3512" actId="20577"/>
        <pc:sldMkLst>
          <pc:docMk/>
          <pc:sldMk cId="1598828328" sldId="275"/>
        </pc:sldMkLst>
        <pc:spChg chg="mod">
          <ac:chgData name="Robert de Groote" userId="2ce5265b-80a0-4fb8-a62a-8035e9b0c45a" providerId="ADAL" clId="{26C0FC0F-787E-4AFE-AA9A-4E52AC6E2AD8}" dt="2025-09-17T16:39:58.645" v="3382" actId="20577"/>
          <ac:spMkLst>
            <pc:docMk/>
            <pc:sldMk cId="1598828328" sldId="275"/>
            <ac:spMk id="2" creationId="{DDFF7A87-E58D-3848-03BB-187C4750BC30}"/>
          </ac:spMkLst>
        </pc:spChg>
        <pc:spChg chg="mod">
          <ac:chgData name="Robert de Groote" userId="2ce5265b-80a0-4fb8-a62a-8035e9b0c45a" providerId="ADAL" clId="{26C0FC0F-787E-4AFE-AA9A-4E52AC6E2AD8}" dt="2025-09-17T16:41:08.426" v="3512" actId="20577"/>
          <ac:spMkLst>
            <pc:docMk/>
            <pc:sldMk cId="1598828328" sldId="275"/>
            <ac:spMk id="3" creationId="{6DCA8270-DE95-7954-F4CE-BC121EC30AD1}"/>
          </ac:spMkLst>
        </pc:spChg>
      </pc:sldChg>
      <pc:sldChg chg="del">
        <pc:chgData name="Robert de Groote" userId="2ce5265b-80a0-4fb8-a62a-8035e9b0c45a" providerId="ADAL" clId="{26C0FC0F-787E-4AFE-AA9A-4E52AC6E2AD8}" dt="2025-09-17T17:48:20.276" v="4608" actId="47"/>
        <pc:sldMkLst>
          <pc:docMk/>
          <pc:sldMk cId="1258586967" sldId="276"/>
        </pc:sldMkLst>
      </pc:sldChg>
      <pc:sldChg chg="del">
        <pc:chgData name="Robert de Groote" userId="2ce5265b-80a0-4fb8-a62a-8035e9b0c45a" providerId="ADAL" clId="{26C0FC0F-787E-4AFE-AA9A-4E52AC6E2AD8}" dt="2025-09-17T17:48:21.074" v="4609" actId="47"/>
        <pc:sldMkLst>
          <pc:docMk/>
          <pc:sldMk cId="3755024446" sldId="277"/>
        </pc:sldMkLst>
      </pc:sldChg>
      <pc:sldChg chg="del">
        <pc:chgData name="Robert de Groote" userId="2ce5265b-80a0-4fb8-a62a-8035e9b0c45a" providerId="ADAL" clId="{26C0FC0F-787E-4AFE-AA9A-4E52AC6E2AD8}" dt="2025-09-17T17:48:21.825" v="4610" actId="47"/>
        <pc:sldMkLst>
          <pc:docMk/>
          <pc:sldMk cId="2214709890" sldId="278"/>
        </pc:sldMkLst>
      </pc:sldChg>
      <pc:sldChg chg="add del">
        <pc:chgData name="Robert de Groote" userId="2ce5265b-80a0-4fb8-a62a-8035e9b0c45a" providerId="ADAL" clId="{26C0FC0F-787E-4AFE-AA9A-4E52AC6E2AD8}" dt="2025-09-17T17:48:46.097" v="4615" actId="47"/>
        <pc:sldMkLst>
          <pc:docMk/>
          <pc:sldMk cId="2729225412" sldId="279"/>
        </pc:sldMkLst>
      </pc:sldChg>
      <pc:sldChg chg="del">
        <pc:chgData name="Robert de Groote" userId="2ce5265b-80a0-4fb8-a62a-8035e9b0c45a" providerId="ADAL" clId="{26C0FC0F-787E-4AFE-AA9A-4E52AC6E2AD8}" dt="2025-09-17T17:48:08.543" v="4606" actId="47"/>
        <pc:sldMkLst>
          <pc:docMk/>
          <pc:sldMk cId="2288260186" sldId="280"/>
        </pc:sldMkLst>
      </pc:sldChg>
      <pc:sldChg chg="del">
        <pc:chgData name="Robert de Groote" userId="2ce5265b-80a0-4fb8-a62a-8035e9b0c45a" providerId="ADAL" clId="{26C0FC0F-787E-4AFE-AA9A-4E52AC6E2AD8}" dt="2025-09-17T17:48:05.837" v="4605" actId="47"/>
        <pc:sldMkLst>
          <pc:docMk/>
          <pc:sldMk cId="942638718" sldId="281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43:50.405" v="8960" actId="47"/>
        <pc:sldMkLst>
          <pc:docMk/>
          <pc:sldMk cId="3914987431" sldId="282"/>
        </pc:sldMkLst>
      </pc:sldChg>
      <pc:sldChg chg="addSp delSp modSp add mod modAnim">
        <pc:chgData name="Robert de Groote" userId="2ce5265b-80a0-4fb8-a62a-8035e9b0c45a" providerId="ADAL" clId="{26C0FC0F-787E-4AFE-AA9A-4E52AC6E2AD8}" dt="2025-09-19T13:00:43.661" v="25987"/>
        <pc:sldMkLst>
          <pc:docMk/>
          <pc:sldMk cId="2713723776" sldId="283"/>
        </pc:sldMkLst>
      </pc:sldChg>
      <pc:sldChg chg="addSp modSp add mod modAnim">
        <pc:chgData name="Robert de Groote" userId="2ce5265b-80a0-4fb8-a62a-8035e9b0c45a" providerId="ADAL" clId="{26C0FC0F-787E-4AFE-AA9A-4E52AC6E2AD8}" dt="2025-09-19T13:03:56.151" v="26068"/>
        <pc:sldMkLst>
          <pc:docMk/>
          <pc:sldMk cId="4168458889" sldId="284"/>
        </pc:sldMkLst>
      </pc:sldChg>
      <pc:sldChg chg="modSp add del mod">
        <pc:chgData name="Robert de Groote" userId="2ce5265b-80a0-4fb8-a62a-8035e9b0c45a" providerId="ADAL" clId="{26C0FC0F-787E-4AFE-AA9A-4E52AC6E2AD8}" dt="2025-09-19T08:45:27.459" v="23038" actId="47"/>
        <pc:sldMkLst>
          <pc:docMk/>
          <pc:sldMk cId="2494582434" sldId="285"/>
        </pc:sldMkLst>
      </pc:sldChg>
      <pc:sldChg chg="addSp delSp modSp add mod addAnim delAnim modAnim">
        <pc:chgData name="Robert de Groote" userId="2ce5265b-80a0-4fb8-a62a-8035e9b0c45a" providerId="ADAL" clId="{26C0FC0F-787E-4AFE-AA9A-4E52AC6E2AD8}" dt="2025-09-19T13:40:12.964" v="26245"/>
        <pc:sldMkLst>
          <pc:docMk/>
          <pc:sldMk cId="613819666" sldId="286"/>
        </pc:sldMkLst>
      </pc:sldChg>
      <pc:sldChg chg="addSp delSp modSp add mod modTransition delAnim modAnim">
        <pc:chgData name="Robert de Groote" userId="2ce5265b-80a0-4fb8-a62a-8035e9b0c45a" providerId="ADAL" clId="{26C0FC0F-787E-4AFE-AA9A-4E52AC6E2AD8}" dt="2025-09-18T15:00:59.521" v="16143"/>
        <pc:sldMkLst>
          <pc:docMk/>
          <pc:sldMk cId="2283501042" sldId="287"/>
        </pc:sldMkLst>
      </pc:sldChg>
      <pc:sldChg chg="addSp delSp modSp add mod addAnim delAnim modAnim">
        <pc:chgData name="Robert de Groote" userId="2ce5265b-80a0-4fb8-a62a-8035e9b0c45a" providerId="ADAL" clId="{26C0FC0F-787E-4AFE-AA9A-4E52AC6E2AD8}" dt="2025-09-18T11:26:38.490" v="4838" actId="165"/>
        <pc:sldMkLst>
          <pc:docMk/>
          <pc:sldMk cId="2799843916" sldId="288"/>
        </pc:sldMkLst>
      </pc:sldChg>
      <pc:sldChg chg="modSp add del mod">
        <pc:chgData name="Robert de Groote" userId="2ce5265b-80a0-4fb8-a62a-8035e9b0c45a" providerId="ADAL" clId="{26C0FC0F-787E-4AFE-AA9A-4E52AC6E2AD8}" dt="2025-09-18T12:43:57.610" v="8962" actId="47"/>
        <pc:sldMkLst>
          <pc:docMk/>
          <pc:sldMk cId="197997870" sldId="289"/>
        </pc:sldMkLst>
      </pc:sldChg>
      <pc:sldChg chg="modSp add del mod">
        <pc:chgData name="Robert de Groote" userId="2ce5265b-80a0-4fb8-a62a-8035e9b0c45a" providerId="ADAL" clId="{26C0FC0F-787E-4AFE-AA9A-4E52AC6E2AD8}" dt="2025-09-18T14:29:46.582" v="13870" actId="47"/>
        <pc:sldMkLst>
          <pc:docMk/>
          <pc:sldMk cId="2009157358" sldId="290"/>
        </pc:sldMkLst>
      </pc:sldChg>
      <pc:sldChg chg="addSp modSp add mod modAnim">
        <pc:chgData name="Robert de Groote" userId="2ce5265b-80a0-4fb8-a62a-8035e9b0c45a" providerId="ADAL" clId="{26C0FC0F-787E-4AFE-AA9A-4E52AC6E2AD8}" dt="2025-09-19T12:56:03.682" v="25958" actId="15"/>
        <pc:sldMkLst>
          <pc:docMk/>
          <pc:sldMk cId="1850556459" sldId="291"/>
        </pc:sldMkLst>
      </pc:sldChg>
      <pc:sldChg chg="modSp add del mod">
        <pc:chgData name="Robert de Groote" userId="2ce5265b-80a0-4fb8-a62a-8035e9b0c45a" providerId="ADAL" clId="{26C0FC0F-787E-4AFE-AA9A-4E52AC6E2AD8}" dt="2025-09-18T14:29:48.472" v="13871" actId="47"/>
        <pc:sldMkLst>
          <pc:docMk/>
          <pc:sldMk cId="4090434141" sldId="292"/>
        </pc:sldMkLst>
      </pc:sldChg>
      <pc:sldChg chg="addSp delSp modSp add mod modAnim">
        <pc:chgData name="Robert de Groote" userId="2ce5265b-80a0-4fb8-a62a-8035e9b0c45a" providerId="ADAL" clId="{26C0FC0F-787E-4AFE-AA9A-4E52AC6E2AD8}" dt="2025-09-19T12:59:37.514" v="25980"/>
        <pc:sldMkLst>
          <pc:docMk/>
          <pc:sldMk cId="874727719" sldId="293"/>
        </pc:sldMkLst>
      </pc:sldChg>
      <pc:sldChg chg="addSp delSp modSp add mod delAnim modAnim">
        <pc:chgData name="Robert de Groote" userId="2ce5265b-80a0-4fb8-a62a-8035e9b0c45a" providerId="ADAL" clId="{26C0FC0F-787E-4AFE-AA9A-4E52AC6E2AD8}" dt="2025-09-19T13:06:04.735" v="26095"/>
        <pc:sldMkLst>
          <pc:docMk/>
          <pc:sldMk cId="95491915" sldId="294"/>
        </pc:sldMkLst>
      </pc:sldChg>
      <pc:sldChg chg="addSp modSp add mod modAnim">
        <pc:chgData name="Robert de Groote" userId="2ce5265b-80a0-4fb8-a62a-8035e9b0c45a" providerId="ADAL" clId="{26C0FC0F-787E-4AFE-AA9A-4E52AC6E2AD8}" dt="2025-09-19T13:33:41.443" v="26194" actId="14100"/>
        <pc:sldMkLst>
          <pc:docMk/>
          <pc:sldMk cId="4076454938" sldId="295"/>
        </pc:sldMkLst>
      </pc:sldChg>
      <pc:sldChg chg="modSp add mod">
        <pc:chgData name="Robert de Groote" userId="2ce5265b-80a0-4fb8-a62a-8035e9b0c45a" providerId="ADAL" clId="{26C0FC0F-787E-4AFE-AA9A-4E52AC6E2AD8}" dt="2025-09-17T16:45:37.379" v="3903" actId="20577"/>
        <pc:sldMkLst>
          <pc:docMk/>
          <pc:sldMk cId="2588820184" sldId="296"/>
        </pc:sldMkLst>
      </pc:sldChg>
      <pc:sldChg chg="modSp add mod">
        <pc:chgData name="Robert de Groote" userId="2ce5265b-80a0-4fb8-a62a-8035e9b0c45a" providerId="ADAL" clId="{26C0FC0F-787E-4AFE-AA9A-4E52AC6E2AD8}" dt="2025-09-17T16:45:10.826" v="3829" actId="20577"/>
        <pc:sldMkLst>
          <pc:docMk/>
          <pc:sldMk cId="1033322806" sldId="297"/>
        </pc:sldMkLst>
      </pc:sldChg>
      <pc:sldChg chg="modSp add mod">
        <pc:chgData name="Robert de Groote" userId="2ce5265b-80a0-4fb8-a62a-8035e9b0c45a" providerId="ADAL" clId="{26C0FC0F-787E-4AFE-AA9A-4E52AC6E2AD8}" dt="2025-09-17T16:47:07.788" v="4048" actId="6549"/>
        <pc:sldMkLst>
          <pc:docMk/>
          <pc:sldMk cId="248389283" sldId="298"/>
        </pc:sldMkLst>
      </pc:sldChg>
      <pc:sldChg chg="modSp add mod">
        <pc:chgData name="Robert de Groote" userId="2ce5265b-80a0-4fb8-a62a-8035e9b0c45a" providerId="ADAL" clId="{26C0FC0F-787E-4AFE-AA9A-4E52AC6E2AD8}" dt="2025-09-17T16:46:50.272" v="4018" actId="20577"/>
        <pc:sldMkLst>
          <pc:docMk/>
          <pc:sldMk cId="2383517423" sldId="299"/>
        </pc:sldMkLst>
      </pc:sldChg>
      <pc:sldChg chg="modSp add del mod ord">
        <pc:chgData name="Robert de Groote" userId="2ce5265b-80a0-4fb8-a62a-8035e9b0c45a" providerId="ADAL" clId="{26C0FC0F-787E-4AFE-AA9A-4E52AC6E2AD8}" dt="2025-09-18T15:03:11.283" v="16190"/>
        <pc:sldMkLst>
          <pc:docMk/>
          <pc:sldMk cId="881715533" sldId="300"/>
        </pc:sldMkLst>
      </pc:sldChg>
      <pc:sldChg chg="addSp delSp modSp add mod modTransition modAnim">
        <pc:chgData name="Robert de Groote" userId="2ce5265b-80a0-4fb8-a62a-8035e9b0c45a" providerId="ADAL" clId="{26C0FC0F-787E-4AFE-AA9A-4E52AC6E2AD8}" dt="2025-09-18T11:29:00.345" v="5108"/>
        <pc:sldMkLst>
          <pc:docMk/>
          <pc:sldMk cId="1365433860" sldId="301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7T17:43:58.320" v="4369" actId="47"/>
        <pc:sldMkLst>
          <pc:docMk/>
          <pc:sldMk cId="3695370766" sldId="302"/>
        </pc:sldMkLst>
      </pc:sldChg>
      <pc:sldChg chg="addSp modSp add mod modTransition">
        <pc:chgData name="Robert de Groote" userId="2ce5265b-80a0-4fb8-a62a-8035e9b0c45a" providerId="ADAL" clId="{26C0FC0F-787E-4AFE-AA9A-4E52AC6E2AD8}" dt="2025-09-17T17:42:36.527" v="4367"/>
        <pc:sldMkLst>
          <pc:docMk/>
          <pc:sldMk cId="117013265" sldId="303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1:27:04.889" v="4843" actId="47"/>
        <pc:sldMkLst>
          <pc:docMk/>
          <pc:sldMk cId="885263434" sldId="304"/>
        </pc:sldMkLst>
      </pc:sldChg>
      <pc:sldChg chg="addSp delSp modSp add mod modTransition addAnim delAnim modAnim">
        <pc:chgData name="Robert de Groote" userId="2ce5265b-80a0-4fb8-a62a-8035e9b0c45a" providerId="ADAL" clId="{26C0FC0F-787E-4AFE-AA9A-4E52AC6E2AD8}" dt="2025-09-18T11:27:22.269" v="5084" actId="478"/>
        <pc:sldMkLst>
          <pc:docMk/>
          <pc:sldMk cId="3184350671" sldId="304"/>
        </pc:sldMkLst>
      </pc:sldChg>
      <pc:sldChg chg="addSp delSp modSp add del mod modTransition addAnim delAnim modAnim">
        <pc:chgData name="Robert de Groote" userId="2ce5265b-80a0-4fb8-a62a-8035e9b0c45a" providerId="ADAL" clId="{26C0FC0F-787E-4AFE-AA9A-4E52AC6E2AD8}" dt="2025-09-18T12:26:20.220" v="8085" actId="6549"/>
        <pc:sldMkLst>
          <pc:docMk/>
          <pc:sldMk cId="3788273648" sldId="305"/>
        </pc:sldMkLst>
      </pc:sldChg>
      <pc:sldChg chg="addSp delSp modSp add mod modTransition modAnim">
        <pc:chgData name="Robert de Groote" userId="2ce5265b-80a0-4fb8-a62a-8035e9b0c45a" providerId="ADAL" clId="{26C0FC0F-787E-4AFE-AA9A-4E52AC6E2AD8}" dt="2025-09-18T11:34:11.691" v="6570"/>
        <pc:sldMkLst>
          <pc:docMk/>
          <pc:sldMk cId="2415291721" sldId="306"/>
        </pc:sldMkLst>
      </pc:sldChg>
      <pc:sldChg chg="addSp delSp modSp add del mod">
        <pc:chgData name="Robert de Groote" userId="2ce5265b-80a0-4fb8-a62a-8035e9b0c45a" providerId="ADAL" clId="{26C0FC0F-787E-4AFE-AA9A-4E52AC6E2AD8}" dt="2025-09-18T11:47:14.928" v="7391"/>
        <pc:sldMkLst>
          <pc:docMk/>
          <pc:sldMk cId="140628198" sldId="307"/>
        </pc:sldMkLst>
      </pc:sldChg>
      <pc:sldChg chg="add del">
        <pc:chgData name="Robert de Groote" userId="2ce5265b-80a0-4fb8-a62a-8035e9b0c45a" providerId="ADAL" clId="{26C0FC0F-787E-4AFE-AA9A-4E52AC6E2AD8}" dt="2025-09-18T12:03:26.929" v="7484" actId="2890"/>
        <pc:sldMkLst>
          <pc:docMk/>
          <pc:sldMk cId="1617434593" sldId="307"/>
        </pc:sldMkLst>
      </pc:sldChg>
      <pc:sldChg chg="addSp delSp modSp add del mod">
        <pc:chgData name="Robert de Groote" userId="2ce5265b-80a0-4fb8-a62a-8035e9b0c45a" providerId="ADAL" clId="{26C0FC0F-787E-4AFE-AA9A-4E52AC6E2AD8}" dt="2025-09-18T11:45:39.497" v="6986"/>
        <pc:sldMkLst>
          <pc:docMk/>
          <pc:sldMk cId="1730917247" sldId="307"/>
        </pc:sldMkLst>
      </pc:sldChg>
      <pc:sldChg chg="addSp delSp modSp add del mod">
        <pc:chgData name="Robert de Groote" userId="2ce5265b-80a0-4fb8-a62a-8035e9b0c45a" providerId="ADAL" clId="{26C0FC0F-787E-4AFE-AA9A-4E52AC6E2AD8}" dt="2025-09-18T11:46:35.231" v="7192"/>
        <pc:sldMkLst>
          <pc:docMk/>
          <pc:sldMk cId="2444021462" sldId="307"/>
        </pc:sldMkLst>
      </pc:sldChg>
      <pc:sldChg chg="add del modTransition">
        <pc:chgData name="Robert de Groote" userId="2ce5265b-80a0-4fb8-a62a-8035e9b0c45a" providerId="ADAL" clId="{26C0FC0F-787E-4AFE-AA9A-4E52AC6E2AD8}" dt="2025-09-18T12:43:52.394" v="8961" actId="47"/>
        <pc:sldMkLst>
          <pc:docMk/>
          <pc:sldMk cId="2454140950" sldId="307"/>
        </pc:sldMkLst>
      </pc:sldChg>
      <pc:sldChg chg="addSp delSp modSp add del mod">
        <pc:chgData name="Robert de Groote" userId="2ce5265b-80a0-4fb8-a62a-8035e9b0c45a" providerId="ADAL" clId="{26C0FC0F-787E-4AFE-AA9A-4E52AC6E2AD8}" dt="2025-09-18T11:46:48.402" v="7197" actId="2696"/>
        <pc:sldMkLst>
          <pc:docMk/>
          <pc:sldMk cId="2556776572" sldId="307"/>
        </pc:sldMkLst>
      </pc:sldChg>
      <pc:sldChg chg="addSp delSp modSp add del mod modTransition modAnim">
        <pc:chgData name="Robert de Groote" userId="2ce5265b-80a0-4fb8-a62a-8035e9b0c45a" providerId="ADAL" clId="{26C0FC0F-787E-4AFE-AA9A-4E52AC6E2AD8}" dt="2025-09-18T11:45:39.497" v="6986"/>
        <pc:sldMkLst>
          <pc:docMk/>
          <pc:sldMk cId="42093778" sldId="308"/>
        </pc:sldMkLst>
      </pc:sldChg>
      <pc:sldChg chg="add del">
        <pc:chgData name="Robert de Groote" userId="2ce5265b-80a0-4fb8-a62a-8035e9b0c45a" providerId="ADAL" clId="{26C0FC0F-787E-4AFE-AA9A-4E52AC6E2AD8}" dt="2025-09-18T11:46:35.231" v="7192"/>
        <pc:sldMkLst>
          <pc:docMk/>
          <pc:sldMk cId="342574506" sldId="308"/>
        </pc:sldMkLst>
      </pc:sldChg>
      <pc:sldChg chg="add del">
        <pc:chgData name="Robert de Groote" userId="2ce5265b-80a0-4fb8-a62a-8035e9b0c45a" providerId="ADAL" clId="{26C0FC0F-787E-4AFE-AA9A-4E52AC6E2AD8}" dt="2025-09-18T12:20:13.027" v="7648" actId="47"/>
        <pc:sldMkLst>
          <pc:docMk/>
          <pc:sldMk cId="848356659" sldId="308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19:49.168" v="7645" actId="47"/>
        <pc:sldMkLst>
          <pc:docMk/>
          <pc:sldMk cId="2068359823" sldId="308"/>
        </pc:sldMkLst>
      </pc:sldChg>
      <pc:sldChg chg="addSp delSp modSp add mod modAnim">
        <pc:chgData name="Robert de Groote" userId="2ce5265b-80a0-4fb8-a62a-8035e9b0c45a" providerId="ADAL" clId="{26C0FC0F-787E-4AFE-AA9A-4E52AC6E2AD8}" dt="2025-09-18T12:28:04.587" v="8318"/>
        <pc:sldMkLst>
          <pc:docMk/>
          <pc:sldMk cId="2375782824" sldId="308"/>
        </pc:sldMkLst>
      </pc:sldChg>
      <pc:sldChg chg="add del modAnim">
        <pc:chgData name="Robert de Groote" userId="2ce5265b-80a0-4fb8-a62a-8035e9b0c45a" providerId="ADAL" clId="{26C0FC0F-787E-4AFE-AA9A-4E52AC6E2AD8}" dt="2025-09-18T12:17:53.236" v="7605" actId="47"/>
        <pc:sldMkLst>
          <pc:docMk/>
          <pc:sldMk cId="3432135103" sldId="308"/>
        </pc:sldMkLst>
      </pc:sldChg>
      <pc:sldChg chg="add del">
        <pc:chgData name="Robert de Groote" userId="2ce5265b-80a0-4fb8-a62a-8035e9b0c45a" providerId="ADAL" clId="{26C0FC0F-787E-4AFE-AA9A-4E52AC6E2AD8}" dt="2025-09-18T11:47:14.928" v="7391"/>
        <pc:sldMkLst>
          <pc:docMk/>
          <pc:sldMk cId="3952600698" sldId="308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21:23.815" v="7780" actId="47"/>
        <pc:sldMkLst>
          <pc:docMk/>
          <pc:sldMk cId="4132812892" sldId="308"/>
        </pc:sldMkLst>
      </pc:sldChg>
      <pc:sldChg chg="addSp delSp modSp add del mod modTransition addAnim delAnim modAnim">
        <pc:chgData name="Robert de Groote" userId="2ce5265b-80a0-4fb8-a62a-8035e9b0c45a" providerId="ADAL" clId="{26C0FC0F-787E-4AFE-AA9A-4E52AC6E2AD8}" dt="2025-09-18T11:46:35.231" v="7192"/>
        <pc:sldMkLst>
          <pc:docMk/>
          <pc:sldMk cId="2112824529" sldId="309"/>
        </pc:sldMkLst>
      </pc:sldChg>
      <pc:sldChg chg="modSp add mod modTransition">
        <pc:chgData name="Robert de Groote" userId="2ce5265b-80a0-4fb8-a62a-8035e9b0c45a" providerId="ADAL" clId="{26C0FC0F-787E-4AFE-AA9A-4E52AC6E2AD8}" dt="2025-09-18T12:29:39.959" v="8528" actId="20577"/>
        <pc:sldMkLst>
          <pc:docMk/>
          <pc:sldMk cId="2340356800" sldId="309"/>
        </pc:sldMkLst>
      </pc:sldChg>
      <pc:sldChg chg="addSp delSp modSp add del mod modTransition addAnim delAnim modAnim">
        <pc:chgData name="Robert de Groote" userId="2ce5265b-80a0-4fb8-a62a-8035e9b0c45a" providerId="ADAL" clId="{26C0FC0F-787E-4AFE-AA9A-4E52AC6E2AD8}" dt="2025-09-18T11:47:14.928" v="7391"/>
        <pc:sldMkLst>
          <pc:docMk/>
          <pc:sldMk cId="2632289950" sldId="309"/>
        </pc:sldMkLst>
      </pc:sldChg>
      <pc:sldChg chg="addSp delSp modSp add mod delAnim modAnim">
        <pc:chgData name="Robert de Groote" userId="2ce5265b-80a0-4fb8-a62a-8035e9b0c45a" providerId="ADAL" clId="{26C0FC0F-787E-4AFE-AA9A-4E52AC6E2AD8}" dt="2025-09-18T12:43:30.263" v="8959"/>
        <pc:sldMkLst>
          <pc:docMk/>
          <pc:sldMk cId="3708548468" sldId="310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28:13.176" v="8319" actId="47"/>
        <pc:sldMkLst>
          <pc:docMk/>
          <pc:sldMk cId="4137551178" sldId="310"/>
        </pc:sldMkLst>
      </pc:sldChg>
      <pc:sldChg chg="modSp add del mod">
        <pc:chgData name="Robert de Groote" userId="2ce5265b-80a0-4fb8-a62a-8035e9b0c45a" providerId="ADAL" clId="{26C0FC0F-787E-4AFE-AA9A-4E52AC6E2AD8}" dt="2025-09-18T12:54:22.123" v="9397" actId="47"/>
        <pc:sldMkLst>
          <pc:docMk/>
          <pc:sldMk cId="2307875831" sldId="311"/>
        </pc:sldMkLst>
      </pc:sldChg>
      <pc:sldChg chg="addSp delSp modSp add mod ord delAnim modAnim">
        <pc:chgData name="Robert de Groote" userId="2ce5265b-80a0-4fb8-a62a-8035e9b0c45a" providerId="ADAL" clId="{26C0FC0F-787E-4AFE-AA9A-4E52AC6E2AD8}" dt="2025-09-18T13:04:34.255" v="9633"/>
        <pc:sldMkLst>
          <pc:docMk/>
          <pc:sldMk cId="4224142537" sldId="311"/>
        </pc:sldMkLst>
      </pc:sldChg>
      <pc:sldChg chg="delSp modSp add mod modAnim">
        <pc:chgData name="Robert de Groote" userId="2ce5265b-80a0-4fb8-a62a-8035e9b0c45a" providerId="ADAL" clId="{26C0FC0F-787E-4AFE-AA9A-4E52AC6E2AD8}" dt="2025-09-18T13:24:14.412" v="10532"/>
        <pc:sldMkLst>
          <pc:docMk/>
          <pc:sldMk cId="2383432657" sldId="312"/>
        </pc:sldMkLst>
      </pc:sldChg>
      <pc:sldChg chg="delSp modSp add mod modTransition modAnim">
        <pc:chgData name="Robert de Groote" userId="2ce5265b-80a0-4fb8-a62a-8035e9b0c45a" providerId="ADAL" clId="{26C0FC0F-787E-4AFE-AA9A-4E52AC6E2AD8}" dt="2025-09-18T13:23:53.078" v="10526"/>
        <pc:sldMkLst>
          <pc:docMk/>
          <pc:sldMk cId="2332392631" sldId="313"/>
        </pc:sldMkLst>
      </pc:sldChg>
      <pc:sldChg chg="addSp delSp modSp add mod modTransition delAnim modAnim">
        <pc:chgData name="Robert de Groote" userId="2ce5265b-80a0-4fb8-a62a-8035e9b0c45a" providerId="ADAL" clId="{26C0FC0F-787E-4AFE-AA9A-4E52AC6E2AD8}" dt="2025-09-18T13:23:15.902" v="10514" actId="207"/>
        <pc:sldMkLst>
          <pc:docMk/>
          <pc:sldMk cId="3733322326" sldId="314"/>
        </pc:sldMkLst>
      </pc:sldChg>
      <pc:sldChg chg="addSp modSp add mod modAnim">
        <pc:chgData name="Robert de Groote" userId="2ce5265b-80a0-4fb8-a62a-8035e9b0c45a" providerId="ADAL" clId="{26C0FC0F-787E-4AFE-AA9A-4E52AC6E2AD8}" dt="2025-09-18T13:56:02.349" v="10803"/>
        <pc:sldMkLst>
          <pc:docMk/>
          <pc:sldMk cId="3288259036" sldId="315"/>
        </pc:sldMkLst>
      </pc:sldChg>
      <pc:sldChg chg="addSp delSp modSp add mod modTransition delAnim modAnim">
        <pc:chgData name="Robert de Groote" userId="2ce5265b-80a0-4fb8-a62a-8035e9b0c45a" providerId="ADAL" clId="{26C0FC0F-787E-4AFE-AA9A-4E52AC6E2AD8}" dt="2025-09-19T12:57:54.153" v="25965" actId="20577"/>
        <pc:sldMkLst>
          <pc:docMk/>
          <pc:sldMk cId="1910636752" sldId="316"/>
        </pc:sldMkLst>
      </pc:sldChg>
      <pc:sldChg chg="addSp delSp modSp add mod modAnim">
        <pc:chgData name="Robert de Groote" userId="2ce5265b-80a0-4fb8-a62a-8035e9b0c45a" providerId="ADAL" clId="{26C0FC0F-787E-4AFE-AA9A-4E52AC6E2AD8}" dt="2025-09-18T14:51:41.583" v="15616" actId="20577"/>
        <pc:sldMkLst>
          <pc:docMk/>
          <pc:sldMk cId="10263876" sldId="317"/>
        </pc:sldMkLst>
      </pc:sldChg>
      <pc:sldChg chg="modSp add modTransition modAnim">
        <pc:chgData name="Robert de Groote" userId="2ce5265b-80a0-4fb8-a62a-8035e9b0c45a" providerId="ADAL" clId="{26C0FC0F-787E-4AFE-AA9A-4E52AC6E2AD8}" dt="2025-09-19T12:58:49.105" v="25967"/>
        <pc:sldMkLst>
          <pc:docMk/>
          <pc:sldMk cId="45731821" sldId="318"/>
        </pc:sldMkLst>
      </pc:sldChg>
      <pc:sldChg chg="addSp modSp add del mod modTransition modAnim">
        <pc:chgData name="Robert de Groote" userId="2ce5265b-80a0-4fb8-a62a-8035e9b0c45a" providerId="ADAL" clId="{26C0FC0F-787E-4AFE-AA9A-4E52AC6E2AD8}" dt="2025-09-18T14:57:35.923" v="16099" actId="2890"/>
        <pc:sldMkLst>
          <pc:docMk/>
          <pc:sldMk cId="1276102998" sldId="319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4:37:14.033" v="14814" actId="47"/>
        <pc:sldMkLst>
          <pc:docMk/>
          <pc:sldMk cId="2651593556" sldId="319"/>
        </pc:sldMkLst>
      </pc:sldChg>
      <pc:sldChg chg="delSp modSp add del mod modTransition">
        <pc:chgData name="Robert de Groote" userId="2ce5265b-80a0-4fb8-a62a-8035e9b0c45a" providerId="ADAL" clId="{26C0FC0F-787E-4AFE-AA9A-4E52AC6E2AD8}" dt="2025-09-18T15:18:08.656" v="17742" actId="47"/>
        <pc:sldMkLst>
          <pc:docMk/>
          <pc:sldMk cId="3412264307" sldId="319"/>
        </pc:sldMkLst>
      </pc:sldChg>
      <pc:sldChg chg="addSp delSp modSp add mod modTransition">
        <pc:chgData name="Robert de Groote" userId="2ce5265b-80a0-4fb8-a62a-8035e9b0c45a" providerId="ADAL" clId="{26C0FC0F-787E-4AFE-AA9A-4E52AC6E2AD8}" dt="2025-09-19T13:00:15.401" v="25984" actId="14100"/>
        <pc:sldMkLst>
          <pc:docMk/>
          <pc:sldMk cId="2947786956" sldId="320"/>
        </pc:sldMkLst>
      </pc:sldChg>
      <pc:sldChg chg="addSp delSp modSp add mod modTransition delAnim modAnim">
        <pc:chgData name="Robert de Groote" userId="2ce5265b-80a0-4fb8-a62a-8035e9b0c45a" providerId="ADAL" clId="{26C0FC0F-787E-4AFE-AA9A-4E52AC6E2AD8}" dt="2025-09-19T13:00:07.858" v="25982" actId="14100"/>
        <pc:sldMkLst>
          <pc:docMk/>
          <pc:sldMk cId="1992519415" sldId="321"/>
        </pc:sldMkLst>
      </pc:sldChg>
      <pc:sldChg chg="addSp delSp modSp add del mod modTransition modAnim">
        <pc:chgData name="Robert de Groote" userId="2ce5265b-80a0-4fb8-a62a-8035e9b0c45a" providerId="ADAL" clId="{26C0FC0F-787E-4AFE-AA9A-4E52AC6E2AD8}" dt="2025-09-18T15:16:51.148" v="17550" actId="2890"/>
        <pc:sldMkLst>
          <pc:docMk/>
          <pc:sldMk cId="2220892477" sldId="321"/>
        </pc:sldMkLst>
      </pc:sldChg>
      <pc:sldChg chg="modSp add mod ord">
        <pc:chgData name="Robert de Groote" userId="2ce5265b-80a0-4fb8-a62a-8035e9b0c45a" providerId="ADAL" clId="{26C0FC0F-787E-4AFE-AA9A-4E52AC6E2AD8}" dt="2025-09-18T15:23:32.773" v="17879" actId="20577"/>
        <pc:sldMkLst>
          <pc:docMk/>
          <pc:sldMk cId="4213126683" sldId="322"/>
        </pc:sldMkLst>
      </pc:sldChg>
      <pc:sldChg chg="addSp delSp modSp add mod modAnim">
        <pc:chgData name="Robert de Groote" userId="2ce5265b-80a0-4fb8-a62a-8035e9b0c45a" providerId="ADAL" clId="{26C0FC0F-787E-4AFE-AA9A-4E52AC6E2AD8}" dt="2025-09-19T13:01:00.254" v="25989"/>
        <pc:sldMkLst>
          <pc:docMk/>
          <pc:sldMk cId="2231015180" sldId="323"/>
        </pc:sldMkLst>
      </pc:sldChg>
      <pc:sldChg chg="addSp delSp modSp add mod addAnim delAnim modAnim">
        <pc:chgData name="Robert de Groote" userId="2ce5265b-80a0-4fb8-a62a-8035e9b0c45a" providerId="ADAL" clId="{26C0FC0F-787E-4AFE-AA9A-4E52AC6E2AD8}" dt="2025-09-18T17:46:05.411" v="22282"/>
        <pc:sldMkLst>
          <pc:docMk/>
          <pc:sldMk cId="916894152" sldId="324"/>
        </pc:sldMkLst>
      </pc:sldChg>
      <pc:sldChg chg="addSp delSp modSp add mod delAnim modAnim modShow">
        <pc:chgData name="Robert de Groote" userId="2ce5265b-80a0-4fb8-a62a-8035e9b0c45a" providerId="ADAL" clId="{26C0FC0F-787E-4AFE-AA9A-4E52AC6E2AD8}" dt="2025-09-19T13:25:19.239" v="26096" actId="729"/>
        <pc:sldMkLst>
          <pc:docMk/>
          <pc:sldMk cId="220472505" sldId="325"/>
        </pc:sldMkLst>
      </pc:sldChg>
      <pc:sldChg chg="modSp add mod">
        <pc:chgData name="Robert de Groote" userId="2ce5265b-80a0-4fb8-a62a-8035e9b0c45a" providerId="ADAL" clId="{26C0FC0F-787E-4AFE-AA9A-4E52AC6E2AD8}" dt="2025-09-19T13:42:16.091" v="26348" actId="207"/>
        <pc:sldMkLst>
          <pc:docMk/>
          <pc:sldMk cId="3008100289" sldId="326"/>
        </pc:sldMkLst>
      </pc:sldChg>
      <pc:sldChg chg="addSp delSp modSp add mod modAnim">
        <pc:chgData name="Robert de Groote" userId="2ce5265b-80a0-4fb8-a62a-8035e9b0c45a" providerId="ADAL" clId="{26C0FC0F-787E-4AFE-AA9A-4E52AC6E2AD8}" dt="2025-09-19T13:01:39.085" v="25994"/>
        <pc:sldMkLst>
          <pc:docMk/>
          <pc:sldMk cId="3863058989" sldId="32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2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7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10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0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8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5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05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0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6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1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83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29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A168E-AC13-4A71-A98B-B3F92DC01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Algorithms &amp; 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DF9F7-8B56-49E7-9AFB-EB5E5B6EE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 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Graphs</a:t>
            </a:r>
          </a:p>
        </p:txBody>
      </p:sp>
      <p:pic>
        <p:nvPicPr>
          <p:cNvPr id="4" name="Picture 3" descr="3D abstract blue and gold cube illustration">
            <a:extLst>
              <a:ext uri="{FF2B5EF4-FFF2-40B4-BE49-F238E27FC236}">
                <a16:creationId xmlns:a16="http://schemas.microsoft.com/office/drawing/2014/main" id="{F7415E3B-A5AE-B6FB-D62A-33D555E187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5" r="28115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71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85D7-ABDF-C618-9CCD-413D0883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Last weeks we </a:t>
            </a:r>
            <a:r>
              <a:rPr lang="nl-NL" dirty="0" err="1"/>
              <a:t>discussed</a:t>
            </a:r>
            <a:r>
              <a:rPr lang="nl-NL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853582-0C43-5257-5530-A00EA0178D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1"/>
                <a:ext cx="10890928" cy="3948397"/>
              </a:xfrm>
            </p:spPr>
            <p:txBody>
              <a:bodyPr>
                <a:normAutofit/>
              </a:bodyPr>
              <a:lstStyle/>
              <a:p>
                <a:r>
                  <a:rPr lang="nl-NL" b="1" dirty="0"/>
                  <a:t>Data </a:t>
                </a:r>
                <a:r>
                  <a:rPr lang="nl-NL" b="1" dirty="0" err="1"/>
                  <a:t>structures</a:t>
                </a:r>
                <a:r>
                  <a:rPr lang="nl-NL" dirty="0"/>
                  <a:t>: </a:t>
                </a:r>
                <a:r>
                  <a:rPr lang="nl-NL" dirty="0" err="1"/>
                  <a:t>sorted</a:t>
                </a:r>
                <a:r>
                  <a:rPr lang="nl-NL" dirty="0"/>
                  <a:t> arrays, </a:t>
                </a:r>
                <a:r>
                  <a:rPr lang="nl-NL" dirty="0" err="1"/>
                  <a:t>linked</a:t>
                </a:r>
                <a:r>
                  <a:rPr lang="nl-NL" dirty="0"/>
                  <a:t> </a:t>
                </a:r>
                <a:r>
                  <a:rPr lang="nl-NL" dirty="0" err="1"/>
                  <a:t>lists</a:t>
                </a:r>
                <a:r>
                  <a:rPr lang="nl-NL" dirty="0"/>
                  <a:t>, </a:t>
                </a:r>
                <a:r>
                  <a:rPr lang="nl-NL" dirty="0" err="1"/>
                  <a:t>binary</a:t>
                </a:r>
                <a:r>
                  <a:rPr lang="nl-NL" dirty="0"/>
                  <a:t> search trees, </a:t>
                </a:r>
                <a:r>
                  <a:rPr lang="nl-NL" dirty="0" err="1"/>
                  <a:t>binary</a:t>
                </a:r>
                <a:r>
                  <a:rPr lang="nl-NL" dirty="0"/>
                  <a:t> </a:t>
                </a:r>
                <a:r>
                  <a:rPr lang="nl-NL" dirty="0" err="1"/>
                  <a:t>heaps</a:t>
                </a:r>
                <a:r>
                  <a:rPr lang="nl-NL" dirty="0"/>
                  <a:t>, </a:t>
                </a:r>
                <a:r>
                  <a:rPr lang="nl-NL" dirty="0" err="1"/>
                  <a:t>hash</a:t>
                </a:r>
                <a:r>
                  <a:rPr lang="nl-NL" dirty="0"/>
                  <a:t> </a:t>
                </a:r>
                <a:r>
                  <a:rPr lang="nl-NL" dirty="0" err="1"/>
                  <a:t>tables</a:t>
                </a:r>
                <a:endParaRPr lang="nl-NL" dirty="0"/>
              </a:p>
              <a:p>
                <a:pPr lvl="1"/>
                <a:r>
                  <a:rPr lang="nl-NL" dirty="0" err="1"/>
                  <a:t>Used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implement</a:t>
                </a:r>
                <a:r>
                  <a:rPr lang="nl-NL" dirty="0"/>
                  <a:t> sets, </a:t>
                </a:r>
                <a:r>
                  <a:rPr lang="nl-NL" dirty="0" err="1"/>
                  <a:t>dictionaries</a:t>
                </a:r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(priority) queues</a:t>
                </a:r>
              </a:p>
              <a:p>
                <a:r>
                  <a:rPr lang="nl-NL" b="1" dirty="0" err="1"/>
                  <a:t>Algorithms</a:t>
                </a:r>
                <a:r>
                  <a:rPr lang="nl-NL" b="1" dirty="0"/>
                  <a:t> &amp; </a:t>
                </a:r>
                <a:r>
                  <a:rPr lang="nl-NL" b="1" dirty="0" err="1"/>
                  <a:t>techniques</a:t>
                </a:r>
                <a:r>
                  <a:rPr lang="nl-NL" dirty="0"/>
                  <a:t>: </a:t>
                </a:r>
                <a:r>
                  <a:rPr lang="nl-NL" dirty="0" err="1"/>
                  <a:t>binary</a:t>
                </a:r>
                <a:r>
                  <a:rPr lang="nl-NL" dirty="0"/>
                  <a:t> search, </a:t>
                </a:r>
                <a:r>
                  <a:rPr lang="nl-NL" dirty="0" err="1"/>
                  <a:t>sorting</a:t>
                </a:r>
                <a:r>
                  <a:rPr lang="nl-NL" dirty="0"/>
                  <a:t>, </a:t>
                </a:r>
                <a:r>
                  <a:rPr lang="nl-NL" dirty="0" err="1"/>
                  <a:t>recursion</a:t>
                </a:r>
                <a:r>
                  <a:rPr lang="nl-NL" dirty="0"/>
                  <a:t>, </a:t>
                </a:r>
                <a:r>
                  <a:rPr lang="nl-NL" dirty="0" err="1"/>
                  <a:t>two</a:t>
                </a:r>
                <a:r>
                  <a:rPr lang="nl-NL" dirty="0"/>
                  <a:t>-pointer </a:t>
                </a:r>
                <a:r>
                  <a:rPr lang="nl-NL" dirty="0" err="1"/>
                  <a:t>technique</a:t>
                </a:r>
                <a:endParaRPr lang="nl-NL" dirty="0"/>
              </a:p>
              <a:p>
                <a:r>
                  <a:rPr lang="nl-NL" b="1" dirty="0"/>
                  <a:t>Time </a:t>
                </a:r>
                <a:r>
                  <a:rPr lang="nl-NL" b="1" dirty="0" err="1"/>
                  <a:t>complexities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nl-NL" dirty="0"/>
                  <a:t>,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nl-NL" dirty="0"/>
                  <a:t>,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i="0" dirty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,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  <m:func>
                          <m:func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i="0" dirty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,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nl-NL" b="1" dirty="0"/>
              </a:p>
              <a:p>
                <a:endParaRPr lang="nl-NL" dirty="0"/>
              </a:p>
              <a:p>
                <a:r>
                  <a:rPr lang="nl-NL" b="1" dirty="0" err="1"/>
                  <a:t>This</a:t>
                </a:r>
                <a:r>
                  <a:rPr lang="nl-NL" b="1" dirty="0"/>
                  <a:t> week: </a:t>
                </a:r>
                <a:r>
                  <a:rPr lang="nl-NL" b="1" dirty="0" err="1"/>
                  <a:t>graphs</a:t>
                </a:r>
                <a:endParaRPr lang="nl-NL" b="1" dirty="0"/>
              </a:p>
              <a:p>
                <a:pPr lvl="1"/>
                <a:r>
                  <a:rPr lang="nl-NL" dirty="0" err="1"/>
                  <a:t>Used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i="1" dirty="0" err="1"/>
                  <a:t>represent</a:t>
                </a:r>
                <a:r>
                  <a:rPr lang="nl-NL" dirty="0"/>
                  <a:t> data </a:t>
                </a:r>
                <a:r>
                  <a:rPr lang="nl-NL" dirty="0" err="1"/>
                  <a:t>instead</a:t>
                </a:r>
                <a:r>
                  <a:rPr lang="nl-NL" dirty="0"/>
                  <a:t> of </a:t>
                </a:r>
                <a:r>
                  <a:rPr lang="nl-NL" i="1" dirty="0"/>
                  <a:t>storing</a:t>
                </a:r>
                <a:r>
                  <a:rPr lang="nl-NL" dirty="0"/>
                  <a:t> </a:t>
                </a:r>
                <a:r>
                  <a:rPr lang="nl-NL" dirty="0" err="1"/>
                  <a:t>it</a:t>
                </a:r>
                <a:endParaRPr lang="nl-NL" dirty="0"/>
              </a:p>
              <a:p>
                <a:pPr lvl="1"/>
                <a:r>
                  <a:rPr lang="nl-NL" dirty="0" err="1"/>
                  <a:t>Flexible</a:t>
                </a:r>
                <a:r>
                  <a:rPr lang="nl-NL" dirty="0"/>
                  <a:t> </a:t>
                </a:r>
                <a:r>
                  <a:rPr lang="nl-NL" dirty="0" err="1"/>
                  <a:t>structure</a:t>
                </a:r>
                <a:r>
                  <a:rPr lang="nl-NL" dirty="0"/>
                  <a:t> on </a:t>
                </a:r>
                <a:r>
                  <a:rPr lang="nl-NL" dirty="0" err="1"/>
                  <a:t>which</a:t>
                </a:r>
                <a:r>
                  <a:rPr lang="nl-NL" dirty="0"/>
                  <a:t> </a:t>
                </a:r>
                <a:r>
                  <a:rPr lang="nl-NL" dirty="0" err="1"/>
                  <a:t>powerful</a:t>
                </a:r>
                <a:r>
                  <a:rPr lang="nl-NL" dirty="0"/>
                  <a:t> </a:t>
                </a:r>
                <a:r>
                  <a:rPr lang="nl-NL" dirty="0" err="1"/>
                  <a:t>algorithms</a:t>
                </a:r>
                <a:r>
                  <a:rPr lang="nl-NL" dirty="0"/>
                  <a:t> are built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853582-0C43-5257-5530-A00EA0178D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1"/>
                <a:ext cx="10890928" cy="3948397"/>
              </a:xfrm>
              <a:blipFill>
                <a:blip r:embed="rId2"/>
                <a:stretch>
                  <a:fillRect l="-336" t="-15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64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CF905B-B888-7CB9-B60B-19CDD28C7C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85" b="165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F972C-5C2B-451E-F465-6B4A19358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892948" cy="342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EE79C-77C4-CFD6-DB93-4920799A7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970" y="5253051"/>
            <a:ext cx="4892948" cy="81292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800" b="1" cap="all" spc="300" dirty="0">
                <a:solidFill>
                  <a:srgbClr val="FFFFFF"/>
                </a:solidFill>
              </a:rPr>
              <a:t>Linking data together, without restrictions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78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3AAD5-23C4-2A2A-AB75-0FBE5D36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F7A87-E58D-3848-03BB-187C4750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Graphs</a:t>
            </a:r>
            <a:r>
              <a:rPr lang="nl-NL" dirty="0"/>
              <a:t> in real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A8270-DE95-7954-F4CE-BC121EC30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518430" cy="1669782"/>
          </a:xfrm>
        </p:spPr>
        <p:txBody>
          <a:bodyPr>
            <a:normAutofit/>
          </a:bodyPr>
          <a:lstStyle/>
          <a:p>
            <a:r>
              <a:rPr lang="nl-NL" dirty="0" err="1"/>
              <a:t>Social</a:t>
            </a:r>
            <a:r>
              <a:rPr lang="nl-NL" dirty="0"/>
              <a:t> </a:t>
            </a:r>
            <a:r>
              <a:rPr lang="nl-NL" dirty="0" err="1"/>
              <a:t>networks</a:t>
            </a:r>
            <a:endParaRPr lang="nl-NL" dirty="0"/>
          </a:p>
          <a:p>
            <a:r>
              <a:rPr lang="nl-NL" dirty="0"/>
              <a:t>The internet / </a:t>
            </a:r>
            <a:r>
              <a:rPr lang="nl-NL" dirty="0" err="1"/>
              <a:t>world-wide</a:t>
            </a:r>
            <a:r>
              <a:rPr lang="nl-NL" dirty="0"/>
              <a:t> web</a:t>
            </a:r>
          </a:p>
          <a:p>
            <a:r>
              <a:rPr lang="nl-NL" dirty="0" err="1"/>
              <a:t>Maps</a:t>
            </a:r>
            <a:endParaRPr lang="nl-NL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A27BF7-2D12-E831-B9F7-807942493862}"/>
              </a:ext>
            </a:extLst>
          </p:cNvPr>
          <p:cNvGrpSpPr/>
          <p:nvPr/>
        </p:nvGrpSpPr>
        <p:grpSpPr>
          <a:xfrm>
            <a:off x="6956696" y="1338912"/>
            <a:ext cx="4433272" cy="2277621"/>
            <a:chOff x="6956696" y="1338912"/>
            <a:chExt cx="4433272" cy="2277621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32DCEC-538C-C621-4573-51CE7CBA7B2C}"/>
                </a:ext>
              </a:extLst>
            </p:cNvPr>
            <p:cNvGrpSpPr/>
            <p:nvPr/>
          </p:nvGrpSpPr>
          <p:grpSpPr>
            <a:xfrm>
              <a:off x="9041908" y="2616235"/>
              <a:ext cx="497379" cy="824329"/>
              <a:chOff x="9290598" y="2819400"/>
              <a:chExt cx="497379" cy="824329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2D0827C-A988-DE05-9E6F-B31F8FCA9B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96400" y="2819400"/>
                <a:ext cx="485775" cy="485775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B955C5-BF25-CAFD-175B-234C0BBD3479}"/>
                  </a:ext>
                </a:extLst>
              </p:cNvPr>
              <p:cNvSpPr txBox="1"/>
              <p:nvPr/>
            </p:nvSpPr>
            <p:spPr>
              <a:xfrm>
                <a:off x="9290598" y="3305175"/>
                <a:ext cx="4973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nl-NL" sz="1600" dirty="0">
                    <a:latin typeface="Aptos" panose="020B0004020202020204" pitchFamily="34" charset="0"/>
                  </a:rPr>
                  <a:t>Eve</a:t>
                </a:r>
                <a:endParaRPr lang="nl-NL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4FD2E3A-EB04-FD4A-B369-E49E24EB5D77}"/>
                </a:ext>
              </a:extLst>
            </p:cNvPr>
            <p:cNvGrpSpPr/>
            <p:nvPr/>
          </p:nvGrpSpPr>
          <p:grpSpPr>
            <a:xfrm>
              <a:off x="10413484" y="1338912"/>
              <a:ext cx="829073" cy="824329"/>
              <a:chOff x="10296326" y="1857376"/>
              <a:chExt cx="829073" cy="82432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F445222-A90A-14D2-D8AD-D16211D9DB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467975" y="1857376"/>
                <a:ext cx="485775" cy="485775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9DAADB9-9589-02E5-4723-0BE427680C3A}"/>
                  </a:ext>
                </a:extLst>
              </p:cNvPr>
              <p:cNvSpPr txBox="1"/>
              <p:nvPr/>
            </p:nvSpPr>
            <p:spPr>
              <a:xfrm>
                <a:off x="10296326" y="2343151"/>
                <a:ext cx="82907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nl-NL" sz="1600" dirty="0">
                    <a:latin typeface="Aptos" panose="020B0004020202020204" pitchFamily="34" charset="0"/>
                  </a:rPr>
                  <a:t>Charlie</a:t>
                </a:r>
                <a:endParaRPr lang="nl-NL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D4BD514-310E-D2CD-BB2A-0414E7A5781B}"/>
                </a:ext>
              </a:extLst>
            </p:cNvPr>
            <p:cNvGrpSpPr/>
            <p:nvPr/>
          </p:nvGrpSpPr>
          <p:grpSpPr>
            <a:xfrm>
              <a:off x="8937248" y="1371600"/>
              <a:ext cx="537327" cy="824329"/>
              <a:chOff x="8937248" y="1371600"/>
              <a:chExt cx="537327" cy="824329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86C1C62-123B-9C31-2815-5CBA50F1BE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963024" y="1371600"/>
                <a:ext cx="485775" cy="485775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0A93081-CCED-C974-0ED6-1E4CBDC4A7B8}"/>
                  </a:ext>
                </a:extLst>
              </p:cNvPr>
              <p:cNvSpPr txBox="1"/>
              <p:nvPr/>
            </p:nvSpPr>
            <p:spPr>
              <a:xfrm>
                <a:off x="8937248" y="1857375"/>
                <a:ext cx="5373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nl-NL" sz="1600" dirty="0">
                    <a:latin typeface="Aptos" panose="020B0004020202020204" pitchFamily="34" charset="0"/>
                  </a:rPr>
                  <a:t>Bob</a:t>
                </a:r>
                <a:endParaRPr lang="nl-NL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44D9879-85BC-2C1B-2907-3693857CAF7C}"/>
                </a:ext>
              </a:extLst>
            </p:cNvPr>
            <p:cNvGrpSpPr/>
            <p:nvPr/>
          </p:nvGrpSpPr>
          <p:grpSpPr>
            <a:xfrm>
              <a:off x="6956696" y="1771698"/>
              <a:ext cx="622285" cy="824329"/>
              <a:chOff x="7656519" y="1857376"/>
              <a:chExt cx="622285" cy="824329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2FB8113-52D8-C9EF-8B4C-3E33BDD41D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724774" y="1857376"/>
                <a:ext cx="485775" cy="485775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62140B-87C2-0E0C-E313-D7FD09DCE4D0}"/>
                  </a:ext>
                </a:extLst>
              </p:cNvPr>
              <p:cNvSpPr txBox="1"/>
              <p:nvPr/>
            </p:nvSpPr>
            <p:spPr>
              <a:xfrm>
                <a:off x="7656519" y="2343151"/>
                <a:ext cx="6222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nl-NL" sz="1600" dirty="0">
                    <a:latin typeface="Aptos" panose="020B0004020202020204" pitchFamily="34" charset="0"/>
                  </a:rPr>
                  <a:t>Alice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D95AFAE-2ADF-1D4F-2553-E841508DFDCA}"/>
                </a:ext>
              </a:extLst>
            </p:cNvPr>
            <p:cNvGrpSpPr/>
            <p:nvPr/>
          </p:nvGrpSpPr>
          <p:grpSpPr>
            <a:xfrm>
              <a:off x="10904193" y="2792204"/>
              <a:ext cx="485775" cy="824329"/>
              <a:chOff x="9296400" y="2819400"/>
              <a:chExt cx="485775" cy="824329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8D799C40-BB0C-EA7E-4047-5300410318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96400" y="2819400"/>
                <a:ext cx="485775" cy="485775"/>
              </a:xfrm>
              <a:prstGeom prst="rect">
                <a:avLst/>
              </a:prstGeom>
            </p:spPr>
          </p:pic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B91037A-F88A-2D85-014F-E2DB29633BAB}"/>
                  </a:ext>
                </a:extLst>
              </p:cNvPr>
              <p:cNvSpPr txBox="1"/>
              <p:nvPr/>
            </p:nvSpPr>
            <p:spPr>
              <a:xfrm>
                <a:off x="9335547" y="3305175"/>
                <a:ext cx="407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nl-NL" sz="1600" dirty="0">
                    <a:latin typeface="Aptos" panose="020B0004020202020204" pitchFamily="34" charset="0"/>
                  </a:rPr>
                  <a:t>Jill</a:t>
                </a:r>
                <a:endParaRPr lang="nl-NL" dirty="0">
                  <a:latin typeface="Aptos" panose="020B0004020202020204" pitchFamily="34" charset="0"/>
                </a:endParaRPr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73DBB0F-E044-A847-1F03-80918030C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7688" y="1771698"/>
              <a:ext cx="1233890" cy="29115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21722865-3A2A-08E0-4371-BC45222E27A0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7578981" y="2426750"/>
              <a:ext cx="1339559" cy="36545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91CB0BD3-3B16-AB7A-7BCF-CDAF82D5E3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10725" y="1724060"/>
              <a:ext cx="802759" cy="4763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7984C58-762F-FD59-6A77-E84583228CAB}"/>
                </a:ext>
              </a:extLst>
            </p:cNvPr>
            <p:cNvCxnSpPr>
              <a:cxnSpLocks/>
              <a:stCxn id="46" idx="0"/>
              <a:endCxn id="23" idx="2"/>
            </p:cNvCxnSpPr>
            <p:nvPr/>
          </p:nvCxnSpPr>
          <p:spPr>
            <a:xfrm flipH="1" flipV="1">
              <a:off x="10828021" y="2163241"/>
              <a:ext cx="319060" cy="62896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071E789-90A9-83CA-C92B-CF2966F8AE5B}"/>
                </a:ext>
              </a:extLst>
            </p:cNvPr>
            <p:cNvCxnSpPr>
              <a:cxnSpLocks/>
              <a:endCxn id="7" idx="3"/>
            </p:cNvCxnSpPr>
            <p:nvPr/>
          </p:nvCxnSpPr>
          <p:spPr>
            <a:xfrm flipH="1">
              <a:off x="9533485" y="2124157"/>
              <a:ext cx="982115" cy="73496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932601C1-E8B2-7D04-85B5-16FDC091ACA1}"/>
                </a:ext>
              </a:extLst>
            </p:cNvPr>
            <p:cNvCxnSpPr>
              <a:cxnSpLocks/>
              <a:stCxn id="46" idx="1"/>
            </p:cNvCxnSpPr>
            <p:nvPr/>
          </p:nvCxnSpPr>
          <p:spPr>
            <a:xfrm flipH="1" flipV="1">
              <a:off x="9605442" y="2979995"/>
              <a:ext cx="1298751" cy="5509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96F78F3-0932-4B3A-F091-3B95B4F6CCB9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9205912" y="2195929"/>
              <a:ext cx="33763" cy="31835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BFAA019-A967-CA70-5CBB-AFB619AD1DD9}"/>
              </a:ext>
            </a:extLst>
          </p:cNvPr>
          <p:cNvGrpSpPr/>
          <p:nvPr/>
        </p:nvGrpSpPr>
        <p:grpSpPr>
          <a:xfrm>
            <a:off x="1175738" y="4319881"/>
            <a:ext cx="4840299" cy="2348330"/>
            <a:chOff x="1945744" y="4533172"/>
            <a:chExt cx="4840299" cy="234833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03603B25-18C5-5D29-A9D7-905045D4A256}"/>
                </a:ext>
              </a:extLst>
            </p:cNvPr>
            <p:cNvGrpSpPr/>
            <p:nvPr/>
          </p:nvGrpSpPr>
          <p:grpSpPr>
            <a:xfrm>
              <a:off x="5652015" y="5961923"/>
              <a:ext cx="1134028" cy="919579"/>
              <a:chOff x="5731867" y="4258388"/>
              <a:chExt cx="1134028" cy="919579"/>
            </a:xfrm>
          </p:grpSpPr>
          <p:pic>
            <p:nvPicPr>
              <p:cNvPr id="55" name="Graphic 54" descr="City with solid fill">
                <a:extLst>
                  <a:ext uri="{FF2B5EF4-FFF2-40B4-BE49-F238E27FC236}">
                    <a16:creationId xmlns:a16="http://schemas.microsoft.com/office/drawing/2014/main" id="{0B36BB26-2691-1C9C-19C5-C0B439CD8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008368" y="4258388"/>
                <a:ext cx="581025" cy="581025"/>
              </a:xfrm>
              <a:prstGeom prst="rect">
                <a:avLst/>
              </a:prstGeom>
            </p:spPr>
          </p:pic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A05CD-D8CC-A557-D74C-B94AB51009D2}"/>
                  </a:ext>
                </a:extLst>
              </p:cNvPr>
              <p:cNvSpPr txBox="1"/>
              <p:nvPr/>
            </p:nvSpPr>
            <p:spPr>
              <a:xfrm>
                <a:off x="5731867" y="4839413"/>
                <a:ext cx="11340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Maastricht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91C3B84-7E16-D1D3-C019-57CA0274D588}"/>
                </a:ext>
              </a:extLst>
            </p:cNvPr>
            <p:cNvGrpSpPr/>
            <p:nvPr/>
          </p:nvGrpSpPr>
          <p:grpSpPr>
            <a:xfrm>
              <a:off x="3382927" y="4709301"/>
              <a:ext cx="781496" cy="919579"/>
              <a:chOff x="4955995" y="4655552"/>
              <a:chExt cx="781496" cy="919579"/>
            </a:xfrm>
          </p:grpSpPr>
          <p:pic>
            <p:nvPicPr>
              <p:cNvPr id="16" name="Graphic 15" descr="City with solid fill">
                <a:extLst>
                  <a:ext uri="{FF2B5EF4-FFF2-40B4-BE49-F238E27FC236}">
                    <a16:creationId xmlns:a16="http://schemas.microsoft.com/office/drawing/2014/main" id="{6AB6D0FF-6C89-FC57-D72C-B94C703FB0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056230" y="4655552"/>
                <a:ext cx="581025" cy="581025"/>
              </a:xfrm>
              <a:prstGeom prst="rect">
                <a:avLst/>
              </a:prstGeom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68EF183-028C-3338-00DA-CFB0B6B0CE46}"/>
                  </a:ext>
                </a:extLst>
              </p:cNvPr>
              <p:cNvSpPr txBox="1"/>
              <p:nvPr/>
            </p:nvSpPr>
            <p:spPr>
              <a:xfrm>
                <a:off x="4955995" y="5236577"/>
                <a:ext cx="7814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Leiden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EEB3123-F199-61F0-7C01-AB5E4689BB9D}"/>
                </a:ext>
              </a:extLst>
            </p:cNvPr>
            <p:cNvGrpSpPr/>
            <p:nvPr/>
          </p:nvGrpSpPr>
          <p:grpSpPr>
            <a:xfrm>
              <a:off x="1945744" y="5301380"/>
              <a:ext cx="1051891" cy="919579"/>
              <a:chOff x="3819168" y="5668495"/>
              <a:chExt cx="1051891" cy="919579"/>
            </a:xfrm>
          </p:grpSpPr>
          <p:pic>
            <p:nvPicPr>
              <p:cNvPr id="53" name="Graphic 52" descr="City with solid fill">
                <a:extLst>
                  <a:ext uri="{FF2B5EF4-FFF2-40B4-BE49-F238E27FC236}">
                    <a16:creationId xmlns:a16="http://schemas.microsoft.com/office/drawing/2014/main" id="{BEFB320A-11BB-B16C-8397-A570122DE4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054601" y="5668495"/>
                <a:ext cx="581025" cy="581025"/>
              </a:xfrm>
              <a:prstGeom prst="rect">
                <a:avLst/>
              </a:prstGeom>
            </p:spPr>
          </p:pic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9BFCDBD-8410-3202-DA81-BC30133BAFD5}"/>
                  </a:ext>
                </a:extLst>
              </p:cNvPr>
              <p:cNvSpPr txBox="1"/>
              <p:nvPr/>
            </p:nvSpPr>
            <p:spPr>
              <a:xfrm>
                <a:off x="3819168" y="6249520"/>
                <a:ext cx="105189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Den Haag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F1211FA-F675-15BC-4889-214A181C32F5}"/>
                </a:ext>
              </a:extLst>
            </p:cNvPr>
            <p:cNvGrpSpPr/>
            <p:nvPr/>
          </p:nvGrpSpPr>
          <p:grpSpPr>
            <a:xfrm>
              <a:off x="4307636" y="5700401"/>
              <a:ext cx="850297" cy="919579"/>
              <a:chOff x="5380339" y="5710098"/>
              <a:chExt cx="850297" cy="919579"/>
            </a:xfrm>
          </p:grpSpPr>
          <p:pic>
            <p:nvPicPr>
              <p:cNvPr id="52" name="Graphic 51" descr="City with solid fill">
                <a:extLst>
                  <a:ext uri="{FF2B5EF4-FFF2-40B4-BE49-F238E27FC236}">
                    <a16:creationId xmlns:a16="http://schemas.microsoft.com/office/drawing/2014/main" id="{AA530C31-4BF6-5CE6-CF74-B2C5519611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514975" y="5710098"/>
                <a:ext cx="581025" cy="581025"/>
              </a:xfrm>
              <a:prstGeom prst="rect">
                <a:avLst/>
              </a:prstGeom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ED7C18-89FC-8BDD-5A25-80C0A1FA0369}"/>
                  </a:ext>
                </a:extLst>
              </p:cNvPr>
              <p:cNvSpPr txBox="1"/>
              <p:nvPr/>
            </p:nvSpPr>
            <p:spPr>
              <a:xfrm>
                <a:off x="5380339" y="6291123"/>
                <a:ext cx="850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Utrecht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8D981586-A4A4-0055-ABF4-83F5C9EAC863}"/>
                </a:ext>
              </a:extLst>
            </p:cNvPr>
            <p:cNvGrpSpPr/>
            <p:nvPr/>
          </p:nvGrpSpPr>
          <p:grpSpPr>
            <a:xfrm>
              <a:off x="5544676" y="4533172"/>
              <a:ext cx="1063112" cy="919579"/>
              <a:chOff x="6718683" y="5724852"/>
              <a:chExt cx="1063112" cy="919579"/>
            </a:xfrm>
          </p:grpSpPr>
          <p:pic>
            <p:nvPicPr>
              <p:cNvPr id="54" name="Graphic 53" descr="City with solid fill">
                <a:extLst>
                  <a:ext uri="{FF2B5EF4-FFF2-40B4-BE49-F238E27FC236}">
                    <a16:creationId xmlns:a16="http://schemas.microsoft.com/office/drawing/2014/main" id="{88FFB1FA-BC75-853B-C5B8-B6B75D2FC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959726" y="5724852"/>
                <a:ext cx="581025" cy="581025"/>
              </a:xfrm>
              <a:prstGeom prst="rect">
                <a:avLst/>
              </a:prstGeom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E7F2E11-6D47-EC83-BA0F-81FD621C93DF}"/>
                  </a:ext>
                </a:extLst>
              </p:cNvPr>
              <p:cNvSpPr txBox="1"/>
              <p:nvPr/>
            </p:nvSpPr>
            <p:spPr>
              <a:xfrm>
                <a:off x="6718683" y="6305877"/>
                <a:ext cx="10631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Enschede</a:t>
                </a:r>
              </a:p>
            </p:txBody>
          </p:sp>
        </p:grp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1C128283-BA24-1FA0-7FE0-53FAB38F2CEA}"/>
                </a:ext>
              </a:extLst>
            </p:cNvPr>
            <p:cNvCxnSpPr/>
            <p:nvPr/>
          </p:nvCxnSpPr>
          <p:spPr>
            <a:xfrm flipV="1">
              <a:off x="4164423" y="4999813"/>
              <a:ext cx="1487592" cy="9019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0FE4D84-C650-922E-EB57-0CAEF7F935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7500" y="5299202"/>
              <a:ext cx="523592" cy="37987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CF406EE-8C72-749F-80BF-65856EDECE1E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>
              <a:off x="2997635" y="6051682"/>
              <a:ext cx="1357601" cy="12967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FC120C1-FCB5-6A96-8BD6-A232DC3B40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37682" y="5332450"/>
              <a:ext cx="401050" cy="367951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FB4DDD1-B722-580F-91AE-AA512D785078}"/>
                </a:ext>
              </a:extLst>
            </p:cNvPr>
            <p:cNvCxnSpPr>
              <a:cxnSpLocks/>
              <a:endCxn id="56" idx="2"/>
            </p:cNvCxnSpPr>
            <p:nvPr/>
          </p:nvCxnSpPr>
          <p:spPr>
            <a:xfrm flipH="1" flipV="1">
              <a:off x="6076232" y="5452751"/>
              <a:ext cx="29932" cy="50917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46523764-70F2-57B0-51E0-6AF920FD65AB}"/>
                </a:ext>
              </a:extLst>
            </p:cNvPr>
            <p:cNvCxnSpPr>
              <a:cxnSpLocks/>
              <a:stCxn id="55" idx="1"/>
            </p:cNvCxnSpPr>
            <p:nvPr/>
          </p:nvCxnSpPr>
          <p:spPr>
            <a:xfrm flipH="1" flipV="1">
              <a:off x="5083325" y="6199632"/>
              <a:ext cx="845191" cy="5280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996DDF87-082A-873C-AA30-FB17C45371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4206" y="5405854"/>
              <a:ext cx="587809" cy="53699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799523F-7F92-657E-3D83-4749B1D08A35}"/>
                </a:ext>
              </a:extLst>
            </p:cNvPr>
            <p:cNvSpPr txBox="1"/>
            <p:nvPr/>
          </p:nvSpPr>
          <p:spPr>
            <a:xfrm>
              <a:off x="6085543" y="5583426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240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E9E0299B-505E-8EDC-3469-866A9A19A6FB}"/>
                </a:ext>
              </a:extLst>
            </p:cNvPr>
            <p:cNvSpPr txBox="1"/>
            <p:nvPr/>
          </p:nvSpPr>
          <p:spPr>
            <a:xfrm>
              <a:off x="5293487" y="5626437"/>
              <a:ext cx="4732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140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AC791624-3700-ABC7-E91F-F80F5901357D}"/>
                </a:ext>
              </a:extLst>
            </p:cNvPr>
            <p:cNvSpPr txBox="1"/>
            <p:nvPr/>
          </p:nvSpPr>
          <p:spPr>
            <a:xfrm>
              <a:off x="5244969" y="6269063"/>
              <a:ext cx="4732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180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B754036B-373D-DB12-171D-ACFC72E1094E}"/>
                </a:ext>
              </a:extLst>
            </p:cNvPr>
            <p:cNvSpPr txBox="1"/>
            <p:nvPr/>
          </p:nvSpPr>
          <p:spPr>
            <a:xfrm>
              <a:off x="4538732" y="4741614"/>
              <a:ext cx="4732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200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6F92EEB-A47A-C133-C862-DA7A17E54EC1}"/>
                </a:ext>
              </a:extLst>
            </p:cNvPr>
            <p:cNvSpPr txBox="1"/>
            <p:nvPr/>
          </p:nvSpPr>
          <p:spPr>
            <a:xfrm>
              <a:off x="4411400" y="5366573"/>
              <a:ext cx="3770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80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0D14B3C1-5EB6-BA3F-7CA1-AF7F754946E5}"/>
                </a:ext>
              </a:extLst>
            </p:cNvPr>
            <p:cNvSpPr txBox="1"/>
            <p:nvPr/>
          </p:nvSpPr>
          <p:spPr>
            <a:xfrm>
              <a:off x="3469109" y="6098546"/>
              <a:ext cx="3770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70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44EB97E-7FA7-F387-6E5F-11107E021FDF}"/>
                </a:ext>
              </a:extLst>
            </p:cNvPr>
            <p:cNvSpPr txBox="1"/>
            <p:nvPr/>
          </p:nvSpPr>
          <p:spPr>
            <a:xfrm>
              <a:off x="2830504" y="5212684"/>
              <a:ext cx="3770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20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D495E1C0-648B-DE8B-8C25-768199EA7263}"/>
              </a:ext>
            </a:extLst>
          </p:cNvPr>
          <p:cNvGrpSpPr/>
          <p:nvPr/>
        </p:nvGrpSpPr>
        <p:grpSpPr>
          <a:xfrm>
            <a:off x="7013514" y="3880985"/>
            <a:ext cx="4337309" cy="2568674"/>
            <a:chOff x="6867425" y="3640986"/>
            <a:chExt cx="4337309" cy="2568674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437D4525-1BD2-D09B-3EDA-AFBC81759564}"/>
                </a:ext>
              </a:extLst>
            </p:cNvPr>
            <p:cNvGrpSpPr/>
            <p:nvPr/>
          </p:nvGrpSpPr>
          <p:grpSpPr>
            <a:xfrm>
              <a:off x="7542346" y="3640986"/>
              <a:ext cx="1444943" cy="922728"/>
              <a:chOff x="7954955" y="3545716"/>
              <a:chExt cx="1444943" cy="922728"/>
            </a:xfrm>
          </p:grpSpPr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ED1E8C67-3D26-FF7D-ECB3-F8DF2A20C2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85339" y="3545716"/>
                <a:ext cx="584174" cy="584174"/>
              </a:xfrm>
              <a:prstGeom prst="rect">
                <a:avLst/>
              </a:prstGeom>
            </p:spPr>
          </p:pic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4927122-44AC-5781-CF53-64C2189AE678}"/>
                  </a:ext>
                </a:extLst>
              </p:cNvPr>
              <p:cNvSpPr txBox="1"/>
              <p:nvPr/>
            </p:nvSpPr>
            <p:spPr>
              <a:xfrm>
                <a:off x="7954955" y="4129890"/>
                <a:ext cx="14449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nl-NL" sz="1600" dirty="0">
                    <a:latin typeface="Aptos" panose="020B0004020202020204" pitchFamily="34" charset="0"/>
                  </a:rPr>
                  <a:t>search.com</a:t>
                </a:r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DADE1927-B8D8-8976-EEE3-B31C6C4E9F9E}"/>
                </a:ext>
              </a:extLst>
            </p:cNvPr>
            <p:cNvGrpSpPr/>
            <p:nvPr/>
          </p:nvGrpSpPr>
          <p:grpSpPr>
            <a:xfrm>
              <a:off x="6867425" y="5236577"/>
              <a:ext cx="1082993" cy="922728"/>
              <a:chOff x="7291342" y="4167277"/>
              <a:chExt cx="1082993" cy="922728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BD2D0C98-3F48-BD9C-1717-8AA2AEC128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40751" y="4167277"/>
                <a:ext cx="584174" cy="584174"/>
              </a:xfrm>
              <a:prstGeom prst="rect">
                <a:avLst/>
              </a:prstGeom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F1AA317-2077-8B5C-C3FC-74A273E081B1}"/>
                  </a:ext>
                </a:extLst>
              </p:cNvPr>
              <p:cNvSpPr txBox="1"/>
              <p:nvPr/>
            </p:nvSpPr>
            <p:spPr>
              <a:xfrm>
                <a:off x="7291342" y="4751451"/>
                <a:ext cx="10829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nl-NL" sz="1600" dirty="0">
                    <a:latin typeface="Aptos" panose="020B0004020202020204" pitchFamily="34" charset="0"/>
                  </a:rPr>
                  <a:t>xyz.com</a:t>
                </a:r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09BEC75-A729-14ED-762F-700577B522DB}"/>
                </a:ext>
              </a:extLst>
            </p:cNvPr>
            <p:cNvGrpSpPr/>
            <p:nvPr/>
          </p:nvGrpSpPr>
          <p:grpSpPr>
            <a:xfrm>
              <a:off x="9015874" y="5290082"/>
              <a:ext cx="1082993" cy="919578"/>
              <a:chOff x="8707278" y="4548901"/>
              <a:chExt cx="1082993" cy="919578"/>
            </a:xfrm>
          </p:grpSpPr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5462BAA0-DEE2-1B01-3AE6-EF1975174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58263" y="4548901"/>
                <a:ext cx="581024" cy="581024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1260836-24F2-8714-7150-9E4F61B2DE76}"/>
                  </a:ext>
                </a:extLst>
              </p:cNvPr>
              <p:cNvSpPr txBox="1"/>
              <p:nvPr/>
            </p:nvSpPr>
            <p:spPr>
              <a:xfrm>
                <a:off x="8707278" y="5129925"/>
                <a:ext cx="10829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nl-NL" sz="1600" dirty="0">
                    <a:latin typeface="Aptos" panose="020B0004020202020204" pitchFamily="34" charset="0"/>
                  </a:rPr>
                  <a:t>abc.nl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84F9B7E-EC9B-C137-E735-5A92FC21B057}"/>
                </a:ext>
              </a:extLst>
            </p:cNvPr>
            <p:cNvGrpSpPr/>
            <p:nvPr/>
          </p:nvGrpSpPr>
          <p:grpSpPr>
            <a:xfrm>
              <a:off x="10121741" y="4486276"/>
              <a:ext cx="1082993" cy="919578"/>
              <a:chOff x="10121741" y="4486276"/>
              <a:chExt cx="1082993" cy="919578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0E82B886-25D0-0D7C-084C-7795B68E3A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72726" y="4486276"/>
                <a:ext cx="581024" cy="581024"/>
              </a:xfrm>
              <a:prstGeom prst="rect">
                <a:avLst/>
              </a:prstGeom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D3935B7-3E8E-D52B-B227-512F783D4F54}"/>
                  </a:ext>
                </a:extLst>
              </p:cNvPr>
              <p:cNvSpPr txBox="1"/>
              <p:nvPr/>
            </p:nvSpPr>
            <p:spPr>
              <a:xfrm>
                <a:off x="10121741" y="5067300"/>
                <a:ext cx="10829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nl-NL" sz="1600" dirty="0">
                    <a:latin typeface="Aptos" panose="020B0004020202020204" pitchFamily="34" charset="0"/>
                  </a:rPr>
                  <a:t>news.de</a:t>
                </a:r>
              </a:p>
            </p:txBody>
          </p:sp>
        </p:grp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E4897474-A39E-FFD4-4577-358C1EA9CA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0726" y="4562593"/>
              <a:ext cx="614098" cy="629970"/>
            </a:xfrm>
            <a:prstGeom prst="straightConnector1">
              <a:avLst/>
            </a:prstGeom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EB07205E-C5F9-9015-75DA-428D9F9CCD5E}"/>
                </a:ext>
              </a:extLst>
            </p:cNvPr>
            <p:cNvCxnSpPr>
              <a:cxnSpLocks/>
              <a:endCxn id="87" idx="2"/>
            </p:cNvCxnSpPr>
            <p:nvPr/>
          </p:nvCxnSpPr>
          <p:spPr>
            <a:xfrm flipH="1" flipV="1">
              <a:off x="8264818" y="4563714"/>
              <a:ext cx="1149238" cy="682598"/>
            </a:xfrm>
            <a:prstGeom prst="straightConnector1">
              <a:avLst/>
            </a:prstGeom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C9FB35B2-71F5-088D-F6FD-CFED9D6472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578" y="4351451"/>
              <a:ext cx="1381837" cy="346100"/>
            </a:xfrm>
            <a:prstGeom prst="straightConnector1">
              <a:avLst/>
            </a:prstGeom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C74CE19A-D9EF-D811-AE5B-A790196C13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376" y="4947392"/>
              <a:ext cx="482117" cy="314368"/>
            </a:xfrm>
            <a:prstGeom prst="straightConnector1">
              <a:avLst/>
            </a:prstGeom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20B1F280-ABD2-50F8-EDA6-DBC31607F0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17775" y="5567034"/>
              <a:ext cx="1342217" cy="41404"/>
            </a:xfrm>
            <a:prstGeom prst="straightConnector1">
              <a:avLst/>
            </a:prstGeom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06E8E4C8-6D1D-0C4D-A695-6B8D36845915}"/>
              </a:ext>
            </a:extLst>
          </p:cNvPr>
          <p:cNvSpPr txBox="1"/>
          <p:nvPr/>
        </p:nvSpPr>
        <p:spPr>
          <a:xfrm>
            <a:off x="676144" y="6283789"/>
            <a:ext cx="2839688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b="1" dirty="0" err="1">
                <a:latin typeface="Aptos" panose="020B0004020202020204" pitchFamily="34" charset="0"/>
              </a:rPr>
              <a:t>Cities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connected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by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roads</a:t>
            </a:r>
            <a:endParaRPr lang="nl-NL" b="1" dirty="0">
              <a:latin typeface="Aptos" panose="020B0004020202020204" pitchFamily="34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A426B41-F80C-6797-523B-23B5C71CA74A}"/>
              </a:ext>
            </a:extLst>
          </p:cNvPr>
          <p:cNvSpPr txBox="1"/>
          <p:nvPr/>
        </p:nvSpPr>
        <p:spPr>
          <a:xfrm>
            <a:off x="9290597" y="4121291"/>
            <a:ext cx="2752677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Pages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connected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by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dirty="0">
                <a:latin typeface="Aptos" panose="020B0004020202020204" pitchFamily="34" charset="0"/>
              </a:rPr>
              <a:t>links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9E9A405-BFB7-ECA6-F3D1-EBC23CCB4031}"/>
              </a:ext>
            </a:extLst>
          </p:cNvPr>
          <p:cNvSpPr txBox="1"/>
          <p:nvPr/>
        </p:nvSpPr>
        <p:spPr>
          <a:xfrm>
            <a:off x="7262923" y="806546"/>
            <a:ext cx="3608937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People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connected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by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friendships</a:t>
            </a:r>
            <a:endParaRPr lang="nl-NL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82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07407E-6 L 0.46693 -0.44097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68" y="-22106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/>
      <p:bldP spid="185" grpId="1" animBg="1"/>
      <p:bldP spid="186" grpId="0" animBg="1"/>
      <p:bldP spid="186" grpId="1" animBg="1"/>
      <p:bldP spid="187" grpId="0" animBg="1"/>
      <p:bldP spid="18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89833-3F52-796B-DEA2-6154B1E58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751C-EC81-9699-4F23-F05C2050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Graphs</a:t>
            </a:r>
            <a:r>
              <a:rPr lang="nl-NL" dirty="0"/>
              <a:t> – </a:t>
            </a:r>
            <a:r>
              <a:rPr lang="nl-NL" dirty="0" err="1"/>
              <a:t>terminology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2DF86-BF3E-C54B-C412-153D3892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087259" cy="4224528"/>
          </a:xfrm>
        </p:spPr>
        <p:txBody>
          <a:bodyPr>
            <a:normAutofit/>
          </a:bodyPr>
          <a:lstStyle/>
          <a:p>
            <a:r>
              <a:rPr lang="nl-NL" dirty="0"/>
              <a:t>A </a:t>
            </a:r>
            <a:r>
              <a:rPr lang="nl-NL" sz="1800" dirty="0" err="1">
                <a:latin typeface="Aptos" panose="020B0004020202020204" pitchFamily="34" charset="0"/>
              </a:rPr>
              <a:t>graph</a:t>
            </a:r>
            <a:r>
              <a:rPr lang="nl-NL" dirty="0"/>
              <a:t> </a:t>
            </a:r>
            <a:r>
              <a:rPr lang="nl-NL" dirty="0" err="1"/>
              <a:t>consists</a:t>
            </a:r>
            <a:r>
              <a:rPr lang="nl-NL" dirty="0"/>
              <a:t> of </a:t>
            </a:r>
            <a:r>
              <a:rPr lang="nl-NL" sz="1800" dirty="0">
                <a:latin typeface="Aptos" panose="020B0004020202020204" pitchFamily="34" charset="0"/>
              </a:rPr>
              <a:t>Nodes</a:t>
            </a:r>
            <a:r>
              <a:rPr lang="nl-NL" dirty="0"/>
              <a:t> (or </a:t>
            </a:r>
            <a:r>
              <a:rPr lang="nl-NL" dirty="0" err="1"/>
              <a:t>vertices</a:t>
            </a:r>
            <a:r>
              <a:rPr lang="nl-NL" dirty="0"/>
              <a:t>) &amp; </a:t>
            </a:r>
            <a:r>
              <a:rPr lang="nl-NL" sz="1800" dirty="0" err="1">
                <a:latin typeface="Aptos" panose="020B0004020202020204" pitchFamily="34" charset="0"/>
              </a:rPr>
              <a:t>Edges</a:t>
            </a:r>
            <a:endParaRPr lang="nl-NL" sz="1800" dirty="0">
              <a:latin typeface="Aptos" panose="020B0004020202020204" pitchFamily="34" charset="0"/>
            </a:endParaRPr>
          </a:p>
          <a:p>
            <a:pPr lvl="1"/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connects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nodes</a:t>
            </a:r>
            <a:endParaRPr lang="nl-NL" dirty="0"/>
          </a:p>
          <a:p>
            <a:pPr lvl="1"/>
            <a:r>
              <a:rPr lang="nl-NL" dirty="0"/>
              <a:t>Nodes </a:t>
            </a:r>
            <a:r>
              <a:rPr lang="nl-NL" dirty="0" err="1"/>
              <a:t>can</a:t>
            </a:r>
            <a:r>
              <a:rPr lang="nl-NL" dirty="0"/>
              <a:t> have </a:t>
            </a:r>
            <a:r>
              <a:rPr lang="nl-NL" dirty="0" err="1"/>
              <a:t>any</a:t>
            </a:r>
            <a:r>
              <a:rPr lang="nl-NL" dirty="0"/>
              <a:t> </a:t>
            </a:r>
            <a:r>
              <a:rPr lang="nl-NL" dirty="0" err="1"/>
              <a:t>number</a:t>
            </a:r>
            <a:r>
              <a:rPr lang="nl-NL" dirty="0"/>
              <a:t> of </a:t>
            </a:r>
            <a:r>
              <a:rPr lang="nl-NL" dirty="0" err="1"/>
              <a:t>connections</a:t>
            </a:r>
            <a:r>
              <a:rPr lang="nl-NL" dirty="0"/>
              <a:t>. </a:t>
            </a:r>
          </a:p>
          <a:p>
            <a:pPr lvl="1"/>
            <a:r>
              <a:rPr lang="nl-NL" dirty="0" err="1"/>
              <a:t>Edges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>
                <a:latin typeface="Aptos" panose="020B0004020202020204" pitchFamily="34" charset="0"/>
              </a:rPr>
              <a:t>directed</a:t>
            </a:r>
            <a:r>
              <a:rPr lang="nl-NL" dirty="0"/>
              <a:t> or </a:t>
            </a:r>
            <a:r>
              <a:rPr lang="nl-NL" dirty="0" err="1">
                <a:latin typeface="Aptos" panose="020B0004020202020204" pitchFamily="34" charset="0"/>
              </a:rPr>
              <a:t>undirected</a:t>
            </a:r>
            <a:endParaRPr lang="nl-NL" dirty="0">
              <a:latin typeface="Aptos" panose="020B0004020202020204" pitchFamily="34" charset="0"/>
            </a:endParaRPr>
          </a:p>
          <a:p>
            <a:pPr lvl="1"/>
            <a:r>
              <a:rPr lang="nl-NL" dirty="0" err="1"/>
              <a:t>Edges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have </a:t>
            </a:r>
            <a:r>
              <a:rPr lang="nl-NL" dirty="0" err="1">
                <a:latin typeface="Aptos" panose="020B0004020202020204" pitchFamily="34" charset="0"/>
              </a:rPr>
              <a:t>weights</a:t>
            </a:r>
            <a:endParaRPr lang="nl-NL" dirty="0">
              <a:latin typeface="Aptos" panose="020B0004020202020204" pitchFamily="34" charset="0"/>
            </a:endParaRPr>
          </a:p>
          <a:p>
            <a:pPr lvl="1"/>
            <a:r>
              <a:rPr lang="nl-NL" dirty="0"/>
              <a:t>A </a:t>
            </a:r>
            <a:r>
              <a:rPr lang="nl-NL" dirty="0" err="1">
                <a:latin typeface="Aptos" panose="020B0004020202020204" pitchFamily="34" charset="0"/>
              </a:rPr>
              <a:t>path</a:t>
            </a:r>
            <a:r>
              <a:rPr lang="nl-NL" dirty="0"/>
              <a:t> is a </a:t>
            </a:r>
            <a:r>
              <a:rPr lang="nl-NL" dirty="0" err="1"/>
              <a:t>sequence</a:t>
            </a:r>
            <a:r>
              <a:rPr lang="nl-NL" dirty="0"/>
              <a:t> of </a:t>
            </a:r>
            <a:r>
              <a:rPr lang="nl-NL" dirty="0" err="1"/>
              <a:t>connected</a:t>
            </a:r>
            <a:r>
              <a:rPr lang="nl-NL" dirty="0"/>
              <a:t> </a:t>
            </a:r>
            <a:r>
              <a:rPr lang="nl-NL" dirty="0" err="1"/>
              <a:t>edges</a:t>
            </a:r>
            <a:endParaRPr lang="nl-NL" dirty="0"/>
          </a:p>
          <a:p>
            <a:r>
              <a:rPr lang="nl-NL" dirty="0" err="1"/>
              <a:t>Graphs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sz="1800" dirty="0">
                <a:latin typeface="Aptos" panose="020B0004020202020204" pitchFamily="34" charset="0"/>
              </a:rPr>
              <a:t>cyclic</a:t>
            </a:r>
          </a:p>
          <a:p>
            <a:pPr lvl="1"/>
            <a:r>
              <a:rPr lang="nl-NL" dirty="0"/>
              <a:t>A </a:t>
            </a:r>
            <a:r>
              <a:rPr lang="nl-NL" dirty="0" err="1">
                <a:latin typeface="Aptos" panose="020B0004020202020204" pitchFamily="34" charset="0"/>
              </a:rPr>
              <a:t>path</a:t>
            </a:r>
            <a:r>
              <a:rPr lang="nl-NL" dirty="0"/>
              <a:t> of at </a:t>
            </a:r>
            <a:r>
              <a:rPr lang="nl-NL" dirty="0" err="1"/>
              <a:t>least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edges</a:t>
            </a:r>
            <a:r>
              <a:rPr lang="nl-NL" dirty="0"/>
              <a:t> </a:t>
            </a:r>
            <a:r>
              <a:rPr lang="nl-NL" dirty="0" err="1"/>
              <a:t>connects</a:t>
            </a:r>
            <a:br>
              <a:rPr lang="nl-NL" dirty="0"/>
            </a:br>
            <a:r>
              <a:rPr lang="nl-NL" dirty="0"/>
              <a:t>a node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itself</a:t>
            </a:r>
            <a:endParaRPr lang="nl-NL" dirty="0"/>
          </a:p>
        </p:txBody>
      </p:sp>
      <p:grpSp>
        <p:nvGrpSpPr>
          <p:cNvPr id="4" name="Group 164">
            <a:extLst>
              <a:ext uri="{FF2B5EF4-FFF2-40B4-BE49-F238E27FC236}">
                <a16:creationId xmlns:a16="http://schemas.microsoft.com/office/drawing/2014/main" id="{D8F54B9D-F823-BF13-5F0C-1B17A54482EB}"/>
              </a:ext>
            </a:extLst>
          </p:cNvPr>
          <p:cNvGrpSpPr/>
          <p:nvPr/>
        </p:nvGrpSpPr>
        <p:grpSpPr>
          <a:xfrm>
            <a:off x="6869181" y="1294716"/>
            <a:ext cx="4840299" cy="2348330"/>
            <a:chOff x="1945744" y="4533172"/>
            <a:chExt cx="4840299" cy="234833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A5FCD42-2D47-5AEC-7ED4-EA7B10392039}"/>
                </a:ext>
              </a:extLst>
            </p:cNvPr>
            <p:cNvGrpSpPr/>
            <p:nvPr/>
          </p:nvGrpSpPr>
          <p:grpSpPr>
            <a:xfrm>
              <a:off x="5652015" y="5961923"/>
              <a:ext cx="1134028" cy="919579"/>
              <a:chOff x="5731867" y="4258388"/>
              <a:chExt cx="1134028" cy="919579"/>
            </a:xfrm>
          </p:grpSpPr>
          <p:pic>
            <p:nvPicPr>
              <p:cNvPr id="32" name="Graphic 31" descr="City with solid fill">
                <a:extLst>
                  <a:ext uri="{FF2B5EF4-FFF2-40B4-BE49-F238E27FC236}">
                    <a16:creationId xmlns:a16="http://schemas.microsoft.com/office/drawing/2014/main" id="{AB454650-ED88-E151-416C-0C0B7AF5F7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008368" y="4258388"/>
                <a:ext cx="581025" cy="581025"/>
              </a:xfrm>
              <a:prstGeom prst="rect">
                <a:avLst/>
              </a:prstGeom>
            </p:spPr>
          </p:pic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8A790B0-8741-61B8-9BBA-FF9B325B0924}"/>
                  </a:ext>
                </a:extLst>
              </p:cNvPr>
              <p:cNvSpPr txBox="1"/>
              <p:nvPr/>
            </p:nvSpPr>
            <p:spPr>
              <a:xfrm>
                <a:off x="5731867" y="4839413"/>
                <a:ext cx="11340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Maastricht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78CB883-151F-A96A-60E5-9DA1A13F0573}"/>
                </a:ext>
              </a:extLst>
            </p:cNvPr>
            <p:cNvGrpSpPr/>
            <p:nvPr/>
          </p:nvGrpSpPr>
          <p:grpSpPr>
            <a:xfrm>
              <a:off x="3382927" y="4709301"/>
              <a:ext cx="781496" cy="919579"/>
              <a:chOff x="4955995" y="4655552"/>
              <a:chExt cx="781496" cy="919579"/>
            </a:xfrm>
          </p:grpSpPr>
          <p:pic>
            <p:nvPicPr>
              <p:cNvPr id="30" name="Graphic 29" descr="City with solid fill">
                <a:extLst>
                  <a:ext uri="{FF2B5EF4-FFF2-40B4-BE49-F238E27FC236}">
                    <a16:creationId xmlns:a16="http://schemas.microsoft.com/office/drawing/2014/main" id="{5BFC2033-F0BE-84BB-CED0-F45D115802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056230" y="4655552"/>
                <a:ext cx="581025" cy="581025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6F7C3ED-C38C-CE57-C9EF-FD46AA3FD4E3}"/>
                  </a:ext>
                </a:extLst>
              </p:cNvPr>
              <p:cNvSpPr txBox="1"/>
              <p:nvPr/>
            </p:nvSpPr>
            <p:spPr>
              <a:xfrm>
                <a:off x="4955995" y="5236577"/>
                <a:ext cx="7814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Leiden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3AFFFEA-981F-816D-FF9A-F939218994AA}"/>
                </a:ext>
              </a:extLst>
            </p:cNvPr>
            <p:cNvGrpSpPr/>
            <p:nvPr/>
          </p:nvGrpSpPr>
          <p:grpSpPr>
            <a:xfrm>
              <a:off x="1945744" y="5301380"/>
              <a:ext cx="1051891" cy="919579"/>
              <a:chOff x="3819168" y="5668495"/>
              <a:chExt cx="1051891" cy="919579"/>
            </a:xfrm>
          </p:grpSpPr>
          <p:pic>
            <p:nvPicPr>
              <p:cNvPr id="28" name="Graphic 27" descr="City with solid fill">
                <a:extLst>
                  <a:ext uri="{FF2B5EF4-FFF2-40B4-BE49-F238E27FC236}">
                    <a16:creationId xmlns:a16="http://schemas.microsoft.com/office/drawing/2014/main" id="{F0FB5EDA-B547-13E4-0543-0E9B0B6F8C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054601" y="5668495"/>
                <a:ext cx="581025" cy="581025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9EAC7CF-837A-5D57-6729-6199EA54CCDB}"/>
                  </a:ext>
                </a:extLst>
              </p:cNvPr>
              <p:cNvSpPr txBox="1"/>
              <p:nvPr/>
            </p:nvSpPr>
            <p:spPr>
              <a:xfrm>
                <a:off x="3819168" y="6249520"/>
                <a:ext cx="105189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Den Haag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B869933-E5BD-40E8-C1E2-4A55C11E52C6}"/>
                </a:ext>
              </a:extLst>
            </p:cNvPr>
            <p:cNvGrpSpPr/>
            <p:nvPr/>
          </p:nvGrpSpPr>
          <p:grpSpPr>
            <a:xfrm>
              <a:off x="4307636" y="5700401"/>
              <a:ext cx="850297" cy="919579"/>
              <a:chOff x="5380339" y="5710098"/>
              <a:chExt cx="850297" cy="919579"/>
            </a:xfrm>
          </p:grpSpPr>
          <p:pic>
            <p:nvPicPr>
              <p:cNvPr id="26" name="Graphic 25" descr="City with solid fill">
                <a:extLst>
                  <a:ext uri="{FF2B5EF4-FFF2-40B4-BE49-F238E27FC236}">
                    <a16:creationId xmlns:a16="http://schemas.microsoft.com/office/drawing/2014/main" id="{28099E56-AE28-88DD-2BE8-19282C42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514975" y="5710098"/>
                <a:ext cx="581025" cy="581025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0874D31-4CAD-3A9B-DBEB-3D0367AB98C1}"/>
                  </a:ext>
                </a:extLst>
              </p:cNvPr>
              <p:cNvSpPr txBox="1"/>
              <p:nvPr/>
            </p:nvSpPr>
            <p:spPr>
              <a:xfrm>
                <a:off x="5380339" y="6291123"/>
                <a:ext cx="850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Utrecht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B38F5BF-6936-48AD-3A70-D5B6BDC999C7}"/>
                </a:ext>
              </a:extLst>
            </p:cNvPr>
            <p:cNvGrpSpPr/>
            <p:nvPr/>
          </p:nvGrpSpPr>
          <p:grpSpPr>
            <a:xfrm>
              <a:off x="5544676" y="4533172"/>
              <a:ext cx="1063112" cy="919579"/>
              <a:chOff x="6718683" y="5724852"/>
              <a:chExt cx="1063112" cy="919579"/>
            </a:xfrm>
          </p:grpSpPr>
          <p:pic>
            <p:nvPicPr>
              <p:cNvPr id="24" name="Graphic 23" descr="City with solid fill">
                <a:extLst>
                  <a:ext uri="{FF2B5EF4-FFF2-40B4-BE49-F238E27FC236}">
                    <a16:creationId xmlns:a16="http://schemas.microsoft.com/office/drawing/2014/main" id="{92EE3700-6341-1ACC-BCF7-C34EF68743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959726" y="5724852"/>
                <a:ext cx="581025" cy="581025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B583CC-B461-4828-E04B-2259D60198C9}"/>
                  </a:ext>
                </a:extLst>
              </p:cNvPr>
              <p:cNvSpPr txBox="1"/>
              <p:nvPr/>
            </p:nvSpPr>
            <p:spPr>
              <a:xfrm>
                <a:off x="6718683" y="6305877"/>
                <a:ext cx="10631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Enschede</a:t>
                </a:r>
              </a:p>
            </p:txBody>
          </p: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6138370-D40A-0A28-41BF-606C8D3355D2}"/>
                </a:ext>
              </a:extLst>
            </p:cNvPr>
            <p:cNvCxnSpPr/>
            <p:nvPr/>
          </p:nvCxnSpPr>
          <p:spPr>
            <a:xfrm flipV="1">
              <a:off x="4164423" y="4999813"/>
              <a:ext cx="1487592" cy="9019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6AB0733-8561-1E7C-CC92-257B4B70B4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7500" y="5299202"/>
              <a:ext cx="523592" cy="37987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6345F93-168C-EAA0-7775-1EDFDD54911B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2997635" y="6051682"/>
              <a:ext cx="1357601" cy="12967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C4E647-D98D-D803-27CA-BE01F786A0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37682" y="5332450"/>
              <a:ext cx="401050" cy="367951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3C4F5A-2684-6BF0-8685-22F54FCACD30}"/>
                </a:ext>
              </a:extLst>
            </p:cNvPr>
            <p:cNvCxnSpPr>
              <a:cxnSpLocks/>
              <a:endCxn id="25" idx="2"/>
            </p:cNvCxnSpPr>
            <p:nvPr/>
          </p:nvCxnSpPr>
          <p:spPr>
            <a:xfrm flipH="1" flipV="1">
              <a:off x="6076232" y="5452751"/>
              <a:ext cx="29932" cy="50917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F9BFCB4-ED61-18BD-3FDA-4FAEB944FB2F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flipH="1" flipV="1">
              <a:off x="5083325" y="6199632"/>
              <a:ext cx="845191" cy="5280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7AE62E4-DC26-ECC1-7A06-715C5068E4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4206" y="5405854"/>
              <a:ext cx="587809" cy="53699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2E4D42-961F-7AE7-C9A7-4051A8BC0C8A}"/>
                </a:ext>
              </a:extLst>
            </p:cNvPr>
            <p:cNvSpPr txBox="1"/>
            <p:nvPr/>
          </p:nvSpPr>
          <p:spPr>
            <a:xfrm>
              <a:off x="6085543" y="5583426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240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F2D419-0FA9-8ECE-5678-EBE9F9EA89F6}"/>
                </a:ext>
              </a:extLst>
            </p:cNvPr>
            <p:cNvSpPr txBox="1"/>
            <p:nvPr/>
          </p:nvSpPr>
          <p:spPr>
            <a:xfrm>
              <a:off x="5293487" y="5626437"/>
              <a:ext cx="4732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140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772EE93-917B-40F3-B042-B7519515700C}"/>
                </a:ext>
              </a:extLst>
            </p:cNvPr>
            <p:cNvSpPr txBox="1"/>
            <p:nvPr/>
          </p:nvSpPr>
          <p:spPr>
            <a:xfrm>
              <a:off x="5244969" y="6269063"/>
              <a:ext cx="4732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180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FCDB1-B3FE-EC7E-0577-C8E63587608D}"/>
                </a:ext>
              </a:extLst>
            </p:cNvPr>
            <p:cNvSpPr txBox="1"/>
            <p:nvPr/>
          </p:nvSpPr>
          <p:spPr>
            <a:xfrm>
              <a:off x="4538732" y="4741614"/>
              <a:ext cx="4732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200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7D22C53-F577-D8D8-CDBF-91AE373183EC}"/>
                </a:ext>
              </a:extLst>
            </p:cNvPr>
            <p:cNvSpPr txBox="1"/>
            <p:nvPr/>
          </p:nvSpPr>
          <p:spPr>
            <a:xfrm>
              <a:off x="4411400" y="5366573"/>
              <a:ext cx="3770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80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FBA9B4-F524-D728-AA63-27ADE4779132}"/>
                </a:ext>
              </a:extLst>
            </p:cNvPr>
            <p:cNvSpPr txBox="1"/>
            <p:nvPr/>
          </p:nvSpPr>
          <p:spPr>
            <a:xfrm>
              <a:off x="3469109" y="6098546"/>
              <a:ext cx="3770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70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AF727EC-E45A-6026-0444-4E47EB39D50B}"/>
                </a:ext>
              </a:extLst>
            </p:cNvPr>
            <p:cNvSpPr txBox="1"/>
            <p:nvPr/>
          </p:nvSpPr>
          <p:spPr>
            <a:xfrm>
              <a:off x="2830504" y="5212684"/>
              <a:ext cx="3770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20</a:t>
              </a:r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714AC758-E111-AEC6-0D82-08B49396C51D}"/>
              </a:ext>
            </a:extLst>
          </p:cNvPr>
          <p:cNvSpPr/>
          <p:nvPr/>
        </p:nvSpPr>
        <p:spPr>
          <a:xfrm>
            <a:off x="7267677" y="4359666"/>
            <a:ext cx="427106" cy="42710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524789-E292-6FED-3CFD-DABF06C9224E}"/>
              </a:ext>
            </a:extLst>
          </p:cNvPr>
          <p:cNvSpPr/>
          <p:nvPr/>
        </p:nvSpPr>
        <p:spPr>
          <a:xfrm>
            <a:off x="8309877" y="3693325"/>
            <a:ext cx="427106" cy="42710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4CA907A-9070-584B-5CFE-F7EF3A336B91}"/>
              </a:ext>
            </a:extLst>
          </p:cNvPr>
          <p:cNvSpPr/>
          <p:nvPr/>
        </p:nvSpPr>
        <p:spPr>
          <a:xfrm>
            <a:off x="8938603" y="4512169"/>
            <a:ext cx="427106" cy="42710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9162A29-FAF8-843A-9836-E4FB44ACF882}"/>
              </a:ext>
            </a:extLst>
          </p:cNvPr>
          <p:cNvSpPr/>
          <p:nvPr/>
        </p:nvSpPr>
        <p:spPr>
          <a:xfrm>
            <a:off x="9865814" y="3785235"/>
            <a:ext cx="427106" cy="42710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DD70A70-558C-DF38-0650-11816DE62F4D}"/>
              </a:ext>
            </a:extLst>
          </p:cNvPr>
          <p:cNvSpPr/>
          <p:nvPr/>
        </p:nvSpPr>
        <p:spPr>
          <a:xfrm>
            <a:off x="10131634" y="4725722"/>
            <a:ext cx="427106" cy="42710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1ED5BC9-2AD5-5465-CEA9-C1A4E4FB5230}"/>
              </a:ext>
            </a:extLst>
          </p:cNvPr>
          <p:cNvCxnSpPr>
            <a:stCxn id="34" idx="6"/>
            <a:endCxn id="36" idx="2"/>
          </p:cNvCxnSpPr>
          <p:nvPr/>
        </p:nvCxnSpPr>
        <p:spPr>
          <a:xfrm>
            <a:off x="7694783" y="4573219"/>
            <a:ext cx="1243820" cy="15250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8E0171F-2AB3-1C95-C825-6116FC91733C}"/>
              </a:ext>
            </a:extLst>
          </p:cNvPr>
          <p:cNvCxnSpPr>
            <a:cxnSpLocks/>
            <a:stCxn id="34" idx="7"/>
            <a:endCxn id="35" idx="3"/>
          </p:cNvCxnSpPr>
          <p:nvPr/>
        </p:nvCxnSpPr>
        <p:spPr>
          <a:xfrm flipV="1">
            <a:off x="7632235" y="4057883"/>
            <a:ext cx="740190" cy="36433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6B3CBF8-4372-D718-6E6D-334015AF8733}"/>
              </a:ext>
            </a:extLst>
          </p:cNvPr>
          <p:cNvCxnSpPr>
            <a:cxnSpLocks/>
            <a:stCxn id="35" idx="6"/>
            <a:endCxn id="37" idx="2"/>
          </p:cNvCxnSpPr>
          <p:nvPr/>
        </p:nvCxnSpPr>
        <p:spPr>
          <a:xfrm>
            <a:off x="8736983" y="3906878"/>
            <a:ext cx="1128831" cy="9191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994A57C-0A99-2DFD-E366-98C8EB26AAE9}"/>
              </a:ext>
            </a:extLst>
          </p:cNvPr>
          <p:cNvCxnSpPr>
            <a:cxnSpLocks/>
            <a:stCxn id="35" idx="5"/>
            <a:endCxn id="36" idx="1"/>
          </p:cNvCxnSpPr>
          <p:nvPr/>
        </p:nvCxnSpPr>
        <p:spPr>
          <a:xfrm>
            <a:off x="8674435" y="4057883"/>
            <a:ext cx="326716" cy="51683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6335DCF-9E9B-E642-73BC-8ED46139FF76}"/>
              </a:ext>
            </a:extLst>
          </p:cNvPr>
          <p:cNvCxnSpPr>
            <a:cxnSpLocks/>
            <a:stCxn id="36" idx="7"/>
            <a:endCxn id="37" idx="3"/>
          </p:cNvCxnSpPr>
          <p:nvPr/>
        </p:nvCxnSpPr>
        <p:spPr>
          <a:xfrm flipV="1">
            <a:off x="9303161" y="4149793"/>
            <a:ext cx="625201" cy="42492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0748615-D57A-564B-733B-77186C474F03}"/>
              </a:ext>
            </a:extLst>
          </p:cNvPr>
          <p:cNvCxnSpPr>
            <a:cxnSpLocks/>
            <a:stCxn id="36" idx="6"/>
            <a:endCxn id="38" idx="2"/>
          </p:cNvCxnSpPr>
          <p:nvPr/>
        </p:nvCxnSpPr>
        <p:spPr>
          <a:xfrm>
            <a:off x="9365709" y="4725722"/>
            <a:ext cx="765925" cy="21355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45AC891-670F-24DA-8C3E-9CB3A5B114F8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10230372" y="4149793"/>
            <a:ext cx="114815" cy="57592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EF33AAE1-0D8C-4684-C844-5333A9411409}"/>
              </a:ext>
            </a:extLst>
          </p:cNvPr>
          <p:cNvSpPr/>
          <p:nvPr/>
        </p:nvSpPr>
        <p:spPr>
          <a:xfrm>
            <a:off x="5091440" y="5966060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FAC0A8B-580F-61E7-341C-D1F2207235B1}"/>
              </a:ext>
            </a:extLst>
          </p:cNvPr>
          <p:cNvSpPr/>
          <p:nvPr/>
        </p:nvSpPr>
        <p:spPr>
          <a:xfrm>
            <a:off x="5726372" y="5280823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2D448C8-9D58-84DD-4AA4-05ECD4251D9B}"/>
              </a:ext>
            </a:extLst>
          </p:cNvPr>
          <p:cNvSpPr/>
          <p:nvPr/>
        </p:nvSpPr>
        <p:spPr>
          <a:xfrm>
            <a:off x="6582582" y="6085166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latin typeface="Aptos" panose="020B0004020202020204" pitchFamily="34" charset="0"/>
              </a:rPr>
              <a:t>C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75A857B-F9C3-E76A-9314-2999DBAC8EA3}"/>
              </a:ext>
            </a:extLst>
          </p:cNvPr>
          <p:cNvSpPr/>
          <p:nvPr/>
        </p:nvSpPr>
        <p:spPr>
          <a:xfrm>
            <a:off x="7170494" y="5235416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5DAE687-DBD9-8D5A-8044-1C0D6C957CB8}"/>
              </a:ext>
            </a:extLst>
          </p:cNvPr>
          <p:cNvSpPr/>
          <p:nvPr/>
        </p:nvSpPr>
        <p:spPr>
          <a:xfrm>
            <a:off x="7567384" y="6085166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B49D9DF-91DD-765C-6DFA-35070E329860}"/>
              </a:ext>
            </a:extLst>
          </p:cNvPr>
          <p:cNvCxnSpPr>
            <a:stCxn id="39" idx="6"/>
            <a:endCxn id="41" idx="2"/>
          </p:cNvCxnSpPr>
          <p:nvPr/>
        </p:nvCxnSpPr>
        <p:spPr>
          <a:xfrm>
            <a:off x="5518546" y="6179613"/>
            <a:ext cx="1064036" cy="1191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894D766-0FC9-1827-EF4A-A60ED934C6C1}"/>
              </a:ext>
            </a:extLst>
          </p:cNvPr>
          <p:cNvCxnSpPr>
            <a:cxnSpLocks/>
            <a:stCxn id="39" idx="7"/>
            <a:endCxn id="40" idx="3"/>
          </p:cNvCxnSpPr>
          <p:nvPr/>
        </p:nvCxnSpPr>
        <p:spPr>
          <a:xfrm flipV="1">
            <a:off x="5455998" y="5645381"/>
            <a:ext cx="332922" cy="3832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26D30A0-5597-403A-DDEE-70F4149D2FF3}"/>
              </a:ext>
            </a:extLst>
          </p:cNvPr>
          <p:cNvCxnSpPr>
            <a:cxnSpLocks/>
            <a:stCxn id="40" idx="6"/>
            <a:endCxn id="42" idx="2"/>
          </p:cNvCxnSpPr>
          <p:nvPr/>
        </p:nvCxnSpPr>
        <p:spPr>
          <a:xfrm flipV="1">
            <a:off x="6153478" y="5448969"/>
            <a:ext cx="1017016" cy="45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5EF095E-F33B-690B-D9C1-36987C4CD9D8}"/>
              </a:ext>
            </a:extLst>
          </p:cNvPr>
          <p:cNvCxnSpPr>
            <a:cxnSpLocks/>
            <a:stCxn id="40" idx="5"/>
            <a:endCxn id="41" idx="1"/>
          </p:cNvCxnSpPr>
          <p:nvPr/>
        </p:nvCxnSpPr>
        <p:spPr>
          <a:xfrm>
            <a:off x="6090930" y="5645381"/>
            <a:ext cx="554200" cy="5023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40FBB9DE-D27A-142C-C3D3-E0CB5428F19C}"/>
              </a:ext>
            </a:extLst>
          </p:cNvPr>
          <p:cNvSpPr/>
          <p:nvPr/>
        </p:nvSpPr>
        <p:spPr>
          <a:xfrm>
            <a:off x="8187510" y="5317116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68777C5-744B-C93B-CA63-90AC03CC7BF8}"/>
              </a:ext>
            </a:extLst>
          </p:cNvPr>
          <p:cNvCxnSpPr>
            <a:cxnSpLocks/>
            <a:stCxn id="42" idx="3"/>
            <a:endCxn id="41" idx="0"/>
          </p:cNvCxnSpPr>
          <p:nvPr/>
        </p:nvCxnSpPr>
        <p:spPr>
          <a:xfrm flipH="1">
            <a:off x="6796135" y="5599974"/>
            <a:ext cx="436907" cy="4851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289E591-9C40-57B2-686E-4596A3BB0C97}"/>
              </a:ext>
            </a:extLst>
          </p:cNvPr>
          <p:cNvCxnSpPr>
            <a:cxnSpLocks/>
            <a:stCxn id="42" idx="6"/>
            <a:endCxn id="81" idx="2"/>
          </p:cNvCxnSpPr>
          <p:nvPr/>
        </p:nvCxnSpPr>
        <p:spPr>
          <a:xfrm>
            <a:off x="7597600" y="5448969"/>
            <a:ext cx="589910" cy="817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14C6F45-62D4-0AA2-F3C9-048CB6635DE7}"/>
              </a:ext>
            </a:extLst>
          </p:cNvPr>
          <p:cNvCxnSpPr>
            <a:cxnSpLocks/>
            <a:stCxn id="81" idx="3"/>
            <a:endCxn id="43" idx="7"/>
          </p:cNvCxnSpPr>
          <p:nvPr/>
        </p:nvCxnSpPr>
        <p:spPr>
          <a:xfrm flipH="1">
            <a:off x="7931942" y="5681674"/>
            <a:ext cx="318116" cy="466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BED7572-5EF9-05AE-FF92-9B6569E871A9}"/>
              </a:ext>
            </a:extLst>
          </p:cNvPr>
          <p:cNvCxnSpPr>
            <a:cxnSpLocks/>
            <a:stCxn id="42" idx="5"/>
            <a:endCxn id="43" idx="0"/>
          </p:cNvCxnSpPr>
          <p:nvPr/>
        </p:nvCxnSpPr>
        <p:spPr>
          <a:xfrm>
            <a:off x="7535052" y="5599974"/>
            <a:ext cx="245885" cy="4851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EF371FE-3ED3-4065-3CCA-EAEDC5FC5C24}"/>
              </a:ext>
            </a:extLst>
          </p:cNvPr>
          <p:cNvCxnSpPr>
            <a:cxnSpLocks/>
            <a:stCxn id="41" idx="6"/>
            <a:endCxn id="43" idx="2"/>
          </p:cNvCxnSpPr>
          <p:nvPr/>
        </p:nvCxnSpPr>
        <p:spPr>
          <a:xfrm>
            <a:off x="7009688" y="6298719"/>
            <a:ext cx="5576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F2E19E66-84CD-2E1C-F994-4E07ECB6F583}"/>
              </a:ext>
            </a:extLst>
          </p:cNvPr>
          <p:cNvSpPr txBox="1"/>
          <p:nvPr/>
        </p:nvSpPr>
        <p:spPr>
          <a:xfrm>
            <a:off x="10374414" y="4057883"/>
            <a:ext cx="1684610" cy="92333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782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An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i="1" dirty="0" err="1">
                <a:latin typeface="Aptos" panose="020B0004020202020204" pitchFamily="34" charset="0"/>
              </a:rPr>
              <a:t>undirected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 err="1">
                <a:latin typeface="Aptos" panose="020B0004020202020204" pitchFamily="34" charset="0"/>
              </a:rPr>
              <a:t>graph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BCEF1D-CFB4-4A16-04D4-C1E4F12FA41B}"/>
              </a:ext>
            </a:extLst>
          </p:cNvPr>
          <p:cNvSpPr txBox="1"/>
          <p:nvPr/>
        </p:nvSpPr>
        <p:spPr>
          <a:xfrm>
            <a:off x="8581059" y="5652388"/>
            <a:ext cx="1684610" cy="64633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782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 </a:t>
            </a:r>
            <a:r>
              <a:rPr lang="nl-NL" i="1" dirty="0" err="1">
                <a:latin typeface="Aptos" panose="020B0004020202020204" pitchFamily="34" charset="0"/>
              </a:rPr>
              <a:t>directed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 err="1">
                <a:latin typeface="Aptos" panose="020B0004020202020204" pitchFamily="34" charset="0"/>
              </a:rPr>
              <a:t>graph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E3F6F48-D9AE-A417-BCE7-4076184E9B1A}"/>
              </a:ext>
            </a:extLst>
          </p:cNvPr>
          <p:cNvSpPr txBox="1"/>
          <p:nvPr/>
        </p:nvSpPr>
        <p:spPr>
          <a:xfrm>
            <a:off x="8344854" y="434007"/>
            <a:ext cx="2900729" cy="990124"/>
          </a:xfrm>
          <a:prstGeom prst="downArrow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 </a:t>
            </a:r>
            <a:r>
              <a:rPr lang="nl-NL" i="1" dirty="0" err="1">
                <a:latin typeface="Aptos" panose="020B0004020202020204" pitchFamily="34" charset="0"/>
              </a:rPr>
              <a:t>weighted</a:t>
            </a:r>
            <a:r>
              <a:rPr lang="nl-NL" dirty="0">
                <a:latin typeface="Aptos" panose="020B0004020202020204" pitchFamily="34" charset="0"/>
              </a:rPr>
              <a:t>, </a:t>
            </a:r>
            <a:r>
              <a:rPr lang="nl-NL" i="1" dirty="0" err="1">
                <a:latin typeface="Aptos" panose="020B0004020202020204" pitchFamily="34" charset="0"/>
              </a:rPr>
              <a:t>undirected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 err="1">
                <a:latin typeface="Aptos" panose="020B0004020202020204" pitchFamily="34" charset="0"/>
              </a:rPr>
              <a:t>graph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5D122CA1-6670-B2F8-D65E-C768EB586C36}"/>
              </a:ext>
            </a:extLst>
          </p:cNvPr>
          <p:cNvSpPr/>
          <p:nvPr/>
        </p:nvSpPr>
        <p:spPr>
          <a:xfrm>
            <a:off x="6678967" y="3711036"/>
            <a:ext cx="1271341" cy="37138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Cyclic!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4A419BBF-7587-14A2-AB4D-2F61DBE5C55F}"/>
              </a:ext>
            </a:extLst>
          </p:cNvPr>
          <p:cNvSpPr/>
          <p:nvPr/>
        </p:nvSpPr>
        <p:spPr>
          <a:xfrm>
            <a:off x="8116304" y="6326581"/>
            <a:ext cx="3276210" cy="37138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latin typeface="Aptos" panose="020B0004020202020204" pitchFamily="34" charset="0"/>
              </a:rPr>
              <a:t>Directed</a:t>
            </a:r>
            <a:r>
              <a:rPr lang="nl-NL" b="1" dirty="0">
                <a:latin typeface="Aptos" panose="020B0004020202020204" pitchFamily="34" charset="0"/>
              </a:rPr>
              <a:t> </a:t>
            </a:r>
            <a:r>
              <a:rPr lang="nl-NL" b="1" i="1" dirty="0" err="1">
                <a:latin typeface="Aptos" panose="020B0004020202020204" pitchFamily="34" charset="0"/>
              </a:rPr>
              <a:t>acyclic</a:t>
            </a:r>
            <a:r>
              <a:rPr lang="nl-NL" b="1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graph</a:t>
            </a:r>
            <a:r>
              <a:rPr lang="nl-NL" b="1" dirty="0">
                <a:latin typeface="Aptos" panose="020B0004020202020204" pitchFamily="34" charset="0"/>
              </a:rPr>
              <a:t> (DAG)</a:t>
            </a:r>
          </a:p>
        </p:txBody>
      </p:sp>
    </p:spTree>
    <p:extLst>
      <p:ext uri="{BB962C8B-B14F-4D97-AF65-F5344CB8AC3E}">
        <p14:creationId xmlns:p14="http://schemas.microsoft.com/office/powerpoint/2010/main" val="5813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6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6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7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7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0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81" grpId="0" animBg="1"/>
      <p:bldP spid="97" grpId="0" animBg="1"/>
      <p:bldP spid="98" grpId="0" animBg="1"/>
      <p:bldP spid="99" grpId="0" animBg="1"/>
      <p:bldP spid="100" grpId="0" animBg="1"/>
      <p:bldP spid="10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4E03A-76DD-0163-92AD-646A843D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12E07-B3F0-E5B3-CCAC-15899515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Graphs</a:t>
            </a:r>
            <a:r>
              <a:rPr lang="nl-NL" dirty="0"/>
              <a:t> – </a:t>
            </a:r>
            <a:r>
              <a:rPr lang="nl-NL" dirty="0" err="1"/>
              <a:t>terminology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A0AE4-9E2B-EC2A-FC07-FF4E445BA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5272962" cy="3566160"/>
          </a:xfrm>
        </p:spPr>
        <p:txBody>
          <a:bodyPr>
            <a:normAutofit/>
          </a:bodyPr>
          <a:lstStyle/>
          <a:p>
            <a:r>
              <a:rPr lang="nl-NL" dirty="0"/>
              <a:t>An </a:t>
            </a:r>
            <a:r>
              <a:rPr lang="nl-NL" dirty="0" err="1"/>
              <a:t>undirected</a:t>
            </a:r>
            <a:r>
              <a:rPr lang="nl-NL" dirty="0"/>
              <a:t> </a:t>
            </a:r>
            <a:r>
              <a:rPr lang="nl-NL" dirty="0" err="1"/>
              <a:t>graph</a:t>
            </a:r>
            <a:r>
              <a:rPr lang="nl-NL" dirty="0"/>
              <a:t> is </a:t>
            </a:r>
            <a:r>
              <a:rPr lang="nl-NL" dirty="0" err="1">
                <a:latin typeface="Aptos" panose="020B0004020202020204" pitchFamily="34" charset="0"/>
              </a:rPr>
              <a:t>connected</a:t>
            </a:r>
            <a:r>
              <a:rPr lang="nl-NL" dirty="0"/>
              <a:t> </a:t>
            </a:r>
            <a:r>
              <a:rPr lang="nl-NL" dirty="0" err="1"/>
              <a:t>if</a:t>
            </a:r>
            <a:endParaRPr lang="nl-NL" sz="1800" dirty="0">
              <a:latin typeface="Aptos" panose="020B0004020202020204" pitchFamily="34" charset="0"/>
            </a:endParaRPr>
          </a:p>
          <a:p>
            <a:pPr lvl="1"/>
            <a:r>
              <a:rPr lang="nl-NL" dirty="0" err="1"/>
              <a:t>Any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are </a:t>
            </a:r>
            <a:r>
              <a:rPr lang="nl-NL" dirty="0" err="1"/>
              <a:t>connected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a </a:t>
            </a:r>
            <a:r>
              <a:rPr lang="nl-NL" dirty="0" err="1"/>
              <a:t>path</a:t>
            </a:r>
            <a:endParaRPr lang="nl-NL" dirty="0">
              <a:latin typeface="Aptos" panose="020B0004020202020204" pitchFamily="34" charset="0"/>
            </a:endParaRPr>
          </a:p>
          <a:p>
            <a:endParaRPr lang="nl-NL" dirty="0"/>
          </a:p>
          <a:p>
            <a:r>
              <a:rPr lang="nl-NL" dirty="0"/>
              <a:t>A </a:t>
            </a:r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graph</a:t>
            </a:r>
            <a:r>
              <a:rPr lang="nl-NL" dirty="0"/>
              <a:t> is </a:t>
            </a:r>
            <a:r>
              <a:rPr lang="nl-NL" dirty="0" err="1">
                <a:latin typeface="Aptos" panose="020B0004020202020204" pitchFamily="34" charset="0"/>
              </a:rPr>
              <a:t>strongly</a:t>
            </a:r>
            <a:r>
              <a:rPr lang="nl-NL" sz="2400" dirty="0"/>
              <a:t> </a:t>
            </a:r>
            <a:r>
              <a:rPr lang="nl-NL" dirty="0" err="1">
                <a:latin typeface="Aptos" panose="020B0004020202020204" pitchFamily="34" charset="0"/>
              </a:rPr>
              <a:t>connected</a:t>
            </a:r>
            <a:r>
              <a:rPr lang="nl-NL" sz="2400" dirty="0"/>
              <a:t> </a:t>
            </a:r>
            <a:r>
              <a:rPr lang="nl-NL" dirty="0" err="1"/>
              <a:t>if</a:t>
            </a:r>
            <a:endParaRPr lang="nl-NL" dirty="0"/>
          </a:p>
          <a:p>
            <a:pPr lvl="1"/>
            <a:r>
              <a:rPr lang="nl-NL" dirty="0" err="1"/>
              <a:t>Any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are </a:t>
            </a:r>
            <a:r>
              <a:rPr lang="nl-NL" dirty="0" err="1"/>
              <a:t>connected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a </a:t>
            </a:r>
            <a:r>
              <a:rPr lang="nl-NL" dirty="0" err="1"/>
              <a:t>path</a:t>
            </a:r>
            <a:endParaRPr lang="nl-NL" dirty="0"/>
          </a:p>
          <a:p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>
                <a:latin typeface="Aptos" panose="020B0004020202020204" pitchFamily="34" charset="0"/>
              </a:rPr>
              <a:t>weakly</a:t>
            </a:r>
            <a:r>
              <a:rPr lang="nl-NL" sz="2400" dirty="0"/>
              <a:t> </a:t>
            </a:r>
            <a:r>
              <a:rPr lang="nl-NL" dirty="0" err="1">
                <a:latin typeface="Aptos" panose="020B0004020202020204" pitchFamily="34" charset="0"/>
              </a:rPr>
              <a:t>connected</a:t>
            </a:r>
            <a:r>
              <a:rPr lang="nl-NL" sz="2400" dirty="0"/>
              <a:t> </a:t>
            </a:r>
            <a:r>
              <a:rPr lang="nl-NL" dirty="0" err="1"/>
              <a:t>if</a:t>
            </a:r>
            <a:r>
              <a:rPr lang="nl-NL" dirty="0"/>
              <a:t>, </a:t>
            </a:r>
            <a:r>
              <a:rPr lang="nl-NL" dirty="0" err="1"/>
              <a:t>ignoring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directions</a:t>
            </a:r>
            <a:r>
              <a:rPr lang="nl-NL" dirty="0"/>
              <a:t>,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would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connected</a:t>
            </a:r>
            <a:endParaRPr lang="nl-NL" dirty="0"/>
          </a:p>
          <a:p>
            <a:endParaRPr lang="nl-NL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B38888-00CD-62C0-AF03-E6E570534CCB}"/>
              </a:ext>
            </a:extLst>
          </p:cNvPr>
          <p:cNvGrpSpPr/>
          <p:nvPr/>
        </p:nvGrpSpPr>
        <p:grpSpPr>
          <a:xfrm>
            <a:off x="7822952" y="1753578"/>
            <a:ext cx="3291063" cy="1459503"/>
            <a:chOff x="7822952" y="1753578"/>
            <a:chExt cx="3291063" cy="1459503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472564F-B9CC-ABF0-8C01-B23D9D74477D}"/>
                </a:ext>
              </a:extLst>
            </p:cNvPr>
            <p:cNvSpPr/>
            <p:nvPr/>
          </p:nvSpPr>
          <p:spPr>
            <a:xfrm>
              <a:off x="7822952" y="2419919"/>
              <a:ext cx="427106" cy="42710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5814DED-6066-A499-AE4F-13244376C24B}"/>
                </a:ext>
              </a:extLst>
            </p:cNvPr>
            <p:cNvSpPr/>
            <p:nvPr/>
          </p:nvSpPr>
          <p:spPr>
            <a:xfrm>
              <a:off x="8865152" y="1753578"/>
              <a:ext cx="427106" cy="42710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AEADD1E-AFDD-ABAB-F163-76DB0C622EE5}"/>
                </a:ext>
              </a:extLst>
            </p:cNvPr>
            <p:cNvSpPr/>
            <p:nvPr/>
          </p:nvSpPr>
          <p:spPr>
            <a:xfrm>
              <a:off x="9493878" y="2572422"/>
              <a:ext cx="427106" cy="42710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C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62BB2A9-8CDE-CC73-CE31-8A01A4AC14D4}"/>
                </a:ext>
              </a:extLst>
            </p:cNvPr>
            <p:cNvSpPr/>
            <p:nvPr/>
          </p:nvSpPr>
          <p:spPr>
            <a:xfrm>
              <a:off x="10421089" y="1845488"/>
              <a:ext cx="427106" cy="42710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E394E21-DBF8-97BC-5679-11F5840DB992}"/>
                </a:ext>
              </a:extLst>
            </p:cNvPr>
            <p:cNvSpPr/>
            <p:nvPr/>
          </p:nvSpPr>
          <p:spPr>
            <a:xfrm>
              <a:off x="10686909" y="2785975"/>
              <a:ext cx="427106" cy="42710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7A3A61F-A61D-D52E-BD52-770E3A304E0E}"/>
                </a:ext>
              </a:extLst>
            </p:cNvPr>
            <p:cNvCxnSpPr>
              <a:stCxn id="34" idx="6"/>
              <a:endCxn id="36" idx="2"/>
            </p:cNvCxnSpPr>
            <p:nvPr/>
          </p:nvCxnSpPr>
          <p:spPr>
            <a:xfrm>
              <a:off x="8250058" y="2633472"/>
              <a:ext cx="1243820" cy="15250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F31AC79-A0C4-EE5A-173A-7BC534559731}"/>
                </a:ext>
              </a:extLst>
            </p:cNvPr>
            <p:cNvCxnSpPr>
              <a:cxnSpLocks/>
              <a:stCxn id="34" idx="7"/>
              <a:endCxn id="35" idx="3"/>
            </p:cNvCxnSpPr>
            <p:nvPr/>
          </p:nvCxnSpPr>
          <p:spPr>
            <a:xfrm flipV="1">
              <a:off x="8187510" y="2118136"/>
              <a:ext cx="740190" cy="36433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90946E8-49C2-12CE-9B4C-21B93F75F456}"/>
                </a:ext>
              </a:extLst>
            </p:cNvPr>
            <p:cNvCxnSpPr>
              <a:cxnSpLocks/>
              <a:stCxn id="35" idx="6"/>
              <a:endCxn id="37" idx="2"/>
            </p:cNvCxnSpPr>
            <p:nvPr/>
          </p:nvCxnSpPr>
          <p:spPr>
            <a:xfrm>
              <a:off x="9292258" y="1967131"/>
              <a:ext cx="1128831" cy="9191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77E0AB5-9B3C-0E60-F5D7-1DD8D808E3C7}"/>
                </a:ext>
              </a:extLst>
            </p:cNvPr>
            <p:cNvCxnSpPr>
              <a:cxnSpLocks/>
              <a:stCxn id="35" idx="5"/>
              <a:endCxn id="36" idx="1"/>
            </p:cNvCxnSpPr>
            <p:nvPr/>
          </p:nvCxnSpPr>
          <p:spPr>
            <a:xfrm>
              <a:off x="9229710" y="2118136"/>
              <a:ext cx="326716" cy="51683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2187F6C-4589-C9C7-9E3B-00509973288E}"/>
                </a:ext>
              </a:extLst>
            </p:cNvPr>
            <p:cNvCxnSpPr>
              <a:cxnSpLocks/>
              <a:stCxn id="36" idx="7"/>
              <a:endCxn id="37" idx="3"/>
            </p:cNvCxnSpPr>
            <p:nvPr/>
          </p:nvCxnSpPr>
          <p:spPr>
            <a:xfrm flipV="1">
              <a:off x="9858436" y="2210046"/>
              <a:ext cx="625201" cy="42492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CD58390-E7BA-1B8C-8BF6-FDEB3D14FA65}"/>
                </a:ext>
              </a:extLst>
            </p:cNvPr>
            <p:cNvCxnSpPr>
              <a:cxnSpLocks/>
              <a:stCxn id="36" idx="6"/>
              <a:endCxn id="38" idx="2"/>
            </p:cNvCxnSpPr>
            <p:nvPr/>
          </p:nvCxnSpPr>
          <p:spPr>
            <a:xfrm>
              <a:off x="9920984" y="2785975"/>
              <a:ext cx="765925" cy="21355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55E70BA-8B63-9F8A-E8A8-2B0286E4FB96}"/>
                </a:ext>
              </a:extLst>
            </p:cNvPr>
            <p:cNvCxnSpPr>
              <a:cxnSpLocks/>
              <a:stCxn id="38" idx="0"/>
              <a:endCxn id="37" idx="5"/>
            </p:cNvCxnSpPr>
            <p:nvPr/>
          </p:nvCxnSpPr>
          <p:spPr>
            <a:xfrm flipH="1" flipV="1">
              <a:off x="10785647" y="2210046"/>
              <a:ext cx="114815" cy="57592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F640F64-D95C-BA40-79E8-437835FB70E7}"/>
              </a:ext>
            </a:extLst>
          </p:cNvPr>
          <p:cNvGrpSpPr/>
          <p:nvPr/>
        </p:nvGrpSpPr>
        <p:grpSpPr>
          <a:xfrm>
            <a:off x="5091440" y="5235416"/>
            <a:ext cx="3523176" cy="1276856"/>
            <a:chOff x="5091440" y="5235416"/>
            <a:chExt cx="3523176" cy="1276856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5FC237B-D00B-0DAC-3318-5001E302D621}"/>
                </a:ext>
              </a:extLst>
            </p:cNvPr>
            <p:cNvSpPr/>
            <p:nvPr/>
          </p:nvSpPr>
          <p:spPr>
            <a:xfrm>
              <a:off x="5091440" y="5966060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78ED89E-A9AA-5264-BCF7-1292B57E6338}"/>
                </a:ext>
              </a:extLst>
            </p:cNvPr>
            <p:cNvSpPr/>
            <p:nvPr/>
          </p:nvSpPr>
          <p:spPr>
            <a:xfrm>
              <a:off x="5726372" y="5280823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640E1DF-A191-29A9-4D33-BAEDB091C3F4}"/>
                </a:ext>
              </a:extLst>
            </p:cNvPr>
            <p:cNvSpPr/>
            <p:nvPr/>
          </p:nvSpPr>
          <p:spPr>
            <a:xfrm>
              <a:off x="6582582" y="6085166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>
                  <a:latin typeface="Aptos" panose="020B0004020202020204" pitchFamily="34" charset="0"/>
                </a:rPr>
                <a:t>C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E2ED832-FDFE-2012-D423-2BAA81F1FB37}"/>
                </a:ext>
              </a:extLst>
            </p:cNvPr>
            <p:cNvSpPr/>
            <p:nvPr/>
          </p:nvSpPr>
          <p:spPr>
            <a:xfrm>
              <a:off x="7170494" y="5235416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DA4B09A-A4D8-3D0A-6EBA-60EA70131366}"/>
                </a:ext>
              </a:extLst>
            </p:cNvPr>
            <p:cNvSpPr/>
            <p:nvPr/>
          </p:nvSpPr>
          <p:spPr>
            <a:xfrm>
              <a:off x="7567384" y="6085166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B96CD50E-5D74-F1A2-CFEE-6D2FA77E7BDB}"/>
                </a:ext>
              </a:extLst>
            </p:cNvPr>
            <p:cNvCxnSpPr>
              <a:stCxn id="39" idx="6"/>
              <a:endCxn id="41" idx="2"/>
            </p:cNvCxnSpPr>
            <p:nvPr/>
          </p:nvCxnSpPr>
          <p:spPr>
            <a:xfrm>
              <a:off x="5518546" y="6179613"/>
              <a:ext cx="1064036" cy="11910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C8615DD-DB5F-9816-9F6A-F15B191F2EC0}"/>
                </a:ext>
              </a:extLst>
            </p:cNvPr>
            <p:cNvCxnSpPr>
              <a:cxnSpLocks/>
              <a:stCxn id="39" idx="7"/>
              <a:endCxn id="40" idx="3"/>
            </p:cNvCxnSpPr>
            <p:nvPr/>
          </p:nvCxnSpPr>
          <p:spPr>
            <a:xfrm flipV="1">
              <a:off x="5455998" y="5645381"/>
              <a:ext cx="332922" cy="38322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A2F76589-E3FF-6F2E-38C7-129363A0E7C8}"/>
                </a:ext>
              </a:extLst>
            </p:cNvPr>
            <p:cNvCxnSpPr>
              <a:cxnSpLocks/>
              <a:stCxn id="40" idx="6"/>
              <a:endCxn id="42" idx="2"/>
            </p:cNvCxnSpPr>
            <p:nvPr/>
          </p:nvCxnSpPr>
          <p:spPr>
            <a:xfrm flipV="1">
              <a:off x="6153478" y="5448969"/>
              <a:ext cx="1017016" cy="454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D23ADB4F-96B9-D92A-29D7-67C0A0320ED5}"/>
                </a:ext>
              </a:extLst>
            </p:cNvPr>
            <p:cNvCxnSpPr>
              <a:cxnSpLocks/>
              <a:stCxn id="40" idx="5"/>
              <a:endCxn id="41" idx="1"/>
            </p:cNvCxnSpPr>
            <p:nvPr/>
          </p:nvCxnSpPr>
          <p:spPr>
            <a:xfrm>
              <a:off x="6090930" y="5645381"/>
              <a:ext cx="554200" cy="50233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9B43E97-E94A-A5F6-83A6-BDA71FB95A5B}"/>
                </a:ext>
              </a:extLst>
            </p:cNvPr>
            <p:cNvSpPr/>
            <p:nvPr/>
          </p:nvSpPr>
          <p:spPr>
            <a:xfrm>
              <a:off x="8187510" y="5317116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F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043408A-AD94-3AB3-29C8-4232946DC3D1}"/>
                </a:ext>
              </a:extLst>
            </p:cNvPr>
            <p:cNvCxnSpPr>
              <a:cxnSpLocks/>
              <a:stCxn id="42" idx="3"/>
              <a:endCxn id="41" idx="0"/>
            </p:cNvCxnSpPr>
            <p:nvPr/>
          </p:nvCxnSpPr>
          <p:spPr>
            <a:xfrm flipH="1">
              <a:off x="6796135" y="5599974"/>
              <a:ext cx="436907" cy="48519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0A2CC67B-1C87-92EF-E0D8-AC367D2C78B2}"/>
                </a:ext>
              </a:extLst>
            </p:cNvPr>
            <p:cNvCxnSpPr>
              <a:cxnSpLocks/>
              <a:stCxn id="42" idx="6"/>
              <a:endCxn id="81" idx="2"/>
            </p:cNvCxnSpPr>
            <p:nvPr/>
          </p:nvCxnSpPr>
          <p:spPr>
            <a:xfrm>
              <a:off x="7597600" y="5448969"/>
              <a:ext cx="589910" cy="817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C62E58A-9C77-FEAA-5EF0-84FE57DD5719}"/>
                </a:ext>
              </a:extLst>
            </p:cNvPr>
            <p:cNvCxnSpPr>
              <a:cxnSpLocks/>
              <a:stCxn id="81" idx="3"/>
              <a:endCxn id="43" idx="7"/>
            </p:cNvCxnSpPr>
            <p:nvPr/>
          </p:nvCxnSpPr>
          <p:spPr>
            <a:xfrm flipH="1">
              <a:off x="7931942" y="5681674"/>
              <a:ext cx="318116" cy="4660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B9A124D4-78C6-9FC4-9C1A-F97596C4435F}"/>
                </a:ext>
              </a:extLst>
            </p:cNvPr>
            <p:cNvCxnSpPr>
              <a:cxnSpLocks/>
              <a:stCxn id="42" idx="5"/>
              <a:endCxn id="43" idx="0"/>
            </p:cNvCxnSpPr>
            <p:nvPr/>
          </p:nvCxnSpPr>
          <p:spPr>
            <a:xfrm>
              <a:off x="7535052" y="5599974"/>
              <a:ext cx="245885" cy="48519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23715CA7-EDCE-9189-89A4-0D515DC77E72}"/>
                </a:ext>
              </a:extLst>
            </p:cNvPr>
            <p:cNvCxnSpPr>
              <a:cxnSpLocks/>
              <a:stCxn id="41" idx="6"/>
              <a:endCxn id="43" idx="2"/>
            </p:cNvCxnSpPr>
            <p:nvPr/>
          </p:nvCxnSpPr>
          <p:spPr>
            <a:xfrm>
              <a:off x="7009688" y="6298719"/>
              <a:ext cx="55769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7AC4DD6-2301-4440-A7D9-27D2FA77B86D}"/>
              </a:ext>
            </a:extLst>
          </p:cNvPr>
          <p:cNvSpPr/>
          <p:nvPr/>
        </p:nvSpPr>
        <p:spPr>
          <a:xfrm>
            <a:off x="6832876" y="1771289"/>
            <a:ext cx="1672707" cy="37138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latin typeface="Aptos" panose="020B0004020202020204" pitchFamily="34" charset="0"/>
              </a:rPr>
              <a:t>Connected</a:t>
            </a:r>
            <a:r>
              <a:rPr lang="nl-NL" b="1" dirty="0"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56250AD8-5C58-FD3E-D600-5F8ACB309159}"/>
              </a:ext>
            </a:extLst>
          </p:cNvPr>
          <p:cNvSpPr/>
          <p:nvPr/>
        </p:nvSpPr>
        <p:spPr>
          <a:xfrm>
            <a:off x="8369100" y="6179644"/>
            <a:ext cx="2429025" cy="37138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latin typeface="Aptos" panose="020B0004020202020204" pitchFamily="34" charset="0"/>
              </a:rPr>
              <a:t>Weakly</a:t>
            </a:r>
            <a:r>
              <a:rPr lang="nl-NL" b="1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connected</a:t>
            </a:r>
            <a:endParaRPr lang="nl-NL" b="1" dirty="0">
              <a:latin typeface="Aptos" panose="020B0004020202020204" pitchFamily="34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3D72A4E-4CDD-29C4-9633-FBC74D46EE98}"/>
              </a:ext>
            </a:extLst>
          </p:cNvPr>
          <p:cNvSpPr/>
          <p:nvPr/>
        </p:nvSpPr>
        <p:spPr>
          <a:xfrm>
            <a:off x="6153478" y="3429066"/>
            <a:ext cx="1783419" cy="3713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Disconnected</a:t>
            </a:r>
            <a:r>
              <a:rPr lang="nl-NL" dirty="0">
                <a:latin typeface="Aptos" panose="020B0004020202020204" pitchFamily="34" charset="0"/>
              </a:rPr>
              <a:t>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F25264-893A-DBB4-0FAA-776CB73713F5}"/>
              </a:ext>
            </a:extLst>
          </p:cNvPr>
          <p:cNvGrpSpPr/>
          <p:nvPr/>
        </p:nvGrpSpPr>
        <p:grpSpPr>
          <a:xfrm>
            <a:off x="7906622" y="3411355"/>
            <a:ext cx="3160298" cy="1646797"/>
            <a:chOff x="7906622" y="3411355"/>
            <a:chExt cx="3160298" cy="1646797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4FD205D-1A52-6D21-C3FC-9A7D866D4485}"/>
                </a:ext>
              </a:extLst>
            </p:cNvPr>
            <p:cNvSpPr/>
            <p:nvPr/>
          </p:nvSpPr>
          <p:spPr>
            <a:xfrm>
              <a:off x="7906622" y="4354945"/>
              <a:ext cx="427106" cy="427106"/>
            </a:xfrm>
            <a:prstGeom prst="ellipse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2A9A91A-5080-A406-131D-D4501D4D6E45}"/>
                </a:ext>
              </a:extLst>
            </p:cNvPr>
            <p:cNvSpPr/>
            <p:nvPr/>
          </p:nvSpPr>
          <p:spPr>
            <a:xfrm>
              <a:off x="8296466" y="3411355"/>
              <a:ext cx="427106" cy="427106"/>
            </a:xfrm>
            <a:prstGeom prst="ellipse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12A28FA-319B-65DF-8F2A-DA0767BB6A23}"/>
                </a:ext>
              </a:extLst>
            </p:cNvPr>
            <p:cNvSpPr/>
            <p:nvPr/>
          </p:nvSpPr>
          <p:spPr>
            <a:xfrm>
              <a:off x="9852403" y="4568498"/>
              <a:ext cx="427106" cy="427106"/>
            </a:xfrm>
            <a:prstGeom prst="ellipse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C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C0DFB96-6D8C-0087-1DF7-40A35EACBF89}"/>
                </a:ext>
              </a:extLst>
            </p:cNvPr>
            <p:cNvSpPr/>
            <p:nvPr/>
          </p:nvSpPr>
          <p:spPr>
            <a:xfrm>
              <a:off x="9852403" y="3503265"/>
              <a:ext cx="427106" cy="427106"/>
            </a:xfrm>
            <a:prstGeom prst="ellipse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DAB61CF-CFE7-2F7C-A5D0-FB04531C20BE}"/>
                </a:ext>
              </a:extLst>
            </p:cNvPr>
            <p:cNvSpPr/>
            <p:nvPr/>
          </p:nvSpPr>
          <p:spPr>
            <a:xfrm>
              <a:off x="10625386" y="4631046"/>
              <a:ext cx="427106" cy="427106"/>
            </a:xfrm>
            <a:prstGeom prst="ellipse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F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7F5C54D-3F39-8945-68DE-F6D4E5EFF2BF}"/>
                </a:ext>
              </a:extLst>
            </p:cNvPr>
            <p:cNvCxnSpPr>
              <a:stCxn id="44" idx="6"/>
              <a:endCxn id="48" idx="2"/>
            </p:cNvCxnSpPr>
            <p:nvPr/>
          </p:nvCxnSpPr>
          <p:spPr>
            <a:xfrm>
              <a:off x="8333728" y="4568498"/>
              <a:ext cx="1518675" cy="21355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0D7BD83-E0F4-022C-03D5-6779C9A39980}"/>
                </a:ext>
              </a:extLst>
            </p:cNvPr>
            <p:cNvCxnSpPr>
              <a:cxnSpLocks/>
              <a:stCxn id="44" idx="0"/>
              <a:endCxn id="47" idx="3"/>
            </p:cNvCxnSpPr>
            <p:nvPr/>
          </p:nvCxnSpPr>
          <p:spPr>
            <a:xfrm flipV="1">
              <a:off x="8120175" y="3775913"/>
              <a:ext cx="238839" cy="57903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E2F161C-9257-8A3E-DF97-ACFAE6B08757}"/>
                </a:ext>
              </a:extLst>
            </p:cNvPr>
            <p:cNvCxnSpPr>
              <a:cxnSpLocks/>
              <a:stCxn id="47" idx="6"/>
              <a:endCxn id="50" idx="2"/>
            </p:cNvCxnSpPr>
            <p:nvPr/>
          </p:nvCxnSpPr>
          <p:spPr>
            <a:xfrm>
              <a:off x="8723572" y="3624908"/>
              <a:ext cx="1128831" cy="9191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40C89FC-7861-AA04-A155-32D9C0871986}"/>
                </a:ext>
              </a:extLst>
            </p:cNvPr>
            <p:cNvCxnSpPr>
              <a:cxnSpLocks/>
              <a:stCxn id="47" idx="5"/>
              <a:endCxn id="48" idx="1"/>
            </p:cNvCxnSpPr>
            <p:nvPr/>
          </p:nvCxnSpPr>
          <p:spPr>
            <a:xfrm>
              <a:off x="8661024" y="3775913"/>
              <a:ext cx="1253927" cy="85513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DB8CEB8-6C1E-A642-CC95-51AA41E6BCEC}"/>
                </a:ext>
              </a:extLst>
            </p:cNvPr>
            <p:cNvCxnSpPr>
              <a:cxnSpLocks/>
              <a:stCxn id="48" idx="0"/>
              <a:endCxn id="50" idx="4"/>
            </p:cNvCxnSpPr>
            <p:nvPr/>
          </p:nvCxnSpPr>
          <p:spPr>
            <a:xfrm flipV="1">
              <a:off x="10065956" y="3930371"/>
              <a:ext cx="0" cy="63812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022AB3-BAFC-E037-92E5-1B2C2A9CCAFB}"/>
                </a:ext>
              </a:extLst>
            </p:cNvPr>
            <p:cNvCxnSpPr>
              <a:cxnSpLocks/>
              <a:stCxn id="51" idx="0"/>
              <a:endCxn id="64" idx="4"/>
            </p:cNvCxnSpPr>
            <p:nvPr/>
          </p:nvCxnSpPr>
          <p:spPr>
            <a:xfrm flipV="1">
              <a:off x="10838939" y="4051312"/>
              <a:ext cx="14428" cy="57973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31C9549-0E7B-9577-B55E-A6E1064FE675}"/>
                </a:ext>
              </a:extLst>
            </p:cNvPr>
            <p:cNvSpPr/>
            <p:nvPr/>
          </p:nvSpPr>
          <p:spPr>
            <a:xfrm>
              <a:off x="10639814" y="3624206"/>
              <a:ext cx="427106" cy="427106"/>
            </a:xfrm>
            <a:prstGeom prst="ellipse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F0EFC57-B72D-FEB6-FDCA-2F8938E104E5}"/>
              </a:ext>
            </a:extLst>
          </p:cNvPr>
          <p:cNvGrpSpPr/>
          <p:nvPr/>
        </p:nvGrpSpPr>
        <p:grpSpPr>
          <a:xfrm>
            <a:off x="10220059" y="5037241"/>
            <a:ext cx="1897007" cy="1047925"/>
            <a:chOff x="10220059" y="5037241"/>
            <a:chExt cx="1897007" cy="1047925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2EADC77-9BCF-36B4-1F00-0CB600C267B4}"/>
                </a:ext>
              </a:extLst>
            </p:cNvPr>
            <p:cNvSpPr txBox="1"/>
            <p:nvPr/>
          </p:nvSpPr>
          <p:spPr>
            <a:xfrm>
              <a:off x="10421089" y="5438835"/>
              <a:ext cx="16959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Two</a:t>
              </a:r>
              <a:r>
                <a:rPr lang="nl-NL" dirty="0">
                  <a:latin typeface="Aptos" panose="020B0004020202020204" pitchFamily="34" charset="0"/>
                </a:rPr>
                <a:t> </a:t>
              </a:r>
              <a:r>
                <a:rPr lang="nl-NL" dirty="0" err="1">
                  <a:latin typeface="Aptos" panose="020B0004020202020204" pitchFamily="34" charset="0"/>
                </a:rPr>
                <a:t>connected</a:t>
              </a:r>
              <a:br>
                <a:rPr lang="nl-NL" dirty="0">
                  <a:latin typeface="Aptos" panose="020B0004020202020204" pitchFamily="34" charset="0"/>
                </a:rPr>
              </a:br>
              <a:r>
                <a:rPr lang="nl-NL" i="1" dirty="0" err="1">
                  <a:latin typeface="Aptos" panose="020B0004020202020204" pitchFamily="34" charset="0"/>
                </a:rPr>
                <a:t>components</a:t>
              </a:r>
              <a:endParaRPr lang="nl-NL" i="1" dirty="0">
                <a:latin typeface="Aptos" panose="020B0004020202020204" pitchFamily="34" charset="0"/>
              </a:endParaRPr>
            </a:p>
          </p:txBody>
        </p:sp>
        <p:sp>
          <p:nvSpPr>
            <p:cNvPr id="96" name="Arrow: Up 95">
              <a:extLst>
                <a:ext uri="{FF2B5EF4-FFF2-40B4-BE49-F238E27FC236}">
                  <a16:creationId xmlns:a16="http://schemas.microsoft.com/office/drawing/2014/main" id="{D6F02873-F16C-E70F-FB72-B5C515C4319A}"/>
                </a:ext>
              </a:extLst>
            </p:cNvPr>
            <p:cNvSpPr/>
            <p:nvPr/>
          </p:nvSpPr>
          <p:spPr>
            <a:xfrm rot="18337947">
              <a:off x="10431529" y="4921346"/>
              <a:ext cx="255389" cy="678330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2" name="Arrow: Up 101">
              <a:extLst>
                <a:ext uri="{FF2B5EF4-FFF2-40B4-BE49-F238E27FC236}">
                  <a16:creationId xmlns:a16="http://schemas.microsoft.com/office/drawing/2014/main" id="{8C06851B-8504-F531-5AC8-B12811B078D0}"/>
                </a:ext>
              </a:extLst>
            </p:cNvPr>
            <p:cNvSpPr/>
            <p:nvPr/>
          </p:nvSpPr>
          <p:spPr>
            <a:xfrm rot="20734617">
              <a:off x="11021465" y="5037241"/>
              <a:ext cx="251123" cy="424574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10738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92B39-0FA0-0A82-2DCB-D530FE2C9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1540-A7C5-3C1F-5B08-F9C3260C5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Graph</a:t>
            </a:r>
            <a:r>
              <a:rPr lang="nl-NL" dirty="0"/>
              <a:t> – </a:t>
            </a:r>
            <a:r>
              <a:rPr lang="nl-NL" dirty="0" err="1"/>
              <a:t>Representations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275C5-46B1-A8BF-3373-95A223A3C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7003194" cy="1857505"/>
          </a:xfrm>
        </p:spPr>
        <p:txBody>
          <a:bodyPr>
            <a:normAutofit/>
          </a:bodyPr>
          <a:lstStyle/>
          <a:p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main</a:t>
            </a:r>
            <a:r>
              <a:rPr lang="nl-NL" dirty="0"/>
              <a:t> </a:t>
            </a:r>
            <a:r>
              <a:rPr lang="nl-NL" dirty="0" err="1"/>
              <a:t>ways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</a:t>
            </a:r>
            <a:r>
              <a:rPr lang="nl-NL" dirty="0" err="1"/>
              <a:t>graphs</a:t>
            </a:r>
            <a:endParaRPr lang="nl-NL" dirty="0"/>
          </a:p>
          <a:p>
            <a:r>
              <a:rPr lang="nl-NL" dirty="0" err="1">
                <a:latin typeface="Aptos" panose="020B0004020202020204" pitchFamily="34" charset="0"/>
              </a:rPr>
              <a:t>Adjacency</a:t>
            </a:r>
            <a:r>
              <a:rPr lang="nl-NL" dirty="0"/>
              <a:t> </a:t>
            </a:r>
            <a:r>
              <a:rPr lang="nl-NL" dirty="0">
                <a:latin typeface="Aptos" panose="020B0004020202020204" pitchFamily="34" charset="0"/>
              </a:rPr>
              <a:t>matrix</a:t>
            </a:r>
            <a:r>
              <a:rPr lang="nl-NL" dirty="0"/>
              <a:t>: </a:t>
            </a:r>
            <a:r>
              <a:rPr lang="nl-NL" dirty="0" err="1"/>
              <a:t>two-dimensional</a:t>
            </a:r>
            <a:r>
              <a:rPr lang="nl-NL" dirty="0"/>
              <a:t> “array”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edges</a:t>
            </a:r>
            <a:endParaRPr lang="nl-NL" dirty="0"/>
          </a:p>
          <a:p>
            <a:r>
              <a:rPr lang="nl-NL" dirty="0" err="1">
                <a:latin typeface="Aptos" panose="020B0004020202020204" pitchFamily="34" charset="0"/>
              </a:rPr>
              <a:t>Adjacency</a:t>
            </a:r>
            <a:r>
              <a:rPr lang="nl-NL" dirty="0"/>
              <a:t> </a:t>
            </a:r>
            <a:r>
              <a:rPr lang="nl-NL" dirty="0">
                <a:latin typeface="Aptos" panose="020B0004020202020204" pitchFamily="34" charset="0"/>
              </a:rPr>
              <a:t>list</a:t>
            </a:r>
            <a:r>
              <a:rPr lang="nl-NL" dirty="0"/>
              <a:t>: </a:t>
            </a:r>
            <a:r>
              <a:rPr lang="nl-NL" dirty="0" err="1"/>
              <a:t>maintain</a:t>
            </a:r>
            <a:r>
              <a:rPr lang="nl-NL" dirty="0"/>
              <a:t> a list of </a:t>
            </a:r>
            <a:r>
              <a:rPr lang="nl-NL" dirty="0" err="1"/>
              <a:t>edges</a:t>
            </a:r>
            <a:r>
              <a:rPr lang="nl-NL" dirty="0"/>
              <a:t> per node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30F79FF-E446-D4AD-E238-63CCF990BFF3}"/>
              </a:ext>
            </a:extLst>
          </p:cNvPr>
          <p:cNvGrpSpPr/>
          <p:nvPr/>
        </p:nvGrpSpPr>
        <p:grpSpPr>
          <a:xfrm>
            <a:off x="8007832" y="1737856"/>
            <a:ext cx="3523176" cy="1276856"/>
            <a:chOff x="8007832" y="1737856"/>
            <a:chExt cx="3523176" cy="127685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D123C93-1169-38F8-F4FE-AD08578B874D}"/>
                </a:ext>
              </a:extLst>
            </p:cNvPr>
            <p:cNvSpPr/>
            <p:nvPr/>
          </p:nvSpPr>
          <p:spPr>
            <a:xfrm>
              <a:off x="8007832" y="2468500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1642FCD-969E-C96B-02FB-24A5A450D3BB}"/>
                </a:ext>
              </a:extLst>
            </p:cNvPr>
            <p:cNvSpPr/>
            <p:nvPr/>
          </p:nvSpPr>
          <p:spPr>
            <a:xfrm>
              <a:off x="8642764" y="1783263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607CBD4-D2F7-BAD4-B92E-CAC7F47D3206}"/>
                </a:ext>
              </a:extLst>
            </p:cNvPr>
            <p:cNvSpPr/>
            <p:nvPr/>
          </p:nvSpPr>
          <p:spPr>
            <a:xfrm>
              <a:off x="9498974" y="2587606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>
                  <a:latin typeface="Aptos" panose="020B0004020202020204" pitchFamily="34" charset="0"/>
                </a:rPr>
                <a:t>C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0E2B3D5-FBB0-26BB-628A-A276F9B798C6}"/>
                </a:ext>
              </a:extLst>
            </p:cNvPr>
            <p:cNvSpPr/>
            <p:nvPr/>
          </p:nvSpPr>
          <p:spPr>
            <a:xfrm>
              <a:off x="10086886" y="1737856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2DB554C-B3DF-3A9C-4515-4E2C6B6DC6E0}"/>
                </a:ext>
              </a:extLst>
            </p:cNvPr>
            <p:cNvSpPr/>
            <p:nvPr/>
          </p:nvSpPr>
          <p:spPr>
            <a:xfrm>
              <a:off x="10483776" y="2587606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813F538-BBFF-316D-4C10-50516E5B12D1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>
              <a:off x="8434938" y="2682053"/>
              <a:ext cx="1064036" cy="11910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9C0E315-5A1A-300B-955B-DD57B15915A0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8372390" y="2147821"/>
              <a:ext cx="332922" cy="38322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3D1CDBA-9D52-3981-DCBF-7DA82A0788E2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 flipV="1">
              <a:off x="9069870" y="1951409"/>
              <a:ext cx="1017016" cy="454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CD54606-B340-8EC7-205A-9DAE5D6EA18D}"/>
                </a:ext>
              </a:extLst>
            </p:cNvPr>
            <p:cNvCxnSpPr>
              <a:cxnSpLocks/>
              <a:stCxn id="6" idx="5"/>
              <a:endCxn id="7" idx="1"/>
            </p:cNvCxnSpPr>
            <p:nvPr/>
          </p:nvCxnSpPr>
          <p:spPr>
            <a:xfrm>
              <a:off x="9007322" y="2147821"/>
              <a:ext cx="554200" cy="50233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AEC897A-5D0E-D5F1-311F-9B6519219B03}"/>
                </a:ext>
              </a:extLst>
            </p:cNvPr>
            <p:cNvSpPr/>
            <p:nvPr/>
          </p:nvSpPr>
          <p:spPr>
            <a:xfrm>
              <a:off x="11103902" y="1819556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F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45CA96B-7215-A540-40DB-8ACFFB48D76A}"/>
                </a:ext>
              </a:extLst>
            </p:cNvPr>
            <p:cNvCxnSpPr>
              <a:cxnSpLocks/>
              <a:stCxn id="8" idx="3"/>
              <a:endCxn id="7" idx="0"/>
            </p:cNvCxnSpPr>
            <p:nvPr/>
          </p:nvCxnSpPr>
          <p:spPr>
            <a:xfrm flipH="1">
              <a:off x="9712527" y="2102414"/>
              <a:ext cx="436907" cy="48519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E579224-2E7D-3B71-4F7B-3CF6BA8F6441}"/>
                </a:ext>
              </a:extLst>
            </p:cNvPr>
            <p:cNvCxnSpPr>
              <a:cxnSpLocks/>
              <a:stCxn id="8" idx="6"/>
              <a:endCxn id="14" idx="2"/>
            </p:cNvCxnSpPr>
            <p:nvPr/>
          </p:nvCxnSpPr>
          <p:spPr>
            <a:xfrm>
              <a:off x="10513992" y="1951409"/>
              <a:ext cx="589910" cy="817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9D842D7-6F91-163C-38A4-E937AFDF0930}"/>
                </a:ext>
              </a:extLst>
            </p:cNvPr>
            <p:cNvCxnSpPr>
              <a:cxnSpLocks/>
              <a:stCxn id="14" idx="3"/>
              <a:endCxn id="9" idx="7"/>
            </p:cNvCxnSpPr>
            <p:nvPr/>
          </p:nvCxnSpPr>
          <p:spPr>
            <a:xfrm flipH="1">
              <a:off x="10848334" y="2184114"/>
              <a:ext cx="318116" cy="4660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285A573-AD18-590E-0DD8-CE679E1DF90F}"/>
                </a:ext>
              </a:extLst>
            </p:cNvPr>
            <p:cNvCxnSpPr>
              <a:cxnSpLocks/>
              <a:stCxn id="8" idx="5"/>
              <a:endCxn id="9" idx="0"/>
            </p:cNvCxnSpPr>
            <p:nvPr/>
          </p:nvCxnSpPr>
          <p:spPr>
            <a:xfrm>
              <a:off x="10451444" y="2102414"/>
              <a:ext cx="245885" cy="48519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C257B38-F56F-5FB1-1CDE-FD25AF406881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9926080" y="2801159"/>
              <a:ext cx="55769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729E258E-A075-174F-7969-4FC3610DA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682124"/>
              </p:ext>
            </p:extLst>
          </p:nvPr>
        </p:nvGraphicFramePr>
        <p:xfrm>
          <a:off x="8947954" y="3857596"/>
          <a:ext cx="2752632" cy="2535498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458772">
                  <a:extLst>
                    <a:ext uri="{9D8B030D-6E8A-4147-A177-3AD203B41FA5}">
                      <a16:colId xmlns:a16="http://schemas.microsoft.com/office/drawing/2014/main" val="695572999"/>
                    </a:ext>
                  </a:extLst>
                </a:gridCol>
                <a:gridCol w="458772">
                  <a:extLst>
                    <a:ext uri="{9D8B030D-6E8A-4147-A177-3AD203B41FA5}">
                      <a16:colId xmlns:a16="http://schemas.microsoft.com/office/drawing/2014/main" val="1775916211"/>
                    </a:ext>
                  </a:extLst>
                </a:gridCol>
                <a:gridCol w="458772">
                  <a:extLst>
                    <a:ext uri="{9D8B030D-6E8A-4147-A177-3AD203B41FA5}">
                      <a16:colId xmlns:a16="http://schemas.microsoft.com/office/drawing/2014/main" val="549537597"/>
                    </a:ext>
                  </a:extLst>
                </a:gridCol>
                <a:gridCol w="458772">
                  <a:extLst>
                    <a:ext uri="{9D8B030D-6E8A-4147-A177-3AD203B41FA5}">
                      <a16:colId xmlns:a16="http://schemas.microsoft.com/office/drawing/2014/main" val="183591177"/>
                    </a:ext>
                  </a:extLst>
                </a:gridCol>
                <a:gridCol w="458772">
                  <a:extLst>
                    <a:ext uri="{9D8B030D-6E8A-4147-A177-3AD203B41FA5}">
                      <a16:colId xmlns:a16="http://schemas.microsoft.com/office/drawing/2014/main" val="1123932323"/>
                    </a:ext>
                  </a:extLst>
                </a:gridCol>
                <a:gridCol w="458772">
                  <a:extLst>
                    <a:ext uri="{9D8B030D-6E8A-4147-A177-3AD203B41FA5}">
                      <a16:colId xmlns:a16="http://schemas.microsoft.com/office/drawing/2014/main" val="2828149368"/>
                    </a:ext>
                  </a:extLst>
                </a:gridCol>
              </a:tblGrid>
              <a:tr h="422583">
                <a:tc>
                  <a:txBody>
                    <a:bodyPr/>
                    <a:lstStyle/>
                    <a:p>
                      <a:pPr algn="ctr"/>
                      <a:endParaRPr lang="nl-NL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429808"/>
                  </a:ext>
                </a:extLst>
              </a:tr>
              <a:tr h="422583"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191753"/>
                  </a:ext>
                </a:extLst>
              </a:tr>
              <a:tr h="422583"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379609"/>
                  </a:ext>
                </a:extLst>
              </a:tr>
              <a:tr h="422583"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297003"/>
                  </a:ext>
                </a:extLst>
              </a:tr>
              <a:tr h="422583"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612653"/>
                  </a:ext>
                </a:extLst>
              </a:tr>
              <a:tr h="422583"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l-NL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973349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851E2C4-0763-CD4E-8D74-9D9A0E6678C1}"/>
              </a:ext>
            </a:extLst>
          </p:cNvPr>
          <p:cNvGrpSpPr/>
          <p:nvPr/>
        </p:nvGrpSpPr>
        <p:grpSpPr>
          <a:xfrm>
            <a:off x="8093338" y="3367767"/>
            <a:ext cx="3607247" cy="3029878"/>
            <a:chOff x="8093338" y="3367767"/>
            <a:chExt cx="3607247" cy="302987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63CFD72-D172-32E1-19DA-A7FD186E6F9B}"/>
                </a:ext>
              </a:extLst>
            </p:cNvPr>
            <p:cNvSpPr>
              <a:spLocks/>
            </p:cNvSpPr>
            <p:nvPr/>
          </p:nvSpPr>
          <p:spPr>
            <a:xfrm>
              <a:off x="8947954" y="3367767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DA246F4-A733-0DFA-9466-33A9A6D98664}"/>
                </a:ext>
              </a:extLst>
            </p:cNvPr>
            <p:cNvSpPr>
              <a:spLocks/>
            </p:cNvSpPr>
            <p:nvPr/>
          </p:nvSpPr>
          <p:spPr>
            <a:xfrm>
              <a:off x="9419275" y="3367767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ADFA085-C285-3CD5-7085-FF76C3A140D0}"/>
                </a:ext>
              </a:extLst>
            </p:cNvPr>
            <p:cNvSpPr>
              <a:spLocks/>
            </p:cNvSpPr>
            <p:nvPr/>
          </p:nvSpPr>
          <p:spPr>
            <a:xfrm>
              <a:off x="9890596" y="3367767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C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890BFC3-5DD1-ACC2-AF91-F88F014E46C1}"/>
                </a:ext>
              </a:extLst>
            </p:cNvPr>
            <p:cNvSpPr>
              <a:spLocks/>
            </p:cNvSpPr>
            <p:nvPr/>
          </p:nvSpPr>
          <p:spPr>
            <a:xfrm>
              <a:off x="10361917" y="3367767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1E3F302-E8D2-F62F-B3E6-BC8C101530FA}"/>
                </a:ext>
              </a:extLst>
            </p:cNvPr>
            <p:cNvSpPr>
              <a:spLocks/>
            </p:cNvSpPr>
            <p:nvPr/>
          </p:nvSpPr>
          <p:spPr>
            <a:xfrm>
              <a:off x="10833238" y="3367767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BD4DB61-494F-B62E-33ED-8C78C43DAE26}"/>
                </a:ext>
              </a:extLst>
            </p:cNvPr>
            <p:cNvSpPr>
              <a:spLocks/>
            </p:cNvSpPr>
            <p:nvPr/>
          </p:nvSpPr>
          <p:spPr>
            <a:xfrm>
              <a:off x="11304559" y="3367767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F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7E51793-5BBC-7CE0-FFD4-9ACF581656D0}"/>
                </a:ext>
              </a:extLst>
            </p:cNvPr>
            <p:cNvSpPr>
              <a:spLocks/>
            </p:cNvSpPr>
            <p:nvPr/>
          </p:nvSpPr>
          <p:spPr>
            <a:xfrm>
              <a:off x="8507299" y="3857596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3E0E22D-63AB-3993-7A80-B177199D316A}"/>
                </a:ext>
              </a:extLst>
            </p:cNvPr>
            <p:cNvSpPr>
              <a:spLocks/>
            </p:cNvSpPr>
            <p:nvPr/>
          </p:nvSpPr>
          <p:spPr>
            <a:xfrm>
              <a:off x="8507299" y="4286401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24FC833-9F13-5BA0-7C77-05AA50A4CD1E}"/>
                </a:ext>
              </a:extLst>
            </p:cNvPr>
            <p:cNvSpPr>
              <a:spLocks/>
            </p:cNvSpPr>
            <p:nvPr/>
          </p:nvSpPr>
          <p:spPr>
            <a:xfrm>
              <a:off x="8507299" y="4715206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C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A09D7D5-232F-779A-25CD-28D901471A11}"/>
                </a:ext>
              </a:extLst>
            </p:cNvPr>
            <p:cNvSpPr>
              <a:spLocks/>
            </p:cNvSpPr>
            <p:nvPr/>
          </p:nvSpPr>
          <p:spPr>
            <a:xfrm>
              <a:off x="8507299" y="5144011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58A9F39-A11C-C4AC-F23A-195A09002390}"/>
                </a:ext>
              </a:extLst>
            </p:cNvPr>
            <p:cNvSpPr>
              <a:spLocks/>
            </p:cNvSpPr>
            <p:nvPr/>
          </p:nvSpPr>
          <p:spPr>
            <a:xfrm>
              <a:off x="8507299" y="5572816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E6E7CB3-F80E-AF27-3136-A9E90BE08212}"/>
                </a:ext>
              </a:extLst>
            </p:cNvPr>
            <p:cNvSpPr>
              <a:spLocks/>
            </p:cNvSpPr>
            <p:nvPr/>
          </p:nvSpPr>
          <p:spPr>
            <a:xfrm>
              <a:off x="8507299" y="6001619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F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0BC636D-4299-7D07-82C0-BE527570F3C5}"/>
                </a:ext>
              </a:extLst>
            </p:cNvPr>
            <p:cNvSpPr txBox="1"/>
            <p:nvPr/>
          </p:nvSpPr>
          <p:spPr>
            <a:xfrm rot="16200000">
              <a:off x="7915565" y="4959345"/>
              <a:ext cx="724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From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7B53FF-1747-C889-DFDE-11CCA7BC49AF}"/>
              </a:ext>
            </a:extLst>
          </p:cNvPr>
          <p:cNvGrpSpPr/>
          <p:nvPr/>
        </p:nvGrpSpPr>
        <p:grpSpPr>
          <a:xfrm>
            <a:off x="1471820" y="4742408"/>
            <a:ext cx="3770050" cy="1257720"/>
            <a:chOff x="1471820" y="4742408"/>
            <a:chExt cx="3770050" cy="1257720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B4AA8E00-BD59-955A-3FB0-B54C336743A8}"/>
                </a:ext>
              </a:extLst>
            </p:cNvPr>
            <p:cNvSpPr>
              <a:spLocks/>
            </p:cNvSpPr>
            <p:nvPr/>
          </p:nvSpPr>
          <p:spPr>
            <a:xfrm>
              <a:off x="1471820" y="4744450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C779EE1-4FEE-E9D0-8FA6-BC77B0CF79FA}"/>
                </a:ext>
              </a:extLst>
            </p:cNvPr>
            <p:cNvSpPr>
              <a:spLocks/>
            </p:cNvSpPr>
            <p:nvPr/>
          </p:nvSpPr>
          <p:spPr>
            <a:xfrm>
              <a:off x="1471820" y="5173255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7A54696B-1B44-F458-E2CC-46F486006E4E}"/>
                </a:ext>
              </a:extLst>
            </p:cNvPr>
            <p:cNvSpPr>
              <a:spLocks/>
            </p:cNvSpPr>
            <p:nvPr/>
          </p:nvSpPr>
          <p:spPr>
            <a:xfrm>
              <a:off x="1471820" y="5602060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C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08D1D6A-4ED8-C949-5F54-BB7776C0072B}"/>
                </a:ext>
              </a:extLst>
            </p:cNvPr>
            <p:cNvSpPr>
              <a:spLocks/>
            </p:cNvSpPr>
            <p:nvPr/>
          </p:nvSpPr>
          <p:spPr>
            <a:xfrm>
              <a:off x="3392510" y="4744450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97D2B83-DC90-3162-26FD-E19025C9A8B3}"/>
                </a:ext>
              </a:extLst>
            </p:cNvPr>
            <p:cNvSpPr>
              <a:spLocks/>
            </p:cNvSpPr>
            <p:nvPr/>
          </p:nvSpPr>
          <p:spPr>
            <a:xfrm>
              <a:off x="3392510" y="5173255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7C6003E-8C92-5D33-B51D-58B4016D748C}"/>
                </a:ext>
              </a:extLst>
            </p:cNvPr>
            <p:cNvSpPr>
              <a:spLocks/>
            </p:cNvSpPr>
            <p:nvPr/>
          </p:nvSpPr>
          <p:spPr>
            <a:xfrm>
              <a:off x="3392510" y="5602060"/>
              <a:ext cx="396026" cy="39602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F</a:t>
              </a:r>
            </a:p>
          </p:txBody>
        </p:sp>
        <p:sp>
          <p:nvSpPr>
            <p:cNvPr id="112" name="Arrow: Right 111">
              <a:extLst>
                <a:ext uri="{FF2B5EF4-FFF2-40B4-BE49-F238E27FC236}">
                  <a16:creationId xmlns:a16="http://schemas.microsoft.com/office/drawing/2014/main" id="{7BD4E6D9-62AC-5519-1EE1-6276FC53B5A8}"/>
                </a:ext>
              </a:extLst>
            </p:cNvPr>
            <p:cNvSpPr/>
            <p:nvPr/>
          </p:nvSpPr>
          <p:spPr>
            <a:xfrm>
              <a:off x="1935133" y="4821542"/>
              <a:ext cx="350710" cy="2418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475538A6-A219-2856-B029-12F187221E0B}"/>
                </a:ext>
              </a:extLst>
            </p:cNvPr>
            <p:cNvSpPr txBox="1"/>
            <p:nvPr/>
          </p:nvSpPr>
          <p:spPr>
            <a:xfrm>
              <a:off x="2285843" y="4742408"/>
              <a:ext cx="7896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dirty="0">
                  <a:latin typeface="Aptos" panose="020B0004020202020204" pitchFamily="34" charset="0"/>
                </a:rPr>
                <a:t>{B, C}</a:t>
              </a:r>
            </a:p>
          </p:txBody>
        </p:sp>
        <p:sp>
          <p:nvSpPr>
            <p:cNvPr id="132" name="Arrow: Right 131">
              <a:extLst>
                <a:ext uri="{FF2B5EF4-FFF2-40B4-BE49-F238E27FC236}">
                  <a16:creationId xmlns:a16="http://schemas.microsoft.com/office/drawing/2014/main" id="{AB3B7C62-164A-B897-B3B6-607AAC45EA68}"/>
                </a:ext>
              </a:extLst>
            </p:cNvPr>
            <p:cNvSpPr/>
            <p:nvPr/>
          </p:nvSpPr>
          <p:spPr>
            <a:xfrm>
              <a:off x="3855043" y="4821542"/>
              <a:ext cx="350710" cy="2418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F4D5E37-3694-E120-20C9-3D12F64EA74E}"/>
                </a:ext>
              </a:extLst>
            </p:cNvPr>
            <p:cNvSpPr txBox="1"/>
            <p:nvPr/>
          </p:nvSpPr>
          <p:spPr>
            <a:xfrm>
              <a:off x="4205753" y="4742408"/>
              <a:ext cx="10361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dirty="0">
                  <a:latin typeface="Aptos" panose="020B0004020202020204" pitchFamily="34" charset="0"/>
                </a:rPr>
                <a:t>{C, E, F}</a:t>
              </a:r>
            </a:p>
          </p:txBody>
        </p:sp>
        <p:sp>
          <p:nvSpPr>
            <p:cNvPr id="130" name="Arrow: Right 129">
              <a:extLst>
                <a:ext uri="{FF2B5EF4-FFF2-40B4-BE49-F238E27FC236}">
                  <a16:creationId xmlns:a16="http://schemas.microsoft.com/office/drawing/2014/main" id="{57ABC484-FB37-2E8E-7BAB-C2F91C3D0202}"/>
                </a:ext>
              </a:extLst>
            </p:cNvPr>
            <p:cNvSpPr/>
            <p:nvPr/>
          </p:nvSpPr>
          <p:spPr>
            <a:xfrm>
              <a:off x="3855043" y="5250347"/>
              <a:ext cx="350710" cy="2418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72E04AAE-5226-C64C-BD3D-CB23B7BCE760}"/>
                </a:ext>
              </a:extLst>
            </p:cNvPr>
            <p:cNvSpPr txBox="1"/>
            <p:nvPr/>
          </p:nvSpPr>
          <p:spPr>
            <a:xfrm>
              <a:off x="4205753" y="5171213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dirty="0">
                  <a:latin typeface="Aptos" panose="020B0004020202020204" pitchFamily="34" charset="0"/>
                </a:rPr>
                <a:t>{}</a:t>
              </a:r>
            </a:p>
          </p:txBody>
        </p:sp>
        <p:sp>
          <p:nvSpPr>
            <p:cNvPr id="131" name="Arrow: Right 130">
              <a:extLst>
                <a:ext uri="{FF2B5EF4-FFF2-40B4-BE49-F238E27FC236}">
                  <a16:creationId xmlns:a16="http://schemas.microsoft.com/office/drawing/2014/main" id="{DA0985B3-C785-4A58-5C55-6742B6B5FE73}"/>
                </a:ext>
              </a:extLst>
            </p:cNvPr>
            <p:cNvSpPr/>
            <p:nvPr/>
          </p:nvSpPr>
          <p:spPr>
            <a:xfrm>
              <a:off x="3855043" y="5679152"/>
              <a:ext cx="350710" cy="2418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22A23B3-37E8-2FDF-9C72-D3E97351483E}"/>
                </a:ext>
              </a:extLst>
            </p:cNvPr>
            <p:cNvSpPr txBox="1"/>
            <p:nvPr/>
          </p:nvSpPr>
          <p:spPr>
            <a:xfrm>
              <a:off x="4205753" y="5600018"/>
              <a:ext cx="4780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dirty="0">
                  <a:latin typeface="Aptos" panose="020B0004020202020204" pitchFamily="34" charset="0"/>
                </a:rPr>
                <a:t>{E}</a:t>
              </a:r>
            </a:p>
          </p:txBody>
        </p:sp>
        <p:sp>
          <p:nvSpPr>
            <p:cNvPr id="120" name="Arrow: Right 119">
              <a:extLst>
                <a:ext uri="{FF2B5EF4-FFF2-40B4-BE49-F238E27FC236}">
                  <a16:creationId xmlns:a16="http://schemas.microsoft.com/office/drawing/2014/main" id="{E9C0FC84-B9C1-8B6F-15EF-BD4993BAE802}"/>
                </a:ext>
              </a:extLst>
            </p:cNvPr>
            <p:cNvSpPr/>
            <p:nvPr/>
          </p:nvSpPr>
          <p:spPr>
            <a:xfrm>
              <a:off x="1935133" y="5250347"/>
              <a:ext cx="350710" cy="2418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E972101-C3B4-7834-ABB2-9D69E2CA877D}"/>
                </a:ext>
              </a:extLst>
            </p:cNvPr>
            <p:cNvSpPr txBox="1"/>
            <p:nvPr/>
          </p:nvSpPr>
          <p:spPr>
            <a:xfrm>
              <a:off x="2285843" y="5171213"/>
              <a:ext cx="80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dirty="0">
                  <a:latin typeface="Aptos" panose="020B0004020202020204" pitchFamily="34" charset="0"/>
                </a:rPr>
                <a:t>{C, D}</a:t>
              </a:r>
            </a:p>
          </p:txBody>
        </p:sp>
        <p:sp>
          <p:nvSpPr>
            <p:cNvPr id="121" name="Arrow: Right 120">
              <a:extLst>
                <a:ext uri="{FF2B5EF4-FFF2-40B4-BE49-F238E27FC236}">
                  <a16:creationId xmlns:a16="http://schemas.microsoft.com/office/drawing/2014/main" id="{5D822C00-2E47-E6EB-1AFD-7549971AF2A1}"/>
                </a:ext>
              </a:extLst>
            </p:cNvPr>
            <p:cNvSpPr/>
            <p:nvPr/>
          </p:nvSpPr>
          <p:spPr>
            <a:xfrm>
              <a:off x="1935133" y="5679152"/>
              <a:ext cx="350710" cy="2418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AB5C4B9F-9548-83F6-16BA-62B4C6178869}"/>
                </a:ext>
              </a:extLst>
            </p:cNvPr>
            <p:cNvSpPr txBox="1"/>
            <p:nvPr/>
          </p:nvSpPr>
          <p:spPr>
            <a:xfrm>
              <a:off x="2285843" y="5600018"/>
              <a:ext cx="4780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dirty="0">
                  <a:latin typeface="Aptos" panose="020B0004020202020204" pitchFamily="34" charset="0"/>
                </a:rPr>
                <a:t>{E}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015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8DF08-ED89-A6FB-3AF1-F16D161EC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168F8-9E9C-3FB7-0547-585BD6B2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Graph</a:t>
            </a:r>
            <a:r>
              <a:rPr lang="nl-NL" dirty="0"/>
              <a:t> – </a:t>
            </a:r>
            <a:r>
              <a:rPr lang="nl-NL" dirty="0" err="1"/>
              <a:t>Representations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3546D-2D67-0F3B-689A-2E2DDB9D0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9198894" cy="3538728"/>
          </a:xfrm>
        </p:spPr>
        <p:txBody>
          <a:bodyPr>
            <a:normAutofit/>
          </a:bodyPr>
          <a:lstStyle/>
          <a:p>
            <a:r>
              <a:rPr lang="nl-NL" dirty="0" err="1"/>
              <a:t>Adjacency</a:t>
            </a:r>
            <a:r>
              <a:rPr lang="nl-NL" dirty="0"/>
              <a:t> </a:t>
            </a:r>
            <a:r>
              <a:rPr lang="nl-NL" dirty="0" err="1"/>
              <a:t>lists</a:t>
            </a:r>
            <a:r>
              <a:rPr lang="nl-NL" dirty="0"/>
              <a:t> in C++: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possibilities</a:t>
            </a:r>
            <a:endParaRPr lang="nl-NL" dirty="0"/>
          </a:p>
          <a:p>
            <a:pPr lvl="1"/>
            <a:endParaRPr lang="nl-NL" dirty="0"/>
          </a:p>
          <a:p>
            <a:pPr lvl="1"/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::vector&lt; </a:t>
            </a:r>
            <a:r>
              <a:rPr lang="nl-NL" dirty="0" err="1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::vector&lt;int&gt; 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lvl="1"/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::vector&lt; </a:t>
            </a:r>
            <a:r>
              <a:rPr lang="nl-NL" dirty="0" err="1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</a:t>
            </a:r>
            <a:r>
              <a:rPr lang="nl-NL" dirty="0" err="1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forward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_</a:t>
            </a:r>
            <a:r>
              <a:rPr lang="nl-NL" dirty="0" err="1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list</a:t>
            </a:r>
            <a:r>
              <a:rPr lang="nl-NL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&lt;int&gt; 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lvl="1"/>
            <a:endParaRPr lang="nl-NL" dirty="0">
              <a:solidFill>
                <a:srgbClr val="7030A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/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unordered_map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 </a:t>
            </a:r>
            <a:r>
              <a:rPr lang="nl-NL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Node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nl-NL" dirty="0" err="1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::vector&lt;Node&gt; 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lvl="1"/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unordered_map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 </a:t>
            </a:r>
            <a:r>
              <a:rPr lang="nl-NL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Node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nl-NL" dirty="0" err="1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</a:t>
            </a:r>
            <a:r>
              <a:rPr lang="nl-NL" dirty="0" err="1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unorderd_map</a:t>
            </a:r>
            <a:r>
              <a:rPr lang="nl-NL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&lt;Node, </a:t>
            </a:r>
            <a:r>
              <a:rPr lang="nl-NL" dirty="0" err="1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Edge</a:t>
            </a:r>
            <a:r>
              <a:rPr lang="nl-NL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 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C917D9-B809-9264-0C62-9C20BF2F3024}"/>
              </a:ext>
            </a:extLst>
          </p:cNvPr>
          <p:cNvGrpSpPr/>
          <p:nvPr/>
        </p:nvGrpSpPr>
        <p:grpSpPr>
          <a:xfrm>
            <a:off x="7643274" y="3644920"/>
            <a:ext cx="4051682" cy="1257720"/>
            <a:chOff x="7643274" y="3644920"/>
            <a:chExt cx="4051682" cy="1257720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1E0AC59-1A9D-6823-5CC8-94CEC630F30F}"/>
                </a:ext>
              </a:extLst>
            </p:cNvPr>
            <p:cNvSpPr>
              <a:spLocks/>
            </p:cNvSpPr>
            <p:nvPr/>
          </p:nvSpPr>
          <p:spPr>
            <a:xfrm>
              <a:off x="7643274" y="3646962"/>
              <a:ext cx="396026" cy="39602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DB9FBBC-C17B-D3C1-8289-B9B81AC75831}"/>
                </a:ext>
              </a:extLst>
            </p:cNvPr>
            <p:cNvSpPr>
              <a:spLocks/>
            </p:cNvSpPr>
            <p:nvPr/>
          </p:nvSpPr>
          <p:spPr>
            <a:xfrm>
              <a:off x="7643274" y="4075767"/>
              <a:ext cx="396026" cy="39602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B69D35B-B7E2-7A5C-9884-52C7643B1661}"/>
                </a:ext>
              </a:extLst>
            </p:cNvPr>
            <p:cNvSpPr>
              <a:spLocks/>
            </p:cNvSpPr>
            <p:nvPr/>
          </p:nvSpPr>
          <p:spPr>
            <a:xfrm>
              <a:off x="7643274" y="4504572"/>
              <a:ext cx="396026" cy="39602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C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C498DEB-B633-8722-F8C6-7A1E1669B5A4}"/>
                </a:ext>
              </a:extLst>
            </p:cNvPr>
            <p:cNvSpPr>
              <a:spLocks/>
            </p:cNvSpPr>
            <p:nvPr/>
          </p:nvSpPr>
          <p:spPr>
            <a:xfrm>
              <a:off x="9830528" y="3646962"/>
              <a:ext cx="396026" cy="39602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5BAAA22-2B31-00D7-7E72-783830B2D642}"/>
                </a:ext>
              </a:extLst>
            </p:cNvPr>
            <p:cNvSpPr>
              <a:spLocks/>
            </p:cNvSpPr>
            <p:nvPr/>
          </p:nvSpPr>
          <p:spPr>
            <a:xfrm>
              <a:off x="9830528" y="4075767"/>
              <a:ext cx="396026" cy="39602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sp>
          <p:nvSpPr>
            <p:cNvPr id="112" name="Arrow: Right 111">
              <a:extLst>
                <a:ext uri="{FF2B5EF4-FFF2-40B4-BE49-F238E27FC236}">
                  <a16:creationId xmlns:a16="http://schemas.microsoft.com/office/drawing/2014/main" id="{ABB6750A-CDA5-458D-5B95-03D994B93A5A}"/>
                </a:ext>
              </a:extLst>
            </p:cNvPr>
            <p:cNvSpPr/>
            <p:nvPr/>
          </p:nvSpPr>
          <p:spPr>
            <a:xfrm>
              <a:off x="8106587" y="3724054"/>
              <a:ext cx="350710" cy="2418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A933768-1D99-C259-0E50-4449A15130C9}"/>
                </a:ext>
              </a:extLst>
            </p:cNvPr>
            <p:cNvSpPr txBox="1"/>
            <p:nvPr/>
          </p:nvSpPr>
          <p:spPr>
            <a:xfrm>
              <a:off x="8457297" y="3644920"/>
              <a:ext cx="7896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dirty="0">
                  <a:latin typeface="Aptos" panose="020B0004020202020204" pitchFamily="34" charset="0"/>
                </a:rPr>
                <a:t>{B, C}</a:t>
              </a:r>
            </a:p>
          </p:txBody>
        </p:sp>
        <p:sp>
          <p:nvSpPr>
            <p:cNvPr id="132" name="Arrow: Right 131">
              <a:extLst>
                <a:ext uri="{FF2B5EF4-FFF2-40B4-BE49-F238E27FC236}">
                  <a16:creationId xmlns:a16="http://schemas.microsoft.com/office/drawing/2014/main" id="{C1836C8E-8924-D127-4822-63F070D77786}"/>
                </a:ext>
              </a:extLst>
            </p:cNvPr>
            <p:cNvSpPr/>
            <p:nvPr/>
          </p:nvSpPr>
          <p:spPr>
            <a:xfrm>
              <a:off x="10293061" y="3724054"/>
              <a:ext cx="350710" cy="2418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40391E2-3225-7E8A-F5DD-C82AC0684590}"/>
                </a:ext>
              </a:extLst>
            </p:cNvPr>
            <p:cNvSpPr txBox="1"/>
            <p:nvPr/>
          </p:nvSpPr>
          <p:spPr>
            <a:xfrm>
              <a:off x="10643771" y="3644920"/>
              <a:ext cx="10511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dirty="0">
                  <a:latin typeface="Aptos" panose="020B0004020202020204" pitchFamily="34" charset="0"/>
                </a:rPr>
                <a:t>{B, C, E}</a:t>
              </a:r>
            </a:p>
          </p:txBody>
        </p:sp>
        <p:sp>
          <p:nvSpPr>
            <p:cNvPr id="130" name="Arrow: Right 129">
              <a:extLst>
                <a:ext uri="{FF2B5EF4-FFF2-40B4-BE49-F238E27FC236}">
                  <a16:creationId xmlns:a16="http://schemas.microsoft.com/office/drawing/2014/main" id="{037B4F29-29C8-4E0F-76BD-614CCA38AA11}"/>
                </a:ext>
              </a:extLst>
            </p:cNvPr>
            <p:cNvSpPr/>
            <p:nvPr/>
          </p:nvSpPr>
          <p:spPr>
            <a:xfrm>
              <a:off x="10293061" y="4152859"/>
              <a:ext cx="350710" cy="2418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F30FEF5-79F8-FF87-CAC6-E1100B8DE3A5}"/>
                </a:ext>
              </a:extLst>
            </p:cNvPr>
            <p:cNvSpPr txBox="1"/>
            <p:nvPr/>
          </p:nvSpPr>
          <p:spPr>
            <a:xfrm>
              <a:off x="10643771" y="4073725"/>
              <a:ext cx="80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dirty="0">
                  <a:latin typeface="Aptos" panose="020B0004020202020204" pitchFamily="34" charset="0"/>
                </a:rPr>
                <a:t>{C, D}</a:t>
              </a:r>
            </a:p>
          </p:txBody>
        </p:sp>
        <p:sp>
          <p:nvSpPr>
            <p:cNvPr id="120" name="Arrow: Right 119">
              <a:extLst>
                <a:ext uri="{FF2B5EF4-FFF2-40B4-BE49-F238E27FC236}">
                  <a16:creationId xmlns:a16="http://schemas.microsoft.com/office/drawing/2014/main" id="{280C7F1E-D468-701F-EC7A-713F9FAC47F2}"/>
                </a:ext>
              </a:extLst>
            </p:cNvPr>
            <p:cNvSpPr/>
            <p:nvPr/>
          </p:nvSpPr>
          <p:spPr>
            <a:xfrm>
              <a:off x="8106587" y="4152859"/>
              <a:ext cx="350710" cy="2418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6081A81-6A12-530F-714F-1030C03643AC}"/>
                </a:ext>
              </a:extLst>
            </p:cNvPr>
            <p:cNvSpPr txBox="1"/>
            <p:nvPr/>
          </p:nvSpPr>
          <p:spPr>
            <a:xfrm>
              <a:off x="8457297" y="4073725"/>
              <a:ext cx="109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dirty="0">
                  <a:latin typeface="Aptos" panose="020B0004020202020204" pitchFamily="34" charset="0"/>
                </a:rPr>
                <a:t>{A, C, D}</a:t>
              </a:r>
            </a:p>
          </p:txBody>
        </p:sp>
        <p:sp>
          <p:nvSpPr>
            <p:cNvPr id="121" name="Arrow: Right 120">
              <a:extLst>
                <a:ext uri="{FF2B5EF4-FFF2-40B4-BE49-F238E27FC236}">
                  <a16:creationId xmlns:a16="http://schemas.microsoft.com/office/drawing/2014/main" id="{5C4A8AB9-D72E-C4E8-1561-ADADD945C0AD}"/>
                </a:ext>
              </a:extLst>
            </p:cNvPr>
            <p:cNvSpPr/>
            <p:nvPr/>
          </p:nvSpPr>
          <p:spPr>
            <a:xfrm>
              <a:off x="8106587" y="4581664"/>
              <a:ext cx="350710" cy="2418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68B894B-5FA8-C488-C61C-9A50C17D8599}"/>
                </a:ext>
              </a:extLst>
            </p:cNvPr>
            <p:cNvSpPr txBox="1"/>
            <p:nvPr/>
          </p:nvSpPr>
          <p:spPr>
            <a:xfrm>
              <a:off x="8457297" y="4502530"/>
              <a:ext cx="1329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dirty="0">
                  <a:latin typeface="Aptos" panose="020B0004020202020204" pitchFamily="34" charset="0"/>
                </a:rPr>
                <a:t>{A, B, D, E}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4939CD1-60D1-6E44-7F60-CB3DE5BBF8B1}"/>
              </a:ext>
            </a:extLst>
          </p:cNvPr>
          <p:cNvGrpSpPr/>
          <p:nvPr/>
        </p:nvGrpSpPr>
        <p:grpSpPr>
          <a:xfrm>
            <a:off x="7822952" y="1753578"/>
            <a:ext cx="3291063" cy="1459503"/>
            <a:chOff x="7822952" y="1753578"/>
            <a:chExt cx="3291063" cy="1459503"/>
          </a:xfrm>
        </p:grpSpPr>
        <p:sp>
          <p:nvSpPr>
            <p:cNvPr id="4" name="Oval 33">
              <a:extLst>
                <a:ext uri="{FF2B5EF4-FFF2-40B4-BE49-F238E27FC236}">
                  <a16:creationId xmlns:a16="http://schemas.microsoft.com/office/drawing/2014/main" id="{8AF22FE0-A2F6-2704-4A93-77F1F397F1BD}"/>
                </a:ext>
              </a:extLst>
            </p:cNvPr>
            <p:cNvSpPr/>
            <p:nvPr/>
          </p:nvSpPr>
          <p:spPr>
            <a:xfrm>
              <a:off x="7822952" y="2419919"/>
              <a:ext cx="427106" cy="42710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27" name="Oval 34">
              <a:extLst>
                <a:ext uri="{FF2B5EF4-FFF2-40B4-BE49-F238E27FC236}">
                  <a16:creationId xmlns:a16="http://schemas.microsoft.com/office/drawing/2014/main" id="{F72F310F-8599-BBB4-0155-B923A978B54C}"/>
                </a:ext>
              </a:extLst>
            </p:cNvPr>
            <p:cNvSpPr/>
            <p:nvPr/>
          </p:nvSpPr>
          <p:spPr>
            <a:xfrm>
              <a:off x="8865152" y="1753578"/>
              <a:ext cx="427106" cy="42710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28" name="Oval 35">
              <a:extLst>
                <a:ext uri="{FF2B5EF4-FFF2-40B4-BE49-F238E27FC236}">
                  <a16:creationId xmlns:a16="http://schemas.microsoft.com/office/drawing/2014/main" id="{A28421A1-EC59-F9D7-75C4-5B86F730FB52}"/>
                </a:ext>
              </a:extLst>
            </p:cNvPr>
            <p:cNvSpPr/>
            <p:nvPr/>
          </p:nvSpPr>
          <p:spPr>
            <a:xfrm>
              <a:off x="9493878" y="2572422"/>
              <a:ext cx="427106" cy="42710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C</a:t>
              </a:r>
            </a:p>
          </p:txBody>
        </p:sp>
        <p:sp>
          <p:nvSpPr>
            <p:cNvPr id="29" name="Oval 36">
              <a:extLst>
                <a:ext uri="{FF2B5EF4-FFF2-40B4-BE49-F238E27FC236}">
                  <a16:creationId xmlns:a16="http://schemas.microsoft.com/office/drawing/2014/main" id="{6E355683-86E6-A4FB-9A2B-3D792056662E}"/>
                </a:ext>
              </a:extLst>
            </p:cNvPr>
            <p:cNvSpPr/>
            <p:nvPr/>
          </p:nvSpPr>
          <p:spPr>
            <a:xfrm>
              <a:off x="10421089" y="1845488"/>
              <a:ext cx="427106" cy="42710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30" name="Oval 37">
              <a:extLst>
                <a:ext uri="{FF2B5EF4-FFF2-40B4-BE49-F238E27FC236}">
                  <a16:creationId xmlns:a16="http://schemas.microsoft.com/office/drawing/2014/main" id="{48A06744-DC78-053C-55D0-47764357746E}"/>
                </a:ext>
              </a:extLst>
            </p:cNvPr>
            <p:cNvSpPr/>
            <p:nvPr/>
          </p:nvSpPr>
          <p:spPr>
            <a:xfrm>
              <a:off x="10686909" y="2785975"/>
              <a:ext cx="427106" cy="42710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cxnSp>
          <p:nvCxnSpPr>
            <p:cNvPr id="31" name="Straight Connector 44">
              <a:extLst>
                <a:ext uri="{FF2B5EF4-FFF2-40B4-BE49-F238E27FC236}">
                  <a16:creationId xmlns:a16="http://schemas.microsoft.com/office/drawing/2014/main" id="{B853B688-6E0C-927C-2828-9B30FB5836C4}"/>
                </a:ext>
              </a:extLst>
            </p:cNvPr>
            <p:cNvCxnSpPr>
              <a:stCxn id="4" idx="6"/>
              <a:endCxn id="28" idx="2"/>
            </p:cNvCxnSpPr>
            <p:nvPr/>
          </p:nvCxnSpPr>
          <p:spPr>
            <a:xfrm>
              <a:off x="8250058" y="2633472"/>
              <a:ext cx="1243820" cy="15250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45">
              <a:extLst>
                <a:ext uri="{FF2B5EF4-FFF2-40B4-BE49-F238E27FC236}">
                  <a16:creationId xmlns:a16="http://schemas.microsoft.com/office/drawing/2014/main" id="{B5DFBFC2-829C-CA14-C0C0-D06E541A7A94}"/>
                </a:ext>
              </a:extLst>
            </p:cNvPr>
            <p:cNvCxnSpPr>
              <a:cxnSpLocks/>
              <a:stCxn id="4" idx="7"/>
              <a:endCxn id="27" idx="3"/>
            </p:cNvCxnSpPr>
            <p:nvPr/>
          </p:nvCxnSpPr>
          <p:spPr>
            <a:xfrm flipV="1">
              <a:off x="8187510" y="2118136"/>
              <a:ext cx="740190" cy="36433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48">
              <a:extLst>
                <a:ext uri="{FF2B5EF4-FFF2-40B4-BE49-F238E27FC236}">
                  <a16:creationId xmlns:a16="http://schemas.microsoft.com/office/drawing/2014/main" id="{ADE19313-D6C0-8D4D-CBC3-0F43F703E935}"/>
                </a:ext>
              </a:extLst>
            </p:cNvPr>
            <p:cNvCxnSpPr>
              <a:cxnSpLocks/>
              <a:stCxn id="27" idx="6"/>
              <a:endCxn id="29" idx="2"/>
            </p:cNvCxnSpPr>
            <p:nvPr/>
          </p:nvCxnSpPr>
          <p:spPr>
            <a:xfrm>
              <a:off x="9292258" y="1967131"/>
              <a:ext cx="1128831" cy="9191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51">
              <a:extLst>
                <a:ext uri="{FF2B5EF4-FFF2-40B4-BE49-F238E27FC236}">
                  <a16:creationId xmlns:a16="http://schemas.microsoft.com/office/drawing/2014/main" id="{31516D96-12E0-0AA7-855A-5FDDF453CAC1}"/>
                </a:ext>
              </a:extLst>
            </p:cNvPr>
            <p:cNvCxnSpPr>
              <a:cxnSpLocks/>
              <a:stCxn id="27" idx="5"/>
              <a:endCxn id="28" idx="1"/>
            </p:cNvCxnSpPr>
            <p:nvPr/>
          </p:nvCxnSpPr>
          <p:spPr>
            <a:xfrm>
              <a:off x="9229710" y="2118136"/>
              <a:ext cx="326716" cy="51683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54">
              <a:extLst>
                <a:ext uri="{FF2B5EF4-FFF2-40B4-BE49-F238E27FC236}">
                  <a16:creationId xmlns:a16="http://schemas.microsoft.com/office/drawing/2014/main" id="{73180F89-FCD8-5455-2153-6DEE720DB554}"/>
                </a:ext>
              </a:extLst>
            </p:cNvPr>
            <p:cNvCxnSpPr>
              <a:cxnSpLocks/>
              <a:stCxn id="28" idx="7"/>
              <a:endCxn id="29" idx="3"/>
            </p:cNvCxnSpPr>
            <p:nvPr/>
          </p:nvCxnSpPr>
          <p:spPr>
            <a:xfrm flipV="1">
              <a:off x="9858436" y="2210046"/>
              <a:ext cx="625201" cy="42492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57">
              <a:extLst>
                <a:ext uri="{FF2B5EF4-FFF2-40B4-BE49-F238E27FC236}">
                  <a16:creationId xmlns:a16="http://schemas.microsoft.com/office/drawing/2014/main" id="{B80BDD49-F873-0E5B-9FA1-E815587C91B5}"/>
                </a:ext>
              </a:extLst>
            </p:cNvPr>
            <p:cNvCxnSpPr>
              <a:cxnSpLocks/>
              <a:stCxn id="28" idx="6"/>
              <a:endCxn id="30" idx="2"/>
            </p:cNvCxnSpPr>
            <p:nvPr/>
          </p:nvCxnSpPr>
          <p:spPr>
            <a:xfrm>
              <a:off x="9920984" y="2785975"/>
              <a:ext cx="765925" cy="21355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61">
              <a:extLst>
                <a:ext uri="{FF2B5EF4-FFF2-40B4-BE49-F238E27FC236}">
                  <a16:creationId xmlns:a16="http://schemas.microsoft.com/office/drawing/2014/main" id="{104099B9-E347-0191-65DA-D813D3134178}"/>
                </a:ext>
              </a:extLst>
            </p:cNvPr>
            <p:cNvCxnSpPr>
              <a:cxnSpLocks/>
              <a:stCxn id="30" idx="0"/>
              <a:endCxn id="29" idx="5"/>
            </p:cNvCxnSpPr>
            <p:nvPr/>
          </p:nvCxnSpPr>
          <p:spPr>
            <a:xfrm flipH="1" flipV="1">
              <a:off x="10785647" y="2210046"/>
              <a:ext cx="114815" cy="57592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Speech Bubble: Oval 37">
            <a:extLst>
              <a:ext uri="{FF2B5EF4-FFF2-40B4-BE49-F238E27FC236}">
                <a16:creationId xmlns:a16="http://schemas.microsoft.com/office/drawing/2014/main" id="{C52BBC14-F3F2-43AA-E684-D297BE372B4A}"/>
              </a:ext>
            </a:extLst>
          </p:cNvPr>
          <p:cNvSpPr/>
          <p:nvPr/>
        </p:nvSpPr>
        <p:spPr>
          <a:xfrm>
            <a:off x="1402517" y="5642811"/>
            <a:ext cx="2652125" cy="925975"/>
          </a:xfrm>
          <a:prstGeom prst="wedgeEllipseCallout">
            <a:avLst>
              <a:gd name="adj1" fmla="val -13327"/>
              <a:gd name="adj2" fmla="val -6955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Why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not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use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std</a:t>
            </a:r>
            <a:r>
              <a:rPr lang="nl-NL" dirty="0">
                <a:latin typeface="Aptos" panose="020B0004020202020204" pitchFamily="34" charset="0"/>
              </a:rPr>
              <a:t>::map?</a:t>
            </a:r>
          </a:p>
        </p:txBody>
      </p:sp>
      <p:sp>
        <p:nvSpPr>
          <p:cNvPr id="39" name="Speech Bubble: Oval 38">
            <a:extLst>
              <a:ext uri="{FF2B5EF4-FFF2-40B4-BE49-F238E27FC236}">
                <a16:creationId xmlns:a16="http://schemas.microsoft.com/office/drawing/2014/main" id="{C33D47B7-28D6-CD1D-F954-51FEA0BAAD2B}"/>
              </a:ext>
            </a:extLst>
          </p:cNvPr>
          <p:cNvSpPr/>
          <p:nvPr/>
        </p:nvSpPr>
        <p:spPr>
          <a:xfrm>
            <a:off x="5769077" y="5642811"/>
            <a:ext cx="2953817" cy="1165977"/>
          </a:xfrm>
          <a:prstGeom prst="wedgeEllipseCallout">
            <a:avLst>
              <a:gd name="adj1" fmla="val -13327"/>
              <a:gd name="adj2" fmla="val -6955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Only</a:t>
            </a:r>
            <a:r>
              <a:rPr lang="nl-NL" dirty="0">
                <a:latin typeface="Aptos" panose="020B0004020202020204" pitchFamily="34" charset="0"/>
              </a:rPr>
              <a:t> relevant </a:t>
            </a:r>
            <a:r>
              <a:rPr lang="nl-NL" dirty="0" err="1">
                <a:latin typeface="Aptos" panose="020B0004020202020204" pitchFamily="34" charset="0"/>
              </a:rPr>
              <a:t>if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Edge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contains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useful</a:t>
            </a:r>
            <a:r>
              <a:rPr lang="nl-NL" dirty="0">
                <a:latin typeface="Aptos" panose="020B0004020202020204" pitchFamily="34" charset="0"/>
              </a:rPr>
              <a:t>  information</a:t>
            </a:r>
          </a:p>
        </p:txBody>
      </p:sp>
      <p:sp>
        <p:nvSpPr>
          <p:cNvPr id="40" name="Speech Bubble: Oval 39">
            <a:extLst>
              <a:ext uri="{FF2B5EF4-FFF2-40B4-BE49-F238E27FC236}">
                <a16:creationId xmlns:a16="http://schemas.microsoft.com/office/drawing/2014/main" id="{4F4AD491-7BC7-2D74-B045-B46F3CE72186}"/>
              </a:ext>
            </a:extLst>
          </p:cNvPr>
          <p:cNvSpPr/>
          <p:nvPr/>
        </p:nvSpPr>
        <p:spPr>
          <a:xfrm>
            <a:off x="5578320" y="2559599"/>
            <a:ext cx="2546415" cy="1106515"/>
          </a:xfrm>
          <a:prstGeom prst="wedgeEllipseCallout">
            <a:avLst>
              <a:gd name="adj1" fmla="val -59751"/>
              <a:gd name="adj2" fmla="val 399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If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nodes</a:t>
            </a:r>
            <a:r>
              <a:rPr lang="nl-NL" dirty="0">
                <a:latin typeface="Aptos" panose="020B0004020202020204" pitchFamily="34" charset="0"/>
              </a:rPr>
              <a:t> have </a:t>
            </a:r>
            <a:r>
              <a:rPr lang="nl-NL" dirty="0" err="1">
                <a:latin typeface="Aptos" panose="020B0004020202020204" pitchFamily="34" charset="0"/>
              </a:rPr>
              <a:t>an</a:t>
            </a:r>
            <a:r>
              <a:rPr lang="nl-NL" dirty="0">
                <a:latin typeface="Aptos" panose="020B0004020202020204" pitchFamily="34" charset="0"/>
              </a:rPr>
              <a:t> “</a:t>
            </a:r>
            <a:r>
              <a:rPr lang="nl-NL" dirty="0" err="1">
                <a:latin typeface="Aptos" panose="020B0004020202020204" pitchFamily="34" charset="0"/>
              </a:rPr>
              <a:t>id</a:t>
            </a:r>
            <a:r>
              <a:rPr lang="nl-NL" dirty="0">
                <a:latin typeface="Aptos" panose="020B0004020202020204" pitchFamily="34" charset="0"/>
              </a:rPr>
              <a:t>” / “index”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D930AEE-09A6-AC56-865C-666FE43EF774}"/>
              </a:ext>
            </a:extLst>
          </p:cNvPr>
          <p:cNvGrpSpPr/>
          <p:nvPr/>
        </p:nvGrpSpPr>
        <p:grpSpPr>
          <a:xfrm>
            <a:off x="7845533" y="1369899"/>
            <a:ext cx="3561090" cy="2042196"/>
            <a:chOff x="7845533" y="1369899"/>
            <a:chExt cx="3561090" cy="204219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2501485-EC28-E115-66C9-25FA89744F52}"/>
                </a:ext>
              </a:extLst>
            </p:cNvPr>
            <p:cNvSpPr txBox="1"/>
            <p:nvPr/>
          </p:nvSpPr>
          <p:spPr>
            <a:xfrm>
              <a:off x="7845533" y="2039154"/>
              <a:ext cx="292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93AEEA-869E-0700-8816-F38CD87F52A0}"/>
                </a:ext>
              </a:extLst>
            </p:cNvPr>
            <p:cNvSpPr txBox="1"/>
            <p:nvPr/>
          </p:nvSpPr>
          <p:spPr>
            <a:xfrm>
              <a:off x="8871968" y="1369899"/>
              <a:ext cx="292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670CDA5-978B-49A4-FDEA-2A7E472D67A3}"/>
                </a:ext>
              </a:extLst>
            </p:cNvPr>
            <p:cNvSpPr txBox="1"/>
            <p:nvPr/>
          </p:nvSpPr>
          <p:spPr>
            <a:xfrm>
              <a:off x="9306569" y="2965867"/>
              <a:ext cx="292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7044C8C-CE5A-4D5A-C673-E2F658E283ED}"/>
                </a:ext>
              </a:extLst>
            </p:cNvPr>
            <p:cNvSpPr txBox="1"/>
            <p:nvPr/>
          </p:nvSpPr>
          <p:spPr>
            <a:xfrm>
              <a:off x="10756192" y="1528394"/>
              <a:ext cx="292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165861F-45B3-F04A-1D1B-A32711D36CF2}"/>
                </a:ext>
              </a:extLst>
            </p:cNvPr>
            <p:cNvSpPr txBox="1"/>
            <p:nvPr/>
          </p:nvSpPr>
          <p:spPr>
            <a:xfrm>
              <a:off x="11114015" y="3042763"/>
              <a:ext cx="292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</a:p>
          </p:txBody>
        </p:sp>
      </p:grpSp>
      <p:sp>
        <p:nvSpPr>
          <p:cNvPr id="57" name="Star: 32 Points 56">
            <a:extLst>
              <a:ext uri="{FF2B5EF4-FFF2-40B4-BE49-F238E27FC236}">
                <a16:creationId xmlns:a16="http://schemas.microsoft.com/office/drawing/2014/main" id="{3289A87D-965D-3504-976B-2AE81E773CFD}"/>
              </a:ext>
            </a:extLst>
          </p:cNvPr>
          <p:cNvSpPr/>
          <p:nvPr/>
        </p:nvSpPr>
        <p:spPr>
          <a:xfrm>
            <a:off x="8557605" y="4716083"/>
            <a:ext cx="3572928" cy="2141917"/>
          </a:xfrm>
          <a:prstGeom prst="star3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Primary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operation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b="1" dirty="0" err="1">
                <a:latin typeface="Aptos" panose="020B0004020202020204" pitchFamily="34" charset="0"/>
              </a:rPr>
              <a:t>lookup</a:t>
            </a:r>
            <a:r>
              <a:rPr lang="nl-NL" dirty="0">
                <a:latin typeface="Aptos" panose="020B0004020202020204" pitchFamily="34" charset="0"/>
              </a:rPr>
              <a:t> a </a:t>
            </a:r>
            <a:r>
              <a:rPr lang="nl-NL" dirty="0" err="1">
                <a:latin typeface="Aptos" panose="020B0004020202020204" pitchFamily="34" charset="0"/>
              </a:rPr>
              <a:t>node’s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i="1" dirty="0" err="1">
                <a:latin typeface="Aptos" panose="020B0004020202020204" pitchFamily="34" charset="0"/>
              </a:rPr>
              <a:t>neighbours</a:t>
            </a:r>
            <a:endParaRPr lang="nl-NL" i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86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5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E1DE0-0041-4029-0246-AB4578F8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3233-DEA1-A406-1301-7747EA13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Graph</a:t>
            </a:r>
            <a:r>
              <a:rPr lang="nl-NL" dirty="0"/>
              <a:t> </a:t>
            </a:r>
            <a:r>
              <a:rPr lang="nl-NL" dirty="0" err="1"/>
              <a:t>algorithms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2393B-4C42-8E5B-AB3F-357F5FA07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7409046" cy="4224528"/>
          </a:xfrm>
        </p:spPr>
        <p:txBody>
          <a:bodyPr>
            <a:normAutofit/>
          </a:bodyPr>
          <a:lstStyle/>
          <a:p>
            <a:r>
              <a:rPr lang="nl-NL" dirty="0" err="1"/>
              <a:t>Finding</a:t>
            </a:r>
            <a:r>
              <a:rPr lang="nl-NL" dirty="0"/>
              <a:t> a </a:t>
            </a:r>
            <a:r>
              <a:rPr lang="nl-NL" dirty="0" err="1"/>
              <a:t>suitable</a:t>
            </a:r>
            <a:r>
              <a:rPr lang="nl-NL" dirty="0"/>
              <a:t> </a:t>
            </a:r>
            <a:r>
              <a:rPr lang="nl-NL" dirty="0" err="1"/>
              <a:t>representation</a:t>
            </a:r>
            <a:r>
              <a:rPr lang="nl-NL" dirty="0"/>
              <a:t> of a </a:t>
            </a:r>
            <a:r>
              <a:rPr lang="nl-NL" dirty="0" err="1"/>
              <a:t>graph</a:t>
            </a:r>
            <a:r>
              <a:rPr lang="nl-NL" dirty="0"/>
              <a:t> is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thing</a:t>
            </a:r>
            <a:endParaRPr lang="nl-NL" dirty="0"/>
          </a:p>
          <a:p>
            <a:endParaRPr lang="nl-NL" dirty="0"/>
          </a:p>
          <a:p>
            <a:r>
              <a:rPr lang="nl-NL" dirty="0"/>
              <a:t>Performance </a:t>
            </a:r>
            <a:r>
              <a:rPr lang="nl-NL" dirty="0" err="1"/>
              <a:t>matters</a:t>
            </a:r>
            <a:r>
              <a:rPr lang="nl-NL" dirty="0"/>
              <a:t>, but of </a:t>
            </a:r>
            <a:r>
              <a:rPr lang="nl-NL" dirty="0" err="1"/>
              <a:t>main</a:t>
            </a:r>
            <a:r>
              <a:rPr lang="nl-NL" dirty="0"/>
              <a:t> </a:t>
            </a:r>
            <a:r>
              <a:rPr lang="nl-NL" dirty="0" err="1"/>
              <a:t>importance</a:t>
            </a:r>
            <a:r>
              <a:rPr lang="nl-NL" dirty="0"/>
              <a:t> are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>
                <a:latin typeface="Aptos" panose="020B0004020202020204" pitchFamily="34" charset="0"/>
              </a:rPr>
              <a:t>algorithms</a:t>
            </a:r>
            <a:r>
              <a:rPr lang="nl-NL" dirty="0"/>
              <a:t> we run on </a:t>
            </a:r>
            <a:r>
              <a:rPr lang="nl-NL" dirty="0" err="1"/>
              <a:t>graphs</a:t>
            </a:r>
            <a:endParaRPr lang="nl-NL" dirty="0"/>
          </a:p>
          <a:p>
            <a:endParaRPr lang="nl-NL" dirty="0"/>
          </a:p>
          <a:p>
            <a:r>
              <a:rPr lang="nl-NL" dirty="0"/>
              <a:t>Basic </a:t>
            </a:r>
            <a:r>
              <a:rPr lang="nl-NL" dirty="0" err="1"/>
              <a:t>algorithms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Pathfinding</a:t>
            </a:r>
            <a:r>
              <a:rPr lang="nl-NL" dirty="0"/>
              <a:t>: </a:t>
            </a:r>
            <a:r>
              <a:rPr lang="nl-NL" dirty="0" err="1"/>
              <a:t>finding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sz="2000" dirty="0" err="1">
                <a:latin typeface="Aptos" panose="020B0004020202020204" pitchFamily="34" charset="0"/>
              </a:rPr>
              <a:t>reachable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&amp; </a:t>
            </a:r>
            <a:r>
              <a:rPr lang="nl-NL" dirty="0" err="1"/>
              <a:t>their</a:t>
            </a:r>
            <a:r>
              <a:rPr lang="nl-NL" dirty="0"/>
              <a:t> “</a:t>
            </a:r>
            <a:r>
              <a:rPr lang="nl-NL" dirty="0" err="1"/>
              <a:t>distances</a:t>
            </a:r>
            <a:r>
              <a:rPr lang="nl-NL" dirty="0"/>
              <a:t>”</a:t>
            </a:r>
          </a:p>
          <a:p>
            <a:pPr lvl="1"/>
            <a:r>
              <a:rPr lang="nl-NL" sz="2000" dirty="0">
                <a:latin typeface="Aptos" panose="020B0004020202020204" pitchFamily="34" charset="0"/>
              </a:rPr>
              <a:t>Ordering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in </a:t>
            </a:r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graphs</a:t>
            </a:r>
            <a:endParaRPr lang="nl-NL" dirty="0"/>
          </a:p>
          <a:p>
            <a:pPr lvl="1"/>
            <a:r>
              <a:rPr lang="nl-NL" dirty="0" err="1"/>
              <a:t>Finding</a:t>
            </a:r>
            <a:r>
              <a:rPr lang="nl-NL" dirty="0"/>
              <a:t> </a:t>
            </a:r>
            <a:r>
              <a:rPr lang="nl-NL" sz="2000" dirty="0" err="1">
                <a:latin typeface="Aptos" panose="020B0004020202020204" pitchFamily="34" charset="0"/>
              </a:rPr>
              <a:t>cycles</a:t>
            </a:r>
            <a:endParaRPr lang="nl-NL" sz="2000" dirty="0">
              <a:latin typeface="Aptos" panose="020B00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F826F77-6B3F-3536-BA65-0D9ECE828BDC}"/>
              </a:ext>
            </a:extLst>
          </p:cNvPr>
          <p:cNvGrpSpPr/>
          <p:nvPr/>
        </p:nvGrpSpPr>
        <p:grpSpPr>
          <a:xfrm>
            <a:off x="8049127" y="2633472"/>
            <a:ext cx="3681668" cy="3066480"/>
            <a:chOff x="8049127" y="2633472"/>
            <a:chExt cx="3681668" cy="306648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CF1FDBE-6C52-352E-8899-FAEEE9ECE7B5}"/>
                </a:ext>
              </a:extLst>
            </p:cNvPr>
            <p:cNvSpPr/>
            <p:nvPr/>
          </p:nvSpPr>
          <p:spPr>
            <a:xfrm>
              <a:off x="8049127" y="3215447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D520387-9F62-5ED2-3B14-CBD31DA42BA2}"/>
                </a:ext>
              </a:extLst>
            </p:cNvPr>
            <p:cNvSpPr/>
            <p:nvPr/>
          </p:nvSpPr>
          <p:spPr>
            <a:xfrm>
              <a:off x="8842551" y="2678879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2DE062A-036F-D5C4-BB15-EA94CCED5BCC}"/>
                </a:ext>
              </a:extLst>
            </p:cNvPr>
            <p:cNvSpPr/>
            <p:nvPr/>
          </p:nvSpPr>
          <p:spPr>
            <a:xfrm>
              <a:off x="8842551" y="4424635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>
                  <a:latin typeface="Aptos" panose="020B0004020202020204" pitchFamily="34" charset="0"/>
                </a:rPr>
                <a:t>C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60CD4AF-F5FF-FD36-7B61-DB607CCBB015}"/>
                </a:ext>
              </a:extLst>
            </p:cNvPr>
            <p:cNvSpPr/>
            <p:nvPr/>
          </p:nvSpPr>
          <p:spPr>
            <a:xfrm>
              <a:off x="10286673" y="2633472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DC72F4F-BCFC-6A0E-886A-B8F8155FF76F}"/>
                </a:ext>
              </a:extLst>
            </p:cNvPr>
            <p:cNvSpPr/>
            <p:nvPr/>
          </p:nvSpPr>
          <p:spPr>
            <a:xfrm>
              <a:off x="10651231" y="4211082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E5CA7FC-5CDE-ED7B-26CA-FE63A0093139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8413685" y="3580005"/>
              <a:ext cx="491414" cy="9071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8C2731E-10E8-ABBC-639A-F48BC2B31134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8413685" y="3043437"/>
              <a:ext cx="491414" cy="23455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959959F-6E66-CFBF-FB42-A8CD40D92FBA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 flipV="1">
              <a:off x="9269657" y="2847025"/>
              <a:ext cx="1017016" cy="454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5C73B22-DA60-19CD-B7A2-0A5E8975ABA8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9056104" y="3105985"/>
              <a:ext cx="0" cy="13186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72151F2-9087-EDEA-B4F4-67825CBA77F6}"/>
                </a:ext>
              </a:extLst>
            </p:cNvPr>
            <p:cNvSpPr/>
            <p:nvPr/>
          </p:nvSpPr>
          <p:spPr>
            <a:xfrm>
              <a:off x="11303689" y="2715172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F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98F4D17-96A0-F67D-9352-0840E5AEB913}"/>
                </a:ext>
              </a:extLst>
            </p:cNvPr>
            <p:cNvCxnSpPr>
              <a:cxnSpLocks/>
              <a:stCxn id="8" idx="3"/>
              <a:endCxn id="7" idx="7"/>
            </p:cNvCxnSpPr>
            <p:nvPr/>
          </p:nvCxnSpPr>
          <p:spPr>
            <a:xfrm flipH="1">
              <a:off x="9207109" y="2998030"/>
              <a:ext cx="1142112" cy="148915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D87804B-3ADB-8958-8E20-8C6DEE8114F6}"/>
                </a:ext>
              </a:extLst>
            </p:cNvPr>
            <p:cNvCxnSpPr>
              <a:cxnSpLocks/>
              <a:stCxn id="8" idx="6"/>
              <a:endCxn id="14" idx="2"/>
            </p:cNvCxnSpPr>
            <p:nvPr/>
          </p:nvCxnSpPr>
          <p:spPr>
            <a:xfrm>
              <a:off x="10713779" y="2847025"/>
              <a:ext cx="589910" cy="817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D3B35D0-4CFD-FB94-ECE4-492D2E945475}"/>
                </a:ext>
              </a:extLst>
            </p:cNvPr>
            <p:cNvCxnSpPr>
              <a:cxnSpLocks/>
              <a:stCxn id="14" idx="3"/>
              <a:endCxn id="9" idx="7"/>
            </p:cNvCxnSpPr>
            <p:nvPr/>
          </p:nvCxnSpPr>
          <p:spPr>
            <a:xfrm flipH="1">
              <a:off x="11015789" y="3079730"/>
              <a:ext cx="350448" cy="11939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A8DFB1E-A0FC-06DC-3145-9B73CF432019}"/>
                </a:ext>
              </a:extLst>
            </p:cNvPr>
            <p:cNvCxnSpPr>
              <a:cxnSpLocks/>
              <a:stCxn id="9" idx="0"/>
              <a:endCxn id="8" idx="4"/>
            </p:cNvCxnSpPr>
            <p:nvPr/>
          </p:nvCxnSpPr>
          <p:spPr>
            <a:xfrm flipH="1" flipV="1">
              <a:off x="10500226" y="3060578"/>
              <a:ext cx="364558" cy="11505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CCC8849-563F-DA49-3207-9E98E98D84B5}"/>
                </a:ext>
              </a:extLst>
            </p:cNvPr>
            <p:cNvCxnSpPr>
              <a:cxnSpLocks/>
              <a:stCxn id="7" idx="5"/>
              <a:endCxn id="20" idx="1"/>
            </p:cNvCxnSpPr>
            <p:nvPr/>
          </p:nvCxnSpPr>
          <p:spPr>
            <a:xfrm>
              <a:off x="9207109" y="4789193"/>
              <a:ext cx="482599" cy="5462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D390923-1C6A-7CF7-A951-8F3C10CB165E}"/>
                </a:ext>
              </a:extLst>
            </p:cNvPr>
            <p:cNvSpPr/>
            <p:nvPr/>
          </p:nvSpPr>
          <p:spPr>
            <a:xfrm>
              <a:off x="9627160" y="5272846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G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4FB2F6D-A632-BA6B-D92D-04B34D4142C8}"/>
                </a:ext>
              </a:extLst>
            </p:cNvPr>
            <p:cNvCxnSpPr>
              <a:cxnSpLocks/>
              <a:stCxn id="20" idx="7"/>
              <a:endCxn id="9" idx="3"/>
            </p:cNvCxnSpPr>
            <p:nvPr/>
          </p:nvCxnSpPr>
          <p:spPr>
            <a:xfrm flipV="1">
              <a:off x="9991718" y="4575640"/>
              <a:ext cx="722061" cy="7597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632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FAF75-BAAB-DF35-DFFD-BA6EFB3EC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7571E-077F-E182-51B4-12636384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Pathfinding</a:t>
            </a:r>
            <a:r>
              <a:rPr lang="nl-NL" dirty="0"/>
              <a:t> &amp; </a:t>
            </a:r>
            <a:r>
              <a:rPr lang="nl-NL" dirty="0" err="1"/>
              <a:t>Graph</a:t>
            </a:r>
            <a:r>
              <a:rPr lang="nl-NL" dirty="0"/>
              <a:t>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654E7-E72A-5EC3-7465-2DCEF35D2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7126550" cy="3566160"/>
          </a:xfrm>
        </p:spPr>
        <p:txBody>
          <a:bodyPr>
            <a:normAutofit/>
          </a:bodyPr>
          <a:lstStyle/>
          <a:p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reachable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a </a:t>
            </a:r>
            <a:r>
              <a:rPr lang="nl-NL" dirty="0" err="1"/>
              <a:t>certain</a:t>
            </a:r>
            <a:r>
              <a:rPr lang="nl-NL" dirty="0"/>
              <a:t> node:</a:t>
            </a:r>
          </a:p>
          <a:p>
            <a:pPr lvl="1"/>
            <a:r>
              <a:rPr lang="nl-NL" dirty="0" err="1"/>
              <a:t>Iterate</a:t>
            </a:r>
            <a:r>
              <a:rPr lang="nl-NL" dirty="0"/>
              <a:t> </a:t>
            </a:r>
            <a:r>
              <a:rPr lang="nl-NL" dirty="0" err="1"/>
              <a:t>edges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>
                <a:latin typeface="Aptos" panose="020B0004020202020204" pitchFamily="34" charset="0"/>
              </a:rPr>
              <a:t>neighbouring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– these are </a:t>
            </a:r>
            <a:r>
              <a:rPr lang="nl-NL" dirty="0" err="1"/>
              <a:t>reachable</a:t>
            </a:r>
            <a:endParaRPr lang="nl-NL" dirty="0"/>
          </a:p>
          <a:p>
            <a:pPr lvl="1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>
                <a:latin typeface="Aptos" panose="020B0004020202020204" pitchFamily="34" charset="0"/>
              </a:rPr>
              <a:t>reachable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those</a:t>
            </a:r>
            <a:r>
              <a:rPr lang="nl-NL" dirty="0"/>
              <a:t> </a:t>
            </a:r>
            <a:r>
              <a:rPr lang="nl-NL" dirty="0" err="1"/>
              <a:t>neigbours</a:t>
            </a:r>
            <a:r>
              <a:rPr lang="nl-NL" dirty="0"/>
              <a:t> </a:t>
            </a:r>
            <a:r>
              <a:rPr lang="nl-NL" sz="1400" dirty="0"/>
              <a:t>(</a:t>
            </a:r>
            <a:r>
              <a:rPr lang="nl-NL" sz="1400" dirty="0" err="1"/>
              <a:t>recursion</a:t>
            </a:r>
            <a:r>
              <a:rPr lang="nl-NL" sz="1400" dirty="0"/>
              <a:t>?!)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main</a:t>
            </a:r>
            <a:r>
              <a:rPr lang="nl-NL" dirty="0"/>
              <a:t> </a:t>
            </a:r>
            <a:r>
              <a:rPr lang="nl-NL" dirty="0" err="1"/>
              <a:t>ways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traverse / search a </a:t>
            </a:r>
            <a:r>
              <a:rPr lang="nl-NL" dirty="0" err="1"/>
              <a:t>graph</a:t>
            </a:r>
            <a:r>
              <a:rPr lang="nl-NL" dirty="0"/>
              <a:t> in </a:t>
            </a:r>
            <a:r>
              <a:rPr lang="nl-NL" dirty="0" err="1"/>
              <a:t>this</a:t>
            </a:r>
            <a:r>
              <a:rPr lang="nl-NL" dirty="0"/>
              <a:t> way:</a:t>
            </a:r>
          </a:p>
          <a:p>
            <a:pPr lvl="1"/>
            <a:r>
              <a:rPr lang="nl-NL" dirty="0">
                <a:latin typeface="Aptos" panose="020B0004020202020204" pitchFamily="34" charset="0"/>
              </a:rPr>
              <a:t>Depth</a:t>
            </a:r>
            <a:r>
              <a:rPr lang="nl-NL" dirty="0"/>
              <a:t> </a:t>
            </a:r>
            <a:r>
              <a:rPr lang="nl-NL" dirty="0">
                <a:latin typeface="Aptos" panose="020B0004020202020204" pitchFamily="34" charset="0"/>
              </a:rPr>
              <a:t>first search</a:t>
            </a:r>
            <a:r>
              <a:rPr lang="nl-NL" dirty="0"/>
              <a:t>: </a:t>
            </a:r>
            <a:r>
              <a:rPr lang="nl-NL" dirty="0" err="1"/>
              <a:t>try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go as far as </a:t>
            </a:r>
            <a:r>
              <a:rPr lang="nl-NL" dirty="0" err="1"/>
              <a:t>possible</a:t>
            </a:r>
            <a:r>
              <a:rPr lang="nl-NL" dirty="0"/>
              <a:t>, </a:t>
            </a:r>
            <a:r>
              <a:rPr lang="nl-NL" dirty="0" err="1"/>
              <a:t>then</a:t>
            </a:r>
            <a:r>
              <a:rPr lang="nl-NL" dirty="0"/>
              <a:t> backtrack</a:t>
            </a:r>
          </a:p>
          <a:p>
            <a:pPr lvl="1"/>
            <a:r>
              <a:rPr lang="nl-NL" dirty="0" err="1">
                <a:latin typeface="Aptos" panose="020B0004020202020204" pitchFamily="34" charset="0"/>
              </a:rPr>
              <a:t>Breadth</a:t>
            </a:r>
            <a:r>
              <a:rPr lang="nl-NL" dirty="0"/>
              <a:t> </a:t>
            </a:r>
            <a:r>
              <a:rPr lang="nl-NL" dirty="0">
                <a:latin typeface="Aptos" panose="020B0004020202020204" pitchFamily="34" charset="0"/>
              </a:rPr>
              <a:t>first search</a:t>
            </a:r>
            <a:r>
              <a:rPr lang="nl-NL" dirty="0"/>
              <a:t>: </a:t>
            </a:r>
            <a:r>
              <a:rPr lang="nl-NL" dirty="0" err="1"/>
              <a:t>visit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neighbouring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visiting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</a:t>
            </a:r>
            <a:r>
              <a:rPr lang="nl-NL" dirty="0" err="1"/>
              <a:t>neighbours</a:t>
            </a:r>
            <a:endParaRPr lang="nl-NL" dirty="0"/>
          </a:p>
          <a:p>
            <a:pPr lvl="1"/>
            <a:endParaRPr lang="nl-NL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B3A6E3F-23F9-7098-55E1-CDBD0688DE09}"/>
              </a:ext>
            </a:extLst>
          </p:cNvPr>
          <p:cNvGrpSpPr/>
          <p:nvPr/>
        </p:nvGrpSpPr>
        <p:grpSpPr>
          <a:xfrm>
            <a:off x="7995815" y="4659475"/>
            <a:ext cx="3821015" cy="2068984"/>
            <a:chOff x="7995815" y="4659475"/>
            <a:chExt cx="3821015" cy="2068984"/>
          </a:xfrm>
        </p:grpSpPr>
        <p:sp>
          <p:nvSpPr>
            <p:cNvPr id="63" name="Oval 6">
              <a:extLst>
                <a:ext uri="{FF2B5EF4-FFF2-40B4-BE49-F238E27FC236}">
                  <a16:creationId xmlns:a16="http://schemas.microsoft.com/office/drawing/2014/main" id="{F3ED0183-8C9E-595B-B35E-06714529BB27}"/>
                </a:ext>
              </a:extLst>
            </p:cNvPr>
            <p:cNvSpPr/>
            <p:nvPr/>
          </p:nvSpPr>
          <p:spPr>
            <a:xfrm>
              <a:off x="9055296" y="5475513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64" name="Oval 8">
              <a:extLst>
                <a:ext uri="{FF2B5EF4-FFF2-40B4-BE49-F238E27FC236}">
                  <a16:creationId xmlns:a16="http://schemas.microsoft.com/office/drawing/2014/main" id="{BCA21244-E5C3-F3B0-2812-113493883896}"/>
                </a:ext>
              </a:extLst>
            </p:cNvPr>
            <p:cNvSpPr/>
            <p:nvPr/>
          </p:nvSpPr>
          <p:spPr>
            <a:xfrm>
              <a:off x="10037821" y="5475513"/>
              <a:ext cx="427106" cy="427106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cxnSp>
          <p:nvCxnSpPr>
            <p:cNvPr id="65" name="Straight Arrow Connector 18">
              <a:extLst>
                <a:ext uri="{FF2B5EF4-FFF2-40B4-BE49-F238E27FC236}">
                  <a16:creationId xmlns:a16="http://schemas.microsoft.com/office/drawing/2014/main" id="{9D6DD659-0FAF-4349-0A3E-FA53C1BD780C}"/>
                </a:ext>
              </a:extLst>
            </p:cNvPr>
            <p:cNvCxnSpPr>
              <a:cxnSpLocks/>
              <a:stCxn id="66" idx="6"/>
              <a:endCxn id="63" idx="2"/>
            </p:cNvCxnSpPr>
            <p:nvPr/>
          </p:nvCxnSpPr>
          <p:spPr>
            <a:xfrm>
              <a:off x="8499877" y="5689066"/>
              <a:ext cx="55541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Oval 19">
              <a:extLst>
                <a:ext uri="{FF2B5EF4-FFF2-40B4-BE49-F238E27FC236}">
                  <a16:creationId xmlns:a16="http://schemas.microsoft.com/office/drawing/2014/main" id="{CB1283C7-036D-3DC6-29F8-1A08DB355132}"/>
                </a:ext>
              </a:extLst>
            </p:cNvPr>
            <p:cNvSpPr/>
            <p:nvPr/>
          </p:nvSpPr>
          <p:spPr>
            <a:xfrm>
              <a:off x="8072771" y="5475513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>
                  <a:latin typeface="Aptos" panose="020B0004020202020204" pitchFamily="34" charset="0"/>
                </a:rPr>
                <a:t>1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cxnSp>
          <p:nvCxnSpPr>
            <p:cNvPr id="67" name="Straight Arrow Connector 47">
              <a:extLst>
                <a:ext uri="{FF2B5EF4-FFF2-40B4-BE49-F238E27FC236}">
                  <a16:creationId xmlns:a16="http://schemas.microsoft.com/office/drawing/2014/main" id="{ECA5ED06-AC37-0DB1-835B-39A51020FFFF}"/>
                </a:ext>
              </a:extLst>
            </p:cNvPr>
            <p:cNvCxnSpPr>
              <a:cxnSpLocks/>
              <a:stCxn id="66" idx="7"/>
              <a:endCxn id="71" idx="3"/>
            </p:cNvCxnSpPr>
            <p:nvPr/>
          </p:nvCxnSpPr>
          <p:spPr>
            <a:xfrm flipV="1">
              <a:off x="8437329" y="5024033"/>
              <a:ext cx="680515" cy="5140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Oval 8">
              <a:extLst>
                <a:ext uri="{FF2B5EF4-FFF2-40B4-BE49-F238E27FC236}">
                  <a16:creationId xmlns:a16="http://schemas.microsoft.com/office/drawing/2014/main" id="{93FC5DF6-6C42-F59C-BABD-A6430D53C100}"/>
                </a:ext>
              </a:extLst>
            </p:cNvPr>
            <p:cNvSpPr/>
            <p:nvPr/>
          </p:nvSpPr>
          <p:spPr>
            <a:xfrm>
              <a:off x="11049665" y="5475513"/>
              <a:ext cx="427106" cy="427106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cxnSp>
          <p:nvCxnSpPr>
            <p:cNvPr id="69" name="Straight Arrow Connector 18">
              <a:extLst>
                <a:ext uri="{FF2B5EF4-FFF2-40B4-BE49-F238E27FC236}">
                  <a16:creationId xmlns:a16="http://schemas.microsoft.com/office/drawing/2014/main" id="{861F4696-6F26-4636-D470-4D27779A488B}"/>
                </a:ext>
              </a:extLst>
            </p:cNvPr>
            <p:cNvCxnSpPr>
              <a:cxnSpLocks/>
              <a:stCxn id="63" idx="6"/>
              <a:endCxn id="64" idx="2"/>
            </p:cNvCxnSpPr>
            <p:nvPr/>
          </p:nvCxnSpPr>
          <p:spPr>
            <a:xfrm>
              <a:off x="9482402" y="5689066"/>
              <a:ext cx="555419" cy="0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18">
              <a:extLst>
                <a:ext uri="{FF2B5EF4-FFF2-40B4-BE49-F238E27FC236}">
                  <a16:creationId xmlns:a16="http://schemas.microsoft.com/office/drawing/2014/main" id="{E960DAF5-4F3E-A7A5-E567-9C1610127F0E}"/>
                </a:ext>
              </a:extLst>
            </p:cNvPr>
            <p:cNvCxnSpPr>
              <a:cxnSpLocks/>
              <a:stCxn id="64" idx="6"/>
              <a:endCxn id="68" idx="2"/>
            </p:cNvCxnSpPr>
            <p:nvPr/>
          </p:nvCxnSpPr>
          <p:spPr>
            <a:xfrm>
              <a:off x="10464927" y="5689066"/>
              <a:ext cx="584738" cy="0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Oval 6">
              <a:extLst>
                <a:ext uri="{FF2B5EF4-FFF2-40B4-BE49-F238E27FC236}">
                  <a16:creationId xmlns:a16="http://schemas.microsoft.com/office/drawing/2014/main" id="{2BB1C0A8-8924-032A-483D-811775C8D5A3}"/>
                </a:ext>
              </a:extLst>
            </p:cNvPr>
            <p:cNvSpPr/>
            <p:nvPr/>
          </p:nvSpPr>
          <p:spPr>
            <a:xfrm>
              <a:off x="9055296" y="4659475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72" name="Oval 6">
              <a:extLst>
                <a:ext uri="{FF2B5EF4-FFF2-40B4-BE49-F238E27FC236}">
                  <a16:creationId xmlns:a16="http://schemas.microsoft.com/office/drawing/2014/main" id="{BF0B4BE2-7A30-434B-C796-A51FF492F399}"/>
                </a:ext>
              </a:extLst>
            </p:cNvPr>
            <p:cNvSpPr/>
            <p:nvPr/>
          </p:nvSpPr>
          <p:spPr>
            <a:xfrm>
              <a:off x="8648489" y="6291551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73" name="Oval 6">
              <a:extLst>
                <a:ext uri="{FF2B5EF4-FFF2-40B4-BE49-F238E27FC236}">
                  <a16:creationId xmlns:a16="http://schemas.microsoft.com/office/drawing/2014/main" id="{DA82D1DE-59A6-D0BA-5357-9EA68480E18A}"/>
                </a:ext>
              </a:extLst>
            </p:cNvPr>
            <p:cNvSpPr/>
            <p:nvPr/>
          </p:nvSpPr>
          <p:spPr>
            <a:xfrm>
              <a:off x="9910832" y="6291551"/>
              <a:ext cx="427106" cy="427106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75" name="Oval 6">
              <a:extLst>
                <a:ext uri="{FF2B5EF4-FFF2-40B4-BE49-F238E27FC236}">
                  <a16:creationId xmlns:a16="http://schemas.microsoft.com/office/drawing/2014/main" id="{B8911471-6D64-644D-2152-D74E3C9921DD}"/>
                </a:ext>
              </a:extLst>
            </p:cNvPr>
            <p:cNvSpPr/>
            <p:nvPr/>
          </p:nvSpPr>
          <p:spPr>
            <a:xfrm>
              <a:off x="10177325" y="4659475"/>
              <a:ext cx="427106" cy="427106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cxnSp>
          <p:nvCxnSpPr>
            <p:cNvPr id="76" name="Straight Arrow Connector 47">
              <a:extLst>
                <a:ext uri="{FF2B5EF4-FFF2-40B4-BE49-F238E27FC236}">
                  <a16:creationId xmlns:a16="http://schemas.microsoft.com/office/drawing/2014/main" id="{32A0B6D0-E181-2FED-846E-DCE80449700F}"/>
                </a:ext>
              </a:extLst>
            </p:cNvPr>
            <p:cNvCxnSpPr>
              <a:cxnSpLocks/>
              <a:stCxn id="71" idx="6"/>
              <a:endCxn id="75" idx="2"/>
            </p:cNvCxnSpPr>
            <p:nvPr/>
          </p:nvCxnSpPr>
          <p:spPr>
            <a:xfrm>
              <a:off x="9482402" y="4873028"/>
              <a:ext cx="694923" cy="0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47">
              <a:extLst>
                <a:ext uri="{FF2B5EF4-FFF2-40B4-BE49-F238E27FC236}">
                  <a16:creationId xmlns:a16="http://schemas.microsoft.com/office/drawing/2014/main" id="{27F84172-49D0-BA20-508E-1A6576E53D04}"/>
                </a:ext>
              </a:extLst>
            </p:cNvPr>
            <p:cNvCxnSpPr>
              <a:cxnSpLocks/>
              <a:stCxn id="64" idx="0"/>
              <a:endCxn id="75" idx="4"/>
            </p:cNvCxnSpPr>
            <p:nvPr/>
          </p:nvCxnSpPr>
          <p:spPr>
            <a:xfrm flipV="1">
              <a:off x="10251374" y="5086581"/>
              <a:ext cx="139504" cy="388932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47">
              <a:extLst>
                <a:ext uri="{FF2B5EF4-FFF2-40B4-BE49-F238E27FC236}">
                  <a16:creationId xmlns:a16="http://schemas.microsoft.com/office/drawing/2014/main" id="{B551D8B9-7F13-4C73-7944-2403A56502C1}"/>
                </a:ext>
              </a:extLst>
            </p:cNvPr>
            <p:cNvCxnSpPr>
              <a:cxnSpLocks/>
              <a:stCxn id="75" idx="6"/>
              <a:endCxn id="68" idx="1"/>
            </p:cNvCxnSpPr>
            <p:nvPr/>
          </p:nvCxnSpPr>
          <p:spPr>
            <a:xfrm>
              <a:off x="10604431" y="4873028"/>
              <a:ext cx="507782" cy="665033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47">
              <a:extLst>
                <a:ext uri="{FF2B5EF4-FFF2-40B4-BE49-F238E27FC236}">
                  <a16:creationId xmlns:a16="http://schemas.microsoft.com/office/drawing/2014/main" id="{A63BDBED-75F0-1EFE-71B3-D4EF29CD5591}"/>
                </a:ext>
              </a:extLst>
            </p:cNvPr>
            <p:cNvCxnSpPr>
              <a:cxnSpLocks/>
              <a:stCxn id="66" idx="5"/>
              <a:endCxn id="72" idx="1"/>
            </p:cNvCxnSpPr>
            <p:nvPr/>
          </p:nvCxnSpPr>
          <p:spPr>
            <a:xfrm>
              <a:off x="8437329" y="5840071"/>
              <a:ext cx="273708" cy="5140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47">
              <a:extLst>
                <a:ext uri="{FF2B5EF4-FFF2-40B4-BE49-F238E27FC236}">
                  <a16:creationId xmlns:a16="http://schemas.microsoft.com/office/drawing/2014/main" id="{81C499AA-CF58-7AB7-51FC-BA62CEA247FB}"/>
                </a:ext>
              </a:extLst>
            </p:cNvPr>
            <p:cNvCxnSpPr>
              <a:cxnSpLocks/>
              <a:stCxn id="63" idx="5"/>
              <a:endCxn id="73" idx="1"/>
            </p:cNvCxnSpPr>
            <p:nvPr/>
          </p:nvCxnSpPr>
          <p:spPr>
            <a:xfrm>
              <a:off x="9419854" y="5840071"/>
              <a:ext cx="553526" cy="514028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47">
              <a:extLst>
                <a:ext uri="{FF2B5EF4-FFF2-40B4-BE49-F238E27FC236}">
                  <a16:creationId xmlns:a16="http://schemas.microsoft.com/office/drawing/2014/main" id="{2919CDE0-6829-F41C-F1C3-6F3D4AA0348F}"/>
                </a:ext>
              </a:extLst>
            </p:cNvPr>
            <p:cNvCxnSpPr>
              <a:cxnSpLocks/>
              <a:stCxn id="72" idx="6"/>
              <a:endCxn id="73" idx="2"/>
            </p:cNvCxnSpPr>
            <p:nvPr/>
          </p:nvCxnSpPr>
          <p:spPr>
            <a:xfrm>
              <a:off x="9075595" y="6505104"/>
              <a:ext cx="835237" cy="0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Oval 6">
              <a:extLst>
                <a:ext uri="{FF2B5EF4-FFF2-40B4-BE49-F238E27FC236}">
                  <a16:creationId xmlns:a16="http://schemas.microsoft.com/office/drawing/2014/main" id="{D168692B-7714-EE11-689E-16F790FC120F}"/>
                </a:ext>
              </a:extLst>
            </p:cNvPr>
            <p:cNvSpPr/>
            <p:nvPr/>
          </p:nvSpPr>
          <p:spPr>
            <a:xfrm>
              <a:off x="7995815" y="4675994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</a:t>
              </a:r>
            </a:p>
          </p:txBody>
        </p:sp>
        <p:cxnSp>
          <p:nvCxnSpPr>
            <p:cNvPr id="84" name="Straight Arrow Connector 47">
              <a:extLst>
                <a:ext uri="{FF2B5EF4-FFF2-40B4-BE49-F238E27FC236}">
                  <a16:creationId xmlns:a16="http://schemas.microsoft.com/office/drawing/2014/main" id="{F97C1841-F1DF-794D-7610-86AA30A819D4}"/>
                </a:ext>
              </a:extLst>
            </p:cNvPr>
            <p:cNvCxnSpPr>
              <a:cxnSpLocks/>
              <a:stCxn id="66" idx="0"/>
              <a:endCxn id="83" idx="4"/>
            </p:cNvCxnSpPr>
            <p:nvPr/>
          </p:nvCxnSpPr>
          <p:spPr>
            <a:xfrm flipH="1" flipV="1">
              <a:off x="8209368" y="5103100"/>
              <a:ext cx="76956" cy="37241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47">
              <a:extLst>
                <a:ext uri="{FF2B5EF4-FFF2-40B4-BE49-F238E27FC236}">
                  <a16:creationId xmlns:a16="http://schemas.microsoft.com/office/drawing/2014/main" id="{4691BBD7-DF93-3406-C2AE-B15C62314A90}"/>
                </a:ext>
              </a:extLst>
            </p:cNvPr>
            <p:cNvCxnSpPr>
              <a:cxnSpLocks/>
              <a:stCxn id="71" idx="2"/>
              <a:endCxn id="83" idx="6"/>
            </p:cNvCxnSpPr>
            <p:nvPr/>
          </p:nvCxnSpPr>
          <p:spPr>
            <a:xfrm flipH="1">
              <a:off x="8422921" y="4873028"/>
              <a:ext cx="632375" cy="16519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705BAAD-BD5E-B035-F9D1-616BE084B653}"/>
                </a:ext>
              </a:extLst>
            </p:cNvPr>
            <p:cNvSpPr txBox="1"/>
            <p:nvPr/>
          </p:nvSpPr>
          <p:spPr>
            <a:xfrm>
              <a:off x="10841819" y="6082128"/>
              <a:ext cx="9750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Breadth</a:t>
              </a:r>
              <a:br>
                <a:rPr lang="nl-NL" dirty="0">
                  <a:latin typeface="Aptos" panose="020B0004020202020204" pitchFamily="34" charset="0"/>
                </a:rPr>
              </a:br>
              <a:r>
                <a:rPr lang="nl-NL" dirty="0">
                  <a:latin typeface="Aptos" panose="020B0004020202020204" pitchFamily="34" charset="0"/>
                </a:rPr>
                <a:t>first</a:t>
              </a:r>
            </a:p>
          </p:txBody>
        </p:sp>
      </p:grpSp>
      <p:sp>
        <p:nvSpPr>
          <p:cNvPr id="4" name="Oval 6">
            <a:extLst>
              <a:ext uri="{FF2B5EF4-FFF2-40B4-BE49-F238E27FC236}">
                <a16:creationId xmlns:a16="http://schemas.microsoft.com/office/drawing/2014/main" id="{E3996D35-B4EA-0F70-A7FD-B1E99ADFA592}"/>
              </a:ext>
            </a:extLst>
          </p:cNvPr>
          <p:cNvSpPr/>
          <p:nvPr/>
        </p:nvSpPr>
        <p:spPr>
          <a:xfrm>
            <a:off x="9093414" y="3065901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D73C8B36-C20A-F35B-6281-ACC0FFA6B10C}"/>
              </a:ext>
            </a:extLst>
          </p:cNvPr>
          <p:cNvSpPr/>
          <p:nvPr/>
        </p:nvSpPr>
        <p:spPr>
          <a:xfrm>
            <a:off x="10075939" y="3065901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7CD6F470-19EE-42CB-DBFA-7B1DDC326B7E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8537995" y="3279454"/>
            <a:ext cx="55541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76D1AA17-273B-9294-D912-07CFB31BB70B}"/>
              </a:ext>
            </a:extLst>
          </p:cNvPr>
          <p:cNvSpPr/>
          <p:nvPr/>
        </p:nvSpPr>
        <p:spPr>
          <a:xfrm>
            <a:off x="8110889" y="3065901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8">
            <a:extLst>
              <a:ext uri="{FF2B5EF4-FFF2-40B4-BE49-F238E27FC236}">
                <a16:creationId xmlns:a16="http://schemas.microsoft.com/office/drawing/2014/main" id="{035C9BEA-7C2E-2B46-7089-01AF6CA0BBBC}"/>
              </a:ext>
            </a:extLst>
          </p:cNvPr>
          <p:cNvSpPr/>
          <p:nvPr/>
        </p:nvSpPr>
        <p:spPr>
          <a:xfrm>
            <a:off x="11087783" y="3065901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18">
            <a:extLst>
              <a:ext uri="{FF2B5EF4-FFF2-40B4-BE49-F238E27FC236}">
                <a16:creationId xmlns:a16="http://schemas.microsoft.com/office/drawing/2014/main" id="{9E2F6467-3B3F-4A91-27A4-B5B302A3805B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9520520" y="3279454"/>
            <a:ext cx="55541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8">
            <a:extLst>
              <a:ext uri="{FF2B5EF4-FFF2-40B4-BE49-F238E27FC236}">
                <a16:creationId xmlns:a16="http://schemas.microsoft.com/office/drawing/2014/main" id="{1A31F3B8-ECF4-73DA-7639-0C067FACCCC8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10503045" y="3279454"/>
            <a:ext cx="5847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6">
            <a:extLst>
              <a:ext uri="{FF2B5EF4-FFF2-40B4-BE49-F238E27FC236}">
                <a16:creationId xmlns:a16="http://schemas.microsoft.com/office/drawing/2014/main" id="{85C9C70A-D147-E5CA-537E-318703B52393}"/>
              </a:ext>
            </a:extLst>
          </p:cNvPr>
          <p:cNvSpPr/>
          <p:nvPr/>
        </p:nvSpPr>
        <p:spPr>
          <a:xfrm>
            <a:off x="9093414" y="2249863"/>
            <a:ext cx="427106" cy="42710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5" name="Oval 6">
            <a:extLst>
              <a:ext uri="{FF2B5EF4-FFF2-40B4-BE49-F238E27FC236}">
                <a16:creationId xmlns:a16="http://schemas.microsoft.com/office/drawing/2014/main" id="{3A12780F-6198-1252-C75A-DF7E4E11BD02}"/>
              </a:ext>
            </a:extLst>
          </p:cNvPr>
          <p:cNvSpPr/>
          <p:nvPr/>
        </p:nvSpPr>
        <p:spPr>
          <a:xfrm>
            <a:off x="8686607" y="3881939"/>
            <a:ext cx="427106" cy="42710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6" name="Oval 6">
            <a:extLst>
              <a:ext uri="{FF2B5EF4-FFF2-40B4-BE49-F238E27FC236}">
                <a16:creationId xmlns:a16="http://schemas.microsoft.com/office/drawing/2014/main" id="{0C8357FD-0B3A-A751-3D2C-55AE2848EB27}"/>
              </a:ext>
            </a:extLst>
          </p:cNvPr>
          <p:cNvSpPr/>
          <p:nvPr/>
        </p:nvSpPr>
        <p:spPr>
          <a:xfrm>
            <a:off x="9948950" y="3881939"/>
            <a:ext cx="427106" cy="42710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7" name="Oval 6">
            <a:extLst>
              <a:ext uri="{FF2B5EF4-FFF2-40B4-BE49-F238E27FC236}">
                <a16:creationId xmlns:a16="http://schemas.microsoft.com/office/drawing/2014/main" id="{C3B7EB3A-6BB6-1CF4-FB91-952356BC9CE7}"/>
              </a:ext>
            </a:extLst>
          </p:cNvPr>
          <p:cNvSpPr/>
          <p:nvPr/>
        </p:nvSpPr>
        <p:spPr>
          <a:xfrm>
            <a:off x="10874230" y="3859956"/>
            <a:ext cx="427106" cy="42710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8" name="Oval 6">
            <a:extLst>
              <a:ext uri="{FF2B5EF4-FFF2-40B4-BE49-F238E27FC236}">
                <a16:creationId xmlns:a16="http://schemas.microsoft.com/office/drawing/2014/main" id="{93349FAC-D65A-548A-4259-87A645202633}"/>
              </a:ext>
            </a:extLst>
          </p:cNvPr>
          <p:cNvSpPr/>
          <p:nvPr/>
        </p:nvSpPr>
        <p:spPr>
          <a:xfrm>
            <a:off x="10215443" y="2249863"/>
            <a:ext cx="427106" cy="42710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4" name="Oval 6">
            <a:extLst>
              <a:ext uri="{FF2B5EF4-FFF2-40B4-BE49-F238E27FC236}">
                <a16:creationId xmlns:a16="http://schemas.microsoft.com/office/drawing/2014/main" id="{A649C311-78C2-1962-F12A-CB0CDD036483}"/>
              </a:ext>
            </a:extLst>
          </p:cNvPr>
          <p:cNvSpPr/>
          <p:nvPr/>
        </p:nvSpPr>
        <p:spPr>
          <a:xfrm>
            <a:off x="8033933" y="2266382"/>
            <a:ext cx="427106" cy="42710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8" name="Straight Arrow Connector 47">
            <a:extLst>
              <a:ext uri="{FF2B5EF4-FFF2-40B4-BE49-F238E27FC236}">
                <a16:creationId xmlns:a16="http://schemas.microsoft.com/office/drawing/2014/main" id="{3DE7A709-EBC0-2325-77E6-E0E8BD8C1176}"/>
              </a:ext>
            </a:extLst>
          </p:cNvPr>
          <p:cNvCxnSpPr>
            <a:cxnSpLocks/>
            <a:stCxn id="7" idx="7"/>
            <a:endCxn id="24" idx="3"/>
          </p:cNvCxnSpPr>
          <p:nvPr/>
        </p:nvCxnSpPr>
        <p:spPr>
          <a:xfrm flipV="1">
            <a:off x="8475447" y="2614421"/>
            <a:ext cx="680515" cy="5140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47">
            <a:extLst>
              <a:ext uri="{FF2B5EF4-FFF2-40B4-BE49-F238E27FC236}">
                <a16:creationId xmlns:a16="http://schemas.microsoft.com/office/drawing/2014/main" id="{A6F70A7C-EDB7-AEC9-F8F0-2497D9067E75}"/>
              </a:ext>
            </a:extLst>
          </p:cNvPr>
          <p:cNvCxnSpPr>
            <a:cxnSpLocks/>
            <a:stCxn id="24" idx="6"/>
            <a:endCxn id="28" idx="2"/>
          </p:cNvCxnSpPr>
          <p:nvPr/>
        </p:nvCxnSpPr>
        <p:spPr>
          <a:xfrm>
            <a:off x="9520520" y="2463416"/>
            <a:ext cx="69492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47">
            <a:extLst>
              <a:ext uri="{FF2B5EF4-FFF2-40B4-BE49-F238E27FC236}">
                <a16:creationId xmlns:a16="http://schemas.microsoft.com/office/drawing/2014/main" id="{EF250175-F476-28E6-0E34-E979A5D0731F}"/>
              </a:ext>
            </a:extLst>
          </p:cNvPr>
          <p:cNvCxnSpPr>
            <a:cxnSpLocks/>
            <a:stCxn id="5" idx="0"/>
            <a:endCxn id="28" idx="4"/>
          </p:cNvCxnSpPr>
          <p:nvPr/>
        </p:nvCxnSpPr>
        <p:spPr>
          <a:xfrm flipV="1">
            <a:off x="10289492" y="2676969"/>
            <a:ext cx="139504" cy="3889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47">
            <a:extLst>
              <a:ext uri="{FF2B5EF4-FFF2-40B4-BE49-F238E27FC236}">
                <a16:creationId xmlns:a16="http://schemas.microsoft.com/office/drawing/2014/main" id="{0DC82E9D-734A-C80E-E65A-60E9DF847A6A}"/>
              </a:ext>
            </a:extLst>
          </p:cNvPr>
          <p:cNvCxnSpPr>
            <a:cxnSpLocks/>
            <a:stCxn id="28" idx="6"/>
            <a:endCxn id="14" idx="1"/>
          </p:cNvCxnSpPr>
          <p:nvPr/>
        </p:nvCxnSpPr>
        <p:spPr>
          <a:xfrm>
            <a:off x="10642549" y="2463416"/>
            <a:ext cx="507782" cy="665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47">
            <a:extLst>
              <a:ext uri="{FF2B5EF4-FFF2-40B4-BE49-F238E27FC236}">
                <a16:creationId xmlns:a16="http://schemas.microsoft.com/office/drawing/2014/main" id="{C05E7E68-33F4-1E82-DFC6-D605E5C5DBFC}"/>
              </a:ext>
            </a:extLst>
          </p:cNvPr>
          <p:cNvCxnSpPr>
            <a:cxnSpLocks/>
            <a:stCxn id="7" idx="5"/>
            <a:endCxn id="25" idx="1"/>
          </p:cNvCxnSpPr>
          <p:nvPr/>
        </p:nvCxnSpPr>
        <p:spPr>
          <a:xfrm>
            <a:off x="8475447" y="3430459"/>
            <a:ext cx="273708" cy="5140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7">
            <a:extLst>
              <a:ext uri="{FF2B5EF4-FFF2-40B4-BE49-F238E27FC236}">
                <a16:creationId xmlns:a16="http://schemas.microsoft.com/office/drawing/2014/main" id="{0EC33921-D4C9-9BCE-381A-066242754B8A}"/>
              </a:ext>
            </a:extLst>
          </p:cNvPr>
          <p:cNvCxnSpPr>
            <a:cxnSpLocks/>
            <a:stCxn id="4" idx="5"/>
            <a:endCxn id="26" idx="1"/>
          </p:cNvCxnSpPr>
          <p:nvPr/>
        </p:nvCxnSpPr>
        <p:spPr>
          <a:xfrm>
            <a:off x="9457972" y="3430459"/>
            <a:ext cx="553526" cy="5140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7">
            <a:extLst>
              <a:ext uri="{FF2B5EF4-FFF2-40B4-BE49-F238E27FC236}">
                <a16:creationId xmlns:a16="http://schemas.microsoft.com/office/drawing/2014/main" id="{F65082D5-8605-8962-2419-532A2B72A5C4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9113713" y="4095492"/>
            <a:ext cx="8352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47">
            <a:extLst>
              <a:ext uri="{FF2B5EF4-FFF2-40B4-BE49-F238E27FC236}">
                <a16:creationId xmlns:a16="http://schemas.microsoft.com/office/drawing/2014/main" id="{E9AC0351-1D3C-B82F-CE79-F803DC155DFE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 flipV="1">
            <a:off x="10376056" y="4073509"/>
            <a:ext cx="498174" cy="21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47">
            <a:extLst>
              <a:ext uri="{FF2B5EF4-FFF2-40B4-BE49-F238E27FC236}">
                <a16:creationId xmlns:a16="http://schemas.microsoft.com/office/drawing/2014/main" id="{A89F073E-9253-DBD0-076F-0CF53187C3FE}"/>
              </a:ext>
            </a:extLst>
          </p:cNvPr>
          <p:cNvCxnSpPr>
            <a:cxnSpLocks/>
            <a:stCxn id="7" idx="0"/>
            <a:endCxn id="54" idx="4"/>
          </p:cNvCxnSpPr>
          <p:nvPr/>
        </p:nvCxnSpPr>
        <p:spPr>
          <a:xfrm flipH="1" flipV="1">
            <a:off x="8247486" y="2693488"/>
            <a:ext cx="76956" cy="3724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47">
            <a:extLst>
              <a:ext uri="{FF2B5EF4-FFF2-40B4-BE49-F238E27FC236}">
                <a16:creationId xmlns:a16="http://schemas.microsoft.com/office/drawing/2014/main" id="{C915D629-637F-D7BF-F53E-902202123821}"/>
              </a:ext>
            </a:extLst>
          </p:cNvPr>
          <p:cNvCxnSpPr>
            <a:cxnSpLocks/>
            <a:stCxn id="24" idx="2"/>
            <a:endCxn id="54" idx="6"/>
          </p:cNvCxnSpPr>
          <p:nvPr/>
        </p:nvCxnSpPr>
        <p:spPr>
          <a:xfrm flipH="1">
            <a:off x="8461039" y="2463416"/>
            <a:ext cx="632375" cy="165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8B2CD406-CE5D-2091-B236-5274438152FE}"/>
              </a:ext>
            </a:extLst>
          </p:cNvPr>
          <p:cNvSpPr txBox="1"/>
          <p:nvPr/>
        </p:nvSpPr>
        <p:spPr>
          <a:xfrm>
            <a:off x="11049899" y="2156769"/>
            <a:ext cx="797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Depth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>
                <a:latin typeface="Aptos" panose="020B0004020202020204" pitchFamily="34" charset="0"/>
              </a:rPr>
              <a:t>first</a:t>
            </a:r>
          </a:p>
        </p:txBody>
      </p:sp>
      <p:sp>
        <p:nvSpPr>
          <p:cNvPr id="9" name="Oval 19">
            <a:extLst>
              <a:ext uri="{FF2B5EF4-FFF2-40B4-BE49-F238E27FC236}">
                <a16:creationId xmlns:a16="http://schemas.microsoft.com/office/drawing/2014/main" id="{B24A65C0-7A23-3557-6487-052A01CCE8DF}"/>
              </a:ext>
            </a:extLst>
          </p:cNvPr>
          <p:cNvSpPr/>
          <p:nvPr/>
        </p:nvSpPr>
        <p:spPr>
          <a:xfrm>
            <a:off x="8033933" y="2266382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0" name="Oval 19">
            <a:extLst>
              <a:ext uri="{FF2B5EF4-FFF2-40B4-BE49-F238E27FC236}">
                <a16:creationId xmlns:a16="http://schemas.microsoft.com/office/drawing/2014/main" id="{4D8CDEF0-CC6D-6BFB-F540-28144C47B244}"/>
              </a:ext>
            </a:extLst>
          </p:cNvPr>
          <p:cNvSpPr/>
          <p:nvPr/>
        </p:nvSpPr>
        <p:spPr>
          <a:xfrm>
            <a:off x="9093414" y="2249863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" name="Oval 19">
            <a:extLst>
              <a:ext uri="{FF2B5EF4-FFF2-40B4-BE49-F238E27FC236}">
                <a16:creationId xmlns:a16="http://schemas.microsoft.com/office/drawing/2014/main" id="{D6CABABA-F955-22B4-CA56-4BEE95721755}"/>
              </a:ext>
            </a:extLst>
          </p:cNvPr>
          <p:cNvSpPr/>
          <p:nvPr/>
        </p:nvSpPr>
        <p:spPr>
          <a:xfrm>
            <a:off x="10215443" y="2249863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7E03F90B-7B99-AFF3-9E7B-CBCCF4080692}"/>
              </a:ext>
            </a:extLst>
          </p:cNvPr>
          <p:cNvSpPr/>
          <p:nvPr/>
        </p:nvSpPr>
        <p:spPr>
          <a:xfrm>
            <a:off x="8686607" y="3881939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2D45E669-3FD3-81F7-D355-EB719164C7A0}"/>
              </a:ext>
            </a:extLst>
          </p:cNvPr>
          <p:cNvSpPr/>
          <p:nvPr/>
        </p:nvSpPr>
        <p:spPr>
          <a:xfrm>
            <a:off x="9948950" y="3881939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B20AC1FF-147F-739D-3E3E-8E16D787A8F4}"/>
              </a:ext>
            </a:extLst>
          </p:cNvPr>
          <p:cNvSpPr/>
          <p:nvPr/>
        </p:nvSpPr>
        <p:spPr>
          <a:xfrm>
            <a:off x="10874230" y="3859956"/>
            <a:ext cx="427106" cy="427106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E60E829-CC78-A9B8-D5B7-F73BAD280D85}"/>
              </a:ext>
            </a:extLst>
          </p:cNvPr>
          <p:cNvSpPr txBox="1"/>
          <p:nvPr/>
        </p:nvSpPr>
        <p:spPr>
          <a:xfrm>
            <a:off x="8087159" y="3094786"/>
            <a:ext cx="474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254F7A1-3288-C40E-9405-7D9613D2F510}"/>
              </a:ext>
            </a:extLst>
          </p:cNvPr>
          <p:cNvSpPr txBox="1"/>
          <p:nvPr/>
        </p:nvSpPr>
        <p:spPr>
          <a:xfrm>
            <a:off x="9069686" y="3094786"/>
            <a:ext cx="474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724243E-EAB7-B718-94AD-E9A99EA8FC3B}"/>
              </a:ext>
            </a:extLst>
          </p:cNvPr>
          <p:cNvSpPr txBox="1"/>
          <p:nvPr/>
        </p:nvSpPr>
        <p:spPr>
          <a:xfrm>
            <a:off x="10052211" y="3094786"/>
            <a:ext cx="474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1045A85-0636-C3AC-8A2A-00F0F3188622}"/>
              </a:ext>
            </a:extLst>
          </p:cNvPr>
          <p:cNvSpPr txBox="1"/>
          <p:nvPr/>
        </p:nvSpPr>
        <p:spPr>
          <a:xfrm>
            <a:off x="11064055" y="3094786"/>
            <a:ext cx="474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5931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94" grpId="0"/>
      <p:bldP spid="95" grpId="0"/>
      <p:bldP spid="96" grpId="0"/>
      <p:bldP spid="9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76A0-A8BC-618F-02ED-42DCD09AA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27979-6FF2-E58B-6DEE-9AB4C8E2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25E34-6A9D-B561-0309-0F0C30F0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420807" cy="930347"/>
          </a:xfrm>
        </p:spPr>
        <p:txBody>
          <a:bodyPr>
            <a:normAutofit/>
          </a:bodyPr>
          <a:lstStyle/>
          <a:p>
            <a:r>
              <a:rPr lang="nl-NL" dirty="0"/>
              <a:t>Depth-first </a:t>
            </a:r>
            <a:r>
              <a:rPr lang="nl-NL" dirty="0" err="1"/>
              <a:t>traversal</a:t>
            </a:r>
            <a:r>
              <a:rPr lang="nl-NL" dirty="0"/>
              <a:t> – </a:t>
            </a:r>
            <a:r>
              <a:rPr lang="nl-NL" dirty="0" err="1"/>
              <a:t>recursively</a:t>
            </a:r>
            <a:endParaRPr lang="nl-NL" dirty="0"/>
          </a:p>
          <a:p>
            <a:pPr lvl="1"/>
            <a:r>
              <a:rPr lang="nl-NL" dirty="0"/>
              <a:t>Start </a:t>
            </a:r>
            <a:r>
              <a:rPr lang="nl-NL" dirty="0" err="1"/>
              <a:t>from</a:t>
            </a:r>
            <a:r>
              <a:rPr lang="nl-NL" dirty="0"/>
              <a:t> A</a:t>
            </a:r>
          </a:p>
          <a:p>
            <a:pPr marL="265176" lvl="1" indent="0">
              <a:buNone/>
            </a:pPr>
            <a:endParaRPr lang="nl-NL" dirty="0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8AFCC4C4-2B58-6867-1F8D-46B2AC698A9C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EC32501A-B607-70CB-18BA-94539F44D499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1BF84F13-A47D-4F3E-3DEC-69F1D777CABD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58E818D1-5BE3-26E1-35FC-445DF57B6898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EF936933-2CEE-8797-216B-97756877D225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010396B9-7947-67C2-9486-661EEA90E772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92C58B45-72F7-5158-9DD3-C029E93AC807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F2A0EA60-7279-F244-5736-93B96C529313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B28BE05A-E84B-2CD1-0D43-AAAAB5BA6294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6402CD01-7E47-6D45-21E0-177BFA655278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2ED3F6A0-FF55-61B4-2388-5FD95AA5C8F6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408FEDB0-0300-BEFC-48C2-6F552F842570}"/>
              </a:ext>
            </a:extLst>
          </p:cNvPr>
          <p:cNvCxnSpPr>
            <a:cxnSpLocks/>
            <a:stCxn id="8" idx="0"/>
            <a:endCxn id="7" idx="4"/>
          </p:cNvCxnSpPr>
          <p:nvPr/>
        </p:nvCxnSpPr>
        <p:spPr>
          <a:xfrm flipV="1"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19CD353F-1433-7C0B-7C1F-60552AB79A13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9ED691CD-D850-0F08-B213-47B2DE514B4C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2401459D-7161-17A2-99CA-544890756962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A7A70A2-EB31-11CA-BD0F-A50120758249}"/>
              </a:ext>
            </a:extLst>
          </p:cNvPr>
          <p:cNvSpPr txBox="1"/>
          <p:nvPr/>
        </p:nvSpPr>
        <p:spPr>
          <a:xfrm>
            <a:off x="640079" y="3718679"/>
            <a:ext cx="46169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colour_node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'blue'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neighbor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neighbors(start):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(neighbor)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colour_node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'red'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1" name="dfs(A)">
            <a:extLst>
              <a:ext uri="{FF2B5EF4-FFF2-40B4-BE49-F238E27FC236}">
                <a16:creationId xmlns:a16="http://schemas.microsoft.com/office/drawing/2014/main" id="{AAF70CD1-DC6A-B09E-4E73-56112DB94FEA}"/>
              </a:ext>
            </a:extLst>
          </p:cNvPr>
          <p:cNvSpPr>
            <a:spLocks/>
          </p:cNvSpPr>
          <p:nvPr/>
        </p:nvSpPr>
        <p:spPr>
          <a:xfrm>
            <a:off x="12346501" y="6044712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(A)</a:t>
            </a:r>
          </a:p>
        </p:txBody>
      </p:sp>
      <p:sp>
        <p:nvSpPr>
          <p:cNvPr id="46" name="dfs(B)">
            <a:extLst>
              <a:ext uri="{FF2B5EF4-FFF2-40B4-BE49-F238E27FC236}">
                <a16:creationId xmlns:a16="http://schemas.microsoft.com/office/drawing/2014/main" id="{CB0DDB80-3D09-B6AD-56F9-27AC04FECC6D}"/>
              </a:ext>
            </a:extLst>
          </p:cNvPr>
          <p:cNvSpPr>
            <a:spLocks/>
          </p:cNvSpPr>
          <p:nvPr/>
        </p:nvSpPr>
        <p:spPr>
          <a:xfrm>
            <a:off x="12346501" y="5734034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(B)</a:t>
            </a:r>
          </a:p>
        </p:txBody>
      </p:sp>
      <p:sp>
        <p:nvSpPr>
          <p:cNvPr id="42" name="dfs(C)">
            <a:extLst>
              <a:ext uri="{FF2B5EF4-FFF2-40B4-BE49-F238E27FC236}">
                <a16:creationId xmlns:a16="http://schemas.microsoft.com/office/drawing/2014/main" id="{5B206A48-C0F6-A6F4-3AC7-24B6EAB67510}"/>
              </a:ext>
            </a:extLst>
          </p:cNvPr>
          <p:cNvSpPr>
            <a:spLocks/>
          </p:cNvSpPr>
          <p:nvPr/>
        </p:nvSpPr>
        <p:spPr>
          <a:xfrm>
            <a:off x="12346501" y="5423356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(C)</a:t>
            </a:r>
          </a:p>
        </p:txBody>
      </p:sp>
      <p:sp>
        <p:nvSpPr>
          <p:cNvPr id="43" name="dfs(D)">
            <a:extLst>
              <a:ext uri="{FF2B5EF4-FFF2-40B4-BE49-F238E27FC236}">
                <a16:creationId xmlns:a16="http://schemas.microsoft.com/office/drawing/2014/main" id="{7B954AD8-802A-2FAE-053E-45E2DCF6B3C9}"/>
              </a:ext>
            </a:extLst>
          </p:cNvPr>
          <p:cNvSpPr>
            <a:spLocks/>
          </p:cNvSpPr>
          <p:nvPr/>
        </p:nvSpPr>
        <p:spPr>
          <a:xfrm>
            <a:off x="12346501" y="5112678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(D)</a:t>
            </a:r>
          </a:p>
        </p:txBody>
      </p:sp>
      <p:sp>
        <p:nvSpPr>
          <p:cNvPr id="45" name="dfs(E)">
            <a:extLst>
              <a:ext uri="{FF2B5EF4-FFF2-40B4-BE49-F238E27FC236}">
                <a16:creationId xmlns:a16="http://schemas.microsoft.com/office/drawing/2014/main" id="{2C72F835-54A6-9C59-C3AD-52187A79D68A}"/>
              </a:ext>
            </a:extLst>
          </p:cNvPr>
          <p:cNvSpPr>
            <a:spLocks/>
          </p:cNvSpPr>
          <p:nvPr/>
        </p:nvSpPr>
        <p:spPr>
          <a:xfrm>
            <a:off x="12346501" y="4802000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(E)</a:t>
            </a:r>
          </a:p>
        </p:txBody>
      </p:sp>
      <p:sp>
        <p:nvSpPr>
          <p:cNvPr id="44" name="dfs(F)">
            <a:extLst>
              <a:ext uri="{FF2B5EF4-FFF2-40B4-BE49-F238E27FC236}">
                <a16:creationId xmlns:a16="http://schemas.microsoft.com/office/drawing/2014/main" id="{2F78EA63-4D2E-DA94-8C51-670EC6CE28BB}"/>
              </a:ext>
            </a:extLst>
          </p:cNvPr>
          <p:cNvSpPr>
            <a:spLocks/>
          </p:cNvSpPr>
          <p:nvPr/>
        </p:nvSpPr>
        <p:spPr>
          <a:xfrm>
            <a:off x="12346501" y="4491323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(F)</a:t>
            </a:r>
          </a:p>
        </p:txBody>
      </p:sp>
      <p:sp>
        <p:nvSpPr>
          <p:cNvPr id="127" name="dfs(D)">
            <a:extLst>
              <a:ext uri="{FF2B5EF4-FFF2-40B4-BE49-F238E27FC236}">
                <a16:creationId xmlns:a16="http://schemas.microsoft.com/office/drawing/2014/main" id="{3B60500B-1D9B-9A11-EEC5-B28F973CF215}"/>
              </a:ext>
            </a:extLst>
          </p:cNvPr>
          <p:cNvSpPr>
            <a:spLocks/>
          </p:cNvSpPr>
          <p:nvPr/>
        </p:nvSpPr>
        <p:spPr>
          <a:xfrm>
            <a:off x="12346501" y="4180645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(D)</a:t>
            </a:r>
          </a:p>
        </p:txBody>
      </p:sp>
      <p:sp>
        <p:nvSpPr>
          <p:cNvPr id="136" name="dfs(E)">
            <a:extLst>
              <a:ext uri="{FF2B5EF4-FFF2-40B4-BE49-F238E27FC236}">
                <a16:creationId xmlns:a16="http://schemas.microsoft.com/office/drawing/2014/main" id="{9882A0B1-7C1E-9A74-9BD5-DCBB4085831C}"/>
              </a:ext>
            </a:extLst>
          </p:cNvPr>
          <p:cNvSpPr>
            <a:spLocks/>
          </p:cNvSpPr>
          <p:nvPr/>
        </p:nvSpPr>
        <p:spPr>
          <a:xfrm>
            <a:off x="12346501" y="3869967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(E)</a:t>
            </a:r>
          </a:p>
        </p:txBody>
      </p:sp>
      <p:sp>
        <p:nvSpPr>
          <p:cNvPr id="145" name="dfs(F)">
            <a:extLst>
              <a:ext uri="{FF2B5EF4-FFF2-40B4-BE49-F238E27FC236}">
                <a16:creationId xmlns:a16="http://schemas.microsoft.com/office/drawing/2014/main" id="{00D6989F-6358-8536-4448-976E307CF16A}"/>
              </a:ext>
            </a:extLst>
          </p:cNvPr>
          <p:cNvSpPr>
            <a:spLocks/>
          </p:cNvSpPr>
          <p:nvPr/>
        </p:nvSpPr>
        <p:spPr>
          <a:xfrm>
            <a:off x="12346501" y="3559289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(F)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0A00E60-99FB-CF96-CA18-319A28FF947F}"/>
              </a:ext>
            </a:extLst>
          </p:cNvPr>
          <p:cNvSpPr/>
          <p:nvPr/>
        </p:nvSpPr>
        <p:spPr>
          <a:xfrm>
            <a:off x="5846718" y="6361811"/>
            <a:ext cx="1827052" cy="31108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Call stack</a:t>
            </a:r>
          </a:p>
        </p:txBody>
      </p:sp>
    </p:spTree>
    <p:extLst>
      <p:ext uri="{BB962C8B-B14F-4D97-AF65-F5344CB8AC3E}">
        <p14:creationId xmlns:p14="http://schemas.microsoft.com/office/powerpoint/2010/main" val="150974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81481E-6 L -0.50117 0.00092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95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7037E-6 L -0.50118 0.00093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07407E-6 L -0.50117 0.00093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44444E-6 L -0.50117 0.00093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33333E-6 L -0.50117 0.00092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5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7037E-6 L -0.50117 0.00093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30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07407E-6 L -0.50117 0.00092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5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44444E-6 L -0.50117 0.00116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7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33333E-6 L -0.50118 0.00092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5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41" grpId="0" animBg="1"/>
      <p:bldP spid="46" grpId="0" animBg="1"/>
      <p:bldP spid="42" grpId="0" animBg="1"/>
      <p:bldP spid="43" grpId="0" animBg="1"/>
      <p:bldP spid="45" grpId="0" animBg="1"/>
      <p:bldP spid="44" grpId="0" animBg="1"/>
      <p:bldP spid="127" grpId="0" animBg="1"/>
      <p:bldP spid="136" grpId="0" animBg="1"/>
      <p:bldP spid="1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45C58-1A29-1416-EC76-AC142E20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8538-6D76-4B60-096A-509E145C5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D6BD2-FD8D-2337-BEEF-9FF5BAC0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420807" cy="930347"/>
          </a:xfrm>
        </p:spPr>
        <p:txBody>
          <a:bodyPr>
            <a:normAutofit/>
          </a:bodyPr>
          <a:lstStyle/>
          <a:p>
            <a:r>
              <a:rPr lang="nl-NL" dirty="0"/>
              <a:t>Depth-first </a:t>
            </a:r>
            <a:r>
              <a:rPr lang="nl-NL" dirty="0" err="1"/>
              <a:t>traversal</a:t>
            </a:r>
            <a:r>
              <a:rPr lang="nl-NL" dirty="0"/>
              <a:t> – </a:t>
            </a:r>
            <a:r>
              <a:rPr lang="nl-NL" dirty="0" err="1"/>
              <a:t>recursively</a:t>
            </a:r>
            <a:endParaRPr lang="nl-NL" dirty="0"/>
          </a:p>
          <a:p>
            <a:pPr lvl="1"/>
            <a:r>
              <a:rPr lang="nl-NL" dirty="0"/>
              <a:t>Start </a:t>
            </a:r>
            <a:r>
              <a:rPr lang="nl-NL" dirty="0" err="1"/>
              <a:t>from</a:t>
            </a:r>
            <a:r>
              <a:rPr lang="nl-NL" dirty="0"/>
              <a:t> A</a:t>
            </a:r>
          </a:p>
          <a:p>
            <a:pPr marL="265176" lvl="1" indent="0">
              <a:buNone/>
            </a:pPr>
            <a:endParaRPr lang="nl-NL" dirty="0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8ACBF199-5106-9371-9526-A936000F0A77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DEA85607-759C-5D36-208B-7EC5779E5E12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2BD39DA8-9F6D-4C20-0705-5B68CF425873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CB361C32-0792-02A0-F828-2C3C7E56AF3A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319A0F54-F694-AA3D-D2BD-80929621E437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40A0054D-D813-06D0-E022-AB969344A942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667FDAA7-EEA9-8A1D-CADB-09FF91CA6AD3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2E074CB9-5350-8FFC-C913-AFD1407E7C16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608BDC3F-9B2A-6336-CEDC-0018848D28FE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2BEA4F73-2BA3-68AC-2818-9F3F530968B0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A8C3EA61-F1C9-9AF9-B75F-3BCCFEE49149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B7C757BB-7182-DD95-6AA7-C6B978A7CD64}"/>
              </a:ext>
            </a:extLst>
          </p:cNvPr>
          <p:cNvCxnSpPr>
            <a:cxnSpLocks/>
            <a:stCxn id="8" idx="0"/>
            <a:endCxn id="7" idx="4"/>
          </p:cNvCxnSpPr>
          <p:nvPr/>
        </p:nvCxnSpPr>
        <p:spPr>
          <a:xfrm flipV="1"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9D77DDC9-EAB4-D26D-D94F-F8AA68F24F9A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D0DFBB5B-BB72-11F6-EBB4-B8DC98112D46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D7A3CC26-7CAD-5847-86A9-05D05E851C47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B33B208-2BA4-343A-33E5-43629F2D8C39}"/>
              </a:ext>
            </a:extLst>
          </p:cNvPr>
          <p:cNvSpPr txBox="1"/>
          <p:nvPr/>
        </p:nvSpPr>
        <p:spPr>
          <a:xfrm>
            <a:off x="640079" y="3718679"/>
            <a:ext cx="46169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neighbors(start):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(neighbor)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8FA6F9D-D956-CF74-F406-D47108BDBDFA}"/>
              </a:ext>
            </a:extLst>
          </p:cNvPr>
          <p:cNvSpPr/>
          <p:nvPr/>
        </p:nvSpPr>
        <p:spPr>
          <a:xfrm>
            <a:off x="5846718" y="6361811"/>
            <a:ext cx="1827052" cy="31108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Call stack</a:t>
            </a:r>
          </a:p>
        </p:txBody>
      </p:sp>
      <p:sp>
        <p:nvSpPr>
          <p:cNvPr id="146" name="dfs(A)">
            <a:extLst>
              <a:ext uri="{FF2B5EF4-FFF2-40B4-BE49-F238E27FC236}">
                <a16:creationId xmlns:a16="http://schemas.microsoft.com/office/drawing/2014/main" id="{C96D24FA-9C4F-458E-DE34-8647EAD7F095}"/>
              </a:ext>
            </a:extLst>
          </p:cNvPr>
          <p:cNvSpPr>
            <a:spLocks/>
          </p:cNvSpPr>
          <p:nvPr/>
        </p:nvSpPr>
        <p:spPr>
          <a:xfrm>
            <a:off x="6235811" y="6051133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(A)</a:t>
            </a:r>
          </a:p>
        </p:txBody>
      </p:sp>
      <p:sp>
        <p:nvSpPr>
          <p:cNvPr id="147" name="dfs(B)">
            <a:extLst>
              <a:ext uri="{FF2B5EF4-FFF2-40B4-BE49-F238E27FC236}">
                <a16:creationId xmlns:a16="http://schemas.microsoft.com/office/drawing/2014/main" id="{61AA9AFC-FEAF-E030-1683-485BFD884622}"/>
              </a:ext>
            </a:extLst>
          </p:cNvPr>
          <p:cNvSpPr>
            <a:spLocks/>
          </p:cNvSpPr>
          <p:nvPr/>
        </p:nvSpPr>
        <p:spPr>
          <a:xfrm>
            <a:off x="6235811" y="5740455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(B)</a:t>
            </a:r>
          </a:p>
        </p:txBody>
      </p:sp>
      <p:sp>
        <p:nvSpPr>
          <p:cNvPr id="148" name="dfs(C)">
            <a:extLst>
              <a:ext uri="{FF2B5EF4-FFF2-40B4-BE49-F238E27FC236}">
                <a16:creationId xmlns:a16="http://schemas.microsoft.com/office/drawing/2014/main" id="{F183E887-7959-1A2C-2CA3-9A87E05FFF9D}"/>
              </a:ext>
            </a:extLst>
          </p:cNvPr>
          <p:cNvSpPr>
            <a:spLocks/>
          </p:cNvSpPr>
          <p:nvPr/>
        </p:nvSpPr>
        <p:spPr>
          <a:xfrm>
            <a:off x="6235811" y="5429777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(C)</a:t>
            </a:r>
          </a:p>
        </p:txBody>
      </p:sp>
      <p:sp>
        <p:nvSpPr>
          <p:cNvPr id="149" name="dfs(D)">
            <a:extLst>
              <a:ext uri="{FF2B5EF4-FFF2-40B4-BE49-F238E27FC236}">
                <a16:creationId xmlns:a16="http://schemas.microsoft.com/office/drawing/2014/main" id="{53C46827-5102-A4AA-9F27-2EFBD53FB1B8}"/>
              </a:ext>
            </a:extLst>
          </p:cNvPr>
          <p:cNvSpPr>
            <a:spLocks/>
          </p:cNvSpPr>
          <p:nvPr/>
        </p:nvSpPr>
        <p:spPr>
          <a:xfrm>
            <a:off x="6235811" y="5119099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(D)</a:t>
            </a:r>
          </a:p>
        </p:txBody>
      </p:sp>
      <p:sp>
        <p:nvSpPr>
          <p:cNvPr id="150" name="dfs(E)">
            <a:extLst>
              <a:ext uri="{FF2B5EF4-FFF2-40B4-BE49-F238E27FC236}">
                <a16:creationId xmlns:a16="http://schemas.microsoft.com/office/drawing/2014/main" id="{00A81154-348B-A507-F642-F284CF065A54}"/>
              </a:ext>
            </a:extLst>
          </p:cNvPr>
          <p:cNvSpPr>
            <a:spLocks/>
          </p:cNvSpPr>
          <p:nvPr/>
        </p:nvSpPr>
        <p:spPr>
          <a:xfrm>
            <a:off x="6235811" y="4808421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(E)</a:t>
            </a:r>
          </a:p>
        </p:txBody>
      </p:sp>
      <p:sp>
        <p:nvSpPr>
          <p:cNvPr id="151" name="dfs(F)">
            <a:extLst>
              <a:ext uri="{FF2B5EF4-FFF2-40B4-BE49-F238E27FC236}">
                <a16:creationId xmlns:a16="http://schemas.microsoft.com/office/drawing/2014/main" id="{14EA793B-653A-8444-9FD9-A44593788CDA}"/>
              </a:ext>
            </a:extLst>
          </p:cNvPr>
          <p:cNvSpPr>
            <a:spLocks/>
          </p:cNvSpPr>
          <p:nvPr/>
        </p:nvSpPr>
        <p:spPr>
          <a:xfrm>
            <a:off x="6235811" y="4497743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(F)</a:t>
            </a:r>
          </a:p>
        </p:txBody>
      </p:sp>
      <p:sp>
        <p:nvSpPr>
          <p:cNvPr id="152" name="dfs(D)">
            <a:extLst>
              <a:ext uri="{FF2B5EF4-FFF2-40B4-BE49-F238E27FC236}">
                <a16:creationId xmlns:a16="http://schemas.microsoft.com/office/drawing/2014/main" id="{FEC74A45-FB0F-D09A-BB74-65B34428A980}"/>
              </a:ext>
            </a:extLst>
          </p:cNvPr>
          <p:cNvSpPr>
            <a:spLocks/>
          </p:cNvSpPr>
          <p:nvPr/>
        </p:nvSpPr>
        <p:spPr>
          <a:xfrm>
            <a:off x="6235811" y="4187065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(D)</a:t>
            </a:r>
          </a:p>
        </p:txBody>
      </p:sp>
      <p:sp>
        <p:nvSpPr>
          <p:cNvPr id="153" name="dfs(E)">
            <a:extLst>
              <a:ext uri="{FF2B5EF4-FFF2-40B4-BE49-F238E27FC236}">
                <a16:creationId xmlns:a16="http://schemas.microsoft.com/office/drawing/2014/main" id="{8F175641-2C16-6062-B492-DB1976CBB096}"/>
              </a:ext>
            </a:extLst>
          </p:cNvPr>
          <p:cNvSpPr>
            <a:spLocks/>
          </p:cNvSpPr>
          <p:nvPr/>
        </p:nvSpPr>
        <p:spPr>
          <a:xfrm>
            <a:off x="6235811" y="3876387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(E)</a:t>
            </a:r>
          </a:p>
        </p:txBody>
      </p:sp>
      <p:sp>
        <p:nvSpPr>
          <p:cNvPr id="154" name="dfs(F)">
            <a:extLst>
              <a:ext uri="{FF2B5EF4-FFF2-40B4-BE49-F238E27FC236}">
                <a16:creationId xmlns:a16="http://schemas.microsoft.com/office/drawing/2014/main" id="{BF98EC56-3ADA-1E7B-FBE5-C038CD8BB746}"/>
              </a:ext>
            </a:extLst>
          </p:cNvPr>
          <p:cNvSpPr>
            <a:spLocks/>
          </p:cNvSpPr>
          <p:nvPr/>
        </p:nvSpPr>
        <p:spPr>
          <a:xfrm>
            <a:off x="6235811" y="3565709"/>
            <a:ext cx="1048866" cy="310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(F)</a:t>
            </a:r>
          </a:p>
        </p:txBody>
      </p:sp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0EDF2A8E-DFF7-29D8-8887-7A10F06415A5}"/>
              </a:ext>
            </a:extLst>
          </p:cNvPr>
          <p:cNvSpPr/>
          <p:nvPr/>
        </p:nvSpPr>
        <p:spPr>
          <a:xfrm>
            <a:off x="5583943" y="2165684"/>
            <a:ext cx="1981785" cy="1088941"/>
          </a:xfrm>
          <a:prstGeom prst="wedgeEllipseCallout">
            <a:avLst>
              <a:gd name="adj1" fmla="val 5273"/>
              <a:gd name="adj2" fmla="val 64710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Where</a:t>
            </a:r>
            <a:r>
              <a:rPr lang="nl-NL" dirty="0">
                <a:latin typeface="Aptos" panose="020B0004020202020204" pitchFamily="34" charset="0"/>
              </a:rPr>
              <a:t> does </a:t>
            </a:r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end?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9304F02A-CCA8-4E73-141E-70A9FC4E4026}"/>
              </a:ext>
            </a:extLst>
          </p:cNvPr>
          <p:cNvSpPr/>
          <p:nvPr/>
        </p:nvSpPr>
        <p:spPr>
          <a:xfrm>
            <a:off x="8386011" y="4596063"/>
            <a:ext cx="2982715" cy="1765747"/>
          </a:xfrm>
          <a:prstGeom prst="wedgeEllipseCallout">
            <a:avLst>
              <a:gd name="adj1" fmla="val 69927"/>
              <a:gd name="adj2" fmla="val 73402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We must keep track of </a:t>
            </a:r>
            <a:r>
              <a:rPr lang="nl-NL" dirty="0" err="1">
                <a:latin typeface="Aptos" panose="020B0004020202020204" pitchFamily="34" charset="0"/>
              </a:rPr>
              <a:t>what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we’ve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already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9827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7B5C4-3737-5DF1-6A4A-6940BA9AE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B50B-7434-D708-478D-56999F9D9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0BD54-6315-3CFF-3458-9D928CC63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360229" cy="930347"/>
          </a:xfrm>
        </p:spPr>
        <p:txBody>
          <a:bodyPr>
            <a:normAutofit/>
          </a:bodyPr>
          <a:lstStyle/>
          <a:p>
            <a:r>
              <a:rPr lang="nl-NL" dirty="0"/>
              <a:t>Depth-first </a:t>
            </a:r>
            <a:r>
              <a:rPr lang="nl-NL" dirty="0" err="1"/>
              <a:t>traversal</a:t>
            </a:r>
            <a:r>
              <a:rPr lang="nl-NL" dirty="0"/>
              <a:t> – </a:t>
            </a:r>
            <a:r>
              <a:rPr lang="nl-NL" dirty="0" err="1"/>
              <a:t>keeping</a:t>
            </a:r>
            <a:r>
              <a:rPr lang="nl-NL" dirty="0"/>
              <a:t> track of </a:t>
            </a:r>
            <a:r>
              <a:rPr lang="nl-NL" dirty="0" err="1"/>
              <a:t>visited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from</a:t>
            </a:r>
            <a:r>
              <a:rPr lang="nl-NL" dirty="0"/>
              <a:t> A</a:t>
            </a:r>
          </a:p>
          <a:p>
            <a:pPr marL="265176" lvl="1" indent="0">
              <a:buNone/>
            </a:pPr>
            <a:endParaRPr lang="nl-NL" dirty="0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F9FBF858-CD49-8AEF-763E-B070872F4F82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AE1D9655-9D95-37CD-5FB7-83E14AB7DB6E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847EA058-2ECC-6DF9-A665-47DEC2599B0E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8585C2EF-483E-1D8A-E6C9-DCF5EC0B113C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33CF8C4E-95B8-B320-D9C6-49ADB4BA47B0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C5DFD30F-D817-1D39-0125-5D95DA1E2747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5E9C0CE7-A2D0-C86A-BCB1-5B5ADEF85DE0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8EDFE018-0FC7-12F2-BF0B-0E57F5408D0A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6C9B6370-D02C-881D-3BA6-3E1675340730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3B1C1BBA-751F-5D9E-BBE4-E7A7781EE6BA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BD35B6DA-15D0-33A5-4002-C451D1B99798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2D8E8167-CC57-687E-F79A-4C651FE5527C}"/>
              </a:ext>
            </a:extLst>
          </p:cNvPr>
          <p:cNvCxnSpPr>
            <a:cxnSpLocks/>
            <a:stCxn id="8" idx="0"/>
            <a:endCxn id="7" idx="4"/>
          </p:cNvCxnSpPr>
          <p:nvPr/>
        </p:nvCxnSpPr>
        <p:spPr>
          <a:xfrm flipV="1"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3C21FE13-9C97-8D69-F6AA-130049730BEB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499844C7-60FC-D821-6A75-FA2B8C6F4E52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BA4BD67F-241C-6D28-05EB-136664D7B658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F443FA0-EB29-EA0B-9563-3D75D2F89A19}"/>
              </a:ext>
            </a:extLst>
          </p:cNvPr>
          <p:cNvSpPr txBox="1"/>
          <p:nvPr/>
        </p:nvSpPr>
        <p:spPr>
          <a:xfrm>
            <a:off x="640079" y="3718679"/>
            <a:ext cx="48702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(start, visited):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visited.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insert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neighbors(start):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(neighbor, visited)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Rounded Rectangle 46">
            <a:extLst>
              <a:ext uri="{FF2B5EF4-FFF2-40B4-BE49-F238E27FC236}">
                <a16:creationId xmlns:a16="http://schemas.microsoft.com/office/drawing/2014/main" id="{C4FF40D9-4A17-E879-E4AF-AF31378381E3}"/>
              </a:ext>
            </a:extLst>
          </p:cNvPr>
          <p:cNvSpPr/>
          <p:nvPr/>
        </p:nvSpPr>
        <p:spPr>
          <a:xfrm>
            <a:off x="5846718" y="6361811"/>
            <a:ext cx="1827052" cy="31108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Call stack</a:t>
            </a:r>
          </a:p>
        </p:txBody>
      </p:sp>
      <p:sp>
        <p:nvSpPr>
          <p:cNvPr id="127" name="dfs(A)">
            <a:extLst>
              <a:ext uri="{FF2B5EF4-FFF2-40B4-BE49-F238E27FC236}">
                <a16:creationId xmlns:a16="http://schemas.microsoft.com/office/drawing/2014/main" id="{AF7247CC-BEC6-6956-8566-EF5DBF8E770C}"/>
              </a:ext>
            </a:extLst>
          </p:cNvPr>
          <p:cNvSpPr>
            <a:spLocks/>
          </p:cNvSpPr>
          <p:nvPr/>
        </p:nvSpPr>
        <p:spPr>
          <a:xfrm>
            <a:off x="12342452" y="6050727"/>
            <a:ext cx="1734672" cy="3110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(A, </a:t>
            </a:r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28" name="dfs(B)">
            <a:extLst>
              <a:ext uri="{FF2B5EF4-FFF2-40B4-BE49-F238E27FC236}">
                <a16:creationId xmlns:a16="http://schemas.microsoft.com/office/drawing/2014/main" id="{5B0FDE89-6133-94FB-F727-0CCD129B7859}"/>
              </a:ext>
            </a:extLst>
          </p:cNvPr>
          <p:cNvSpPr>
            <a:spLocks/>
          </p:cNvSpPr>
          <p:nvPr/>
        </p:nvSpPr>
        <p:spPr>
          <a:xfrm>
            <a:off x="12342452" y="5739643"/>
            <a:ext cx="1734672" cy="3110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(B, </a:t>
            </a:r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29" name="dfs(D)">
            <a:extLst>
              <a:ext uri="{FF2B5EF4-FFF2-40B4-BE49-F238E27FC236}">
                <a16:creationId xmlns:a16="http://schemas.microsoft.com/office/drawing/2014/main" id="{81203590-F9FD-6AA5-8DB9-E47A77EE8DA8}"/>
              </a:ext>
            </a:extLst>
          </p:cNvPr>
          <p:cNvSpPr>
            <a:spLocks/>
          </p:cNvSpPr>
          <p:nvPr/>
        </p:nvSpPr>
        <p:spPr>
          <a:xfrm>
            <a:off x="12342452" y="5428559"/>
            <a:ext cx="1734672" cy="3110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(D, </a:t>
            </a:r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30" name="dfs(E)">
            <a:extLst>
              <a:ext uri="{FF2B5EF4-FFF2-40B4-BE49-F238E27FC236}">
                <a16:creationId xmlns:a16="http://schemas.microsoft.com/office/drawing/2014/main" id="{8854DF01-8692-27B6-5AE9-3C7A73B7C899}"/>
              </a:ext>
            </a:extLst>
          </p:cNvPr>
          <p:cNvSpPr>
            <a:spLocks/>
          </p:cNvSpPr>
          <p:nvPr/>
        </p:nvSpPr>
        <p:spPr>
          <a:xfrm>
            <a:off x="12342452" y="5117475"/>
            <a:ext cx="1734672" cy="3110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(E, </a:t>
            </a:r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31" name="dfs(F)">
            <a:extLst>
              <a:ext uri="{FF2B5EF4-FFF2-40B4-BE49-F238E27FC236}">
                <a16:creationId xmlns:a16="http://schemas.microsoft.com/office/drawing/2014/main" id="{E61FE024-6E3E-2E44-A85B-CAF5208CC707}"/>
              </a:ext>
            </a:extLst>
          </p:cNvPr>
          <p:cNvSpPr>
            <a:spLocks/>
          </p:cNvSpPr>
          <p:nvPr/>
        </p:nvSpPr>
        <p:spPr>
          <a:xfrm>
            <a:off x="12342452" y="4806391"/>
            <a:ext cx="1734672" cy="3110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(F, </a:t>
            </a:r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32" name="dfs(C)">
            <a:extLst>
              <a:ext uri="{FF2B5EF4-FFF2-40B4-BE49-F238E27FC236}">
                <a16:creationId xmlns:a16="http://schemas.microsoft.com/office/drawing/2014/main" id="{A25A4CB0-35E1-CA39-9FD3-95F64EB60659}"/>
              </a:ext>
            </a:extLst>
          </p:cNvPr>
          <p:cNvSpPr>
            <a:spLocks/>
          </p:cNvSpPr>
          <p:nvPr/>
        </p:nvSpPr>
        <p:spPr>
          <a:xfrm>
            <a:off x="14291567" y="4806391"/>
            <a:ext cx="1734672" cy="3110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(C, </a:t>
            </a:r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39" name="A">
            <a:extLst>
              <a:ext uri="{FF2B5EF4-FFF2-40B4-BE49-F238E27FC236}">
                <a16:creationId xmlns:a16="http://schemas.microsoft.com/office/drawing/2014/main" id="{26F8F642-3082-09AC-39E2-35905EEB2F3F}"/>
              </a:ext>
            </a:extLst>
          </p:cNvPr>
          <p:cNvSpPr/>
          <p:nvPr/>
        </p:nvSpPr>
        <p:spPr>
          <a:xfrm>
            <a:off x="9157812" y="6361809"/>
            <a:ext cx="311084" cy="311084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4A7CC6A-1E1C-4034-8DBF-2424BB37A9C2}"/>
              </a:ext>
            </a:extLst>
          </p:cNvPr>
          <p:cNvSpPr txBox="1"/>
          <p:nvPr/>
        </p:nvSpPr>
        <p:spPr>
          <a:xfrm>
            <a:off x="7862620" y="633268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visited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</p:txBody>
      </p:sp>
      <p:sp>
        <p:nvSpPr>
          <p:cNvPr id="155" name="A">
            <a:extLst>
              <a:ext uri="{FF2B5EF4-FFF2-40B4-BE49-F238E27FC236}">
                <a16:creationId xmlns:a16="http://schemas.microsoft.com/office/drawing/2014/main" id="{60C38BD5-AEAF-3F53-DF9E-930E402C84F0}"/>
              </a:ext>
            </a:extLst>
          </p:cNvPr>
          <p:cNvSpPr/>
          <p:nvPr/>
        </p:nvSpPr>
        <p:spPr>
          <a:xfrm>
            <a:off x="9487205" y="6361809"/>
            <a:ext cx="311084" cy="311084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56" name="A">
            <a:extLst>
              <a:ext uri="{FF2B5EF4-FFF2-40B4-BE49-F238E27FC236}">
                <a16:creationId xmlns:a16="http://schemas.microsoft.com/office/drawing/2014/main" id="{D5FB88F0-E6E4-9CA9-9992-4990E53AC742}"/>
              </a:ext>
            </a:extLst>
          </p:cNvPr>
          <p:cNvSpPr/>
          <p:nvPr/>
        </p:nvSpPr>
        <p:spPr>
          <a:xfrm>
            <a:off x="9816598" y="6361809"/>
            <a:ext cx="311084" cy="311084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157" name="A">
            <a:extLst>
              <a:ext uri="{FF2B5EF4-FFF2-40B4-BE49-F238E27FC236}">
                <a16:creationId xmlns:a16="http://schemas.microsoft.com/office/drawing/2014/main" id="{3F695FBC-D18D-73B0-4848-431EC332B2CD}"/>
              </a:ext>
            </a:extLst>
          </p:cNvPr>
          <p:cNvSpPr/>
          <p:nvPr/>
        </p:nvSpPr>
        <p:spPr>
          <a:xfrm>
            <a:off x="10145991" y="6361809"/>
            <a:ext cx="311084" cy="311084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58" name="A">
            <a:extLst>
              <a:ext uri="{FF2B5EF4-FFF2-40B4-BE49-F238E27FC236}">
                <a16:creationId xmlns:a16="http://schemas.microsoft.com/office/drawing/2014/main" id="{DCDC70F9-8388-DD13-321E-90DF0646ED7A}"/>
              </a:ext>
            </a:extLst>
          </p:cNvPr>
          <p:cNvSpPr/>
          <p:nvPr/>
        </p:nvSpPr>
        <p:spPr>
          <a:xfrm>
            <a:off x="10475384" y="6361809"/>
            <a:ext cx="311084" cy="311084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160" name="Speech Bubble: Oval 159">
            <a:extLst>
              <a:ext uri="{FF2B5EF4-FFF2-40B4-BE49-F238E27FC236}">
                <a16:creationId xmlns:a16="http://schemas.microsoft.com/office/drawing/2014/main" id="{42233347-5C72-A395-DB96-D17CEEB5ECAC}"/>
              </a:ext>
            </a:extLst>
          </p:cNvPr>
          <p:cNvSpPr/>
          <p:nvPr/>
        </p:nvSpPr>
        <p:spPr>
          <a:xfrm>
            <a:off x="4171949" y="3109055"/>
            <a:ext cx="2975599" cy="736405"/>
          </a:xfrm>
          <a:prstGeom prst="wedgeEllipseCallout">
            <a:avLst>
              <a:gd name="adj1" fmla="val -51134"/>
              <a:gd name="adj2" fmla="val 40511"/>
            </a:avLst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passed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by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reference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33ADE70E-4003-C6C5-A147-6CA2D4193E54}"/>
              </a:ext>
            </a:extLst>
          </p:cNvPr>
          <p:cNvSpPr/>
          <p:nvPr/>
        </p:nvSpPr>
        <p:spPr>
          <a:xfrm>
            <a:off x="640079" y="5750004"/>
            <a:ext cx="3531870" cy="922889"/>
          </a:xfrm>
          <a:prstGeom prst="wedgeEllipseCallout">
            <a:avLst>
              <a:gd name="adj1" fmla="val -62470"/>
              <a:gd name="adj2" fmla="val 614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What</a:t>
            </a:r>
            <a:r>
              <a:rPr lang="nl-NL" dirty="0">
                <a:latin typeface="Aptos" panose="020B0004020202020204" pitchFamily="34" charset="0"/>
              </a:rPr>
              <a:t> kind of data </a:t>
            </a:r>
            <a:r>
              <a:rPr lang="nl-NL" dirty="0" err="1">
                <a:latin typeface="Aptos" panose="020B0004020202020204" pitchFamily="34" charset="0"/>
              </a:rPr>
              <a:t>structure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073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11111E-6 L -0.52904 -1.85185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393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7.40741E-7 L -0.52903 8.58688E-17 " pathEditMode="relative" rAng="0" ptsTypes="AA">
                                      <p:cBhvr>
                                        <p:cTn id="35" dur="75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32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"/>
                            </p:stCondLst>
                            <p:childTnLst>
                              <p:par>
                                <p:cTn id="3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0.52904 -2.22222E-6 " pathEditMode="relative" rAng="0" ptsTypes="AA">
                                      <p:cBhvr>
                                        <p:cTn id="48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393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"/>
                            </p:stCondLst>
                            <p:childTnLst>
                              <p:par>
                                <p:cTn id="5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2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-0.52904 -4.07407E-6 " pathEditMode="relative" rAng="0" ptsTypes="AA">
                                      <p:cBhvr>
                                        <p:cTn id="61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393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50"/>
                            </p:stCondLst>
                            <p:childTnLst>
                              <p:par>
                                <p:cTn id="6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5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11111E-6 L -0.52903 -1.11111E-6 " pathEditMode="relative" rAng="0" ptsTypes="AA">
                                      <p:cBhvr>
                                        <p:cTn id="74" dur="7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0"/>
                            </p:stCondLst>
                            <p:childTnLst>
                              <p:par>
                                <p:cTn id="7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2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  <p:bldP spid="128" grpId="0" animBg="1"/>
      <p:bldP spid="129" grpId="0" animBg="1"/>
      <p:bldP spid="130" grpId="0" animBg="1"/>
      <p:bldP spid="131" grpId="0" animBg="1"/>
      <p:bldP spid="131" grpId="1" animBg="1"/>
      <p:bldP spid="139" grpId="0" animBg="1"/>
      <p:bldP spid="140" grpId="0"/>
      <p:bldP spid="155" grpId="0" animBg="1"/>
      <p:bldP spid="156" grpId="0" animBg="1"/>
      <p:bldP spid="157" grpId="0" animBg="1"/>
      <p:bldP spid="158" grpId="0" animBg="1"/>
      <p:bldP spid="160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6B8A1-D2FA-C271-EA80-1A30F308B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9B3B-7BE0-4A7F-F1E8-4A6BC7163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84E64-D2DD-8CD7-1B53-56A0852D5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360229" cy="930347"/>
          </a:xfrm>
        </p:spPr>
        <p:txBody>
          <a:bodyPr>
            <a:normAutofit/>
          </a:bodyPr>
          <a:lstStyle/>
          <a:p>
            <a:r>
              <a:rPr lang="nl-NL" dirty="0"/>
              <a:t>Depth-first </a:t>
            </a:r>
            <a:r>
              <a:rPr lang="nl-NL" dirty="0" err="1"/>
              <a:t>traversal</a:t>
            </a:r>
            <a:r>
              <a:rPr lang="nl-NL" dirty="0"/>
              <a:t> – </a:t>
            </a:r>
            <a:r>
              <a:rPr lang="nl-NL" dirty="0" err="1"/>
              <a:t>keeping</a:t>
            </a:r>
            <a:r>
              <a:rPr lang="nl-NL" dirty="0"/>
              <a:t> track of </a:t>
            </a:r>
            <a:r>
              <a:rPr lang="nl-NL" dirty="0" err="1"/>
              <a:t>visited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from</a:t>
            </a:r>
            <a:r>
              <a:rPr lang="nl-NL" dirty="0"/>
              <a:t> A</a:t>
            </a:r>
          </a:p>
          <a:p>
            <a:pPr marL="265176" lvl="1" indent="0">
              <a:buNone/>
            </a:pPr>
            <a:endParaRPr lang="nl-NL" dirty="0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89C4BFEF-44F8-E216-B928-828B4EE7E22D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517B4C72-1E5C-34A4-34E7-A45F763635A5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0060A43C-A505-705B-9FFC-ABE7FDA71AA1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D5FB25EC-A388-42EF-CA82-588520095CD9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2829CA23-3FCC-BA5F-1500-C485E4CB314F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FDEE48AC-21EB-DB92-7E18-B9456B0A24E6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6A44961C-B009-1497-168A-DC1E9048F1A8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CD2836D4-ABC3-4244-DF5E-A2755BA68049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B0CE0DA8-A005-DFFA-007F-F9FBFB31B169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FFBF7700-A9B2-9AB2-69F7-43D09579D5B7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7DD1680F-56B6-E3B5-A9A4-DA4DA02BBA2F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7CCE8313-BC23-B80D-C2F8-25CBF55AABBE}"/>
              </a:ext>
            </a:extLst>
          </p:cNvPr>
          <p:cNvCxnSpPr>
            <a:cxnSpLocks/>
            <a:stCxn id="8" idx="0"/>
            <a:endCxn id="7" idx="4"/>
          </p:cNvCxnSpPr>
          <p:nvPr/>
        </p:nvCxnSpPr>
        <p:spPr>
          <a:xfrm flipV="1"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2B625ED5-99D4-571C-2EB2-928FBBCD977E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40AE6B88-2E35-FCA8-5634-AA778CDE640C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D32A914B-3F4E-BB6A-72AB-B3283354A11B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3E60462-4B9B-2C40-98FF-71CF8FF0D9B2}"/>
              </a:ext>
            </a:extLst>
          </p:cNvPr>
          <p:cNvSpPr txBox="1"/>
          <p:nvPr/>
        </p:nvSpPr>
        <p:spPr>
          <a:xfrm>
            <a:off x="640079" y="3718679"/>
            <a:ext cx="48702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(start, visited):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visited.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insert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neighbors(start):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(neighbor, visited)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Rounded Rectangle 46">
            <a:extLst>
              <a:ext uri="{FF2B5EF4-FFF2-40B4-BE49-F238E27FC236}">
                <a16:creationId xmlns:a16="http://schemas.microsoft.com/office/drawing/2014/main" id="{8F2450E7-8D40-8DE4-3F86-714BA53D9259}"/>
              </a:ext>
            </a:extLst>
          </p:cNvPr>
          <p:cNvSpPr/>
          <p:nvPr/>
        </p:nvSpPr>
        <p:spPr>
          <a:xfrm>
            <a:off x="5846718" y="6361811"/>
            <a:ext cx="1827052" cy="31108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Call stack</a:t>
            </a:r>
          </a:p>
        </p:txBody>
      </p:sp>
      <p:sp>
        <p:nvSpPr>
          <p:cNvPr id="41" name="dfs(A)">
            <a:extLst>
              <a:ext uri="{FF2B5EF4-FFF2-40B4-BE49-F238E27FC236}">
                <a16:creationId xmlns:a16="http://schemas.microsoft.com/office/drawing/2014/main" id="{753D08E0-A904-C19B-2E15-2B816FF9C3F6}"/>
              </a:ext>
            </a:extLst>
          </p:cNvPr>
          <p:cNvSpPr>
            <a:spLocks/>
          </p:cNvSpPr>
          <p:nvPr/>
        </p:nvSpPr>
        <p:spPr>
          <a:xfrm>
            <a:off x="5892908" y="6050727"/>
            <a:ext cx="1734672" cy="3110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(A, </a:t>
            </a:r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46" name="dfs(B)">
            <a:extLst>
              <a:ext uri="{FF2B5EF4-FFF2-40B4-BE49-F238E27FC236}">
                <a16:creationId xmlns:a16="http://schemas.microsoft.com/office/drawing/2014/main" id="{02448815-C58B-6FD8-A5B0-EEBF22DB4770}"/>
              </a:ext>
            </a:extLst>
          </p:cNvPr>
          <p:cNvSpPr>
            <a:spLocks/>
          </p:cNvSpPr>
          <p:nvPr/>
        </p:nvSpPr>
        <p:spPr>
          <a:xfrm>
            <a:off x="5892908" y="5739643"/>
            <a:ext cx="1734672" cy="3110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(B, </a:t>
            </a:r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43" name="dfs(D)">
            <a:extLst>
              <a:ext uri="{FF2B5EF4-FFF2-40B4-BE49-F238E27FC236}">
                <a16:creationId xmlns:a16="http://schemas.microsoft.com/office/drawing/2014/main" id="{69AD596C-BCAE-C01C-77F7-86D686553C31}"/>
              </a:ext>
            </a:extLst>
          </p:cNvPr>
          <p:cNvSpPr>
            <a:spLocks/>
          </p:cNvSpPr>
          <p:nvPr/>
        </p:nvSpPr>
        <p:spPr>
          <a:xfrm>
            <a:off x="5892908" y="5428559"/>
            <a:ext cx="1734672" cy="3110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(D, </a:t>
            </a:r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45" name="dfs(E)">
            <a:extLst>
              <a:ext uri="{FF2B5EF4-FFF2-40B4-BE49-F238E27FC236}">
                <a16:creationId xmlns:a16="http://schemas.microsoft.com/office/drawing/2014/main" id="{B538AD06-2224-D067-88C6-120EFB7CCA7B}"/>
              </a:ext>
            </a:extLst>
          </p:cNvPr>
          <p:cNvSpPr>
            <a:spLocks/>
          </p:cNvSpPr>
          <p:nvPr/>
        </p:nvSpPr>
        <p:spPr>
          <a:xfrm>
            <a:off x="5892908" y="5117475"/>
            <a:ext cx="1734672" cy="3110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(E, </a:t>
            </a:r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32" name="dfs(C)">
            <a:extLst>
              <a:ext uri="{FF2B5EF4-FFF2-40B4-BE49-F238E27FC236}">
                <a16:creationId xmlns:a16="http://schemas.microsoft.com/office/drawing/2014/main" id="{B1F2B60A-A7D8-9684-0656-AE96B0EA7EFE}"/>
              </a:ext>
            </a:extLst>
          </p:cNvPr>
          <p:cNvSpPr>
            <a:spLocks/>
          </p:cNvSpPr>
          <p:nvPr/>
        </p:nvSpPr>
        <p:spPr>
          <a:xfrm>
            <a:off x="14291567" y="4806391"/>
            <a:ext cx="1734672" cy="3110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dfs</a:t>
            </a:r>
            <a:r>
              <a:rPr lang="nl-NL" dirty="0">
                <a:latin typeface="Aptos" panose="020B0004020202020204" pitchFamily="34" charset="0"/>
              </a:rPr>
              <a:t>(C, </a:t>
            </a:r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29" name="A">
            <a:extLst>
              <a:ext uri="{FF2B5EF4-FFF2-40B4-BE49-F238E27FC236}">
                <a16:creationId xmlns:a16="http://schemas.microsoft.com/office/drawing/2014/main" id="{D6423B2D-F775-FF17-7B73-44433513B308}"/>
              </a:ext>
            </a:extLst>
          </p:cNvPr>
          <p:cNvSpPr/>
          <p:nvPr/>
        </p:nvSpPr>
        <p:spPr>
          <a:xfrm>
            <a:off x="9157812" y="6361809"/>
            <a:ext cx="311084" cy="311084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31" name="TextBox 139">
            <a:extLst>
              <a:ext uri="{FF2B5EF4-FFF2-40B4-BE49-F238E27FC236}">
                <a16:creationId xmlns:a16="http://schemas.microsoft.com/office/drawing/2014/main" id="{5FCD7A86-4059-AB8A-EFF8-707F3EA06804}"/>
              </a:ext>
            </a:extLst>
          </p:cNvPr>
          <p:cNvSpPr txBox="1"/>
          <p:nvPr/>
        </p:nvSpPr>
        <p:spPr>
          <a:xfrm>
            <a:off x="7862620" y="633268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visited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</p:txBody>
      </p:sp>
      <p:sp>
        <p:nvSpPr>
          <p:cNvPr id="32" name="A">
            <a:extLst>
              <a:ext uri="{FF2B5EF4-FFF2-40B4-BE49-F238E27FC236}">
                <a16:creationId xmlns:a16="http://schemas.microsoft.com/office/drawing/2014/main" id="{EC6BC846-4F8A-6D3B-3420-A34E950964B1}"/>
              </a:ext>
            </a:extLst>
          </p:cNvPr>
          <p:cNvSpPr/>
          <p:nvPr/>
        </p:nvSpPr>
        <p:spPr>
          <a:xfrm>
            <a:off x="9487205" y="6361809"/>
            <a:ext cx="311084" cy="311084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4" name="A">
            <a:extLst>
              <a:ext uri="{FF2B5EF4-FFF2-40B4-BE49-F238E27FC236}">
                <a16:creationId xmlns:a16="http://schemas.microsoft.com/office/drawing/2014/main" id="{0FF9C2E6-7402-B1A5-F595-F46707D92FDF}"/>
              </a:ext>
            </a:extLst>
          </p:cNvPr>
          <p:cNvSpPr/>
          <p:nvPr/>
        </p:nvSpPr>
        <p:spPr>
          <a:xfrm>
            <a:off x="9816598" y="6361809"/>
            <a:ext cx="311084" cy="311084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35" name="A">
            <a:extLst>
              <a:ext uri="{FF2B5EF4-FFF2-40B4-BE49-F238E27FC236}">
                <a16:creationId xmlns:a16="http://schemas.microsoft.com/office/drawing/2014/main" id="{19CFF5BE-1150-23FD-9953-668EA633AFFF}"/>
              </a:ext>
            </a:extLst>
          </p:cNvPr>
          <p:cNvSpPr/>
          <p:nvPr/>
        </p:nvSpPr>
        <p:spPr>
          <a:xfrm>
            <a:off x="10145991" y="6361809"/>
            <a:ext cx="311084" cy="311084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37" name="A">
            <a:extLst>
              <a:ext uri="{FF2B5EF4-FFF2-40B4-BE49-F238E27FC236}">
                <a16:creationId xmlns:a16="http://schemas.microsoft.com/office/drawing/2014/main" id="{824D70A1-F7A2-6362-A054-062801A415D2}"/>
              </a:ext>
            </a:extLst>
          </p:cNvPr>
          <p:cNvSpPr/>
          <p:nvPr/>
        </p:nvSpPr>
        <p:spPr>
          <a:xfrm>
            <a:off x="10475384" y="6361809"/>
            <a:ext cx="311084" cy="311084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38" name="A">
            <a:extLst>
              <a:ext uri="{FF2B5EF4-FFF2-40B4-BE49-F238E27FC236}">
                <a16:creationId xmlns:a16="http://schemas.microsoft.com/office/drawing/2014/main" id="{FC04FD64-DB90-7A86-090B-606AC82F3727}"/>
              </a:ext>
            </a:extLst>
          </p:cNvPr>
          <p:cNvSpPr/>
          <p:nvPr/>
        </p:nvSpPr>
        <p:spPr>
          <a:xfrm>
            <a:off x="10804777" y="6361809"/>
            <a:ext cx="311084" cy="311084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39" name="Oval Callout 159">
            <a:extLst>
              <a:ext uri="{FF2B5EF4-FFF2-40B4-BE49-F238E27FC236}">
                <a16:creationId xmlns:a16="http://schemas.microsoft.com/office/drawing/2014/main" id="{C6484974-8BD5-1717-65EC-9A6A202CBC86}"/>
              </a:ext>
            </a:extLst>
          </p:cNvPr>
          <p:cNvSpPr/>
          <p:nvPr/>
        </p:nvSpPr>
        <p:spPr>
          <a:xfrm>
            <a:off x="4171949" y="3109055"/>
            <a:ext cx="2975599" cy="736405"/>
          </a:xfrm>
          <a:prstGeom prst="wedgeEllipseCallout">
            <a:avLst>
              <a:gd name="adj1" fmla="val -51134"/>
              <a:gd name="adj2" fmla="val 40511"/>
            </a:avLst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passed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by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reference</a:t>
            </a:r>
            <a:endParaRPr lang="nl-N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78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11111E-6 L -0.68893 -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4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6" grpId="0" animBg="1"/>
      <p:bldP spid="43" grpId="0" animBg="1"/>
      <p:bldP spid="45" grpId="0" animBg="1"/>
      <p:bldP spid="132" grpId="0" animBg="1"/>
      <p:bldP spid="132" grpId="1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510011925519964_e66242e">
    <p:spTree>
      <p:nvGrpSpPr>
        <p:cNvPr id="1" name="">
          <a:extLst>
            <a:ext uri="{FF2B5EF4-FFF2-40B4-BE49-F238E27FC236}">
              <a16:creationId xmlns:a16="http://schemas.microsoft.com/office/drawing/2014/main" id="{46DD7182-D38E-33F2-B2A1-6894E6B9E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0790F-B1DE-2752-96EE-181BE9AA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367A-DF43-377C-8112-054F6084A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640404" cy="3653028"/>
          </a:xfrm>
        </p:spPr>
        <p:txBody>
          <a:bodyPr>
            <a:normAutofit/>
          </a:bodyPr>
          <a:lstStyle/>
          <a:p>
            <a:r>
              <a:rPr lang="nl-NL" dirty="0" err="1"/>
              <a:t>Now</a:t>
            </a:r>
            <a:r>
              <a:rPr lang="nl-NL" dirty="0"/>
              <a:t> </a:t>
            </a:r>
            <a:r>
              <a:rPr lang="nl-NL" dirty="0" err="1"/>
              <a:t>let’s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b="1" dirty="0">
                <a:latin typeface="Aptos" panose="020B0004020202020204" pitchFamily="34" charset="0"/>
              </a:rPr>
              <a:t>iteration</a:t>
            </a:r>
            <a:r>
              <a:rPr lang="nl-NL" dirty="0"/>
              <a:t> </a:t>
            </a:r>
            <a:r>
              <a:rPr lang="nl-NL" dirty="0" err="1"/>
              <a:t>instead</a:t>
            </a:r>
            <a:r>
              <a:rPr lang="nl-NL" dirty="0"/>
              <a:t> of </a:t>
            </a:r>
            <a:r>
              <a:rPr lang="nl-NL" dirty="0" err="1"/>
              <a:t>recursion</a:t>
            </a:r>
            <a:endParaRPr lang="nl-NL" dirty="0"/>
          </a:p>
          <a:p>
            <a:r>
              <a:rPr lang="nl-NL" dirty="0"/>
              <a:t>Make </a:t>
            </a:r>
            <a:r>
              <a:rPr lang="nl-NL" dirty="0" err="1"/>
              <a:t>use</a:t>
            </a:r>
            <a:r>
              <a:rPr lang="nl-NL" dirty="0"/>
              <a:t> of a stack</a:t>
            </a:r>
          </a:p>
          <a:p>
            <a:pPr lvl="1"/>
            <a:r>
              <a:rPr lang="nl-NL" dirty="0"/>
              <a:t>Top of stack = </a:t>
            </a:r>
            <a:r>
              <a:rPr lang="nl-NL" dirty="0" err="1"/>
              <a:t>current</a:t>
            </a:r>
            <a:r>
              <a:rPr lang="nl-NL" dirty="0"/>
              <a:t> node, </a:t>
            </a:r>
            <a:r>
              <a:rPr lang="nl-NL" dirty="0" err="1"/>
              <a:t>visit</a:t>
            </a:r>
            <a:r>
              <a:rPr lang="nl-NL" dirty="0"/>
              <a:t> </a:t>
            </a:r>
            <a:r>
              <a:rPr lang="nl-NL" dirty="0" err="1"/>
              <a:t>it</a:t>
            </a:r>
            <a:endParaRPr lang="nl-NL" dirty="0"/>
          </a:p>
          <a:p>
            <a:pPr lvl="1"/>
            <a:r>
              <a:rPr lang="nl-NL" dirty="0"/>
              <a:t>Push </a:t>
            </a:r>
            <a:r>
              <a:rPr lang="nl-NL" dirty="0" err="1"/>
              <a:t>unvisited</a:t>
            </a:r>
            <a:r>
              <a:rPr lang="nl-NL" dirty="0"/>
              <a:t> </a:t>
            </a:r>
            <a:r>
              <a:rPr lang="nl-NL" dirty="0" err="1"/>
              <a:t>neighbours</a:t>
            </a:r>
            <a:endParaRPr lang="nl-NL" dirty="0"/>
          </a:p>
          <a:p>
            <a:endParaRPr lang="nl-NL" dirty="0"/>
          </a:p>
          <a:p>
            <a:r>
              <a:rPr lang="nl-NL" dirty="0"/>
              <a:t>Same node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pushed</a:t>
            </a:r>
            <a:r>
              <a:rPr lang="nl-NL" dirty="0"/>
              <a:t> multiple </a:t>
            </a:r>
            <a:r>
              <a:rPr lang="nl-NL" dirty="0" err="1"/>
              <a:t>times</a:t>
            </a:r>
            <a:endParaRPr lang="nl-NL" dirty="0"/>
          </a:p>
          <a:p>
            <a:pPr lvl="1"/>
            <a:r>
              <a:rPr lang="nl-NL" dirty="0" err="1"/>
              <a:t>Should</a:t>
            </a:r>
            <a:r>
              <a:rPr lang="nl-NL" dirty="0"/>
              <a:t> check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was </a:t>
            </a:r>
            <a:r>
              <a:rPr lang="nl-NL" dirty="0" err="1"/>
              <a:t>already</a:t>
            </a:r>
            <a:r>
              <a:rPr lang="nl-NL" dirty="0"/>
              <a:t> </a:t>
            </a:r>
            <a:r>
              <a:rPr lang="nl-NL" dirty="0" err="1"/>
              <a:t>visited</a:t>
            </a:r>
            <a:endParaRPr lang="nl-NL" dirty="0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4C2BA247-D434-5A1F-0676-7FD46CE1E14B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A6F0476A-91EA-1BB8-B9EE-F38B597F1336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7F44E7E1-F737-DABE-FAD2-656CD13BCE6C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AF0D7BC7-640E-8283-D975-E5E6A6BAA0F0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778543DE-4206-BFCD-5B8C-1CD88B44FFF3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79D64192-47E9-8F92-A110-9F146B692A6F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F035D42B-54F4-E15C-35E7-BED74E3C6987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76671499-C0F8-219D-E4E0-033276D4BCE8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062ACBDA-FD27-3D3F-6CC4-47DF7988F77F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299A5C36-75F1-9522-B403-D18BA3DDC11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E082ADC7-9AE2-24DA-D4DB-AABF2344E522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CBD2EC10-88A7-07D7-5448-A38EC740B34D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50595646-51CD-80EF-038F-C46DC4B7587A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B11EE1A2-BB99-D1ED-BE46-57932A534241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07036F5A-E36B-2CF5-A265-5AF816735331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281" name="Rounded Rectangle 112">
            <a:extLst>
              <a:ext uri="{FF2B5EF4-FFF2-40B4-BE49-F238E27FC236}">
                <a16:creationId xmlns:a16="http://schemas.microsoft.com/office/drawing/2014/main" id="{74510C30-6181-BAB8-BEBF-92167E409AAF}"/>
              </a:ext>
            </a:extLst>
          </p:cNvPr>
          <p:cNvSpPr/>
          <p:nvPr/>
        </p:nvSpPr>
        <p:spPr>
          <a:xfrm>
            <a:off x="1234249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82" name="Rounded Rectangle 112">
            <a:extLst>
              <a:ext uri="{FF2B5EF4-FFF2-40B4-BE49-F238E27FC236}">
                <a16:creationId xmlns:a16="http://schemas.microsoft.com/office/drawing/2014/main" id="{0B21A1C6-CD3D-1D23-3BBC-C3A419F7612B}"/>
              </a:ext>
            </a:extLst>
          </p:cNvPr>
          <p:cNvSpPr/>
          <p:nvPr/>
        </p:nvSpPr>
        <p:spPr>
          <a:xfrm>
            <a:off x="1273735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3" name="Rounded Rectangle 112">
            <a:extLst>
              <a:ext uri="{FF2B5EF4-FFF2-40B4-BE49-F238E27FC236}">
                <a16:creationId xmlns:a16="http://schemas.microsoft.com/office/drawing/2014/main" id="{5C7F843C-D506-09B4-23D1-0211D77AC07F}"/>
              </a:ext>
            </a:extLst>
          </p:cNvPr>
          <p:cNvSpPr/>
          <p:nvPr/>
        </p:nvSpPr>
        <p:spPr>
          <a:xfrm>
            <a:off x="1313220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284" name="Rounded Rectangle 112">
            <a:extLst>
              <a:ext uri="{FF2B5EF4-FFF2-40B4-BE49-F238E27FC236}">
                <a16:creationId xmlns:a16="http://schemas.microsoft.com/office/drawing/2014/main" id="{983E5E62-E31B-B2BF-E004-5F5EC3E5725B}"/>
              </a:ext>
            </a:extLst>
          </p:cNvPr>
          <p:cNvSpPr/>
          <p:nvPr/>
        </p:nvSpPr>
        <p:spPr>
          <a:xfrm>
            <a:off x="1352706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5" name="Rounded Rectangle 112">
            <a:extLst>
              <a:ext uri="{FF2B5EF4-FFF2-40B4-BE49-F238E27FC236}">
                <a16:creationId xmlns:a16="http://schemas.microsoft.com/office/drawing/2014/main" id="{E9BF9ED8-B8C8-58B5-1306-4AF5F6021C39}"/>
              </a:ext>
            </a:extLst>
          </p:cNvPr>
          <p:cNvSpPr/>
          <p:nvPr/>
        </p:nvSpPr>
        <p:spPr>
          <a:xfrm>
            <a:off x="1392191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86" name="Rounded Rectangle 112">
            <a:extLst>
              <a:ext uri="{FF2B5EF4-FFF2-40B4-BE49-F238E27FC236}">
                <a16:creationId xmlns:a16="http://schemas.microsoft.com/office/drawing/2014/main" id="{31280B4B-1306-ACC1-E34A-3CB3E79BF762}"/>
              </a:ext>
            </a:extLst>
          </p:cNvPr>
          <p:cNvSpPr/>
          <p:nvPr/>
        </p:nvSpPr>
        <p:spPr>
          <a:xfrm>
            <a:off x="14316771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grpSp>
        <p:nvGrpSpPr>
          <p:cNvPr id="297" name="Group 190">
            <a:extLst>
              <a:ext uri="{FF2B5EF4-FFF2-40B4-BE49-F238E27FC236}">
                <a16:creationId xmlns:a16="http://schemas.microsoft.com/office/drawing/2014/main" id="{F74D5B00-B1FE-74F8-C420-F1D1A74EB735}"/>
              </a:ext>
            </a:extLst>
          </p:cNvPr>
          <p:cNvGrpSpPr/>
          <p:nvPr/>
        </p:nvGrpSpPr>
        <p:grpSpPr>
          <a:xfrm>
            <a:off x="7654390" y="4033438"/>
            <a:ext cx="1401987" cy="369332"/>
            <a:chOff x="7654390" y="4033438"/>
            <a:chExt cx="1401987" cy="369332"/>
          </a:xfrm>
        </p:grpSpPr>
        <p:sp>
          <p:nvSpPr>
            <p:cNvPr id="298" name="A">
              <a:extLst>
                <a:ext uri="{FF2B5EF4-FFF2-40B4-BE49-F238E27FC236}">
                  <a16:creationId xmlns:a16="http://schemas.microsoft.com/office/drawing/2014/main" id="{9046B9EF-5237-A40B-558D-9F6EBE0B570F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CB997E65-DC02-E823-D9DD-3158A49B3EF9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300" name="Group 19">
            <a:extLst>
              <a:ext uri="{FF2B5EF4-FFF2-40B4-BE49-F238E27FC236}">
                <a16:creationId xmlns:a16="http://schemas.microsoft.com/office/drawing/2014/main" id="{EF3DCDBB-1F65-05DD-3C76-8E13271BCB93}"/>
              </a:ext>
            </a:extLst>
          </p:cNvPr>
          <p:cNvGrpSpPr/>
          <p:nvPr/>
        </p:nvGrpSpPr>
        <p:grpSpPr>
          <a:xfrm>
            <a:off x="6922175" y="5616864"/>
            <a:ext cx="2662766" cy="901626"/>
            <a:chOff x="6922175" y="5616864"/>
            <a:chExt cx="2662766" cy="901626"/>
          </a:xfrm>
        </p:grpSpPr>
        <p:sp>
          <p:nvSpPr>
            <p:cNvPr id="301" name="TextBox 22">
              <a:extLst>
                <a:ext uri="{FF2B5EF4-FFF2-40B4-BE49-F238E27FC236}">
                  <a16:creationId xmlns:a16="http://schemas.microsoft.com/office/drawing/2014/main" id="{FAA1B03A-01A7-4D54-E467-468D5D782DDC}"/>
                </a:ext>
              </a:extLst>
            </p:cNvPr>
            <p:cNvSpPr txBox="1"/>
            <p:nvPr/>
          </p:nvSpPr>
          <p:spPr>
            <a:xfrm>
              <a:off x="7838736" y="6149158"/>
              <a:ext cx="746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Stack</a:t>
              </a:r>
            </a:p>
          </p:txBody>
        </p: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61AE3268-1C06-4AF0-E66D-7B03D5463BE5}"/>
                </a:ext>
              </a:extLst>
            </p:cNvPr>
            <p:cNvGrpSpPr/>
            <p:nvPr/>
          </p:nvGrpSpPr>
          <p:grpSpPr>
            <a:xfrm>
              <a:off x="6922175" y="5616864"/>
              <a:ext cx="2662766" cy="525572"/>
              <a:chOff x="6922175" y="5616864"/>
              <a:chExt cx="2662766" cy="525572"/>
            </a:xfrm>
          </p:grpSpPr>
          <p:cxnSp>
            <p:nvCxnSpPr>
              <p:cNvPr id="303" name="Straight Connector 15">
                <a:extLst>
                  <a:ext uri="{FF2B5EF4-FFF2-40B4-BE49-F238E27FC236}">
                    <a16:creationId xmlns:a16="http://schemas.microsoft.com/office/drawing/2014/main" id="{56E74FE9-9BC1-8877-DA8B-AA451D023F22}"/>
                  </a:ext>
                </a:extLst>
              </p:cNvPr>
              <p:cNvCxnSpPr/>
              <p:nvPr/>
            </p:nvCxnSpPr>
            <p:spPr>
              <a:xfrm>
                <a:off x="6945650" y="5642264"/>
                <a:ext cx="2639291" cy="0"/>
              </a:xfrm>
              <a:prstGeom prst="line">
                <a:avLst/>
              </a:prstGeom>
              <a:ln w="571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20">
                <a:extLst>
                  <a:ext uri="{FF2B5EF4-FFF2-40B4-BE49-F238E27FC236}">
                    <a16:creationId xmlns:a16="http://schemas.microsoft.com/office/drawing/2014/main" id="{C89F9615-CD5C-F0DB-FB72-2B16BDB04EE4}"/>
                  </a:ext>
                </a:extLst>
              </p:cNvPr>
              <p:cNvCxnSpPr/>
              <p:nvPr/>
            </p:nvCxnSpPr>
            <p:spPr>
              <a:xfrm>
                <a:off x="6945650" y="6117036"/>
                <a:ext cx="2639291" cy="0"/>
              </a:xfrm>
              <a:prstGeom prst="line">
                <a:avLst/>
              </a:prstGeom>
              <a:ln w="571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15">
                <a:extLst>
                  <a:ext uri="{FF2B5EF4-FFF2-40B4-BE49-F238E27FC236}">
                    <a16:creationId xmlns:a16="http://schemas.microsoft.com/office/drawing/2014/main" id="{72D0CC09-12D1-A2EC-8FF6-F5B969A595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2175" y="5616864"/>
                <a:ext cx="0" cy="525572"/>
              </a:xfrm>
              <a:prstGeom prst="line">
                <a:avLst/>
              </a:prstGeom>
              <a:ln w="571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current" hidden="1">
            <a:extLst>
              <a:ext uri="{FF2B5EF4-FFF2-40B4-BE49-F238E27FC236}">
                <a16:creationId xmlns:a16="http://schemas.microsoft.com/office/drawing/2014/main" id="{6C60EEFB-A75B-D084-DEDC-3B1C03010748}"/>
              </a:ext>
            </a:extLst>
          </p:cNvPr>
          <p:cNvSpPr/>
          <p:nvPr/>
        </p:nvSpPr>
        <p:spPr>
          <a:xfrm>
            <a:off x="9695099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1" name="Speech Bubble: Oval 20">
            <a:extLst>
              <a:ext uri="{FF2B5EF4-FFF2-40B4-BE49-F238E27FC236}">
                <a16:creationId xmlns:a16="http://schemas.microsoft.com/office/drawing/2014/main" id="{CE1E5CF4-C037-9DDE-14A5-04F66F25B7A4}"/>
              </a:ext>
            </a:extLst>
          </p:cNvPr>
          <p:cNvSpPr/>
          <p:nvPr/>
        </p:nvSpPr>
        <p:spPr>
          <a:xfrm>
            <a:off x="6945650" y="1047750"/>
            <a:ext cx="1926522" cy="1411352"/>
          </a:xfrm>
          <a:prstGeom prst="wedgeEllipseCallout">
            <a:avLst>
              <a:gd name="adj1" fmla="val 427"/>
              <a:gd name="adj2" fmla="val 63175"/>
            </a:avLst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Let’s</a:t>
            </a:r>
            <a:r>
              <a:rPr lang="nl-NL" dirty="0">
                <a:latin typeface="Aptos" panose="020B0004020202020204" pitchFamily="34" charset="0"/>
              </a:rPr>
              <a:t> search </a:t>
            </a:r>
            <a:r>
              <a:rPr lang="nl-NL" dirty="0" err="1">
                <a:latin typeface="Aptos" panose="020B0004020202020204" pitchFamily="34" charset="0"/>
              </a:rPr>
              <a:t>from</a:t>
            </a:r>
            <a:r>
              <a:rPr lang="nl-NL" dirty="0">
                <a:latin typeface="Aptos" panose="020B0004020202020204" pitchFamily="34" charset="0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43929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2.59259E-6 L -0.4427 2.59259E-6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4271 2.59259E-6 L -0.21719 2.59259E-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59259E-6 L -0.47513 2.59259E-6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7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-0.475 2.59259E-6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 2.59259E-6 L -0.28191 2.59259E-6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0.50742 2.59259E-6 " pathEditMode="relative" rAng="0" ptsTypes="AA">
                                      <p:cBhvr>
                                        <p:cTn id="96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4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2.59259E-6 L -0.50742 3.33333E-6 " pathEditMode="relative" rAng="0" ptsTypes="AA">
                                      <p:cBhvr>
                                        <p:cTn id="104" dur="75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404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0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59259E-6 L -0.50742 2.59259E-6 " pathEditMode="relative" rAng="0" ptsTypes="AA">
                                      <p:cBhvr>
                                        <p:cTn id="112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2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1.875E-6 0.09305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 animBg="1"/>
      <p:bldP spid="281" grpId="1" animBg="1"/>
      <p:bldP spid="281" grpId="2" animBg="1"/>
      <p:bldP spid="282" grpId="0" animBg="1"/>
      <p:bldP spid="283" grpId="0" animBg="1"/>
      <p:bldP spid="283" grpId="1" animBg="1"/>
      <p:bldP spid="283" grpId="2" animBg="1"/>
      <p:bldP spid="284" grpId="0" animBg="1"/>
      <p:bldP spid="285" grpId="0" animBg="1"/>
      <p:bldP spid="286" grpId="0" animBg="1"/>
      <p:bldP spid="10" grpId="0" animBg="1"/>
      <p:bldP spid="21" grpId="0" animBg="1"/>
      <p:bldP spid="21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7B14F-F929-39F8-090A-23F5D2F94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8CB3-9EB6-D703-6889-F4F6C6ED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8B24327F-A084-AA62-5BFD-7A888AD3A302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D5F53A3B-733E-1808-F94E-43D408964E1E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D3520A3E-2D6C-1DA6-B8D8-6AE3935B0DCA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60EC3947-13B0-EF59-4FC6-23E4F824DC0F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8B0E0600-388B-8DA5-5925-E3633CA136C3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038657DB-1886-945D-792A-B429F054787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7A286CCF-25DB-B1D4-8895-662CBBF70F6A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637BB86C-BA75-7DC8-5BE1-7E7F61D68BCB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1EED7C06-4295-2B02-8BD1-895901DA656E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02F964A7-BA9F-9570-C177-F73E0205F1B5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E2654489-26EE-21E0-3033-8CD1186A719C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E7232567-86E8-13EB-BB70-CC06CBEF709F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56513E9E-A912-7C5F-C20C-43FEDA0D8BBA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16004DE2-301D-EC04-8C05-D75FCD6936CD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87DBF75A-76A0-1748-F34E-0E50B90C36CE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283" name="Rounded Rectangle 112">
            <a:extLst>
              <a:ext uri="{FF2B5EF4-FFF2-40B4-BE49-F238E27FC236}">
                <a16:creationId xmlns:a16="http://schemas.microsoft.com/office/drawing/2014/main" id="{5E1A644B-0C74-1AFA-8546-F5C5F14F5E09}"/>
              </a:ext>
            </a:extLst>
          </p:cNvPr>
          <p:cNvSpPr/>
          <p:nvPr/>
        </p:nvSpPr>
        <p:spPr>
          <a:xfrm>
            <a:off x="12326089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84" name="Rounded Rectangle 112">
            <a:extLst>
              <a:ext uri="{FF2B5EF4-FFF2-40B4-BE49-F238E27FC236}">
                <a16:creationId xmlns:a16="http://schemas.microsoft.com/office/drawing/2014/main" id="{A2BB5A2F-F007-0E13-8BFE-8A3D21E06779}"/>
              </a:ext>
            </a:extLst>
          </p:cNvPr>
          <p:cNvSpPr/>
          <p:nvPr/>
        </p:nvSpPr>
        <p:spPr>
          <a:xfrm>
            <a:off x="1280516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grpSp>
        <p:nvGrpSpPr>
          <p:cNvPr id="297" name="Group 190">
            <a:extLst>
              <a:ext uri="{FF2B5EF4-FFF2-40B4-BE49-F238E27FC236}">
                <a16:creationId xmlns:a16="http://schemas.microsoft.com/office/drawing/2014/main" id="{526737B9-A2B8-4BE0-2188-0787178383A7}"/>
              </a:ext>
            </a:extLst>
          </p:cNvPr>
          <p:cNvGrpSpPr/>
          <p:nvPr/>
        </p:nvGrpSpPr>
        <p:grpSpPr>
          <a:xfrm>
            <a:off x="7654390" y="4033438"/>
            <a:ext cx="1401987" cy="369332"/>
            <a:chOff x="7654390" y="4033438"/>
            <a:chExt cx="1401987" cy="369332"/>
          </a:xfrm>
        </p:grpSpPr>
        <p:sp>
          <p:nvSpPr>
            <p:cNvPr id="298" name="A">
              <a:extLst>
                <a:ext uri="{FF2B5EF4-FFF2-40B4-BE49-F238E27FC236}">
                  <a16:creationId xmlns:a16="http://schemas.microsoft.com/office/drawing/2014/main" id="{1A9C6196-017D-7E2E-E3D9-488F2F09D93C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E04D7E20-ED84-9BE0-880B-23231F471E46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p:sp>
        <p:nvSpPr>
          <p:cNvPr id="301" name="TextBox 22">
            <a:extLst>
              <a:ext uri="{FF2B5EF4-FFF2-40B4-BE49-F238E27FC236}">
                <a16:creationId xmlns:a16="http://schemas.microsoft.com/office/drawing/2014/main" id="{3E7AC0E1-70F4-1987-A248-E6C4F481E672}"/>
              </a:ext>
            </a:extLst>
          </p:cNvPr>
          <p:cNvSpPr txBox="1"/>
          <p:nvPr/>
        </p:nvSpPr>
        <p:spPr>
          <a:xfrm>
            <a:off x="7838736" y="6149158"/>
            <a:ext cx="74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Stack</a:t>
            </a:r>
          </a:p>
        </p:txBody>
      </p:sp>
      <p:cxnSp>
        <p:nvCxnSpPr>
          <p:cNvPr id="303" name="Straight Connector 15">
            <a:extLst>
              <a:ext uri="{FF2B5EF4-FFF2-40B4-BE49-F238E27FC236}">
                <a16:creationId xmlns:a16="http://schemas.microsoft.com/office/drawing/2014/main" id="{76683C78-B798-4BE5-42E1-97563080FC24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20">
            <a:extLst>
              <a:ext uri="{FF2B5EF4-FFF2-40B4-BE49-F238E27FC236}">
                <a16:creationId xmlns:a16="http://schemas.microsoft.com/office/drawing/2014/main" id="{1F756BDD-34CD-12D7-3673-3C858CB99BDC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15">
            <a:extLst>
              <a:ext uri="{FF2B5EF4-FFF2-40B4-BE49-F238E27FC236}">
                <a16:creationId xmlns:a16="http://schemas.microsoft.com/office/drawing/2014/main" id="{4482C34D-2780-25A8-FCBE-50FF3CFC22CB}"/>
              </a:ext>
            </a:extLst>
          </p:cNvPr>
          <p:cNvCxnSpPr>
            <a:cxnSpLocks/>
          </p:cNvCxnSpPr>
          <p:nvPr/>
        </p:nvCxnSpPr>
        <p:spPr>
          <a:xfrm>
            <a:off x="6922175" y="5616864"/>
            <a:ext cx="0" cy="525572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urrent" hidden="1">
            <a:extLst>
              <a:ext uri="{FF2B5EF4-FFF2-40B4-BE49-F238E27FC236}">
                <a16:creationId xmlns:a16="http://schemas.microsoft.com/office/drawing/2014/main" id="{A3024A54-A9D7-B800-8FE4-6BA3E647345E}"/>
              </a:ext>
            </a:extLst>
          </p:cNvPr>
          <p:cNvSpPr/>
          <p:nvPr/>
        </p:nvSpPr>
        <p:spPr>
          <a:xfrm>
            <a:off x="9695099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81" name="Rounded Rectangle 112">
            <a:extLst>
              <a:ext uri="{FF2B5EF4-FFF2-40B4-BE49-F238E27FC236}">
                <a16:creationId xmlns:a16="http://schemas.microsoft.com/office/drawing/2014/main" id="{AAAC4C94-4D27-F720-C428-F96720629198}"/>
              </a:ext>
            </a:extLst>
          </p:cNvPr>
          <p:cNvSpPr/>
          <p:nvPr/>
        </p:nvSpPr>
        <p:spPr>
          <a:xfrm>
            <a:off x="694565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2" name="Rounded Rectangle 112">
            <a:extLst>
              <a:ext uri="{FF2B5EF4-FFF2-40B4-BE49-F238E27FC236}">
                <a16:creationId xmlns:a16="http://schemas.microsoft.com/office/drawing/2014/main" id="{38857D73-D5B9-C2BB-05E4-747BD8331D2D}"/>
              </a:ext>
            </a:extLst>
          </p:cNvPr>
          <p:cNvSpPr/>
          <p:nvPr/>
        </p:nvSpPr>
        <p:spPr>
          <a:xfrm>
            <a:off x="734050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5" name="Rounded Rectangle 112">
            <a:extLst>
              <a:ext uri="{FF2B5EF4-FFF2-40B4-BE49-F238E27FC236}">
                <a16:creationId xmlns:a16="http://schemas.microsoft.com/office/drawing/2014/main" id="{5D6BB891-F1D7-1D87-1571-58CA9AAF044A}"/>
              </a:ext>
            </a:extLst>
          </p:cNvPr>
          <p:cNvSpPr/>
          <p:nvPr/>
        </p:nvSpPr>
        <p:spPr>
          <a:xfrm>
            <a:off x="773535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86" name="Rounded Rectangle 112">
            <a:extLst>
              <a:ext uri="{FF2B5EF4-FFF2-40B4-BE49-F238E27FC236}">
                <a16:creationId xmlns:a16="http://schemas.microsoft.com/office/drawing/2014/main" id="{E401B760-EA0D-FE62-79C2-F5E9AB6E742C}"/>
              </a:ext>
            </a:extLst>
          </p:cNvPr>
          <p:cNvSpPr/>
          <p:nvPr/>
        </p:nvSpPr>
        <p:spPr>
          <a:xfrm>
            <a:off x="8130213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53" name="current" hidden="1">
            <a:extLst>
              <a:ext uri="{FF2B5EF4-FFF2-40B4-BE49-F238E27FC236}">
                <a16:creationId xmlns:a16="http://schemas.microsoft.com/office/drawing/2014/main" id="{0F88AD70-2A37-45D1-B15B-FE724805328B}"/>
              </a:ext>
            </a:extLst>
          </p:cNvPr>
          <p:cNvSpPr/>
          <p:nvPr/>
        </p:nvSpPr>
        <p:spPr>
          <a:xfrm>
            <a:off x="8525068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56" name="TextBox 81">
            <a:extLst>
              <a:ext uri="{FF2B5EF4-FFF2-40B4-BE49-F238E27FC236}">
                <a16:creationId xmlns:a16="http://schemas.microsoft.com/office/drawing/2014/main" id="{7F7E7F79-E8AF-1BAA-84EC-1DBDEF63A7D8}"/>
              </a:ext>
            </a:extLst>
          </p:cNvPr>
          <p:cNvSpPr txBox="1"/>
          <p:nvPr/>
        </p:nvSpPr>
        <p:spPr>
          <a:xfrm>
            <a:off x="640079" y="269465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stack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30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59259E-6 L 0.12839 2.59259E-6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9259E-6 L -0.34414 7.40741E-7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669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59259E-6 L -0.35104 2.59259E-6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1.875E-6 0.09305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59259E-6 L -4.58333E-6 0.09305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 animBg="1"/>
      <p:bldP spid="284" grpId="0" animBg="1"/>
      <p:bldP spid="18" grpId="0" animBg="1"/>
      <p:bldP spid="286" grpId="0" animBg="1"/>
      <p:bldP spid="286" grpId="1" animBg="1"/>
      <p:bldP spid="53" grpId="0" animBg="1"/>
      <p:bldP spid="25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E8555-A3DB-4EBF-E634-26AA1FE3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45D0-82F7-11DB-3034-0446E07D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D99E0660-360F-1D9A-CB81-2090EF0C01BF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150894CA-6350-76CB-9AFD-830972B88685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869EBA33-D5B2-E544-1CA7-B2A7926E657F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E56885F2-2D09-8D04-4E36-D1988F71DC1A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E3CE5C91-55F9-E1BB-BB64-7B3AE49047C5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7E4EB53F-1C21-624E-54FC-74A82D18A936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C4D3520D-775E-14CA-6B06-6068F61FC616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5D772F04-D715-C3B6-175B-37A13465ECDB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1ECD7389-76C0-1FF2-CCB0-85BE2530E745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86CC3659-EF54-BC8B-AA3C-4F8BA1DD7A00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F9680B0A-7009-B02F-1121-65762CC8DC56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88056B1F-6E1D-0675-0E3B-C01400EC2C5C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ED0B903D-079A-05CA-A4E0-63EC2E53AEBF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4A58F3A5-484D-2869-7F3F-95BC39F4F11C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A1388AAA-6F41-FEDB-FE44-804480704533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283" name="Rounded Rectangle 112">
            <a:extLst>
              <a:ext uri="{FF2B5EF4-FFF2-40B4-BE49-F238E27FC236}">
                <a16:creationId xmlns:a16="http://schemas.microsoft.com/office/drawing/2014/main" id="{7C9688BD-8BFA-3CBA-A94D-0EC42747D004}"/>
              </a:ext>
            </a:extLst>
          </p:cNvPr>
          <p:cNvSpPr/>
          <p:nvPr/>
        </p:nvSpPr>
        <p:spPr>
          <a:xfrm>
            <a:off x="12326089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84" name="Rounded Rectangle 112">
            <a:extLst>
              <a:ext uri="{FF2B5EF4-FFF2-40B4-BE49-F238E27FC236}">
                <a16:creationId xmlns:a16="http://schemas.microsoft.com/office/drawing/2014/main" id="{E82E762F-9B35-F0AD-73C7-B8189C4F5D34}"/>
              </a:ext>
            </a:extLst>
          </p:cNvPr>
          <p:cNvSpPr/>
          <p:nvPr/>
        </p:nvSpPr>
        <p:spPr>
          <a:xfrm>
            <a:off x="852506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grpSp>
        <p:nvGrpSpPr>
          <p:cNvPr id="297" name="Group 190">
            <a:extLst>
              <a:ext uri="{FF2B5EF4-FFF2-40B4-BE49-F238E27FC236}">
                <a16:creationId xmlns:a16="http://schemas.microsoft.com/office/drawing/2014/main" id="{2F02F7ED-1DA6-7051-40F6-800B012EE49C}"/>
              </a:ext>
            </a:extLst>
          </p:cNvPr>
          <p:cNvGrpSpPr/>
          <p:nvPr/>
        </p:nvGrpSpPr>
        <p:grpSpPr>
          <a:xfrm>
            <a:off x="7654390" y="4033438"/>
            <a:ext cx="1401987" cy="369332"/>
            <a:chOff x="7654390" y="4033438"/>
            <a:chExt cx="1401987" cy="369332"/>
          </a:xfrm>
        </p:grpSpPr>
        <p:sp>
          <p:nvSpPr>
            <p:cNvPr id="298" name="A">
              <a:extLst>
                <a:ext uri="{FF2B5EF4-FFF2-40B4-BE49-F238E27FC236}">
                  <a16:creationId xmlns:a16="http://schemas.microsoft.com/office/drawing/2014/main" id="{8660D4A1-C215-59C7-BBC5-BE5F51DBDB04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378738A8-A4A2-52E5-6CBF-8B1C1CE100EB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p:sp>
        <p:nvSpPr>
          <p:cNvPr id="301" name="TextBox 22">
            <a:extLst>
              <a:ext uri="{FF2B5EF4-FFF2-40B4-BE49-F238E27FC236}">
                <a16:creationId xmlns:a16="http://schemas.microsoft.com/office/drawing/2014/main" id="{F62726BE-0506-09B6-FAB5-46CD85E58F96}"/>
              </a:ext>
            </a:extLst>
          </p:cNvPr>
          <p:cNvSpPr txBox="1"/>
          <p:nvPr/>
        </p:nvSpPr>
        <p:spPr>
          <a:xfrm>
            <a:off x="7838736" y="6149158"/>
            <a:ext cx="74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Stack</a:t>
            </a:r>
          </a:p>
        </p:txBody>
      </p:sp>
      <p:cxnSp>
        <p:nvCxnSpPr>
          <p:cNvPr id="303" name="Straight Connector 15">
            <a:extLst>
              <a:ext uri="{FF2B5EF4-FFF2-40B4-BE49-F238E27FC236}">
                <a16:creationId xmlns:a16="http://schemas.microsoft.com/office/drawing/2014/main" id="{0868F17A-6993-09ED-76A3-FCCF7C71AE8B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20">
            <a:extLst>
              <a:ext uri="{FF2B5EF4-FFF2-40B4-BE49-F238E27FC236}">
                <a16:creationId xmlns:a16="http://schemas.microsoft.com/office/drawing/2014/main" id="{42179049-8AC5-A41D-BB60-32ABA665E81A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15">
            <a:extLst>
              <a:ext uri="{FF2B5EF4-FFF2-40B4-BE49-F238E27FC236}">
                <a16:creationId xmlns:a16="http://schemas.microsoft.com/office/drawing/2014/main" id="{2304BF9F-10BA-C393-52D0-90575270AC2C}"/>
              </a:ext>
            </a:extLst>
          </p:cNvPr>
          <p:cNvCxnSpPr>
            <a:cxnSpLocks/>
          </p:cNvCxnSpPr>
          <p:nvPr/>
        </p:nvCxnSpPr>
        <p:spPr>
          <a:xfrm>
            <a:off x="6922175" y="5616864"/>
            <a:ext cx="0" cy="525572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81">
            <a:extLst>
              <a:ext uri="{FF2B5EF4-FFF2-40B4-BE49-F238E27FC236}">
                <a16:creationId xmlns:a16="http://schemas.microsoft.com/office/drawing/2014/main" id="{FE93BD0C-300F-1B8A-D48B-2BCB8A7FAD0A}"/>
              </a:ext>
            </a:extLst>
          </p:cNvPr>
          <p:cNvSpPr txBox="1"/>
          <p:nvPr/>
        </p:nvSpPr>
        <p:spPr>
          <a:xfrm>
            <a:off x="640079" y="269465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stack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current" hidden="1">
            <a:extLst>
              <a:ext uri="{FF2B5EF4-FFF2-40B4-BE49-F238E27FC236}">
                <a16:creationId xmlns:a16="http://schemas.microsoft.com/office/drawing/2014/main" id="{A5A45F9F-C5BC-C8D2-135E-3296E9FBE9F6}"/>
              </a:ext>
            </a:extLst>
          </p:cNvPr>
          <p:cNvSpPr/>
          <p:nvPr/>
        </p:nvSpPr>
        <p:spPr>
          <a:xfrm>
            <a:off x="9695099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81" name="Rounded Rectangle 112">
            <a:extLst>
              <a:ext uri="{FF2B5EF4-FFF2-40B4-BE49-F238E27FC236}">
                <a16:creationId xmlns:a16="http://schemas.microsoft.com/office/drawing/2014/main" id="{DF5DAE14-D428-4BF2-35BE-5568FA13B8A4}"/>
              </a:ext>
            </a:extLst>
          </p:cNvPr>
          <p:cNvSpPr/>
          <p:nvPr/>
        </p:nvSpPr>
        <p:spPr>
          <a:xfrm>
            <a:off x="694565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2" name="Rounded Rectangle 112">
            <a:extLst>
              <a:ext uri="{FF2B5EF4-FFF2-40B4-BE49-F238E27FC236}">
                <a16:creationId xmlns:a16="http://schemas.microsoft.com/office/drawing/2014/main" id="{DDC46309-7562-32DE-1DC1-0A9E53100A42}"/>
              </a:ext>
            </a:extLst>
          </p:cNvPr>
          <p:cNvSpPr/>
          <p:nvPr/>
        </p:nvSpPr>
        <p:spPr>
          <a:xfrm>
            <a:off x="734050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5" name="Rounded Rectangle 112">
            <a:extLst>
              <a:ext uri="{FF2B5EF4-FFF2-40B4-BE49-F238E27FC236}">
                <a16:creationId xmlns:a16="http://schemas.microsoft.com/office/drawing/2014/main" id="{8A78DC74-C76B-2EDF-7E53-7EE56A85F7A4}"/>
              </a:ext>
            </a:extLst>
          </p:cNvPr>
          <p:cNvSpPr/>
          <p:nvPr/>
        </p:nvSpPr>
        <p:spPr>
          <a:xfrm>
            <a:off x="773535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86" name="Rounded Rectangle 112">
            <a:extLst>
              <a:ext uri="{FF2B5EF4-FFF2-40B4-BE49-F238E27FC236}">
                <a16:creationId xmlns:a16="http://schemas.microsoft.com/office/drawing/2014/main" id="{22210FA5-683A-1844-5E73-50401791C7D6}"/>
              </a:ext>
            </a:extLst>
          </p:cNvPr>
          <p:cNvSpPr/>
          <p:nvPr/>
        </p:nvSpPr>
        <p:spPr>
          <a:xfrm>
            <a:off x="8130213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53" name="current" hidden="1">
            <a:extLst>
              <a:ext uri="{FF2B5EF4-FFF2-40B4-BE49-F238E27FC236}">
                <a16:creationId xmlns:a16="http://schemas.microsoft.com/office/drawing/2014/main" id="{4C93C89E-43A8-91C9-106A-178697F16807}"/>
              </a:ext>
            </a:extLst>
          </p:cNvPr>
          <p:cNvSpPr/>
          <p:nvPr/>
        </p:nvSpPr>
        <p:spPr>
          <a:xfrm>
            <a:off x="8525068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16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59259E-6 L 0.09597 2.5925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9259E-6 L -0.31171 2.59259E-6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7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1.875E-6 0.0930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59259E-6 L -4.58333E-6 0.0930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 animBg="1"/>
      <p:bldP spid="284" grpId="0" animBg="1"/>
      <p:bldP spid="284" grpId="1" animBg="1"/>
      <p:bldP spid="18" grpId="0" animBg="1"/>
      <p:bldP spid="5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82BAE-E6ED-15C1-8F89-AC954650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D51F-E485-F240-12D5-D1CC6AAB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C94854DE-B8B5-97A4-8B58-29E91B19CA60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D36CCB7F-BFF2-1246-9F1C-176A20487EF8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D929A5B5-9D43-C36F-A2C9-F212B2400A2B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4D129591-66EE-AAA2-CAEE-57805C805EC6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9BCF2545-E0EE-9A4E-92D7-2FE90644DBD8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7E71DED8-2BE6-BB10-567F-7196E6723DE7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DFF53157-D801-125B-6CB1-4A812B62ED2D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FE35030C-1581-9710-F78D-B69E2A122DD7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8D00CD0A-4643-AEDE-FA60-3DC1B725A901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41FF7C8D-F39F-7BC3-47A5-0FC6B6134518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94D1FD5E-30F2-E299-4794-9540A8CEBC0E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E2DAF73F-D528-101A-08A8-EEBF8BE7D33C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A306618A-71A8-BB6D-43EA-FD2D7D071B03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A152B42A-5A86-A5BB-21CE-424E944CA3F4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B03E91B8-CE94-CAC4-A6ED-341AEB26B488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283" name="Rounded Rectangle 112">
            <a:extLst>
              <a:ext uri="{FF2B5EF4-FFF2-40B4-BE49-F238E27FC236}">
                <a16:creationId xmlns:a16="http://schemas.microsoft.com/office/drawing/2014/main" id="{EF977283-6179-0D9E-6F1D-B08F952AA4F1}"/>
              </a:ext>
            </a:extLst>
          </p:cNvPr>
          <p:cNvSpPr/>
          <p:nvPr/>
        </p:nvSpPr>
        <p:spPr>
          <a:xfrm>
            <a:off x="12326089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4" name="Rounded Rectangle 112">
            <a:extLst>
              <a:ext uri="{FF2B5EF4-FFF2-40B4-BE49-F238E27FC236}">
                <a16:creationId xmlns:a16="http://schemas.microsoft.com/office/drawing/2014/main" id="{4E54512F-724D-DBA0-7505-5EE76DDFF359}"/>
              </a:ext>
            </a:extLst>
          </p:cNvPr>
          <p:cNvSpPr/>
          <p:nvPr/>
        </p:nvSpPr>
        <p:spPr>
          <a:xfrm>
            <a:off x="852506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grpSp>
        <p:nvGrpSpPr>
          <p:cNvPr id="297" name="Group 190">
            <a:extLst>
              <a:ext uri="{FF2B5EF4-FFF2-40B4-BE49-F238E27FC236}">
                <a16:creationId xmlns:a16="http://schemas.microsoft.com/office/drawing/2014/main" id="{CCF783D0-20CF-A720-18EE-D9A7BAAA4E5E}"/>
              </a:ext>
            </a:extLst>
          </p:cNvPr>
          <p:cNvGrpSpPr/>
          <p:nvPr/>
        </p:nvGrpSpPr>
        <p:grpSpPr>
          <a:xfrm>
            <a:off x="7654390" y="4033438"/>
            <a:ext cx="1401987" cy="369332"/>
            <a:chOff x="7654390" y="4033438"/>
            <a:chExt cx="1401987" cy="369332"/>
          </a:xfrm>
        </p:grpSpPr>
        <p:sp>
          <p:nvSpPr>
            <p:cNvPr id="298" name="A">
              <a:extLst>
                <a:ext uri="{FF2B5EF4-FFF2-40B4-BE49-F238E27FC236}">
                  <a16:creationId xmlns:a16="http://schemas.microsoft.com/office/drawing/2014/main" id="{FF88EBED-A2D1-01B1-51CD-6EE8A081BA9C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37DC5ECC-990C-AA10-222B-55847AA7B06A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p:sp>
        <p:nvSpPr>
          <p:cNvPr id="301" name="TextBox 22">
            <a:extLst>
              <a:ext uri="{FF2B5EF4-FFF2-40B4-BE49-F238E27FC236}">
                <a16:creationId xmlns:a16="http://schemas.microsoft.com/office/drawing/2014/main" id="{589C2E15-D377-5B7C-76B7-6CF1CF9E5BAA}"/>
              </a:ext>
            </a:extLst>
          </p:cNvPr>
          <p:cNvSpPr txBox="1"/>
          <p:nvPr/>
        </p:nvSpPr>
        <p:spPr>
          <a:xfrm>
            <a:off x="7838736" y="6149158"/>
            <a:ext cx="74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Stack</a:t>
            </a:r>
          </a:p>
        </p:txBody>
      </p:sp>
      <p:cxnSp>
        <p:nvCxnSpPr>
          <p:cNvPr id="303" name="Straight Connector 15">
            <a:extLst>
              <a:ext uri="{FF2B5EF4-FFF2-40B4-BE49-F238E27FC236}">
                <a16:creationId xmlns:a16="http://schemas.microsoft.com/office/drawing/2014/main" id="{70D82293-9ABB-4EF2-7254-ABF3062FA28E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20">
            <a:extLst>
              <a:ext uri="{FF2B5EF4-FFF2-40B4-BE49-F238E27FC236}">
                <a16:creationId xmlns:a16="http://schemas.microsoft.com/office/drawing/2014/main" id="{6236D06E-B9E9-4A6C-091C-A6861F762299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15">
            <a:extLst>
              <a:ext uri="{FF2B5EF4-FFF2-40B4-BE49-F238E27FC236}">
                <a16:creationId xmlns:a16="http://schemas.microsoft.com/office/drawing/2014/main" id="{A3AD59CF-FF9E-AF5F-89BC-74897AF1EDF0}"/>
              </a:ext>
            </a:extLst>
          </p:cNvPr>
          <p:cNvCxnSpPr>
            <a:cxnSpLocks/>
          </p:cNvCxnSpPr>
          <p:nvPr/>
        </p:nvCxnSpPr>
        <p:spPr>
          <a:xfrm>
            <a:off x="6922175" y="5616864"/>
            <a:ext cx="0" cy="525572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urrent" hidden="1">
            <a:extLst>
              <a:ext uri="{FF2B5EF4-FFF2-40B4-BE49-F238E27FC236}">
                <a16:creationId xmlns:a16="http://schemas.microsoft.com/office/drawing/2014/main" id="{0EA90593-3696-9563-BCFF-189AAC511DAC}"/>
              </a:ext>
            </a:extLst>
          </p:cNvPr>
          <p:cNvSpPr/>
          <p:nvPr/>
        </p:nvSpPr>
        <p:spPr>
          <a:xfrm>
            <a:off x="9695099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81" name="Rounded Rectangle 112">
            <a:extLst>
              <a:ext uri="{FF2B5EF4-FFF2-40B4-BE49-F238E27FC236}">
                <a16:creationId xmlns:a16="http://schemas.microsoft.com/office/drawing/2014/main" id="{9C3D9AD3-81AB-B596-2BE0-9911261E65B4}"/>
              </a:ext>
            </a:extLst>
          </p:cNvPr>
          <p:cNvSpPr/>
          <p:nvPr/>
        </p:nvSpPr>
        <p:spPr>
          <a:xfrm>
            <a:off x="694565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2" name="Rounded Rectangle 112">
            <a:extLst>
              <a:ext uri="{FF2B5EF4-FFF2-40B4-BE49-F238E27FC236}">
                <a16:creationId xmlns:a16="http://schemas.microsoft.com/office/drawing/2014/main" id="{84063006-98C6-18D9-DF5C-4BC3950A5F12}"/>
              </a:ext>
            </a:extLst>
          </p:cNvPr>
          <p:cNvSpPr/>
          <p:nvPr/>
        </p:nvSpPr>
        <p:spPr>
          <a:xfrm>
            <a:off x="734050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5" name="Rounded Rectangle 112">
            <a:extLst>
              <a:ext uri="{FF2B5EF4-FFF2-40B4-BE49-F238E27FC236}">
                <a16:creationId xmlns:a16="http://schemas.microsoft.com/office/drawing/2014/main" id="{61CCE750-75AF-28EC-8177-1C0D69A843C6}"/>
              </a:ext>
            </a:extLst>
          </p:cNvPr>
          <p:cNvSpPr/>
          <p:nvPr/>
        </p:nvSpPr>
        <p:spPr>
          <a:xfrm>
            <a:off x="773535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86" name="Rounded Rectangle 112">
            <a:extLst>
              <a:ext uri="{FF2B5EF4-FFF2-40B4-BE49-F238E27FC236}">
                <a16:creationId xmlns:a16="http://schemas.microsoft.com/office/drawing/2014/main" id="{136061B8-8059-C715-E4DA-E5438B723744}"/>
              </a:ext>
            </a:extLst>
          </p:cNvPr>
          <p:cNvSpPr/>
          <p:nvPr/>
        </p:nvSpPr>
        <p:spPr>
          <a:xfrm>
            <a:off x="8130213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53" name="current" hidden="1">
            <a:extLst>
              <a:ext uri="{FF2B5EF4-FFF2-40B4-BE49-F238E27FC236}">
                <a16:creationId xmlns:a16="http://schemas.microsoft.com/office/drawing/2014/main" id="{6EBD52BC-607D-5B29-1A3C-3DAA9EC93F98}"/>
              </a:ext>
            </a:extLst>
          </p:cNvPr>
          <p:cNvSpPr/>
          <p:nvPr/>
        </p:nvSpPr>
        <p:spPr>
          <a:xfrm>
            <a:off x="8525068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TextBox 81">
            <a:extLst>
              <a:ext uri="{FF2B5EF4-FFF2-40B4-BE49-F238E27FC236}">
                <a16:creationId xmlns:a16="http://schemas.microsoft.com/office/drawing/2014/main" id="{E450F4A5-74E5-4929-519E-1669EB090D43}"/>
              </a:ext>
            </a:extLst>
          </p:cNvPr>
          <p:cNvSpPr txBox="1"/>
          <p:nvPr/>
        </p:nvSpPr>
        <p:spPr>
          <a:xfrm>
            <a:off x="640079" y="269465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stack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95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59259E-6 L 0.09597 2.5925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9259E-6 L -0.31171 2.59259E-6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7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1.875E-6 0.0930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59259E-6 L -4.58333E-6 0.0930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 animBg="1"/>
      <p:bldP spid="284" grpId="0" animBg="1"/>
      <p:bldP spid="284" grpId="1" animBg="1"/>
      <p:bldP spid="18" grpId="0" animBg="1"/>
      <p:bldP spid="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0E343-E518-0EF9-5F0F-1DDE0436A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3E224-3572-985D-A826-B1D68627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D320DD16-0EBF-949C-2DC9-1F28DB1FF2BB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D797B426-DBCB-6B8B-7377-08775DC0BF56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01CA1F4F-7A8A-FE82-5825-9C7002883D2F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41D11537-C4F4-BF88-4F3F-5E88A7319C63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8E7A4F36-1E86-E54E-ECE2-A093FC158C9A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CC6F6FEE-61BA-A5F2-6A40-2859AE0D0FA0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7F26E7AA-AA03-1D0E-DFF7-4AFFB4B47FB8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1F18BE66-DCDD-6198-4008-191AF2CE6083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20125824-FB4D-6035-4122-91D19E012E3C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80913CE3-16E5-1837-84FB-AA26D67FEEF9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57438D4E-B1C9-0486-2BCE-33FE1BF33CBF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C1266274-F0D3-F9BE-6695-98F3ACABA5D7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DDB29670-9427-9FFB-743A-A46533BBD6A8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D9462D6B-755C-D772-219B-4FF680CE9D05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9874C2B4-1FE6-63CA-4C24-410098B9B6CA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283" name="Rounded Rectangle 112">
            <a:extLst>
              <a:ext uri="{FF2B5EF4-FFF2-40B4-BE49-F238E27FC236}">
                <a16:creationId xmlns:a16="http://schemas.microsoft.com/office/drawing/2014/main" id="{20050083-50AD-B163-EF08-544D345317B0}"/>
              </a:ext>
            </a:extLst>
          </p:cNvPr>
          <p:cNvSpPr/>
          <p:nvPr/>
        </p:nvSpPr>
        <p:spPr>
          <a:xfrm>
            <a:off x="12326089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4" name="Rounded Rectangle 112">
            <a:extLst>
              <a:ext uri="{FF2B5EF4-FFF2-40B4-BE49-F238E27FC236}">
                <a16:creationId xmlns:a16="http://schemas.microsoft.com/office/drawing/2014/main" id="{C4F239D0-4FB7-0945-64C8-4F7D58A801AE}"/>
              </a:ext>
            </a:extLst>
          </p:cNvPr>
          <p:cNvSpPr/>
          <p:nvPr/>
        </p:nvSpPr>
        <p:spPr>
          <a:xfrm>
            <a:off x="852506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grpSp>
        <p:nvGrpSpPr>
          <p:cNvPr id="297" name="Group 190">
            <a:extLst>
              <a:ext uri="{FF2B5EF4-FFF2-40B4-BE49-F238E27FC236}">
                <a16:creationId xmlns:a16="http://schemas.microsoft.com/office/drawing/2014/main" id="{0086CCE2-C9DD-C005-251F-1A7910C7E59B}"/>
              </a:ext>
            </a:extLst>
          </p:cNvPr>
          <p:cNvGrpSpPr/>
          <p:nvPr/>
        </p:nvGrpSpPr>
        <p:grpSpPr>
          <a:xfrm>
            <a:off x="7654390" y="4033438"/>
            <a:ext cx="1401987" cy="369332"/>
            <a:chOff x="7654390" y="4033438"/>
            <a:chExt cx="1401987" cy="369332"/>
          </a:xfrm>
        </p:grpSpPr>
        <p:sp>
          <p:nvSpPr>
            <p:cNvPr id="298" name="A">
              <a:extLst>
                <a:ext uri="{FF2B5EF4-FFF2-40B4-BE49-F238E27FC236}">
                  <a16:creationId xmlns:a16="http://schemas.microsoft.com/office/drawing/2014/main" id="{8F636873-2C2F-EAFE-A79D-F0C6B5343F68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A353FC38-DB70-36B0-93CF-7C6E8BDC4F08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p:sp>
        <p:nvSpPr>
          <p:cNvPr id="301" name="TextBox 22">
            <a:extLst>
              <a:ext uri="{FF2B5EF4-FFF2-40B4-BE49-F238E27FC236}">
                <a16:creationId xmlns:a16="http://schemas.microsoft.com/office/drawing/2014/main" id="{F94F8506-966F-67A6-4830-21048C26C521}"/>
              </a:ext>
            </a:extLst>
          </p:cNvPr>
          <p:cNvSpPr txBox="1"/>
          <p:nvPr/>
        </p:nvSpPr>
        <p:spPr>
          <a:xfrm>
            <a:off x="7838736" y="6149158"/>
            <a:ext cx="74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Stack</a:t>
            </a:r>
          </a:p>
        </p:txBody>
      </p:sp>
      <p:cxnSp>
        <p:nvCxnSpPr>
          <p:cNvPr id="303" name="Straight Connector 15">
            <a:extLst>
              <a:ext uri="{FF2B5EF4-FFF2-40B4-BE49-F238E27FC236}">
                <a16:creationId xmlns:a16="http://schemas.microsoft.com/office/drawing/2014/main" id="{D9F96B97-6D32-5157-0C89-31538AC1131B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20">
            <a:extLst>
              <a:ext uri="{FF2B5EF4-FFF2-40B4-BE49-F238E27FC236}">
                <a16:creationId xmlns:a16="http://schemas.microsoft.com/office/drawing/2014/main" id="{878DB625-5D31-DA04-C2D8-57BAC558765B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15">
            <a:extLst>
              <a:ext uri="{FF2B5EF4-FFF2-40B4-BE49-F238E27FC236}">
                <a16:creationId xmlns:a16="http://schemas.microsoft.com/office/drawing/2014/main" id="{340647BA-2648-E5D0-819E-C15954931A8A}"/>
              </a:ext>
            </a:extLst>
          </p:cNvPr>
          <p:cNvCxnSpPr>
            <a:cxnSpLocks/>
          </p:cNvCxnSpPr>
          <p:nvPr/>
        </p:nvCxnSpPr>
        <p:spPr>
          <a:xfrm>
            <a:off x="6922175" y="5616864"/>
            <a:ext cx="0" cy="525572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urrent" hidden="1">
            <a:extLst>
              <a:ext uri="{FF2B5EF4-FFF2-40B4-BE49-F238E27FC236}">
                <a16:creationId xmlns:a16="http://schemas.microsoft.com/office/drawing/2014/main" id="{C25F0ACD-5DDD-E5B7-0D28-348F3D98BAAB}"/>
              </a:ext>
            </a:extLst>
          </p:cNvPr>
          <p:cNvSpPr/>
          <p:nvPr/>
        </p:nvSpPr>
        <p:spPr>
          <a:xfrm>
            <a:off x="9695099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81" name="Rounded Rectangle 112">
            <a:extLst>
              <a:ext uri="{FF2B5EF4-FFF2-40B4-BE49-F238E27FC236}">
                <a16:creationId xmlns:a16="http://schemas.microsoft.com/office/drawing/2014/main" id="{96B549C0-C1EB-851D-672B-13B0250224D4}"/>
              </a:ext>
            </a:extLst>
          </p:cNvPr>
          <p:cNvSpPr/>
          <p:nvPr/>
        </p:nvSpPr>
        <p:spPr>
          <a:xfrm>
            <a:off x="694565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2" name="Rounded Rectangle 112">
            <a:extLst>
              <a:ext uri="{FF2B5EF4-FFF2-40B4-BE49-F238E27FC236}">
                <a16:creationId xmlns:a16="http://schemas.microsoft.com/office/drawing/2014/main" id="{AC90A59F-BE01-9245-5A2D-A7707DDA4E4D}"/>
              </a:ext>
            </a:extLst>
          </p:cNvPr>
          <p:cNvSpPr/>
          <p:nvPr/>
        </p:nvSpPr>
        <p:spPr>
          <a:xfrm>
            <a:off x="734050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5" name="Rounded Rectangle 112">
            <a:extLst>
              <a:ext uri="{FF2B5EF4-FFF2-40B4-BE49-F238E27FC236}">
                <a16:creationId xmlns:a16="http://schemas.microsoft.com/office/drawing/2014/main" id="{32B59AD8-18B6-1A2E-4E27-5DDB7368CB08}"/>
              </a:ext>
            </a:extLst>
          </p:cNvPr>
          <p:cNvSpPr/>
          <p:nvPr/>
        </p:nvSpPr>
        <p:spPr>
          <a:xfrm>
            <a:off x="773535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86" name="Rounded Rectangle 112">
            <a:extLst>
              <a:ext uri="{FF2B5EF4-FFF2-40B4-BE49-F238E27FC236}">
                <a16:creationId xmlns:a16="http://schemas.microsoft.com/office/drawing/2014/main" id="{59FF4E64-5158-CD86-9940-4857507ABE57}"/>
              </a:ext>
            </a:extLst>
          </p:cNvPr>
          <p:cNvSpPr/>
          <p:nvPr/>
        </p:nvSpPr>
        <p:spPr>
          <a:xfrm>
            <a:off x="8130213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53" name="current" hidden="1">
            <a:extLst>
              <a:ext uri="{FF2B5EF4-FFF2-40B4-BE49-F238E27FC236}">
                <a16:creationId xmlns:a16="http://schemas.microsoft.com/office/drawing/2014/main" id="{3A487031-BDAA-64E5-72BD-5B2D935FE48E}"/>
              </a:ext>
            </a:extLst>
          </p:cNvPr>
          <p:cNvSpPr/>
          <p:nvPr/>
        </p:nvSpPr>
        <p:spPr>
          <a:xfrm>
            <a:off x="8525068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TextBox 81">
            <a:extLst>
              <a:ext uri="{FF2B5EF4-FFF2-40B4-BE49-F238E27FC236}">
                <a16:creationId xmlns:a16="http://schemas.microsoft.com/office/drawing/2014/main" id="{D8C1071A-ACD6-C7E2-78C2-D480EC3CDAFB}"/>
              </a:ext>
            </a:extLst>
          </p:cNvPr>
          <p:cNvSpPr txBox="1"/>
          <p:nvPr/>
        </p:nvSpPr>
        <p:spPr>
          <a:xfrm>
            <a:off x="640079" y="269465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stack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47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59259E-6 L 0.09597 2.5925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1.875E-6 0.09305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59259E-6 L -4.58333E-6 0.0930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" grpId="0" animBg="1"/>
      <p:bldP spid="284" grpId="1" animBg="1"/>
      <p:bldP spid="18" grpId="0" animBg="1"/>
      <p:bldP spid="5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BE9B5-80C9-D67D-4F7B-4C347A4F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69F1-C722-35C4-F306-7E8EFFA0C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B99472DB-4C6F-654C-AA15-9844A2230CE5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4EE1A44C-B100-FA4D-67BB-CA8D03EFE599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EBA6B104-C673-957D-05FA-930DFDCD6482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1ADD672C-943F-7B33-A4E5-6886483D6B4F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D89E5D55-025D-DABB-422F-5AAF6CCDD5D0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44ADBD9E-7BE4-AC44-F480-89360575AEFC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B80430CC-2499-3416-0595-8F7B993EE55F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9043CE3D-C135-B11E-66EB-047855CD5253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ABAB3A92-F3DB-A7C3-A4E1-CE07F0E1DDD3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A1AC70B3-955A-E58F-E362-9310DD46D3A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8469110E-0DA8-BDBA-29C2-B1301AFD58D6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049A6E04-7720-F171-A8D1-F65A990DDB46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1361BCC2-9469-54E9-3E08-9C5BB99BE3FB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06ACC554-F6A3-9653-FD97-680C5DF3BF4B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BE807867-11D0-B75E-7713-308395CCEE04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grpSp>
        <p:nvGrpSpPr>
          <p:cNvPr id="297" name="Group 190">
            <a:extLst>
              <a:ext uri="{FF2B5EF4-FFF2-40B4-BE49-F238E27FC236}">
                <a16:creationId xmlns:a16="http://schemas.microsoft.com/office/drawing/2014/main" id="{FB28C5DA-8FCF-B100-4913-8E4D84765462}"/>
              </a:ext>
            </a:extLst>
          </p:cNvPr>
          <p:cNvGrpSpPr/>
          <p:nvPr/>
        </p:nvGrpSpPr>
        <p:grpSpPr>
          <a:xfrm>
            <a:off x="7654390" y="4033438"/>
            <a:ext cx="1401987" cy="369332"/>
            <a:chOff x="7654390" y="4033438"/>
            <a:chExt cx="1401987" cy="369332"/>
          </a:xfrm>
        </p:grpSpPr>
        <p:sp>
          <p:nvSpPr>
            <p:cNvPr id="298" name="A">
              <a:extLst>
                <a:ext uri="{FF2B5EF4-FFF2-40B4-BE49-F238E27FC236}">
                  <a16:creationId xmlns:a16="http://schemas.microsoft.com/office/drawing/2014/main" id="{283F5CCA-03FB-AD9C-F121-1DDD204EB37A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BD76A3A5-BA67-7559-6A91-38AF487B11B7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p:sp>
        <p:nvSpPr>
          <p:cNvPr id="301" name="TextBox 22">
            <a:extLst>
              <a:ext uri="{FF2B5EF4-FFF2-40B4-BE49-F238E27FC236}">
                <a16:creationId xmlns:a16="http://schemas.microsoft.com/office/drawing/2014/main" id="{8A95F9AA-FC9C-C21F-59C6-EE8EC6F8AA0A}"/>
              </a:ext>
            </a:extLst>
          </p:cNvPr>
          <p:cNvSpPr txBox="1"/>
          <p:nvPr/>
        </p:nvSpPr>
        <p:spPr>
          <a:xfrm>
            <a:off x="7838736" y="6149158"/>
            <a:ext cx="74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Stack</a:t>
            </a:r>
          </a:p>
        </p:txBody>
      </p:sp>
      <p:cxnSp>
        <p:nvCxnSpPr>
          <p:cNvPr id="303" name="Straight Connector 15">
            <a:extLst>
              <a:ext uri="{FF2B5EF4-FFF2-40B4-BE49-F238E27FC236}">
                <a16:creationId xmlns:a16="http://schemas.microsoft.com/office/drawing/2014/main" id="{751FE598-170A-48B1-B77D-C4556D28ACAB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20">
            <a:extLst>
              <a:ext uri="{FF2B5EF4-FFF2-40B4-BE49-F238E27FC236}">
                <a16:creationId xmlns:a16="http://schemas.microsoft.com/office/drawing/2014/main" id="{0692472F-7E85-9E24-7A52-7D84A627745B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15">
            <a:extLst>
              <a:ext uri="{FF2B5EF4-FFF2-40B4-BE49-F238E27FC236}">
                <a16:creationId xmlns:a16="http://schemas.microsoft.com/office/drawing/2014/main" id="{00E0A3B7-1DDB-DA9C-34C5-3911115F96D6}"/>
              </a:ext>
            </a:extLst>
          </p:cNvPr>
          <p:cNvCxnSpPr>
            <a:cxnSpLocks/>
          </p:cNvCxnSpPr>
          <p:nvPr/>
        </p:nvCxnSpPr>
        <p:spPr>
          <a:xfrm>
            <a:off x="6922175" y="5616864"/>
            <a:ext cx="0" cy="525572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urrent" hidden="1">
            <a:extLst>
              <a:ext uri="{FF2B5EF4-FFF2-40B4-BE49-F238E27FC236}">
                <a16:creationId xmlns:a16="http://schemas.microsoft.com/office/drawing/2014/main" id="{643132D6-9DD3-89B2-DCFD-39AD6A406501}"/>
              </a:ext>
            </a:extLst>
          </p:cNvPr>
          <p:cNvSpPr/>
          <p:nvPr/>
        </p:nvSpPr>
        <p:spPr>
          <a:xfrm>
            <a:off x="9695099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81" name="Rounded Rectangle 112">
            <a:extLst>
              <a:ext uri="{FF2B5EF4-FFF2-40B4-BE49-F238E27FC236}">
                <a16:creationId xmlns:a16="http://schemas.microsoft.com/office/drawing/2014/main" id="{C7B0111A-F49B-6695-14E9-AEAB43BAD34B}"/>
              </a:ext>
            </a:extLst>
          </p:cNvPr>
          <p:cNvSpPr/>
          <p:nvPr/>
        </p:nvSpPr>
        <p:spPr>
          <a:xfrm>
            <a:off x="694565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2" name="Rounded Rectangle 112">
            <a:extLst>
              <a:ext uri="{FF2B5EF4-FFF2-40B4-BE49-F238E27FC236}">
                <a16:creationId xmlns:a16="http://schemas.microsoft.com/office/drawing/2014/main" id="{F4D052DD-BC30-6A2B-353F-2E06498424C2}"/>
              </a:ext>
            </a:extLst>
          </p:cNvPr>
          <p:cNvSpPr/>
          <p:nvPr/>
        </p:nvSpPr>
        <p:spPr>
          <a:xfrm>
            <a:off x="734050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5" name="Rounded Rectangle 112">
            <a:extLst>
              <a:ext uri="{FF2B5EF4-FFF2-40B4-BE49-F238E27FC236}">
                <a16:creationId xmlns:a16="http://schemas.microsoft.com/office/drawing/2014/main" id="{8C467FDC-47B1-BFDC-E678-79B6E9E0F124}"/>
              </a:ext>
            </a:extLst>
          </p:cNvPr>
          <p:cNvSpPr/>
          <p:nvPr/>
        </p:nvSpPr>
        <p:spPr>
          <a:xfrm>
            <a:off x="773535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86" name="Rounded Rectangle 112">
            <a:extLst>
              <a:ext uri="{FF2B5EF4-FFF2-40B4-BE49-F238E27FC236}">
                <a16:creationId xmlns:a16="http://schemas.microsoft.com/office/drawing/2014/main" id="{B6D14683-B15E-4416-3A91-CC2D23BCC34F}"/>
              </a:ext>
            </a:extLst>
          </p:cNvPr>
          <p:cNvSpPr/>
          <p:nvPr/>
        </p:nvSpPr>
        <p:spPr>
          <a:xfrm>
            <a:off x="8130213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16" name="TextBox 81">
            <a:extLst>
              <a:ext uri="{FF2B5EF4-FFF2-40B4-BE49-F238E27FC236}">
                <a16:creationId xmlns:a16="http://schemas.microsoft.com/office/drawing/2014/main" id="{7F0CE1E9-3A55-2995-8AB5-85C68A630107}"/>
              </a:ext>
            </a:extLst>
          </p:cNvPr>
          <p:cNvSpPr txBox="1"/>
          <p:nvPr/>
        </p:nvSpPr>
        <p:spPr>
          <a:xfrm>
            <a:off x="640079" y="269465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stack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84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59259E-6 L 0.12839 2.5925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1.875E-6 0.0930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86" grpId="0" animBg="1"/>
      <p:bldP spid="28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7E688-E449-32AA-6FA1-69EE94D4F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899CB-C995-6417-AA24-86C0FC348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5CC10F6A-D8AD-F34B-BBB7-F585A1084E69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6699BF02-50BD-5E1E-E706-EA3087A3EF87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7FB8B781-D96B-1B4F-66C5-585E217C7D15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B953B508-9F76-81EB-FD8B-2F2C9D7331AF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6F0902B4-0E7B-A815-2C34-A0E4D6405A44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0089FCBC-4180-56FD-6C6A-DC0578C6DAA0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05236E41-C139-7685-7165-37048166A66D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8B77B7DD-E49A-F4F4-416B-FDF7B0A4F5D3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91E8FE40-34EB-78DD-1B58-B7B73AAC55B4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3C7BEB49-D21B-8E75-D7FD-FC4FD2F8997B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558A58F1-F2B1-F223-BEE4-F02E3BE51117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F47E8FF9-7433-4622-A912-2245AE72BF9B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097B5E23-5749-6FDC-9CE7-BE0B29194B19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5E069952-9745-7749-6DAB-C6A47907ACE9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248079D4-434F-5D4E-4AB0-DC9E50B57D4D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grpSp>
        <p:nvGrpSpPr>
          <p:cNvPr id="297" name="Group 190">
            <a:extLst>
              <a:ext uri="{FF2B5EF4-FFF2-40B4-BE49-F238E27FC236}">
                <a16:creationId xmlns:a16="http://schemas.microsoft.com/office/drawing/2014/main" id="{9329DBAC-AC58-435C-EF7D-4BCC113BE01C}"/>
              </a:ext>
            </a:extLst>
          </p:cNvPr>
          <p:cNvGrpSpPr/>
          <p:nvPr/>
        </p:nvGrpSpPr>
        <p:grpSpPr>
          <a:xfrm>
            <a:off x="7654390" y="4033438"/>
            <a:ext cx="1401987" cy="369332"/>
            <a:chOff x="7654390" y="4033438"/>
            <a:chExt cx="1401987" cy="369332"/>
          </a:xfrm>
        </p:grpSpPr>
        <p:sp>
          <p:nvSpPr>
            <p:cNvPr id="298" name="A">
              <a:extLst>
                <a:ext uri="{FF2B5EF4-FFF2-40B4-BE49-F238E27FC236}">
                  <a16:creationId xmlns:a16="http://schemas.microsoft.com/office/drawing/2014/main" id="{C476EF83-47A8-FE3A-A3AC-1CF5C9E37E15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224C80FC-E2D4-5F45-8361-8E346F8E18BF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p:sp>
        <p:nvSpPr>
          <p:cNvPr id="301" name="TextBox 22">
            <a:extLst>
              <a:ext uri="{FF2B5EF4-FFF2-40B4-BE49-F238E27FC236}">
                <a16:creationId xmlns:a16="http://schemas.microsoft.com/office/drawing/2014/main" id="{87D7E806-7EB4-7E1B-01E2-80CC319FAC6E}"/>
              </a:ext>
            </a:extLst>
          </p:cNvPr>
          <p:cNvSpPr txBox="1"/>
          <p:nvPr/>
        </p:nvSpPr>
        <p:spPr>
          <a:xfrm>
            <a:off x="7838736" y="6149158"/>
            <a:ext cx="74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Stack</a:t>
            </a:r>
          </a:p>
        </p:txBody>
      </p:sp>
      <p:cxnSp>
        <p:nvCxnSpPr>
          <p:cNvPr id="303" name="Straight Connector 15">
            <a:extLst>
              <a:ext uri="{FF2B5EF4-FFF2-40B4-BE49-F238E27FC236}">
                <a16:creationId xmlns:a16="http://schemas.microsoft.com/office/drawing/2014/main" id="{39199537-6AA3-4020-660C-14D97C2D3FFB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20">
            <a:extLst>
              <a:ext uri="{FF2B5EF4-FFF2-40B4-BE49-F238E27FC236}">
                <a16:creationId xmlns:a16="http://schemas.microsoft.com/office/drawing/2014/main" id="{762001DD-2925-4F2D-AB8C-547604EDAA29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15">
            <a:extLst>
              <a:ext uri="{FF2B5EF4-FFF2-40B4-BE49-F238E27FC236}">
                <a16:creationId xmlns:a16="http://schemas.microsoft.com/office/drawing/2014/main" id="{8C3257FA-D8B8-DFCF-3B16-F2E07C39ED59}"/>
              </a:ext>
            </a:extLst>
          </p:cNvPr>
          <p:cNvCxnSpPr>
            <a:cxnSpLocks/>
          </p:cNvCxnSpPr>
          <p:nvPr/>
        </p:nvCxnSpPr>
        <p:spPr>
          <a:xfrm>
            <a:off x="6922175" y="5616864"/>
            <a:ext cx="0" cy="525572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urrent" hidden="1">
            <a:extLst>
              <a:ext uri="{FF2B5EF4-FFF2-40B4-BE49-F238E27FC236}">
                <a16:creationId xmlns:a16="http://schemas.microsoft.com/office/drawing/2014/main" id="{E6E1701E-5303-BA87-330F-9912951306C1}"/>
              </a:ext>
            </a:extLst>
          </p:cNvPr>
          <p:cNvSpPr/>
          <p:nvPr/>
        </p:nvSpPr>
        <p:spPr>
          <a:xfrm>
            <a:off x="9695099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81" name="Rounded Rectangle 112">
            <a:extLst>
              <a:ext uri="{FF2B5EF4-FFF2-40B4-BE49-F238E27FC236}">
                <a16:creationId xmlns:a16="http://schemas.microsoft.com/office/drawing/2014/main" id="{39C0DFDF-236F-D759-E6C4-1FFAAE7D1C0B}"/>
              </a:ext>
            </a:extLst>
          </p:cNvPr>
          <p:cNvSpPr/>
          <p:nvPr/>
        </p:nvSpPr>
        <p:spPr>
          <a:xfrm>
            <a:off x="694565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2" name="Rounded Rectangle 112">
            <a:extLst>
              <a:ext uri="{FF2B5EF4-FFF2-40B4-BE49-F238E27FC236}">
                <a16:creationId xmlns:a16="http://schemas.microsoft.com/office/drawing/2014/main" id="{99AFB860-A268-D5CA-0690-A5AA62785549}"/>
              </a:ext>
            </a:extLst>
          </p:cNvPr>
          <p:cNvSpPr/>
          <p:nvPr/>
        </p:nvSpPr>
        <p:spPr>
          <a:xfrm>
            <a:off x="734050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5" name="Rounded Rectangle 112">
            <a:extLst>
              <a:ext uri="{FF2B5EF4-FFF2-40B4-BE49-F238E27FC236}">
                <a16:creationId xmlns:a16="http://schemas.microsoft.com/office/drawing/2014/main" id="{2D58A8D9-2C51-8342-B7BD-2A949DEDC943}"/>
              </a:ext>
            </a:extLst>
          </p:cNvPr>
          <p:cNvSpPr/>
          <p:nvPr/>
        </p:nvSpPr>
        <p:spPr>
          <a:xfrm>
            <a:off x="773535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16" name="TextBox 81">
            <a:extLst>
              <a:ext uri="{FF2B5EF4-FFF2-40B4-BE49-F238E27FC236}">
                <a16:creationId xmlns:a16="http://schemas.microsoft.com/office/drawing/2014/main" id="{30577BC6-EA2D-8612-7F66-E1433F409DAF}"/>
              </a:ext>
            </a:extLst>
          </p:cNvPr>
          <p:cNvSpPr txBox="1"/>
          <p:nvPr/>
        </p:nvSpPr>
        <p:spPr>
          <a:xfrm>
            <a:off x="640079" y="269465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stack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08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0.16068 7.40741E-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08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1.875E-6 0.0930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85" grpId="0" animBg="1"/>
      <p:bldP spid="285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CB486-00AA-C199-6321-A483B10B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2426-B58A-B3BE-6526-3D9D1AA2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02AD0111-E758-E71E-09E9-4ECFBE0AD5D1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BD7A1DE6-AE64-24F2-6B90-293C95AED5C1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63039516-3D04-A503-DE09-DBC1169D9412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5FF47C25-0321-36B8-729E-DB21D9877D31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02BEA440-853A-C1C3-53C4-06305521BB26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820CB915-6EF8-8C04-DE30-1AB056BEFDB3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AEF7D492-50F2-5C4D-0DB5-EF323FD2FAEA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288F01CC-C4F4-1C91-60EB-723B6BFFCCB3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DCB72732-79A1-0D9D-491B-45582CDE1CDF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037E9C8B-19E3-F3D5-FD36-14DA4EA8F2C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57FE9776-079A-B390-C80A-345907B1220D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BCF3C1FE-06F8-7BE3-DEB4-19A1990F379A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F621CB1B-7CB2-867C-8E83-CEE84A4C1C92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CF825C22-BD8F-9540-E097-5933A121F003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5AC28535-EF62-3EE9-77A2-DD8E26714242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grpSp>
        <p:nvGrpSpPr>
          <p:cNvPr id="297" name="Group 190">
            <a:extLst>
              <a:ext uri="{FF2B5EF4-FFF2-40B4-BE49-F238E27FC236}">
                <a16:creationId xmlns:a16="http://schemas.microsoft.com/office/drawing/2014/main" id="{85FACCD0-FB0E-C7A9-79E2-6A0A80B6DD32}"/>
              </a:ext>
            </a:extLst>
          </p:cNvPr>
          <p:cNvGrpSpPr/>
          <p:nvPr/>
        </p:nvGrpSpPr>
        <p:grpSpPr>
          <a:xfrm>
            <a:off x="7654390" y="4033438"/>
            <a:ext cx="1401987" cy="369332"/>
            <a:chOff x="7654390" y="4033438"/>
            <a:chExt cx="1401987" cy="369332"/>
          </a:xfrm>
        </p:grpSpPr>
        <p:sp>
          <p:nvSpPr>
            <p:cNvPr id="298" name="A">
              <a:extLst>
                <a:ext uri="{FF2B5EF4-FFF2-40B4-BE49-F238E27FC236}">
                  <a16:creationId xmlns:a16="http://schemas.microsoft.com/office/drawing/2014/main" id="{02844A96-C736-2B28-1FE4-6FD192D75EE8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96C8B10B-9050-9FEA-3992-C7313F10CB0B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p:sp>
        <p:nvSpPr>
          <p:cNvPr id="301" name="TextBox 22">
            <a:extLst>
              <a:ext uri="{FF2B5EF4-FFF2-40B4-BE49-F238E27FC236}">
                <a16:creationId xmlns:a16="http://schemas.microsoft.com/office/drawing/2014/main" id="{A77533A6-4BE2-AC96-28CD-EE9F32C0A918}"/>
              </a:ext>
            </a:extLst>
          </p:cNvPr>
          <p:cNvSpPr txBox="1"/>
          <p:nvPr/>
        </p:nvSpPr>
        <p:spPr>
          <a:xfrm>
            <a:off x="7838736" y="6149158"/>
            <a:ext cx="74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Stack</a:t>
            </a:r>
          </a:p>
        </p:txBody>
      </p:sp>
      <p:cxnSp>
        <p:nvCxnSpPr>
          <p:cNvPr id="303" name="Straight Connector 15">
            <a:extLst>
              <a:ext uri="{FF2B5EF4-FFF2-40B4-BE49-F238E27FC236}">
                <a16:creationId xmlns:a16="http://schemas.microsoft.com/office/drawing/2014/main" id="{9BBAD2FA-7839-55DB-84BD-F92ECC6EE005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20">
            <a:extLst>
              <a:ext uri="{FF2B5EF4-FFF2-40B4-BE49-F238E27FC236}">
                <a16:creationId xmlns:a16="http://schemas.microsoft.com/office/drawing/2014/main" id="{FFA350D0-79C0-AC73-0D4D-9F48D17A3352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15">
            <a:extLst>
              <a:ext uri="{FF2B5EF4-FFF2-40B4-BE49-F238E27FC236}">
                <a16:creationId xmlns:a16="http://schemas.microsoft.com/office/drawing/2014/main" id="{144EC426-BDCC-83C3-E545-7514A097E8CE}"/>
              </a:ext>
            </a:extLst>
          </p:cNvPr>
          <p:cNvCxnSpPr>
            <a:cxnSpLocks/>
          </p:cNvCxnSpPr>
          <p:nvPr/>
        </p:nvCxnSpPr>
        <p:spPr>
          <a:xfrm>
            <a:off x="6922175" y="5616864"/>
            <a:ext cx="0" cy="525572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urrent" hidden="1">
            <a:extLst>
              <a:ext uri="{FF2B5EF4-FFF2-40B4-BE49-F238E27FC236}">
                <a16:creationId xmlns:a16="http://schemas.microsoft.com/office/drawing/2014/main" id="{6F6D804C-242C-2D93-4A16-6369F91F0B4A}"/>
              </a:ext>
            </a:extLst>
          </p:cNvPr>
          <p:cNvSpPr/>
          <p:nvPr/>
        </p:nvSpPr>
        <p:spPr>
          <a:xfrm>
            <a:off x="9695099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81" name="Rounded Rectangle 112">
            <a:extLst>
              <a:ext uri="{FF2B5EF4-FFF2-40B4-BE49-F238E27FC236}">
                <a16:creationId xmlns:a16="http://schemas.microsoft.com/office/drawing/2014/main" id="{CE5B40F0-59F9-9214-E350-63A24476330B}"/>
              </a:ext>
            </a:extLst>
          </p:cNvPr>
          <p:cNvSpPr/>
          <p:nvPr/>
        </p:nvSpPr>
        <p:spPr>
          <a:xfrm>
            <a:off x="694565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2" name="Rounded Rectangle 112">
            <a:extLst>
              <a:ext uri="{FF2B5EF4-FFF2-40B4-BE49-F238E27FC236}">
                <a16:creationId xmlns:a16="http://schemas.microsoft.com/office/drawing/2014/main" id="{A8E96552-FA54-BF75-44CF-295CD26923AB}"/>
              </a:ext>
            </a:extLst>
          </p:cNvPr>
          <p:cNvSpPr/>
          <p:nvPr/>
        </p:nvSpPr>
        <p:spPr>
          <a:xfrm>
            <a:off x="734050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6" name="TextBox 81">
            <a:extLst>
              <a:ext uri="{FF2B5EF4-FFF2-40B4-BE49-F238E27FC236}">
                <a16:creationId xmlns:a16="http://schemas.microsoft.com/office/drawing/2014/main" id="{CF631789-11AF-96A2-6BC0-18FBB8E43E55}"/>
              </a:ext>
            </a:extLst>
          </p:cNvPr>
          <p:cNvSpPr txBox="1"/>
          <p:nvPr/>
        </p:nvSpPr>
        <p:spPr>
          <a:xfrm>
            <a:off x="640079" y="269465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stack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72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0.1931 1.48148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35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1.875E-6 0.0930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82" grpId="0" animBg="1"/>
      <p:bldP spid="282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16D1A-FEA8-4C6F-492E-289BAE3DB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2263-0135-2BAA-F08F-B54D8F6B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3236D244-B279-42AC-D594-A99A1B7C4276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049041C2-1EFA-9B28-20DA-C460BB935CA4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37BB986E-4560-5F1C-B769-6A2FF0D0EFB7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9724151C-EDAE-4C83-AA60-DBEDA05B531F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5323324F-A94B-367B-682D-D82E88E423F4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E233AD3A-0430-0148-DA29-9301447EB3FD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6BCFDA74-EFED-FF11-11DA-71E439174C5E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35B6E142-F8CE-AB30-4E62-939F28A52C53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FC916B52-2A6B-1D78-F5F3-E7349B92B0AA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788C981D-E318-ADF2-E743-FA36843F6E7C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BD562117-ACCC-E4A0-ABCD-7753D61341AB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DD0B6798-3A97-964A-E30B-62072A7E506E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C7136CDB-7805-C857-690F-38CCE4C9105E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2E9B4EB2-079A-D622-6701-12EA79BD2A47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C92DA4D9-FA8C-68E4-5F14-4A6F00FB11D7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grpSp>
        <p:nvGrpSpPr>
          <p:cNvPr id="297" name="Group 190">
            <a:extLst>
              <a:ext uri="{FF2B5EF4-FFF2-40B4-BE49-F238E27FC236}">
                <a16:creationId xmlns:a16="http://schemas.microsoft.com/office/drawing/2014/main" id="{65B33067-3937-08D1-9DF6-F19AA22B19ED}"/>
              </a:ext>
            </a:extLst>
          </p:cNvPr>
          <p:cNvGrpSpPr/>
          <p:nvPr/>
        </p:nvGrpSpPr>
        <p:grpSpPr>
          <a:xfrm>
            <a:off x="7654390" y="4033438"/>
            <a:ext cx="1401987" cy="369332"/>
            <a:chOff x="7654390" y="4033438"/>
            <a:chExt cx="1401987" cy="369332"/>
          </a:xfrm>
        </p:grpSpPr>
        <p:sp>
          <p:nvSpPr>
            <p:cNvPr id="298" name="A">
              <a:extLst>
                <a:ext uri="{FF2B5EF4-FFF2-40B4-BE49-F238E27FC236}">
                  <a16:creationId xmlns:a16="http://schemas.microsoft.com/office/drawing/2014/main" id="{0FA7646F-1AAC-EA9A-2E09-7CAA251959B4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72273DEB-2439-78F7-7714-24E0055CD280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p:sp>
        <p:nvSpPr>
          <p:cNvPr id="301" name="TextBox 22">
            <a:extLst>
              <a:ext uri="{FF2B5EF4-FFF2-40B4-BE49-F238E27FC236}">
                <a16:creationId xmlns:a16="http://schemas.microsoft.com/office/drawing/2014/main" id="{FA0C0ACC-E91C-9EE6-674E-1FBAB4E204BD}"/>
              </a:ext>
            </a:extLst>
          </p:cNvPr>
          <p:cNvSpPr txBox="1"/>
          <p:nvPr/>
        </p:nvSpPr>
        <p:spPr>
          <a:xfrm>
            <a:off x="7838736" y="6149158"/>
            <a:ext cx="74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Stack</a:t>
            </a:r>
          </a:p>
        </p:txBody>
      </p:sp>
      <p:cxnSp>
        <p:nvCxnSpPr>
          <p:cNvPr id="303" name="Straight Connector 15">
            <a:extLst>
              <a:ext uri="{FF2B5EF4-FFF2-40B4-BE49-F238E27FC236}">
                <a16:creationId xmlns:a16="http://schemas.microsoft.com/office/drawing/2014/main" id="{8AFCC970-5613-5AE7-C96C-96C284C9A4E0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20">
            <a:extLst>
              <a:ext uri="{FF2B5EF4-FFF2-40B4-BE49-F238E27FC236}">
                <a16:creationId xmlns:a16="http://schemas.microsoft.com/office/drawing/2014/main" id="{87E90131-D563-787D-6C9F-FFE3A39F6D78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15">
            <a:extLst>
              <a:ext uri="{FF2B5EF4-FFF2-40B4-BE49-F238E27FC236}">
                <a16:creationId xmlns:a16="http://schemas.microsoft.com/office/drawing/2014/main" id="{19D02E21-7CCB-773A-33F5-0C6D4FCB0C17}"/>
              </a:ext>
            </a:extLst>
          </p:cNvPr>
          <p:cNvCxnSpPr>
            <a:cxnSpLocks/>
          </p:cNvCxnSpPr>
          <p:nvPr/>
        </p:nvCxnSpPr>
        <p:spPr>
          <a:xfrm>
            <a:off x="6922175" y="5616864"/>
            <a:ext cx="0" cy="525572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urrent" hidden="1">
            <a:extLst>
              <a:ext uri="{FF2B5EF4-FFF2-40B4-BE49-F238E27FC236}">
                <a16:creationId xmlns:a16="http://schemas.microsoft.com/office/drawing/2014/main" id="{7F5992CD-1623-2A05-B2E2-76189E927646}"/>
              </a:ext>
            </a:extLst>
          </p:cNvPr>
          <p:cNvSpPr/>
          <p:nvPr/>
        </p:nvSpPr>
        <p:spPr>
          <a:xfrm>
            <a:off x="9695099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81" name="Rounded Rectangle 112">
            <a:extLst>
              <a:ext uri="{FF2B5EF4-FFF2-40B4-BE49-F238E27FC236}">
                <a16:creationId xmlns:a16="http://schemas.microsoft.com/office/drawing/2014/main" id="{6FC321D2-E406-87EB-E02D-FA910A79567C}"/>
              </a:ext>
            </a:extLst>
          </p:cNvPr>
          <p:cNvSpPr/>
          <p:nvPr/>
        </p:nvSpPr>
        <p:spPr>
          <a:xfrm>
            <a:off x="694565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6" name="TextBox 81">
            <a:extLst>
              <a:ext uri="{FF2B5EF4-FFF2-40B4-BE49-F238E27FC236}">
                <a16:creationId xmlns:a16="http://schemas.microsoft.com/office/drawing/2014/main" id="{93F1DB08-4C0B-B468-4CD7-36F2AD9E2538}"/>
              </a:ext>
            </a:extLst>
          </p:cNvPr>
          <p:cNvSpPr txBox="1"/>
          <p:nvPr/>
        </p:nvSpPr>
        <p:spPr>
          <a:xfrm>
            <a:off x="640079" y="269465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stack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89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2552 2.5925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1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1.875E-6 0.0930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0"/>
      <p:bldP spid="18" grpId="0" animBg="1"/>
      <p:bldP spid="281" grpId="0" animBg="1"/>
      <p:bldP spid="281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EBC24-D34C-2E8C-1B65-982FBA6A9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AAC8-174B-2DF8-27A6-A236772F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Traversing</a:t>
            </a:r>
            <a:r>
              <a:rPr lang="nl-NL" dirty="0"/>
              <a:t> a </a:t>
            </a:r>
            <a:r>
              <a:rPr lang="nl-NL" dirty="0" err="1"/>
              <a:t>Graph</a:t>
            </a:r>
            <a:r>
              <a:rPr lang="nl-NL" dirty="0"/>
              <a:t> – DFS</a:t>
            </a:r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18C5C9DF-7380-B7FC-ECB0-7D7C8E84E8FD}"/>
              </a:ext>
            </a:extLst>
          </p:cNvPr>
          <p:cNvSpPr/>
          <p:nvPr/>
        </p:nvSpPr>
        <p:spPr>
          <a:xfrm>
            <a:off x="7654390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D">
            <a:extLst>
              <a:ext uri="{FF2B5EF4-FFF2-40B4-BE49-F238E27FC236}">
                <a16:creationId xmlns:a16="http://schemas.microsoft.com/office/drawing/2014/main" id="{842A6AB0-805A-D70C-14B9-B3F8FC189296}"/>
              </a:ext>
            </a:extLst>
          </p:cNvPr>
          <p:cNvSpPr/>
          <p:nvPr/>
        </p:nvSpPr>
        <p:spPr>
          <a:xfrm>
            <a:off x="10089954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E">
            <a:extLst>
              <a:ext uri="{FF2B5EF4-FFF2-40B4-BE49-F238E27FC236}">
                <a16:creationId xmlns:a16="http://schemas.microsoft.com/office/drawing/2014/main" id="{C6729EFD-8C7F-54B7-2431-90CFDA3F8619}"/>
              </a:ext>
            </a:extLst>
          </p:cNvPr>
          <p:cNvSpPr/>
          <p:nvPr/>
        </p:nvSpPr>
        <p:spPr>
          <a:xfrm>
            <a:off x="10089954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06B5BDEE-C92D-1592-5669-81C2D3AA6C9A}"/>
              </a:ext>
            </a:extLst>
          </p:cNvPr>
          <p:cNvSpPr/>
          <p:nvPr/>
        </p:nvSpPr>
        <p:spPr>
          <a:xfrm>
            <a:off x="11307737" y="2753584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D2112DED-3E67-321F-1D9D-652AE749391E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8009861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DB7129D7-4A3E-C5C3-73F4-7F1A83A09D8D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9288632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AC">
            <a:extLst>
              <a:ext uri="{FF2B5EF4-FFF2-40B4-BE49-F238E27FC236}">
                <a16:creationId xmlns:a16="http://schemas.microsoft.com/office/drawing/2014/main" id="{4EDEBF28-5C19-DA2C-C635-4DBC60A0520B}"/>
              </a:ext>
            </a:extLst>
          </p:cNvPr>
          <p:cNvCxnSpPr>
            <a:cxnSpLocks/>
            <a:stCxn id="4" idx="5"/>
            <a:endCxn id="6" idx="2"/>
          </p:cNvCxnSpPr>
          <p:nvPr/>
        </p:nvCxnSpPr>
        <p:spPr>
          <a:xfrm>
            <a:off x="8009861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E">
            <a:extLst>
              <a:ext uri="{FF2B5EF4-FFF2-40B4-BE49-F238E27FC236}">
                <a16:creationId xmlns:a16="http://schemas.microsoft.com/office/drawing/2014/main" id="{0020A429-9873-549A-E934-A4493B3DE7BA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9288632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B">
            <a:extLst>
              <a:ext uri="{FF2B5EF4-FFF2-40B4-BE49-F238E27FC236}">
                <a16:creationId xmlns:a16="http://schemas.microsoft.com/office/drawing/2014/main" id="{42624149-AE92-A9CB-8E8A-051AC305D9FC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908040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DF">
            <a:extLst>
              <a:ext uri="{FF2B5EF4-FFF2-40B4-BE49-F238E27FC236}">
                <a16:creationId xmlns:a16="http://schemas.microsoft.com/office/drawing/2014/main" id="{D7D6F466-9873-6C5E-1834-C30337D5E21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0506414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EF">
            <a:extLst>
              <a:ext uri="{FF2B5EF4-FFF2-40B4-BE49-F238E27FC236}">
                <a16:creationId xmlns:a16="http://schemas.microsoft.com/office/drawing/2014/main" id="{B88A3E4A-8364-586D-B6AB-2E88D1BA083E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10506414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D">
            <a:extLst>
              <a:ext uri="{FF2B5EF4-FFF2-40B4-BE49-F238E27FC236}">
                <a16:creationId xmlns:a16="http://schemas.microsoft.com/office/drawing/2014/main" id="{F848E97C-7ACB-7E22-6E67-C16E89F46DBC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0298184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D">
            <a:extLst>
              <a:ext uri="{FF2B5EF4-FFF2-40B4-BE49-F238E27FC236}">
                <a16:creationId xmlns:a16="http://schemas.microsoft.com/office/drawing/2014/main" id="{F4F4F9C8-4F20-927E-3908-E24DA5E29681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9227643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B">
            <a:extLst>
              <a:ext uri="{FF2B5EF4-FFF2-40B4-BE49-F238E27FC236}">
                <a16:creationId xmlns:a16="http://schemas.microsoft.com/office/drawing/2014/main" id="{7094E1C0-E13E-7B55-BAE2-906D541ABF68}"/>
              </a:ext>
            </a:extLst>
          </p:cNvPr>
          <p:cNvSpPr/>
          <p:nvPr/>
        </p:nvSpPr>
        <p:spPr>
          <a:xfrm>
            <a:off x="8872172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740754DA-3642-6C16-0F3D-F9E1C74CC8DB}"/>
              </a:ext>
            </a:extLst>
          </p:cNvPr>
          <p:cNvSpPr/>
          <p:nvPr/>
        </p:nvSpPr>
        <p:spPr>
          <a:xfrm>
            <a:off x="8872172" y="3429000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8" name="current" hidden="1">
            <a:extLst>
              <a:ext uri="{FF2B5EF4-FFF2-40B4-BE49-F238E27FC236}">
                <a16:creationId xmlns:a16="http://schemas.microsoft.com/office/drawing/2014/main" id="{EE3E46FA-2A17-89AD-A9F0-38A84991CCF9}"/>
              </a:ext>
            </a:extLst>
          </p:cNvPr>
          <p:cNvSpPr/>
          <p:nvPr/>
        </p:nvSpPr>
        <p:spPr>
          <a:xfrm>
            <a:off x="9695099" y="5705084"/>
            <a:ext cx="394855" cy="349133"/>
          </a:xfrm>
          <a:prstGeom prst="round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TextBox 81">
            <a:extLst>
              <a:ext uri="{FF2B5EF4-FFF2-40B4-BE49-F238E27FC236}">
                <a16:creationId xmlns:a16="http://schemas.microsoft.com/office/drawing/2014/main" id="{1B7DE7B8-3ADD-4BED-327C-59A643F15C2A}"/>
              </a:ext>
            </a:extLst>
          </p:cNvPr>
          <p:cNvSpPr txBox="1"/>
          <p:nvPr/>
        </p:nvSpPr>
        <p:spPr>
          <a:xfrm>
            <a:off x="640079" y="269465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stack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F2DE1E-C6FD-38A9-F5CD-434095F00FC0}"/>
                  </a:ext>
                </a:extLst>
              </p:cNvPr>
              <p:cNvSpPr txBox="1"/>
              <p:nvPr/>
            </p:nvSpPr>
            <p:spPr>
              <a:xfrm>
                <a:off x="5799676" y="4571601"/>
                <a:ext cx="470673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dirty="0" err="1">
                    <a:latin typeface="Aptos" panose="020B0004020202020204" pitchFamily="34" charset="0"/>
                  </a:rPr>
                  <a:t>Suppose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our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graph</a:t>
                </a:r>
                <a:r>
                  <a:rPr lang="nl-NL" dirty="0">
                    <a:latin typeface="Aptos" panose="020B0004020202020204" pitchFamily="34" charset="0"/>
                  </a:rPr>
                  <a:t> has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nodes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and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edges</a:t>
                </a:r>
                <a:endParaRPr lang="nl-NL" dirty="0">
                  <a:latin typeface="Aptos" panose="020B0004020202020204" pitchFamily="34" charset="0"/>
                </a:endParaRPr>
              </a:p>
              <a:p>
                <a:endParaRPr lang="nl-NL" dirty="0">
                  <a:latin typeface="Aptos" panose="020B0004020202020204" pitchFamily="34" charset="0"/>
                </a:endParaRPr>
              </a:p>
              <a:p>
                <a:r>
                  <a:rPr lang="nl-NL" dirty="0" err="1">
                    <a:latin typeface="Aptos" panose="020B0004020202020204" pitchFamily="34" charset="0"/>
                  </a:rPr>
                  <a:t>What</a:t>
                </a:r>
                <a:r>
                  <a:rPr lang="nl-NL" dirty="0">
                    <a:latin typeface="Aptos" panose="020B0004020202020204" pitchFamily="34" charset="0"/>
                  </a:rPr>
                  <a:t> is </a:t>
                </a:r>
                <a:r>
                  <a:rPr lang="nl-NL" dirty="0" err="1">
                    <a:latin typeface="Aptos" panose="020B0004020202020204" pitchFamily="34" charset="0"/>
                  </a:rPr>
                  <a:t>the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i="1" dirty="0">
                    <a:latin typeface="Aptos" panose="020B0004020202020204" pitchFamily="34" charset="0"/>
                  </a:rPr>
                  <a:t>time </a:t>
                </a:r>
                <a:r>
                  <a:rPr lang="nl-NL" i="1" dirty="0" err="1">
                    <a:latin typeface="Aptos" panose="020B0004020202020204" pitchFamily="34" charset="0"/>
                  </a:rPr>
                  <a:t>complexity</a:t>
                </a:r>
                <a:r>
                  <a:rPr lang="nl-NL" dirty="0">
                    <a:latin typeface="Aptos" panose="020B0004020202020204" pitchFamily="34" charset="0"/>
                  </a:rPr>
                  <a:t> of DFS?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F2DE1E-C6FD-38A9-F5CD-434095F00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9676" y="4571601"/>
                <a:ext cx="4706738" cy="923330"/>
              </a:xfrm>
              <a:prstGeom prst="rect">
                <a:avLst/>
              </a:prstGeom>
              <a:blipFill>
                <a:blip r:embed="rId2"/>
                <a:stretch>
                  <a:fillRect l="-1036" t="-3311" b="-1059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peech Bubble: Oval 9">
                <a:extLst>
                  <a:ext uri="{FF2B5EF4-FFF2-40B4-BE49-F238E27FC236}">
                    <a16:creationId xmlns:a16="http://schemas.microsoft.com/office/drawing/2014/main" id="{230B1D8C-F978-B9F1-773E-F5C501E0C3F6}"/>
                  </a:ext>
                </a:extLst>
              </p:cNvPr>
              <p:cNvSpPr/>
              <p:nvPr/>
            </p:nvSpPr>
            <p:spPr>
              <a:xfrm>
                <a:off x="8218060" y="5403428"/>
                <a:ext cx="3865765" cy="1454572"/>
              </a:xfrm>
              <a:prstGeom prst="wedgeEllipseCallout">
                <a:avLst>
                  <a:gd name="adj1" fmla="val -46323"/>
                  <a:gd name="adj2" fmla="val -45643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nl-NL" b="1" dirty="0"/>
              </a:p>
            </p:txBody>
          </p:sp>
        </mc:Choice>
        <mc:Fallback xmlns="">
          <p:sp>
            <p:nvSpPr>
              <p:cNvPr id="10" name="Speech Bubble: Oval 9">
                <a:extLst>
                  <a:ext uri="{FF2B5EF4-FFF2-40B4-BE49-F238E27FC236}">
                    <a16:creationId xmlns:a16="http://schemas.microsoft.com/office/drawing/2014/main" id="{230B1D8C-F978-B9F1-773E-F5C501E0C3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060" y="5403428"/>
                <a:ext cx="3865765" cy="1454572"/>
              </a:xfrm>
              <a:prstGeom prst="wedgeEllipseCallout">
                <a:avLst>
                  <a:gd name="adj1" fmla="val -46323"/>
                  <a:gd name="adj2" fmla="val -45643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peech Bubble: Oval 12">
                <a:extLst>
                  <a:ext uri="{FF2B5EF4-FFF2-40B4-BE49-F238E27FC236}">
                    <a16:creationId xmlns:a16="http://schemas.microsoft.com/office/drawing/2014/main" id="{A1D8646E-4D8F-6112-1B05-92A29DB0B670}"/>
                  </a:ext>
                </a:extLst>
              </p:cNvPr>
              <p:cNvSpPr/>
              <p:nvPr/>
            </p:nvSpPr>
            <p:spPr>
              <a:xfrm>
                <a:off x="4018547" y="2814573"/>
                <a:ext cx="2370221" cy="1591391"/>
              </a:xfrm>
              <a:prstGeom prst="wedgeEllipseCallout">
                <a:avLst>
                  <a:gd name="adj1" fmla="val -71002"/>
                  <a:gd name="adj2" fmla="val -10512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b="1" dirty="0"/>
                  <a:t>Assuming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nl-NL" b="1" dirty="0"/>
                  <a:t> </a:t>
                </a:r>
                <a:r>
                  <a:rPr lang="nl-NL" b="1" dirty="0" err="1"/>
                  <a:t>insertion</a:t>
                </a:r>
                <a:r>
                  <a:rPr lang="nl-NL" b="1" dirty="0"/>
                  <a:t> &amp; </a:t>
                </a:r>
                <a:r>
                  <a:rPr lang="nl-NL" b="1" dirty="0" err="1"/>
                  <a:t>membership</a:t>
                </a:r>
                <a:r>
                  <a:rPr lang="nl-NL" b="1" dirty="0"/>
                  <a:t> </a:t>
                </a:r>
                <a:r>
                  <a:rPr lang="nl-NL" b="1" dirty="0" err="1"/>
                  <a:t>testing</a:t>
                </a:r>
                <a:endParaRPr lang="nl-NL" b="1" dirty="0"/>
              </a:p>
            </p:txBody>
          </p:sp>
        </mc:Choice>
        <mc:Fallback xmlns="">
          <p:sp>
            <p:nvSpPr>
              <p:cNvPr id="13" name="Speech Bubble: Oval 12">
                <a:extLst>
                  <a:ext uri="{FF2B5EF4-FFF2-40B4-BE49-F238E27FC236}">
                    <a16:creationId xmlns:a16="http://schemas.microsoft.com/office/drawing/2014/main" id="{A1D8646E-4D8F-6112-1B05-92A29DB0B6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547" y="2814573"/>
                <a:ext cx="2370221" cy="1591391"/>
              </a:xfrm>
              <a:prstGeom prst="wedgeEllipseCallout">
                <a:avLst>
                  <a:gd name="adj1" fmla="val -71002"/>
                  <a:gd name="adj2" fmla="val -10512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63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1.875E-6 0.0930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5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" grpId="0"/>
      <p:bldP spid="10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82E34-4306-90D7-94E3-79A0147E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AAAE-17A7-27C0-57D2-D65B8D606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-first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06E44-B98B-E831-95D9-BFA3026C6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02998" cy="3566160"/>
          </a:xfrm>
        </p:spPr>
        <p:txBody>
          <a:bodyPr>
            <a:normAutofit/>
          </a:bodyPr>
          <a:lstStyle/>
          <a:p>
            <a:r>
              <a:rPr lang="nl-NL" dirty="0" err="1"/>
              <a:t>If</a:t>
            </a:r>
            <a:r>
              <a:rPr lang="nl-NL" dirty="0"/>
              <a:t> a </a:t>
            </a:r>
            <a:r>
              <a:rPr lang="nl-NL" dirty="0" err="1"/>
              <a:t>path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exists</a:t>
            </a:r>
            <a:r>
              <a:rPr lang="nl-NL" dirty="0"/>
              <a:t>, DFS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it</a:t>
            </a:r>
            <a:endParaRPr lang="nl-NL" dirty="0"/>
          </a:p>
          <a:p>
            <a:pPr lvl="1"/>
            <a:r>
              <a:rPr lang="nl-NL" dirty="0"/>
              <a:t>But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b="1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If</a:t>
            </a:r>
            <a:r>
              <a:rPr lang="nl-NL" dirty="0"/>
              <a:t> we </a:t>
            </a:r>
            <a:r>
              <a:rPr lang="nl-NL" dirty="0" err="1"/>
              <a:t>use</a:t>
            </a:r>
            <a:r>
              <a:rPr lang="nl-NL" dirty="0"/>
              <a:t> a </a:t>
            </a:r>
            <a:r>
              <a:rPr lang="nl-NL" b="1" dirty="0">
                <a:latin typeface="Aptos" panose="020B0004020202020204" pitchFamily="34" charset="0"/>
              </a:rPr>
              <a:t>queue</a:t>
            </a:r>
            <a:r>
              <a:rPr lang="nl-NL" dirty="0"/>
              <a:t> </a:t>
            </a:r>
            <a:r>
              <a:rPr lang="nl-NL" dirty="0" err="1"/>
              <a:t>instead</a:t>
            </a:r>
            <a:r>
              <a:rPr lang="nl-NL" dirty="0"/>
              <a:t> of a </a:t>
            </a:r>
            <a:r>
              <a:rPr lang="nl-NL" b="1" dirty="0">
                <a:latin typeface="Aptos" panose="020B0004020202020204" pitchFamily="34" charset="0"/>
              </a:rPr>
              <a:t>stack</a:t>
            </a:r>
            <a:r>
              <a:rPr lang="nl-NL" dirty="0"/>
              <a:t>, we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path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has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fewest</a:t>
            </a:r>
            <a:r>
              <a:rPr lang="nl-NL" b="1" dirty="0"/>
              <a:t> </a:t>
            </a:r>
            <a:r>
              <a:rPr lang="nl-NL" b="1" dirty="0" err="1"/>
              <a:t>edges</a:t>
            </a:r>
            <a:endParaRPr lang="nl-NL" b="1" dirty="0"/>
          </a:p>
          <a:p>
            <a:endParaRPr lang="nl-NL" dirty="0"/>
          </a:p>
          <a:p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called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breadth</a:t>
            </a:r>
            <a:r>
              <a:rPr lang="nl-NL" b="1" dirty="0">
                <a:latin typeface="Aptos" panose="020B0004020202020204" pitchFamily="34" charset="0"/>
              </a:rPr>
              <a:t>-first</a:t>
            </a:r>
            <a:r>
              <a:rPr lang="nl-NL" dirty="0"/>
              <a:t> </a:t>
            </a:r>
            <a:r>
              <a:rPr lang="nl-NL" dirty="0" err="1"/>
              <a:t>traversal</a:t>
            </a:r>
            <a:r>
              <a:rPr lang="nl-NL" dirty="0"/>
              <a:t> / search (</a:t>
            </a:r>
            <a:r>
              <a:rPr lang="nl-NL" b="1" dirty="0">
                <a:latin typeface="Aptos" panose="020B0004020202020204" pitchFamily="34" charset="0"/>
              </a:rPr>
              <a:t>BFS</a:t>
            </a:r>
            <a:r>
              <a:rPr lang="nl-NL" dirty="0"/>
              <a:t>)</a:t>
            </a:r>
          </a:p>
        </p:txBody>
      </p:sp>
      <p:sp>
        <p:nvSpPr>
          <p:cNvPr id="5" name="E">
            <a:extLst>
              <a:ext uri="{FF2B5EF4-FFF2-40B4-BE49-F238E27FC236}">
                <a16:creationId xmlns:a16="http://schemas.microsoft.com/office/drawing/2014/main" id="{8CDB6998-6860-B134-DE63-5C5BFBC9E644}"/>
              </a:ext>
            </a:extLst>
          </p:cNvPr>
          <p:cNvSpPr/>
          <p:nvPr/>
        </p:nvSpPr>
        <p:spPr>
          <a:xfrm>
            <a:off x="10099982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F">
            <a:extLst>
              <a:ext uri="{FF2B5EF4-FFF2-40B4-BE49-F238E27FC236}">
                <a16:creationId xmlns:a16="http://schemas.microsoft.com/office/drawing/2014/main" id="{9015F2E8-1388-E0DE-43CA-456CA598FD6C}"/>
              </a:ext>
            </a:extLst>
          </p:cNvPr>
          <p:cNvSpPr/>
          <p:nvPr/>
        </p:nvSpPr>
        <p:spPr>
          <a:xfrm>
            <a:off x="10099982" y="332488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J">
            <a:extLst>
              <a:ext uri="{FF2B5EF4-FFF2-40B4-BE49-F238E27FC236}">
                <a16:creationId xmlns:a16="http://schemas.microsoft.com/office/drawing/2014/main" id="{B98A9D89-0FB1-4FD9-19C8-D91718186CD7}"/>
              </a:ext>
            </a:extLst>
          </p:cNvPr>
          <p:cNvSpPr/>
          <p:nvPr/>
        </p:nvSpPr>
        <p:spPr>
          <a:xfrm>
            <a:off x="11322778" y="332488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H</a:t>
            </a:r>
          </a:p>
        </p:txBody>
      </p:sp>
      <p:cxnSp>
        <p:nvCxnSpPr>
          <p:cNvPr id="9" name="BE">
            <a:extLst>
              <a:ext uri="{FF2B5EF4-FFF2-40B4-BE49-F238E27FC236}">
                <a16:creationId xmlns:a16="http://schemas.microsoft.com/office/drawing/2014/main" id="{F9DCB06D-C1EF-0910-EF46-8D659869F3A4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>
            <a:off x="9293646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F">
            <a:extLst>
              <a:ext uri="{FF2B5EF4-FFF2-40B4-BE49-F238E27FC236}">
                <a16:creationId xmlns:a16="http://schemas.microsoft.com/office/drawing/2014/main" id="{EFCF1457-8DD3-918C-4CD1-AB0AE34DF377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9293646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C">
            <a:extLst>
              <a:ext uri="{FF2B5EF4-FFF2-40B4-BE49-F238E27FC236}">
                <a16:creationId xmlns:a16="http://schemas.microsoft.com/office/drawing/2014/main" id="{F0CBC5D5-8E31-7A7F-87CB-CEEA221731E2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9085416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FJ">
            <a:extLst>
              <a:ext uri="{FF2B5EF4-FFF2-40B4-BE49-F238E27FC236}">
                <a16:creationId xmlns:a16="http://schemas.microsoft.com/office/drawing/2014/main" id="{CF2FBA40-E293-D38B-37CC-4D72BD0C7DFD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10516442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HJ">
            <a:extLst>
              <a:ext uri="{FF2B5EF4-FFF2-40B4-BE49-F238E27FC236}">
                <a16:creationId xmlns:a16="http://schemas.microsoft.com/office/drawing/2014/main" id="{17B509EA-178A-5A67-A691-BAD9D50C1E90}"/>
              </a:ext>
            </a:extLst>
          </p:cNvPr>
          <p:cNvCxnSpPr>
            <a:cxnSpLocks/>
            <a:stCxn id="7" idx="0"/>
            <a:endCxn id="29" idx="4"/>
          </p:cNvCxnSpPr>
          <p:nvPr/>
        </p:nvCxnSpPr>
        <p:spPr>
          <a:xfrm flipV="1">
            <a:off x="11531008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B">
            <a:extLst>
              <a:ext uri="{FF2B5EF4-FFF2-40B4-BE49-F238E27FC236}">
                <a16:creationId xmlns:a16="http://schemas.microsoft.com/office/drawing/2014/main" id="{859C2042-0815-B3D2-1173-5510CC48DB51}"/>
              </a:ext>
            </a:extLst>
          </p:cNvPr>
          <p:cNvSpPr/>
          <p:nvPr/>
        </p:nvSpPr>
        <p:spPr>
          <a:xfrm>
            <a:off x="8877186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C">
            <a:extLst>
              <a:ext uri="{FF2B5EF4-FFF2-40B4-BE49-F238E27FC236}">
                <a16:creationId xmlns:a16="http://schemas.microsoft.com/office/drawing/2014/main" id="{2E6F13CE-1AB5-0DFB-4C9C-763F3B1D5463}"/>
              </a:ext>
            </a:extLst>
          </p:cNvPr>
          <p:cNvSpPr/>
          <p:nvPr/>
        </p:nvSpPr>
        <p:spPr>
          <a:xfrm>
            <a:off x="8877186" y="332488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9" name="D">
            <a:extLst>
              <a:ext uri="{FF2B5EF4-FFF2-40B4-BE49-F238E27FC236}">
                <a16:creationId xmlns:a16="http://schemas.microsoft.com/office/drawing/2014/main" id="{C4198F6E-BF14-8D19-BD33-8D1006F0210F}"/>
              </a:ext>
            </a:extLst>
          </p:cNvPr>
          <p:cNvSpPr/>
          <p:nvPr/>
        </p:nvSpPr>
        <p:spPr>
          <a:xfrm>
            <a:off x="8877186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0" name="G">
            <a:extLst>
              <a:ext uri="{FF2B5EF4-FFF2-40B4-BE49-F238E27FC236}">
                <a16:creationId xmlns:a16="http://schemas.microsoft.com/office/drawing/2014/main" id="{59DD377A-A3DD-B248-14C7-89CF8BBB0C00}"/>
              </a:ext>
            </a:extLst>
          </p:cNvPr>
          <p:cNvSpPr/>
          <p:nvPr/>
        </p:nvSpPr>
        <p:spPr>
          <a:xfrm>
            <a:off x="10099982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9" name="H">
            <a:extLst>
              <a:ext uri="{FF2B5EF4-FFF2-40B4-BE49-F238E27FC236}">
                <a16:creationId xmlns:a16="http://schemas.microsoft.com/office/drawing/2014/main" id="{92A53B98-B28A-1DF8-CD23-C2FACA0B1758}"/>
              </a:ext>
            </a:extLst>
          </p:cNvPr>
          <p:cNvSpPr/>
          <p:nvPr/>
        </p:nvSpPr>
        <p:spPr>
          <a:xfrm>
            <a:off x="11322778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0" name="K">
            <a:extLst>
              <a:ext uri="{FF2B5EF4-FFF2-40B4-BE49-F238E27FC236}">
                <a16:creationId xmlns:a16="http://schemas.microsoft.com/office/drawing/2014/main" id="{8C5FBB13-D271-0988-8678-7B02AF95EA20}"/>
              </a:ext>
            </a:extLst>
          </p:cNvPr>
          <p:cNvSpPr/>
          <p:nvPr/>
        </p:nvSpPr>
        <p:spPr>
          <a:xfrm>
            <a:off x="11322778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J</a:t>
            </a:r>
          </a:p>
        </p:txBody>
      </p:sp>
      <p:cxnSp>
        <p:nvCxnSpPr>
          <p:cNvPr id="33" name="FG">
            <a:extLst>
              <a:ext uri="{FF2B5EF4-FFF2-40B4-BE49-F238E27FC236}">
                <a16:creationId xmlns:a16="http://schemas.microsoft.com/office/drawing/2014/main" id="{019DB26C-A3F2-6EAE-2071-08389B1FB80D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10308212" y="3741345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GK">
            <a:extLst>
              <a:ext uri="{FF2B5EF4-FFF2-40B4-BE49-F238E27FC236}">
                <a16:creationId xmlns:a16="http://schemas.microsoft.com/office/drawing/2014/main" id="{1E431B81-B648-269B-9ADC-FC984A9EDF89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>
            <a:off x="10516442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DG">
            <a:extLst>
              <a:ext uri="{FF2B5EF4-FFF2-40B4-BE49-F238E27FC236}">
                <a16:creationId xmlns:a16="http://schemas.microsoft.com/office/drawing/2014/main" id="{36934C22-C67A-8D71-277E-36812027749D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9293646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F">
            <a:extLst>
              <a:ext uri="{FF2B5EF4-FFF2-40B4-BE49-F238E27FC236}">
                <a16:creationId xmlns:a16="http://schemas.microsoft.com/office/drawing/2014/main" id="{4351C18F-CBCD-5A15-11E5-394BD34FD6C2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10516442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48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5F1F0-AE45-5B74-263F-556B5850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Arrow: Left 181">
            <a:extLst>
              <a:ext uri="{FF2B5EF4-FFF2-40B4-BE49-F238E27FC236}">
                <a16:creationId xmlns:a16="http://schemas.microsoft.com/office/drawing/2014/main" id="{7CA2241F-FD04-5763-0A07-6AD21B298866}"/>
              </a:ext>
            </a:extLst>
          </p:cNvPr>
          <p:cNvSpPr/>
          <p:nvPr/>
        </p:nvSpPr>
        <p:spPr>
          <a:xfrm>
            <a:off x="6619875" y="6061341"/>
            <a:ext cx="2941366" cy="517382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6" name="current" hidden="1">
            <a:extLst>
              <a:ext uri="{FF2B5EF4-FFF2-40B4-BE49-F238E27FC236}">
                <a16:creationId xmlns:a16="http://schemas.microsoft.com/office/drawing/2014/main" id="{7AD9C37B-46DE-FAF7-9111-B9E4BFA71780}"/>
              </a:ext>
            </a:extLst>
          </p:cNvPr>
          <p:cNvSpPr/>
          <p:nvPr/>
        </p:nvSpPr>
        <p:spPr>
          <a:xfrm>
            <a:off x="6433318" y="5705084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3" name="q0" hidden="1">
            <a:extLst>
              <a:ext uri="{FF2B5EF4-FFF2-40B4-BE49-F238E27FC236}">
                <a16:creationId xmlns:a16="http://schemas.microsoft.com/office/drawing/2014/main" id="{2E2C90F2-03FF-BBC5-419B-8E01AAEF598A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8" name="q1" hidden="1">
            <a:extLst>
              <a:ext uri="{FF2B5EF4-FFF2-40B4-BE49-F238E27FC236}">
                <a16:creationId xmlns:a16="http://schemas.microsoft.com/office/drawing/2014/main" id="{63D68ECB-8CFD-A7D3-0747-D2CDBEE4DF01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8" name="q2" hidden="1">
            <a:extLst>
              <a:ext uri="{FF2B5EF4-FFF2-40B4-BE49-F238E27FC236}">
                <a16:creationId xmlns:a16="http://schemas.microsoft.com/office/drawing/2014/main" id="{8F4BC63A-DE53-7737-A4BF-D12B134F2241}"/>
              </a:ext>
            </a:extLst>
          </p:cNvPr>
          <p:cNvSpPr/>
          <p:nvPr/>
        </p:nvSpPr>
        <p:spPr>
          <a:xfrm>
            <a:off x="773536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9" name="q3" hidden="1">
            <a:extLst>
              <a:ext uri="{FF2B5EF4-FFF2-40B4-BE49-F238E27FC236}">
                <a16:creationId xmlns:a16="http://schemas.microsoft.com/office/drawing/2014/main" id="{28D8F2D3-E2AA-3FDE-BBBB-88B5248F1765}"/>
              </a:ext>
            </a:extLst>
          </p:cNvPr>
          <p:cNvSpPr/>
          <p:nvPr/>
        </p:nvSpPr>
        <p:spPr>
          <a:xfrm>
            <a:off x="8130216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0" name="q4" hidden="1">
            <a:extLst>
              <a:ext uri="{FF2B5EF4-FFF2-40B4-BE49-F238E27FC236}">
                <a16:creationId xmlns:a16="http://schemas.microsoft.com/office/drawing/2014/main" id="{2AE14939-2679-40E0-2CAE-9C213244F347}"/>
              </a:ext>
            </a:extLst>
          </p:cNvPr>
          <p:cNvSpPr/>
          <p:nvPr/>
        </p:nvSpPr>
        <p:spPr>
          <a:xfrm>
            <a:off x="8525068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7" name="q5" hidden="1">
            <a:extLst>
              <a:ext uri="{FF2B5EF4-FFF2-40B4-BE49-F238E27FC236}">
                <a16:creationId xmlns:a16="http://schemas.microsoft.com/office/drawing/2014/main" id="{EE190C01-9ECB-71C1-B6F0-D886F22A84E9}"/>
              </a:ext>
            </a:extLst>
          </p:cNvPr>
          <p:cNvSpPr/>
          <p:nvPr/>
        </p:nvSpPr>
        <p:spPr>
          <a:xfrm>
            <a:off x="8919923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68EE4-4959-EE37-267A-9703343F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-first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13A16-BC45-3BA0-9E02-51DA15582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02998" cy="3566160"/>
          </a:xfrm>
        </p:spPr>
        <p:txBody>
          <a:bodyPr>
            <a:normAutofit/>
          </a:bodyPr>
          <a:lstStyle/>
          <a:p>
            <a:r>
              <a:rPr lang="nl-NL" dirty="0"/>
              <a:t>BFS</a:t>
            </a:r>
          </a:p>
        </p:txBody>
      </p:sp>
      <p:sp>
        <p:nvSpPr>
          <p:cNvPr id="5" name="E">
            <a:extLst>
              <a:ext uri="{FF2B5EF4-FFF2-40B4-BE49-F238E27FC236}">
                <a16:creationId xmlns:a16="http://schemas.microsoft.com/office/drawing/2014/main" id="{0961388A-6570-B8DE-1EC4-3FF86BF37A94}"/>
              </a:ext>
            </a:extLst>
          </p:cNvPr>
          <p:cNvSpPr/>
          <p:nvPr/>
        </p:nvSpPr>
        <p:spPr>
          <a:xfrm>
            <a:off x="8130215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A">
            <a:extLst>
              <a:ext uri="{FF2B5EF4-FFF2-40B4-BE49-F238E27FC236}">
                <a16:creationId xmlns:a16="http://schemas.microsoft.com/office/drawing/2014/main" id="{1978993A-8289-2815-9BDC-03D45B91B0D7}"/>
              </a:ext>
            </a:extLst>
          </p:cNvPr>
          <p:cNvSpPr/>
          <p:nvPr/>
        </p:nvSpPr>
        <p:spPr>
          <a:xfrm>
            <a:off x="8130215" y="332488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H">
            <a:extLst>
              <a:ext uri="{FF2B5EF4-FFF2-40B4-BE49-F238E27FC236}">
                <a16:creationId xmlns:a16="http://schemas.microsoft.com/office/drawing/2014/main" id="{47B72B8E-93A4-BD34-C3BD-EA2BA2DE2F43}"/>
              </a:ext>
            </a:extLst>
          </p:cNvPr>
          <p:cNvSpPr/>
          <p:nvPr/>
        </p:nvSpPr>
        <p:spPr>
          <a:xfrm>
            <a:off x="9353011" y="332488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H</a:t>
            </a:r>
          </a:p>
        </p:txBody>
      </p:sp>
      <p:cxnSp>
        <p:nvCxnSpPr>
          <p:cNvPr id="9" name="BE">
            <a:extLst>
              <a:ext uri="{FF2B5EF4-FFF2-40B4-BE49-F238E27FC236}">
                <a16:creationId xmlns:a16="http://schemas.microsoft.com/office/drawing/2014/main" id="{A12DA2A6-6416-E287-7E19-F8B12F056ECB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>
            <a:off x="7323879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F">
            <a:extLst>
              <a:ext uri="{FF2B5EF4-FFF2-40B4-BE49-F238E27FC236}">
                <a16:creationId xmlns:a16="http://schemas.microsoft.com/office/drawing/2014/main" id="{E80F6947-1D3A-6C65-CF86-FBB6C0DEF0F4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323879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C">
            <a:extLst>
              <a:ext uri="{FF2B5EF4-FFF2-40B4-BE49-F238E27FC236}">
                <a16:creationId xmlns:a16="http://schemas.microsoft.com/office/drawing/2014/main" id="{527087C0-4EAE-A8BE-84A0-AF09FF84583F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7115649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FJ">
            <a:extLst>
              <a:ext uri="{FF2B5EF4-FFF2-40B4-BE49-F238E27FC236}">
                <a16:creationId xmlns:a16="http://schemas.microsoft.com/office/drawing/2014/main" id="{E6434388-2719-B13C-E85E-FB8686F7CBD4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8546675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HJ">
            <a:extLst>
              <a:ext uri="{FF2B5EF4-FFF2-40B4-BE49-F238E27FC236}">
                <a16:creationId xmlns:a16="http://schemas.microsoft.com/office/drawing/2014/main" id="{FE39EE68-7173-C9D1-401F-8024CE90896F}"/>
              </a:ext>
            </a:extLst>
          </p:cNvPr>
          <p:cNvCxnSpPr>
            <a:cxnSpLocks/>
            <a:stCxn id="7" idx="0"/>
            <a:endCxn id="29" idx="4"/>
          </p:cNvCxnSpPr>
          <p:nvPr/>
        </p:nvCxnSpPr>
        <p:spPr>
          <a:xfrm flipV="1">
            <a:off x="9561241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B">
            <a:extLst>
              <a:ext uri="{FF2B5EF4-FFF2-40B4-BE49-F238E27FC236}">
                <a16:creationId xmlns:a16="http://schemas.microsoft.com/office/drawing/2014/main" id="{803CE642-934C-5095-C18E-433030A85143}"/>
              </a:ext>
            </a:extLst>
          </p:cNvPr>
          <p:cNvSpPr/>
          <p:nvPr/>
        </p:nvSpPr>
        <p:spPr>
          <a:xfrm>
            <a:off x="6907419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C">
            <a:extLst>
              <a:ext uri="{FF2B5EF4-FFF2-40B4-BE49-F238E27FC236}">
                <a16:creationId xmlns:a16="http://schemas.microsoft.com/office/drawing/2014/main" id="{044B01D3-4761-2EC7-8DA5-DDEB52DF9959}"/>
              </a:ext>
            </a:extLst>
          </p:cNvPr>
          <p:cNvSpPr/>
          <p:nvPr/>
        </p:nvSpPr>
        <p:spPr>
          <a:xfrm>
            <a:off x="6907419" y="332488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9" name="D">
            <a:extLst>
              <a:ext uri="{FF2B5EF4-FFF2-40B4-BE49-F238E27FC236}">
                <a16:creationId xmlns:a16="http://schemas.microsoft.com/office/drawing/2014/main" id="{95150887-69EB-8DD7-DA12-0F0AA946E6B0}"/>
              </a:ext>
            </a:extLst>
          </p:cNvPr>
          <p:cNvSpPr/>
          <p:nvPr/>
        </p:nvSpPr>
        <p:spPr>
          <a:xfrm>
            <a:off x="6907419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0" name="F">
            <a:extLst>
              <a:ext uri="{FF2B5EF4-FFF2-40B4-BE49-F238E27FC236}">
                <a16:creationId xmlns:a16="http://schemas.microsoft.com/office/drawing/2014/main" id="{DFE7DD55-EFAB-FC56-D791-B77B54B63E26}"/>
              </a:ext>
            </a:extLst>
          </p:cNvPr>
          <p:cNvSpPr/>
          <p:nvPr/>
        </p:nvSpPr>
        <p:spPr>
          <a:xfrm>
            <a:off x="8130215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9" name="G">
            <a:extLst>
              <a:ext uri="{FF2B5EF4-FFF2-40B4-BE49-F238E27FC236}">
                <a16:creationId xmlns:a16="http://schemas.microsoft.com/office/drawing/2014/main" id="{347339EF-223B-5F0D-3418-869414156DAE}"/>
              </a:ext>
            </a:extLst>
          </p:cNvPr>
          <p:cNvSpPr/>
          <p:nvPr/>
        </p:nvSpPr>
        <p:spPr>
          <a:xfrm>
            <a:off x="9353011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0" name="J">
            <a:extLst>
              <a:ext uri="{FF2B5EF4-FFF2-40B4-BE49-F238E27FC236}">
                <a16:creationId xmlns:a16="http://schemas.microsoft.com/office/drawing/2014/main" id="{429B2F1A-8103-C381-3DC4-C8EEB5A1EA6F}"/>
              </a:ext>
            </a:extLst>
          </p:cNvPr>
          <p:cNvSpPr/>
          <p:nvPr/>
        </p:nvSpPr>
        <p:spPr>
          <a:xfrm>
            <a:off x="9353011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J</a:t>
            </a:r>
          </a:p>
        </p:txBody>
      </p:sp>
      <p:cxnSp>
        <p:nvCxnSpPr>
          <p:cNvPr id="33" name="FG">
            <a:extLst>
              <a:ext uri="{FF2B5EF4-FFF2-40B4-BE49-F238E27FC236}">
                <a16:creationId xmlns:a16="http://schemas.microsoft.com/office/drawing/2014/main" id="{6C900A20-50E7-1555-A0DB-1953057EEED1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8338445" y="3741345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GK">
            <a:extLst>
              <a:ext uri="{FF2B5EF4-FFF2-40B4-BE49-F238E27FC236}">
                <a16:creationId xmlns:a16="http://schemas.microsoft.com/office/drawing/2014/main" id="{87CE1AA9-26A0-D8B4-FB08-9165A6EF32BD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>
            <a:off x="8546675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DG">
            <a:extLst>
              <a:ext uri="{FF2B5EF4-FFF2-40B4-BE49-F238E27FC236}">
                <a16:creationId xmlns:a16="http://schemas.microsoft.com/office/drawing/2014/main" id="{522E0411-DE82-B002-0117-7E4B6CE4A045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7323879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F">
            <a:extLst>
              <a:ext uri="{FF2B5EF4-FFF2-40B4-BE49-F238E27FC236}">
                <a16:creationId xmlns:a16="http://schemas.microsoft.com/office/drawing/2014/main" id="{713ECF29-7F9B-5B57-E62C-A4B1CB23E375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8546675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Connector 15">
            <a:extLst>
              <a:ext uri="{FF2B5EF4-FFF2-40B4-BE49-F238E27FC236}">
                <a16:creationId xmlns:a16="http://schemas.microsoft.com/office/drawing/2014/main" id="{2C599AD6-DECE-A8D9-9E9C-4CA9DB0BF1D6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513B4590-D66C-8F6D-217A-1189A1DAE800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22">
            <a:extLst>
              <a:ext uri="{FF2B5EF4-FFF2-40B4-BE49-F238E27FC236}">
                <a16:creationId xmlns:a16="http://schemas.microsoft.com/office/drawing/2014/main" id="{70B7731F-3B3F-B1BD-4B28-E4E2C37A35B8}"/>
              </a:ext>
            </a:extLst>
          </p:cNvPr>
          <p:cNvSpPr txBox="1"/>
          <p:nvPr/>
        </p:nvSpPr>
        <p:spPr>
          <a:xfrm>
            <a:off x="7838736" y="613536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Queue</a:t>
            </a:r>
          </a:p>
        </p:txBody>
      </p:sp>
      <p:sp>
        <p:nvSpPr>
          <p:cNvPr id="40" name="TextBox 81">
            <a:extLst>
              <a:ext uri="{FF2B5EF4-FFF2-40B4-BE49-F238E27FC236}">
                <a16:creationId xmlns:a16="http://schemas.microsoft.com/office/drawing/2014/main" id="{B67E42A9-02A7-D075-A023-3C471B1EB5DB}"/>
              </a:ext>
            </a:extLst>
          </p:cNvPr>
          <p:cNvSpPr txBox="1"/>
          <p:nvPr/>
        </p:nvSpPr>
        <p:spPr>
          <a:xfrm>
            <a:off x="640079" y="323290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queue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1" name="qA">
            <a:extLst>
              <a:ext uri="{FF2B5EF4-FFF2-40B4-BE49-F238E27FC236}">
                <a16:creationId xmlns:a16="http://schemas.microsoft.com/office/drawing/2014/main" id="{D4BC27FD-6AED-3E63-C0A6-4994BCC19611}"/>
              </a:ext>
            </a:extLst>
          </p:cNvPr>
          <p:cNvSpPr/>
          <p:nvPr/>
        </p:nvSpPr>
        <p:spPr>
          <a:xfrm>
            <a:off x="12241020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62" name="qB">
            <a:extLst>
              <a:ext uri="{FF2B5EF4-FFF2-40B4-BE49-F238E27FC236}">
                <a16:creationId xmlns:a16="http://schemas.microsoft.com/office/drawing/2014/main" id="{136E4035-07E1-D584-3D68-70FA5D527832}"/>
              </a:ext>
            </a:extLst>
          </p:cNvPr>
          <p:cNvSpPr/>
          <p:nvPr/>
        </p:nvSpPr>
        <p:spPr>
          <a:xfrm>
            <a:off x="14009544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5" name="qG">
            <a:extLst>
              <a:ext uri="{FF2B5EF4-FFF2-40B4-BE49-F238E27FC236}">
                <a16:creationId xmlns:a16="http://schemas.microsoft.com/office/drawing/2014/main" id="{30D618CD-E1E7-6E50-2557-994E6D596780}"/>
              </a:ext>
            </a:extLst>
          </p:cNvPr>
          <p:cNvSpPr/>
          <p:nvPr/>
        </p:nvSpPr>
        <p:spPr>
          <a:xfrm>
            <a:off x="15451716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66" name="qE">
            <a:extLst>
              <a:ext uri="{FF2B5EF4-FFF2-40B4-BE49-F238E27FC236}">
                <a16:creationId xmlns:a16="http://schemas.microsoft.com/office/drawing/2014/main" id="{0364C062-801F-4E1E-3758-7688A3473F57}"/>
              </a:ext>
            </a:extLst>
          </p:cNvPr>
          <p:cNvSpPr/>
          <p:nvPr/>
        </p:nvSpPr>
        <p:spPr>
          <a:xfrm>
            <a:off x="15956974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7" name="qE">
            <a:extLst>
              <a:ext uri="{FF2B5EF4-FFF2-40B4-BE49-F238E27FC236}">
                <a16:creationId xmlns:a16="http://schemas.microsoft.com/office/drawing/2014/main" id="{579D4FBE-2B08-2271-8408-E6DC8D7ED514}"/>
              </a:ext>
            </a:extLst>
          </p:cNvPr>
          <p:cNvSpPr/>
          <p:nvPr/>
        </p:nvSpPr>
        <p:spPr>
          <a:xfrm>
            <a:off x="16462232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53" name="qC">
            <a:extLst>
              <a:ext uri="{FF2B5EF4-FFF2-40B4-BE49-F238E27FC236}">
                <a16:creationId xmlns:a16="http://schemas.microsoft.com/office/drawing/2014/main" id="{6DD77D0B-E28E-76BF-8770-193EF568998E}"/>
              </a:ext>
            </a:extLst>
          </p:cNvPr>
          <p:cNvSpPr/>
          <p:nvPr/>
        </p:nvSpPr>
        <p:spPr>
          <a:xfrm>
            <a:off x="1267777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60" name="qF">
            <a:extLst>
              <a:ext uri="{FF2B5EF4-FFF2-40B4-BE49-F238E27FC236}">
                <a16:creationId xmlns:a16="http://schemas.microsoft.com/office/drawing/2014/main" id="{19D890D2-3BE4-0FB8-DA07-FAAB69843F32}"/>
              </a:ext>
            </a:extLst>
          </p:cNvPr>
          <p:cNvSpPr/>
          <p:nvPr/>
        </p:nvSpPr>
        <p:spPr>
          <a:xfrm>
            <a:off x="1307262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61" name="qH">
            <a:extLst>
              <a:ext uri="{FF2B5EF4-FFF2-40B4-BE49-F238E27FC236}">
                <a16:creationId xmlns:a16="http://schemas.microsoft.com/office/drawing/2014/main" id="{0143246C-2BB5-9AC8-093F-5989DF3020AA}"/>
              </a:ext>
            </a:extLst>
          </p:cNvPr>
          <p:cNvSpPr/>
          <p:nvPr/>
        </p:nvSpPr>
        <p:spPr>
          <a:xfrm>
            <a:off x="1346748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63" name="qD">
            <a:extLst>
              <a:ext uri="{FF2B5EF4-FFF2-40B4-BE49-F238E27FC236}">
                <a16:creationId xmlns:a16="http://schemas.microsoft.com/office/drawing/2014/main" id="{4665F5A1-A73B-F1FE-603F-72762D038235}"/>
              </a:ext>
            </a:extLst>
          </p:cNvPr>
          <p:cNvSpPr/>
          <p:nvPr/>
        </p:nvSpPr>
        <p:spPr>
          <a:xfrm>
            <a:off x="14551603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64" name="qJ">
            <a:extLst>
              <a:ext uri="{FF2B5EF4-FFF2-40B4-BE49-F238E27FC236}">
                <a16:creationId xmlns:a16="http://schemas.microsoft.com/office/drawing/2014/main" id="{7615B8DA-3938-A787-7CBF-F976E8A881F3}"/>
              </a:ext>
            </a:extLst>
          </p:cNvPr>
          <p:cNvSpPr/>
          <p:nvPr/>
        </p:nvSpPr>
        <p:spPr>
          <a:xfrm>
            <a:off x="1494645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J</a:t>
            </a:r>
          </a:p>
        </p:txBody>
      </p:sp>
      <p:grpSp>
        <p:nvGrpSpPr>
          <p:cNvPr id="187" name="Group 190">
            <a:extLst>
              <a:ext uri="{FF2B5EF4-FFF2-40B4-BE49-F238E27FC236}">
                <a16:creationId xmlns:a16="http://schemas.microsoft.com/office/drawing/2014/main" id="{84733C65-5A95-C411-5A06-FB3A82664205}"/>
              </a:ext>
            </a:extLst>
          </p:cNvPr>
          <p:cNvGrpSpPr/>
          <p:nvPr/>
        </p:nvGrpSpPr>
        <p:grpSpPr>
          <a:xfrm>
            <a:off x="10329779" y="2712217"/>
            <a:ext cx="1401987" cy="369332"/>
            <a:chOff x="7654390" y="4033438"/>
            <a:chExt cx="1401987" cy="369332"/>
          </a:xfrm>
        </p:grpSpPr>
        <p:sp>
          <p:nvSpPr>
            <p:cNvPr id="188" name="A">
              <a:extLst>
                <a:ext uri="{FF2B5EF4-FFF2-40B4-BE49-F238E27FC236}">
                  <a16:creationId xmlns:a16="http://schemas.microsoft.com/office/drawing/2014/main" id="{F319300E-D99C-CADC-940E-F73FD96E1357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A17E574-A5E0-6638-5BED-EE30D52857DB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435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2.59259E-6 L -0.43438 2.59259E-6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3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3437 2.59259E-6 L -0.47643 2.59259E-6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59259E-6 L -0.47019 2.59259E-6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2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2.59259E-6 L -0.47018 2.59259E-6 " pathEditMode="relative" rAng="0" ptsTypes="AA">
                                      <p:cBhvr>
                                        <p:cTn id="4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1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45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59259E-6 L -0.47005 2.59259E-6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0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0"/>
                            </p:stCondLst>
                            <p:childTnLst>
                              <p:par>
                                <p:cTn id="4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5C8A2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5C8A2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5C8A2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 animBg="1"/>
      <p:bldP spid="41" grpId="0" animBg="1"/>
      <p:bldP spid="41" grpId="1" animBg="1"/>
      <p:bldP spid="41" grpId="2" animBg="1"/>
      <p:bldP spid="53" grpId="0" animBg="1"/>
      <p:bldP spid="60" grpId="0" animBg="1"/>
      <p:bldP spid="6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34108-FBE2-0D1B-6F61-59D847F62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Left Arrow 181">
            <a:extLst>
              <a:ext uri="{FF2B5EF4-FFF2-40B4-BE49-F238E27FC236}">
                <a16:creationId xmlns:a16="http://schemas.microsoft.com/office/drawing/2014/main" id="{3E53FED5-19B4-7056-5E47-AD803006199F}"/>
              </a:ext>
            </a:extLst>
          </p:cNvPr>
          <p:cNvSpPr/>
          <p:nvPr/>
        </p:nvSpPr>
        <p:spPr>
          <a:xfrm>
            <a:off x="6619875" y="6061341"/>
            <a:ext cx="2941366" cy="517382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3" name="q0" hidden="1">
            <a:extLst>
              <a:ext uri="{FF2B5EF4-FFF2-40B4-BE49-F238E27FC236}">
                <a16:creationId xmlns:a16="http://schemas.microsoft.com/office/drawing/2014/main" id="{3F9E2DF6-2B68-0BCD-E5E0-1DF3E2DFCDDD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8" name="q1" hidden="1">
            <a:extLst>
              <a:ext uri="{FF2B5EF4-FFF2-40B4-BE49-F238E27FC236}">
                <a16:creationId xmlns:a16="http://schemas.microsoft.com/office/drawing/2014/main" id="{8DB67537-C9DD-12CF-03BA-A41DED79ABB5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8" name="q2" hidden="1">
            <a:extLst>
              <a:ext uri="{FF2B5EF4-FFF2-40B4-BE49-F238E27FC236}">
                <a16:creationId xmlns:a16="http://schemas.microsoft.com/office/drawing/2014/main" id="{2ED00AB7-681C-2FD1-C83C-0682AC2BABDC}"/>
              </a:ext>
            </a:extLst>
          </p:cNvPr>
          <p:cNvSpPr/>
          <p:nvPr/>
        </p:nvSpPr>
        <p:spPr>
          <a:xfrm>
            <a:off x="773536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9" name="q3" hidden="1">
            <a:extLst>
              <a:ext uri="{FF2B5EF4-FFF2-40B4-BE49-F238E27FC236}">
                <a16:creationId xmlns:a16="http://schemas.microsoft.com/office/drawing/2014/main" id="{A354AD65-4F41-75D1-95B1-AFF98D711E01}"/>
              </a:ext>
            </a:extLst>
          </p:cNvPr>
          <p:cNvSpPr/>
          <p:nvPr/>
        </p:nvSpPr>
        <p:spPr>
          <a:xfrm>
            <a:off x="8130216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0" name="q4" hidden="1">
            <a:extLst>
              <a:ext uri="{FF2B5EF4-FFF2-40B4-BE49-F238E27FC236}">
                <a16:creationId xmlns:a16="http://schemas.microsoft.com/office/drawing/2014/main" id="{F4DAFE77-AA52-CC4B-CE23-D44258F2331E}"/>
              </a:ext>
            </a:extLst>
          </p:cNvPr>
          <p:cNvSpPr/>
          <p:nvPr/>
        </p:nvSpPr>
        <p:spPr>
          <a:xfrm>
            <a:off x="8525068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7" name="q5" hidden="1">
            <a:extLst>
              <a:ext uri="{FF2B5EF4-FFF2-40B4-BE49-F238E27FC236}">
                <a16:creationId xmlns:a16="http://schemas.microsoft.com/office/drawing/2014/main" id="{2FCFAA36-2B14-0EF3-931A-9CA034F11A4D}"/>
              </a:ext>
            </a:extLst>
          </p:cNvPr>
          <p:cNvSpPr/>
          <p:nvPr/>
        </p:nvSpPr>
        <p:spPr>
          <a:xfrm>
            <a:off x="8919923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B51BC2-1866-158E-131D-5424B60E4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-first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E294-C843-4B7D-7015-AB74859BA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02998" cy="3566160"/>
          </a:xfrm>
        </p:spPr>
        <p:txBody>
          <a:bodyPr>
            <a:normAutofit/>
          </a:bodyPr>
          <a:lstStyle/>
          <a:p>
            <a:r>
              <a:rPr lang="nl-NL" dirty="0"/>
              <a:t>BFS</a:t>
            </a:r>
          </a:p>
        </p:txBody>
      </p:sp>
      <p:sp>
        <p:nvSpPr>
          <p:cNvPr id="5" name="E">
            <a:extLst>
              <a:ext uri="{FF2B5EF4-FFF2-40B4-BE49-F238E27FC236}">
                <a16:creationId xmlns:a16="http://schemas.microsoft.com/office/drawing/2014/main" id="{A3D8D95F-06A4-5CFA-42F3-D154BAE85A51}"/>
              </a:ext>
            </a:extLst>
          </p:cNvPr>
          <p:cNvSpPr/>
          <p:nvPr/>
        </p:nvSpPr>
        <p:spPr>
          <a:xfrm>
            <a:off x="8130215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A">
            <a:extLst>
              <a:ext uri="{FF2B5EF4-FFF2-40B4-BE49-F238E27FC236}">
                <a16:creationId xmlns:a16="http://schemas.microsoft.com/office/drawing/2014/main" id="{AC521D47-7B22-0B15-CFF7-94D6CDCC5901}"/>
              </a:ext>
            </a:extLst>
          </p:cNvPr>
          <p:cNvSpPr/>
          <p:nvPr/>
        </p:nvSpPr>
        <p:spPr>
          <a:xfrm>
            <a:off x="8130215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H">
            <a:extLst>
              <a:ext uri="{FF2B5EF4-FFF2-40B4-BE49-F238E27FC236}">
                <a16:creationId xmlns:a16="http://schemas.microsoft.com/office/drawing/2014/main" id="{80FF1037-3529-F1CE-1FCA-6402A856D2DC}"/>
              </a:ext>
            </a:extLst>
          </p:cNvPr>
          <p:cNvSpPr/>
          <p:nvPr/>
        </p:nvSpPr>
        <p:spPr>
          <a:xfrm>
            <a:off x="9353011" y="332488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H</a:t>
            </a:r>
          </a:p>
        </p:txBody>
      </p:sp>
      <p:cxnSp>
        <p:nvCxnSpPr>
          <p:cNvPr id="9" name="BE">
            <a:extLst>
              <a:ext uri="{FF2B5EF4-FFF2-40B4-BE49-F238E27FC236}">
                <a16:creationId xmlns:a16="http://schemas.microsoft.com/office/drawing/2014/main" id="{5296E597-8845-637F-94BB-A778C407136B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>
            <a:off x="7323879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F">
            <a:extLst>
              <a:ext uri="{FF2B5EF4-FFF2-40B4-BE49-F238E27FC236}">
                <a16:creationId xmlns:a16="http://schemas.microsoft.com/office/drawing/2014/main" id="{87D888FD-A24A-93F8-4CF0-3CD4DFAE846D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323879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C">
            <a:extLst>
              <a:ext uri="{FF2B5EF4-FFF2-40B4-BE49-F238E27FC236}">
                <a16:creationId xmlns:a16="http://schemas.microsoft.com/office/drawing/2014/main" id="{7D0CEFAA-E20B-170D-10EF-A18BD5F40238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7115649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FJ">
            <a:extLst>
              <a:ext uri="{FF2B5EF4-FFF2-40B4-BE49-F238E27FC236}">
                <a16:creationId xmlns:a16="http://schemas.microsoft.com/office/drawing/2014/main" id="{C1E92842-627A-C232-587F-63FBA1DA0E72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8546675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HJ">
            <a:extLst>
              <a:ext uri="{FF2B5EF4-FFF2-40B4-BE49-F238E27FC236}">
                <a16:creationId xmlns:a16="http://schemas.microsoft.com/office/drawing/2014/main" id="{581D2D3B-E51F-9384-8EA6-82DECC80BFE0}"/>
              </a:ext>
            </a:extLst>
          </p:cNvPr>
          <p:cNvCxnSpPr>
            <a:cxnSpLocks/>
            <a:stCxn id="7" idx="0"/>
            <a:endCxn id="29" idx="4"/>
          </p:cNvCxnSpPr>
          <p:nvPr/>
        </p:nvCxnSpPr>
        <p:spPr>
          <a:xfrm flipV="1">
            <a:off x="9561241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B">
            <a:extLst>
              <a:ext uri="{FF2B5EF4-FFF2-40B4-BE49-F238E27FC236}">
                <a16:creationId xmlns:a16="http://schemas.microsoft.com/office/drawing/2014/main" id="{CD2BD15E-4789-6487-98F5-749A988CF851}"/>
              </a:ext>
            </a:extLst>
          </p:cNvPr>
          <p:cNvSpPr/>
          <p:nvPr/>
        </p:nvSpPr>
        <p:spPr>
          <a:xfrm>
            <a:off x="6907419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C">
            <a:extLst>
              <a:ext uri="{FF2B5EF4-FFF2-40B4-BE49-F238E27FC236}">
                <a16:creationId xmlns:a16="http://schemas.microsoft.com/office/drawing/2014/main" id="{50738D66-211E-64D4-D950-49AA41FE21D5}"/>
              </a:ext>
            </a:extLst>
          </p:cNvPr>
          <p:cNvSpPr/>
          <p:nvPr/>
        </p:nvSpPr>
        <p:spPr>
          <a:xfrm>
            <a:off x="6907419" y="332488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9" name="D">
            <a:extLst>
              <a:ext uri="{FF2B5EF4-FFF2-40B4-BE49-F238E27FC236}">
                <a16:creationId xmlns:a16="http://schemas.microsoft.com/office/drawing/2014/main" id="{7FE50F2B-CAD6-5569-E23C-C55769CEB564}"/>
              </a:ext>
            </a:extLst>
          </p:cNvPr>
          <p:cNvSpPr/>
          <p:nvPr/>
        </p:nvSpPr>
        <p:spPr>
          <a:xfrm>
            <a:off x="6907419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0" name="F">
            <a:extLst>
              <a:ext uri="{FF2B5EF4-FFF2-40B4-BE49-F238E27FC236}">
                <a16:creationId xmlns:a16="http://schemas.microsoft.com/office/drawing/2014/main" id="{06A6319F-EE32-621C-F30C-AD65A447FF93}"/>
              </a:ext>
            </a:extLst>
          </p:cNvPr>
          <p:cNvSpPr/>
          <p:nvPr/>
        </p:nvSpPr>
        <p:spPr>
          <a:xfrm>
            <a:off x="8130215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9" name="G">
            <a:extLst>
              <a:ext uri="{FF2B5EF4-FFF2-40B4-BE49-F238E27FC236}">
                <a16:creationId xmlns:a16="http://schemas.microsoft.com/office/drawing/2014/main" id="{A3CAD846-13D0-CF70-946D-59F746140753}"/>
              </a:ext>
            </a:extLst>
          </p:cNvPr>
          <p:cNvSpPr/>
          <p:nvPr/>
        </p:nvSpPr>
        <p:spPr>
          <a:xfrm>
            <a:off x="9353011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0" name="J">
            <a:extLst>
              <a:ext uri="{FF2B5EF4-FFF2-40B4-BE49-F238E27FC236}">
                <a16:creationId xmlns:a16="http://schemas.microsoft.com/office/drawing/2014/main" id="{10700D5F-1D6E-BDBB-255B-69A278D85E3F}"/>
              </a:ext>
            </a:extLst>
          </p:cNvPr>
          <p:cNvSpPr/>
          <p:nvPr/>
        </p:nvSpPr>
        <p:spPr>
          <a:xfrm>
            <a:off x="9353011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J</a:t>
            </a:r>
          </a:p>
        </p:txBody>
      </p:sp>
      <p:cxnSp>
        <p:nvCxnSpPr>
          <p:cNvPr id="33" name="FG">
            <a:extLst>
              <a:ext uri="{FF2B5EF4-FFF2-40B4-BE49-F238E27FC236}">
                <a16:creationId xmlns:a16="http://schemas.microsoft.com/office/drawing/2014/main" id="{93DC8CA1-2A56-E7B0-5CA2-81A9B3245D8C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8338445" y="3741345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GK">
            <a:extLst>
              <a:ext uri="{FF2B5EF4-FFF2-40B4-BE49-F238E27FC236}">
                <a16:creationId xmlns:a16="http://schemas.microsoft.com/office/drawing/2014/main" id="{089003CD-E8C2-6442-4F80-6CFEC138FD76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>
            <a:off x="8546675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DG">
            <a:extLst>
              <a:ext uri="{FF2B5EF4-FFF2-40B4-BE49-F238E27FC236}">
                <a16:creationId xmlns:a16="http://schemas.microsoft.com/office/drawing/2014/main" id="{8B04628B-F69A-BCB0-2991-2EACD0D0957B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7323879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F">
            <a:extLst>
              <a:ext uri="{FF2B5EF4-FFF2-40B4-BE49-F238E27FC236}">
                <a16:creationId xmlns:a16="http://schemas.microsoft.com/office/drawing/2014/main" id="{911EF5CA-599D-5A08-114D-A9AF08BFA88A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8546675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Connector 15">
            <a:extLst>
              <a:ext uri="{FF2B5EF4-FFF2-40B4-BE49-F238E27FC236}">
                <a16:creationId xmlns:a16="http://schemas.microsoft.com/office/drawing/2014/main" id="{AEA310F0-FF50-AF14-DC98-F96B131E1C09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F2DBF0D5-E078-9376-DF16-0821D52B9CF6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22">
            <a:extLst>
              <a:ext uri="{FF2B5EF4-FFF2-40B4-BE49-F238E27FC236}">
                <a16:creationId xmlns:a16="http://schemas.microsoft.com/office/drawing/2014/main" id="{4B826C96-7B64-03B7-8AB1-E31FAACE498B}"/>
              </a:ext>
            </a:extLst>
          </p:cNvPr>
          <p:cNvSpPr txBox="1"/>
          <p:nvPr/>
        </p:nvSpPr>
        <p:spPr>
          <a:xfrm>
            <a:off x="7838736" y="613536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Queue</a:t>
            </a:r>
          </a:p>
        </p:txBody>
      </p:sp>
      <p:sp>
        <p:nvSpPr>
          <p:cNvPr id="40" name="TextBox 81">
            <a:extLst>
              <a:ext uri="{FF2B5EF4-FFF2-40B4-BE49-F238E27FC236}">
                <a16:creationId xmlns:a16="http://schemas.microsoft.com/office/drawing/2014/main" id="{826A749A-7926-1F87-1FE5-D406F1724C64}"/>
              </a:ext>
            </a:extLst>
          </p:cNvPr>
          <p:cNvSpPr txBox="1"/>
          <p:nvPr/>
        </p:nvSpPr>
        <p:spPr>
          <a:xfrm>
            <a:off x="640079" y="323290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queue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2" name="qB">
            <a:extLst>
              <a:ext uri="{FF2B5EF4-FFF2-40B4-BE49-F238E27FC236}">
                <a16:creationId xmlns:a16="http://schemas.microsoft.com/office/drawing/2014/main" id="{96CCE546-2742-1E69-810A-B2D3E4FED05E}"/>
              </a:ext>
            </a:extLst>
          </p:cNvPr>
          <p:cNvSpPr/>
          <p:nvPr/>
        </p:nvSpPr>
        <p:spPr>
          <a:xfrm>
            <a:off x="1219200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5" name="qG">
            <a:extLst>
              <a:ext uri="{FF2B5EF4-FFF2-40B4-BE49-F238E27FC236}">
                <a16:creationId xmlns:a16="http://schemas.microsoft.com/office/drawing/2014/main" id="{4096E82E-F758-54D6-EF39-560FF888F400}"/>
              </a:ext>
            </a:extLst>
          </p:cNvPr>
          <p:cNvSpPr/>
          <p:nvPr/>
        </p:nvSpPr>
        <p:spPr>
          <a:xfrm>
            <a:off x="13634172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66" name="qE">
            <a:extLst>
              <a:ext uri="{FF2B5EF4-FFF2-40B4-BE49-F238E27FC236}">
                <a16:creationId xmlns:a16="http://schemas.microsoft.com/office/drawing/2014/main" id="{8F564105-9CA6-536B-9AEF-C3AA3C0C7748}"/>
              </a:ext>
            </a:extLst>
          </p:cNvPr>
          <p:cNvSpPr/>
          <p:nvPr/>
        </p:nvSpPr>
        <p:spPr>
          <a:xfrm>
            <a:off x="1413943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7" name="qE">
            <a:extLst>
              <a:ext uri="{FF2B5EF4-FFF2-40B4-BE49-F238E27FC236}">
                <a16:creationId xmlns:a16="http://schemas.microsoft.com/office/drawing/2014/main" id="{0B494303-64D3-A0ED-9AB4-CBE16C368B16}"/>
              </a:ext>
            </a:extLst>
          </p:cNvPr>
          <p:cNvSpPr/>
          <p:nvPr/>
        </p:nvSpPr>
        <p:spPr>
          <a:xfrm>
            <a:off x="1464468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53" name="qC">
            <a:extLst>
              <a:ext uri="{FF2B5EF4-FFF2-40B4-BE49-F238E27FC236}">
                <a16:creationId xmlns:a16="http://schemas.microsoft.com/office/drawing/2014/main" id="{BDCD6BF3-F4BB-B8D5-36A1-3F9EEBC77718}"/>
              </a:ext>
            </a:extLst>
          </p:cNvPr>
          <p:cNvSpPr/>
          <p:nvPr/>
        </p:nvSpPr>
        <p:spPr>
          <a:xfrm>
            <a:off x="6945649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60" name="qF">
            <a:extLst>
              <a:ext uri="{FF2B5EF4-FFF2-40B4-BE49-F238E27FC236}">
                <a16:creationId xmlns:a16="http://schemas.microsoft.com/office/drawing/2014/main" id="{026A8323-C02F-8EC5-8B27-353414A434F5}"/>
              </a:ext>
            </a:extLst>
          </p:cNvPr>
          <p:cNvSpPr/>
          <p:nvPr/>
        </p:nvSpPr>
        <p:spPr>
          <a:xfrm>
            <a:off x="7340502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61" name="qH">
            <a:extLst>
              <a:ext uri="{FF2B5EF4-FFF2-40B4-BE49-F238E27FC236}">
                <a16:creationId xmlns:a16="http://schemas.microsoft.com/office/drawing/2014/main" id="{8C46F3B7-674E-B8D0-9C8C-E59F55C1ECAD}"/>
              </a:ext>
            </a:extLst>
          </p:cNvPr>
          <p:cNvSpPr/>
          <p:nvPr/>
        </p:nvSpPr>
        <p:spPr>
          <a:xfrm>
            <a:off x="7735358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63" name="qD">
            <a:extLst>
              <a:ext uri="{FF2B5EF4-FFF2-40B4-BE49-F238E27FC236}">
                <a16:creationId xmlns:a16="http://schemas.microsoft.com/office/drawing/2014/main" id="{263C1CAD-6AE9-2BDC-6BE6-626DEDCA7900}"/>
              </a:ext>
            </a:extLst>
          </p:cNvPr>
          <p:cNvSpPr/>
          <p:nvPr/>
        </p:nvSpPr>
        <p:spPr>
          <a:xfrm>
            <a:off x="12734059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64" name="qJ">
            <a:extLst>
              <a:ext uri="{FF2B5EF4-FFF2-40B4-BE49-F238E27FC236}">
                <a16:creationId xmlns:a16="http://schemas.microsoft.com/office/drawing/2014/main" id="{685D6AB1-F1AE-7975-85A6-A4FF584BA39B}"/>
              </a:ext>
            </a:extLst>
          </p:cNvPr>
          <p:cNvSpPr/>
          <p:nvPr/>
        </p:nvSpPr>
        <p:spPr>
          <a:xfrm>
            <a:off x="13128914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44" name="current" hidden="1">
            <a:extLst>
              <a:ext uri="{FF2B5EF4-FFF2-40B4-BE49-F238E27FC236}">
                <a16:creationId xmlns:a16="http://schemas.microsoft.com/office/drawing/2014/main" id="{3557C1FE-44FC-9C07-0AC8-AA6F25F6807B}"/>
              </a:ext>
            </a:extLst>
          </p:cNvPr>
          <p:cNvSpPr/>
          <p:nvPr/>
        </p:nvSpPr>
        <p:spPr>
          <a:xfrm>
            <a:off x="6433318" y="5705084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47" name="Group 190">
            <a:extLst>
              <a:ext uri="{FF2B5EF4-FFF2-40B4-BE49-F238E27FC236}">
                <a16:creationId xmlns:a16="http://schemas.microsoft.com/office/drawing/2014/main" id="{405E31B5-5C27-1AFC-DA11-9B32DAD07AC9}"/>
              </a:ext>
            </a:extLst>
          </p:cNvPr>
          <p:cNvGrpSpPr/>
          <p:nvPr/>
        </p:nvGrpSpPr>
        <p:grpSpPr>
          <a:xfrm>
            <a:off x="10329779" y="2712217"/>
            <a:ext cx="1401987" cy="369332"/>
            <a:chOff x="7654390" y="4033438"/>
            <a:chExt cx="1401987" cy="369332"/>
          </a:xfrm>
        </p:grpSpPr>
        <p:sp>
          <p:nvSpPr>
            <p:cNvPr id="48" name="A">
              <a:extLst>
                <a:ext uri="{FF2B5EF4-FFF2-40B4-BE49-F238E27FC236}">
                  <a16:creationId xmlns:a16="http://schemas.microsoft.com/office/drawing/2014/main" id="{45938AE8-C6B1-E9F2-DF6A-A29AE5A4EA2F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9318A22-AD40-B556-5ADD-A8E68141D357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86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-0.04206 2.5925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-0.03242 7.40741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-2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0.03242 -3.33333E-6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59259E-6 L -0.3655 2.59259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"/>
                            </p:stCondLst>
                            <p:childTnLst>
                              <p:par>
                                <p:cTn id="2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5C8A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5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8" grpId="0" animBg="1"/>
      <p:bldP spid="128" grpId="0" animBg="1"/>
      <p:bldP spid="129" grpId="0" animBg="1"/>
      <p:bldP spid="130" grpId="0" animBg="1"/>
      <p:bldP spid="167" grpId="0" animBg="1"/>
      <p:bldP spid="62" grpId="0" animBg="1"/>
      <p:bldP spid="53" grpId="0" animBg="1"/>
      <p:bldP spid="53" grpId="1" animBg="1"/>
      <p:bldP spid="60" grpId="0" animBg="1"/>
      <p:bldP spid="61" grpId="0" animBg="1"/>
      <p:bldP spid="4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0FA22-3390-46A0-2427-821E015C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Left Arrow 181">
            <a:extLst>
              <a:ext uri="{FF2B5EF4-FFF2-40B4-BE49-F238E27FC236}">
                <a16:creationId xmlns:a16="http://schemas.microsoft.com/office/drawing/2014/main" id="{A861A4CB-6AF2-848D-E29B-53CE5035F37E}"/>
              </a:ext>
            </a:extLst>
          </p:cNvPr>
          <p:cNvSpPr/>
          <p:nvPr/>
        </p:nvSpPr>
        <p:spPr>
          <a:xfrm>
            <a:off x="6619875" y="6061341"/>
            <a:ext cx="2941366" cy="517382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3" name="q0" hidden="1">
            <a:extLst>
              <a:ext uri="{FF2B5EF4-FFF2-40B4-BE49-F238E27FC236}">
                <a16:creationId xmlns:a16="http://schemas.microsoft.com/office/drawing/2014/main" id="{3514ACF0-8E97-331C-E3F4-E3467C08CC81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8" name="q1" hidden="1">
            <a:extLst>
              <a:ext uri="{FF2B5EF4-FFF2-40B4-BE49-F238E27FC236}">
                <a16:creationId xmlns:a16="http://schemas.microsoft.com/office/drawing/2014/main" id="{C557E7F9-7E23-EE7D-A6AD-649146208E4A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8" name="q2" hidden="1">
            <a:extLst>
              <a:ext uri="{FF2B5EF4-FFF2-40B4-BE49-F238E27FC236}">
                <a16:creationId xmlns:a16="http://schemas.microsoft.com/office/drawing/2014/main" id="{7D2ED154-E54F-51E6-D980-5EF531782D96}"/>
              </a:ext>
            </a:extLst>
          </p:cNvPr>
          <p:cNvSpPr/>
          <p:nvPr/>
        </p:nvSpPr>
        <p:spPr>
          <a:xfrm>
            <a:off x="773536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9" name="q3" hidden="1">
            <a:extLst>
              <a:ext uri="{FF2B5EF4-FFF2-40B4-BE49-F238E27FC236}">
                <a16:creationId xmlns:a16="http://schemas.microsoft.com/office/drawing/2014/main" id="{8661CDCB-DC42-18ED-1FB5-1EDD3BF2CDB2}"/>
              </a:ext>
            </a:extLst>
          </p:cNvPr>
          <p:cNvSpPr/>
          <p:nvPr/>
        </p:nvSpPr>
        <p:spPr>
          <a:xfrm>
            <a:off x="8130216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0" name="q4" hidden="1">
            <a:extLst>
              <a:ext uri="{FF2B5EF4-FFF2-40B4-BE49-F238E27FC236}">
                <a16:creationId xmlns:a16="http://schemas.microsoft.com/office/drawing/2014/main" id="{E573F744-0AE2-2E14-5FE4-860762900DFF}"/>
              </a:ext>
            </a:extLst>
          </p:cNvPr>
          <p:cNvSpPr/>
          <p:nvPr/>
        </p:nvSpPr>
        <p:spPr>
          <a:xfrm>
            <a:off x="8525068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7" name="q5" hidden="1">
            <a:extLst>
              <a:ext uri="{FF2B5EF4-FFF2-40B4-BE49-F238E27FC236}">
                <a16:creationId xmlns:a16="http://schemas.microsoft.com/office/drawing/2014/main" id="{927327C0-5CBD-BEC3-6565-2E1508FC7661}"/>
              </a:ext>
            </a:extLst>
          </p:cNvPr>
          <p:cNvSpPr/>
          <p:nvPr/>
        </p:nvSpPr>
        <p:spPr>
          <a:xfrm>
            <a:off x="8919923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3336C0-33A9-864E-FE34-915DF2321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-first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7FCFC-D306-6E4E-3DE8-271B5E780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02998" cy="3566160"/>
          </a:xfrm>
        </p:spPr>
        <p:txBody>
          <a:bodyPr>
            <a:normAutofit/>
          </a:bodyPr>
          <a:lstStyle/>
          <a:p>
            <a:r>
              <a:rPr lang="nl-NL" dirty="0"/>
              <a:t>BFS</a:t>
            </a:r>
          </a:p>
        </p:txBody>
      </p:sp>
      <p:sp>
        <p:nvSpPr>
          <p:cNvPr id="5" name="E">
            <a:extLst>
              <a:ext uri="{FF2B5EF4-FFF2-40B4-BE49-F238E27FC236}">
                <a16:creationId xmlns:a16="http://schemas.microsoft.com/office/drawing/2014/main" id="{F1E0B1A6-F21C-D648-9DA8-70A962449EFF}"/>
              </a:ext>
            </a:extLst>
          </p:cNvPr>
          <p:cNvSpPr/>
          <p:nvPr/>
        </p:nvSpPr>
        <p:spPr>
          <a:xfrm>
            <a:off x="8130215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A">
            <a:extLst>
              <a:ext uri="{FF2B5EF4-FFF2-40B4-BE49-F238E27FC236}">
                <a16:creationId xmlns:a16="http://schemas.microsoft.com/office/drawing/2014/main" id="{53145ED3-F658-CD77-E71D-8A60BEDD009D}"/>
              </a:ext>
            </a:extLst>
          </p:cNvPr>
          <p:cNvSpPr/>
          <p:nvPr/>
        </p:nvSpPr>
        <p:spPr>
          <a:xfrm>
            <a:off x="8130215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H">
            <a:extLst>
              <a:ext uri="{FF2B5EF4-FFF2-40B4-BE49-F238E27FC236}">
                <a16:creationId xmlns:a16="http://schemas.microsoft.com/office/drawing/2014/main" id="{19A09D66-517C-F841-A308-C5DF7DF0F405}"/>
              </a:ext>
            </a:extLst>
          </p:cNvPr>
          <p:cNvSpPr/>
          <p:nvPr/>
        </p:nvSpPr>
        <p:spPr>
          <a:xfrm>
            <a:off x="9353011" y="332488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H</a:t>
            </a:r>
          </a:p>
        </p:txBody>
      </p:sp>
      <p:cxnSp>
        <p:nvCxnSpPr>
          <p:cNvPr id="9" name="BE">
            <a:extLst>
              <a:ext uri="{FF2B5EF4-FFF2-40B4-BE49-F238E27FC236}">
                <a16:creationId xmlns:a16="http://schemas.microsoft.com/office/drawing/2014/main" id="{5E3C415F-6FCA-3442-51CE-383253305F19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>
            <a:off x="7323879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F">
            <a:extLst>
              <a:ext uri="{FF2B5EF4-FFF2-40B4-BE49-F238E27FC236}">
                <a16:creationId xmlns:a16="http://schemas.microsoft.com/office/drawing/2014/main" id="{BBCEF271-936D-DC8D-853A-F50184FBBD9E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323879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C">
            <a:extLst>
              <a:ext uri="{FF2B5EF4-FFF2-40B4-BE49-F238E27FC236}">
                <a16:creationId xmlns:a16="http://schemas.microsoft.com/office/drawing/2014/main" id="{135EF565-6612-EC28-586F-1093AB615E4B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7115649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FJ">
            <a:extLst>
              <a:ext uri="{FF2B5EF4-FFF2-40B4-BE49-F238E27FC236}">
                <a16:creationId xmlns:a16="http://schemas.microsoft.com/office/drawing/2014/main" id="{8D33906B-3D91-93F6-73A6-2F9EE8A40145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8546675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HJ">
            <a:extLst>
              <a:ext uri="{FF2B5EF4-FFF2-40B4-BE49-F238E27FC236}">
                <a16:creationId xmlns:a16="http://schemas.microsoft.com/office/drawing/2014/main" id="{C5C145EA-04CD-5886-E9F6-A06719A4B001}"/>
              </a:ext>
            </a:extLst>
          </p:cNvPr>
          <p:cNvCxnSpPr>
            <a:cxnSpLocks/>
            <a:stCxn id="7" idx="0"/>
            <a:endCxn id="29" idx="4"/>
          </p:cNvCxnSpPr>
          <p:nvPr/>
        </p:nvCxnSpPr>
        <p:spPr>
          <a:xfrm flipV="1">
            <a:off x="9561241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B">
            <a:extLst>
              <a:ext uri="{FF2B5EF4-FFF2-40B4-BE49-F238E27FC236}">
                <a16:creationId xmlns:a16="http://schemas.microsoft.com/office/drawing/2014/main" id="{F1754067-775B-664A-82C5-D6FCB99AED20}"/>
              </a:ext>
            </a:extLst>
          </p:cNvPr>
          <p:cNvSpPr/>
          <p:nvPr/>
        </p:nvSpPr>
        <p:spPr>
          <a:xfrm>
            <a:off x="6907419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C">
            <a:extLst>
              <a:ext uri="{FF2B5EF4-FFF2-40B4-BE49-F238E27FC236}">
                <a16:creationId xmlns:a16="http://schemas.microsoft.com/office/drawing/2014/main" id="{72665258-6732-C26B-E752-9952C1EBA525}"/>
              </a:ext>
            </a:extLst>
          </p:cNvPr>
          <p:cNvSpPr/>
          <p:nvPr/>
        </p:nvSpPr>
        <p:spPr>
          <a:xfrm>
            <a:off x="6907419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9" name="D">
            <a:extLst>
              <a:ext uri="{FF2B5EF4-FFF2-40B4-BE49-F238E27FC236}">
                <a16:creationId xmlns:a16="http://schemas.microsoft.com/office/drawing/2014/main" id="{B4AB5CF2-6356-8177-A75C-2DFB4C71C90B}"/>
              </a:ext>
            </a:extLst>
          </p:cNvPr>
          <p:cNvSpPr/>
          <p:nvPr/>
        </p:nvSpPr>
        <p:spPr>
          <a:xfrm>
            <a:off x="6907419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0" name="F">
            <a:extLst>
              <a:ext uri="{FF2B5EF4-FFF2-40B4-BE49-F238E27FC236}">
                <a16:creationId xmlns:a16="http://schemas.microsoft.com/office/drawing/2014/main" id="{A5C1ACF1-409D-732D-32FF-24F9D131C9FA}"/>
              </a:ext>
            </a:extLst>
          </p:cNvPr>
          <p:cNvSpPr/>
          <p:nvPr/>
        </p:nvSpPr>
        <p:spPr>
          <a:xfrm>
            <a:off x="8130215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9" name="G">
            <a:extLst>
              <a:ext uri="{FF2B5EF4-FFF2-40B4-BE49-F238E27FC236}">
                <a16:creationId xmlns:a16="http://schemas.microsoft.com/office/drawing/2014/main" id="{24FE4944-7AB8-2476-C2B3-D3CB6FDB742A}"/>
              </a:ext>
            </a:extLst>
          </p:cNvPr>
          <p:cNvSpPr/>
          <p:nvPr/>
        </p:nvSpPr>
        <p:spPr>
          <a:xfrm>
            <a:off x="9353011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0" name="J">
            <a:extLst>
              <a:ext uri="{FF2B5EF4-FFF2-40B4-BE49-F238E27FC236}">
                <a16:creationId xmlns:a16="http://schemas.microsoft.com/office/drawing/2014/main" id="{63169C3D-C13F-0BED-84D1-9423BBBCDD5D}"/>
              </a:ext>
            </a:extLst>
          </p:cNvPr>
          <p:cNvSpPr/>
          <p:nvPr/>
        </p:nvSpPr>
        <p:spPr>
          <a:xfrm>
            <a:off x="9353011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J</a:t>
            </a:r>
          </a:p>
        </p:txBody>
      </p:sp>
      <p:cxnSp>
        <p:nvCxnSpPr>
          <p:cNvPr id="33" name="FG">
            <a:extLst>
              <a:ext uri="{FF2B5EF4-FFF2-40B4-BE49-F238E27FC236}">
                <a16:creationId xmlns:a16="http://schemas.microsoft.com/office/drawing/2014/main" id="{82488046-A440-7D6E-0802-44E842EABD37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8338445" y="3741345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GK">
            <a:extLst>
              <a:ext uri="{FF2B5EF4-FFF2-40B4-BE49-F238E27FC236}">
                <a16:creationId xmlns:a16="http://schemas.microsoft.com/office/drawing/2014/main" id="{A1AE4599-77DA-CE5D-038E-90776D94EAC8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>
            <a:off x="8546675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DG">
            <a:extLst>
              <a:ext uri="{FF2B5EF4-FFF2-40B4-BE49-F238E27FC236}">
                <a16:creationId xmlns:a16="http://schemas.microsoft.com/office/drawing/2014/main" id="{E0D30F7C-33A3-63D8-75DA-C98B922EC874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7323879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F">
            <a:extLst>
              <a:ext uri="{FF2B5EF4-FFF2-40B4-BE49-F238E27FC236}">
                <a16:creationId xmlns:a16="http://schemas.microsoft.com/office/drawing/2014/main" id="{B641258C-744B-C21F-3050-A0E1702B82DF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8546675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Connector 15">
            <a:extLst>
              <a:ext uri="{FF2B5EF4-FFF2-40B4-BE49-F238E27FC236}">
                <a16:creationId xmlns:a16="http://schemas.microsoft.com/office/drawing/2014/main" id="{DEF1D942-15B9-10F5-6A91-F484BAA1A9F7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6A9FD539-95E8-87B8-6189-CA8DE8E1B234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22">
            <a:extLst>
              <a:ext uri="{FF2B5EF4-FFF2-40B4-BE49-F238E27FC236}">
                <a16:creationId xmlns:a16="http://schemas.microsoft.com/office/drawing/2014/main" id="{9BE9B0FF-702D-2469-F3ED-6304B3D5A6A6}"/>
              </a:ext>
            </a:extLst>
          </p:cNvPr>
          <p:cNvSpPr txBox="1"/>
          <p:nvPr/>
        </p:nvSpPr>
        <p:spPr>
          <a:xfrm>
            <a:off x="7838736" y="613536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Queue</a:t>
            </a:r>
          </a:p>
        </p:txBody>
      </p:sp>
      <p:sp>
        <p:nvSpPr>
          <p:cNvPr id="40" name="TextBox 81">
            <a:extLst>
              <a:ext uri="{FF2B5EF4-FFF2-40B4-BE49-F238E27FC236}">
                <a16:creationId xmlns:a16="http://schemas.microsoft.com/office/drawing/2014/main" id="{3B101736-A907-9E24-1146-E25C57B791F0}"/>
              </a:ext>
            </a:extLst>
          </p:cNvPr>
          <p:cNvSpPr txBox="1"/>
          <p:nvPr/>
        </p:nvSpPr>
        <p:spPr>
          <a:xfrm>
            <a:off x="640079" y="323290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queue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2" name="qB">
            <a:extLst>
              <a:ext uri="{FF2B5EF4-FFF2-40B4-BE49-F238E27FC236}">
                <a16:creationId xmlns:a16="http://schemas.microsoft.com/office/drawing/2014/main" id="{EE007D3B-79E5-04E9-BC7F-33ABA741D23C}"/>
              </a:ext>
            </a:extLst>
          </p:cNvPr>
          <p:cNvSpPr/>
          <p:nvPr/>
        </p:nvSpPr>
        <p:spPr>
          <a:xfrm>
            <a:off x="7735359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5" name="qG">
            <a:extLst>
              <a:ext uri="{FF2B5EF4-FFF2-40B4-BE49-F238E27FC236}">
                <a16:creationId xmlns:a16="http://schemas.microsoft.com/office/drawing/2014/main" id="{15E5DE14-F1C7-1071-4551-3B4E40BA3A95}"/>
              </a:ext>
            </a:extLst>
          </p:cNvPr>
          <p:cNvSpPr/>
          <p:nvPr/>
        </p:nvSpPr>
        <p:spPr>
          <a:xfrm>
            <a:off x="13186497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66" name="qE">
            <a:extLst>
              <a:ext uri="{FF2B5EF4-FFF2-40B4-BE49-F238E27FC236}">
                <a16:creationId xmlns:a16="http://schemas.microsoft.com/office/drawing/2014/main" id="{CBC08664-E2BF-55F9-3524-0264C9E19DDA}"/>
              </a:ext>
            </a:extLst>
          </p:cNvPr>
          <p:cNvSpPr/>
          <p:nvPr/>
        </p:nvSpPr>
        <p:spPr>
          <a:xfrm>
            <a:off x="13691755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7" name="qE">
            <a:extLst>
              <a:ext uri="{FF2B5EF4-FFF2-40B4-BE49-F238E27FC236}">
                <a16:creationId xmlns:a16="http://schemas.microsoft.com/office/drawing/2014/main" id="{C80E01CE-7FA6-990A-641B-38907B6CC138}"/>
              </a:ext>
            </a:extLst>
          </p:cNvPr>
          <p:cNvSpPr/>
          <p:nvPr/>
        </p:nvSpPr>
        <p:spPr>
          <a:xfrm>
            <a:off x="14197013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0" name="qF">
            <a:extLst>
              <a:ext uri="{FF2B5EF4-FFF2-40B4-BE49-F238E27FC236}">
                <a16:creationId xmlns:a16="http://schemas.microsoft.com/office/drawing/2014/main" id="{693764B2-AAF3-3E40-4B54-CE2976A0F58C}"/>
              </a:ext>
            </a:extLst>
          </p:cNvPr>
          <p:cNvSpPr/>
          <p:nvPr/>
        </p:nvSpPr>
        <p:spPr>
          <a:xfrm>
            <a:off x="6945649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61" name="qH">
            <a:extLst>
              <a:ext uri="{FF2B5EF4-FFF2-40B4-BE49-F238E27FC236}">
                <a16:creationId xmlns:a16="http://schemas.microsoft.com/office/drawing/2014/main" id="{7948DE4B-1C74-4EAE-863E-A25414C8C1B7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63" name="qD">
            <a:extLst>
              <a:ext uri="{FF2B5EF4-FFF2-40B4-BE49-F238E27FC236}">
                <a16:creationId xmlns:a16="http://schemas.microsoft.com/office/drawing/2014/main" id="{92171018-EBC6-F6D5-DF74-908E4D512F39}"/>
              </a:ext>
            </a:extLst>
          </p:cNvPr>
          <p:cNvSpPr/>
          <p:nvPr/>
        </p:nvSpPr>
        <p:spPr>
          <a:xfrm>
            <a:off x="12286384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64" name="qJ">
            <a:extLst>
              <a:ext uri="{FF2B5EF4-FFF2-40B4-BE49-F238E27FC236}">
                <a16:creationId xmlns:a16="http://schemas.microsoft.com/office/drawing/2014/main" id="{2D1D72ED-AEA7-D8FC-93AA-F991CC02A7A3}"/>
              </a:ext>
            </a:extLst>
          </p:cNvPr>
          <p:cNvSpPr/>
          <p:nvPr/>
        </p:nvSpPr>
        <p:spPr>
          <a:xfrm>
            <a:off x="12681239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43" name="current" hidden="1">
            <a:extLst>
              <a:ext uri="{FF2B5EF4-FFF2-40B4-BE49-F238E27FC236}">
                <a16:creationId xmlns:a16="http://schemas.microsoft.com/office/drawing/2014/main" id="{50D50522-8503-11AF-61A3-6660D9632583}"/>
              </a:ext>
            </a:extLst>
          </p:cNvPr>
          <p:cNvSpPr/>
          <p:nvPr/>
        </p:nvSpPr>
        <p:spPr>
          <a:xfrm>
            <a:off x="6433318" y="5705084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45" name="Group 190">
            <a:extLst>
              <a:ext uri="{FF2B5EF4-FFF2-40B4-BE49-F238E27FC236}">
                <a16:creationId xmlns:a16="http://schemas.microsoft.com/office/drawing/2014/main" id="{40E8C5AF-D177-E247-5A3C-570D9444A057}"/>
              </a:ext>
            </a:extLst>
          </p:cNvPr>
          <p:cNvGrpSpPr/>
          <p:nvPr/>
        </p:nvGrpSpPr>
        <p:grpSpPr>
          <a:xfrm>
            <a:off x="10329779" y="2712217"/>
            <a:ext cx="1401987" cy="369332"/>
            <a:chOff x="7654390" y="4033438"/>
            <a:chExt cx="1401987" cy="369332"/>
          </a:xfrm>
        </p:grpSpPr>
        <p:sp>
          <p:nvSpPr>
            <p:cNvPr id="47" name="A">
              <a:extLst>
                <a:ext uri="{FF2B5EF4-FFF2-40B4-BE49-F238E27FC236}">
                  <a16:creationId xmlns:a16="http://schemas.microsoft.com/office/drawing/2014/main" id="{8F72F5E2-0114-9A18-3EBE-5A9AB3ACACA0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E7050F1-78FB-BD23-953E-2FD19A0BB54C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627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-0.04206 2.59259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-0.03242 7.40741E-7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-2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0.03242 3.7037E-7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-0.37318 2.59259E-6 " pathEditMode="relative" rAng="0" ptsTypes="AA">
                                      <p:cBhvr>
                                        <p:cTn id="29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6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045E-16 2.59259E-6 L -0.37331 2.59259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62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5C8A2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5C8A2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7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8" grpId="0" animBg="1"/>
      <p:bldP spid="128" grpId="0" animBg="1"/>
      <p:bldP spid="129" grpId="0" animBg="1"/>
      <p:bldP spid="130" grpId="0" animBg="1"/>
      <p:bldP spid="167" grpId="0" animBg="1"/>
      <p:bldP spid="62" grpId="0" animBg="1"/>
      <p:bldP spid="60" grpId="0" animBg="1"/>
      <p:bldP spid="60" grpId="1" animBg="1"/>
      <p:bldP spid="61" grpId="0" animBg="1"/>
      <p:bldP spid="63" grpId="0" animBg="1"/>
      <p:bldP spid="64" grpId="0" animBg="1"/>
      <p:bldP spid="4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E462F-28BA-B8B0-06BE-6D6032CB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Left Arrow 181">
            <a:extLst>
              <a:ext uri="{FF2B5EF4-FFF2-40B4-BE49-F238E27FC236}">
                <a16:creationId xmlns:a16="http://schemas.microsoft.com/office/drawing/2014/main" id="{BA93B0A8-92F5-196E-41CB-C4E16280E9BC}"/>
              </a:ext>
            </a:extLst>
          </p:cNvPr>
          <p:cNvSpPr/>
          <p:nvPr/>
        </p:nvSpPr>
        <p:spPr>
          <a:xfrm>
            <a:off x="6619875" y="6061341"/>
            <a:ext cx="2941366" cy="517382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3" name="q0" hidden="1">
            <a:extLst>
              <a:ext uri="{FF2B5EF4-FFF2-40B4-BE49-F238E27FC236}">
                <a16:creationId xmlns:a16="http://schemas.microsoft.com/office/drawing/2014/main" id="{77ED9A18-0BA5-1BC1-4E98-7E728A56CC14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8" name="q1" hidden="1">
            <a:extLst>
              <a:ext uri="{FF2B5EF4-FFF2-40B4-BE49-F238E27FC236}">
                <a16:creationId xmlns:a16="http://schemas.microsoft.com/office/drawing/2014/main" id="{D891F8ED-54F2-F268-2ED8-8480C42CA1B9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8" name="q2" hidden="1">
            <a:extLst>
              <a:ext uri="{FF2B5EF4-FFF2-40B4-BE49-F238E27FC236}">
                <a16:creationId xmlns:a16="http://schemas.microsoft.com/office/drawing/2014/main" id="{0124FB24-EA6E-0253-C533-FF061D6455ED}"/>
              </a:ext>
            </a:extLst>
          </p:cNvPr>
          <p:cNvSpPr/>
          <p:nvPr/>
        </p:nvSpPr>
        <p:spPr>
          <a:xfrm>
            <a:off x="773536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9" name="q3" hidden="1">
            <a:extLst>
              <a:ext uri="{FF2B5EF4-FFF2-40B4-BE49-F238E27FC236}">
                <a16:creationId xmlns:a16="http://schemas.microsoft.com/office/drawing/2014/main" id="{8F42F2A7-831B-1F89-0C76-86A5556700B2}"/>
              </a:ext>
            </a:extLst>
          </p:cNvPr>
          <p:cNvSpPr/>
          <p:nvPr/>
        </p:nvSpPr>
        <p:spPr>
          <a:xfrm>
            <a:off x="8130216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0" name="q4" hidden="1">
            <a:extLst>
              <a:ext uri="{FF2B5EF4-FFF2-40B4-BE49-F238E27FC236}">
                <a16:creationId xmlns:a16="http://schemas.microsoft.com/office/drawing/2014/main" id="{771BC037-6684-6FFA-8372-5D88EEC4592A}"/>
              </a:ext>
            </a:extLst>
          </p:cNvPr>
          <p:cNvSpPr/>
          <p:nvPr/>
        </p:nvSpPr>
        <p:spPr>
          <a:xfrm>
            <a:off x="8525068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7" name="q5" hidden="1">
            <a:extLst>
              <a:ext uri="{FF2B5EF4-FFF2-40B4-BE49-F238E27FC236}">
                <a16:creationId xmlns:a16="http://schemas.microsoft.com/office/drawing/2014/main" id="{6138F7BB-9B62-0A8E-9781-DE339CBCFA59}"/>
              </a:ext>
            </a:extLst>
          </p:cNvPr>
          <p:cNvSpPr/>
          <p:nvPr/>
        </p:nvSpPr>
        <p:spPr>
          <a:xfrm>
            <a:off x="8919923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B9B1D4-0993-CD27-D91B-4592792E1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-first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55DC-6CE3-C15B-C3FA-0E36F4DE5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02998" cy="3566160"/>
          </a:xfrm>
        </p:spPr>
        <p:txBody>
          <a:bodyPr>
            <a:normAutofit/>
          </a:bodyPr>
          <a:lstStyle/>
          <a:p>
            <a:r>
              <a:rPr lang="nl-NL" dirty="0"/>
              <a:t>BFS</a:t>
            </a:r>
          </a:p>
        </p:txBody>
      </p:sp>
      <p:sp>
        <p:nvSpPr>
          <p:cNvPr id="5" name="E">
            <a:extLst>
              <a:ext uri="{FF2B5EF4-FFF2-40B4-BE49-F238E27FC236}">
                <a16:creationId xmlns:a16="http://schemas.microsoft.com/office/drawing/2014/main" id="{8F144DB7-C0EF-39DA-5D65-1048329ECBF9}"/>
              </a:ext>
            </a:extLst>
          </p:cNvPr>
          <p:cNvSpPr/>
          <p:nvPr/>
        </p:nvSpPr>
        <p:spPr>
          <a:xfrm>
            <a:off x="8130215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A">
            <a:extLst>
              <a:ext uri="{FF2B5EF4-FFF2-40B4-BE49-F238E27FC236}">
                <a16:creationId xmlns:a16="http://schemas.microsoft.com/office/drawing/2014/main" id="{26F3F801-2156-F5D5-1F4A-313BB69A4AAB}"/>
              </a:ext>
            </a:extLst>
          </p:cNvPr>
          <p:cNvSpPr/>
          <p:nvPr/>
        </p:nvSpPr>
        <p:spPr>
          <a:xfrm>
            <a:off x="8130215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H">
            <a:extLst>
              <a:ext uri="{FF2B5EF4-FFF2-40B4-BE49-F238E27FC236}">
                <a16:creationId xmlns:a16="http://schemas.microsoft.com/office/drawing/2014/main" id="{8402561D-2D67-7A6A-7EE8-FFC64C26BEB1}"/>
              </a:ext>
            </a:extLst>
          </p:cNvPr>
          <p:cNvSpPr/>
          <p:nvPr/>
        </p:nvSpPr>
        <p:spPr>
          <a:xfrm>
            <a:off x="9353011" y="332488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H</a:t>
            </a:r>
          </a:p>
        </p:txBody>
      </p:sp>
      <p:cxnSp>
        <p:nvCxnSpPr>
          <p:cNvPr id="9" name="BE">
            <a:extLst>
              <a:ext uri="{FF2B5EF4-FFF2-40B4-BE49-F238E27FC236}">
                <a16:creationId xmlns:a16="http://schemas.microsoft.com/office/drawing/2014/main" id="{ACBB51FC-1DED-C19A-F035-BEE2EDF0E7CA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>
            <a:off x="7323879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F">
            <a:extLst>
              <a:ext uri="{FF2B5EF4-FFF2-40B4-BE49-F238E27FC236}">
                <a16:creationId xmlns:a16="http://schemas.microsoft.com/office/drawing/2014/main" id="{9F2F13B2-838E-EE77-96F9-D1977F68C527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323879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C">
            <a:extLst>
              <a:ext uri="{FF2B5EF4-FFF2-40B4-BE49-F238E27FC236}">
                <a16:creationId xmlns:a16="http://schemas.microsoft.com/office/drawing/2014/main" id="{EF0D67A3-4DDC-A12D-BEC2-4BE4083B74E0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7115649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FJ">
            <a:extLst>
              <a:ext uri="{FF2B5EF4-FFF2-40B4-BE49-F238E27FC236}">
                <a16:creationId xmlns:a16="http://schemas.microsoft.com/office/drawing/2014/main" id="{C860EB45-690C-5B45-7B38-DADB9CB1F451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8546675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HJ">
            <a:extLst>
              <a:ext uri="{FF2B5EF4-FFF2-40B4-BE49-F238E27FC236}">
                <a16:creationId xmlns:a16="http://schemas.microsoft.com/office/drawing/2014/main" id="{19241F58-6969-3265-0582-E62AB6AC3CCF}"/>
              </a:ext>
            </a:extLst>
          </p:cNvPr>
          <p:cNvCxnSpPr>
            <a:cxnSpLocks/>
            <a:stCxn id="7" idx="0"/>
            <a:endCxn id="29" idx="4"/>
          </p:cNvCxnSpPr>
          <p:nvPr/>
        </p:nvCxnSpPr>
        <p:spPr>
          <a:xfrm flipV="1">
            <a:off x="9561241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B">
            <a:extLst>
              <a:ext uri="{FF2B5EF4-FFF2-40B4-BE49-F238E27FC236}">
                <a16:creationId xmlns:a16="http://schemas.microsoft.com/office/drawing/2014/main" id="{DEBC296D-D362-F59C-77F1-783F76505F07}"/>
              </a:ext>
            </a:extLst>
          </p:cNvPr>
          <p:cNvSpPr/>
          <p:nvPr/>
        </p:nvSpPr>
        <p:spPr>
          <a:xfrm>
            <a:off x="6907419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C">
            <a:extLst>
              <a:ext uri="{FF2B5EF4-FFF2-40B4-BE49-F238E27FC236}">
                <a16:creationId xmlns:a16="http://schemas.microsoft.com/office/drawing/2014/main" id="{C82C54B4-A2E4-5B7B-6D00-ACD1D0A73546}"/>
              </a:ext>
            </a:extLst>
          </p:cNvPr>
          <p:cNvSpPr/>
          <p:nvPr/>
        </p:nvSpPr>
        <p:spPr>
          <a:xfrm>
            <a:off x="6907419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9" name="D">
            <a:extLst>
              <a:ext uri="{FF2B5EF4-FFF2-40B4-BE49-F238E27FC236}">
                <a16:creationId xmlns:a16="http://schemas.microsoft.com/office/drawing/2014/main" id="{8E442837-C3F2-9E68-0665-A9A3D7D62DDB}"/>
              </a:ext>
            </a:extLst>
          </p:cNvPr>
          <p:cNvSpPr/>
          <p:nvPr/>
        </p:nvSpPr>
        <p:spPr>
          <a:xfrm>
            <a:off x="6907419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0" name="F">
            <a:extLst>
              <a:ext uri="{FF2B5EF4-FFF2-40B4-BE49-F238E27FC236}">
                <a16:creationId xmlns:a16="http://schemas.microsoft.com/office/drawing/2014/main" id="{F7E1E9F5-281E-BC5A-D134-56294E4255A1}"/>
              </a:ext>
            </a:extLst>
          </p:cNvPr>
          <p:cNvSpPr/>
          <p:nvPr/>
        </p:nvSpPr>
        <p:spPr>
          <a:xfrm>
            <a:off x="8130215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9" name="G">
            <a:extLst>
              <a:ext uri="{FF2B5EF4-FFF2-40B4-BE49-F238E27FC236}">
                <a16:creationId xmlns:a16="http://schemas.microsoft.com/office/drawing/2014/main" id="{A2931683-7DDB-D7A1-54AF-877E083DADF8}"/>
              </a:ext>
            </a:extLst>
          </p:cNvPr>
          <p:cNvSpPr/>
          <p:nvPr/>
        </p:nvSpPr>
        <p:spPr>
          <a:xfrm>
            <a:off x="9353011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0" name="J">
            <a:extLst>
              <a:ext uri="{FF2B5EF4-FFF2-40B4-BE49-F238E27FC236}">
                <a16:creationId xmlns:a16="http://schemas.microsoft.com/office/drawing/2014/main" id="{57C72D9B-050C-A674-98A3-4AF597CC0930}"/>
              </a:ext>
            </a:extLst>
          </p:cNvPr>
          <p:cNvSpPr/>
          <p:nvPr/>
        </p:nvSpPr>
        <p:spPr>
          <a:xfrm>
            <a:off x="9353011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J</a:t>
            </a:r>
          </a:p>
        </p:txBody>
      </p:sp>
      <p:cxnSp>
        <p:nvCxnSpPr>
          <p:cNvPr id="33" name="FG">
            <a:extLst>
              <a:ext uri="{FF2B5EF4-FFF2-40B4-BE49-F238E27FC236}">
                <a16:creationId xmlns:a16="http://schemas.microsoft.com/office/drawing/2014/main" id="{B42D3956-58A7-B064-B560-7DE919CD3FE4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8338445" y="3741345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GK">
            <a:extLst>
              <a:ext uri="{FF2B5EF4-FFF2-40B4-BE49-F238E27FC236}">
                <a16:creationId xmlns:a16="http://schemas.microsoft.com/office/drawing/2014/main" id="{FB4AECCA-C734-1E6D-71CB-8B5585F3801B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>
            <a:off x="8546675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DG">
            <a:extLst>
              <a:ext uri="{FF2B5EF4-FFF2-40B4-BE49-F238E27FC236}">
                <a16:creationId xmlns:a16="http://schemas.microsoft.com/office/drawing/2014/main" id="{9296CDA9-992D-025C-F73F-76B2267F0E58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7323879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F">
            <a:extLst>
              <a:ext uri="{FF2B5EF4-FFF2-40B4-BE49-F238E27FC236}">
                <a16:creationId xmlns:a16="http://schemas.microsoft.com/office/drawing/2014/main" id="{A1508B6F-97EE-95A1-FB49-F02A9CA871F0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8546675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Connector 15">
            <a:extLst>
              <a:ext uri="{FF2B5EF4-FFF2-40B4-BE49-F238E27FC236}">
                <a16:creationId xmlns:a16="http://schemas.microsoft.com/office/drawing/2014/main" id="{2C8FF0AB-F7A7-00FE-9BC1-7609BA7D837E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D712527C-2100-BAD8-899E-CD46150CB245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22">
            <a:extLst>
              <a:ext uri="{FF2B5EF4-FFF2-40B4-BE49-F238E27FC236}">
                <a16:creationId xmlns:a16="http://schemas.microsoft.com/office/drawing/2014/main" id="{1F269193-B3A7-BCD7-6DDB-7090A245E9BC}"/>
              </a:ext>
            </a:extLst>
          </p:cNvPr>
          <p:cNvSpPr txBox="1"/>
          <p:nvPr/>
        </p:nvSpPr>
        <p:spPr>
          <a:xfrm>
            <a:off x="7838736" y="613536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Queue</a:t>
            </a:r>
          </a:p>
        </p:txBody>
      </p:sp>
      <p:sp>
        <p:nvSpPr>
          <p:cNvPr id="40" name="TextBox 81">
            <a:extLst>
              <a:ext uri="{FF2B5EF4-FFF2-40B4-BE49-F238E27FC236}">
                <a16:creationId xmlns:a16="http://schemas.microsoft.com/office/drawing/2014/main" id="{37027CA3-ECB3-5997-E04C-E28BB40034C0}"/>
              </a:ext>
            </a:extLst>
          </p:cNvPr>
          <p:cNvSpPr txBox="1"/>
          <p:nvPr/>
        </p:nvSpPr>
        <p:spPr>
          <a:xfrm>
            <a:off x="640079" y="323290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queue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2" name="qB">
            <a:extLst>
              <a:ext uri="{FF2B5EF4-FFF2-40B4-BE49-F238E27FC236}">
                <a16:creationId xmlns:a16="http://schemas.microsoft.com/office/drawing/2014/main" id="{CADCC950-512C-9D53-717C-F226CB22038F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5" name="qG">
            <a:extLst>
              <a:ext uri="{FF2B5EF4-FFF2-40B4-BE49-F238E27FC236}">
                <a16:creationId xmlns:a16="http://schemas.microsoft.com/office/drawing/2014/main" id="{B11D203B-7914-4790-CB37-5C8CDF346066}"/>
              </a:ext>
            </a:extLst>
          </p:cNvPr>
          <p:cNvSpPr/>
          <p:nvPr/>
        </p:nvSpPr>
        <p:spPr>
          <a:xfrm>
            <a:off x="12300672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66" name="qE">
            <a:extLst>
              <a:ext uri="{FF2B5EF4-FFF2-40B4-BE49-F238E27FC236}">
                <a16:creationId xmlns:a16="http://schemas.microsoft.com/office/drawing/2014/main" id="{B6B6492F-D6CF-07FE-4270-5D387A7440DB}"/>
              </a:ext>
            </a:extLst>
          </p:cNvPr>
          <p:cNvSpPr/>
          <p:nvPr/>
        </p:nvSpPr>
        <p:spPr>
          <a:xfrm>
            <a:off x="1280593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7" name="qE">
            <a:extLst>
              <a:ext uri="{FF2B5EF4-FFF2-40B4-BE49-F238E27FC236}">
                <a16:creationId xmlns:a16="http://schemas.microsoft.com/office/drawing/2014/main" id="{B2B5A561-2BA0-086A-DE0A-9F9F12B02A33}"/>
              </a:ext>
            </a:extLst>
          </p:cNvPr>
          <p:cNvSpPr/>
          <p:nvPr/>
        </p:nvSpPr>
        <p:spPr>
          <a:xfrm>
            <a:off x="1331118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1" name="qH">
            <a:extLst>
              <a:ext uri="{FF2B5EF4-FFF2-40B4-BE49-F238E27FC236}">
                <a16:creationId xmlns:a16="http://schemas.microsoft.com/office/drawing/2014/main" id="{E66215B6-18AF-CB36-E2F3-C079B91A5D56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63" name="qD">
            <a:extLst>
              <a:ext uri="{FF2B5EF4-FFF2-40B4-BE49-F238E27FC236}">
                <a16:creationId xmlns:a16="http://schemas.microsoft.com/office/drawing/2014/main" id="{8663A1F2-8CB1-093B-9B91-8D63344C9C23}"/>
              </a:ext>
            </a:extLst>
          </p:cNvPr>
          <p:cNvSpPr/>
          <p:nvPr/>
        </p:nvSpPr>
        <p:spPr>
          <a:xfrm>
            <a:off x="7735358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64" name="qJ">
            <a:extLst>
              <a:ext uri="{FF2B5EF4-FFF2-40B4-BE49-F238E27FC236}">
                <a16:creationId xmlns:a16="http://schemas.microsoft.com/office/drawing/2014/main" id="{08432D6A-98CF-B444-9953-A49A8DCD5F9B}"/>
              </a:ext>
            </a:extLst>
          </p:cNvPr>
          <p:cNvSpPr/>
          <p:nvPr/>
        </p:nvSpPr>
        <p:spPr>
          <a:xfrm>
            <a:off x="8130216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50" name="current" hidden="1">
            <a:extLst>
              <a:ext uri="{FF2B5EF4-FFF2-40B4-BE49-F238E27FC236}">
                <a16:creationId xmlns:a16="http://schemas.microsoft.com/office/drawing/2014/main" id="{EEF83483-0992-2114-6B6C-333793D777E1}"/>
              </a:ext>
            </a:extLst>
          </p:cNvPr>
          <p:cNvSpPr/>
          <p:nvPr/>
        </p:nvSpPr>
        <p:spPr>
          <a:xfrm>
            <a:off x="6433318" y="5705084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52" name="Group 190">
            <a:extLst>
              <a:ext uri="{FF2B5EF4-FFF2-40B4-BE49-F238E27FC236}">
                <a16:creationId xmlns:a16="http://schemas.microsoft.com/office/drawing/2014/main" id="{21823AE1-67F5-34E1-ADD0-27B8F292F442}"/>
              </a:ext>
            </a:extLst>
          </p:cNvPr>
          <p:cNvGrpSpPr/>
          <p:nvPr/>
        </p:nvGrpSpPr>
        <p:grpSpPr>
          <a:xfrm>
            <a:off x="10329779" y="2712217"/>
            <a:ext cx="1401987" cy="369332"/>
            <a:chOff x="7654390" y="4033438"/>
            <a:chExt cx="1401987" cy="369332"/>
          </a:xfrm>
        </p:grpSpPr>
        <p:sp>
          <p:nvSpPr>
            <p:cNvPr id="53" name="A">
              <a:extLst>
                <a:ext uri="{FF2B5EF4-FFF2-40B4-BE49-F238E27FC236}">
                  <a16:creationId xmlns:a16="http://schemas.microsoft.com/office/drawing/2014/main" id="{50BD5BBD-8DF9-65F5-38F6-2B3C1922AA55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1E997B3-D509-1014-92B5-59A78CF63F67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661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-0.04206 7.40741E-7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5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-0.03243 7.40741E-7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2" y="-2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0.03242 -3.33333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4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59259E-6 L -0.03229 2.59259E-6 " pathEditMode="relative" rAng="0" ptsTypes="AA">
                                      <p:cBhvr>
                                        <p:cTn id="13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34206 2.59259E-6 " pathEditMode="relative" rAng="0" ptsTypes="AA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5C8A2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8" grpId="0" animBg="1"/>
      <p:bldP spid="128" grpId="0" animBg="1"/>
      <p:bldP spid="129" grpId="0" animBg="1"/>
      <p:bldP spid="130" grpId="0" animBg="1"/>
      <p:bldP spid="167" grpId="0" animBg="1"/>
      <p:bldP spid="62" grpId="0" animBg="1"/>
      <p:bldP spid="65" grpId="0" animBg="1"/>
      <p:bldP spid="61" grpId="0" animBg="1"/>
      <p:bldP spid="61" grpId="1" animBg="1"/>
      <p:bldP spid="63" grpId="0" animBg="1"/>
      <p:bldP spid="64" grpId="0" animBg="1"/>
      <p:bldP spid="5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D542E-63D1-32C4-51B0-B0701BF1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Left Arrow 181">
            <a:extLst>
              <a:ext uri="{FF2B5EF4-FFF2-40B4-BE49-F238E27FC236}">
                <a16:creationId xmlns:a16="http://schemas.microsoft.com/office/drawing/2014/main" id="{6D4ABCB9-41AC-ACCF-E7B1-ECFA948807A9}"/>
              </a:ext>
            </a:extLst>
          </p:cNvPr>
          <p:cNvSpPr/>
          <p:nvPr/>
        </p:nvSpPr>
        <p:spPr>
          <a:xfrm>
            <a:off x="6619875" y="6061341"/>
            <a:ext cx="2941366" cy="517382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3" name="q0" hidden="1">
            <a:extLst>
              <a:ext uri="{FF2B5EF4-FFF2-40B4-BE49-F238E27FC236}">
                <a16:creationId xmlns:a16="http://schemas.microsoft.com/office/drawing/2014/main" id="{ED4B6E74-0D8B-3BE8-C08F-7A67534F97F6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8" name="q1" hidden="1">
            <a:extLst>
              <a:ext uri="{FF2B5EF4-FFF2-40B4-BE49-F238E27FC236}">
                <a16:creationId xmlns:a16="http://schemas.microsoft.com/office/drawing/2014/main" id="{94262CD5-9BC2-5EFE-7867-54375F4F023D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8" name="q2" hidden="1">
            <a:extLst>
              <a:ext uri="{FF2B5EF4-FFF2-40B4-BE49-F238E27FC236}">
                <a16:creationId xmlns:a16="http://schemas.microsoft.com/office/drawing/2014/main" id="{8ABAF8EF-B4FE-F45A-E090-E14A0698A2DF}"/>
              </a:ext>
            </a:extLst>
          </p:cNvPr>
          <p:cNvSpPr/>
          <p:nvPr/>
        </p:nvSpPr>
        <p:spPr>
          <a:xfrm>
            <a:off x="773536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9" name="q3" hidden="1">
            <a:extLst>
              <a:ext uri="{FF2B5EF4-FFF2-40B4-BE49-F238E27FC236}">
                <a16:creationId xmlns:a16="http://schemas.microsoft.com/office/drawing/2014/main" id="{7BE9D9DB-0011-A0F1-8EED-B2B18FA2B301}"/>
              </a:ext>
            </a:extLst>
          </p:cNvPr>
          <p:cNvSpPr/>
          <p:nvPr/>
        </p:nvSpPr>
        <p:spPr>
          <a:xfrm>
            <a:off x="8130216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0" name="q4" hidden="1">
            <a:extLst>
              <a:ext uri="{FF2B5EF4-FFF2-40B4-BE49-F238E27FC236}">
                <a16:creationId xmlns:a16="http://schemas.microsoft.com/office/drawing/2014/main" id="{F3B7766B-4536-1DE8-5AD0-3F8E3F81FB62}"/>
              </a:ext>
            </a:extLst>
          </p:cNvPr>
          <p:cNvSpPr/>
          <p:nvPr/>
        </p:nvSpPr>
        <p:spPr>
          <a:xfrm>
            <a:off x="8525068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7" name="q5" hidden="1">
            <a:extLst>
              <a:ext uri="{FF2B5EF4-FFF2-40B4-BE49-F238E27FC236}">
                <a16:creationId xmlns:a16="http://schemas.microsoft.com/office/drawing/2014/main" id="{5A4EACB8-8515-444F-3781-CB1CF024222A}"/>
              </a:ext>
            </a:extLst>
          </p:cNvPr>
          <p:cNvSpPr/>
          <p:nvPr/>
        </p:nvSpPr>
        <p:spPr>
          <a:xfrm>
            <a:off x="8919923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4416F-AB5F-C998-2CCC-F7320CF7D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-first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51BC1-DE69-0334-E2D4-F1FDFAB2D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02998" cy="3566160"/>
          </a:xfrm>
        </p:spPr>
        <p:txBody>
          <a:bodyPr>
            <a:normAutofit/>
          </a:bodyPr>
          <a:lstStyle/>
          <a:p>
            <a:r>
              <a:rPr lang="nl-NL" dirty="0"/>
              <a:t>BFS</a:t>
            </a:r>
          </a:p>
        </p:txBody>
      </p:sp>
      <p:sp>
        <p:nvSpPr>
          <p:cNvPr id="5" name="E">
            <a:extLst>
              <a:ext uri="{FF2B5EF4-FFF2-40B4-BE49-F238E27FC236}">
                <a16:creationId xmlns:a16="http://schemas.microsoft.com/office/drawing/2014/main" id="{2E94F668-60CB-EA2E-53B4-A9D435154276}"/>
              </a:ext>
            </a:extLst>
          </p:cNvPr>
          <p:cNvSpPr/>
          <p:nvPr/>
        </p:nvSpPr>
        <p:spPr>
          <a:xfrm>
            <a:off x="8130215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A">
            <a:extLst>
              <a:ext uri="{FF2B5EF4-FFF2-40B4-BE49-F238E27FC236}">
                <a16:creationId xmlns:a16="http://schemas.microsoft.com/office/drawing/2014/main" id="{87B0460B-3695-B379-658A-C1F965358558}"/>
              </a:ext>
            </a:extLst>
          </p:cNvPr>
          <p:cNvSpPr/>
          <p:nvPr/>
        </p:nvSpPr>
        <p:spPr>
          <a:xfrm>
            <a:off x="8130215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H">
            <a:extLst>
              <a:ext uri="{FF2B5EF4-FFF2-40B4-BE49-F238E27FC236}">
                <a16:creationId xmlns:a16="http://schemas.microsoft.com/office/drawing/2014/main" id="{4F09FE0C-EBB7-B2C2-9DD7-FE2D42D88731}"/>
              </a:ext>
            </a:extLst>
          </p:cNvPr>
          <p:cNvSpPr/>
          <p:nvPr/>
        </p:nvSpPr>
        <p:spPr>
          <a:xfrm>
            <a:off x="9353011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H</a:t>
            </a:r>
          </a:p>
        </p:txBody>
      </p:sp>
      <p:cxnSp>
        <p:nvCxnSpPr>
          <p:cNvPr id="9" name="BE">
            <a:extLst>
              <a:ext uri="{FF2B5EF4-FFF2-40B4-BE49-F238E27FC236}">
                <a16:creationId xmlns:a16="http://schemas.microsoft.com/office/drawing/2014/main" id="{D2A9FC3E-2CCB-5B9E-DD07-58A4ABDEEB98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>
            <a:off x="7323879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F">
            <a:extLst>
              <a:ext uri="{FF2B5EF4-FFF2-40B4-BE49-F238E27FC236}">
                <a16:creationId xmlns:a16="http://schemas.microsoft.com/office/drawing/2014/main" id="{F345CFF5-8363-8E1E-1359-BD832286DF18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323879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C">
            <a:extLst>
              <a:ext uri="{FF2B5EF4-FFF2-40B4-BE49-F238E27FC236}">
                <a16:creationId xmlns:a16="http://schemas.microsoft.com/office/drawing/2014/main" id="{2225A018-6B38-4483-C3AE-B3C6DA45AE0C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7115649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FJ">
            <a:extLst>
              <a:ext uri="{FF2B5EF4-FFF2-40B4-BE49-F238E27FC236}">
                <a16:creationId xmlns:a16="http://schemas.microsoft.com/office/drawing/2014/main" id="{915D3AAD-2E09-1965-972A-D3D0FF87FC69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8546675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HJ">
            <a:extLst>
              <a:ext uri="{FF2B5EF4-FFF2-40B4-BE49-F238E27FC236}">
                <a16:creationId xmlns:a16="http://schemas.microsoft.com/office/drawing/2014/main" id="{04D5561E-5D8B-A851-E2CE-4D424D4C3634}"/>
              </a:ext>
            </a:extLst>
          </p:cNvPr>
          <p:cNvCxnSpPr>
            <a:cxnSpLocks/>
            <a:stCxn id="7" idx="0"/>
            <a:endCxn id="29" idx="4"/>
          </p:cNvCxnSpPr>
          <p:nvPr/>
        </p:nvCxnSpPr>
        <p:spPr>
          <a:xfrm flipV="1">
            <a:off x="9561241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B">
            <a:extLst>
              <a:ext uri="{FF2B5EF4-FFF2-40B4-BE49-F238E27FC236}">
                <a16:creationId xmlns:a16="http://schemas.microsoft.com/office/drawing/2014/main" id="{1E785CD6-F5EC-9481-CD1F-3B94BB1662EE}"/>
              </a:ext>
            </a:extLst>
          </p:cNvPr>
          <p:cNvSpPr/>
          <p:nvPr/>
        </p:nvSpPr>
        <p:spPr>
          <a:xfrm>
            <a:off x="6907419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C">
            <a:extLst>
              <a:ext uri="{FF2B5EF4-FFF2-40B4-BE49-F238E27FC236}">
                <a16:creationId xmlns:a16="http://schemas.microsoft.com/office/drawing/2014/main" id="{DE1A9656-65B7-CB7E-C276-A790610ACB42}"/>
              </a:ext>
            </a:extLst>
          </p:cNvPr>
          <p:cNvSpPr/>
          <p:nvPr/>
        </p:nvSpPr>
        <p:spPr>
          <a:xfrm>
            <a:off x="6907419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9" name="D">
            <a:extLst>
              <a:ext uri="{FF2B5EF4-FFF2-40B4-BE49-F238E27FC236}">
                <a16:creationId xmlns:a16="http://schemas.microsoft.com/office/drawing/2014/main" id="{AADA6CF8-8CFB-5141-FD64-0CC050A648C3}"/>
              </a:ext>
            </a:extLst>
          </p:cNvPr>
          <p:cNvSpPr/>
          <p:nvPr/>
        </p:nvSpPr>
        <p:spPr>
          <a:xfrm>
            <a:off x="6907419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0" name="F">
            <a:extLst>
              <a:ext uri="{FF2B5EF4-FFF2-40B4-BE49-F238E27FC236}">
                <a16:creationId xmlns:a16="http://schemas.microsoft.com/office/drawing/2014/main" id="{462DD179-023C-6FF7-E6C0-ED041803370E}"/>
              </a:ext>
            </a:extLst>
          </p:cNvPr>
          <p:cNvSpPr/>
          <p:nvPr/>
        </p:nvSpPr>
        <p:spPr>
          <a:xfrm>
            <a:off x="8130215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9" name="G">
            <a:extLst>
              <a:ext uri="{FF2B5EF4-FFF2-40B4-BE49-F238E27FC236}">
                <a16:creationId xmlns:a16="http://schemas.microsoft.com/office/drawing/2014/main" id="{14D603CC-4541-84EB-28E5-4553D8448A71}"/>
              </a:ext>
            </a:extLst>
          </p:cNvPr>
          <p:cNvSpPr/>
          <p:nvPr/>
        </p:nvSpPr>
        <p:spPr>
          <a:xfrm>
            <a:off x="9353011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0" name="J">
            <a:extLst>
              <a:ext uri="{FF2B5EF4-FFF2-40B4-BE49-F238E27FC236}">
                <a16:creationId xmlns:a16="http://schemas.microsoft.com/office/drawing/2014/main" id="{DB8E5956-78CE-2BA6-042F-CF4D978135F8}"/>
              </a:ext>
            </a:extLst>
          </p:cNvPr>
          <p:cNvSpPr/>
          <p:nvPr/>
        </p:nvSpPr>
        <p:spPr>
          <a:xfrm>
            <a:off x="9353011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J</a:t>
            </a:r>
          </a:p>
        </p:txBody>
      </p:sp>
      <p:cxnSp>
        <p:nvCxnSpPr>
          <p:cNvPr id="33" name="FG">
            <a:extLst>
              <a:ext uri="{FF2B5EF4-FFF2-40B4-BE49-F238E27FC236}">
                <a16:creationId xmlns:a16="http://schemas.microsoft.com/office/drawing/2014/main" id="{5AA5794C-A1AF-2C54-965D-EACDC302ED5D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8338445" y="3741345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GK">
            <a:extLst>
              <a:ext uri="{FF2B5EF4-FFF2-40B4-BE49-F238E27FC236}">
                <a16:creationId xmlns:a16="http://schemas.microsoft.com/office/drawing/2014/main" id="{D50FA390-BF16-BF2C-ABCA-3FC267C54267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>
            <a:off x="8546675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DG">
            <a:extLst>
              <a:ext uri="{FF2B5EF4-FFF2-40B4-BE49-F238E27FC236}">
                <a16:creationId xmlns:a16="http://schemas.microsoft.com/office/drawing/2014/main" id="{988A39EA-F93D-FB13-045C-9626905C1176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7323879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F">
            <a:extLst>
              <a:ext uri="{FF2B5EF4-FFF2-40B4-BE49-F238E27FC236}">
                <a16:creationId xmlns:a16="http://schemas.microsoft.com/office/drawing/2014/main" id="{C3B11747-4EB5-5452-6064-1219EE65EA51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8546675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Connector 15">
            <a:extLst>
              <a:ext uri="{FF2B5EF4-FFF2-40B4-BE49-F238E27FC236}">
                <a16:creationId xmlns:a16="http://schemas.microsoft.com/office/drawing/2014/main" id="{E3B4CC5C-8EA0-F9F1-68B4-43702DB4B0B7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4CF01260-8CBB-F5CE-2E99-5C2AB6540641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22">
            <a:extLst>
              <a:ext uri="{FF2B5EF4-FFF2-40B4-BE49-F238E27FC236}">
                <a16:creationId xmlns:a16="http://schemas.microsoft.com/office/drawing/2014/main" id="{1E80A545-A2A5-68B3-C18F-7297F6184033}"/>
              </a:ext>
            </a:extLst>
          </p:cNvPr>
          <p:cNvSpPr txBox="1"/>
          <p:nvPr/>
        </p:nvSpPr>
        <p:spPr>
          <a:xfrm>
            <a:off x="7838736" y="613536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Queue</a:t>
            </a:r>
          </a:p>
        </p:txBody>
      </p:sp>
      <p:sp>
        <p:nvSpPr>
          <p:cNvPr id="40" name="TextBox 81">
            <a:extLst>
              <a:ext uri="{FF2B5EF4-FFF2-40B4-BE49-F238E27FC236}">
                <a16:creationId xmlns:a16="http://schemas.microsoft.com/office/drawing/2014/main" id="{3B1DA25B-0E16-B7B8-CE69-4634D1C54B55}"/>
              </a:ext>
            </a:extLst>
          </p:cNvPr>
          <p:cNvSpPr txBox="1"/>
          <p:nvPr/>
        </p:nvSpPr>
        <p:spPr>
          <a:xfrm>
            <a:off x="640079" y="323290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queue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2" name="qB">
            <a:extLst>
              <a:ext uri="{FF2B5EF4-FFF2-40B4-BE49-F238E27FC236}">
                <a16:creationId xmlns:a16="http://schemas.microsoft.com/office/drawing/2014/main" id="{40521999-B9FC-2147-1103-D1C3E40D9D07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66" name="qE">
            <a:extLst>
              <a:ext uri="{FF2B5EF4-FFF2-40B4-BE49-F238E27FC236}">
                <a16:creationId xmlns:a16="http://schemas.microsoft.com/office/drawing/2014/main" id="{4B1F8A06-04B2-D3E8-914B-F4E354309AAD}"/>
              </a:ext>
            </a:extLst>
          </p:cNvPr>
          <p:cNvSpPr/>
          <p:nvPr/>
        </p:nvSpPr>
        <p:spPr>
          <a:xfrm>
            <a:off x="12310630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7" name="qE">
            <a:extLst>
              <a:ext uri="{FF2B5EF4-FFF2-40B4-BE49-F238E27FC236}">
                <a16:creationId xmlns:a16="http://schemas.microsoft.com/office/drawing/2014/main" id="{A4D547B1-16C4-F81A-C0F1-3CBDE780EE12}"/>
              </a:ext>
            </a:extLst>
          </p:cNvPr>
          <p:cNvSpPr/>
          <p:nvPr/>
        </p:nvSpPr>
        <p:spPr>
          <a:xfrm>
            <a:off x="12815888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3" name="qD">
            <a:extLst>
              <a:ext uri="{FF2B5EF4-FFF2-40B4-BE49-F238E27FC236}">
                <a16:creationId xmlns:a16="http://schemas.microsoft.com/office/drawing/2014/main" id="{0DDDAD4C-E1AA-AB51-AD1F-9792FB992892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64" name="qJ">
            <a:extLst>
              <a:ext uri="{FF2B5EF4-FFF2-40B4-BE49-F238E27FC236}">
                <a16:creationId xmlns:a16="http://schemas.microsoft.com/office/drawing/2014/main" id="{398D2B33-66EC-283F-EBF4-86004C6399B3}"/>
              </a:ext>
            </a:extLst>
          </p:cNvPr>
          <p:cNvSpPr/>
          <p:nvPr/>
        </p:nvSpPr>
        <p:spPr>
          <a:xfrm>
            <a:off x="7735359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52" name="qG">
            <a:extLst>
              <a:ext uri="{FF2B5EF4-FFF2-40B4-BE49-F238E27FC236}">
                <a16:creationId xmlns:a16="http://schemas.microsoft.com/office/drawing/2014/main" id="{2D1CA3C7-1A3E-0F6C-A9CC-A0E0C1FA5B88}"/>
              </a:ext>
            </a:extLst>
          </p:cNvPr>
          <p:cNvSpPr/>
          <p:nvPr/>
        </p:nvSpPr>
        <p:spPr>
          <a:xfrm>
            <a:off x="8130216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59" name="current" hidden="1">
            <a:extLst>
              <a:ext uri="{FF2B5EF4-FFF2-40B4-BE49-F238E27FC236}">
                <a16:creationId xmlns:a16="http://schemas.microsoft.com/office/drawing/2014/main" id="{8AF1A485-9B20-0466-C1BC-0556B495A8E8}"/>
              </a:ext>
            </a:extLst>
          </p:cNvPr>
          <p:cNvSpPr/>
          <p:nvPr/>
        </p:nvSpPr>
        <p:spPr>
          <a:xfrm>
            <a:off x="6433318" y="5705084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68" name="Group 190">
            <a:extLst>
              <a:ext uri="{FF2B5EF4-FFF2-40B4-BE49-F238E27FC236}">
                <a16:creationId xmlns:a16="http://schemas.microsoft.com/office/drawing/2014/main" id="{970937B3-F49F-C594-BA5C-C2F1A06E1BE5}"/>
              </a:ext>
            </a:extLst>
          </p:cNvPr>
          <p:cNvGrpSpPr/>
          <p:nvPr/>
        </p:nvGrpSpPr>
        <p:grpSpPr>
          <a:xfrm>
            <a:off x="10329779" y="2712217"/>
            <a:ext cx="1401987" cy="369332"/>
            <a:chOff x="7654390" y="4033438"/>
            <a:chExt cx="1401987" cy="369332"/>
          </a:xfrm>
        </p:grpSpPr>
        <p:sp>
          <p:nvSpPr>
            <p:cNvPr id="69" name="A">
              <a:extLst>
                <a:ext uri="{FF2B5EF4-FFF2-40B4-BE49-F238E27FC236}">
                  <a16:creationId xmlns:a16="http://schemas.microsoft.com/office/drawing/2014/main" id="{0A4671E5-0D5C-507A-374E-4CA17288800E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868E64-FBD7-6605-C390-7F2AF1419AFF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129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-0.04206 2.59259E-6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-0.03242 2.59259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0.03229 2.59259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5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59259E-6 L -0.03229 2.59259E-6 " pathEditMode="relative" rAng="0" ptsTypes="AA">
                                      <p:cBhvr>
                                        <p:cTn id="1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2.59259E-6 L -0.34297 2.59259E-6 " pathEditMode="relative" rAng="0" ptsTypes="AA">
                                      <p:cBhvr>
                                        <p:cTn id="27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5C8A2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8" grpId="0" animBg="1"/>
      <p:bldP spid="128" grpId="0" animBg="1"/>
      <p:bldP spid="129" grpId="0" animBg="1"/>
      <p:bldP spid="130" grpId="0" animBg="1"/>
      <p:bldP spid="167" grpId="0" animBg="1"/>
      <p:bldP spid="62" grpId="0" animBg="1"/>
      <p:bldP spid="62" grpId="1" animBg="1"/>
      <p:bldP spid="66" grpId="0" animBg="1"/>
      <p:bldP spid="63" grpId="0" animBg="1"/>
      <p:bldP spid="64" grpId="0" animBg="1"/>
      <p:bldP spid="52" grpId="0" animBg="1"/>
      <p:bldP spid="5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9891-1584-F512-8F95-2822F186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Left Arrow 181">
            <a:extLst>
              <a:ext uri="{FF2B5EF4-FFF2-40B4-BE49-F238E27FC236}">
                <a16:creationId xmlns:a16="http://schemas.microsoft.com/office/drawing/2014/main" id="{8DCA040C-1648-8D64-FE87-DB1D2491FEC8}"/>
              </a:ext>
            </a:extLst>
          </p:cNvPr>
          <p:cNvSpPr/>
          <p:nvPr/>
        </p:nvSpPr>
        <p:spPr>
          <a:xfrm>
            <a:off x="6619875" y="6061341"/>
            <a:ext cx="2941366" cy="517382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3" name="q0" hidden="1">
            <a:extLst>
              <a:ext uri="{FF2B5EF4-FFF2-40B4-BE49-F238E27FC236}">
                <a16:creationId xmlns:a16="http://schemas.microsoft.com/office/drawing/2014/main" id="{EF982742-B4A8-E9BF-B76E-CE860A229FBA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8" name="q1" hidden="1">
            <a:extLst>
              <a:ext uri="{FF2B5EF4-FFF2-40B4-BE49-F238E27FC236}">
                <a16:creationId xmlns:a16="http://schemas.microsoft.com/office/drawing/2014/main" id="{80CE543A-AB02-68B8-54B9-DC413E253EF8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8" name="q2" hidden="1">
            <a:extLst>
              <a:ext uri="{FF2B5EF4-FFF2-40B4-BE49-F238E27FC236}">
                <a16:creationId xmlns:a16="http://schemas.microsoft.com/office/drawing/2014/main" id="{64EEC1B7-68DD-9385-AF19-46910C215D81}"/>
              </a:ext>
            </a:extLst>
          </p:cNvPr>
          <p:cNvSpPr/>
          <p:nvPr/>
        </p:nvSpPr>
        <p:spPr>
          <a:xfrm>
            <a:off x="773536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9" name="q3" hidden="1">
            <a:extLst>
              <a:ext uri="{FF2B5EF4-FFF2-40B4-BE49-F238E27FC236}">
                <a16:creationId xmlns:a16="http://schemas.microsoft.com/office/drawing/2014/main" id="{4B93A44C-C3D9-284F-E68F-264469B5F3E6}"/>
              </a:ext>
            </a:extLst>
          </p:cNvPr>
          <p:cNvSpPr/>
          <p:nvPr/>
        </p:nvSpPr>
        <p:spPr>
          <a:xfrm>
            <a:off x="8130216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0" name="q4" hidden="1">
            <a:extLst>
              <a:ext uri="{FF2B5EF4-FFF2-40B4-BE49-F238E27FC236}">
                <a16:creationId xmlns:a16="http://schemas.microsoft.com/office/drawing/2014/main" id="{BC81F5BA-C159-1024-E318-2C972ABE9F44}"/>
              </a:ext>
            </a:extLst>
          </p:cNvPr>
          <p:cNvSpPr/>
          <p:nvPr/>
        </p:nvSpPr>
        <p:spPr>
          <a:xfrm>
            <a:off x="8525068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7" name="q5" hidden="1">
            <a:extLst>
              <a:ext uri="{FF2B5EF4-FFF2-40B4-BE49-F238E27FC236}">
                <a16:creationId xmlns:a16="http://schemas.microsoft.com/office/drawing/2014/main" id="{A3FB5CD3-B432-4562-6023-2CF6CF5CF24D}"/>
              </a:ext>
            </a:extLst>
          </p:cNvPr>
          <p:cNvSpPr/>
          <p:nvPr/>
        </p:nvSpPr>
        <p:spPr>
          <a:xfrm>
            <a:off x="8919923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8000D-EF28-B855-84F0-14FE3BF6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-first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23A7E-3C54-10E1-4504-801CA4D09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02998" cy="3566160"/>
          </a:xfrm>
        </p:spPr>
        <p:txBody>
          <a:bodyPr>
            <a:normAutofit/>
          </a:bodyPr>
          <a:lstStyle/>
          <a:p>
            <a:r>
              <a:rPr lang="nl-NL" dirty="0"/>
              <a:t>BFS</a:t>
            </a:r>
          </a:p>
        </p:txBody>
      </p:sp>
      <p:sp>
        <p:nvSpPr>
          <p:cNvPr id="5" name="E">
            <a:extLst>
              <a:ext uri="{FF2B5EF4-FFF2-40B4-BE49-F238E27FC236}">
                <a16:creationId xmlns:a16="http://schemas.microsoft.com/office/drawing/2014/main" id="{BB3E8A6F-2A8A-525A-2E3F-EA5BE5BE75A0}"/>
              </a:ext>
            </a:extLst>
          </p:cNvPr>
          <p:cNvSpPr/>
          <p:nvPr/>
        </p:nvSpPr>
        <p:spPr>
          <a:xfrm>
            <a:off x="8130215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A">
            <a:extLst>
              <a:ext uri="{FF2B5EF4-FFF2-40B4-BE49-F238E27FC236}">
                <a16:creationId xmlns:a16="http://schemas.microsoft.com/office/drawing/2014/main" id="{705DCDD6-F690-8BC6-5BF8-75E096D074F9}"/>
              </a:ext>
            </a:extLst>
          </p:cNvPr>
          <p:cNvSpPr/>
          <p:nvPr/>
        </p:nvSpPr>
        <p:spPr>
          <a:xfrm>
            <a:off x="8130215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H">
            <a:extLst>
              <a:ext uri="{FF2B5EF4-FFF2-40B4-BE49-F238E27FC236}">
                <a16:creationId xmlns:a16="http://schemas.microsoft.com/office/drawing/2014/main" id="{001ED3A0-82F2-EEB4-CF26-376D863C065D}"/>
              </a:ext>
            </a:extLst>
          </p:cNvPr>
          <p:cNvSpPr/>
          <p:nvPr/>
        </p:nvSpPr>
        <p:spPr>
          <a:xfrm>
            <a:off x="9353011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H</a:t>
            </a:r>
          </a:p>
        </p:txBody>
      </p:sp>
      <p:cxnSp>
        <p:nvCxnSpPr>
          <p:cNvPr id="9" name="BE">
            <a:extLst>
              <a:ext uri="{FF2B5EF4-FFF2-40B4-BE49-F238E27FC236}">
                <a16:creationId xmlns:a16="http://schemas.microsoft.com/office/drawing/2014/main" id="{489A132D-5EB1-0556-4B31-EA70EC7BC314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>
            <a:off x="7323879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F">
            <a:extLst>
              <a:ext uri="{FF2B5EF4-FFF2-40B4-BE49-F238E27FC236}">
                <a16:creationId xmlns:a16="http://schemas.microsoft.com/office/drawing/2014/main" id="{4F864138-E2B3-A0D5-0271-1A10909FACF5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323879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C">
            <a:extLst>
              <a:ext uri="{FF2B5EF4-FFF2-40B4-BE49-F238E27FC236}">
                <a16:creationId xmlns:a16="http://schemas.microsoft.com/office/drawing/2014/main" id="{B820AFA6-D0DD-8316-E94A-D1DD0897CF5C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7115649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FJ">
            <a:extLst>
              <a:ext uri="{FF2B5EF4-FFF2-40B4-BE49-F238E27FC236}">
                <a16:creationId xmlns:a16="http://schemas.microsoft.com/office/drawing/2014/main" id="{29AF7EAC-7B48-9E76-F090-E15B0B3F3C00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8546675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HJ">
            <a:extLst>
              <a:ext uri="{FF2B5EF4-FFF2-40B4-BE49-F238E27FC236}">
                <a16:creationId xmlns:a16="http://schemas.microsoft.com/office/drawing/2014/main" id="{2B2A6467-3CC0-7FA1-AA05-3E649111D75C}"/>
              </a:ext>
            </a:extLst>
          </p:cNvPr>
          <p:cNvCxnSpPr>
            <a:cxnSpLocks/>
            <a:stCxn id="7" idx="0"/>
            <a:endCxn id="29" idx="4"/>
          </p:cNvCxnSpPr>
          <p:nvPr/>
        </p:nvCxnSpPr>
        <p:spPr>
          <a:xfrm flipV="1">
            <a:off x="9561241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B">
            <a:extLst>
              <a:ext uri="{FF2B5EF4-FFF2-40B4-BE49-F238E27FC236}">
                <a16:creationId xmlns:a16="http://schemas.microsoft.com/office/drawing/2014/main" id="{954E336E-1D0A-433F-397B-3DF6F863673C}"/>
              </a:ext>
            </a:extLst>
          </p:cNvPr>
          <p:cNvSpPr/>
          <p:nvPr/>
        </p:nvSpPr>
        <p:spPr>
          <a:xfrm>
            <a:off x="6907419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C">
            <a:extLst>
              <a:ext uri="{FF2B5EF4-FFF2-40B4-BE49-F238E27FC236}">
                <a16:creationId xmlns:a16="http://schemas.microsoft.com/office/drawing/2014/main" id="{9D9D1C22-F71B-106D-0701-6037092B907E}"/>
              </a:ext>
            </a:extLst>
          </p:cNvPr>
          <p:cNvSpPr/>
          <p:nvPr/>
        </p:nvSpPr>
        <p:spPr>
          <a:xfrm>
            <a:off x="6907419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9" name="D">
            <a:extLst>
              <a:ext uri="{FF2B5EF4-FFF2-40B4-BE49-F238E27FC236}">
                <a16:creationId xmlns:a16="http://schemas.microsoft.com/office/drawing/2014/main" id="{6687DCAD-7E32-0FC7-5E71-649776B18EAE}"/>
              </a:ext>
            </a:extLst>
          </p:cNvPr>
          <p:cNvSpPr/>
          <p:nvPr/>
        </p:nvSpPr>
        <p:spPr>
          <a:xfrm>
            <a:off x="6907419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0" name="F">
            <a:extLst>
              <a:ext uri="{FF2B5EF4-FFF2-40B4-BE49-F238E27FC236}">
                <a16:creationId xmlns:a16="http://schemas.microsoft.com/office/drawing/2014/main" id="{D41BFD45-F9AE-1524-F267-4C75DE72072C}"/>
              </a:ext>
            </a:extLst>
          </p:cNvPr>
          <p:cNvSpPr/>
          <p:nvPr/>
        </p:nvSpPr>
        <p:spPr>
          <a:xfrm>
            <a:off x="8130215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9" name="G">
            <a:extLst>
              <a:ext uri="{FF2B5EF4-FFF2-40B4-BE49-F238E27FC236}">
                <a16:creationId xmlns:a16="http://schemas.microsoft.com/office/drawing/2014/main" id="{44468981-7864-8F6D-4EBA-9B9905EF6C6F}"/>
              </a:ext>
            </a:extLst>
          </p:cNvPr>
          <p:cNvSpPr/>
          <p:nvPr/>
        </p:nvSpPr>
        <p:spPr>
          <a:xfrm>
            <a:off x="9353011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0" name="J">
            <a:extLst>
              <a:ext uri="{FF2B5EF4-FFF2-40B4-BE49-F238E27FC236}">
                <a16:creationId xmlns:a16="http://schemas.microsoft.com/office/drawing/2014/main" id="{21F78C94-3E9A-63B3-5DA7-438CB976C3EB}"/>
              </a:ext>
            </a:extLst>
          </p:cNvPr>
          <p:cNvSpPr/>
          <p:nvPr/>
        </p:nvSpPr>
        <p:spPr>
          <a:xfrm>
            <a:off x="9353011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J</a:t>
            </a:r>
          </a:p>
        </p:txBody>
      </p:sp>
      <p:cxnSp>
        <p:nvCxnSpPr>
          <p:cNvPr id="33" name="FG">
            <a:extLst>
              <a:ext uri="{FF2B5EF4-FFF2-40B4-BE49-F238E27FC236}">
                <a16:creationId xmlns:a16="http://schemas.microsoft.com/office/drawing/2014/main" id="{93BBADF5-C47A-92EF-1541-A43C82FB56DE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8338445" y="3741345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GK">
            <a:extLst>
              <a:ext uri="{FF2B5EF4-FFF2-40B4-BE49-F238E27FC236}">
                <a16:creationId xmlns:a16="http://schemas.microsoft.com/office/drawing/2014/main" id="{7A3577D5-7692-3BDC-321E-6BEF01376EA0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>
            <a:off x="8546675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DG">
            <a:extLst>
              <a:ext uri="{FF2B5EF4-FFF2-40B4-BE49-F238E27FC236}">
                <a16:creationId xmlns:a16="http://schemas.microsoft.com/office/drawing/2014/main" id="{9D133E91-653A-F346-7B2E-0F65EF7794D3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7323879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F">
            <a:extLst>
              <a:ext uri="{FF2B5EF4-FFF2-40B4-BE49-F238E27FC236}">
                <a16:creationId xmlns:a16="http://schemas.microsoft.com/office/drawing/2014/main" id="{91B882EC-F1BA-F84B-239B-28D53557D66D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8546675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Connector 15">
            <a:extLst>
              <a:ext uri="{FF2B5EF4-FFF2-40B4-BE49-F238E27FC236}">
                <a16:creationId xmlns:a16="http://schemas.microsoft.com/office/drawing/2014/main" id="{E41B7FFF-D81D-8F61-E517-D7E67228C803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A49A21F8-C98D-F116-2470-266F7042612E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22">
            <a:extLst>
              <a:ext uri="{FF2B5EF4-FFF2-40B4-BE49-F238E27FC236}">
                <a16:creationId xmlns:a16="http://schemas.microsoft.com/office/drawing/2014/main" id="{845AFA40-2CB3-30EA-B1BC-291E2A276848}"/>
              </a:ext>
            </a:extLst>
          </p:cNvPr>
          <p:cNvSpPr txBox="1"/>
          <p:nvPr/>
        </p:nvSpPr>
        <p:spPr>
          <a:xfrm>
            <a:off x="7838736" y="613536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Queue</a:t>
            </a:r>
          </a:p>
        </p:txBody>
      </p:sp>
      <p:sp>
        <p:nvSpPr>
          <p:cNvPr id="40" name="TextBox 81">
            <a:extLst>
              <a:ext uri="{FF2B5EF4-FFF2-40B4-BE49-F238E27FC236}">
                <a16:creationId xmlns:a16="http://schemas.microsoft.com/office/drawing/2014/main" id="{D78219F5-0D63-D965-7BD2-F3ABC1E3F232}"/>
              </a:ext>
            </a:extLst>
          </p:cNvPr>
          <p:cNvSpPr txBox="1"/>
          <p:nvPr/>
        </p:nvSpPr>
        <p:spPr>
          <a:xfrm>
            <a:off x="640079" y="323290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queue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qE">
            <a:extLst>
              <a:ext uri="{FF2B5EF4-FFF2-40B4-BE49-F238E27FC236}">
                <a16:creationId xmlns:a16="http://schemas.microsoft.com/office/drawing/2014/main" id="{862F5A47-7562-E4B3-B6E0-AEFCCACB5024}"/>
              </a:ext>
            </a:extLst>
          </p:cNvPr>
          <p:cNvSpPr/>
          <p:nvPr/>
        </p:nvSpPr>
        <p:spPr>
          <a:xfrm>
            <a:off x="8130216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7" name="qE">
            <a:extLst>
              <a:ext uri="{FF2B5EF4-FFF2-40B4-BE49-F238E27FC236}">
                <a16:creationId xmlns:a16="http://schemas.microsoft.com/office/drawing/2014/main" id="{A164C49E-EE3F-5773-8B8A-0FBC4C598353}"/>
              </a:ext>
            </a:extLst>
          </p:cNvPr>
          <p:cNvSpPr/>
          <p:nvPr/>
        </p:nvSpPr>
        <p:spPr>
          <a:xfrm>
            <a:off x="12292013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3" name="qD">
            <a:extLst>
              <a:ext uri="{FF2B5EF4-FFF2-40B4-BE49-F238E27FC236}">
                <a16:creationId xmlns:a16="http://schemas.microsoft.com/office/drawing/2014/main" id="{B90AE59E-28C6-CEA6-C0CB-DB1670B1A863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64" name="qJ">
            <a:extLst>
              <a:ext uri="{FF2B5EF4-FFF2-40B4-BE49-F238E27FC236}">
                <a16:creationId xmlns:a16="http://schemas.microsoft.com/office/drawing/2014/main" id="{1188EEE4-8B22-BD4F-93CC-01A1706E609C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52" name="qG">
            <a:extLst>
              <a:ext uri="{FF2B5EF4-FFF2-40B4-BE49-F238E27FC236}">
                <a16:creationId xmlns:a16="http://schemas.microsoft.com/office/drawing/2014/main" id="{0BA7FB98-B08C-C73D-FFCB-DDE76B91047A}"/>
              </a:ext>
            </a:extLst>
          </p:cNvPr>
          <p:cNvSpPr/>
          <p:nvPr/>
        </p:nvSpPr>
        <p:spPr>
          <a:xfrm>
            <a:off x="7735359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50" name="current" hidden="1">
            <a:extLst>
              <a:ext uri="{FF2B5EF4-FFF2-40B4-BE49-F238E27FC236}">
                <a16:creationId xmlns:a16="http://schemas.microsoft.com/office/drawing/2014/main" id="{02062CC8-837E-5AB9-64A5-ABAA8959579F}"/>
              </a:ext>
            </a:extLst>
          </p:cNvPr>
          <p:cNvSpPr/>
          <p:nvPr/>
        </p:nvSpPr>
        <p:spPr>
          <a:xfrm>
            <a:off x="6433318" y="5705084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53" name="Group 190">
            <a:extLst>
              <a:ext uri="{FF2B5EF4-FFF2-40B4-BE49-F238E27FC236}">
                <a16:creationId xmlns:a16="http://schemas.microsoft.com/office/drawing/2014/main" id="{6B0AFBE0-0F1B-81E4-12B8-5157C06372AD}"/>
              </a:ext>
            </a:extLst>
          </p:cNvPr>
          <p:cNvGrpSpPr/>
          <p:nvPr/>
        </p:nvGrpSpPr>
        <p:grpSpPr>
          <a:xfrm>
            <a:off x="10329779" y="2712217"/>
            <a:ext cx="1401987" cy="369332"/>
            <a:chOff x="7654390" y="4033438"/>
            <a:chExt cx="1401987" cy="369332"/>
          </a:xfrm>
        </p:grpSpPr>
        <p:sp>
          <p:nvSpPr>
            <p:cNvPr id="54" name="A">
              <a:extLst>
                <a:ext uri="{FF2B5EF4-FFF2-40B4-BE49-F238E27FC236}">
                  <a16:creationId xmlns:a16="http://schemas.microsoft.com/office/drawing/2014/main" id="{DB2A4794-EF4B-E418-AF60-E1DAA549515B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30A6432-45A8-44B5-F7E0-FDEB4448C702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629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-0.04206 2.59259E-6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-0.03242 7.40741E-7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-2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0.03242 -2.22222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1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59259E-6 L -0.03229 2.59259E-6 " pathEditMode="relative" rAng="0" ptsTypes="AA">
                                      <p:cBhvr>
                                        <p:cTn id="13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4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8" grpId="0" animBg="1"/>
      <p:bldP spid="128" grpId="0" animBg="1"/>
      <p:bldP spid="129" grpId="0" animBg="1"/>
      <p:bldP spid="130" grpId="0" animBg="1"/>
      <p:bldP spid="167" grpId="0" animBg="1"/>
      <p:bldP spid="66" grpId="0" animBg="1"/>
      <p:bldP spid="63" grpId="0" animBg="1"/>
      <p:bldP spid="63" grpId="1" animBg="1"/>
      <p:bldP spid="64" grpId="0" animBg="1"/>
      <p:bldP spid="52" grpId="0" animBg="1"/>
      <p:bldP spid="5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74EDA-5D1B-6748-68CA-5AAA679C6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Left Arrow 181">
            <a:extLst>
              <a:ext uri="{FF2B5EF4-FFF2-40B4-BE49-F238E27FC236}">
                <a16:creationId xmlns:a16="http://schemas.microsoft.com/office/drawing/2014/main" id="{1174281A-757D-DEB1-C8AF-E5E8CF695A59}"/>
              </a:ext>
            </a:extLst>
          </p:cNvPr>
          <p:cNvSpPr/>
          <p:nvPr/>
        </p:nvSpPr>
        <p:spPr>
          <a:xfrm>
            <a:off x="6619875" y="6061341"/>
            <a:ext cx="2941366" cy="517382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3" name="q0" hidden="1">
            <a:extLst>
              <a:ext uri="{FF2B5EF4-FFF2-40B4-BE49-F238E27FC236}">
                <a16:creationId xmlns:a16="http://schemas.microsoft.com/office/drawing/2014/main" id="{0915CEAA-E2A5-9FC4-3F46-528246D5169E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8" name="q1" hidden="1">
            <a:extLst>
              <a:ext uri="{FF2B5EF4-FFF2-40B4-BE49-F238E27FC236}">
                <a16:creationId xmlns:a16="http://schemas.microsoft.com/office/drawing/2014/main" id="{7C3A2BB3-0572-EAC7-C75F-B3D8581F0025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8" name="q2" hidden="1">
            <a:extLst>
              <a:ext uri="{FF2B5EF4-FFF2-40B4-BE49-F238E27FC236}">
                <a16:creationId xmlns:a16="http://schemas.microsoft.com/office/drawing/2014/main" id="{9E804902-F842-F2F5-551D-7E4E90155CF7}"/>
              </a:ext>
            </a:extLst>
          </p:cNvPr>
          <p:cNvSpPr/>
          <p:nvPr/>
        </p:nvSpPr>
        <p:spPr>
          <a:xfrm>
            <a:off x="773536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9" name="q3" hidden="1">
            <a:extLst>
              <a:ext uri="{FF2B5EF4-FFF2-40B4-BE49-F238E27FC236}">
                <a16:creationId xmlns:a16="http://schemas.microsoft.com/office/drawing/2014/main" id="{731A7BF0-6F5E-A409-D261-D4031B1E0DAB}"/>
              </a:ext>
            </a:extLst>
          </p:cNvPr>
          <p:cNvSpPr/>
          <p:nvPr/>
        </p:nvSpPr>
        <p:spPr>
          <a:xfrm>
            <a:off x="8130216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0" name="q4" hidden="1">
            <a:extLst>
              <a:ext uri="{FF2B5EF4-FFF2-40B4-BE49-F238E27FC236}">
                <a16:creationId xmlns:a16="http://schemas.microsoft.com/office/drawing/2014/main" id="{A9B53E5A-3EC7-E5B6-2FEE-3665DB9242E1}"/>
              </a:ext>
            </a:extLst>
          </p:cNvPr>
          <p:cNvSpPr/>
          <p:nvPr/>
        </p:nvSpPr>
        <p:spPr>
          <a:xfrm>
            <a:off x="8525068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7" name="q5" hidden="1">
            <a:extLst>
              <a:ext uri="{FF2B5EF4-FFF2-40B4-BE49-F238E27FC236}">
                <a16:creationId xmlns:a16="http://schemas.microsoft.com/office/drawing/2014/main" id="{AA507BA5-CBA3-F5DC-9F00-1AF7EA8B0608}"/>
              </a:ext>
            </a:extLst>
          </p:cNvPr>
          <p:cNvSpPr/>
          <p:nvPr/>
        </p:nvSpPr>
        <p:spPr>
          <a:xfrm>
            <a:off x="8919923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A72EAD-968F-AA8E-E692-26616F266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-first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F0F21-E66C-6967-777B-3BDB663B9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02998" cy="3566160"/>
          </a:xfrm>
        </p:spPr>
        <p:txBody>
          <a:bodyPr>
            <a:normAutofit/>
          </a:bodyPr>
          <a:lstStyle/>
          <a:p>
            <a:r>
              <a:rPr lang="nl-NL" dirty="0"/>
              <a:t>BFS</a:t>
            </a:r>
          </a:p>
        </p:txBody>
      </p:sp>
      <p:sp>
        <p:nvSpPr>
          <p:cNvPr id="5" name="E">
            <a:extLst>
              <a:ext uri="{FF2B5EF4-FFF2-40B4-BE49-F238E27FC236}">
                <a16:creationId xmlns:a16="http://schemas.microsoft.com/office/drawing/2014/main" id="{E7AAC937-6633-314E-3064-CEB7FB9A2F9A}"/>
              </a:ext>
            </a:extLst>
          </p:cNvPr>
          <p:cNvSpPr/>
          <p:nvPr/>
        </p:nvSpPr>
        <p:spPr>
          <a:xfrm>
            <a:off x="8130215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A">
            <a:extLst>
              <a:ext uri="{FF2B5EF4-FFF2-40B4-BE49-F238E27FC236}">
                <a16:creationId xmlns:a16="http://schemas.microsoft.com/office/drawing/2014/main" id="{C419EF34-2C3F-FACD-62E6-BDE9F0791423}"/>
              </a:ext>
            </a:extLst>
          </p:cNvPr>
          <p:cNvSpPr/>
          <p:nvPr/>
        </p:nvSpPr>
        <p:spPr>
          <a:xfrm>
            <a:off x="8130215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H">
            <a:extLst>
              <a:ext uri="{FF2B5EF4-FFF2-40B4-BE49-F238E27FC236}">
                <a16:creationId xmlns:a16="http://schemas.microsoft.com/office/drawing/2014/main" id="{5BE4B62A-53EC-1212-15AA-75B61F791328}"/>
              </a:ext>
            </a:extLst>
          </p:cNvPr>
          <p:cNvSpPr/>
          <p:nvPr/>
        </p:nvSpPr>
        <p:spPr>
          <a:xfrm>
            <a:off x="9353011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H</a:t>
            </a:r>
          </a:p>
        </p:txBody>
      </p:sp>
      <p:cxnSp>
        <p:nvCxnSpPr>
          <p:cNvPr id="9" name="BE">
            <a:extLst>
              <a:ext uri="{FF2B5EF4-FFF2-40B4-BE49-F238E27FC236}">
                <a16:creationId xmlns:a16="http://schemas.microsoft.com/office/drawing/2014/main" id="{6B123DEA-70ED-5E4A-87E4-FD97F14809FC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>
            <a:off x="7323879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F">
            <a:extLst>
              <a:ext uri="{FF2B5EF4-FFF2-40B4-BE49-F238E27FC236}">
                <a16:creationId xmlns:a16="http://schemas.microsoft.com/office/drawing/2014/main" id="{72DBE537-2846-0A0E-2EEB-D6D630939001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323879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C">
            <a:extLst>
              <a:ext uri="{FF2B5EF4-FFF2-40B4-BE49-F238E27FC236}">
                <a16:creationId xmlns:a16="http://schemas.microsoft.com/office/drawing/2014/main" id="{04B8437C-6314-B49F-02C2-3A2F86594BC4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7115649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FJ">
            <a:extLst>
              <a:ext uri="{FF2B5EF4-FFF2-40B4-BE49-F238E27FC236}">
                <a16:creationId xmlns:a16="http://schemas.microsoft.com/office/drawing/2014/main" id="{85984794-752F-E937-173A-C8DCA914D509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8546675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HJ">
            <a:extLst>
              <a:ext uri="{FF2B5EF4-FFF2-40B4-BE49-F238E27FC236}">
                <a16:creationId xmlns:a16="http://schemas.microsoft.com/office/drawing/2014/main" id="{49EE0DF2-9994-FEBD-A504-44DB11C4B5EF}"/>
              </a:ext>
            </a:extLst>
          </p:cNvPr>
          <p:cNvCxnSpPr>
            <a:cxnSpLocks/>
            <a:stCxn id="7" idx="0"/>
            <a:endCxn id="29" idx="4"/>
          </p:cNvCxnSpPr>
          <p:nvPr/>
        </p:nvCxnSpPr>
        <p:spPr>
          <a:xfrm flipV="1">
            <a:off x="9561241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B">
            <a:extLst>
              <a:ext uri="{FF2B5EF4-FFF2-40B4-BE49-F238E27FC236}">
                <a16:creationId xmlns:a16="http://schemas.microsoft.com/office/drawing/2014/main" id="{C35F353B-3E14-3629-1AF5-8F82D7959A58}"/>
              </a:ext>
            </a:extLst>
          </p:cNvPr>
          <p:cNvSpPr/>
          <p:nvPr/>
        </p:nvSpPr>
        <p:spPr>
          <a:xfrm>
            <a:off x="6907419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C">
            <a:extLst>
              <a:ext uri="{FF2B5EF4-FFF2-40B4-BE49-F238E27FC236}">
                <a16:creationId xmlns:a16="http://schemas.microsoft.com/office/drawing/2014/main" id="{CB439E7C-A1CE-300E-4312-E93141B0FB27}"/>
              </a:ext>
            </a:extLst>
          </p:cNvPr>
          <p:cNvSpPr/>
          <p:nvPr/>
        </p:nvSpPr>
        <p:spPr>
          <a:xfrm>
            <a:off x="6907419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9" name="D">
            <a:extLst>
              <a:ext uri="{FF2B5EF4-FFF2-40B4-BE49-F238E27FC236}">
                <a16:creationId xmlns:a16="http://schemas.microsoft.com/office/drawing/2014/main" id="{FD45F2E9-D67A-F9B1-5C86-7BCC98E59751}"/>
              </a:ext>
            </a:extLst>
          </p:cNvPr>
          <p:cNvSpPr/>
          <p:nvPr/>
        </p:nvSpPr>
        <p:spPr>
          <a:xfrm>
            <a:off x="6907419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0" name="F">
            <a:extLst>
              <a:ext uri="{FF2B5EF4-FFF2-40B4-BE49-F238E27FC236}">
                <a16:creationId xmlns:a16="http://schemas.microsoft.com/office/drawing/2014/main" id="{CE9351FD-4840-6688-DD18-EC030D2C7A3C}"/>
              </a:ext>
            </a:extLst>
          </p:cNvPr>
          <p:cNvSpPr/>
          <p:nvPr/>
        </p:nvSpPr>
        <p:spPr>
          <a:xfrm>
            <a:off x="8130215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9" name="G">
            <a:extLst>
              <a:ext uri="{FF2B5EF4-FFF2-40B4-BE49-F238E27FC236}">
                <a16:creationId xmlns:a16="http://schemas.microsoft.com/office/drawing/2014/main" id="{0DBA746C-71C1-1C46-E123-EECAC3352D0F}"/>
              </a:ext>
            </a:extLst>
          </p:cNvPr>
          <p:cNvSpPr/>
          <p:nvPr/>
        </p:nvSpPr>
        <p:spPr>
          <a:xfrm>
            <a:off x="9353011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0" name="J">
            <a:extLst>
              <a:ext uri="{FF2B5EF4-FFF2-40B4-BE49-F238E27FC236}">
                <a16:creationId xmlns:a16="http://schemas.microsoft.com/office/drawing/2014/main" id="{05810252-641C-B246-3641-BAD705D2AAC9}"/>
              </a:ext>
            </a:extLst>
          </p:cNvPr>
          <p:cNvSpPr/>
          <p:nvPr/>
        </p:nvSpPr>
        <p:spPr>
          <a:xfrm>
            <a:off x="9353011" y="457160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J</a:t>
            </a:r>
          </a:p>
        </p:txBody>
      </p:sp>
      <p:cxnSp>
        <p:nvCxnSpPr>
          <p:cNvPr id="33" name="FG">
            <a:extLst>
              <a:ext uri="{FF2B5EF4-FFF2-40B4-BE49-F238E27FC236}">
                <a16:creationId xmlns:a16="http://schemas.microsoft.com/office/drawing/2014/main" id="{BB78DBBC-AE4F-E17C-A52F-F5CC087C052E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8338445" y="3741345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GK">
            <a:extLst>
              <a:ext uri="{FF2B5EF4-FFF2-40B4-BE49-F238E27FC236}">
                <a16:creationId xmlns:a16="http://schemas.microsoft.com/office/drawing/2014/main" id="{2047AF97-0F84-7042-0ACB-12172A168AF2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>
            <a:off x="8546675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DG">
            <a:extLst>
              <a:ext uri="{FF2B5EF4-FFF2-40B4-BE49-F238E27FC236}">
                <a16:creationId xmlns:a16="http://schemas.microsoft.com/office/drawing/2014/main" id="{52497116-1FCF-FDB6-279D-AE7C6BED9EA8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7323879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F">
            <a:extLst>
              <a:ext uri="{FF2B5EF4-FFF2-40B4-BE49-F238E27FC236}">
                <a16:creationId xmlns:a16="http://schemas.microsoft.com/office/drawing/2014/main" id="{499FDB56-6FF0-B637-284A-758B9215C574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8546675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Connector 15">
            <a:extLst>
              <a:ext uri="{FF2B5EF4-FFF2-40B4-BE49-F238E27FC236}">
                <a16:creationId xmlns:a16="http://schemas.microsoft.com/office/drawing/2014/main" id="{7294F2B5-AD7D-3EE6-BA6E-DBA7D5EC1491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3EF7347A-29FC-CA3D-2C1E-EC3EB2E52688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22">
            <a:extLst>
              <a:ext uri="{FF2B5EF4-FFF2-40B4-BE49-F238E27FC236}">
                <a16:creationId xmlns:a16="http://schemas.microsoft.com/office/drawing/2014/main" id="{4742AF94-0D90-E678-7FA2-E9A03356A151}"/>
              </a:ext>
            </a:extLst>
          </p:cNvPr>
          <p:cNvSpPr txBox="1"/>
          <p:nvPr/>
        </p:nvSpPr>
        <p:spPr>
          <a:xfrm>
            <a:off x="7838736" y="613536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Queue</a:t>
            </a:r>
          </a:p>
        </p:txBody>
      </p:sp>
      <p:sp>
        <p:nvSpPr>
          <p:cNvPr id="40" name="TextBox 81">
            <a:extLst>
              <a:ext uri="{FF2B5EF4-FFF2-40B4-BE49-F238E27FC236}">
                <a16:creationId xmlns:a16="http://schemas.microsoft.com/office/drawing/2014/main" id="{C85411EB-08F8-DFCD-765B-7BFE9EE1498D}"/>
              </a:ext>
            </a:extLst>
          </p:cNvPr>
          <p:cNvSpPr txBox="1"/>
          <p:nvPr/>
        </p:nvSpPr>
        <p:spPr>
          <a:xfrm>
            <a:off x="640079" y="323290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queue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qE">
            <a:extLst>
              <a:ext uri="{FF2B5EF4-FFF2-40B4-BE49-F238E27FC236}">
                <a16:creationId xmlns:a16="http://schemas.microsoft.com/office/drawing/2014/main" id="{4288DD00-FFF7-9078-EA2E-48F0D9C6D947}"/>
              </a:ext>
            </a:extLst>
          </p:cNvPr>
          <p:cNvSpPr/>
          <p:nvPr/>
        </p:nvSpPr>
        <p:spPr>
          <a:xfrm>
            <a:off x="7735359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7" name="qE">
            <a:extLst>
              <a:ext uri="{FF2B5EF4-FFF2-40B4-BE49-F238E27FC236}">
                <a16:creationId xmlns:a16="http://schemas.microsoft.com/office/drawing/2014/main" id="{B31172AF-8EC0-0E3F-7653-E1DD19D00127}"/>
              </a:ext>
            </a:extLst>
          </p:cNvPr>
          <p:cNvSpPr/>
          <p:nvPr/>
        </p:nvSpPr>
        <p:spPr>
          <a:xfrm>
            <a:off x="12292013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4" name="qJ">
            <a:extLst>
              <a:ext uri="{FF2B5EF4-FFF2-40B4-BE49-F238E27FC236}">
                <a16:creationId xmlns:a16="http://schemas.microsoft.com/office/drawing/2014/main" id="{D27A4432-03A8-FA01-81E6-888D90BCD850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52" name="qG">
            <a:extLst>
              <a:ext uri="{FF2B5EF4-FFF2-40B4-BE49-F238E27FC236}">
                <a16:creationId xmlns:a16="http://schemas.microsoft.com/office/drawing/2014/main" id="{0672EC93-ED26-AFCD-8AD2-29D0C7BCAF6A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43" name="current" hidden="1">
            <a:extLst>
              <a:ext uri="{FF2B5EF4-FFF2-40B4-BE49-F238E27FC236}">
                <a16:creationId xmlns:a16="http://schemas.microsoft.com/office/drawing/2014/main" id="{84FD1E6D-09B5-97C2-0DF8-E831D4FE86D9}"/>
              </a:ext>
            </a:extLst>
          </p:cNvPr>
          <p:cNvSpPr/>
          <p:nvPr/>
        </p:nvSpPr>
        <p:spPr>
          <a:xfrm>
            <a:off x="6433318" y="5705084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45" name="Group 190">
            <a:extLst>
              <a:ext uri="{FF2B5EF4-FFF2-40B4-BE49-F238E27FC236}">
                <a16:creationId xmlns:a16="http://schemas.microsoft.com/office/drawing/2014/main" id="{8FBDD769-6E7E-ED5E-ECC3-FBF910114A1A}"/>
              </a:ext>
            </a:extLst>
          </p:cNvPr>
          <p:cNvGrpSpPr/>
          <p:nvPr/>
        </p:nvGrpSpPr>
        <p:grpSpPr>
          <a:xfrm>
            <a:off x="10329779" y="2712217"/>
            <a:ext cx="1401987" cy="369332"/>
            <a:chOff x="7654390" y="4033438"/>
            <a:chExt cx="1401987" cy="369332"/>
          </a:xfrm>
        </p:grpSpPr>
        <p:sp>
          <p:nvSpPr>
            <p:cNvPr id="47" name="A">
              <a:extLst>
                <a:ext uri="{FF2B5EF4-FFF2-40B4-BE49-F238E27FC236}">
                  <a16:creationId xmlns:a16="http://schemas.microsoft.com/office/drawing/2014/main" id="{1E009965-E42B-2C86-2031-F4C960063647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1890B67-0E13-BB9F-B067-7663A1C40B88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023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-0.04206 2.59259E-6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-0.03242 7.40741E-7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-2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0.03242 -2.22222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4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8" grpId="0" animBg="1"/>
      <p:bldP spid="128" grpId="0" animBg="1"/>
      <p:bldP spid="129" grpId="0" animBg="1"/>
      <p:bldP spid="130" grpId="0" animBg="1"/>
      <p:bldP spid="167" grpId="0" animBg="1"/>
      <p:bldP spid="66" grpId="0" animBg="1"/>
      <p:bldP spid="64" grpId="0" animBg="1"/>
      <p:bldP spid="64" grpId="1" animBg="1"/>
      <p:bldP spid="52" grpId="0" animBg="1"/>
      <p:bldP spid="4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D3A7-2175-E162-E34B-8164329C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Left Arrow 181">
            <a:extLst>
              <a:ext uri="{FF2B5EF4-FFF2-40B4-BE49-F238E27FC236}">
                <a16:creationId xmlns:a16="http://schemas.microsoft.com/office/drawing/2014/main" id="{07163AF7-60F3-CCDD-4FAA-84976439E653}"/>
              </a:ext>
            </a:extLst>
          </p:cNvPr>
          <p:cNvSpPr/>
          <p:nvPr/>
        </p:nvSpPr>
        <p:spPr>
          <a:xfrm>
            <a:off x="6619875" y="6061341"/>
            <a:ext cx="2941366" cy="517382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3" name="q0" hidden="1">
            <a:extLst>
              <a:ext uri="{FF2B5EF4-FFF2-40B4-BE49-F238E27FC236}">
                <a16:creationId xmlns:a16="http://schemas.microsoft.com/office/drawing/2014/main" id="{4B96D1E3-65DB-7BCA-69DD-C3B1D9B6764F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8" name="q1" hidden="1">
            <a:extLst>
              <a:ext uri="{FF2B5EF4-FFF2-40B4-BE49-F238E27FC236}">
                <a16:creationId xmlns:a16="http://schemas.microsoft.com/office/drawing/2014/main" id="{CEDF0D3C-F88D-1EED-3DE9-ADDF792AE811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8" name="q2" hidden="1">
            <a:extLst>
              <a:ext uri="{FF2B5EF4-FFF2-40B4-BE49-F238E27FC236}">
                <a16:creationId xmlns:a16="http://schemas.microsoft.com/office/drawing/2014/main" id="{BC5A5274-62D2-E11F-83E5-BDB07DB0D9AE}"/>
              </a:ext>
            </a:extLst>
          </p:cNvPr>
          <p:cNvSpPr/>
          <p:nvPr/>
        </p:nvSpPr>
        <p:spPr>
          <a:xfrm>
            <a:off x="7735360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9" name="q3" hidden="1">
            <a:extLst>
              <a:ext uri="{FF2B5EF4-FFF2-40B4-BE49-F238E27FC236}">
                <a16:creationId xmlns:a16="http://schemas.microsoft.com/office/drawing/2014/main" id="{950C1A02-5CF8-1814-51A6-1E68A1251FDB}"/>
              </a:ext>
            </a:extLst>
          </p:cNvPr>
          <p:cNvSpPr/>
          <p:nvPr/>
        </p:nvSpPr>
        <p:spPr>
          <a:xfrm>
            <a:off x="8130216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0" name="q4" hidden="1">
            <a:extLst>
              <a:ext uri="{FF2B5EF4-FFF2-40B4-BE49-F238E27FC236}">
                <a16:creationId xmlns:a16="http://schemas.microsoft.com/office/drawing/2014/main" id="{23E11189-4963-FC29-4276-452C1C7FDF3A}"/>
              </a:ext>
            </a:extLst>
          </p:cNvPr>
          <p:cNvSpPr/>
          <p:nvPr/>
        </p:nvSpPr>
        <p:spPr>
          <a:xfrm>
            <a:off x="8525068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7" name="q5" hidden="1">
            <a:extLst>
              <a:ext uri="{FF2B5EF4-FFF2-40B4-BE49-F238E27FC236}">
                <a16:creationId xmlns:a16="http://schemas.microsoft.com/office/drawing/2014/main" id="{05E0E667-3919-30D1-20CD-F4B56E34EC02}"/>
              </a:ext>
            </a:extLst>
          </p:cNvPr>
          <p:cNvSpPr/>
          <p:nvPr/>
        </p:nvSpPr>
        <p:spPr>
          <a:xfrm>
            <a:off x="8919923" y="5705083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B0822-8798-FC57-D231-20C158BD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-first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06817-EE14-2E90-C8E7-CC988B961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02998" cy="3566160"/>
          </a:xfrm>
        </p:spPr>
        <p:txBody>
          <a:bodyPr>
            <a:normAutofit/>
          </a:bodyPr>
          <a:lstStyle/>
          <a:p>
            <a:r>
              <a:rPr lang="nl-NL" dirty="0"/>
              <a:t>BFS</a:t>
            </a:r>
          </a:p>
        </p:txBody>
      </p:sp>
      <p:sp>
        <p:nvSpPr>
          <p:cNvPr id="5" name="E">
            <a:extLst>
              <a:ext uri="{FF2B5EF4-FFF2-40B4-BE49-F238E27FC236}">
                <a16:creationId xmlns:a16="http://schemas.microsoft.com/office/drawing/2014/main" id="{001E6329-5BCB-94D1-88A5-E3AA6ABCE391}"/>
              </a:ext>
            </a:extLst>
          </p:cNvPr>
          <p:cNvSpPr/>
          <p:nvPr/>
        </p:nvSpPr>
        <p:spPr>
          <a:xfrm>
            <a:off x="8130215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A">
            <a:extLst>
              <a:ext uri="{FF2B5EF4-FFF2-40B4-BE49-F238E27FC236}">
                <a16:creationId xmlns:a16="http://schemas.microsoft.com/office/drawing/2014/main" id="{A92805F4-A2DA-7CDD-7494-3DE9714B0EA2}"/>
              </a:ext>
            </a:extLst>
          </p:cNvPr>
          <p:cNvSpPr/>
          <p:nvPr/>
        </p:nvSpPr>
        <p:spPr>
          <a:xfrm>
            <a:off x="8130215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H">
            <a:extLst>
              <a:ext uri="{FF2B5EF4-FFF2-40B4-BE49-F238E27FC236}">
                <a16:creationId xmlns:a16="http://schemas.microsoft.com/office/drawing/2014/main" id="{E61BDF0D-4051-FC35-E35E-314FB747F341}"/>
              </a:ext>
            </a:extLst>
          </p:cNvPr>
          <p:cNvSpPr/>
          <p:nvPr/>
        </p:nvSpPr>
        <p:spPr>
          <a:xfrm>
            <a:off x="9353011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H</a:t>
            </a:r>
          </a:p>
        </p:txBody>
      </p:sp>
      <p:cxnSp>
        <p:nvCxnSpPr>
          <p:cNvPr id="9" name="BE">
            <a:extLst>
              <a:ext uri="{FF2B5EF4-FFF2-40B4-BE49-F238E27FC236}">
                <a16:creationId xmlns:a16="http://schemas.microsoft.com/office/drawing/2014/main" id="{BE1CB035-BF05-DA44-8579-2755541C582C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>
            <a:off x="7323879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F">
            <a:extLst>
              <a:ext uri="{FF2B5EF4-FFF2-40B4-BE49-F238E27FC236}">
                <a16:creationId xmlns:a16="http://schemas.microsoft.com/office/drawing/2014/main" id="{97C242B8-E95D-BDC2-5AAB-6CF1F374C21B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323879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C">
            <a:extLst>
              <a:ext uri="{FF2B5EF4-FFF2-40B4-BE49-F238E27FC236}">
                <a16:creationId xmlns:a16="http://schemas.microsoft.com/office/drawing/2014/main" id="{6016F7BC-5767-E1CC-A2D7-B79322E0255A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7115649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FJ">
            <a:extLst>
              <a:ext uri="{FF2B5EF4-FFF2-40B4-BE49-F238E27FC236}">
                <a16:creationId xmlns:a16="http://schemas.microsoft.com/office/drawing/2014/main" id="{1B4C0D0F-AFD9-E078-0F52-C02B7B012429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8546675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HJ">
            <a:extLst>
              <a:ext uri="{FF2B5EF4-FFF2-40B4-BE49-F238E27FC236}">
                <a16:creationId xmlns:a16="http://schemas.microsoft.com/office/drawing/2014/main" id="{5DB95F53-5DA3-D207-AA9D-46036DD81B54}"/>
              </a:ext>
            </a:extLst>
          </p:cNvPr>
          <p:cNvCxnSpPr>
            <a:cxnSpLocks/>
            <a:stCxn id="7" idx="0"/>
            <a:endCxn id="29" idx="4"/>
          </p:cNvCxnSpPr>
          <p:nvPr/>
        </p:nvCxnSpPr>
        <p:spPr>
          <a:xfrm flipV="1">
            <a:off x="9561241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B">
            <a:extLst>
              <a:ext uri="{FF2B5EF4-FFF2-40B4-BE49-F238E27FC236}">
                <a16:creationId xmlns:a16="http://schemas.microsoft.com/office/drawing/2014/main" id="{5F534D79-5A74-C7CA-0329-9A37AA86635D}"/>
              </a:ext>
            </a:extLst>
          </p:cNvPr>
          <p:cNvSpPr/>
          <p:nvPr/>
        </p:nvSpPr>
        <p:spPr>
          <a:xfrm>
            <a:off x="6907419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C">
            <a:extLst>
              <a:ext uri="{FF2B5EF4-FFF2-40B4-BE49-F238E27FC236}">
                <a16:creationId xmlns:a16="http://schemas.microsoft.com/office/drawing/2014/main" id="{DAF3D265-0202-F1C0-FC0F-6B12F785DF5E}"/>
              </a:ext>
            </a:extLst>
          </p:cNvPr>
          <p:cNvSpPr/>
          <p:nvPr/>
        </p:nvSpPr>
        <p:spPr>
          <a:xfrm>
            <a:off x="6907419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9" name="D">
            <a:extLst>
              <a:ext uri="{FF2B5EF4-FFF2-40B4-BE49-F238E27FC236}">
                <a16:creationId xmlns:a16="http://schemas.microsoft.com/office/drawing/2014/main" id="{82A8694B-20E0-9592-A897-32746ADEED6D}"/>
              </a:ext>
            </a:extLst>
          </p:cNvPr>
          <p:cNvSpPr/>
          <p:nvPr/>
        </p:nvSpPr>
        <p:spPr>
          <a:xfrm>
            <a:off x="6907419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0" name="F">
            <a:extLst>
              <a:ext uri="{FF2B5EF4-FFF2-40B4-BE49-F238E27FC236}">
                <a16:creationId xmlns:a16="http://schemas.microsoft.com/office/drawing/2014/main" id="{99DFE314-B3B6-E92A-2DA6-BD28E574F9F7}"/>
              </a:ext>
            </a:extLst>
          </p:cNvPr>
          <p:cNvSpPr/>
          <p:nvPr/>
        </p:nvSpPr>
        <p:spPr>
          <a:xfrm>
            <a:off x="8130215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9" name="G">
            <a:extLst>
              <a:ext uri="{FF2B5EF4-FFF2-40B4-BE49-F238E27FC236}">
                <a16:creationId xmlns:a16="http://schemas.microsoft.com/office/drawing/2014/main" id="{AA2E6CAD-F5B1-5088-2EAD-F91B90E5E757}"/>
              </a:ext>
            </a:extLst>
          </p:cNvPr>
          <p:cNvSpPr/>
          <p:nvPr/>
        </p:nvSpPr>
        <p:spPr>
          <a:xfrm>
            <a:off x="9353011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0" name="J">
            <a:extLst>
              <a:ext uri="{FF2B5EF4-FFF2-40B4-BE49-F238E27FC236}">
                <a16:creationId xmlns:a16="http://schemas.microsoft.com/office/drawing/2014/main" id="{1EAF94C6-C3BA-FEF0-8F3C-F8F5BB475C05}"/>
              </a:ext>
            </a:extLst>
          </p:cNvPr>
          <p:cNvSpPr/>
          <p:nvPr/>
        </p:nvSpPr>
        <p:spPr>
          <a:xfrm>
            <a:off x="9353011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J</a:t>
            </a:r>
          </a:p>
        </p:txBody>
      </p:sp>
      <p:cxnSp>
        <p:nvCxnSpPr>
          <p:cNvPr id="33" name="FG">
            <a:extLst>
              <a:ext uri="{FF2B5EF4-FFF2-40B4-BE49-F238E27FC236}">
                <a16:creationId xmlns:a16="http://schemas.microsoft.com/office/drawing/2014/main" id="{2F9D47E6-3ED5-E26B-7B1D-C46C69E19588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8338445" y="3741345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GK">
            <a:extLst>
              <a:ext uri="{FF2B5EF4-FFF2-40B4-BE49-F238E27FC236}">
                <a16:creationId xmlns:a16="http://schemas.microsoft.com/office/drawing/2014/main" id="{F2FD1A8B-EFB4-C408-3C00-A405C3CD7802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>
            <a:off x="8546675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DG">
            <a:extLst>
              <a:ext uri="{FF2B5EF4-FFF2-40B4-BE49-F238E27FC236}">
                <a16:creationId xmlns:a16="http://schemas.microsoft.com/office/drawing/2014/main" id="{BF399EA3-E130-2187-1125-BB7718CF9AB2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7323879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F">
            <a:extLst>
              <a:ext uri="{FF2B5EF4-FFF2-40B4-BE49-F238E27FC236}">
                <a16:creationId xmlns:a16="http://schemas.microsoft.com/office/drawing/2014/main" id="{AC07811D-CBEB-B3C7-D767-147E01056C80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8546675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Connector 15">
            <a:extLst>
              <a:ext uri="{FF2B5EF4-FFF2-40B4-BE49-F238E27FC236}">
                <a16:creationId xmlns:a16="http://schemas.microsoft.com/office/drawing/2014/main" id="{C1E837FF-D108-8383-E972-F05B5958DCB8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D10DA904-412F-D2D1-69D9-4F77C0590F82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22">
            <a:extLst>
              <a:ext uri="{FF2B5EF4-FFF2-40B4-BE49-F238E27FC236}">
                <a16:creationId xmlns:a16="http://schemas.microsoft.com/office/drawing/2014/main" id="{2049CAA5-CD8E-C191-4878-0883E18103C9}"/>
              </a:ext>
            </a:extLst>
          </p:cNvPr>
          <p:cNvSpPr txBox="1"/>
          <p:nvPr/>
        </p:nvSpPr>
        <p:spPr>
          <a:xfrm>
            <a:off x="7838736" y="613536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Queue</a:t>
            </a:r>
          </a:p>
        </p:txBody>
      </p:sp>
      <p:sp>
        <p:nvSpPr>
          <p:cNvPr id="40" name="TextBox 81">
            <a:extLst>
              <a:ext uri="{FF2B5EF4-FFF2-40B4-BE49-F238E27FC236}">
                <a16:creationId xmlns:a16="http://schemas.microsoft.com/office/drawing/2014/main" id="{E261B7D8-54D3-2864-F28E-3D7D1F6C462D}"/>
              </a:ext>
            </a:extLst>
          </p:cNvPr>
          <p:cNvSpPr txBox="1"/>
          <p:nvPr/>
        </p:nvSpPr>
        <p:spPr>
          <a:xfrm>
            <a:off x="640079" y="323290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queue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qE">
            <a:extLst>
              <a:ext uri="{FF2B5EF4-FFF2-40B4-BE49-F238E27FC236}">
                <a16:creationId xmlns:a16="http://schemas.microsoft.com/office/drawing/2014/main" id="{66BEEC30-D1A2-6451-F1E3-6DE3ECC1E4ED}"/>
              </a:ext>
            </a:extLst>
          </p:cNvPr>
          <p:cNvSpPr/>
          <p:nvPr/>
        </p:nvSpPr>
        <p:spPr>
          <a:xfrm>
            <a:off x="7340505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7" name="qE">
            <a:extLst>
              <a:ext uri="{FF2B5EF4-FFF2-40B4-BE49-F238E27FC236}">
                <a16:creationId xmlns:a16="http://schemas.microsoft.com/office/drawing/2014/main" id="{03900278-269D-FD81-8756-F2CBC18FADC0}"/>
              </a:ext>
            </a:extLst>
          </p:cNvPr>
          <p:cNvSpPr/>
          <p:nvPr/>
        </p:nvSpPr>
        <p:spPr>
          <a:xfrm>
            <a:off x="12292013" y="5705084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52" name="qG">
            <a:extLst>
              <a:ext uri="{FF2B5EF4-FFF2-40B4-BE49-F238E27FC236}">
                <a16:creationId xmlns:a16="http://schemas.microsoft.com/office/drawing/2014/main" id="{10B42AE6-5A27-9082-8307-1BF2A1D3FCA4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4" name="current" hidden="1">
            <a:extLst>
              <a:ext uri="{FF2B5EF4-FFF2-40B4-BE49-F238E27FC236}">
                <a16:creationId xmlns:a16="http://schemas.microsoft.com/office/drawing/2014/main" id="{0AE6D0D6-ED1E-EA8E-5465-3C45A42ADB11}"/>
              </a:ext>
            </a:extLst>
          </p:cNvPr>
          <p:cNvSpPr/>
          <p:nvPr/>
        </p:nvSpPr>
        <p:spPr>
          <a:xfrm>
            <a:off x="6433318" y="5705084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37" name="Group 190">
            <a:extLst>
              <a:ext uri="{FF2B5EF4-FFF2-40B4-BE49-F238E27FC236}">
                <a16:creationId xmlns:a16="http://schemas.microsoft.com/office/drawing/2014/main" id="{070283FF-5420-B5CF-5637-63259B3D119A}"/>
              </a:ext>
            </a:extLst>
          </p:cNvPr>
          <p:cNvGrpSpPr/>
          <p:nvPr/>
        </p:nvGrpSpPr>
        <p:grpSpPr>
          <a:xfrm>
            <a:off x="10329779" y="2712217"/>
            <a:ext cx="1401987" cy="369332"/>
            <a:chOff x="7654390" y="4033438"/>
            <a:chExt cx="1401987" cy="369332"/>
          </a:xfrm>
        </p:grpSpPr>
        <p:sp>
          <p:nvSpPr>
            <p:cNvPr id="38" name="A">
              <a:extLst>
                <a:ext uri="{FF2B5EF4-FFF2-40B4-BE49-F238E27FC236}">
                  <a16:creationId xmlns:a16="http://schemas.microsoft.com/office/drawing/2014/main" id="{A4352433-B5C1-B5E2-881C-C5207190857D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495E8C0-D38D-6955-E293-349658C61E7E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371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-0.04206 2.59259E-6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-0.03242 7.40741E-7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2.59259E-6 L -0.40612 2.59259E-6 " pathEditMode="relative" rAng="0" ptsTypes="AA">
                                      <p:cBhvr>
                                        <p:cTn id="23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5C8A2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2.70833E-6 0.10092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5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8" grpId="0" animBg="1"/>
      <p:bldP spid="128" grpId="0" animBg="1"/>
      <p:bldP spid="129" grpId="0" animBg="1"/>
      <p:bldP spid="130" grpId="0" animBg="1"/>
      <p:bldP spid="167" grpId="0" animBg="1"/>
      <p:bldP spid="66" grpId="0" animBg="1"/>
      <p:bldP spid="67" grpId="0" animBg="1"/>
      <p:bldP spid="52" grpId="0" animBg="1"/>
      <p:bldP spid="52" grpId="1" animBg="1"/>
      <p:bldP spid="3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10A24-4036-07E4-05E6-504DB782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Left Arrow 181">
            <a:extLst>
              <a:ext uri="{FF2B5EF4-FFF2-40B4-BE49-F238E27FC236}">
                <a16:creationId xmlns:a16="http://schemas.microsoft.com/office/drawing/2014/main" id="{966ACBAD-CF49-7D32-379B-7BD086E926A3}"/>
              </a:ext>
            </a:extLst>
          </p:cNvPr>
          <p:cNvSpPr/>
          <p:nvPr/>
        </p:nvSpPr>
        <p:spPr>
          <a:xfrm>
            <a:off x="6619875" y="6061341"/>
            <a:ext cx="2941366" cy="517382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047FD-4A02-E140-311D-4EE07C07B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-first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FB2B-E56B-782E-59E9-2D40D1E8B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02998" cy="3566160"/>
          </a:xfrm>
        </p:spPr>
        <p:txBody>
          <a:bodyPr>
            <a:normAutofit/>
          </a:bodyPr>
          <a:lstStyle/>
          <a:p>
            <a:r>
              <a:rPr lang="nl-NL" dirty="0"/>
              <a:t>BFS</a:t>
            </a:r>
          </a:p>
        </p:txBody>
      </p:sp>
      <p:sp>
        <p:nvSpPr>
          <p:cNvPr id="5" name="E">
            <a:extLst>
              <a:ext uri="{FF2B5EF4-FFF2-40B4-BE49-F238E27FC236}">
                <a16:creationId xmlns:a16="http://schemas.microsoft.com/office/drawing/2014/main" id="{FFA35340-72C0-EB6A-1E13-2FFB9483C4A3}"/>
              </a:ext>
            </a:extLst>
          </p:cNvPr>
          <p:cNvSpPr/>
          <p:nvPr/>
        </p:nvSpPr>
        <p:spPr>
          <a:xfrm>
            <a:off x="8130215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A">
            <a:extLst>
              <a:ext uri="{FF2B5EF4-FFF2-40B4-BE49-F238E27FC236}">
                <a16:creationId xmlns:a16="http://schemas.microsoft.com/office/drawing/2014/main" id="{88FF1DEA-AEA2-24DA-2E2B-7EFAE96B3F31}"/>
              </a:ext>
            </a:extLst>
          </p:cNvPr>
          <p:cNvSpPr/>
          <p:nvPr/>
        </p:nvSpPr>
        <p:spPr>
          <a:xfrm>
            <a:off x="8130215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H">
            <a:extLst>
              <a:ext uri="{FF2B5EF4-FFF2-40B4-BE49-F238E27FC236}">
                <a16:creationId xmlns:a16="http://schemas.microsoft.com/office/drawing/2014/main" id="{553B418E-8520-623D-D5CC-6D9E1C0F1F93}"/>
              </a:ext>
            </a:extLst>
          </p:cNvPr>
          <p:cNvSpPr/>
          <p:nvPr/>
        </p:nvSpPr>
        <p:spPr>
          <a:xfrm>
            <a:off x="9353011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H</a:t>
            </a:r>
          </a:p>
        </p:txBody>
      </p:sp>
      <p:cxnSp>
        <p:nvCxnSpPr>
          <p:cNvPr id="9" name="BE">
            <a:extLst>
              <a:ext uri="{FF2B5EF4-FFF2-40B4-BE49-F238E27FC236}">
                <a16:creationId xmlns:a16="http://schemas.microsoft.com/office/drawing/2014/main" id="{5695D8EA-4080-ABC2-D36A-BC24E727334E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>
            <a:off x="7323879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F">
            <a:extLst>
              <a:ext uri="{FF2B5EF4-FFF2-40B4-BE49-F238E27FC236}">
                <a16:creationId xmlns:a16="http://schemas.microsoft.com/office/drawing/2014/main" id="{F838E9E4-D7DF-7161-6264-9D1FCE07E66E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323879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C">
            <a:extLst>
              <a:ext uri="{FF2B5EF4-FFF2-40B4-BE49-F238E27FC236}">
                <a16:creationId xmlns:a16="http://schemas.microsoft.com/office/drawing/2014/main" id="{50F91220-120D-2CE3-9CA3-7D23A55E0CD5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7115649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FJ">
            <a:extLst>
              <a:ext uri="{FF2B5EF4-FFF2-40B4-BE49-F238E27FC236}">
                <a16:creationId xmlns:a16="http://schemas.microsoft.com/office/drawing/2014/main" id="{488C99AC-2416-3423-916E-CF150DB3E352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8546675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HJ">
            <a:extLst>
              <a:ext uri="{FF2B5EF4-FFF2-40B4-BE49-F238E27FC236}">
                <a16:creationId xmlns:a16="http://schemas.microsoft.com/office/drawing/2014/main" id="{5717EAA8-49C7-3096-936F-A6BC5A604DE7}"/>
              </a:ext>
            </a:extLst>
          </p:cNvPr>
          <p:cNvCxnSpPr>
            <a:cxnSpLocks/>
            <a:stCxn id="7" idx="0"/>
            <a:endCxn id="29" idx="4"/>
          </p:cNvCxnSpPr>
          <p:nvPr/>
        </p:nvCxnSpPr>
        <p:spPr>
          <a:xfrm flipV="1">
            <a:off x="9561241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B">
            <a:extLst>
              <a:ext uri="{FF2B5EF4-FFF2-40B4-BE49-F238E27FC236}">
                <a16:creationId xmlns:a16="http://schemas.microsoft.com/office/drawing/2014/main" id="{93138E01-BBB9-CB04-AB85-B40F12858634}"/>
              </a:ext>
            </a:extLst>
          </p:cNvPr>
          <p:cNvSpPr/>
          <p:nvPr/>
        </p:nvSpPr>
        <p:spPr>
          <a:xfrm>
            <a:off x="6907419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C">
            <a:extLst>
              <a:ext uri="{FF2B5EF4-FFF2-40B4-BE49-F238E27FC236}">
                <a16:creationId xmlns:a16="http://schemas.microsoft.com/office/drawing/2014/main" id="{2D77409A-9323-5866-8A33-C7FAF1C448F8}"/>
              </a:ext>
            </a:extLst>
          </p:cNvPr>
          <p:cNvSpPr/>
          <p:nvPr/>
        </p:nvSpPr>
        <p:spPr>
          <a:xfrm>
            <a:off x="6907419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9" name="D">
            <a:extLst>
              <a:ext uri="{FF2B5EF4-FFF2-40B4-BE49-F238E27FC236}">
                <a16:creationId xmlns:a16="http://schemas.microsoft.com/office/drawing/2014/main" id="{D29C29FE-A323-B931-7C16-5D863BDD455D}"/>
              </a:ext>
            </a:extLst>
          </p:cNvPr>
          <p:cNvSpPr/>
          <p:nvPr/>
        </p:nvSpPr>
        <p:spPr>
          <a:xfrm>
            <a:off x="6907419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0" name="F">
            <a:extLst>
              <a:ext uri="{FF2B5EF4-FFF2-40B4-BE49-F238E27FC236}">
                <a16:creationId xmlns:a16="http://schemas.microsoft.com/office/drawing/2014/main" id="{39C60F6A-850A-D5CD-1BD7-E4FD0E8ED0B3}"/>
              </a:ext>
            </a:extLst>
          </p:cNvPr>
          <p:cNvSpPr/>
          <p:nvPr/>
        </p:nvSpPr>
        <p:spPr>
          <a:xfrm>
            <a:off x="8130215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9" name="G">
            <a:extLst>
              <a:ext uri="{FF2B5EF4-FFF2-40B4-BE49-F238E27FC236}">
                <a16:creationId xmlns:a16="http://schemas.microsoft.com/office/drawing/2014/main" id="{E06B32BD-4EAA-2702-5E95-E1EB0D056156}"/>
              </a:ext>
            </a:extLst>
          </p:cNvPr>
          <p:cNvSpPr/>
          <p:nvPr/>
        </p:nvSpPr>
        <p:spPr>
          <a:xfrm>
            <a:off x="9353011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0" name="J">
            <a:extLst>
              <a:ext uri="{FF2B5EF4-FFF2-40B4-BE49-F238E27FC236}">
                <a16:creationId xmlns:a16="http://schemas.microsoft.com/office/drawing/2014/main" id="{B89A531A-95AB-939C-4A81-7C3F7A989964}"/>
              </a:ext>
            </a:extLst>
          </p:cNvPr>
          <p:cNvSpPr/>
          <p:nvPr/>
        </p:nvSpPr>
        <p:spPr>
          <a:xfrm>
            <a:off x="9353011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J</a:t>
            </a:r>
          </a:p>
        </p:txBody>
      </p:sp>
      <p:cxnSp>
        <p:nvCxnSpPr>
          <p:cNvPr id="33" name="FG">
            <a:extLst>
              <a:ext uri="{FF2B5EF4-FFF2-40B4-BE49-F238E27FC236}">
                <a16:creationId xmlns:a16="http://schemas.microsoft.com/office/drawing/2014/main" id="{EE2712D2-F577-4892-F642-4270923ECFB3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8338445" y="3741345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GK">
            <a:extLst>
              <a:ext uri="{FF2B5EF4-FFF2-40B4-BE49-F238E27FC236}">
                <a16:creationId xmlns:a16="http://schemas.microsoft.com/office/drawing/2014/main" id="{A7E3442A-E4BD-868A-8CE4-3CEA403836D8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>
            <a:off x="8546675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DG">
            <a:extLst>
              <a:ext uri="{FF2B5EF4-FFF2-40B4-BE49-F238E27FC236}">
                <a16:creationId xmlns:a16="http://schemas.microsoft.com/office/drawing/2014/main" id="{F186E7D9-C4B0-82DB-500A-5CB4801CBEE6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7323879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F">
            <a:extLst>
              <a:ext uri="{FF2B5EF4-FFF2-40B4-BE49-F238E27FC236}">
                <a16:creationId xmlns:a16="http://schemas.microsoft.com/office/drawing/2014/main" id="{71FE7505-C403-A95C-B95E-05174B8A70A8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8546675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Connector 15">
            <a:extLst>
              <a:ext uri="{FF2B5EF4-FFF2-40B4-BE49-F238E27FC236}">
                <a16:creationId xmlns:a16="http://schemas.microsoft.com/office/drawing/2014/main" id="{A730477F-A755-629C-F657-62C30286135B}"/>
              </a:ext>
            </a:extLst>
          </p:cNvPr>
          <p:cNvCxnSpPr/>
          <p:nvPr/>
        </p:nvCxnSpPr>
        <p:spPr>
          <a:xfrm>
            <a:off x="6945650" y="5642264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482FD649-AC06-AF40-CE32-DB64D6776E03}"/>
              </a:ext>
            </a:extLst>
          </p:cNvPr>
          <p:cNvCxnSpPr/>
          <p:nvPr/>
        </p:nvCxnSpPr>
        <p:spPr>
          <a:xfrm>
            <a:off x="6945650" y="6117036"/>
            <a:ext cx="263929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22">
            <a:extLst>
              <a:ext uri="{FF2B5EF4-FFF2-40B4-BE49-F238E27FC236}">
                <a16:creationId xmlns:a16="http://schemas.microsoft.com/office/drawing/2014/main" id="{5F5BE6EB-E462-B39B-6A8C-39E60CFE1861}"/>
              </a:ext>
            </a:extLst>
          </p:cNvPr>
          <p:cNvSpPr txBox="1"/>
          <p:nvPr/>
        </p:nvSpPr>
        <p:spPr>
          <a:xfrm>
            <a:off x="7838736" y="613536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Queue</a:t>
            </a:r>
          </a:p>
        </p:txBody>
      </p:sp>
      <p:sp>
        <p:nvSpPr>
          <p:cNvPr id="40" name="TextBox 81">
            <a:extLst>
              <a:ext uri="{FF2B5EF4-FFF2-40B4-BE49-F238E27FC236}">
                <a16:creationId xmlns:a16="http://schemas.microsoft.com/office/drawing/2014/main" id="{0589B3A1-EA3E-FE21-3B2C-FB31F0208C85}"/>
              </a:ext>
            </a:extLst>
          </p:cNvPr>
          <p:cNvSpPr txBox="1"/>
          <p:nvPr/>
        </p:nvSpPr>
        <p:spPr>
          <a:xfrm>
            <a:off x="640079" y="323290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queue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qE">
            <a:extLst>
              <a:ext uri="{FF2B5EF4-FFF2-40B4-BE49-F238E27FC236}">
                <a16:creationId xmlns:a16="http://schemas.microsoft.com/office/drawing/2014/main" id="{6FD66448-FFA7-5BBF-4F11-DBD6D4FB618E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7" name="qE">
            <a:extLst>
              <a:ext uri="{FF2B5EF4-FFF2-40B4-BE49-F238E27FC236}">
                <a16:creationId xmlns:a16="http://schemas.microsoft.com/office/drawing/2014/main" id="{A6A6607E-7E4B-8C3F-72A0-248208790D9C}"/>
              </a:ext>
            </a:extLst>
          </p:cNvPr>
          <p:cNvSpPr/>
          <p:nvPr/>
        </p:nvSpPr>
        <p:spPr>
          <a:xfrm>
            <a:off x="7340503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34" name="current" hidden="1">
            <a:extLst>
              <a:ext uri="{FF2B5EF4-FFF2-40B4-BE49-F238E27FC236}">
                <a16:creationId xmlns:a16="http://schemas.microsoft.com/office/drawing/2014/main" id="{C2485893-F935-A3B2-9AF1-FC33ED3A8BAA}"/>
              </a:ext>
            </a:extLst>
          </p:cNvPr>
          <p:cNvSpPr/>
          <p:nvPr/>
        </p:nvSpPr>
        <p:spPr>
          <a:xfrm>
            <a:off x="6433318" y="5705084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37" name="Group 190">
            <a:extLst>
              <a:ext uri="{FF2B5EF4-FFF2-40B4-BE49-F238E27FC236}">
                <a16:creationId xmlns:a16="http://schemas.microsoft.com/office/drawing/2014/main" id="{0980C589-01FF-AC5B-7643-15C4A7242125}"/>
              </a:ext>
            </a:extLst>
          </p:cNvPr>
          <p:cNvGrpSpPr/>
          <p:nvPr/>
        </p:nvGrpSpPr>
        <p:grpSpPr>
          <a:xfrm>
            <a:off x="10329779" y="2712217"/>
            <a:ext cx="1401987" cy="369332"/>
            <a:chOff x="7654390" y="4033438"/>
            <a:chExt cx="1401987" cy="369332"/>
          </a:xfrm>
        </p:grpSpPr>
        <p:sp>
          <p:nvSpPr>
            <p:cNvPr id="38" name="A">
              <a:extLst>
                <a:ext uri="{FF2B5EF4-FFF2-40B4-BE49-F238E27FC236}">
                  <a16:creationId xmlns:a16="http://schemas.microsoft.com/office/drawing/2014/main" id="{49240A5E-B79D-4A61-C8DE-552A738D7067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856587-7701-6E8C-BB56-C7E3071EDDEC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929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-0.04206 2.59259E-6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-0.03242 7.40741E-7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67" grpId="0" animBg="1"/>
      <p:bldP spid="3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03C30-8538-9930-4344-986F41E50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4C7B-F123-593F-B1B5-047002E27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-first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1D410-E26E-F2F2-6699-D8673A391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02998" cy="3566160"/>
          </a:xfrm>
        </p:spPr>
        <p:txBody>
          <a:bodyPr>
            <a:normAutofit/>
          </a:bodyPr>
          <a:lstStyle/>
          <a:p>
            <a:r>
              <a:rPr lang="nl-NL" dirty="0"/>
              <a:t>BFS</a:t>
            </a:r>
          </a:p>
        </p:txBody>
      </p:sp>
      <p:sp>
        <p:nvSpPr>
          <p:cNvPr id="5" name="E">
            <a:extLst>
              <a:ext uri="{FF2B5EF4-FFF2-40B4-BE49-F238E27FC236}">
                <a16:creationId xmlns:a16="http://schemas.microsoft.com/office/drawing/2014/main" id="{90D40D58-1E1A-0554-B778-F7E76175AF19}"/>
              </a:ext>
            </a:extLst>
          </p:cNvPr>
          <p:cNvSpPr/>
          <p:nvPr/>
        </p:nvSpPr>
        <p:spPr>
          <a:xfrm>
            <a:off x="8130215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A">
            <a:extLst>
              <a:ext uri="{FF2B5EF4-FFF2-40B4-BE49-F238E27FC236}">
                <a16:creationId xmlns:a16="http://schemas.microsoft.com/office/drawing/2014/main" id="{A6101F1F-DA85-8CC9-4786-2CFAD8F3667C}"/>
              </a:ext>
            </a:extLst>
          </p:cNvPr>
          <p:cNvSpPr/>
          <p:nvPr/>
        </p:nvSpPr>
        <p:spPr>
          <a:xfrm>
            <a:off x="8130215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H">
            <a:extLst>
              <a:ext uri="{FF2B5EF4-FFF2-40B4-BE49-F238E27FC236}">
                <a16:creationId xmlns:a16="http://schemas.microsoft.com/office/drawing/2014/main" id="{71D5A3B7-FF5C-B6FF-733C-F2A1BC3B340D}"/>
              </a:ext>
            </a:extLst>
          </p:cNvPr>
          <p:cNvSpPr/>
          <p:nvPr/>
        </p:nvSpPr>
        <p:spPr>
          <a:xfrm>
            <a:off x="9353011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H</a:t>
            </a:r>
          </a:p>
        </p:txBody>
      </p:sp>
      <p:cxnSp>
        <p:nvCxnSpPr>
          <p:cNvPr id="9" name="BE">
            <a:extLst>
              <a:ext uri="{FF2B5EF4-FFF2-40B4-BE49-F238E27FC236}">
                <a16:creationId xmlns:a16="http://schemas.microsoft.com/office/drawing/2014/main" id="{C509AC39-B853-F0E6-1E0C-74ACE1879927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>
            <a:off x="7323879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F">
            <a:extLst>
              <a:ext uri="{FF2B5EF4-FFF2-40B4-BE49-F238E27FC236}">
                <a16:creationId xmlns:a16="http://schemas.microsoft.com/office/drawing/2014/main" id="{2F316899-6944-3668-CAC4-2AD3A5A570D2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323879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C">
            <a:extLst>
              <a:ext uri="{FF2B5EF4-FFF2-40B4-BE49-F238E27FC236}">
                <a16:creationId xmlns:a16="http://schemas.microsoft.com/office/drawing/2014/main" id="{1A5BF113-8B86-D5A2-58F1-CD67BC041BAC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7115649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FJ">
            <a:extLst>
              <a:ext uri="{FF2B5EF4-FFF2-40B4-BE49-F238E27FC236}">
                <a16:creationId xmlns:a16="http://schemas.microsoft.com/office/drawing/2014/main" id="{B2826F95-E2A6-2D12-C8A6-8682D9ACE86E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8546675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HJ">
            <a:extLst>
              <a:ext uri="{FF2B5EF4-FFF2-40B4-BE49-F238E27FC236}">
                <a16:creationId xmlns:a16="http://schemas.microsoft.com/office/drawing/2014/main" id="{395D1F81-3541-D149-7E4F-BC4A3DE9A2AD}"/>
              </a:ext>
            </a:extLst>
          </p:cNvPr>
          <p:cNvCxnSpPr>
            <a:cxnSpLocks/>
            <a:stCxn id="7" idx="0"/>
            <a:endCxn id="29" idx="4"/>
          </p:cNvCxnSpPr>
          <p:nvPr/>
        </p:nvCxnSpPr>
        <p:spPr>
          <a:xfrm flipV="1">
            <a:off x="9561241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B">
            <a:extLst>
              <a:ext uri="{FF2B5EF4-FFF2-40B4-BE49-F238E27FC236}">
                <a16:creationId xmlns:a16="http://schemas.microsoft.com/office/drawing/2014/main" id="{203C6DB5-91B4-D7DA-7D7C-1319B21C2785}"/>
              </a:ext>
            </a:extLst>
          </p:cNvPr>
          <p:cNvSpPr/>
          <p:nvPr/>
        </p:nvSpPr>
        <p:spPr>
          <a:xfrm>
            <a:off x="6907419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C">
            <a:extLst>
              <a:ext uri="{FF2B5EF4-FFF2-40B4-BE49-F238E27FC236}">
                <a16:creationId xmlns:a16="http://schemas.microsoft.com/office/drawing/2014/main" id="{001BDE90-A1A0-F947-9620-34FBB3B84DE7}"/>
              </a:ext>
            </a:extLst>
          </p:cNvPr>
          <p:cNvSpPr/>
          <p:nvPr/>
        </p:nvSpPr>
        <p:spPr>
          <a:xfrm>
            <a:off x="6907419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9" name="D">
            <a:extLst>
              <a:ext uri="{FF2B5EF4-FFF2-40B4-BE49-F238E27FC236}">
                <a16:creationId xmlns:a16="http://schemas.microsoft.com/office/drawing/2014/main" id="{20DC7160-B658-E132-8B86-0F6CFF2C5CBB}"/>
              </a:ext>
            </a:extLst>
          </p:cNvPr>
          <p:cNvSpPr/>
          <p:nvPr/>
        </p:nvSpPr>
        <p:spPr>
          <a:xfrm>
            <a:off x="6907419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0" name="F">
            <a:extLst>
              <a:ext uri="{FF2B5EF4-FFF2-40B4-BE49-F238E27FC236}">
                <a16:creationId xmlns:a16="http://schemas.microsoft.com/office/drawing/2014/main" id="{51F25DBD-1595-C7FB-2628-9A5CB81E1E2D}"/>
              </a:ext>
            </a:extLst>
          </p:cNvPr>
          <p:cNvSpPr/>
          <p:nvPr/>
        </p:nvSpPr>
        <p:spPr>
          <a:xfrm>
            <a:off x="8130215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9" name="G">
            <a:extLst>
              <a:ext uri="{FF2B5EF4-FFF2-40B4-BE49-F238E27FC236}">
                <a16:creationId xmlns:a16="http://schemas.microsoft.com/office/drawing/2014/main" id="{0F7E2F63-285A-79F7-F1FE-D67804541222}"/>
              </a:ext>
            </a:extLst>
          </p:cNvPr>
          <p:cNvSpPr/>
          <p:nvPr/>
        </p:nvSpPr>
        <p:spPr>
          <a:xfrm>
            <a:off x="9353011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0" name="J">
            <a:extLst>
              <a:ext uri="{FF2B5EF4-FFF2-40B4-BE49-F238E27FC236}">
                <a16:creationId xmlns:a16="http://schemas.microsoft.com/office/drawing/2014/main" id="{12F35219-F9C5-0B36-FAD1-C34207107DFF}"/>
              </a:ext>
            </a:extLst>
          </p:cNvPr>
          <p:cNvSpPr/>
          <p:nvPr/>
        </p:nvSpPr>
        <p:spPr>
          <a:xfrm>
            <a:off x="9353011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J</a:t>
            </a:r>
          </a:p>
        </p:txBody>
      </p:sp>
      <p:cxnSp>
        <p:nvCxnSpPr>
          <p:cNvPr id="33" name="FG">
            <a:extLst>
              <a:ext uri="{FF2B5EF4-FFF2-40B4-BE49-F238E27FC236}">
                <a16:creationId xmlns:a16="http://schemas.microsoft.com/office/drawing/2014/main" id="{35B41B6A-CE62-174F-8E7C-54F60EFFEC29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8338445" y="3741345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GK">
            <a:extLst>
              <a:ext uri="{FF2B5EF4-FFF2-40B4-BE49-F238E27FC236}">
                <a16:creationId xmlns:a16="http://schemas.microsoft.com/office/drawing/2014/main" id="{A5595856-CC39-C7E5-5717-D2517222980A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>
            <a:off x="8546675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DG">
            <a:extLst>
              <a:ext uri="{FF2B5EF4-FFF2-40B4-BE49-F238E27FC236}">
                <a16:creationId xmlns:a16="http://schemas.microsoft.com/office/drawing/2014/main" id="{EC3CC09F-4CF0-7F54-36A5-389F3DB1E67F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7323879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F">
            <a:extLst>
              <a:ext uri="{FF2B5EF4-FFF2-40B4-BE49-F238E27FC236}">
                <a16:creationId xmlns:a16="http://schemas.microsoft.com/office/drawing/2014/main" id="{A3DAB372-0876-DF66-1DFA-D4023EFD5DCD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8546675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DD8953-4076-40FB-D286-48C445C69284}"/>
              </a:ext>
            </a:extLst>
          </p:cNvPr>
          <p:cNvGrpSpPr/>
          <p:nvPr/>
        </p:nvGrpSpPr>
        <p:grpSpPr>
          <a:xfrm>
            <a:off x="6619875" y="5642264"/>
            <a:ext cx="2965066" cy="936459"/>
            <a:chOff x="6619875" y="5642264"/>
            <a:chExt cx="2965066" cy="936459"/>
          </a:xfrm>
        </p:grpSpPr>
        <p:sp>
          <p:nvSpPr>
            <p:cNvPr id="26" name="Left Arrow 181">
              <a:extLst>
                <a:ext uri="{FF2B5EF4-FFF2-40B4-BE49-F238E27FC236}">
                  <a16:creationId xmlns:a16="http://schemas.microsoft.com/office/drawing/2014/main" id="{75377B7B-E852-3D68-7028-60AE644EA48F}"/>
                </a:ext>
              </a:extLst>
            </p:cNvPr>
            <p:cNvSpPr/>
            <p:nvPr/>
          </p:nvSpPr>
          <p:spPr>
            <a:xfrm>
              <a:off x="6619875" y="6061341"/>
              <a:ext cx="2941366" cy="517382"/>
            </a:xfrm>
            <a:prstGeom prst="lef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4" name="Straight Connector 15">
              <a:extLst>
                <a:ext uri="{FF2B5EF4-FFF2-40B4-BE49-F238E27FC236}">
                  <a16:creationId xmlns:a16="http://schemas.microsoft.com/office/drawing/2014/main" id="{A9B30D8C-3625-43A2-CF8F-B3A430D0637E}"/>
                </a:ext>
              </a:extLst>
            </p:cNvPr>
            <p:cNvCxnSpPr/>
            <p:nvPr/>
          </p:nvCxnSpPr>
          <p:spPr>
            <a:xfrm>
              <a:off x="6945650" y="5642264"/>
              <a:ext cx="2639291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20">
              <a:extLst>
                <a:ext uri="{FF2B5EF4-FFF2-40B4-BE49-F238E27FC236}">
                  <a16:creationId xmlns:a16="http://schemas.microsoft.com/office/drawing/2014/main" id="{91BC2D1C-F391-A1FD-2D85-5EF0789BFCC7}"/>
                </a:ext>
              </a:extLst>
            </p:cNvPr>
            <p:cNvCxnSpPr/>
            <p:nvPr/>
          </p:nvCxnSpPr>
          <p:spPr>
            <a:xfrm>
              <a:off x="6945650" y="6117036"/>
              <a:ext cx="2639291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22">
            <a:extLst>
              <a:ext uri="{FF2B5EF4-FFF2-40B4-BE49-F238E27FC236}">
                <a16:creationId xmlns:a16="http://schemas.microsoft.com/office/drawing/2014/main" id="{968FAA74-1053-BA67-836C-304F1CCEA085}"/>
              </a:ext>
            </a:extLst>
          </p:cNvPr>
          <p:cNvSpPr txBox="1"/>
          <p:nvPr/>
        </p:nvSpPr>
        <p:spPr>
          <a:xfrm>
            <a:off x="7838736" y="613536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Queue</a:t>
            </a:r>
          </a:p>
        </p:txBody>
      </p:sp>
      <p:sp>
        <p:nvSpPr>
          <p:cNvPr id="40" name="TextBox 81">
            <a:extLst>
              <a:ext uri="{FF2B5EF4-FFF2-40B4-BE49-F238E27FC236}">
                <a16:creationId xmlns:a16="http://schemas.microsoft.com/office/drawing/2014/main" id="{6AF32EAA-C806-1C56-E53F-4D88D51F63C8}"/>
              </a:ext>
            </a:extLst>
          </p:cNvPr>
          <p:cNvSpPr txBox="1"/>
          <p:nvPr/>
        </p:nvSpPr>
        <p:spPr>
          <a:xfrm>
            <a:off x="640079" y="323290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queue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7" name="qE">
            <a:extLst>
              <a:ext uri="{FF2B5EF4-FFF2-40B4-BE49-F238E27FC236}">
                <a16:creationId xmlns:a16="http://schemas.microsoft.com/office/drawing/2014/main" id="{2187458B-DC5B-F02A-128D-351DA1D091AA}"/>
              </a:ext>
            </a:extLst>
          </p:cNvPr>
          <p:cNvSpPr/>
          <p:nvPr/>
        </p:nvSpPr>
        <p:spPr>
          <a:xfrm>
            <a:off x="6945650" y="5705083"/>
            <a:ext cx="394855" cy="3491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25" name="current" hidden="1">
            <a:extLst>
              <a:ext uri="{FF2B5EF4-FFF2-40B4-BE49-F238E27FC236}">
                <a16:creationId xmlns:a16="http://schemas.microsoft.com/office/drawing/2014/main" id="{BE7ED1AC-0668-012F-305C-2E68F5689211}"/>
              </a:ext>
            </a:extLst>
          </p:cNvPr>
          <p:cNvSpPr/>
          <p:nvPr/>
        </p:nvSpPr>
        <p:spPr>
          <a:xfrm>
            <a:off x="6433318" y="5705084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27" name="Group 190">
            <a:extLst>
              <a:ext uri="{FF2B5EF4-FFF2-40B4-BE49-F238E27FC236}">
                <a16:creationId xmlns:a16="http://schemas.microsoft.com/office/drawing/2014/main" id="{893C5F46-FEA1-3F2B-D73F-EFA7B6931571}"/>
              </a:ext>
            </a:extLst>
          </p:cNvPr>
          <p:cNvGrpSpPr/>
          <p:nvPr/>
        </p:nvGrpSpPr>
        <p:grpSpPr>
          <a:xfrm>
            <a:off x="10329779" y="2712217"/>
            <a:ext cx="1401987" cy="369332"/>
            <a:chOff x="7654390" y="4033438"/>
            <a:chExt cx="1401987" cy="369332"/>
          </a:xfrm>
        </p:grpSpPr>
        <p:sp>
          <p:nvSpPr>
            <p:cNvPr id="28" name="A">
              <a:extLst>
                <a:ext uri="{FF2B5EF4-FFF2-40B4-BE49-F238E27FC236}">
                  <a16:creationId xmlns:a16="http://schemas.microsoft.com/office/drawing/2014/main" id="{75DA3779-DAA5-EB80-5992-F8BCF267A6A3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E2BA9D2-952C-D15C-F145-629E63DE27A4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676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-0.04206 2.59259E-6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7" grpId="1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A05DC-2D97-0689-71E1-4C29E650F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918D-83E3-0301-300C-669BBDFA7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-first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A48A5-F5A0-F535-02C0-C4CD6B5F8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02998" cy="3566160"/>
          </a:xfrm>
        </p:spPr>
        <p:txBody>
          <a:bodyPr>
            <a:normAutofit/>
          </a:bodyPr>
          <a:lstStyle/>
          <a:p>
            <a:r>
              <a:rPr lang="nl-NL" dirty="0"/>
              <a:t>BFS</a:t>
            </a:r>
          </a:p>
        </p:txBody>
      </p:sp>
      <p:sp>
        <p:nvSpPr>
          <p:cNvPr id="5" name="E">
            <a:extLst>
              <a:ext uri="{FF2B5EF4-FFF2-40B4-BE49-F238E27FC236}">
                <a16:creationId xmlns:a16="http://schemas.microsoft.com/office/drawing/2014/main" id="{400EF715-D5EA-F6F6-6833-648A1117C8EF}"/>
              </a:ext>
            </a:extLst>
          </p:cNvPr>
          <p:cNvSpPr/>
          <p:nvPr/>
        </p:nvSpPr>
        <p:spPr>
          <a:xfrm>
            <a:off x="8130215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A">
            <a:extLst>
              <a:ext uri="{FF2B5EF4-FFF2-40B4-BE49-F238E27FC236}">
                <a16:creationId xmlns:a16="http://schemas.microsoft.com/office/drawing/2014/main" id="{971FF743-A6AA-A7BD-01F4-7AB8484D61D5}"/>
              </a:ext>
            </a:extLst>
          </p:cNvPr>
          <p:cNvSpPr/>
          <p:nvPr/>
        </p:nvSpPr>
        <p:spPr>
          <a:xfrm>
            <a:off x="8130215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H">
            <a:extLst>
              <a:ext uri="{FF2B5EF4-FFF2-40B4-BE49-F238E27FC236}">
                <a16:creationId xmlns:a16="http://schemas.microsoft.com/office/drawing/2014/main" id="{A5E109B1-DB47-6C76-733D-E4134D5C7712}"/>
              </a:ext>
            </a:extLst>
          </p:cNvPr>
          <p:cNvSpPr/>
          <p:nvPr/>
        </p:nvSpPr>
        <p:spPr>
          <a:xfrm>
            <a:off x="9353011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H</a:t>
            </a:r>
          </a:p>
        </p:txBody>
      </p:sp>
      <p:cxnSp>
        <p:nvCxnSpPr>
          <p:cNvPr id="9" name="BE">
            <a:extLst>
              <a:ext uri="{FF2B5EF4-FFF2-40B4-BE49-F238E27FC236}">
                <a16:creationId xmlns:a16="http://schemas.microsoft.com/office/drawing/2014/main" id="{C29544E0-1C1D-8A43-F05E-DB4A08F2D8B0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>
            <a:off x="7323879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F">
            <a:extLst>
              <a:ext uri="{FF2B5EF4-FFF2-40B4-BE49-F238E27FC236}">
                <a16:creationId xmlns:a16="http://schemas.microsoft.com/office/drawing/2014/main" id="{3E854E2A-BA9E-C595-16C2-994243E471C5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323879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BC">
            <a:extLst>
              <a:ext uri="{FF2B5EF4-FFF2-40B4-BE49-F238E27FC236}">
                <a16:creationId xmlns:a16="http://schemas.microsoft.com/office/drawing/2014/main" id="{FC90766C-C8D9-830F-A0A3-7E773CCC6AF8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7115649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FJ">
            <a:extLst>
              <a:ext uri="{FF2B5EF4-FFF2-40B4-BE49-F238E27FC236}">
                <a16:creationId xmlns:a16="http://schemas.microsoft.com/office/drawing/2014/main" id="{432C86F7-B766-1453-AA3A-57BDCD1BF801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8546675" y="3533115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HJ">
            <a:extLst>
              <a:ext uri="{FF2B5EF4-FFF2-40B4-BE49-F238E27FC236}">
                <a16:creationId xmlns:a16="http://schemas.microsoft.com/office/drawing/2014/main" id="{7A5FE2D7-5C9E-9684-7321-D8ED031810C7}"/>
              </a:ext>
            </a:extLst>
          </p:cNvPr>
          <p:cNvCxnSpPr>
            <a:cxnSpLocks/>
            <a:stCxn id="7" idx="0"/>
            <a:endCxn id="29" idx="4"/>
          </p:cNvCxnSpPr>
          <p:nvPr/>
        </p:nvCxnSpPr>
        <p:spPr>
          <a:xfrm flipV="1">
            <a:off x="9561241" y="2494629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B">
            <a:extLst>
              <a:ext uri="{FF2B5EF4-FFF2-40B4-BE49-F238E27FC236}">
                <a16:creationId xmlns:a16="http://schemas.microsoft.com/office/drawing/2014/main" id="{C96B2D27-4DAF-B865-CD92-FFE77186AC83}"/>
              </a:ext>
            </a:extLst>
          </p:cNvPr>
          <p:cNvSpPr/>
          <p:nvPr/>
        </p:nvSpPr>
        <p:spPr>
          <a:xfrm>
            <a:off x="6907419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C">
            <a:extLst>
              <a:ext uri="{FF2B5EF4-FFF2-40B4-BE49-F238E27FC236}">
                <a16:creationId xmlns:a16="http://schemas.microsoft.com/office/drawing/2014/main" id="{C0B4F31A-497F-8572-3826-56FD215A6B83}"/>
              </a:ext>
            </a:extLst>
          </p:cNvPr>
          <p:cNvSpPr/>
          <p:nvPr/>
        </p:nvSpPr>
        <p:spPr>
          <a:xfrm>
            <a:off x="6907419" y="3324885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9" name="D">
            <a:extLst>
              <a:ext uri="{FF2B5EF4-FFF2-40B4-BE49-F238E27FC236}">
                <a16:creationId xmlns:a16="http://schemas.microsoft.com/office/drawing/2014/main" id="{CB7E0E2E-F206-7086-3C59-7DD29B40D97B}"/>
              </a:ext>
            </a:extLst>
          </p:cNvPr>
          <p:cNvSpPr/>
          <p:nvPr/>
        </p:nvSpPr>
        <p:spPr>
          <a:xfrm>
            <a:off x="6907419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0" name="F">
            <a:extLst>
              <a:ext uri="{FF2B5EF4-FFF2-40B4-BE49-F238E27FC236}">
                <a16:creationId xmlns:a16="http://schemas.microsoft.com/office/drawing/2014/main" id="{B4F503E0-1835-61D5-1948-CDE81229E3FB}"/>
              </a:ext>
            </a:extLst>
          </p:cNvPr>
          <p:cNvSpPr/>
          <p:nvPr/>
        </p:nvSpPr>
        <p:spPr>
          <a:xfrm>
            <a:off x="8130215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9" name="G">
            <a:extLst>
              <a:ext uri="{FF2B5EF4-FFF2-40B4-BE49-F238E27FC236}">
                <a16:creationId xmlns:a16="http://schemas.microsoft.com/office/drawing/2014/main" id="{F35948E5-32EE-C632-8FA6-3C7A0DBDEC8E}"/>
              </a:ext>
            </a:extLst>
          </p:cNvPr>
          <p:cNvSpPr/>
          <p:nvPr/>
        </p:nvSpPr>
        <p:spPr>
          <a:xfrm>
            <a:off x="9353011" y="2078169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30" name="J">
            <a:extLst>
              <a:ext uri="{FF2B5EF4-FFF2-40B4-BE49-F238E27FC236}">
                <a16:creationId xmlns:a16="http://schemas.microsoft.com/office/drawing/2014/main" id="{38AC9BCA-9004-2AFD-3EAB-C223947CE293}"/>
              </a:ext>
            </a:extLst>
          </p:cNvPr>
          <p:cNvSpPr/>
          <p:nvPr/>
        </p:nvSpPr>
        <p:spPr>
          <a:xfrm>
            <a:off x="9353011" y="4571601"/>
            <a:ext cx="416460" cy="41646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J</a:t>
            </a:r>
          </a:p>
        </p:txBody>
      </p:sp>
      <p:cxnSp>
        <p:nvCxnSpPr>
          <p:cNvPr id="33" name="FG">
            <a:extLst>
              <a:ext uri="{FF2B5EF4-FFF2-40B4-BE49-F238E27FC236}">
                <a16:creationId xmlns:a16="http://schemas.microsoft.com/office/drawing/2014/main" id="{70D30987-B6DB-B1DC-8F74-399DCB7A850B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8338445" y="3741345"/>
            <a:ext cx="0" cy="8302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GK">
            <a:extLst>
              <a:ext uri="{FF2B5EF4-FFF2-40B4-BE49-F238E27FC236}">
                <a16:creationId xmlns:a16="http://schemas.microsoft.com/office/drawing/2014/main" id="{CF5CC859-3179-1BBF-AAA1-42969C2F1F34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>
            <a:off x="8546675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DG">
            <a:extLst>
              <a:ext uri="{FF2B5EF4-FFF2-40B4-BE49-F238E27FC236}">
                <a16:creationId xmlns:a16="http://schemas.microsoft.com/office/drawing/2014/main" id="{F9A50AFE-E0E2-9D5D-84FC-3F9257A8B0E8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7323879" y="4779831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F">
            <a:extLst>
              <a:ext uri="{FF2B5EF4-FFF2-40B4-BE49-F238E27FC236}">
                <a16:creationId xmlns:a16="http://schemas.microsoft.com/office/drawing/2014/main" id="{FCA2468B-F4D2-6616-0171-7BD1A8D11F60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8546675" y="2286399"/>
            <a:ext cx="80633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81">
            <a:extLst>
              <a:ext uri="{FF2B5EF4-FFF2-40B4-BE49-F238E27FC236}">
                <a16:creationId xmlns:a16="http://schemas.microsoft.com/office/drawing/2014/main" id="{A19E27B8-A9D9-DDF9-83C7-8E8DE8778867}"/>
              </a:ext>
            </a:extLst>
          </p:cNvPr>
          <p:cNvSpPr txBox="1"/>
          <p:nvPr/>
        </p:nvSpPr>
        <p:spPr>
          <a:xfrm>
            <a:off x="640079" y="3232903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queue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current" hidden="1">
            <a:extLst>
              <a:ext uri="{FF2B5EF4-FFF2-40B4-BE49-F238E27FC236}">
                <a16:creationId xmlns:a16="http://schemas.microsoft.com/office/drawing/2014/main" id="{DDC1D3B8-70C9-37AE-5C7B-477D8508CBC3}"/>
              </a:ext>
            </a:extLst>
          </p:cNvPr>
          <p:cNvSpPr/>
          <p:nvPr/>
        </p:nvSpPr>
        <p:spPr>
          <a:xfrm>
            <a:off x="6433318" y="5705084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27" name="Group 190">
            <a:extLst>
              <a:ext uri="{FF2B5EF4-FFF2-40B4-BE49-F238E27FC236}">
                <a16:creationId xmlns:a16="http://schemas.microsoft.com/office/drawing/2014/main" id="{00C5BDDE-7E1C-C4F9-D39D-1819D2B2CE0B}"/>
              </a:ext>
            </a:extLst>
          </p:cNvPr>
          <p:cNvGrpSpPr/>
          <p:nvPr/>
        </p:nvGrpSpPr>
        <p:grpSpPr>
          <a:xfrm>
            <a:off x="10329779" y="2712217"/>
            <a:ext cx="1401987" cy="369332"/>
            <a:chOff x="7654390" y="4033438"/>
            <a:chExt cx="1401987" cy="369332"/>
          </a:xfrm>
        </p:grpSpPr>
        <p:sp>
          <p:nvSpPr>
            <p:cNvPr id="28" name="A">
              <a:extLst>
                <a:ext uri="{FF2B5EF4-FFF2-40B4-BE49-F238E27FC236}">
                  <a16:creationId xmlns:a16="http://schemas.microsoft.com/office/drawing/2014/main" id="{0A8C29E8-4503-6F43-ECED-7B055B482920}"/>
                </a:ext>
              </a:extLst>
            </p:cNvPr>
            <p:cNvSpPr/>
            <p:nvPr/>
          </p:nvSpPr>
          <p:spPr>
            <a:xfrm>
              <a:off x="7654390" y="4033438"/>
              <a:ext cx="369332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b="1" dirty="0">
                <a:latin typeface="Aptos" panose="020B00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3842FA9-C8C2-6FCF-A070-0C620AAE24E4}"/>
                </a:ext>
              </a:extLst>
            </p:cNvPr>
            <p:cNvSpPr txBox="1"/>
            <p:nvPr/>
          </p:nvSpPr>
          <p:spPr>
            <a:xfrm>
              <a:off x="8023722" y="4033438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= </a:t>
              </a:r>
              <a:r>
                <a:rPr lang="nl-NL" dirty="0" err="1">
                  <a:latin typeface="Aptos" panose="020B0004020202020204" pitchFamily="34" charset="0"/>
                </a:rPr>
                <a:t>Visited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2">
                <a:extLst>
                  <a:ext uri="{FF2B5EF4-FFF2-40B4-BE49-F238E27FC236}">
                    <a16:creationId xmlns:a16="http://schemas.microsoft.com/office/drawing/2014/main" id="{19D8BC50-178E-8718-9585-04131C65DF2C}"/>
                  </a:ext>
                </a:extLst>
              </p:cNvPr>
              <p:cNvSpPr txBox="1"/>
              <p:nvPr/>
            </p:nvSpPr>
            <p:spPr>
              <a:xfrm>
                <a:off x="5257671" y="5486399"/>
                <a:ext cx="470673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dirty="0" err="1">
                    <a:latin typeface="Aptos" panose="020B0004020202020204" pitchFamily="34" charset="0"/>
                  </a:rPr>
                  <a:t>Suppose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our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graph</a:t>
                </a:r>
                <a:r>
                  <a:rPr lang="nl-NL" dirty="0">
                    <a:latin typeface="Aptos" panose="020B0004020202020204" pitchFamily="34" charset="0"/>
                  </a:rPr>
                  <a:t> has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nodes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and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edges</a:t>
                </a:r>
                <a:endParaRPr lang="nl-NL" dirty="0">
                  <a:latin typeface="Aptos" panose="020B0004020202020204" pitchFamily="34" charset="0"/>
                </a:endParaRPr>
              </a:p>
              <a:p>
                <a:endParaRPr lang="nl-NL" dirty="0">
                  <a:latin typeface="Aptos" panose="020B0004020202020204" pitchFamily="34" charset="0"/>
                </a:endParaRPr>
              </a:p>
              <a:p>
                <a:r>
                  <a:rPr lang="nl-NL" dirty="0" err="1">
                    <a:latin typeface="Aptos" panose="020B0004020202020204" pitchFamily="34" charset="0"/>
                  </a:rPr>
                  <a:t>What</a:t>
                </a:r>
                <a:r>
                  <a:rPr lang="nl-NL" dirty="0">
                    <a:latin typeface="Aptos" panose="020B0004020202020204" pitchFamily="34" charset="0"/>
                  </a:rPr>
                  <a:t> is </a:t>
                </a:r>
                <a:r>
                  <a:rPr lang="nl-NL" dirty="0" err="1">
                    <a:latin typeface="Aptos" panose="020B0004020202020204" pitchFamily="34" charset="0"/>
                  </a:rPr>
                  <a:t>the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i="1" dirty="0">
                    <a:latin typeface="Aptos" panose="020B0004020202020204" pitchFamily="34" charset="0"/>
                  </a:rPr>
                  <a:t>time </a:t>
                </a:r>
                <a:r>
                  <a:rPr lang="nl-NL" i="1" dirty="0" err="1">
                    <a:latin typeface="Aptos" panose="020B0004020202020204" pitchFamily="34" charset="0"/>
                  </a:rPr>
                  <a:t>complexity</a:t>
                </a:r>
                <a:r>
                  <a:rPr lang="nl-NL" dirty="0">
                    <a:latin typeface="Aptos" panose="020B0004020202020204" pitchFamily="34" charset="0"/>
                  </a:rPr>
                  <a:t> of BFS?</a:t>
                </a:r>
              </a:p>
            </p:txBody>
          </p:sp>
        </mc:Choice>
        <mc:Fallback xmlns="">
          <p:sp>
            <p:nvSpPr>
              <p:cNvPr id="13" name="TextBox 2">
                <a:extLst>
                  <a:ext uri="{FF2B5EF4-FFF2-40B4-BE49-F238E27FC236}">
                    <a16:creationId xmlns:a16="http://schemas.microsoft.com/office/drawing/2014/main" id="{19D8BC50-178E-8718-9585-04131C65D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671" y="5486399"/>
                <a:ext cx="4706738" cy="923330"/>
              </a:xfrm>
              <a:prstGeom prst="rect">
                <a:avLst/>
              </a:prstGeom>
              <a:blipFill>
                <a:blip r:embed="rId2"/>
                <a:stretch>
                  <a:fillRect l="-1035" t="-2649" b="-1059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Callout 9">
                <a:extLst>
                  <a:ext uri="{FF2B5EF4-FFF2-40B4-BE49-F238E27FC236}">
                    <a16:creationId xmlns:a16="http://schemas.microsoft.com/office/drawing/2014/main" id="{066AD125-1843-A831-46A2-1A700A7423B1}"/>
                  </a:ext>
                </a:extLst>
              </p:cNvPr>
              <p:cNvSpPr/>
              <p:nvPr/>
            </p:nvSpPr>
            <p:spPr>
              <a:xfrm>
                <a:off x="9964409" y="5486399"/>
                <a:ext cx="1998090" cy="1262373"/>
              </a:xfrm>
              <a:prstGeom prst="wedgeEllipseCallout">
                <a:avLst>
                  <a:gd name="adj1" fmla="val -99412"/>
                  <a:gd name="adj2" fmla="val 6481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nl-NL" b="1" dirty="0"/>
              </a:p>
            </p:txBody>
          </p:sp>
        </mc:Choice>
        <mc:Fallback xmlns="">
          <p:sp>
            <p:nvSpPr>
              <p:cNvPr id="16" name="Oval Callout 9">
                <a:extLst>
                  <a:ext uri="{FF2B5EF4-FFF2-40B4-BE49-F238E27FC236}">
                    <a16:creationId xmlns:a16="http://schemas.microsoft.com/office/drawing/2014/main" id="{066AD125-1843-A831-46A2-1A700A7423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409" y="5486399"/>
                <a:ext cx="1998090" cy="1262373"/>
              </a:xfrm>
              <a:prstGeom prst="wedgeEllipseCallout">
                <a:avLst>
                  <a:gd name="adj1" fmla="val -99412"/>
                  <a:gd name="adj2" fmla="val 6481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Callout 12">
                <a:extLst>
                  <a:ext uri="{FF2B5EF4-FFF2-40B4-BE49-F238E27FC236}">
                    <a16:creationId xmlns:a16="http://schemas.microsoft.com/office/drawing/2014/main" id="{21DC8600-C091-63BC-D4BE-57FC3E9FEF39}"/>
                  </a:ext>
                </a:extLst>
              </p:cNvPr>
              <p:cNvSpPr/>
              <p:nvPr/>
            </p:nvSpPr>
            <p:spPr>
              <a:xfrm>
                <a:off x="4134030" y="3360777"/>
                <a:ext cx="2370221" cy="1591391"/>
              </a:xfrm>
              <a:prstGeom prst="wedgeEllipseCallout">
                <a:avLst>
                  <a:gd name="adj1" fmla="val -71002"/>
                  <a:gd name="adj2" fmla="val -10512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b="1" dirty="0"/>
                  <a:t>Assuming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nl-NL" b="1" dirty="0"/>
                  <a:t> </a:t>
                </a:r>
                <a:r>
                  <a:rPr lang="nl-NL" b="1" dirty="0" err="1"/>
                  <a:t>insertion</a:t>
                </a:r>
                <a:r>
                  <a:rPr lang="nl-NL" b="1" dirty="0"/>
                  <a:t> &amp; </a:t>
                </a:r>
                <a:r>
                  <a:rPr lang="nl-NL" b="1" dirty="0" err="1"/>
                  <a:t>membership</a:t>
                </a:r>
                <a:r>
                  <a:rPr lang="nl-NL" b="1" dirty="0"/>
                  <a:t> </a:t>
                </a:r>
                <a:r>
                  <a:rPr lang="nl-NL" b="1" dirty="0" err="1"/>
                  <a:t>testing</a:t>
                </a:r>
                <a:endParaRPr lang="nl-NL" b="1" dirty="0"/>
              </a:p>
            </p:txBody>
          </p:sp>
        </mc:Choice>
        <mc:Fallback xmlns="">
          <p:sp>
            <p:nvSpPr>
              <p:cNvPr id="4" name="Oval Callout 12">
                <a:extLst>
                  <a:ext uri="{FF2B5EF4-FFF2-40B4-BE49-F238E27FC236}">
                    <a16:creationId xmlns:a16="http://schemas.microsoft.com/office/drawing/2014/main" id="{21DC8600-C091-63BC-D4BE-57FC3E9FEF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030" y="3360777"/>
                <a:ext cx="2370221" cy="1591391"/>
              </a:xfrm>
              <a:prstGeom prst="wedgeEllipseCallout">
                <a:avLst>
                  <a:gd name="adj1" fmla="val -71002"/>
                  <a:gd name="adj2" fmla="val -10512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11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3" grpId="0"/>
      <p:bldP spid="16" grpId="0" animBg="1"/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F8DA6-EC30-2561-CF7D-7A78B409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64E1B-57EE-9675-0027-0EFF75DA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BFS </a:t>
            </a:r>
            <a:r>
              <a:rPr lang="nl-NL" dirty="0" err="1"/>
              <a:t>vs</a:t>
            </a:r>
            <a:r>
              <a:rPr lang="nl-NL" dirty="0"/>
              <a:t> DFS</a:t>
            </a:r>
          </a:p>
        </p:txBody>
      </p:sp>
      <p:sp>
        <p:nvSpPr>
          <p:cNvPr id="40" name="TextBox 81">
            <a:extLst>
              <a:ext uri="{FF2B5EF4-FFF2-40B4-BE49-F238E27FC236}">
                <a16:creationId xmlns:a16="http://schemas.microsoft.com/office/drawing/2014/main" id="{BF828C90-885A-8B03-0A81-5DF59AF10468}"/>
              </a:ext>
            </a:extLst>
          </p:cNvPr>
          <p:cNvSpPr txBox="1"/>
          <p:nvPr/>
        </p:nvSpPr>
        <p:spPr>
          <a:xfrm>
            <a:off x="640079" y="2819459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queue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current" hidden="1">
            <a:extLst>
              <a:ext uri="{FF2B5EF4-FFF2-40B4-BE49-F238E27FC236}">
                <a16:creationId xmlns:a16="http://schemas.microsoft.com/office/drawing/2014/main" id="{22C1DA25-A51A-9E98-3DB8-2DAAEC60EA7F}"/>
              </a:ext>
            </a:extLst>
          </p:cNvPr>
          <p:cNvSpPr/>
          <p:nvPr/>
        </p:nvSpPr>
        <p:spPr>
          <a:xfrm>
            <a:off x="6433318" y="5705084"/>
            <a:ext cx="394855" cy="349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TextBox 81">
            <a:extLst>
              <a:ext uri="{FF2B5EF4-FFF2-40B4-BE49-F238E27FC236}">
                <a16:creationId xmlns:a16="http://schemas.microsoft.com/office/drawing/2014/main" id="{875C00D7-3C60-63F6-C710-2104F05301F7}"/>
              </a:ext>
            </a:extLst>
          </p:cNvPr>
          <p:cNvSpPr txBox="1"/>
          <p:nvPr/>
        </p:nvSpPr>
        <p:spPr>
          <a:xfrm>
            <a:off x="7183754" y="2819459"/>
            <a:ext cx="3983783" cy="3139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wrap="none" rtlCol="0" anchor="t" anchorCtr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(start):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stack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visited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empty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set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empty: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v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visited.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of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visited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(w)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tar: 12 Points 2">
                <a:extLst>
                  <a:ext uri="{FF2B5EF4-FFF2-40B4-BE49-F238E27FC236}">
                    <a16:creationId xmlns:a16="http://schemas.microsoft.com/office/drawing/2014/main" id="{59FC1CD0-5372-3889-CE1A-885A2DD43C09}"/>
                  </a:ext>
                </a:extLst>
              </p:cNvPr>
              <p:cNvSpPr/>
              <p:nvPr/>
            </p:nvSpPr>
            <p:spPr>
              <a:xfrm>
                <a:off x="3802581" y="3159493"/>
                <a:ext cx="3543300" cy="2194559"/>
              </a:xfrm>
              <a:prstGeom prst="star12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8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8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nl-NL" sz="2800" b="1" i="1" dirty="0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nl-NL" sz="28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nl-NL" b="1" dirty="0"/>
              </a:p>
            </p:txBody>
          </p:sp>
        </mc:Choice>
        <mc:Fallback xmlns="">
          <p:sp>
            <p:nvSpPr>
              <p:cNvPr id="3" name="Star: 12 Points 2">
                <a:extLst>
                  <a:ext uri="{FF2B5EF4-FFF2-40B4-BE49-F238E27FC236}">
                    <a16:creationId xmlns:a16="http://schemas.microsoft.com/office/drawing/2014/main" id="{59FC1CD0-5372-3889-CE1A-885A2DD43C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581" y="3159493"/>
                <a:ext cx="3543300" cy="2194559"/>
              </a:xfrm>
              <a:prstGeom prst="star12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peech Bubble: Oval 3">
                <a:extLst>
                  <a:ext uri="{FF2B5EF4-FFF2-40B4-BE49-F238E27FC236}">
                    <a16:creationId xmlns:a16="http://schemas.microsoft.com/office/drawing/2014/main" id="{29504141-C5AF-ACDA-0A9F-3C3C514FE7F1}"/>
                  </a:ext>
                </a:extLst>
              </p:cNvPr>
              <p:cNvSpPr/>
              <p:nvPr/>
            </p:nvSpPr>
            <p:spPr>
              <a:xfrm>
                <a:off x="4476023" y="5396994"/>
                <a:ext cx="3825765" cy="1295340"/>
              </a:xfrm>
              <a:prstGeom prst="wedgeEllipseCallout">
                <a:avLst>
                  <a:gd name="adj1" fmla="val -16164"/>
                  <a:gd name="adj2" fmla="val -92616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b="1" dirty="0"/>
                  <a:t>Assuming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nl-NL" b="1" dirty="0"/>
                  <a:t> </a:t>
                </a:r>
                <a:r>
                  <a:rPr lang="nl-NL" b="1" dirty="0" err="1"/>
                  <a:t>insertion</a:t>
                </a:r>
                <a:r>
                  <a:rPr lang="nl-NL" b="1" dirty="0"/>
                  <a:t> &amp; </a:t>
                </a:r>
                <a:r>
                  <a:rPr lang="nl-NL" b="1" dirty="0" err="1"/>
                  <a:t>membership</a:t>
                </a:r>
                <a:r>
                  <a:rPr lang="nl-NL" b="1" dirty="0"/>
                  <a:t> </a:t>
                </a:r>
                <a:r>
                  <a:rPr lang="nl-NL" b="1" dirty="0" err="1"/>
                  <a:t>testing</a:t>
                </a:r>
                <a:r>
                  <a:rPr lang="nl-NL" b="1" dirty="0"/>
                  <a:t> </a:t>
                </a:r>
                <a:r>
                  <a:rPr lang="nl-NL" b="1" dirty="0" err="1"/>
                  <a:t>for</a:t>
                </a:r>
                <a:r>
                  <a:rPr lang="nl-NL" b="1" dirty="0"/>
                  <a:t> </a:t>
                </a:r>
                <a:r>
                  <a:rPr lang="nl-NL" b="1" dirty="0" err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visited</a:t>
                </a:r>
                <a:endParaRPr lang="nl-NL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Speech Bubble: Oval 3">
                <a:extLst>
                  <a:ext uri="{FF2B5EF4-FFF2-40B4-BE49-F238E27FC236}">
                    <a16:creationId xmlns:a16="http://schemas.microsoft.com/office/drawing/2014/main" id="{29504141-C5AF-ACDA-0A9F-3C3C514FE7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023" y="5396994"/>
                <a:ext cx="3825765" cy="1295340"/>
              </a:xfrm>
              <a:prstGeom prst="wedgeEllipseCallout">
                <a:avLst>
                  <a:gd name="adj1" fmla="val -16164"/>
                  <a:gd name="adj2" fmla="val -92616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5" grpId="0" animBg="1"/>
      <p:bldP spid="13" grpId="0" animBg="1"/>
      <p:bldP spid="3" grpId="0" animBg="1"/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510021427184310_277fdcf"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23D90-8C9F-4B70-D005-712F0501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B2A73-E125-430F-0814-531D1232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28" y="1371600"/>
            <a:ext cx="9399270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l-NL" sz="3400" dirty="0" err="1"/>
              <a:t>Directed</a:t>
            </a:r>
            <a:r>
              <a:rPr lang="nl-NL" sz="3400" dirty="0"/>
              <a:t> </a:t>
            </a:r>
            <a:r>
              <a:rPr lang="nl-NL" sz="3400" dirty="0" err="1"/>
              <a:t>graphs</a:t>
            </a:r>
            <a:r>
              <a:rPr lang="nl-NL" sz="3400" dirty="0"/>
              <a:t> &amp; </a:t>
            </a:r>
            <a:r>
              <a:rPr lang="nl-NL" sz="3400" dirty="0" err="1"/>
              <a:t>dependencies</a:t>
            </a:r>
            <a:endParaRPr lang="nl-NL" sz="34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537B1-30C7-1B6E-F61F-438201882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27" y="2633236"/>
            <a:ext cx="9399269" cy="1037529"/>
          </a:xfrm>
        </p:spPr>
        <p:txBody>
          <a:bodyPr>
            <a:normAutofit/>
          </a:bodyPr>
          <a:lstStyle/>
          <a:p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graphs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</a:t>
            </a:r>
            <a:r>
              <a:rPr lang="nl-NL" b="1" dirty="0" err="1"/>
              <a:t>dependencies</a:t>
            </a:r>
            <a:endParaRPr lang="nl-NL" b="1" dirty="0"/>
          </a:p>
          <a:p>
            <a:pPr lvl="1"/>
            <a:r>
              <a:rPr lang="nl-NL" dirty="0" err="1"/>
              <a:t>Example</a:t>
            </a:r>
            <a:r>
              <a:rPr lang="nl-NL" dirty="0"/>
              <a:t>: course </a:t>
            </a:r>
            <a:r>
              <a:rPr lang="nl-NL" dirty="0" err="1"/>
              <a:t>prerequisites</a:t>
            </a:r>
            <a:r>
              <a:rPr lang="nl-NL" dirty="0"/>
              <a:t>, project planning, source / </a:t>
            </a:r>
            <a:r>
              <a:rPr lang="nl-NL" dirty="0" err="1"/>
              <a:t>include</a:t>
            </a:r>
            <a:r>
              <a:rPr lang="nl-NL" dirty="0"/>
              <a:t> files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D619CC-FDC2-7089-91A4-14B6FF01DE82}"/>
              </a:ext>
            </a:extLst>
          </p:cNvPr>
          <p:cNvSpPr/>
          <p:nvPr/>
        </p:nvSpPr>
        <p:spPr>
          <a:xfrm>
            <a:off x="1141857" y="3730854"/>
            <a:ext cx="2057402" cy="54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Algorithms</a:t>
            </a:r>
            <a:r>
              <a:rPr lang="nl-NL" dirty="0">
                <a:latin typeface="Aptos" panose="020B0004020202020204" pitchFamily="34" charset="0"/>
              </a:rPr>
              <a:t> &amp;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>
                <a:latin typeface="Aptos" panose="020B0004020202020204" pitchFamily="34" charset="0"/>
              </a:rPr>
              <a:t>Data </a:t>
            </a:r>
            <a:r>
              <a:rPr lang="nl-NL" dirty="0" err="1">
                <a:latin typeface="Aptos" panose="020B0004020202020204" pitchFamily="34" charset="0"/>
              </a:rPr>
              <a:t>Structures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1270DB-3A18-D80F-443E-E904EADCBB44}"/>
              </a:ext>
            </a:extLst>
          </p:cNvPr>
          <p:cNvSpPr/>
          <p:nvPr/>
        </p:nvSpPr>
        <p:spPr>
          <a:xfrm>
            <a:off x="4389883" y="3730854"/>
            <a:ext cx="2057402" cy="54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C++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1B57FC-9BC2-8566-74D2-B27E1EDA84EF}"/>
              </a:ext>
            </a:extLst>
          </p:cNvPr>
          <p:cNvSpPr/>
          <p:nvPr/>
        </p:nvSpPr>
        <p:spPr>
          <a:xfrm>
            <a:off x="7637907" y="3730854"/>
            <a:ext cx="2057402" cy="54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Programming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5E902C-5342-E8E2-2EAB-9FAD595D6EAA}"/>
              </a:ext>
            </a:extLst>
          </p:cNvPr>
          <p:cNvSpPr txBox="1"/>
          <p:nvPr/>
        </p:nvSpPr>
        <p:spPr>
          <a:xfrm>
            <a:off x="3251794" y="381677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Requires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8F0C11-6FE7-931E-BBD6-8FAF9993F19C}"/>
              </a:ext>
            </a:extLst>
          </p:cNvPr>
          <p:cNvSpPr txBox="1"/>
          <p:nvPr/>
        </p:nvSpPr>
        <p:spPr>
          <a:xfrm>
            <a:off x="6499820" y="381677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Requires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90AE377-3353-0834-0AB5-BC46B57BFA86}"/>
              </a:ext>
            </a:extLst>
          </p:cNvPr>
          <p:cNvSpPr/>
          <p:nvPr/>
        </p:nvSpPr>
        <p:spPr>
          <a:xfrm>
            <a:off x="1141857" y="4741261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Testing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4EEA796-780F-E0B7-509F-7A7E62A7EA90}"/>
              </a:ext>
            </a:extLst>
          </p:cNvPr>
          <p:cNvSpPr/>
          <p:nvPr/>
        </p:nvSpPr>
        <p:spPr>
          <a:xfrm>
            <a:off x="4467223" y="4741261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Implementation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EC2E85A-804E-B108-0A04-0AC384D55DE2}"/>
              </a:ext>
            </a:extLst>
          </p:cNvPr>
          <p:cNvSpPr/>
          <p:nvPr/>
        </p:nvSpPr>
        <p:spPr>
          <a:xfrm>
            <a:off x="7637907" y="4741261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Design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EAE530-AD58-15A4-8D8C-91965F83777C}"/>
              </a:ext>
            </a:extLst>
          </p:cNvPr>
          <p:cNvSpPr txBox="1"/>
          <p:nvPr/>
        </p:nvSpPr>
        <p:spPr>
          <a:xfrm>
            <a:off x="3304329" y="482717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Requires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1A4570-C1EE-924A-FC1E-6312BF65C32D}"/>
              </a:ext>
            </a:extLst>
          </p:cNvPr>
          <p:cNvSpPr txBox="1"/>
          <p:nvPr/>
        </p:nvSpPr>
        <p:spPr>
          <a:xfrm>
            <a:off x="6524625" y="482717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Requires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BFDD6F6-CC57-74A3-C7CE-96A6297DD91E}"/>
              </a:ext>
            </a:extLst>
          </p:cNvPr>
          <p:cNvSpPr/>
          <p:nvPr/>
        </p:nvSpPr>
        <p:spPr>
          <a:xfrm>
            <a:off x="1141857" y="5751668"/>
            <a:ext cx="2057402" cy="5411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Executable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FA8F33F-16A5-5739-C460-0A36AAC2B16A}"/>
              </a:ext>
            </a:extLst>
          </p:cNvPr>
          <p:cNvSpPr/>
          <p:nvPr/>
        </p:nvSpPr>
        <p:spPr>
          <a:xfrm>
            <a:off x="4485132" y="5751668"/>
            <a:ext cx="2057402" cy="5411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Source files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20B787D-E91B-DD90-3CCC-6E6BBE7D4B3C}"/>
              </a:ext>
            </a:extLst>
          </p:cNvPr>
          <p:cNvSpPr/>
          <p:nvPr/>
        </p:nvSpPr>
        <p:spPr>
          <a:xfrm>
            <a:off x="7637907" y="5751668"/>
            <a:ext cx="2057402" cy="5411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Header files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05A4DD-995A-2D15-F656-B16608B26F28}"/>
              </a:ext>
            </a:extLst>
          </p:cNvPr>
          <p:cNvSpPr txBox="1"/>
          <p:nvPr/>
        </p:nvSpPr>
        <p:spPr>
          <a:xfrm>
            <a:off x="3251794" y="5837584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Requires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C96008-E42F-4500-3158-6880063DDD7B}"/>
              </a:ext>
            </a:extLst>
          </p:cNvPr>
          <p:cNvSpPr txBox="1"/>
          <p:nvPr/>
        </p:nvSpPr>
        <p:spPr>
          <a:xfrm>
            <a:off x="6552353" y="5837584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Requires</a:t>
            </a:r>
            <a:endParaRPr lang="nl-N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271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Animated202510021427183108"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23D90-8C9F-4B70-D005-712F0501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B2A73-E125-430F-0814-531D1232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28" y="1371600"/>
            <a:ext cx="9399270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l-NL" sz="3400" dirty="0" err="1"/>
              <a:t>Directed</a:t>
            </a:r>
            <a:r>
              <a:rPr lang="nl-NL" sz="3400" dirty="0"/>
              <a:t> </a:t>
            </a:r>
            <a:r>
              <a:rPr lang="nl-NL" sz="3400" dirty="0" err="1"/>
              <a:t>graphs</a:t>
            </a:r>
            <a:r>
              <a:rPr lang="nl-NL" sz="3400" dirty="0"/>
              <a:t> &amp; </a:t>
            </a:r>
            <a:r>
              <a:rPr lang="nl-NL" sz="3400" dirty="0" err="1"/>
              <a:t>dependencies</a:t>
            </a:r>
            <a:endParaRPr lang="nl-NL" sz="34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537B1-30C7-1B6E-F61F-438201882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27" y="2633236"/>
            <a:ext cx="9399269" cy="1037529"/>
          </a:xfrm>
        </p:spPr>
        <p:txBody>
          <a:bodyPr>
            <a:normAutofit/>
          </a:bodyPr>
          <a:lstStyle/>
          <a:p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graphs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</a:t>
            </a:r>
            <a:r>
              <a:rPr lang="nl-NL" b="1" dirty="0" err="1"/>
              <a:t>dependencies</a:t>
            </a:r>
            <a:endParaRPr lang="nl-NL" b="1" dirty="0"/>
          </a:p>
          <a:p>
            <a:pPr lvl="1"/>
            <a:r>
              <a:rPr lang="nl-NL" dirty="0" err="1"/>
              <a:t>Example</a:t>
            </a:r>
            <a:r>
              <a:rPr lang="nl-NL" dirty="0"/>
              <a:t>: course </a:t>
            </a:r>
            <a:r>
              <a:rPr lang="nl-NL" dirty="0" err="1"/>
              <a:t>prerequisites</a:t>
            </a:r>
            <a:r>
              <a:rPr lang="nl-NL" dirty="0"/>
              <a:t>, project planning, source / </a:t>
            </a:r>
            <a:r>
              <a:rPr lang="nl-NL" dirty="0" err="1"/>
              <a:t>include</a:t>
            </a:r>
            <a:r>
              <a:rPr lang="nl-NL" dirty="0"/>
              <a:t> files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D619CC-FDC2-7089-91A4-14B6FF01DE82}"/>
              </a:ext>
            </a:extLst>
          </p:cNvPr>
          <p:cNvSpPr/>
          <p:nvPr/>
        </p:nvSpPr>
        <p:spPr>
          <a:xfrm>
            <a:off x="1141857" y="3730854"/>
            <a:ext cx="2057402" cy="54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Algorithms</a:t>
            </a:r>
            <a:r>
              <a:rPr lang="nl-NL" dirty="0">
                <a:latin typeface="Aptos" panose="020B0004020202020204" pitchFamily="34" charset="0"/>
              </a:rPr>
              <a:t> &amp;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>
                <a:latin typeface="Aptos" panose="020B0004020202020204" pitchFamily="34" charset="0"/>
              </a:rPr>
              <a:t>Data </a:t>
            </a:r>
            <a:r>
              <a:rPr lang="nl-NL" dirty="0" err="1">
                <a:latin typeface="Aptos" panose="020B0004020202020204" pitchFamily="34" charset="0"/>
              </a:rPr>
              <a:t>Structures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1270DB-3A18-D80F-443E-E904EADCBB44}"/>
              </a:ext>
            </a:extLst>
          </p:cNvPr>
          <p:cNvSpPr/>
          <p:nvPr/>
        </p:nvSpPr>
        <p:spPr>
          <a:xfrm>
            <a:off x="4389883" y="3730854"/>
            <a:ext cx="2057402" cy="54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C++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1B57FC-9BC2-8566-74D2-B27E1EDA84EF}"/>
              </a:ext>
            </a:extLst>
          </p:cNvPr>
          <p:cNvSpPr/>
          <p:nvPr/>
        </p:nvSpPr>
        <p:spPr>
          <a:xfrm>
            <a:off x="7637907" y="3730854"/>
            <a:ext cx="2057402" cy="54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Programming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5E902C-5342-E8E2-2EAB-9FAD595D6EAA}"/>
              </a:ext>
            </a:extLst>
          </p:cNvPr>
          <p:cNvSpPr txBox="1"/>
          <p:nvPr/>
        </p:nvSpPr>
        <p:spPr>
          <a:xfrm>
            <a:off x="3251794" y="381677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Requires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8F0C11-6FE7-931E-BBD6-8FAF9993F19C}"/>
              </a:ext>
            </a:extLst>
          </p:cNvPr>
          <p:cNvSpPr txBox="1"/>
          <p:nvPr/>
        </p:nvSpPr>
        <p:spPr>
          <a:xfrm>
            <a:off x="6499820" y="381677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Requires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90AE377-3353-0834-0AB5-BC46B57BFA86}"/>
              </a:ext>
            </a:extLst>
          </p:cNvPr>
          <p:cNvSpPr/>
          <p:nvPr/>
        </p:nvSpPr>
        <p:spPr>
          <a:xfrm>
            <a:off x="1141857" y="4741261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Testing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4EEA796-780F-E0B7-509F-7A7E62A7EA90}"/>
              </a:ext>
            </a:extLst>
          </p:cNvPr>
          <p:cNvSpPr/>
          <p:nvPr/>
        </p:nvSpPr>
        <p:spPr>
          <a:xfrm>
            <a:off x="4467223" y="4741261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Implementation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EC2E85A-804E-B108-0A04-0AC384D55DE2}"/>
              </a:ext>
            </a:extLst>
          </p:cNvPr>
          <p:cNvSpPr/>
          <p:nvPr/>
        </p:nvSpPr>
        <p:spPr>
          <a:xfrm>
            <a:off x="7637907" y="4741261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Design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EAE530-AD58-15A4-8D8C-91965F83777C}"/>
              </a:ext>
            </a:extLst>
          </p:cNvPr>
          <p:cNvSpPr txBox="1"/>
          <p:nvPr/>
        </p:nvSpPr>
        <p:spPr>
          <a:xfrm>
            <a:off x="3304329" y="482717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Requires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1A4570-C1EE-924A-FC1E-6312BF65C32D}"/>
              </a:ext>
            </a:extLst>
          </p:cNvPr>
          <p:cNvSpPr txBox="1"/>
          <p:nvPr/>
        </p:nvSpPr>
        <p:spPr>
          <a:xfrm>
            <a:off x="6524625" y="482717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Requires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BFDD6F6-CC57-74A3-C7CE-96A6297DD91E}"/>
              </a:ext>
            </a:extLst>
          </p:cNvPr>
          <p:cNvSpPr/>
          <p:nvPr/>
        </p:nvSpPr>
        <p:spPr>
          <a:xfrm>
            <a:off x="1141857" y="5751668"/>
            <a:ext cx="2057402" cy="5411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Executable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FA8F33F-16A5-5739-C460-0A36AAC2B16A}"/>
              </a:ext>
            </a:extLst>
          </p:cNvPr>
          <p:cNvSpPr/>
          <p:nvPr/>
        </p:nvSpPr>
        <p:spPr>
          <a:xfrm>
            <a:off x="4485132" y="5751668"/>
            <a:ext cx="2057402" cy="5411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Source files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20B787D-E91B-DD90-3CCC-6E6BBE7D4B3C}"/>
              </a:ext>
            </a:extLst>
          </p:cNvPr>
          <p:cNvSpPr/>
          <p:nvPr/>
        </p:nvSpPr>
        <p:spPr>
          <a:xfrm>
            <a:off x="7637907" y="5751668"/>
            <a:ext cx="2057402" cy="5411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Header files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05A4DD-995A-2D15-F656-B16608B26F28}"/>
              </a:ext>
            </a:extLst>
          </p:cNvPr>
          <p:cNvSpPr txBox="1"/>
          <p:nvPr/>
        </p:nvSpPr>
        <p:spPr>
          <a:xfrm>
            <a:off x="3251794" y="5837584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Requires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C96008-E42F-4500-3158-6880063DDD7B}"/>
              </a:ext>
            </a:extLst>
          </p:cNvPr>
          <p:cNvSpPr txBox="1"/>
          <p:nvPr/>
        </p:nvSpPr>
        <p:spPr>
          <a:xfrm>
            <a:off x="6552353" y="5837584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Requires</a:t>
            </a:r>
            <a:endParaRPr lang="nl-NL" dirty="0">
              <a:latin typeface="Aptos" panose="020B0004020202020204" pitchFamily="34" charset="0"/>
            </a:endParaRPr>
          </a:p>
        </p:txBody>
      </p:sp>
      <p:pic>
        <p:nvPicPr>
          <p:cNvPr id="12" name="PPTIndicator202510021427184768">
            <a:extLst>
              <a:ext uri="{FF2B5EF4-FFF2-40B4-BE49-F238E27FC236}">
                <a16:creationId xmlns:a16="http://schemas.microsoft.com/office/drawing/2014/main" id="{F6A20422-FD86-705B-F557-C73B50C128E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0"/>
            <a:ext cx="1524000" cy="10668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A3BCB6-BC15-44B6-9B70-D793680C8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>
            <a:off x="713232" y="1031001"/>
            <a:ext cx="978862" cy="0"/>
          </a:xfrm>
          <a:prstGeom prst="line">
            <a:avLst/>
          </a:prstGeom>
          <a:ln w="762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2C24A5C-DE60-B99F-29D4-2301CEE462E0}"/>
              </a:ext>
            </a:extLst>
          </p:cNvPr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Left Arrow 3">
            <a:extLst>
              <a:ext uri="{FF2B5EF4-FFF2-40B4-BE49-F238E27FC236}">
                <a16:creationId xmlns:a16="http://schemas.microsoft.com/office/drawing/2014/main" id="{EB34EEA4-1CFF-F2EE-A6CD-6C74F4A30CA6}"/>
              </a:ext>
            </a:extLst>
          </p:cNvPr>
          <p:cNvSpPr/>
          <p:nvPr/>
        </p:nvSpPr>
        <p:spPr>
          <a:xfrm>
            <a:off x="6575300" y="3787576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Left Arrow 11">
            <a:extLst>
              <a:ext uri="{FF2B5EF4-FFF2-40B4-BE49-F238E27FC236}">
                <a16:creationId xmlns:a16="http://schemas.microsoft.com/office/drawing/2014/main" id="{BF1EA2F6-F8E1-6287-7BE3-797E57967115}"/>
              </a:ext>
            </a:extLst>
          </p:cNvPr>
          <p:cNvSpPr/>
          <p:nvPr/>
        </p:nvSpPr>
        <p:spPr>
          <a:xfrm>
            <a:off x="3327275" y="3787576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Left Arrow 12">
            <a:extLst>
              <a:ext uri="{FF2B5EF4-FFF2-40B4-BE49-F238E27FC236}">
                <a16:creationId xmlns:a16="http://schemas.microsoft.com/office/drawing/2014/main" id="{7AD15E36-45EB-C705-CA73-2F46D7CF506B}"/>
              </a:ext>
            </a:extLst>
          </p:cNvPr>
          <p:cNvSpPr/>
          <p:nvPr/>
        </p:nvSpPr>
        <p:spPr>
          <a:xfrm>
            <a:off x="3327275" y="4796823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Left Arrow 13">
            <a:extLst>
              <a:ext uri="{FF2B5EF4-FFF2-40B4-BE49-F238E27FC236}">
                <a16:creationId xmlns:a16="http://schemas.microsoft.com/office/drawing/2014/main" id="{268DB115-0C7E-B4A6-3EA8-D1FB02602EC9}"/>
              </a:ext>
            </a:extLst>
          </p:cNvPr>
          <p:cNvSpPr/>
          <p:nvPr/>
        </p:nvSpPr>
        <p:spPr>
          <a:xfrm>
            <a:off x="3327275" y="5806070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Left Arrow 14">
            <a:extLst>
              <a:ext uri="{FF2B5EF4-FFF2-40B4-BE49-F238E27FC236}">
                <a16:creationId xmlns:a16="http://schemas.microsoft.com/office/drawing/2014/main" id="{D19EB64A-0F06-18EA-2D37-F6E5789CBDD7}"/>
              </a:ext>
            </a:extLst>
          </p:cNvPr>
          <p:cNvSpPr/>
          <p:nvPr/>
        </p:nvSpPr>
        <p:spPr>
          <a:xfrm>
            <a:off x="6575300" y="4796823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Left Arrow 15">
            <a:extLst>
              <a:ext uri="{FF2B5EF4-FFF2-40B4-BE49-F238E27FC236}">
                <a16:creationId xmlns:a16="http://schemas.microsoft.com/office/drawing/2014/main" id="{6CD4AA4C-5A23-6DCA-0A94-E80371349263}"/>
              </a:ext>
            </a:extLst>
          </p:cNvPr>
          <p:cNvSpPr/>
          <p:nvPr/>
        </p:nvSpPr>
        <p:spPr>
          <a:xfrm>
            <a:off x="6575300" y="5827411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102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40" grpId="0"/>
      <p:bldP spid="41" grpId="0"/>
      <p:bldP spid="62" grpId="0"/>
      <p:bldP spid="63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Multi_202510021433598252_e99ea62"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5F4E0-66F8-D2D2-A428-4F57FB1F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0ACC68-2BA1-E45A-6DB9-B32FECDB7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F1B6E-6E13-166C-7A0A-A6CE60604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28" y="1371600"/>
            <a:ext cx="9399270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l-NL" sz="3400" dirty="0" err="1"/>
              <a:t>Directed</a:t>
            </a:r>
            <a:r>
              <a:rPr lang="nl-NL" sz="3400" dirty="0"/>
              <a:t> </a:t>
            </a:r>
            <a:r>
              <a:rPr lang="nl-NL" sz="3400" dirty="0" err="1"/>
              <a:t>graphs</a:t>
            </a:r>
            <a:r>
              <a:rPr lang="nl-NL" sz="3400" dirty="0"/>
              <a:t> &amp; </a:t>
            </a:r>
            <a:r>
              <a:rPr lang="nl-NL" sz="3400" dirty="0" err="1"/>
              <a:t>dependencies</a:t>
            </a:r>
            <a:endParaRPr lang="nl-NL" sz="34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0769CE-078D-AFFA-BD97-296D74B59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96CEB-082F-FA03-B565-B6158D18D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27" y="2633236"/>
            <a:ext cx="9399269" cy="1037529"/>
          </a:xfrm>
        </p:spPr>
        <p:txBody>
          <a:bodyPr>
            <a:normAutofit/>
          </a:bodyPr>
          <a:lstStyle/>
          <a:p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graphs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</a:t>
            </a:r>
            <a:r>
              <a:rPr lang="nl-NL" b="1" dirty="0" err="1"/>
              <a:t>dependencies</a:t>
            </a:r>
            <a:endParaRPr lang="nl-NL" b="1" dirty="0"/>
          </a:p>
          <a:p>
            <a:pPr lvl="1"/>
            <a:r>
              <a:rPr lang="nl-NL" dirty="0" err="1"/>
              <a:t>Example</a:t>
            </a:r>
            <a:r>
              <a:rPr lang="nl-NL" dirty="0"/>
              <a:t>: course </a:t>
            </a:r>
            <a:r>
              <a:rPr lang="nl-NL" dirty="0" err="1"/>
              <a:t>prerequisites</a:t>
            </a:r>
            <a:r>
              <a:rPr lang="nl-NL" dirty="0"/>
              <a:t>, project planning, source / </a:t>
            </a:r>
            <a:r>
              <a:rPr lang="nl-NL" dirty="0" err="1"/>
              <a:t>include</a:t>
            </a:r>
            <a:r>
              <a:rPr lang="nl-NL" dirty="0"/>
              <a:t> files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503ABC-6223-814E-D694-3F85D3D3BFBF}"/>
              </a:ext>
            </a:extLst>
          </p:cNvPr>
          <p:cNvSpPr/>
          <p:nvPr/>
        </p:nvSpPr>
        <p:spPr>
          <a:xfrm>
            <a:off x="1141857" y="3730854"/>
            <a:ext cx="2057402" cy="54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Algorithms</a:t>
            </a:r>
            <a:r>
              <a:rPr lang="nl-NL" dirty="0">
                <a:latin typeface="Aptos" panose="020B0004020202020204" pitchFamily="34" charset="0"/>
              </a:rPr>
              <a:t> &amp;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>
                <a:latin typeface="Aptos" panose="020B0004020202020204" pitchFamily="34" charset="0"/>
              </a:rPr>
              <a:t>Data </a:t>
            </a:r>
            <a:r>
              <a:rPr lang="nl-NL" dirty="0" err="1">
                <a:latin typeface="Aptos" panose="020B0004020202020204" pitchFamily="34" charset="0"/>
              </a:rPr>
              <a:t>Structures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1773CD-3701-E24D-9A32-ABD18A2C996D}"/>
              </a:ext>
            </a:extLst>
          </p:cNvPr>
          <p:cNvSpPr/>
          <p:nvPr/>
        </p:nvSpPr>
        <p:spPr>
          <a:xfrm>
            <a:off x="4389882" y="3730854"/>
            <a:ext cx="2057402" cy="54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C++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2E0952-219B-BAB4-D5B9-A16ABBB98D82}"/>
              </a:ext>
            </a:extLst>
          </p:cNvPr>
          <p:cNvSpPr/>
          <p:nvPr/>
        </p:nvSpPr>
        <p:spPr>
          <a:xfrm>
            <a:off x="7637907" y="3730854"/>
            <a:ext cx="2057402" cy="54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Programming 2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B69D7B-1F99-E28F-2138-52F8B16E578F}"/>
              </a:ext>
            </a:extLst>
          </p:cNvPr>
          <p:cNvSpPr/>
          <p:nvPr/>
        </p:nvSpPr>
        <p:spPr>
          <a:xfrm>
            <a:off x="1141857" y="4741261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Testing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523734C-B6A9-81A3-A4FE-D4462B08604B}"/>
              </a:ext>
            </a:extLst>
          </p:cNvPr>
          <p:cNvSpPr/>
          <p:nvPr/>
        </p:nvSpPr>
        <p:spPr>
          <a:xfrm>
            <a:off x="4467223" y="4741261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Implementation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B6998A9-1F90-5C57-7422-4C39492ABBD1}"/>
              </a:ext>
            </a:extLst>
          </p:cNvPr>
          <p:cNvSpPr/>
          <p:nvPr/>
        </p:nvSpPr>
        <p:spPr>
          <a:xfrm>
            <a:off x="7637907" y="4741261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Design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4CCA727-28C1-FB95-5098-1E10D7EBD026}"/>
              </a:ext>
            </a:extLst>
          </p:cNvPr>
          <p:cNvSpPr/>
          <p:nvPr/>
        </p:nvSpPr>
        <p:spPr>
          <a:xfrm>
            <a:off x="1141857" y="5751668"/>
            <a:ext cx="2057402" cy="5411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Executable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F6B1690-A544-EAD6-7C68-671E8551A966}"/>
              </a:ext>
            </a:extLst>
          </p:cNvPr>
          <p:cNvSpPr/>
          <p:nvPr/>
        </p:nvSpPr>
        <p:spPr>
          <a:xfrm>
            <a:off x="4485132" y="5751668"/>
            <a:ext cx="2057402" cy="5411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Source files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0AC408C-5ACE-FE2D-D99D-3EDA8C0D64FA}"/>
              </a:ext>
            </a:extLst>
          </p:cNvPr>
          <p:cNvSpPr/>
          <p:nvPr/>
        </p:nvSpPr>
        <p:spPr>
          <a:xfrm>
            <a:off x="7637907" y="5751668"/>
            <a:ext cx="2057402" cy="5411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Header files</a:t>
            </a:r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290823A4-6221-F103-7FFC-63FD493AB15C}"/>
              </a:ext>
            </a:extLst>
          </p:cNvPr>
          <p:cNvSpPr/>
          <p:nvPr/>
        </p:nvSpPr>
        <p:spPr>
          <a:xfrm>
            <a:off x="6575300" y="3787576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D600DFFA-7CCE-50B1-582F-900914307B96}"/>
              </a:ext>
            </a:extLst>
          </p:cNvPr>
          <p:cNvSpPr/>
          <p:nvPr/>
        </p:nvSpPr>
        <p:spPr>
          <a:xfrm>
            <a:off x="3327275" y="3787576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6FCA28F1-AD59-402F-0C41-386EE35513CD}"/>
              </a:ext>
            </a:extLst>
          </p:cNvPr>
          <p:cNvSpPr/>
          <p:nvPr/>
        </p:nvSpPr>
        <p:spPr>
          <a:xfrm>
            <a:off x="3327275" y="4796823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FE066C60-3296-7E24-5764-C7963DDF3415}"/>
              </a:ext>
            </a:extLst>
          </p:cNvPr>
          <p:cNvSpPr/>
          <p:nvPr/>
        </p:nvSpPr>
        <p:spPr>
          <a:xfrm>
            <a:off x="3327275" y="5806070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F679F738-CC82-3192-0123-AE4904BF53DB}"/>
              </a:ext>
            </a:extLst>
          </p:cNvPr>
          <p:cNvSpPr/>
          <p:nvPr/>
        </p:nvSpPr>
        <p:spPr>
          <a:xfrm>
            <a:off x="6575300" y="4796823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94E0E958-B552-8E45-D90B-70476FAF11F6}"/>
              </a:ext>
            </a:extLst>
          </p:cNvPr>
          <p:cNvSpPr/>
          <p:nvPr/>
        </p:nvSpPr>
        <p:spPr>
          <a:xfrm>
            <a:off x="6575300" y="5827411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52478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59827-E9E2-A2AF-A264-33CF434DC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B33F3B8-7047-F0AB-1404-6C89ACDAC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CCC46-E37B-C759-E367-6A1EE5B05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28" y="1371600"/>
            <a:ext cx="9399270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l-NL" sz="3400" dirty="0" err="1"/>
              <a:t>Directed</a:t>
            </a:r>
            <a:r>
              <a:rPr lang="nl-NL" sz="3400" dirty="0"/>
              <a:t> </a:t>
            </a:r>
            <a:r>
              <a:rPr lang="nl-NL" sz="3400" dirty="0" err="1"/>
              <a:t>graphs</a:t>
            </a:r>
            <a:r>
              <a:rPr lang="nl-NL" sz="3400" dirty="0"/>
              <a:t> &amp; </a:t>
            </a:r>
            <a:r>
              <a:rPr lang="nl-NL" sz="3400" dirty="0" err="1"/>
              <a:t>dependencies</a:t>
            </a:r>
            <a:endParaRPr lang="nl-NL" sz="34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8E04A4C-DDE0-5D57-E6C0-5B0E40C3A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00DA-F671-6B91-F685-C521A62EE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27" y="2633236"/>
            <a:ext cx="9399269" cy="1037529"/>
          </a:xfrm>
        </p:spPr>
        <p:txBody>
          <a:bodyPr>
            <a:normAutofit/>
          </a:bodyPr>
          <a:lstStyle/>
          <a:p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graphs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</a:t>
            </a:r>
            <a:r>
              <a:rPr lang="nl-NL" b="1" dirty="0" err="1"/>
              <a:t>dependencies</a:t>
            </a:r>
            <a:endParaRPr lang="nl-NL" b="1" dirty="0"/>
          </a:p>
          <a:p>
            <a:pPr lvl="1"/>
            <a:r>
              <a:rPr lang="nl-NL" dirty="0" err="1"/>
              <a:t>Example</a:t>
            </a:r>
            <a:r>
              <a:rPr lang="nl-NL" dirty="0"/>
              <a:t>: course </a:t>
            </a:r>
            <a:r>
              <a:rPr lang="nl-NL" dirty="0" err="1"/>
              <a:t>prerequisites</a:t>
            </a:r>
            <a:r>
              <a:rPr lang="nl-NL" dirty="0"/>
              <a:t>, project planning, source / </a:t>
            </a:r>
            <a:r>
              <a:rPr lang="nl-NL" dirty="0" err="1"/>
              <a:t>include</a:t>
            </a:r>
            <a:r>
              <a:rPr lang="nl-NL" dirty="0"/>
              <a:t> files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D07B09-BEA0-6BDA-9F44-57FC3E45AF23}"/>
              </a:ext>
            </a:extLst>
          </p:cNvPr>
          <p:cNvSpPr/>
          <p:nvPr/>
        </p:nvSpPr>
        <p:spPr>
          <a:xfrm>
            <a:off x="1141857" y="3730854"/>
            <a:ext cx="2057402" cy="54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Algorithms</a:t>
            </a:r>
            <a:r>
              <a:rPr lang="nl-NL" dirty="0">
                <a:latin typeface="Aptos" panose="020B0004020202020204" pitchFamily="34" charset="0"/>
              </a:rPr>
              <a:t> &amp;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>
                <a:latin typeface="Aptos" panose="020B0004020202020204" pitchFamily="34" charset="0"/>
              </a:rPr>
              <a:t>Data </a:t>
            </a:r>
            <a:r>
              <a:rPr lang="nl-NL" dirty="0" err="1">
                <a:latin typeface="Aptos" panose="020B0004020202020204" pitchFamily="34" charset="0"/>
              </a:rPr>
              <a:t>Structures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03356A-FE00-B6CB-9672-35A5436F247C}"/>
              </a:ext>
            </a:extLst>
          </p:cNvPr>
          <p:cNvSpPr/>
          <p:nvPr/>
        </p:nvSpPr>
        <p:spPr>
          <a:xfrm>
            <a:off x="4389882" y="3730854"/>
            <a:ext cx="2057402" cy="54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C++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44030E-B767-0E34-6431-858D901CDE64}"/>
              </a:ext>
            </a:extLst>
          </p:cNvPr>
          <p:cNvSpPr/>
          <p:nvPr/>
        </p:nvSpPr>
        <p:spPr>
          <a:xfrm>
            <a:off x="7637907" y="3730854"/>
            <a:ext cx="2057402" cy="54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Programming 2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2C6B921-4DDE-F75E-F694-D27B131D5F1A}"/>
              </a:ext>
            </a:extLst>
          </p:cNvPr>
          <p:cNvSpPr/>
          <p:nvPr/>
        </p:nvSpPr>
        <p:spPr>
          <a:xfrm>
            <a:off x="1141857" y="4741261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Testing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48D50E0-F6C2-66A8-DF91-B8D7E6D6AAEE}"/>
              </a:ext>
            </a:extLst>
          </p:cNvPr>
          <p:cNvSpPr/>
          <p:nvPr/>
        </p:nvSpPr>
        <p:spPr>
          <a:xfrm>
            <a:off x="4467223" y="4741261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Implementation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07BEA2F-D91A-DD5E-8D5F-2685C2726239}"/>
              </a:ext>
            </a:extLst>
          </p:cNvPr>
          <p:cNvSpPr/>
          <p:nvPr/>
        </p:nvSpPr>
        <p:spPr>
          <a:xfrm>
            <a:off x="7637907" y="4741261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Design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E4E4B0B-704E-E1E5-AD62-BA1C0A89DE69}"/>
              </a:ext>
            </a:extLst>
          </p:cNvPr>
          <p:cNvSpPr/>
          <p:nvPr/>
        </p:nvSpPr>
        <p:spPr>
          <a:xfrm>
            <a:off x="1141857" y="5751668"/>
            <a:ext cx="2057402" cy="5411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Executable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33524A8-E63A-A665-F4E4-FB557B9111F3}"/>
              </a:ext>
            </a:extLst>
          </p:cNvPr>
          <p:cNvSpPr/>
          <p:nvPr/>
        </p:nvSpPr>
        <p:spPr>
          <a:xfrm>
            <a:off x="4485132" y="5751668"/>
            <a:ext cx="2057402" cy="5411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Source files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FE9DE08-0A44-1927-5A17-B2EF8A37F9EF}"/>
              </a:ext>
            </a:extLst>
          </p:cNvPr>
          <p:cNvSpPr/>
          <p:nvPr/>
        </p:nvSpPr>
        <p:spPr>
          <a:xfrm>
            <a:off x="7637907" y="5751668"/>
            <a:ext cx="2057402" cy="5411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Header files</a:t>
            </a:r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C274E2D7-63CD-0146-DDEA-A7F13068F255}"/>
              </a:ext>
            </a:extLst>
          </p:cNvPr>
          <p:cNvSpPr/>
          <p:nvPr/>
        </p:nvSpPr>
        <p:spPr>
          <a:xfrm>
            <a:off x="6575300" y="3787576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014B589E-754C-B18A-163F-F787ABC2146C}"/>
              </a:ext>
            </a:extLst>
          </p:cNvPr>
          <p:cNvSpPr/>
          <p:nvPr/>
        </p:nvSpPr>
        <p:spPr>
          <a:xfrm>
            <a:off x="3327275" y="3787576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88EC7F74-29B7-F545-DE5D-671D9CB615A1}"/>
              </a:ext>
            </a:extLst>
          </p:cNvPr>
          <p:cNvSpPr/>
          <p:nvPr/>
        </p:nvSpPr>
        <p:spPr>
          <a:xfrm>
            <a:off x="3327275" y="4796823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B2FB4696-D352-911B-32DB-9A6DFBA2DA86}"/>
              </a:ext>
            </a:extLst>
          </p:cNvPr>
          <p:cNvSpPr/>
          <p:nvPr/>
        </p:nvSpPr>
        <p:spPr>
          <a:xfrm>
            <a:off x="3327275" y="5806070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53BB6F70-DBEB-6B41-3D15-A115AC85C23F}"/>
              </a:ext>
            </a:extLst>
          </p:cNvPr>
          <p:cNvSpPr/>
          <p:nvPr/>
        </p:nvSpPr>
        <p:spPr>
          <a:xfrm>
            <a:off x="6575300" y="4796823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1E474BC5-E6D7-9405-D8C3-8A5A09F2ACA3}"/>
              </a:ext>
            </a:extLst>
          </p:cNvPr>
          <p:cNvSpPr/>
          <p:nvPr/>
        </p:nvSpPr>
        <p:spPr>
          <a:xfrm>
            <a:off x="6575300" y="5827411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955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1164 -0.05093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11" y="-252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3.33333E-6 L 0.1164 -0.0507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21" y="-2778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96296E-6 L 0.1164 -0.05093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51" y="-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37" grpId="0" animBg="1"/>
      <p:bldP spid="38" grpId="0" animBg="1"/>
      <p:bldP spid="39" grpId="0" animBg="1"/>
      <p:bldP spid="59" grpId="0" animBg="1"/>
      <p:bldP spid="60" grpId="0" animBg="1"/>
      <p:bldP spid="61" grpId="0" animBg="1"/>
      <p:bldP spid="4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End_202510021433598265_51d405e"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DF7EF-15A4-25A2-1946-47E4D5EDD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D40BFA-C86F-6F0A-CEEF-F6977F4D3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46D8FC-DB61-C049-F82D-E35141B58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1A180-3E36-688A-42EC-FA65958CD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27" y="2633236"/>
            <a:ext cx="9399269" cy="1037529"/>
          </a:xfrm>
        </p:spPr>
        <p:txBody>
          <a:bodyPr>
            <a:normAutofit/>
          </a:bodyPr>
          <a:lstStyle/>
          <a:p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graphs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</a:t>
            </a:r>
            <a:r>
              <a:rPr lang="nl-NL" b="1" dirty="0" err="1"/>
              <a:t>dependencies</a:t>
            </a:r>
            <a:endParaRPr lang="nl-NL" b="1" dirty="0"/>
          </a:p>
          <a:p>
            <a:pPr lvl="1"/>
            <a:r>
              <a:rPr lang="nl-NL" dirty="0" err="1"/>
              <a:t>Example</a:t>
            </a:r>
            <a:r>
              <a:rPr lang="nl-NL" dirty="0"/>
              <a:t>: course </a:t>
            </a:r>
            <a:r>
              <a:rPr lang="nl-NL" dirty="0" err="1"/>
              <a:t>prerequisites</a:t>
            </a:r>
            <a:r>
              <a:rPr lang="nl-NL" dirty="0"/>
              <a:t>, project planning, source / </a:t>
            </a:r>
            <a:r>
              <a:rPr lang="nl-NL" dirty="0" err="1"/>
              <a:t>include</a:t>
            </a:r>
            <a:r>
              <a:rPr lang="nl-NL" dirty="0"/>
              <a:t> files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C41C71D-6EB8-D30E-56F3-0A1E2C899144}"/>
              </a:ext>
            </a:extLst>
          </p:cNvPr>
          <p:cNvSpPr/>
          <p:nvPr/>
        </p:nvSpPr>
        <p:spPr>
          <a:xfrm>
            <a:off x="2561082" y="4392858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Testing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B591023-C62C-99D4-97FA-89492D1E5B4B}"/>
              </a:ext>
            </a:extLst>
          </p:cNvPr>
          <p:cNvSpPr/>
          <p:nvPr/>
        </p:nvSpPr>
        <p:spPr>
          <a:xfrm>
            <a:off x="5886448" y="4392858"/>
            <a:ext cx="2057402" cy="5411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Implementation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F09532AF-D111-305C-63B9-6399700AE7AA}"/>
              </a:ext>
            </a:extLst>
          </p:cNvPr>
          <p:cNvSpPr/>
          <p:nvPr/>
        </p:nvSpPr>
        <p:spPr>
          <a:xfrm>
            <a:off x="4746500" y="4448420"/>
            <a:ext cx="934591" cy="409154"/>
          </a:xfrm>
          <a:prstGeom prst="lef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1C5AC-8227-287D-C012-C667E8EB3392}"/>
              </a:ext>
            </a:extLst>
          </p:cNvPr>
          <p:cNvSpPr txBox="1"/>
          <p:nvPr/>
        </p:nvSpPr>
        <p:spPr>
          <a:xfrm>
            <a:off x="6191521" y="3953120"/>
            <a:ext cx="144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Dependency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50138-7B28-143F-F439-0CA67B67C533}"/>
              </a:ext>
            </a:extLst>
          </p:cNvPr>
          <p:cNvSpPr txBox="1"/>
          <p:nvPr/>
        </p:nvSpPr>
        <p:spPr>
          <a:xfrm>
            <a:off x="2981283" y="3953120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Dependee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611D0E-C146-FE8F-C03B-D55319042FED}"/>
              </a:ext>
            </a:extLst>
          </p:cNvPr>
          <p:cNvSpPr txBox="1"/>
          <p:nvPr/>
        </p:nvSpPr>
        <p:spPr>
          <a:xfrm>
            <a:off x="2971665" y="500442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Successor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5DE2DC-95EA-5699-8016-72744B3431D1}"/>
              </a:ext>
            </a:extLst>
          </p:cNvPr>
          <p:cNvSpPr txBox="1"/>
          <p:nvPr/>
        </p:nvSpPr>
        <p:spPr>
          <a:xfrm>
            <a:off x="6197933" y="5004428"/>
            <a:ext cx="143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Predecessor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FDBFBA-6EB5-E837-5B90-0996CFBAE22B}"/>
              </a:ext>
            </a:extLst>
          </p:cNvPr>
          <p:cNvSpPr txBox="1"/>
          <p:nvPr/>
        </p:nvSpPr>
        <p:spPr>
          <a:xfrm>
            <a:off x="3589783" y="5471449"/>
            <a:ext cx="372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i="1" dirty="0" err="1">
                <a:latin typeface="Aptos" panose="020B0004020202020204" pitchFamily="34" charset="0"/>
              </a:rPr>
              <a:t>Testing</a:t>
            </a:r>
            <a:r>
              <a:rPr lang="nl-NL" i="1" dirty="0">
                <a:latin typeface="Aptos" panose="020B0004020202020204" pitchFamily="34" charset="0"/>
              </a:rPr>
              <a:t> </a:t>
            </a:r>
            <a:r>
              <a:rPr lang="nl-NL" i="1" dirty="0" err="1">
                <a:latin typeface="Aptos" panose="020B0004020202020204" pitchFamily="34" charset="0"/>
              </a:rPr>
              <a:t>depends</a:t>
            </a:r>
            <a:r>
              <a:rPr lang="nl-NL" i="1" dirty="0">
                <a:latin typeface="Aptos" panose="020B0004020202020204" pitchFamily="34" charset="0"/>
              </a:rPr>
              <a:t> on </a:t>
            </a:r>
            <a:r>
              <a:rPr lang="nl-NL" i="1" dirty="0" err="1">
                <a:latin typeface="Aptos" panose="020B0004020202020204" pitchFamily="34" charset="0"/>
              </a:rPr>
              <a:t>implementation</a:t>
            </a:r>
            <a:endParaRPr lang="nl-NL" i="1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B3E294-0FB1-612E-4F4A-5A6D5A21604A}"/>
              </a:ext>
            </a:extLst>
          </p:cNvPr>
          <p:cNvSpPr txBox="1"/>
          <p:nvPr/>
        </p:nvSpPr>
        <p:spPr>
          <a:xfrm>
            <a:off x="1969730" y="5911187"/>
            <a:ext cx="7006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i="1" dirty="0" err="1">
                <a:latin typeface="Aptos" panose="020B0004020202020204" pitchFamily="34" charset="0"/>
              </a:rPr>
              <a:t>Testing</a:t>
            </a:r>
            <a:r>
              <a:rPr lang="nl-NL" i="1" dirty="0">
                <a:latin typeface="Aptos" panose="020B0004020202020204" pitchFamily="34" charset="0"/>
              </a:rPr>
              <a:t> must </a:t>
            </a:r>
            <a:r>
              <a:rPr lang="nl-NL" i="1" dirty="0" err="1">
                <a:latin typeface="Aptos" panose="020B0004020202020204" pitchFamily="34" charset="0"/>
              </a:rPr>
              <a:t>come</a:t>
            </a:r>
            <a:r>
              <a:rPr lang="nl-NL" i="1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after</a:t>
            </a:r>
            <a:r>
              <a:rPr lang="nl-NL" i="1" dirty="0">
                <a:latin typeface="Aptos" panose="020B0004020202020204" pitchFamily="34" charset="0"/>
              </a:rPr>
              <a:t> </a:t>
            </a:r>
            <a:r>
              <a:rPr lang="nl-NL" i="1" dirty="0" err="1">
                <a:latin typeface="Aptos" panose="020B0004020202020204" pitchFamily="34" charset="0"/>
              </a:rPr>
              <a:t>implementation</a:t>
            </a:r>
            <a:endParaRPr lang="nl-NL" i="1" dirty="0">
              <a:latin typeface="Aptos" panose="020B0004020202020204" pitchFamily="34" charset="0"/>
            </a:endParaRPr>
          </a:p>
          <a:p>
            <a:pPr algn="ctr"/>
            <a:r>
              <a:rPr lang="nl-NL" i="1" dirty="0">
                <a:latin typeface="Aptos" panose="020B0004020202020204" pitchFamily="34" charset="0"/>
              </a:rPr>
              <a:t>(</a:t>
            </a:r>
            <a:r>
              <a:rPr lang="nl-NL" i="1" dirty="0" err="1">
                <a:latin typeface="Aptos" panose="020B0004020202020204" pitchFamily="34" charset="0"/>
              </a:rPr>
              <a:t>implementation</a:t>
            </a:r>
            <a:r>
              <a:rPr lang="nl-NL" i="1" dirty="0">
                <a:latin typeface="Aptos" panose="020B0004020202020204" pitchFamily="34" charset="0"/>
              </a:rPr>
              <a:t> </a:t>
            </a:r>
            <a:r>
              <a:rPr lang="nl-NL" i="1" dirty="0" err="1">
                <a:latin typeface="Aptos" panose="020B0004020202020204" pitchFamily="34" charset="0"/>
              </a:rPr>
              <a:t>precedes</a:t>
            </a:r>
            <a:r>
              <a:rPr lang="nl-NL" i="1" dirty="0">
                <a:latin typeface="Aptos" panose="020B0004020202020204" pitchFamily="34" charset="0"/>
              </a:rPr>
              <a:t> </a:t>
            </a:r>
            <a:r>
              <a:rPr lang="nl-NL" i="1" dirty="0" err="1">
                <a:latin typeface="Aptos" panose="020B0004020202020204" pitchFamily="34" charset="0"/>
              </a:rPr>
              <a:t>testing</a:t>
            </a:r>
            <a:r>
              <a:rPr lang="nl-NL" i="1" dirty="0">
                <a:latin typeface="Aptos" panose="020B0004020202020204" pitchFamily="34" charset="0"/>
              </a:rPr>
              <a:t>, </a:t>
            </a:r>
            <a:r>
              <a:rPr lang="nl-NL" i="1" dirty="0" err="1">
                <a:latin typeface="Aptos" panose="020B0004020202020204" pitchFamily="34" charset="0"/>
              </a:rPr>
              <a:t>testing</a:t>
            </a:r>
            <a:r>
              <a:rPr lang="nl-NL" i="1" dirty="0">
                <a:latin typeface="Aptos" panose="020B0004020202020204" pitchFamily="34" charset="0"/>
              </a:rPr>
              <a:t> </a:t>
            </a:r>
            <a:r>
              <a:rPr lang="nl-NL" i="1" dirty="0" err="1">
                <a:latin typeface="Aptos" panose="020B0004020202020204" pitchFamily="34" charset="0"/>
              </a:rPr>
              <a:t>succeeds</a:t>
            </a:r>
            <a:r>
              <a:rPr lang="nl-NL" i="1" dirty="0">
                <a:latin typeface="Aptos" panose="020B0004020202020204" pitchFamily="34" charset="0"/>
              </a:rPr>
              <a:t> </a:t>
            </a:r>
            <a:r>
              <a:rPr lang="nl-NL" i="1" dirty="0" err="1">
                <a:latin typeface="Aptos" panose="020B0004020202020204" pitchFamily="34" charset="0"/>
              </a:rPr>
              <a:t>implementation</a:t>
            </a:r>
            <a:r>
              <a:rPr lang="nl-NL" i="1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390372B-A162-B5AE-2C06-E261F13C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/>
          <a:lstStyle/>
          <a:p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graphs</a:t>
            </a:r>
            <a:r>
              <a:rPr lang="nl-NL" dirty="0"/>
              <a:t> &amp; </a:t>
            </a:r>
            <a:r>
              <a:rPr lang="nl-NL" dirty="0" err="1"/>
              <a:t>dependencies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9751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27" grpId="0"/>
      <p:bldP spid="28" grpId="0"/>
      <p:bldP spid="42" grpId="0"/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C226-798E-7C89-C6AA-1B1E8508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7C36-B450-B969-C0A8-47EA02AE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graphs</a:t>
            </a:r>
            <a:r>
              <a:rPr lang="nl-NL" dirty="0"/>
              <a:t> &amp; </a:t>
            </a:r>
            <a:r>
              <a:rPr lang="nl-NL" dirty="0" err="1"/>
              <a:t>dependencies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63CA6-B2AC-E238-63DE-FFC256438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457638"/>
          </a:xfrm>
        </p:spPr>
        <p:txBody>
          <a:bodyPr>
            <a:normAutofit/>
          </a:bodyPr>
          <a:lstStyle/>
          <a:p>
            <a:r>
              <a:rPr lang="nl-NL" dirty="0" err="1"/>
              <a:t>Problem</a:t>
            </a:r>
            <a:r>
              <a:rPr lang="nl-NL" dirty="0"/>
              <a:t>: </a:t>
            </a:r>
            <a:r>
              <a:rPr lang="nl-NL" dirty="0" err="1"/>
              <a:t>given</a:t>
            </a:r>
            <a:r>
              <a:rPr lang="nl-NL" dirty="0"/>
              <a:t> a set of </a:t>
            </a:r>
            <a:r>
              <a:rPr lang="nl-NL" dirty="0" err="1"/>
              <a:t>dependencies</a:t>
            </a:r>
            <a:r>
              <a:rPr lang="nl-NL" dirty="0"/>
              <a:t>,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we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order in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resolve</a:t>
            </a:r>
            <a:r>
              <a:rPr lang="nl-NL" dirty="0"/>
              <a:t> </a:t>
            </a:r>
            <a:r>
              <a:rPr lang="nl-NL" dirty="0" err="1"/>
              <a:t>them</a:t>
            </a:r>
            <a:r>
              <a:rPr lang="nl-NL" dirty="0"/>
              <a:t>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E4FC40-2462-11CC-CE50-6765080FA300}"/>
              </a:ext>
            </a:extLst>
          </p:cNvPr>
          <p:cNvCxnSpPr>
            <a:cxnSpLocks/>
            <a:stCxn id="20" idx="0"/>
            <a:endCxn id="13" idx="2"/>
          </p:cNvCxnSpPr>
          <p:nvPr/>
        </p:nvCxnSpPr>
        <p:spPr>
          <a:xfrm flipH="1" flipV="1">
            <a:off x="9796714" y="3657988"/>
            <a:ext cx="3061" cy="171074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CB21B7-F63E-EB43-145F-B0D5892EC9C7}"/>
              </a:ext>
            </a:extLst>
          </p:cNvPr>
          <p:cNvCxnSpPr>
            <a:cxnSpLocks/>
            <a:stCxn id="23" idx="0"/>
            <a:endCxn id="17" idx="2"/>
          </p:cNvCxnSpPr>
          <p:nvPr/>
        </p:nvCxnSpPr>
        <p:spPr>
          <a:xfrm flipV="1">
            <a:off x="11100443" y="4381565"/>
            <a:ext cx="0" cy="348242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D06950-21AA-BC0B-4A2E-97F04CB048B5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8491150" y="4381565"/>
            <a:ext cx="0" cy="348242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238619B-1A27-475B-6334-C065D352EE51}"/>
              </a:ext>
            </a:extLst>
          </p:cNvPr>
          <p:cNvSpPr/>
          <p:nvPr/>
        </p:nvSpPr>
        <p:spPr>
          <a:xfrm>
            <a:off x="8963526" y="3236792"/>
            <a:ext cx="1666375" cy="421196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program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B14465B-1472-F10C-CFC5-10931D666736}"/>
              </a:ext>
            </a:extLst>
          </p:cNvPr>
          <p:cNvSpPr/>
          <p:nvPr/>
        </p:nvSpPr>
        <p:spPr>
          <a:xfrm>
            <a:off x="7871523" y="3816081"/>
            <a:ext cx="1239253" cy="565484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main.o</a:t>
            </a: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2492C7-C7A4-D023-96C4-7F8B1E91B9B0}"/>
              </a:ext>
            </a:extLst>
          </p:cNvPr>
          <p:cNvSpPr/>
          <p:nvPr/>
        </p:nvSpPr>
        <p:spPr>
          <a:xfrm>
            <a:off x="7871523" y="4729807"/>
            <a:ext cx="1239253" cy="565484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main.c</a:t>
            </a: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DA2A59-9F33-B2D3-E15C-82BBAD01941E}"/>
              </a:ext>
            </a:extLst>
          </p:cNvPr>
          <p:cNvSpPr/>
          <p:nvPr/>
        </p:nvSpPr>
        <p:spPr>
          <a:xfrm>
            <a:off x="10129625" y="3816081"/>
            <a:ext cx="1941635" cy="565484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functions.o</a:t>
            </a: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0AC10B2-BB14-D4A4-1545-B23EB299461B}"/>
              </a:ext>
            </a:extLst>
          </p:cNvPr>
          <p:cNvSpPr/>
          <p:nvPr/>
        </p:nvSpPr>
        <p:spPr>
          <a:xfrm>
            <a:off x="8727338" y="5368736"/>
            <a:ext cx="2144874" cy="565484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liblibrary.so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761FEDB-92D6-1698-9CCD-32475FDD49DC}"/>
              </a:ext>
            </a:extLst>
          </p:cNvPr>
          <p:cNvSpPr/>
          <p:nvPr/>
        </p:nvSpPr>
        <p:spPr>
          <a:xfrm>
            <a:off x="8912672" y="6163208"/>
            <a:ext cx="1774207" cy="565484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library.c</a:t>
            </a: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7D22702-593E-2EFE-C434-BC76353CA3EA}"/>
              </a:ext>
            </a:extLst>
          </p:cNvPr>
          <p:cNvSpPr/>
          <p:nvPr/>
        </p:nvSpPr>
        <p:spPr>
          <a:xfrm>
            <a:off x="10129625" y="4729807"/>
            <a:ext cx="1941635" cy="565484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functions.c</a:t>
            </a: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9B6D9D5-A45E-571D-3D75-78CCF1606B28}"/>
              </a:ext>
            </a:extLst>
          </p:cNvPr>
          <p:cNvCxnSpPr>
            <a:cxnSpLocks/>
            <a:stCxn id="21" idx="0"/>
            <a:endCxn id="20" idx="2"/>
          </p:cNvCxnSpPr>
          <p:nvPr/>
        </p:nvCxnSpPr>
        <p:spPr>
          <a:xfrm flipH="1" flipV="1">
            <a:off x="9799775" y="5934220"/>
            <a:ext cx="1" cy="22898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12FDEE8-4C48-CD91-6E65-894200C72D2B}"/>
              </a:ext>
            </a:extLst>
          </p:cNvPr>
          <p:cNvGrpSpPr/>
          <p:nvPr/>
        </p:nvGrpSpPr>
        <p:grpSpPr>
          <a:xfrm>
            <a:off x="548013" y="3302691"/>
            <a:ext cx="7152901" cy="3170099"/>
            <a:chOff x="614987" y="3224259"/>
            <a:chExt cx="7152901" cy="317009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70BC88-9D9D-55FB-222A-337B9BA4C58D}"/>
                </a:ext>
              </a:extLst>
            </p:cNvPr>
            <p:cNvSpPr txBox="1"/>
            <p:nvPr/>
          </p:nvSpPr>
          <p:spPr>
            <a:xfrm>
              <a:off x="614987" y="3593591"/>
              <a:ext cx="7152901" cy="28007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program: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main.o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functions.o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liblibrary.so</a:t>
              </a:r>
            </a:p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$(CC) -o program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main.o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functions.o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-L. -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llibrary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main.o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: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$(CC) -c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-o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main.o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functions.o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: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$(CC) -c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-o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functions.o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liblibrary.so: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library.c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$(CC) -shared -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fPIC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-o liblibrary.so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library.c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06E9279-B8D3-0A3B-3175-97C485A459D2}"/>
                </a:ext>
              </a:extLst>
            </p:cNvPr>
            <p:cNvSpPr txBox="1"/>
            <p:nvPr/>
          </p:nvSpPr>
          <p:spPr>
            <a:xfrm>
              <a:off x="614987" y="3224259"/>
              <a:ext cx="7152900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Makefile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68B1C363-CC01-A586-3A05-6D459C8F1DD2}"/>
              </a:ext>
            </a:extLst>
          </p:cNvPr>
          <p:cNvCxnSpPr>
            <a:stCxn id="15" idx="0"/>
            <a:endCxn id="13" idx="1"/>
          </p:cNvCxnSpPr>
          <p:nvPr/>
        </p:nvCxnSpPr>
        <p:spPr>
          <a:xfrm rot="5400000" flipH="1" flipV="1">
            <a:off x="8542993" y="3395548"/>
            <a:ext cx="368691" cy="472376"/>
          </a:xfrm>
          <a:prstGeom prst="bentConnector2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1F375B61-CB77-8E85-10E0-C38630DF0BB8}"/>
              </a:ext>
            </a:extLst>
          </p:cNvPr>
          <p:cNvCxnSpPr>
            <a:stCxn id="17" idx="0"/>
            <a:endCxn id="13" idx="3"/>
          </p:cNvCxnSpPr>
          <p:nvPr/>
        </p:nvCxnSpPr>
        <p:spPr>
          <a:xfrm rot="16200000" flipV="1">
            <a:off x="10680827" y="3396465"/>
            <a:ext cx="368691" cy="470542"/>
          </a:xfrm>
          <a:prstGeom prst="bentConnector2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D3D4F3AF-1C2F-0B5E-903E-9BB26D441333}"/>
              </a:ext>
            </a:extLst>
          </p:cNvPr>
          <p:cNvSpPr/>
          <p:nvPr/>
        </p:nvSpPr>
        <p:spPr>
          <a:xfrm>
            <a:off x="8625436" y="6112995"/>
            <a:ext cx="359795" cy="359795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7C8AB353-728C-00C3-5AD9-7CC600756980}"/>
              </a:ext>
            </a:extLst>
          </p:cNvPr>
          <p:cNvSpPr/>
          <p:nvPr/>
        </p:nvSpPr>
        <p:spPr>
          <a:xfrm>
            <a:off x="8964471" y="4729807"/>
            <a:ext cx="359795" cy="359795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EF1FA41D-D954-1401-DBEC-B46AB406216C}"/>
              </a:ext>
            </a:extLst>
          </p:cNvPr>
          <p:cNvSpPr/>
          <p:nvPr/>
        </p:nvSpPr>
        <p:spPr>
          <a:xfrm>
            <a:off x="9956836" y="4524803"/>
            <a:ext cx="359795" cy="359795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latin typeface="Aptos" panose="020B0004020202020204" pitchFamily="34" charset="0"/>
              </a:rPr>
              <a:t>3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5C458779-A8DC-B79B-FF03-9485A531E955}"/>
              </a:ext>
            </a:extLst>
          </p:cNvPr>
          <p:cNvSpPr/>
          <p:nvPr/>
        </p:nvSpPr>
        <p:spPr>
          <a:xfrm>
            <a:off x="10740647" y="5599531"/>
            <a:ext cx="359795" cy="359795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latin typeface="Aptos" panose="020B0004020202020204" pitchFamily="34" charset="0"/>
              </a:rPr>
              <a:t>4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61E55D7F-08E0-1E70-B3E2-DA78DAE21178}"/>
              </a:ext>
            </a:extLst>
          </p:cNvPr>
          <p:cNvSpPr/>
          <p:nvPr/>
        </p:nvSpPr>
        <p:spPr>
          <a:xfrm>
            <a:off x="7778937" y="3610100"/>
            <a:ext cx="359795" cy="359795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latin typeface="Aptos" panose="020B0004020202020204" pitchFamily="34" charset="0"/>
              </a:rPr>
              <a:t>5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5DA86F6-E223-E089-EAE7-C69508CC352A}"/>
              </a:ext>
            </a:extLst>
          </p:cNvPr>
          <p:cNvSpPr/>
          <p:nvPr/>
        </p:nvSpPr>
        <p:spPr>
          <a:xfrm>
            <a:off x="11570775" y="3599460"/>
            <a:ext cx="359795" cy="359795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70F46F77-C50A-96A8-0766-DAF7BD7B1E7A}"/>
              </a:ext>
            </a:extLst>
          </p:cNvPr>
          <p:cNvSpPr/>
          <p:nvPr/>
        </p:nvSpPr>
        <p:spPr>
          <a:xfrm>
            <a:off x="10311065" y="3419563"/>
            <a:ext cx="359795" cy="359795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latin typeface="Aptos" panose="020B0004020202020204" pitchFamily="34" charset="0"/>
              </a:rPr>
              <a:t>7</a:t>
            </a:r>
            <a:endParaRPr lang="nl-N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27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23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1DF2-C9E8-CC13-C039-FDA38FC35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C0ABF-DFF1-1840-0DCD-C0DF2981E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graphs</a:t>
            </a:r>
            <a:r>
              <a:rPr lang="nl-NL" dirty="0"/>
              <a:t> &amp; </a:t>
            </a:r>
            <a:r>
              <a:rPr lang="nl-NL" dirty="0" err="1"/>
              <a:t>dependencies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1622E-3240-FD53-3774-44C497950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795528"/>
          </a:xfrm>
        </p:spPr>
        <p:txBody>
          <a:bodyPr>
            <a:normAutofit/>
          </a:bodyPr>
          <a:lstStyle/>
          <a:p>
            <a:r>
              <a:rPr lang="nl-NL" dirty="0" err="1"/>
              <a:t>Problem</a:t>
            </a:r>
            <a:r>
              <a:rPr lang="nl-NL" dirty="0"/>
              <a:t>: </a:t>
            </a:r>
            <a:r>
              <a:rPr lang="nl-NL" dirty="0" err="1"/>
              <a:t>given</a:t>
            </a:r>
            <a:r>
              <a:rPr lang="nl-NL" dirty="0"/>
              <a:t> a set of </a:t>
            </a:r>
            <a:r>
              <a:rPr lang="nl-NL" dirty="0" err="1"/>
              <a:t>dependencies</a:t>
            </a:r>
            <a:r>
              <a:rPr lang="nl-NL" dirty="0"/>
              <a:t>,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we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order in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resolve</a:t>
            </a:r>
            <a:r>
              <a:rPr lang="nl-NL" dirty="0"/>
              <a:t> </a:t>
            </a:r>
            <a:r>
              <a:rPr lang="nl-NL" dirty="0" err="1"/>
              <a:t>them</a:t>
            </a:r>
            <a:r>
              <a:rPr lang="nl-NL" dirty="0"/>
              <a:t>?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A6C7962-DA52-E333-720A-83697748045F}"/>
              </a:ext>
            </a:extLst>
          </p:cNvPr>
          <p:cNvGrpSpPr/>
          <p:nvPr/>
        </p:nvGrpSpPr>
        <p:grpSpPr>
          <a:xfrm>
            <a:off x="548013" y="3302691"/>
            <a:ext cx="5547987" cy="2431435"/>
            <a:chOff x="614987" y="3224259"/>
            <a:chExt cx="5547987" cy="243143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EFD089-F594-9A2F-3F7B-2F7136C0AACE}"/>
                </a:ext>
              </a:extLst>
            </p:cNvPr>
            <p:cNvSpPr txBox="1"/>
            <p:nvPr/>
          </p:nvSpPr>
          <p:spPr>
            <a:xfrm>
              <a:off x="614988" y="3593591"/>
              <a:ext cx="5544926" cy="20621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program: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$(CC) -o program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: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cp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: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cp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AFDAE60-6FDA-30EA-1924-3586FD1F23E8}"/>
                </a:ext>
              </a:extLst>
            </p:cNvPr>
            <p:cNvSpPr txBox="1"/>
            <p:nvPr/>
          </p:nvSpPr>
          <p:spPr>
            <a:xfrm>
              <a:off x="614987" y="3224259"/>
              <a:ext cx="5547987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Makefile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D99A56-8AD8-12C2-E36C-9D97BBAB4A06}"/>
              </a:ext>
            </a:extLst>
          </p:cNvPr>
          <p:cNvGrpSpPr/>
          <p:nvPr/>
        </p:nvGrpSpPr>
        <p:grpSpPr>
          <a:xfrm>
            <a:off x="7331271" y="3672024"/>
            <a:ext cx="4199737" cy="1441421"/>
            <a:chOff x="7331271" y="3672024"/>
            <a:chExt cx="4199737" cy="1441421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2474205-CF49-8A96-0227-9B5E0D03F428}"/>
                </a:ext>
              </a:extLst>
            </p:cNvPr>
            <p:cNvCxnSpPr>
              <a:cxnSpLocks/>
              <a:stCxn id="16" idx="3"/>
              <a:endCxn id="23" idx="1"/>
            </p:cNvCxnSpPr>
            <p:nvPr/>
          </p:nvCxnSpPr>
          <p:spPr>
            <a:xfrm>
              <a:off x="8570524" y="4824352"/>
              <a:ext cx="1018849" cy="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0BBD0FA-5FEE-E661-DE9D-5ACA1D987AC6}"/>
                </a:ext>
              </a:extLst>
            </p:cNvPr>
            <p:cNvSpPr/>
            <p:nvPr/>
          </p:nvSpPr>
          <p:spPr>
            <a:xfrm>
              <a:off x="8423274" y="3672024"/>
              <a:ext cx="1666375" cy="421196"/>
            </a:xfrm>
            <a:prstGeom prst="round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program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E474F58-CA51-273E-FCDA-472E2631B223}"/>
                </a:ext>
              </a:extLst>
            </p:cNvPr>
            <p:cNvSpPr/>
            <p:nvPr/>
          </p:nvSpPr>
          <p:spPr>
            <a:xfrm>
              <a:off x="7331271" y="4541610"/>
              <a:ext cx="1239253" cy="565484"/>
            </a:xfrm>
            <a:prstGeom prst="round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32B4A03-8ED8-7F2F-190A-618C4CE19C81}"/>
                </a:ext>
              </a:extLst>
            </p:cNvPr>
            <p:cNvSpPr/>
            <p:nvPr/>
          </p:nvSpPr>
          <p:spPr>
            <a:xfrm>
              <a:off x="9589373" y="4541610"/>
              <a:ext cx="1941635" cy="565484"/>
            </a:xfrm>
            <a:prstGeom prst="round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65" name="Connector: Elbow 64">
              <a:extLst>
                <a:ext uri="{FF2B5EF4-FFF2-40B4-BE49-F238E27FC236}">
                  <a16:creationId xmlns:a16="http://schemas.microsoft.com/office/drawing/2014/main" id="{27AEBE39-B302-D923-F7F4-C01F45DD7404}"/>
                </a:ext>
              </a:extLst>
            </p:cNvPr>
            <p:cNvCxnSpPr>
              <a:cxnSpLocks/>
              <a:stCxn id="16" idx="0"/>
              <a:endCxn id="13" idx="1"/>
            </p:cNvCxnSpPr>
            <p:nvPr/>
          </p:nvCxnSpPr>
          <p:spPr>
            <a:xfrm rot="5400000" flipH="1" flipV="1">
              <a:off x="7857592" y="3975928"/>
              <a:ext cx="658988" cy="472376"/>
            </a:xfrm>
            <a:prstGeom prst="bentConnector2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0400EEA2-B208-7B07-F76C-6917D49BB48A}"/>
                </a:ext>
              </a:extLst>
            </p:cNvPr>
            <p:cNvCxnSpPr>
              <a:cxnSpLocks/>
              <a:stCxn id="23" idx="0"/>
              <a:endCxn id="13" idx="3"/>
            </p:cNvCxnSpPr>
            <p:nvPr/>
          </p:nvCxnSpPr>
          <p:spPr>
            <a:xfrm rot="16200000" flipV="1">
              <a:off x="9995426" y="3976845"/>
              <a:ext cx="658988" cy="470542"/>
            </a:xfrm>
            <a:prstGeom prst="bentConnector2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DFB39893-23AD-748E-BCAD-800815C1CDEE}"/>
                </a:ext>
              </a:extLst>
            </p:cNvPr>
            <p:cNvCxnSpPr>
              <a:stCxn id="23" idx="2"/>
              <a:endCxn id="16" idx="2"/>
            </p:cNvCxnSpPr>
            <p:nvPr/>
          </p:nvCxnSpPr>
          <p:spPr>
            <a:xfrm rot="5400000">
              <a:off x="9255545" y="3802448"/>
              <a:ext cx="12700" cy="2609293"/>
            </a:xfrm>
            <a:prstGeom prst="bentConnector3">
              <a:avLst>
                <a:gd name="adj1" fmla="val 1800000"/>
              </a:avLst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E165FA3-3483-CF4B-3611-21BEB63C6F1E}"/>
              </a:ext>
            </a:extLst>
          </p:cNvPr>
          <p:cNvSpPr txBox="1"/>
          <p:nvPr/>
        </p:nvSpPr>
        <p:spPr>
          <a:xfrm>
            <a:off x="548013" y="6035038"/>
            <a:ext cx="7725192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make: Circular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functions.c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&lt;-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main.c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dependency dropped.</a:t>
            </a: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46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F272-6079-2400-E569-2CC52065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69340-7804-33EB-27EC-148059316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graphs</a:t>
            </a:r>
            <a:r>
              <a:rPr lang="nl-NL" dirty="0"/>
              <a:t> &amp; </a:t>
            </a:r>
            <a:r>
              <a:rPr lang="nl-NL" dirty="0" err="1"/>
              <a:t>dependencies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2BC4A-AEC7-AD5F-83FC-DEEC42063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1197748"/>
          </a:xfrm>
        </p:spPr>
        <p:txBody>
          <a:bodyPr>
            <a:normAutofit/>
          </a:bodyPr>
          <a:lstStyle/>
          <a:p>
            <a:r>
              <a:rPr lang="nl-NL" dirty="0" err="1"/>
              <a:t>Problem</a:t>
            </a:r>
            <a:r>
              <a:rPr lang="nl-NL" dirty="0"/>
              <a:t>: </a:t>
            </a:r>
            <a:r>
              <a:rPr lang="nl-NL" dirty="0" err="1"/>
              <a:t>given</a:t>
            </a:r>
            <a:r>
              <a:rPr lang="nl-NL" dirty="0"/>
              <a:t> a set of </a:t>
            </a:r>
            <a:r>
              <a:rPr lang="nl-NL" dirty="0" err="1"/>
              <a:t>dependencies</a:t>
            </a:r>
            <a:r>
              <a:rPr lang="nl-NL" dirty="0"/>
              <a:t>,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we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order in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resolve</a:t>
            </a:r>
            <a:r>
              <a:rPr lang="nl-NL" dirty="0"/>
              <a:t> </a:t>
            </a:r>
            <a:r>
              <a:rPr lang="nl-NL" dirty="0" err="1"/>
              <a:t>them</a:t>
            </a:r>
            <a:r>
              <a:rPr lang="nl-NL" dirty="0"/>
              <a:t>?</a:t>
            </a:r>
          </a:p>
          <a:p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problem</a:t>
            </a:r>
            <a:r>
              <a:rPr lang="nl-NL" dirty="0"/>
              <a:t> is </a:t>
            </a:r>
            <a:r>
              <a:rPr lang="nl-NL" dirty="0" err="1"/>
              <a:t>called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topological</a:t>
            </a:r>
            <a:r>
              <a:rPr lang="nl-NL" b="1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sorting</a:t>
            </a:r>
            <a:endParaRPr lang="nl-NL" b="1" dirty="0">
              <a:latin typeface="Aptos" panose="020B000402020202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C350FA2-155F-506D-875F-E448B5DF669F}"/>
              </a:ext>
            </a:extLst>
          </p:cNvPr>
          <p:cNvGrpSpPr/>
          <p:nvPr/>
        </p:nvGrpSpPr>
        <p:grpSpPr>
          <a:xfrm>
            <a:off x="548013" y="4159217"/>
            <a:ext cx="5547987" cy="2431435"/>
            <a:chOff x="614987" y="3224259"/>
            <a:chExt cx="5547987" cy="243143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A33FC7-49D3-719E-29A7-23ED67AA5D00}"/>
                </a:ext>
              </a:extLst>
            </p:cNvPr>
            <p:cNvSpPr txBox="1"/>
            <p:nvPr/>
          </p:nvSpPr>
          <p:spPr>
            <a:xfrm>
              <a:off x="614988" y="3593591"/>
              <a:ext cx="5544926" cy="20621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program: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$(CC) -o program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: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cp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: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cp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</a:t>
              </a:r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functions.c</a:t>
              </a:r>
              <a:endPara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8D823A5-F056-DFEF-BBF6-3845B923C2A8}"/>
                </a:ext>
              </a:extLst>
            </p:cNvPr>
            <p:cNvSpPr txBox="1"/>
            <p:nvPr/>
          </p:nvSpPr>
          <p:spPr>
            <a:xfrm>
              <a:off x="614987" y="3224259"/>
              <a:ext cx="5547987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Makefile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3040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332FC-583A-C062-386E-64C36357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5C195-39AC-2610-C2DB-F89FAEF32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Pre </a:t>
            </a:r>
            <a:r>
              <a:rPr lang="nl-NL" dirty="0" err="1"/>
              <a:t>and</a:t>
            </a:r>
            <a:r>
              <a:rPr lang="nl-NL" dirty="0"/>
              <a:t> post order </a:t>
            </a:r>
            <a:r>
              <a:rPr lang="nl-NL" dirty="0" err="1"/>
              <a:t>traversal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9716C-6D71-3028-4F0C-DA98E9A8C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620457"/>
          </a:xfrm>
        </p:spPr>
        <p:txBody>
          <a:bodyPr>
            <a:normAutofit/>
          </a:bodyPr>
          <a:lstStyle/>
          <a:p>
            <a:r>
              <a:rPr lang="nl-NL" dirty="0"/>
              <a:t>Back </a:t>
            </a:r>
            <a:r>
              <a:rPr lang="nl-NL" dirty="0" err="1"/>
              <a:t>to</a:t>
            </a:r>
            <a:r>
              <a:rPr lang="nl-NL" dirty="0"/>
              <a:t> trees: </a:t>
            </a:r>
            <a:r>
              <a:rPr lang="nl-NL" dirty="0" err="1"/>
              <a:t>which</a:t>
            </a:r>
            <a:r>
              <a:rPr lang="nl-NL" dirty="0"/>
              <a:t> code </a:t>
            </a:r>
            <a:r>
              <a:rPr lang="nl-NL" dirty="0" err="1"/>
              <a:t>correctly</a:t>
            </a:r>
            <a:r>
              <a:rPr lang="nl-NL" dirty="0"/>
              <a:t> </a:t>
            </a:r>
            <a:r>
              <a:rPr lang="nl-NL" dirty="0" err="1"/>
              <a:t>deallocates</a:t>
            </a:r>
            <a:r>
              <a:rPr lang="nl-NL" dirty="0"/>
              <a:t> a </a:t>
            </a:r>
            <a:r>
              <a:rPr lang="nl-NL" dirty="0" err="1"/>
              <a:t>binary</a:t>
            </a:r>
            <a:r>
              <a:rPr lang="nl-NL" dirty="0"/>
              <a:t> tree?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7211045-05F0-DE90-4555-E0F41AE8512F}"/>
              </a:ext>
            </a:extLst>
          </p:cNvPr>
          <p:cNvGrpSpPr/>
          <p:nvPr/>
        </p:nvGrpSpPr>
        <p:grpSpPr>
          <a:xfrm>
            <a:off x="4481935" y="3495954"/>
            <a:ext cx="2543175" cy="1877948"/>
            <a:chOff x="6515100" y="3543300"/>
            <a:chExt cx="2543175" cy="1877948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6DC7E01-42C2-7B7A-A8BA-49E98D08C489}"/>
                </a:ext>
              </a:extLst>
            </p:cNvPr>
            <p:cNvCxnSpPr/>
            <p:nvPr/>
          </p:nvCxnSpPr>
          <p:spPr>
            <a:xfrm flipH="1">
              <a:off x="7072312" y="3743325"/>
              <a:ext cx="714376" cy="600074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9AEA7B4-93EB-0BF7-5878-778718E728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6687" y="3743325"/>
              <a:ext cx="714376" cy="623886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C0703CB-20F0-A198-F45E-116D865409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5" y="4367211"/>
              <a:ext cx="357188" cy="854012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3690893-9990-4100-9BFA-6C13713F9906}"/>
                </a:ext>
              </a:extLst>
            </p:cNvPr>
            <p:cNvCxnSpPr>
              <a:cxnSpLocks/>
            </p:cNvCxnSpPr>
            <p:nvPr/>
          </p:nvCxnSpPr>
          <p:spPr>
            <a:xfrm>
              <a:off x="8501063" y="4367211"/>
              <a:ext cx="357187" cy="854012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2901601-8B27-43DD-B238-4B088D2E69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5125" y="4343399"/>
              <a:ext cx="357187" cy="877824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ADC2B9C-6675-3102-ED7E-1F05490C4B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312" y="4343399"/>
              <a:ext cx="357187" cy="877824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33112AE-614B-F105-AB1F-DAE783CFA83D}"/>
                </a:ext>
              </a:extLst>
            </p:cNvPr>
            <p:cNvSpPr/>
            <p:nvPr/>
          </p:nvSpPr>
          <p:spPr>
            <a:xfrm>
              <a:off x="7586663" y="3543300"/>
              <a:ext cx="400050" cy="4000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>
                  <a:latin typeface="Aptos" panose="020B0004020202020204" pitchFamily="34" charset="0"/>
                </a:rPr>
                <a:t>D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9DAC1D5-6994-B28F-B941-4ABAF5F6A324}"/>
                </a:ext>
              </a:extLst>
            </p:cNvPr>
            <p:cNvGrpSpPr/>
            <p:nvPr/>
          </p:nvGrpSpPr>
          <p:grpSpPr>
            <a:xfrm>
              <a:off x="6872287" y="4143374"/>
              <a:ext cx="1828801" cy="400050"/>
              <a:chOff x="6872287" y="4143374"/>
              <a:chExt cx="1828801" cy="40005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EA6F4AB-4F45-AD96-792F-5C32957EE75D}"/>
                  </a:ext>
                </a:extLst>
              </p:cNvPr>
              <p:cNvSpPr/>
              <p:nvPr/>
            </p:nvSpPr>
            <p:spPr>
              <a:xfrm>
                <a:off x="6872287" y="4143374"/>
                <a:ext cx="400050" cy="40005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B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BD3642F-AAB0-D31D-6B2D-6871FFA6B95E}"/>
                  </a:ext>
                </a:extLst>
              </p:cNvPr>
              <p:cNvSpPr/>
              <p:nvPr/>
            </p:nvSpPr>
            <p:spPr>
              <a:xfrm>
                <a:off x="8301038" y="4143374"/>
                <a:ext cx="400050" cy="40005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>
                    <a:latin typeface="Aptos" panose="020B0004020202020204" pitchFamily="34" charset="0"/>
                  </a:rPr>
                  <a:t>F</a:t>
                </a:r>
                <a:endParaRPr lang="nl-NL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014B688-9924-6A4A-5593-FAF9C4438037}"/>
                </a:ext>
              </a:extLst>
            </p:cNvPr>
            <p:cNvGrpSpPr/>
            <p:nvPr/>
          </p:nvGrpSpPr>
          <p:grpSpPr>
            <a:xfrm>
              <a:off x="7943850" y="5021198"/>
              <a:ext cx="1114425" cy="400050"/>
              <a:chOff x="7943850" y="5021198"/>
              <a:chExt cx="1114425" cy="40005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CB1E6B-8CC1-320B-5C5C-48B21C78CE51}"/>
                  </a:ext>
                </a:extLst>
              </p:cNvPr>
              <p:cNvSpPr/>
              <p:nvPr/>
            </p:nvSpPr>
            <p:spPr>
              <a:xfrm>
                <a:off x="8658225" y="5021198"/>
                <a:ext cx="400050" cy="40005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>
                    <a:latin typeface="Aptos" panose="020B0004020202020204" pitchFamily="34" charset="0"/>
                  </a:rPr>
                  <a:t>G</a:t>
                </a:r>
                <a:endParaRPr lang="nl-NL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7F30B30-126F-02CF-A767-2B59635E2A13}"/>
                  </a:ext>
                </a:extLst>
              </p:cNvPr>
              <p:cNvSpPr/>
              <p:nvPr/>
            </p:nvSpPr>
            <p:spPr>
              <a:xfrm>
                <a:off x="7943850" y="5021198"/>
                <a:ext cx="400050" cy="40005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E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CE4F7CF-1698-106C-BDAC-70C85DF0BDF7}"/>
                </a:ext>
              </a:extLst>
            </p:cNvPr>
            <p:cNvGrpSpPr/>
            <p:nvPr/>
          </p:nvGrpSpPr>
          <p:grpSpPr>
            <a:xfrm>
              <a:off x="6515100" y="5021198"/>
              <a:ext cx="1114425" cy="400050"/>
              <a:chOff x="6515100" y="5021198"/>
              <a:chExt cx="1114425" cy="40005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A1A27B3-B629-9E8B-C146-BC3687E083C9}"/>
                  </a:ext>
                </a:extLst>
              </p:cNvPr>
              <p:cNvSpPr/>
              <p:nvPr/>
            </p:nvSpPr>
            <p:spPr>
              <a:xfrm>
                <a:off x="6515100" y="5021198"/>
                <a:ext cx="400050" cy="40005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A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FEF1896-716D-C079-8FB9-0B7F7D0C5600}"/>
                  </a:ext>
                </a:extLst>
              </p:cNvPr>
              <p:cNvSpPr/>
              <p:nvPr/>
            </p:nvSpPr>
            <p:spPr>
              <a:xfrm>
                <a:off x="7229475" y="5021198"/>
                <a:ext cx="400050" cy="40005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C</a:t>
                </a:r>
              </a:p>
            </p:txBody>
          </p:sp>
        </p:grp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50BD693F-CCC6-E9A9-5ABF-363E396222CE}"/>
              </a:ext>
            </a:extLst>
          </p:cNvPr>
          <p:cNvSpPr txBox="1"/>
          <p:nvPr/>
        </p:nvSpPr>
        <p:spPr>
          <a:xfrm>
            <a:off x="640079" y="3732073"/>
            <a:ext cx="30973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free(Node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root) {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(!root) 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free(root-&gt;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free(root-&gt;right);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root;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nl-NL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4DA4595-DB83-75C9-D59B-F85DD90AA71A}"/>
              </a:ext>
            </a:extLst>
          </p:cNvPr>
          <p:cNvSpPr txBox="1"/>
          <p:nvPr/>
        </p:nvSpPr>
        <p:spPr>
          <a:xfrm>
            <a:off x="7769642" y="3732073"/>
            <a:ext cx="30973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free(Node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root) {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(!root) 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root;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free(root-&gt;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free(root-&gt;right);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C5539E4-72AB-FA90-EBB6-E8189155E96B}"/>
              </a:ext>
            </a:extLst>
          </p:cNvPr>
          <p:cNvSpPr txBox="1"/>
          <p:nvPr/>
        </p:nvSpPr>
        <p:spPr>
          <a:xfrm>
            <a:off x="640078" y="5667010"/>
            <a:ext cx="2800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dirty="0">
                <a:latin typeface="Aptos" panose="020B0004020202020204" pitchFamily="34" charset="0"/>
              </a:rPr>
              <a:t>post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recursive</a:t>
            </a:r>
            <a:r>
              <a:rPr lang="nl-NL" dirty="0">
                <a:latin typeface="Aptos" panose="020B0004020202020204" pitchFamily="34" charset="0"/>
              </a:rPr>
              <a:t> call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912E537-88FC-FA1B-EE9D-5A2BBC8CF868}"/>
              </a:ext>
            </a:extLst>
          </p:cNvPr>
          <p:cNvSpPr txBox="1"/>
          <p:nvPr/>
        </p:nvSpPr>
        <p:spPr>
          <a:xfrm>
            <a:off x="7590582" y="5667010"/>
            <a:ext cx="2682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dirty="0">
                <a:latin typeface="Aptos" panose="020B0004020202020204" pitchFamily="34" charset="0"/>
              </a:rPr>
              <a:t>pre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recursive</a:t>
            </a:r>
            <a:r>
              <a:rPr lang="nl-NL" dirty="0">
                <a:latin typeface="Aptos" panose="020B0004020202020204" pitchFamily="34" charset="0"/>
              </a:rPr>
              <a:t> call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C84094-753F-BE49-B024-ED31CBD5A63A}"/>
              </a:ext>
            </a:extLst>
          </p:cNvPr>
          <p:cNvSpPr txBox="1"/>
          <p:nvPr/>
        </p:nvSpPr>
        <p:spPr>
          <a:xfrm>
            <a:off x="640077" y="6082726"/>
            <a:ext cx="2689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deletion</a:t>
            </a:r>
            <a:r>
              <a:rPr lang="nl-NL" dirty="0">
                <a:latin typeface="Aptos" panose="020B0004020202020204" pitchFamily="34" charset="0"/>
              </a:rPr>
              <a:t> order: ACBEGFD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9889AE-5057-7350-6358-D4BDF5B03712}"/>
              </a:ext>
            </a:extLst>
          </p:cNvPr>
          <p:cNvSpPr txBox="1"/>
          <p:nvPr/>
        </p:nvSpPr>
        <p:spPr>
          <a:xfrm>
            <a:off x="7590582" y="6036342"/>
            <a:ext cx="268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deletion</a:t>
            </a:r>
            <a:r>
              <a:rPr lang="nl-NL" dirty="0">
                <a:latin typeface="Aptos" panose="020B0004020202020204" pitchFamily="34" charset="0"/>
              </a:rPr>
              <a:t> order: DBACFEG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64D518B5-08E6-4EBF-FE10-48C32E6B11AD}"/>
              </a:ext>
            </a:extLst>
          </p:cNvPr>
          <p:cNvSpPr/>
          <p:nvPr/>
        </p:nvSpPr>
        <p:spPr>
          <a:xfrm>
            <a:off x="8144777" y="673768"/>
            <a:ext cx="3714750" cy="2580161"/>
          </a:xfrm>
          <a:prstGeom prst="wedgeEllipseCallout">
            <a:avLst>
              <a:gd name="adj1" fmla="val 54956"/>
              <a:gd name="adj2" fmla="val 90326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When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dealing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with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dependencies</a:t>
            </a:r>
            <a:r>
              <a:rPr lang="nl-NL" dirty="0">
                <a:latin typeface="Aptos" panose="020B0004020202020204" pitchFamily="34" charset="0"/>
              </a:rPr>
              <a:t>, </a:t>
            </a:r>
            <a:r>
              <a:rPr lang="nl-NL" dirty="0" err="1">
                <a:latin typeface="Aptos" panose="020B0004020202020204" pitchFamily="34" charset="0"/>
              </a:rPr>
              <a:t>acting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before</a:t>
            </a:r>
            <a:r>
              <a:rPr lang="nl-NL" dirty="0">
                <a:latin typeface="Aptos" panose="020B0004020202020204" pitchFamily="34" charset="0"/>
              </a:rPr>
              <a:t> of </a:t>
            </a:r>
            <a:r>
              <a:rPr lang="nl-NL" b="1" dirty="0" err="1">
                <a:latin typeface="Aptos" panose="020B0004020202020204" pitchFamily="34" charset="0"/>
              </a:rPr>
              <a:t>after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recursive</a:t>
            </a:r>
            <a:r>
              <a:rPr lang="nl-NL" dirty="0">
                <a:latin typeface="Aptos" panose="020B0004020202020204" pitchFamily="34" charset="0"/>
              </a:rPr>
              <a:t> call </a:t>
            </a:r>
            <a:r>
              <a:rPr lang="nl-NL" dirty="0" err="1">
                <a:latin typeface="Aptos" panose="020B0004020202020204" pitchFamily="34" charset="0"/>
              </a:rPr>
              <a:t>makes</a:t>
            </a:r>
            <a:r>
              <a:rPr lang="nl-NL" dirty="0">
                <a:latin typeface="Aptos" panose="020B0004020202020204" pitchFamily="34" charset="0"/>
              </a:rPr>
              <a:t> a </a:t>
            </a:r>
            <a:r>
              <a:rPr lang="nl-NL" dirty="0" err="1">
                <a:latin typeface="Aptos" panose="020B0004020202020204" pitchFamily="34" charset="0"/>
              </a:rPr>
              <a:t>huge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difference</a:t>
            </a:r>
            <a:r>
              <a:rPr lang="nl-NL" dirty="0">
                <a:latin typeface="Aptos" panose="020B00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3580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/>
      <p:bldP spid="109" grpId="0"/>
      <p:bldP spid="110" grpId="0"/>
      <p:bldP spid="11" grpId="0"/>
      <p:bldP spid="12" grpId="0"/>
      <p:bldP spid="1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11EA9-3AD5-1177-A41E-C17BED85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C705-2355-A57C-F859-85FD68748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Dependencies</a:t>
            </a:r>
            <a:r>
              <a:rPr lang="nl-NL" dirty="0"/>
              <a:t>, pre </a:t>
            </a:r>
            <a:r>
              <a:rPr lang="nl-NL" dirty="0" err="1"/>
              <a:t>and</a:t>
            </a:r>
            <a:r>
              <a:rPr lang="nl-NL" dirty="0"/>
              <a:t> post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5985F-43CC-19F9-C594-20BA3ED39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9298004" cy="769780"/>
          </a:xfrm>
        </p:spPr>
        <p:txBody>
          <a:bodyPr>
            <a:normAutofit/>
          </a:bodyPr>
          <a:lstStyle/>
          <a:p>
            <a:r>
              <a:rPr lang="nl-NL" dirty="0"/>
              <a:t>Pre-order </a:t>
            </a:r>
            <a:r>
              <a:rPr lang="nl-NL" dirty="0" err="1"/>
              <a:t>traversal</a:t>
            </a:r>
            <a:r>
              <a:rPr lang="nl-NL" dirty="0"/>
              <a:t>: </a:t>
            </a:r>
            <a:r>
              <a:rPr lang="nl-NL" dirty="0" err="1"/>
              <a:t>visit</a:t>
            </a:r>
            <a:r>
              <a:rPr lang="nl-NL" dirty="0"/>
              <a:t> node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its</a:t>
            </a:r>
            <a:r>
              <a:rPr lang="nl-NL" dirty="0"/>
              <a:t> </a:t>
            </a:r>
            <a:r>
              <a:rPr lang="nl-NL" dirty="0" err="1"/>
              <a:t>successors</a:t>
            </a:r>
            <a:endParaRPr lang="nl-NL" dirty="0"/>
          </a:p>
        </p:txBody>
      </p:sp>
      <p:sp>
        <p:nvSpPr>
          <p:cNvPr id="5" name="A">
            <a:extLst>
              <a:ext uri="{FF2B5EF4-FFF2-40B4-BE49-F238E27FC236}">
                <a16:creationId xmlns:a16="http://schemas.microsoft.com/office/drawing/2014/main" id="{FF500367-EC90-2F05-1911-CFE4CA60EE17}"/>
              </a:ext>
            </a:extLst>
          </p:cNvPr>
          <p:cNvSpPr/>
          <p:nvPr/>
        </p:nvSpPr>
        <p:spPr>
          <a:xfrm>
            <a:off x="6494311" y="423659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6" name="D">
            <a:extLst>
              <a:ext uri="{FF2B5EF4-FFF2-40B4-BE49-F238E27FC236}">
                <a16:creationId xmlns:a16="http://schemas.microsoft.com/office/drawing/2014/main" id="{FE7B1A93-1D14-E332-723B-7AF166C040FF}"/>
              </a:ext>
            </a:extLst>
          </p:cNvPr>
          <p:cNvSpPr/>
          <p:nvPr/>
        </p:nvSpPr>
        <p:spPr>
          <a:xfrm>
            <a:off x="8929875" y="356118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7" name="E">
            <a:extLst>
              <a:ext uri="{FF2B5EF4-FFF2-40B4-BE49-F238E27FC236}">
                <a16:creationId xmlns:a16="http://schemas.microsoft.com/office/drawing/2014/main" id="{969F9989-900B-1D16-445A-271AF58298E1}"/>
              </a:ext>
            </a:extLst>
          </p:cNvPr>
          <p:cNvSpPr/>
          <p:nvPr/>
        </p:nvSpPr>
        <p:spPr>
          <a:xfrm>
            <a:off x="8929875" y="491201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8" name="F">
            <a:extLst>
              <a:ext uri="{FF2B5EF4-FFF2-40B4-BE49-F238E27FC236}">
                <a16:creationId xmlns:a16="http://schemas.microsoft.com/office/drawing/2014/main" id="{FE2FA947-4CD7-7B37-F419-F47D08A7D888}"/>
              </a:ext>
            </a:extLst>
          </p:cNvPr>
          <p:cNvSpPr/>
          <p:nvPr/>
        </p:nvSpPr>
        <p:spPr>
          <a:xfrm>
            <a:off x="10147658" y="423659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9" name="AB">
            <a:extLst>
              <a:ext uri="{FF2B5EF4-FFF2-40B4-BE49-F238E27FC236}">
                <a16:creationId xmlns:a16="http://schemas.microsoft.com/office/drawing/2014/main" id="{40D74714-16A8-AF1C-B8D0-8AC23E692B91}"/>
              </a:ext>
            </a:extLst>
          </p:cNvPr>
          <p:cNvCxnSpPr>
            <a:cxnSpLocks/>
            <a:stCxn id="5" idx="7"/>
            <a:endCxn id="18" idx="2"/>
          </p:cNvCxnSpPr>
          <p:nvPr/>
        </p:nvCxnSpPr>
        <p:spPr>
          <a:xfrm flipV="1">
            <a:off x="6849782" y="3769410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BD">
            <a:extLst>
              <a:ext uri="{FF2B5EF4-FFF2-40B4-BE49-F238E27FC236}">
                <a16:creationId xmlns:a16="http://schemas.microsoft.com/office/drawing/2014/main" id="{17C28096-9C5F-28C5-38F8-41DC009F60C7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8128553" y="3769410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AC">
            <a:extLst>
              <a:ext uri="{FF2B5EF4-FFF2-40B4-BE49-F238E27FC236}">
                <a16:creationId xmlns:a16="http://schemas.microsoft.com/office/drawing/2014/main" id="{92FB7AB7-0BF3-476C-CD83-9FF24A3419E3}"/>
              </a:ext>
            </a:extLst>
          </p:cNvPr>
          <p:cNvCxnSpPr>
            <a:cxnSpLocks/>
            <a:stCxn id="5" idx="5"/>
            <a:endCxn id="19" idx="2"/>
          </p:cNvCxnSpPr>
          <p:nvPr/>
        </p:nvCxnSpPr>
        <p:spPr>
          <a:xfrm>
            <a:off x="6849782" y="4592066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EC">
            <a:extLst>
              <a:ext uri="{FF2B5EF4-FFF2-40B4-BE49-F238E27FC236}">
                <a16:creationId xmlns:a16="http://schemas.microsoft.com/office/drawing/2014/main" id="{53351B46-298C-ED80-6249-77B3801DA5C5}"/>
              </a:ext>
            </a:extLst>
          </p:cNvPr>
          <p:cNvCxnSpPr>
            <a:cxnSpLocks/>
            <a:stCxn id="19" idx="6"/>
            <a:endCxn id="7" idx="2"/>
          </p:cNvCxnSpPr>
          <p:nvPr/>
        </p:nvCxnSpPr>
        <p:spPr>
          <a:xfrm>
            <a:off x="8128553" y="5120241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CB">
            <a:extLst>
              <a:ext uri="{FF2B5EF4-FFF2-40B4-BE49-F238E27FC236}">
                <a16:creationId xmlns:a16="http://schemas.microsoft.com/office/drawing/2014/main" id="{4F16E4F0-EF9A-587C-FCAA-209E9E78652C}"/>
              </a:ext>
            </a:extLst>
          </p:cNvPr>
          <p:cNvCxnSpPr>
            <a:cxnSpLocks/>
            <a:stCxn id="19" idx="0"/>
            <a:endCxn id="18" idx="4"/>
          </p:cNvCxnSpPr>
          <p:nvPr/>
        </p:nvCxnSpPr>
        <p:spPr>
          <a:xfrm flipV="1">
            <a:off x="7920323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DF">
            <a:extLst>
              <a:ext uri="{FF2B5EF4-FFF2-40B4-BE49-F238E27FC236}">
                <a16:creationId xmlns:a16="http://schemas.microsoft.com/office/drawing/2014/main" id="{2DB0CC7D-81B2-F61F-756E-ED06C66BA1F0}"/>
              </a:ext>
            </a:extLst>
          </p:cNvPr>
          <p:cNvCxnSpPr>
            <a:cxnSpLocks/>
            <a:stCxn id="6" idx="6"/>
            <a:endCxn id="8" idx="1"/>
          </p:cNvCxnSpPr>
          <p:nvPr/>
        </p:nvCxnSpPr>
        <p:spPr>
          <a:xfrm>
            <a:off x="9346335" y="3769410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EF">
            <a:extLst>
              <a:ext uri="{FF2B5EF4-FFF2-40B4-BE49-F238E27FC236}">
                <a16:creationId xmlns:a16="http://schemas.microsoft.com/office/drawing/2014/main" id="{921B9A20-B5D1-4E3B-7C43-70670AA8F75A}"/>
              </a:ext>
            </a:extLst>
          </p:cNvPr>
          <p:cNvCxnSpPr>
            <a:cxnSpLocks/>
            <a:stCxn id="7" idx="6"/>
            <a:endCxn id="8" idx="3"/>
          </p:cNvCxnSpPr>
          <p:nvPr/>
        </p:nvCxnSpPr>
        <p:spPr>
          <a:xfrm flipV="1">
            <a:off x="9346335" y="4592066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DE">
            <a:extLst>
              <a:ext uri="{FF2B5EF4-FFF2-40B4-BE49-F238E27FC236}">
                <a16:creationId xmlns:a16="http://schemas.microsoft.com/office/drawing/2014/main" id="{187C645C-26A3-D2F7-508C-F3DB7C1BACE6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9138105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D">
            <a:extLst>
              <a:ext uri="{FF2B5EF4-FFF2-40B4-BE49-F238E27FC236}">
                <a16:creationId xmlns:a16="http://schemas.microsoft.com/office/drawing/2014/main" id="{FFFD2655-FDC4-0977-EE18-E658A2EFCEE7}"/>
              </a:ext>
            </a:extLst>
          </p:cNvPr>
          <p:cNvCxnSpPr>
            <a:cxnSpLocks/>
            <a:stCxn id="19" idx="7"/>
            <a:endCxn id="6" idx="3"/>
          </p:cNvCxnSpPr>
          <p:nvPr/>
        </p:nvCxnSpPr>
        <p:spPr>
          <a:xfrm flipV="1">
            <a:off x="8067564" y="3916651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B">
            <a:extLst>
              <a:ext uri="{FF2B5EF4-FFF2-40B4-BE49-F238E27FC236}">
                <a16:creationId xmlns:a16="http://schemas.microsoft.com/office/drawing/2014/main" id="{6206EF5C-7313-87F7-1D34-D39B22D5DBA8}"/>
              </a:ext>
            </a:extLst>
          </p:cNvPr>
          <p:cNvSpPr/>
          <p:nvPr/>
        </p:nvSpPr>
        <p:spPr>
          <a:xfrm>
            <a:off x="7712093" y="356118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9" name="C">
            <a:extLst>
              <a:ext uri="{FF2B5EF4-FFF2-40B4-BE49-F238E27FC236}">
                <a16:creationId xmlns:a16="http://schemas.microsoft.com/office/drawing/2014/main" id="{B9104224-BEB6-AEA2-9B79-E2A92EBC52C1}"/>
              </a:ext>
            </a:extLst>
          </p:cNvPr>
          <p:cNvSpPr/>
          <p:nvPr/>
        </p:nvSpPr>
        <p:spPr>
          <a:xfrm>
            <a:off x="7712093" y="491201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15715C-6327-FBAD-A21D-A7020D55E559}"/>
              </a:ext>
            </a:extLst>
          </p:cNvPr>
          <p:cNvSpPr txBox="1"/>
          <p:nvPr/>
        </p:nvSpPr>
        <p:spPr>
          <a:xfrm>
            <a:off x="640079" y="3317536"/>
            <a:ext cx="373050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(v, visited):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visited.insert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print(v)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neighbors(v):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(w, visited)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nl-NL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DCAC3B7-60EB-B16C-C1FD-6649D5763C80}"/>
              </a:ext>
            </a:extLst>
          </p:cNvPr>
          <p:cNvGrpSpPr/>
          <p:nvPr/>
        </p:nvGrpSpPr>
        <p:grpSpPr>
          <a:xfrm>
            <a:off x="6713543" y="5612790"/>
            <a:ext cx="3850575" cy="467184"/>
            <a:chOff x="6713543" y="5612790"/>
            <a:chExt cx="3850575" cy="46718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42271099-FC53-861C-05B3-63C3891D3FB2}"/>
                </a:ext>
              </a:extLst>
            </p:cNvPr>
            <p:cNvSpPr/>
            <p:nvPr/>
          </p:nvSpPr>
          <p:spPr>
            <a:xfrm>
              <a:off x="6713543" y="5612790"/>
              <a:ext cx="3850575" cy="467184"/>
            </a:xfrm>
            <a:prstGeom prst="roundRect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65979A2-65C0-0EAF-6E0C-1A8463F75D7A}"/>
                </a:ext>
              </a:extLst>
            </p:cNvPr>
            <p:cNvSpPr txBox="1"/>
            <p:nvPr/>
          </p:nvSpPr>
          <p:spPr>
            <a:xfrm>
              <a:off x="6713543" y="5661716"/>
              <a:ext cx="1128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Output</a:t>
              </a:r>
              <a:r>
                <a:rPr lang="nl-NL" dirty="0">
                  <a:latin typeface="Aptos" panose="020B0004020202020204" pitchFamily="34" charset="0"/>
                </a:rPr>
                <a:t>:</a:t>
              </a:r>
            </a:p>
          </p:txBody>
        </p:sp>
      </p:grpSp>
      <p:sp>
        <p:nvSpPr>
          <p:cNvPr id="4" name="A">
            <a:extLst>
              <a:ext uri="{FF2B5EF4-FFF2-40B4-BE49-F238E27FC236}">
                <a16:creationId xmlns:a16="http://schemas.microsoft.com/office/drawing/2014/main" id="{28B1D0EE-7682-76B6-032E-C75A170F99E4}"/>
              </a:ext>
            </a:extLst>
          </p:cNvPr>
          <p:cNvSpPr/>
          <p:nvPr/>
        </p:nvSpPr>
        <p:spPr>
          <a:xfrm>
            <a:off x="784170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1" name="A">
            <a:extLst>
              <a:ext uri="{FF2B5EF4-FFF2-40B4-BE49-F238E27FC236}">
                <a16:creationId xmlns:a16="http://schemas.microsoft.com/office/drawing/2014/main" id="{E6FB694B-33CF-3253-EEAD-698F8568B7A8}"/>
              </a:ext>
            </a:extLst>
          </p:cNvPr>
          <p:cNvSpPr/>
          <p:nvPr/>
        </p:nvSpPr>
        <p:spPr>
          <a:xfrm>
            <a:off x="825816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A">
            <a:extLst>
              <a:ext uri="{FF2B5EF4-FFF2-40B4-BE49-F238E27FC236}">
                <a16:creationId xmlns:a16="http://schemas.microsoft.com/office/drawing/2014/main" id="{33A2E0E9-B915-25CB-7F5C-C8591ACF8508}"/>
              </a:ext>
            </a:extLst>
          </p:cNvPr>
          <p:cNvSpPr/>
          <p:nvPr/>
        </p:nvSpPr>
        <p:spPr>
          <a:xfrm>
            <a:off x="867462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3" name="A">
            <a:extLst>
              <a:ext uri="{FF2B5EF4-FFF2-40B4-BE49-F238E27FC236}">
                <a16:creationId xmlns:a16="http://schemas.microsoft.com/office/drawing/2014/main" id="{A8A635CC-BBFC-C293-EAF8-383997C94D44}"/>
              </a:ext>
            </a:extLst>
          </p:cNvPr>
          <p:cNvSpPr/>
          <p:nvPr/>
        </p:nvSpPr>
        <p:spPr>
          <a:xfrm>
            <a:off x="9091086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4" name="A">
            <a:extLst>
              <a:ext uri="{FF2B5EF4-FFF2-40B4-BE49-F238E27FC236}">
                <a16:creationId xmlns:a16="http://schemas.microsoft.com/office/drawing/2014/main" id="{7177C065-3C07-9F0A-FF33-FA59404ABE0B}"/>
              </a:ext>
            </a:extLst>
          </p:cNvPr>
          <p:cNvSpPr/>
          <p:nvPr/>
        </p:nvSpPr>
        <p:spPr>
          <a:xfrm>
            <a:off x="9507545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25" name="A">
            <a:extLst>
              <a:ext uri="{FF2B5EF4-FFF2-40B4-BE49-F238E27FC236}">
                <a16:creationId xmlns:a16="http://schemas.microsoft.com/office/drawing/2014/main" id="{7FEC5D6B-CDBC-4186-6BCB-9CE99485A9A6}"/>
              </a:ext>
            </a:extLst>
          </p:cNvPr>
          <p:cNvSpPr/>
          <p:nvPr/>
        </p:nvSpPr>
        <p:spPr>
          <a:xfrm>
            <a:off x="992400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A846D78-B8DD-1F73-C9ED-C9561864D270}"/>
              </a:ext>
            </a:extLst>
          </p:cNvPr>
          <p:cNvGrpSpPr/>
          <p:nvPr/>
        </p:nvGrpSpPr>
        <p:grpSpPr>
          <a:xfrm>
            <a:off x="6713543" y="6187177"/>
            <a:ext cx="3850575" cy="467184"/>
            <a:chOff x="6713543" y="6187177"/>
            <a:chExt cx="3850575" cy="46718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8F1121A-67EE-D887-EEF1-342935B2639B}"/>
                </a:ext>
              </a:extLst>
            </p:cNvPr>
            <p:cNvGrpSpPr/>
            <p:nvPr/>
          </p:nvGrpSpPr>
          <p:grpSpPr>
            <a:xfrm>
              <a:off x="6713543" y="6187177"/>
              <a:ext cx="3850575" cy="467184"/>
              <a:chOff x="6713543" y="6187177"/>
              <a:chExt cx="3850575" cy="467184"/>
            </a:xfrm>
          </p:grpSpPr>
          <p:sp>
            <p:nvSpPr>
              <p:cNvPr id="132" name="Rectangle: Rounded Corners 131">
                <a:extLst>
                  <a:ext uri="{FF2B5EF4-FFF2-40B4-BE49-F238E27FC236}">
                    <a16:creationId xmlns:a16="http://schemas.microsoft.com/office/drawing/2014/main" id="{EE4195C8-B046-392C-25F2-B7C3E3EA6C13}"/>
                  </a:ext>
                </a:extLst>
              </p:cNvPr>
              <p:cNvSpPr/>
              <p:nvPr/>
            </p:nvSpPr>
            <p:spPr>
              <a:xfrm>
                <a:off x="6713543" y="6187177"/>
                <a:ext cx="3850575" cy="467184"/>
              </a:xfrm>
              <a:prstGeom prst="roundRect">
                <a:avLst/>
              </a:prstGeom>
              <a:noFill/>
              <a:ln w="9525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88B27FA4-A5AE-4971-B374-056CCF1DC842}"/>
                  </a:ext>
                </a:extLst>
              </p:cNvPr>
              <p:cNvSpPr txBox="1"/>
              <p:nvPr/>
            </p:nvSpPr>
            <p:spPr>
              <a:xfrm>
                <a:off x="6713543" y="6236103"/>
                <a:ext cx="11281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b="1" dirty="0">
                    <a:latin typeface="Aptos" panose="020B0004020202020204" pitchFamily="34" charset="0"/>
                  </a:rPr>
                  <a:t>Or</a:t>
                </a:r>
                <a:r>
                  <a:rPr lang="nl-NL" dirty="0">
                    <a:latin typeface="Aptos" panose="020B0004020202020204" pitchFamily="34" charset="0"/>
                  </a:rPr>
                  <a:t>:</a:t>
                </a:r>
              </a:p>
            </p:txBody>
          </p:sp>
        </p:grpSp>
        <p:sp>
          <p:nvSpPr>
            <p:cNvPr id="134" name="A">
              <a:extLst>
                <a:ext uri="{FF2B5EF4-FFF2-40B4-BE49-F238E27FC236}">
                  <a16:creationId xmlns:a16="http://schemas.microsoft.com/office/drawing/2014/main" id="{C5F45569-BFAC-F658-FFC2-9A07734B0AA5}"/>
                </a:ext>
              </a:extLst>
            </p:cNvPr>
            <p:cNvSpPr/>
            <p:nvPr/>
          </p:nvSpPr>
          <p:spPr>
            <a:xfrm>
              <a:off x="7841707" y="6212539"/>
              <a:ext cx="416460" cy="41646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b="1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135" name="A">
              <a:extLst>
                <a:ext uri="{FF2B5EF4-FFF2-40B4-BE49-F238E27FC236}">
                  <a16:creationId xmlns:a16="http://schemas.microsoft.com/office/drawing/2014/main" id="{706A1394-FDB4-13C5-BE51-1AF5C36F329E}"/>
                </a:ext>
              </a:extLst>
            </p:cNvPr>
            <p:cNvSpPr/>
            <p:nvPr/>
          </p:nvSpPr>
          <p:spPr>
            <a:xfrm>
              <a:off x="8258167" y="6212539"/>
              <a:ext cx="416460" cy="41646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b="1" dirty="0">
                  <a:latin typeface="Aptos" panose="020B0004020202020204" pitchFamily="34" charset="0"/>
                </a:rPr>
                <a:t>C</a:t>
              </a:r>
            </a:p>
          </p:txBody>
        </p:sp>
        <p:sp>
          <p:nvSpPr>
            <p:cNvPr id="136" name="A">
              <a:extLst>
                <a:ext uri="{FF2B5EF4-FFF2-40B4-BE49-F238E27FC236}">
                  <a16:creationId xmlns:a16="http://schemas.microsoft.com/office/drawing/2014/main" id="{57773A22-7D9B-D975-A03F-349C527C9888}"/>
                </a:ext>
              </a:extLst>
            </p:cNvPr>
            <p:cNvSpPr/>
            <p:nvPr/>
          </p:nvSpPr>
          <p:spPr>
            <a:xfrm>
              <a:off x="8674627" y="6212539"/>
              <a:ext cx="416460" cy="41646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b="1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137" name="A">
              <a:extLst>
                <a:ext uri="{FF2B5EF4-FFF2-40B4-BE49-F238E27FC236}">
                  <a16:creationId xmlns:a16="http://schemas.microsoft.com/office/drawing/2014/main" id="{391AF378-B68A-F7CB-C27F-574898F021CA}"/>
                </a:ext>
              </a:extLst>
            </p:cNvPr>
            <p:cNvSpPr/>
            <p:nvPr/>
          </p:nvSpPr>
          <p:spPr>
            <a:xfrm>
              <a:off x="9091086" y="6212539"/>
              <a:ext cx="416460" cy="41646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b="1" dirty="0">
                  <a:latin typeface="Aptos" panose="020B0004020202020204" pitchFamily="34" charset="0"/>
                </a:rPr>
                <a:t>E</a:t>
              </a:r>
            </a:p>
          </p:txBody>
        </p:sp>
        <p:sp>
          <p:nvSpPr>
            <p:cNvPr id="138" name="A">
              <a:extLst>
                <a:ext uri="{FF2B5EF4-FFF2-40B4-BE49-F238E27FC236}">
                  <a16:creationId xmlns:a16="http://schemas.microsoft.com/office/drawing/2014/main" id="{BE83E376-A9FB-1DBA-D746-16CC2ADFBE3D}"/>
                </a:ext>
              </a:extLst>
            </p:cNvPr>
            <p:cNvSpPr/>
            <p:nvPr/>
          </p:nvSpPr>
          <p:spPr>
            <a:xfrm>
              <a:off x="9507545" y="6212539"/>
              <a:ext cx="416460" cy="41646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b="1" dirty="0">
                  <a:latin typeface="Aptos" panose="020B0004020202020204" pitchFamily="34" charset="0"/>
                </a:rPr>
                <a:t>F</a:t>
              </a:r>
            </a:p>
          </p:txBody>
        </p:sp>
        <p:sp>
          <p:nvSpPr>
            <p:cNvPr id="139" name="A">
              <a:extLst>
                <a:ext uri="{FF2B5EF4-FFF2-40B4-BE49-F238E27FC236}">
                  <a16:creationId xmlns:a16="http://schemas.microsoft.com/office/drawing/2014/main" id="{BF05324C-67E4-8FC5-205B-B25C4D16598C}"/>
                </a:ext>
              </a:extLst>
            </p:cNvPr>
            <p:cNvSpPr/>
            <p:nvPr/>
          </p:nvSpPr>
          <p:spPr>
            <a:xfrm>
              <a:off x="9924007" y="6212539"/>
              <a:ext cx="416460" cy="41646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b="1" dirty="0">
                  <a:latin typeface="Aptos" panose="020B0004020202020204" pitchFamily="34" charset="0"/>
                </a:rPr>
                <a:t>B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EF22D2CE-DADE-C941-C66D-35D0CC3E79BE}"/>
              </a:ext>
            </a:extLst>
          </p:cNvPr>
          <p:cNvSpPr/>
          <p:nvPr/>
        </p:nvSpPr>
        <p:spPr>
          <a:xfrm>
            <a:off x="9028579" y="5550109"/>
            <a:ext cx="541475" cy="541475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37AC3C8-CDF0-5288-44E5-176EA1DEAD64}"/>
              </a:ext>
            </a:extLst>
          </p:cNvPr>
          <p:cNvSpPr/>
          <p:nvPr/>
        </p:nvSpPr>
        <p:spPr>
          <a:xfrm>
            <a:off x="9445037" y="5551127"/>
            <a:ext cx="541475" cy="541475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3E5808C-E2F1-1946-B673-A0D588D2AA19}"/>
              </a:ext>
            </a:extLst>
          </p:cNvPr>
          <p:cNvSpPr/>
          <p:nvPr/>
        </p:nvSpPr>
        <p:spPr>
          <a:xfrm>
            <a:off x="9861499" y="6141637"/>
            <a:ext cx="541475" cy="541475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F8F5A41-68F5-FD54-F13D-3ACF1B7D1762}"/>
              </a:ext>
            </a:extLst>
          </p:cNvPr>
          <p:cNvSpPr/>
          <p:nvPr/>
        </p:nvSpPr>
        <p:spPr>
          <a:xfrm>
            <a:off x="8612119" y="6141636"/>
            <a:ext cx="541475" cy="541475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A9B234F-BC45-3D70-0FEC-04AD3514E872}"/>
              </a:ext>
            </a:extLst>
          </p:cNvPr>
          <p:cNvGrpSpPr/>
          <p:nvPr/>
        </p:nvGrpSpPr>
        <p:grpSpPr>
          <a:xfrm>
            <a:off x="1118845" y="3652735"/>
            <a:ext cx="4205299" cy="843228"/>
            <a:chOff x="1118845" y="3652735"/>
            <a:chExt cx="4205299" cy="84322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34FB754-5E6C-1D46-524A-8F12B547CA8D}"/>
                </a:ext>
              </a:extLst>
            </p:cNvPr>
            <p:cNvSpPr txBox="1"/>
            <p:nvPr/>
          </p:nvSpPr>
          <p:spPr>
            <a:xfrm>
              <a:off x="4344389" y="3889683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Pre</a:t>
              </a:r>
              <a:r>
                <a:rPr lang="nl-NL" dirty="0">
                  <a:latin typeface="Aptos" panose="020B0004020202020204" pitchFamily="34" charset="0"/>
                </a:rPr>
                <a:t> </a:t>
              </a:r>
              <a:r>
                <a:rPr lang="nl-NL" dirty="0" err="1">
                  <a:latin typeface="Aptos" panose="020B0004020202020204" pitchFamily="34" charset="0"/>
                </a:rPr>
                <a:t>visit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3EBAF4A-AA1F-FA0D-9176-1BA642937E79}"/>
                </a:ext>
              </a:extLst>
            </p:cNvPr>
            <p:cNvSpPr/>
            <p:nvPr/>
          </p:nvSpPr>
          <p:spPr>
            <a:xfrm>
              <a:off x="1118845" y="3652735"/>
              <a:ext cx="3150167" cy="843228"/>
            </a:xfrm>
            <a:prstGeom prst="round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86BCD05-89E8-49D4-930B-159A02C816B8}"/>
              </a:ext>
            </a:extLst>
          </p:cNvPr>
          <p:cNvGrpSpPr/>
          <p:nvPr/>
        </p:nvGrpSpPr>
        <p:grpSpPr>
          <a:xfrm>
            <a:off x="1118845" y="5262293"/>
            <a:ext cx="3150167" cy="825232"/>
            <a:chOff x="1118845" y="5262293"/>
            <a:chExt cx="3150167" cy="8252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C6CF5B6-F637-EFFB-ECB2-51D66D899D20}"/>
                </a:ext>
              </a:extLst>
            </p:cNvPr>
            <p:cNvSpPr txBox="1"/>
            <p:nvPr/>
          </p:nvSpPr>
          <p:spPr>
            <a:xfrm>
              <a:off x="2159359" y="5718193"/>
              <a:ext cx="10953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Post</a:t>
              </a:r>
              <a:r>
                <a:rPr lang="nl-NL" dirty="0">
                  <a:latin typeface="Aptos" panose="020B0004020202020204" pitchFamily="34" charset="0"/>
                </a:rPr>
                <a:t> </a:t>
              </a:r>
              <a:r>
                <a:rPr lang="nl-NL" dirty="0" err="1">
                  <a:latin typeface="Aptos" panose="020B0004020202020204" pitchFamily="34" charset="0"/>
                </a:rPr>
                <a:t>visit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B23883D-BF60-0D92-963C-C10E397A0610}"/>
                </a:ext>
              </a:extLst>
            </p:cNvPr>
            <p:cNvSpPr/>
            <p:nvPr/>
          </p:nvSpPr>
          <p:spPr>
            <a:xfrm>
              <a:off x="1118845" y="5262293"/>
              <a:ext cx="3150167" cy="375859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Speech Bubble: Oval 26">
            <a:extLst>
              <a:ext uri="{FF2B5EF4-FFF2-40B4-BE49-F238E27FC236}">
                <a16:creationId xmlns:a16="http://schemas.microsoft.com/office/drawing/2014/main" id="{5BE4EAF7-87BE-4C88-6659-A4741A0539CF}"/>
              </a:ext>
            </a:extLst>
          </p:cNvPr>
          <p:cNvSpPr/>
          <p:nvPr/>
        </p:nvSpPr>
        <p:spPr>
          <a:xfrm>
            <a:off x="3517374" y="5430334"/>
            <a:ext cx="3150167" cy="1321180"/>
          </a:xfrm>
          <a:prstGeom prst="wedgeEllipseCallout">
            <a:avLst>
              <a:gd name="adj1" fmla="val -33136"/>
              <a:gd name="adj2" fmla="val -549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May </a:t>
            </a:r>
            <a:r>
              <a:rPr lang="nl-NL" dirty="0" err="1">
                <a:latin typeface="Aptos" panose="020B0004020202020204" pitchFamily="34" charset="0"/>
              </a:rPr>
              <a:t>visit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predecessor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after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successor</a:t>
            </a:r>
            <a:r>
              <a:rPr lang="nl-NL" dirty="0">
                <a:latin typeface="Aptos" panose="020B0004020202020204" pitchFamily="34" charset="0"/>
              </a:rPr>
              <a:t> (e.g. E </a:t>
            </a:r>
            <a:r>
              <a:rPr lang="nl-NL" dirty="0" err="1">
                <a:latin typeface="Aptos" panose="020B0004020202020204" pitchFamily="34" charset="0"/>
              </a:rPr>
              <a:t>after</a:t>
            </a:r>
            <a:r>
              <a:rPr lang="nl-NL" dirty="0">
                <a:latin typeface="Aptos" panose="020B0004020202020204" pitchFamily="34" charset="0"/>
              </a:rPr>
              <a:t> F)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702944C-87F6-5A0C-715B-C9980DDE7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663" y="5634927"/>
            <a:ext cx="422910" cy="422910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ED022E51-6043-963F-C050-79FE50FD8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663" y="6209314"/>
            <a:ext cx="422910" cy="42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6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2" grpId="0"/>
      <p:bldP spid="23" grpId="0"/>
      <p:bldP spid="24" grpId="0"/>
      <p:bldP spid="25" grpId="0"/>
      <p:bldP spid="28" grpId="0" animBg="1"/>
      <p:bldP spid="29" grpId="0" animBg="1"/>
      <p:bldP spid="30" grpId="0" animBg="1"/>
      <p:bldP spid="32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4786-14C3-9D78-3417-E886B01A4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2406414B-7048-E215-85B7-1D6797F59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042" y="5810057"/>
            <a:ext cx="754240" cy="7542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35B055-1632-C618-DB3B-5480B4C3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Dependencies</a:t>
            </a:r>
            <a:r>
              <a:rPr lang="nl-NL" dirty="0"/>
              <a:t>, pre </a:t>
            </a:r>
            <a:r>
              <a:rPr lang="nl-NL" dirty="0" err="1"/>
              <a:t>and</a:t>
            </a:r>
            <a:r>
              <a:rPr lang="nl-NL" dirty="0"/>
              <a:t> post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32591-47A4-BAAC-C9ED-22AA2A023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9298004" cy="769780"/>
          </a:xfrm>
        </p:spPr>
        <p:txBody>
          <a:bodyPr>
            <a:normAutofit/>
          </a:bodyPr>
          <a:lstStyle/>
          <a:p>
            <a:r>
              <a:rPr lang="nl-NL" dirty="0" err="1"/>
              <a:t>Post-order</a:t>
            </a:r>
            <a:r>
              <a:rPr lang="nl-NL" dirty="0"/>
              <a:t> </a:t>
            </a:r>
            <a:r>
              <a:rPr lang="nl-NL" dirty="0" err="1"/>
              <a:t>traversal</a:t>
            </a:r>
            <a:r>
              <a:rPr lang="nl-NL" dirty="0"/>
              <a:t>: first </a:t>
            </a:r>
            <a:r>
              <a:rPr lang="nl-NL" dirty="0" err="1"/>
              <a:t>visit</a:t>
            </a:r>
            <a:r>
              <a:rPr lang="nl-NL" dirty="0"/>
              <a:t> </a:t>
            </a:r>
            <a:r>
              <a:rPr lang="nl-NL" dirty="0" err="1"/>
              <a:t>successors</a:t>
            </a:r>
            <a:r>
              <a:rPr lang="nl-NL" dirty="0"/>
              <a:t>,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visit</a:t>
            </a:r>
            <a:r>
              <a:rPr lang="nl-NL" dirty="0"/>
              <a:t> node</a:t>
            </a:r>
          </a:p>
        </p:txBody>
      </p:sp>
      <p:sp>
        <p:nvSpPr>
          <p:cNvPr id="5" name="A">
            <a:extLst>
              <a:ext uri="{FF2B5EF4-FFF2-40B4-BE49-F238E27FC236}">
                <a16:creationId xmlns:a16="http://schemas.microsoft.com/office/drawing/2014/main" id="{D9420FFF-2A17-4125-C4D2-D631AFE0FD56}"/>
              </a:ext>
            </a:extLst>
          </p:cNvPr>
          <p:cNvSpPr/>
          <p:nvPr/>
        </p:nvSpPr>
        <p:spPr>
          <a:xfrm>
            <a:off x="6494311" y="423659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6" name="D">
            <a:extLst>
              <a:ext uri="{FF2B5EF4-FFF2-40B4-BE49-F238E27FC236}">
                <a16:creationId xmlns:a16="http://schemas.microsoft.com/office/drawing/2014/main" id="{9D3DE1C1-B878-273F-E6E2-5D25456274B8}"/>
              </a:ext>
            </a:extLst>
          </p:cNvPr>
          <p:cNvSpPr/>
          <p:nvPr/>
        </p:nvSpPr>
        <p:spPr>
          <a:xfrm>
            <a:off x="8929875" y="356118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7" name="E">
            <a:extLst>
              <a:ext uri="{FF2B5EF4-FFF2-40B4-BE49-F238E27FC236}">
                <a16:creationId xmlns:a16="http://schemas.microsoft.com/office/drawing/2014/main" id="{CA1461E8-A409-E5C1-EF3B-4A12555592CF}"/>
              </a:ext>
            </a:extLst>
          </p:cNvPr>
          <p:cNvSpPr/>
          <p:nvPr/>
        </p:nvSpPr>
        <p:spPr>
          <a:xfrm>
            <a:off x="8929875" y="491201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8" name="F">
            <a:extLst>
              <a:ext uri="{FF2B5EF4-FFF2-40B4-BE49-F238E27FC236}">
                <a16:creationId xmlns:a16="http://schemas.microsoft.com/office/drawing/2014/main" id="{39B0F38C-B7BE-9607-B94E-BAE3D9F3C0AA}"/>
              </a:ext>
            </a:extLst>
          </p:cNvPr>
          <p:cNvSpPr/>
          <p:nvPr/>
        </p:nvSpPr>
        <p:spPr>
          <a:xfrm>
            <a:off x="10147658" y="423659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9" name="AB">
            <a:extLst>
              <a:ext uri="{FF2B5EF4-FFF2-40B4-BE49-F238E27FC236}">
                <a16:creationId xmlns:a16="http://schemas.microsoft.com/office/drawing/2014/main" id="{7A71E447-4256-0BAE-83DB-42DC4FE74DE1}"/>
              </a:ext>
            </a:extLst>
          </p:cNvPr>
          <p:cNvCxnSpPr>
            <a:cxnSpLocks/>
            <a:stCxn id="5" idx="7"/>
            <a:endCxn id="18" idx="2"/>
          </p:cNvCxnSpPr>
          <p:nvPr/>
        </p:nvCxnSpPr>
        <p:spPr>
          <a:xfrm flipV="1">
            <a:off x="6849782" y="3769410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BD">
            <a:extLst>
              <a:ext uri="{FF2B5EF4-FFF2-40B4-BE49-F238E27FC236}">
                <a16:creationId xmlns:a16="http://schemas.microsoft.com/office/drawing/2014/main" id="{BED30137-1823-DA3C-3226-1E4A351FB58E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8128553" y="3769410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AC">
            <a:extLst>
              <a:ext uri="{FF2B5EF4-FFF2-40B4-BE49-F238E27FC236}">
                <a16:creationId xmlns:a16="http://schemas.microsoft.com/office/drawing/2014/main" id="{C3849276-BEC1-2FC3-DBBD-143395FF720C}"/>
              </a:ext>
            </a:extLst>
          </p:cNvPr>
          <p:cNvCxnSpPr>
            <a:cxnSpLocks/>
            <a:stCxn id="5" idx="5"/>
            <a:endCxn id="19" idx="2"/>
          </p:cNvCxnSpPr>
          <p:nvPr/>
        </p:nvCxnSpPr>
        <p:spPr>
          <a:xfrm>
            <a:off x="6849782" y="4592066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EC">
            <a:extLst>
              <a:ext uri="{FF2B5EF4-FFF2-40B4-BE49-F238E27FC236}">
                <a16:creationId xmlns:a16="http://schemas.microsoft.com/office/drawing/2014/main" id="{C008D7A9-F454-09F8-1C01-7D2510201A90}"/>
              </a:ext>
            </a:extLst>
          </p:cNvPr>
          <p:cNvCxnSpPr>
            <a:cxnSpLocks/>
            <a:stCxn id="19" idx="6"/>
            <a:endCxn id="7" idx="2"/>
          </p:cNvCxnSpPr>
          <p:nvPr/>
        </p:nvCxnSpPr>
        <p:spPr>
          <a:xfrm>
            <a:off x="8128553" y="5120241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CB">
            <a:extLst>
              <a:ext uri="{FF2B5EF4-FFF2-40B4-BE49-F238E27FC236}">
                <a16:creationId xmlns:a16="http://schemas.microsoft.com/office/drawing/2014/main" id="{B7EFC2EB-55B3-4E49-A44D-3E8A771C92A1}"/>
              </a:ext>
            </a:extLst>
          </p:cNvPr>
          <p:cNvCxnSpPr>
            <a:cxnSpLocks/>
            <a:stCxn id="19" idx="0"/>
            <a:endCxn id="18" idx="4"/>
          </p:cNvCxnSpPr>
          <p:nvPr/>
        </p:nvCxnSpPr>
        <p:spPr>
          <a:xfrm flipV="1">
            <a:off x="7920323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DF">
            <a:extLst>
              <a:ext uri="{FF2B5EF4-FFF2-40B4-BE49-F238E27FC236}">
                <a16:creationId xmlns:a16="http://schemas.microsoft.com/office/drawing/2014/main" id="{03CC979E-AB7A-958E-9560-BF4687CE5B8E}"/>
              </a:ext>
            </a:extLst>
          </p:cNvPr>
          <p:cNvCxnSpPr>
            <a:cxnSpLocks/>
            <a:stCxn id="6" idx="6"/>
            <a:endCxn id="8" idx="1"/>
          </p:cNvCxnSpPr>
          <p:nvPr/>
        </p:nvCxnSpPr>
        <p:spPr>
          <a:xfrm>
            <a:off x="9346335" y="3769410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EF">
            <a:extLst>
              <a:ext uri="{FF2B5EF4-FFF2-40B4-BE49-F238E27FC236}">
                <a16:creationId xmlns:a16="http://schemas.microsoft.com/office/drawing/2014/main" id="{78158B4E-88AB-B3E2-0D3C-D250A5656187}"/>
              </a:ext>
            </a:extLst>
          </p:cNvPr>
          <p:cNvCxnSpPr>
            <a:cxnSpLocks/>
            <a:stCxn id="7" idx="6"/>
            <a:endCxn id="8" idx="3"/>
          </p:cNvCxnSpPr>
          <p:nvPr/>
        </p:nvCxnSpPr>
        <p:spPr>
          <a:xfrm flipV="1">
            <a:off x="9346335" y="4592066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DE">
            <a:extLst>
              <a:ext uri="{FF2B5EF4-FFF2-40B4-BE49-F238E27FC236}">
                <a16:creationId xmlns:a16="http://schemas.microsoft.com/office/drawing/2014/main" id="{A96D30D8-6489-9E1F-19F8-3B33C047B888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9138105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D">
            <a:extLst>
              <a:ext uri="{FF2B5EF4-FFF2-40B4-BE49-F238E27FC236}">
                <a16:creationId xmlns:a16="http://schemas.microsoft.com/office/drawing/2014/main" id="{10AE1808-B713-3186-A3A6-F556F43F73B0}"/>
              </a:ext>
            </a:extLst>
          </p:cNvPr>
          <p:cNvCxnSpPr>
            <a:cxnSpLocks/>
            <a:stCxn id="19" idx="7"/>
            <a:endCxn id="6" idx="3"/>
          </p:cNvCxnSpPr>
          <p:nvPr/>
        </p:nvCxnSpPr>
        <p:spPr>
          <a:xfrm flipV="1">
            <a:off x="8067564" y="3916651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B">
            <a:extLst>
              <a:ext uri="{FF2B5EF4-FFF2-40B4-BE49-F238E27FC236}">
                <a16:creationId xmlns:a16="http://schemas.microsoft.com/office/drawing/2014/main" id="{7765306E-EBE2-B595-3B3C-961CEF78D307}"/>
              </a:ext>
            </a:extLst>
          </p:cNvPr>
          <p:cNvSpPr/>
          <p:nvPr/>
        </p:nvSpPr>
        <p:spPr>
          <a:xfrm>
            <a:off x="7712093" y="356118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9" name="C">
            <a:extLst>
              <a:ext uri="{FF2B5EF4-FFF2-40B4-BE49-F238E27FC236}">
                <a16:creationId xmlns:a16="http://schemas.microsoft.com/office/drawing/2014/main" id="{391FAE75-39D3-2BFB-6525-BB48C435277C}"/>
              </a:ext>
            </a:extLst>
          </p:cNvPr>
          <p:cNvSpPr/>
          <p:nvPr/>
        </p:nvSpPr>
        <p:spPr>
          <a:xfrm>
            <a:off x="7712093" y="491201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00B06-9051-2E87-A677-A977F1E418E2}"/>
              </a:ext>
            </a:extLst>
          </p:cNvPr>
          <p:cNvSpPr txBox="1"/>
          <p:nvPr/>
        </p:nvSpPr>
        <p:spPr>
          <a:xfrm>
            <a:off x="640079" y="3317536"/>
            <a:ext cx="373050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(v, visited):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visited.insert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neighbors(v):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visited: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(w, visited)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print(v)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9AC4704-ED0A-0DD7-635D-3F8ED3EF240E}"/>
              </a:ext>
            </a:extLst>
          </p:cNvPr>
          <p:cNvGrpSpPr/>
          <p:nvPr/>
        </p:nvGrpSpPr>
        <p:grpSpPr>
          <a:xfrm>
            <a:off x="6713543" y="5612790"/>
            <a:ext cx="3850575" cy="467184"/>
            <a:chOff x="6713543" y="5612790"/>
            <a:chExt cx="3850575" cy="467184"/>
          </a:xfrm>
        </p:grpSpPr>
        <p:sp>
          <p:nvSpPr>
            <p:cNvPr id="27" name="Rounded Rectangle 30">
              <a:extLst>
                <a:ext uri="{FF2B5EF4-FFF2-40B4-BE49-F238E27FC236}">
                  <a16:creationId xmlns:a16="http://schemas.microsoft.com/office/drawing/2014/main" id="{125672F6-5019-EA70-2C25-CB83FE8D9703}"/>
                </a:ext>
              </a:extLst>
            </p:cNvPr>
            <p:cNvSpPr/>
            <p:nvPr/>
          </p:nvSpPr>
          <p:spPr>
            <a:xfrm>
              <a:off x="6713543" y="5612790"/>
              <a:ext cx="3850575" cy="467184"/>
            </a:xfrm>
            <a:prstGeom prst="roundRect">
              <a:avLst/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TextBox 25">
              <a:extLst>
                <a:ext uri="{FF2B5EF4-FFF2-40B4-BE49-F238E27FC236}">
                  <a16:creationId xmlns:a16="http://schemas.microsoft.com/office/drawing/2014/main" id="{8A606D1B-D223-1D3C-16B6-57A4EB1803BE}"/>
                </a:ext>
              </a:extLst>
            </p:cNvPr>
            <p:cNvSpPr txBox="1"/>
            <p:nvPr/>
          </p:nvSpPr>
          <p:spPr>
            <a:xfrm>
              <a:off x="6713543" y="5661716"/>
              <a:ext cx="1128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Output</a:t>
              </a:r>
              <a:r>
                <a:rPr lang="nl-NL" dirty="0">
                  <a:latin typeface="Aptos" panose="020B0004020202020204" pitchFamily="34" charset="0"/>
                </a:rPr>
                <a:t>:</a:t>
              </a:r>
            </a:p>
          </p:txBody>
        </p:sp>
      </p:grpSp>
      <p:sp>
        <p:nvSpPr>
          <p:cNvPr id="29" name="A">
            <a:extLst>
              <a:ext uri="{FF2B5EF4-FFF2-40B4-BE49-F238E27FC236}">
                <a16:creationId xmlns:a16="http://schemas.microsoft.com/office/drawing/2014/main" id="{31BD462D-FD92-5B28-9429-AB98CE5AB290}"/>
              </a:ext>
            </a:extLst>
          </p:cNvPr>
          <p:cNvSpPr/>
          <p:nvPr/>
        </p:nvSpPr>
        <p:spPr>
          <a:xfrm>
            <a:off x="784170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30" name="A">
            <a:extLst>
              <a:ext uri="{FF2B5EF4-FFF2-40B4-BE49-F238E27FC236}">
                <a16:creationId xmlns:a16="http://schemas.microsoft.com/office/drawing/2014/main" id="{A1D1A318-A5F5-11F4-2DDF-901E31F613C0}"/>
              </a:ext>
            </a:extLst>
          </p:cNvPr>
          <p:cNvSpPr/>
          <p:nvPr/>
        </p:nvSpPr>
        <p:spPr>
          <a:xfrm>
            <a:off x="825816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32" name="A">
            <a:extLst>
              <a:ext uri="{FF2B5EF4-FFF2-40B4-BE49-F238E27FC236}">
                <a16:creationId xmlns:a16="http://schemas.microsoft.com/office/drawing/2014/main" id="{5DE9C043-CAB7-3DEA-BCCA-AF9E86D9D5C0}"/>
              </a:ext>
            </a:extLst>
          </p:cNvPr>
          <p:cNvSpPr/>
          <p:nvPr/>
        </p:nvSpPr>
        <p:spPr>
          <a:xfrm>
            <a:off x="867462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33" name="A">
            <a:extLst>
              <a:ext uri="{FF2B5EF4-FFF2-40B4-BE49-F238E27FC236}">
                <a16:creationId xmlns:a16="http://schemas.microsoft.com/office/drawing/2014/main" id="{91A4083D-CBBC-C587-DDA8-72B17CD02E54}"/>
              </a:ext>
            </a:extLst>
          </p:cNvPr>
          <p:cNvSpPr/>
          <p:nvPr/>
        </p:nvSpPr>
        <p:spPr>
          <a:xfrm>
            <a:off x="9091086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4" name="A">
            <a:extLst>
              <a:ext uri="{FF2B5EF4-FFF2-40B4-BE49-F238E27FC236}">
                <a16:creationId xmlns:a16="http://schemas.microsoft.com/office/drawing/2014/main" id="{7840AFC6-8330-9F46-72E8-FC0455546130}"/>
              </a:ext>
            </a:extLst>
          </p:cNvPr>
          <p:cNvSpPr/>
          <p:nvPr/>
        </p:nvSpPr>
        <p:spPr>
          <a:xfrm>
            <a:off x="9507545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35" name="A">
            <a:extLst>
              <a:ext uri="{FF2B5EF4-FFF2-40B4-BE49-F238E27FC236}">
                <a16:creationId xmlns:a16="http://schemas.microsoft.com/office/drawing/2014/main" id="{4B28A2A0-1779-7DFB-DB2C-32E0B80E20CB}"/>
              </a:ext>
            </a:extLst>
          </p:cNvPr>
          <p:cNvSpPr/>
          <p:nvPr/>
        </p:nvSpPr>
        <p:spPr>
          <a:xfrm>
            <a:off x="992400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BAE9695-59F3-CA6E-7BC3-EC60BB9FE0C8}"/>
              </a:ext>
            </a:extLst>
          </p:cNvPr>
          <p:cNvGrpSpPr/>
          <p:nvPr/>
        </p:nvGrpSpPr>
        <p:grpSpPr>
          <a:xfrm>
            <a:off x="6713543" y="6187177"/>
            <a:ext cx="3850575" cy="467184"/>
            <a:chOff x="6713543" y="6187177"/>
            <a:chExt cx="3850575" cy="467184"/>
          </a:xfrm>
        </p:grpSpPr>
        <p:sp>
          <p:nvSpPr>
            <p:cNvPr id="36" name="Rounded Rectangle 131">
              <a:extLst>
                <a:ext uri="{FF2B5EF4-FFF2-40B4-BE49-F238E27FC236}">
                  <a16:creationId xmlns:a16="http://schemas.microsoft.com/office/drawing/2014/main" id="{EE4E7AF1-F15F-1CCC-41F0-3169E11B0E1B}"/>
                </a:ext>
              </a:extLst>
            </p:cNvPr>
            <p:cNvSpPr/>
            <p:nvPr/>
          </p:nvSpPr>
          <p:spPr>
            <a:xfrm>
              <a:off x="6713543" y="6187177"/>
              <a:ext cx="3850575" cy="467184"/>
            </a:xfrm>
            <a:prstGeom prst="roundRect">
              <a:avLst/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7" name="TextBox 132">
              <a:extLst>
                <a:ext uri="{FF2B5EF4-FFF2-40B4-BE49-F238E27FC236}">
                  <a16:creationId xmlns:a16="http://schemas.microsoft.com/office/drawing/2014/main" id="{06656663-C90A-B6A3-19C7-A3C1229B32BC}"/>
                </a:ext>
              </a:extLst>
            </p:cNvPr>
            <p:cNvSpPr txBox="1"/>
            <p:nvPr/>
          </p:nvSpPr>
          <p:spPr>
            <a:xfrm>
              <a:off x="6713543" y="6236103"/>
              <a:ext cx="1128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Or</a:t>
              </a:r>
              <a:r>
                <a:rPr lang="nl-NL" dirty="0">
                  <a:latin typeface="Aptos" panose="020B0004020202020204" pitchFamily="34" charset="0"/>
                </a:rPr>
                <a:t>:</a:t>
              </a:r>
            </a:p>
          </p:txBody>
        </p:sp>
      </p:grpSp>
      <p:sp>
        <p:nvSpPr>
          <p:cNvPr id="38" name="A">
            <a:extLst>
              <a:ext uri="{FF2B5EF4-FFF2-40B4-BE49-F238E27FC236}">
                <a16:creationId xmlns:a16="http://schemas.microsoft.com/office/drawing/2014/main" id="{21D93295-E78C-795A-285C-3772AF81C47D}"/>
              </a:ext>
            </a:extLst>
          </p:cNvPr>
          <p:cNvSpPr/>
          <p:nvPr/>
        </p:nvSpPr>
        <p:spPr>
          <a:xfrm>
            <a:off x="7841707" y="6212539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39" name="A">
            <a:extLst>
              <a:ext uri="{FF2B5EF4-FFF2-40B4-BE49-F238E27FC236}">
                <a16:creationId xmlns:a16="http://schemas.microsoft.com/office/drawing/2014/main" id="{FE04BD6C-1868-2A44-A4F9-4305B85EA804}"/>
              </a:ext>
            </a:extLst>
          </p:cNvPr>
          <p:cNvSpPr/>
          <p:nvPr/>
        </p:nvSpPr>
        <p:spPr>
          <a:xfrm>
            <a:off x="8258167" y="6212539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40" name="A">
            <a:extLst>
              <a:ext uri="{FF2B5EF4-FFF2-40B4-BE49-F238E27FC236}">
                <a16:creationId xmlns:a16="http://schemas.microsoft.com/office/drawing/2014/main" id="{96749808-79EF-4F96-BBE7-3CDEDC1BF165}"/>
              </a:ext>
            </a:extLst>
          </p:cNvPr>
          <p:cNvSpPr/>
          <p:nvPr/>
        </p:nvSpPr>
        <p:spPr>
          <a:xfrm>
            <a:off x="8674627" y="6212539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41" name="A">
            <a:extLst>
              <a:ext uri="{FF2B5EF4-FFF2-40B4-BE49-F238E27FC236}">
                <a16:creationId xmlns:a16="http://schemas.microsoft.com/office/drawing/2014/main" id="{16D1D96D-E292-AFF6-1DCF-84EF8C06DD70}"/>
              </a:ext>
            </a:extLst>
          </p:cNvPr>
          <p:cNvSpPr/>
          <p:nvPr/>
        </p:nvSpPr>
        <p:spPr>
          <a:xfrm>
            <a:off x="9091086" y="6212539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42" name="A">
            <a:extLst>
              <a:ext uri="{FF2B5EF4-FFF2-40B4-BE49-F238E27FC236}">
                <a16:creationId xmlns:a16="http://schemas.microsoft.com/office/drawing/2014/main" id="{9E120631-2DE7-BFD1-C42E-09EDF73D41B3}"/>
              </a:ext>
            </a:extLst>
          </p:cNvPr>
          <p:cNvSpPr/>
          <p:nvPr/>
        </p:nvSpPr>
        <p:spPr>
          <a:xfrm>
            <a:off x="9507545" y="6212539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43" name="A">
            <a:extLst>
              <a:ext uri="{FF2B5EF4-FFF2-40B4-BE49-F238E27FC236}">
                <a16:creationId xmlns:a16="http://schemas.microsoft.com/office/drawing/2014/main" id="{8F98D5EB-744E-B74A-2252-515D997FDA2C}"/>
              </a:ext>
            </a:extLst>
          </p:cNvPr>
          <p:cNvSpPr/>
          <p:nvPr/>
        </p:nvSpPr>
        <p:spPr>
          <a:xfrm>
            <a:off x="9924007" y="6212539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4" name="Oval Callout 26">
            <a:extLst>
              <a:ext uri="{FF2B5EF4-FFF2-40B4-BE49-F238E27FC236}">
                <a16:creationId xmlns:a16="http://schemas.microsoft.com/office/drawing/2014/main" id="{87179247-D671-187C-31F9-0FC46E5F52DB}"/>
              </a:ext>
            </a:extLst>
          </p:cNvPr>
          <p:cNvSpPr/>
          <p:nvPr/>
        </p:nvSpPr>
        <p:spPr>
          <a:xfrm>
            <a:off x="3517374" y="5430334"/>
            <a:ext cx="3150167" cy="1321180"/>
          </a:xfrm>
          <a:prstGeom prst="wedgeEllipseCallout">
            <a:avLst>
              <a:gd name="adj1" fmla="val -33136"/>
              <a:gd name="adj2" fmla="val -549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Can’t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visit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predecessor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before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successor</a:t>
            </a:r>
            <a:r>
              <a:rPr lang="nl-NL" dirty="0">
                <a:latin typeface="Aptos" panose="020B0004020202020204" pitchFamily="34" charset="0"/>
              </a:rPr>
              <a:t>!</a:t>
            </a:r>
          </a:p>
        </p:txBody>
      </p:sp>
      <p:grpSp>
        <p:nvGrpSpPr>
          <p:cNvPr id="21" name="Group 59">
            <a:extLst>
              <a:ext uri="{FF2B5EF4-FFF2-40B4-BE49-F238E27FC236}">
                <a16:creationId xmlns:a16="http://schemas.microsoft.com/office/drawing/2014/main" id="{9C17B7E2-9A67-43EC-D884-B4BEB83714F6}"/>
              </a:ext>
            </a:extLst>
          </p:cNvPr>
          <p:cNvGrpSpPr/>
          <p:nvPr/>
        </p:nvGrpSpPr>
        <p:grpSpPr>
          <a:xfrm>
            <a:off x="1118845" y="3652735"/>
            <a:ext cx="4220385" cy="583860"/>
            <a:chOff x="1118845" y="3652735"/>
            <a:chExt cx="4220385" cy="58386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6DC11AE-11A5-9069-DC92-95828A3BDC16}"/>
                </a:ext>
              </a:extLst>
            </p:cNvPr>
            <p:cNvSpPr txBox="1"/>
            <p:nvPr/>
          </p:nvSpPr>
          <p:spPr>
            <a:xfrm>
              <a:off x="4359475" y="3731985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Pre</a:t>
              </a:r>
              <a:r>
                <a:rPr lang="nl-NL" dirty="0">
                  <a:latin typeface="Aptos" panose="020B0004020202020204" pitchFamily="34" charset="0"/>
                </a:rPr>
                <a:t> </a:t>
              </a:r>
              <a:r>
                <a:rPr lang="nl-NL" dirty="0" err="1">
                  <a:latin typeface="Aptos" panose="020B0004020202020204" pitchFamily="34" charset="0"/>
                </a:rPr>
                <a:t>visit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FD27779-C71B-7346-674E-D533BA4ADFB0}"/>
                </a:ext>
              </a:extLst>
            </p:cNvPr>
            <p:cNvSpPr/>
            <p:nvPr/>
          </p:nvSpPr>
          <p:spPr>
            <a:xfrm>
              <a:off x="1118845" y="3652735"/>
              <a:ext cx="3150167" cy="583860"/>
            </a:xfrm>
            <a:prstGeom prst="round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4" name="Group 60">
            <a:extLst>
              <a:ext uri="{FF2B5EF4-FFF2-40B4-BE49-F238E27FC236}">
                <a16:creationId xmlns:a16="http://schemas.microsoft.com/office/drawing/2014/main" id="{54FF6A98-3C5F-00D9-0F82-DB4E31D46709}"/>
              </a:ext>
            </a:extLst>
          </p:cNvPr>
          <p:cNvGrpSpPr/>
          <p:nvPr/>
        </p:nvGrpSpPr>
        <p:grpSpPr>
          <a:xfrm>
            <a:off x="1118845" y="5013875"/>
            <a:ext cx="3150167" cy="1073650"/>
            <a:chOff x="1118845" y="5013875"/>
            <a:chExt cx="3150167" cy="107365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7B31F70-1FC5-CAC9-E724-584D566203DA}"/>
                </a:ext>
              </a:extLst>
            </p:cNvPr>
            <p:cNvSpPr txBox="1"/>
            <p:nvPr/>
          </p:nvSpPr>
          <p:spPr>
            <a:xfrm>
              <a:off x="2159359" y="5718193"/>
              <a:ext cx="10953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Post</a:t>
              </a:r>
              <a:r>
                <a:rPr lang="nl-NL" dirty="0">
                  <a:latin typeface="Aptos" panose="020B0004020202020204" pitchFamily="34" charset="0"/>
                </a:rPr>
                <a:t> </a:t>
              </a:r>
              <a:r>
                <a:rPr lang="nl-NL" dirty="0" err="1">
                  <a:latin typeface="Aptos" panose="020B0004020202020204" pitchFamily="34" charset="0"/>
                </a:rPr>
                <a:t>visit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D07D815-861D-B2A0-AFE2-1D0639298B0E}"/>
                </a:ext>
              </a:extLst>
            </p:cNvPr>
            <p:cNvSpPr/>
            <p:nvPr/>
          </p:nvSpPr>
          <p:spPr>
            <a:xfrm>
              <a:off x="1118845" y="5013875"/>
              <a:ext cx="3150167" cy="624278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9" name="Oval Callout 26">
            <a:extLst>
              <a:ext uri="{FF2B5EF4-FFF2-40B4-BE49-F238E27FC236}">
                <a16:creationId xmlns:a16="http://schemas.microsoft.com/office/drawing/2014/main" id="{8F82EFED-E276-3172-BCF6-43D733897191}"/>
              </a:ext>
            </a:extLst>
          </p:cNvPr>
          <p:cNvSpPr/>
          <p:nvPr/>
        </p:nvSpPr>
        <p:spPr>
          <a:xfrm>
            <a:off x="10355888" y="5370458"/>
            <a:ext cx="1670349" cy="1321180"/>
          </a:xfrm>
          <a:prstGeom prst="wedgeEllipseCallout">
            <a:avLst>
              <a:gd name="adj1" fmla="val -58825"/>
              <a:gd name="adj2" fmla="val 70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How</a:t>
            </a:r>
          </a:p>
          <a:p>
            <a:pPr algn="ctr"/>
            <a:r>
              <a:rPr lang="nl-NL" dirty="0" err="1">
                <a:latin typeface="Aptos" panose="020B0004020202020204" pitchFamily="34" charset="0"/>
              </a:rPr>
              <a:t>About</a:t>
            </a:r>
            <a:endParaRPr lang="nl-NL" dirty="0">
              <a:latin typeface="Aptos" panose="020B0004020202020204" pitchFamily="34" charset="0"/>
            </a:endParaRPr>
          </a:p>
          <a:p>
            <a:pPr algn="ctr"/>
            <a:r>
              <a:rPr lang="nl-NL" dirty="0" err="1">
                <a:latin typeface="Aptos" panose="020B0004020202020204" pitchFamily="34" charset="0"/>
              </a:rPr>
              <a:t>Reversing</a:t>
            </a:r>
            <a:r>
              <a:rPr lang="nl-NL" dirty="0">
                <a:latin typeface="Aptos" panose="020B00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9776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6 L 0.1707 -2.59259E-6 " pathEditMode="relative" rAng="0" ptsTypes="AA">
                                      <p:cBhvr>
                                        <p:cTn id="16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4" y="-185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3.7037E-6 L 0.10247 -2.59259E-6 " pathEditMode="relative" rAng="0" ptsTypes="AA">
                                      <p:cBhvr>
                                        <p:cTn id="16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" y="-185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7037E-6 L 0.03424 3.7037E-6 " pathEditMode="relative" rAng="0" ptsTypes="AA">
                                      <p:cBhvr>
                                        <p:cTn id="1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6" y="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6 L -0.03425 6.07153E-17 " pathEditMode="relative" rAng="0" ptsTypes="AA">
                                      <p:cBhvr>
                                        <p:cTn id="17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185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-0.10248 -2.59259E-6 " pathEditMode="relative" rAng="0" ptsTypes="AA">
                                      <p:cBhvr>
                                        <p:cTn id="17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78" y="-185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3.7037E-6 L -0.1707 -2.59259E-6 " pathEditMode="relative" rAng="0" ptsTypes="AA">
                                      <p:cBhvr>
                                        <p:cTn id="17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64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11111E-6 L 0.1707 -2.59259E-6 " pathEditMode="relative" rAng="0" ptsTypes="AA">
                                      <p:cBhvr>
                                        <p:cTn id="18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4" y="0"/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1.11111E-6 L 0.10247 7.40741E-7 " pathEditMode="relative" rAng="0" ptsTypes="AA">
                                      <p:cBhvr>
                                        <p:cTn id="18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" y="-417"/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1.11111E-6 L 0.03425 7.40741E-7 " pathEditMode="relative" rAng="0" ptsTypes="AA">
                                      <p:cBhvr>
                                        <p:cTn id="18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1" y="-417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1.11111E-6 L -0.03425 7.40741E-7 " pathEditMode="relative" rAng="0" ptsTypes="AA">
                                      <p:cBhvr>
                                        <p:cTn id="18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-417"/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11111E-6 L -0.10247 7.40741E-7 " pathEditMode="relative" rAng="0" ptsTypes="AA">
                                      <p:cBhvr>
                                        <p:cTn id="1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61" y="-417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1.11111E-6 L -0.1707 1.11111E-6 " pathEditMode="relative" rAng="0" ptsTypes="AA">
                                      <p:cBhvr>
                                        <p:cTn id="19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64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000"/>
                            </p:stCondLst>
                            <p:childTnLst>
                              <p:par>
                                <p:cTn id="19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30" grpId="0"/>
      <p:bldP spid="30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" grpId="0" animBg="1"/>
      <p:bldP spid="49" grpId="0" animBg="1"/>
      <p:bldP spid="49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2F905-2FD9-E94A-F4C6-D71B74B28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2148D-D0BD-B10E-CB26-85C2DA29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Dependencies</a:t>
            </a:r>
            <a:r>
              <a:rPr lang="nl-NL" dirty="0"/>
              <a:t>, pre </a:t>
            </a:r>
            <a:r>
              <a:rPr lang="nl-NL" dirty="0" err="1"/>
              <a:t>and</a:t>
            </a:r>
            <a:r>
              <a:rPr lang="nl-NL" dirty="0"/>
              <a:t> post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1C023-C3A0-709A-421C-3A85F93BA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6941168" cy="3923740"/>
          </a:xfrm>
        </p:spPr>
        <p:txBody>
          <a:bodyPr>
            <a:normAutofit/>
          </a:bodyPr>
          <a:lstStyle/>
          <a:p>
            <a:r>
              <a:rPr lang="nl-NL" dirty="0" err="1"/>
              <a:t>Reversed</a:t>
            </a:r>
            <a:r>
              <a:rPr lang="nl-NL" dirty="0"/>
              <a:t> post order: </a:t>
            </a:r>
            <a:r>
              <a:rPr lang="nl-NL" dirty="0" err="1"/>
              <a:t>visit</a:t>
            </a:r>
            <a:r>
              <a:rPr lang="nl-NL" dirty="0"/>
              <a:t> </a:t>
            </a:r>
            <a:r>
              <a:rPr lang="nl-NL" dirty="0" err="1"/>
              <a:t>successors</a:t>
            </a:r>
            <a:r>
              <a:rPr lang="nl-NL" dirty="0"/>
              <a:t> </a:t>
            </a:r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dirty="0" err="1"/>
              <a:t>predecessors</a:t>
            </a:r>
            <a:endParaRPr lang="nl-NL" dirty="0"/>
          </a:p>
          <a:p>
            <a:pPr lvl="1"/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called</a:t>
            </a:r>
            <a:r>
              <a:rPr lang="nl-NL" dirty="0"/>
              <a:t> a “</a:t>
            </a:r>
            <a:r>
              <a:rPr lang="nl-NL" dirty="0" err="1"/>
              <a:t>topological</a:t>
            </a:r>
            <a:r>
              <a:rPr lang="nl-NL" dirty="0"/>
              <a:t> order”</a:t>
            </a:r>
          </a:p>
          <a:p>
            <a:pPr lvl="1"/>
            <a:endParaRPr lang="nl-NL" dirty="0"/>
          </a:p>
          <a:p>
            <a:r>
              <a:rPr lang="nl-NL" dirty="0" err="1"/>
              <a:t>Topological</a:t>
            </a:r>
            <a:r>
              <a:rPr lang="nl-NL" dirty="0"/>
              <a:t> order is </a:t>
            </a:r>
            <a:r>
              <a:rPr lang="nl-NL" dirty="0" err="1"/>
              <a:t>useful</a:t>
            </a:r>
            <a:r>
              <a:rPr lang="nl-NL" dirty="0"/>
              <a:t>,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example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Order in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tasks</a:t>
            </a:r>
            <a:r>
              <a:rPr lang="nl-NL" dirty="0"/>
              <a:t> must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scheduled</a:t>
            </a:r>
            <a:endParaRPr lang="nl-NL" dirty="0"/>
          </a:p>
          <a:p>
            <a:pPr lvl="1"/>
            <a:r>
              <a:rPr lang="nl-NL" dirty="0"/>
              <a:t>Order in </a:t>
            </a:r>
            <a:r>
              <a:rPr lang="nl-NL" dirty="0" err="1"/>
              <a:t>which</a:t>
            </a:r>
            <a:r>
              <a:rPr lang="nl-NL" dirty="0"/>
              <a:t> memory must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deallocated</a:t>
            </a:r>
            <a:endParaRPr lang="nl-NL" dirty="0"/>
          </a:p>
          <a:p>
            <a:pPr lvl="1"/>
            <a:r>
              <a:rPr lang="nl-NL" dirty="0"/>
              <a:t>Order in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libraries</a:t>
            </a:r>
            <a:r>
              <a:rPr lang="nl-NL" dirty="0"/>
              <a:t> must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compiled</a:t>
            </a:r>
            <a:endParaRPr lang="nl-NL" dirty="0"/>
          </a:p>
          <a:p>
            <a:pPr lvl="1"/>
            <a:endParaRPr lang="nl-NL" dirty="0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CDE36038-BD5C-056C-D6D8-BA5774B9A4B1}"/>
              </a:ext>
            </a:extLst>
          </p:cNvPr>
          <p:cNvSpPr/>
          <p:nvPr/>
        </p:nvSpPr>
        <p:spPr>
          <a:xfrm>
            <a:off x="6494311" y="423659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0" name="D">
            <a:extLst>
              <a:ext uri="{FF2B5EF4-FFF2-40B4-BE49-F238E27FC236}">
                <a16:creationId xmlns:a16="http://schemas.microsoft.com/office/drawing/2014/main" id="{C0D67A30-2180-9032-98F7-AF301128AD25}"/>
              </a:ext>
            </a:extLst>
          </p:cNvPr>
          <p:cNvSpPr/>
          <p:nvPr/>
        </p:nvSpPr>
        <p:spPr>
          <a:xfrm>
            <a:off x="8929875" y="356118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1" name="E">
            <a:extLst>
              <a:ext uri="{FF2B5EF4-FFF2-40B4-BE49-F238E27FC236}">
                <a16:creationId xmlns:a16="http://schemas.microsoft.com/office/drawing/2014/main" id="{59EA0C55-11D2-57F4-E849-CBD2D689EE20}"/>
              </a:ext>
            </a:extLst>
          </p:cNvPr>
          <p:cNvSpPr/>
          <p:nvPr/>
        </p:nvSpPr>
        <p:spPr>
          <a:xfrm>
            <a:off x="8929875" y="491201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22" name="F">
            <a:extLst>
              <a:ext uri="{FF2B5EF4-FFF2-40B4-BE49-F238E27FC236}">
                <a16:creationId xmlns:a16="http://schemas.microsoft.com/office/drawing/2014/main" id="{3DF5FBF3-F3D3-F859-E930-4A7CFFBB10FE}"/>
              </a:ext>
            </a:extLst>
          </p:cNvPr>
          <p:cNvSpPr/>
          <p:nvPr/>
        </p:nvSpPr>
        <p:spPr>
          <a:xfrm>
            <a:off x="10147658" y="423659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23" name="AB">
            <a:extLst>
              <a:ext uri="{FF2B5EF4-FFF2-40B4-BE49-F238E27FC236}">
                <a16:creationId xmlns:a16="http://schemas.microsoft.com/office/drawing/2014/main" id="{28D1B37E-0511-B7CA-ED52-3CB6294D5C88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6849782" y="3769410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BD">
            <a:extLst>
              <a:ext uri="{FF2B5EF4-FFF2-40B4-BE49-F238E27FC236}">
                <a16:creationId xmlns:a16="http://schemas.microsoft.com/office/drawing/2014/main" id="{007EDCF6-EEBD-77E9-E4E4-C418869B86D1}"/>
              </a:ext>
            </a:extLst>
          </p:cNvPr>
          <p:cNvCxnSpPr>
            <a:cxnSpLocks/>
            <a:stCxn id="32" idx="6"/>
            <a:endCxn id="20" idx="2"/>
          </p:cNvCxnSpPr>
          <p:nvPr/>
        </p:nvCxnSpPr>
        <p:spPr>
          <a:xfrm>
            <a:off x="8128553" y="3769410"/>
            <a:ext cx="801322" cy="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AC">
            <a:extLst>
              <a:ext uri="{FF2B5EF4-FFF2-40B4-BE49-F238E27FC236}">
                <a16:creationId xmlns:a16="http://schemas.microsoft.com/office/drawing/2014/main" id="{2CD12885-EC7A-3528-F88E-E6DAA500935B}"/>
              </a:ext>
            </a:extLst>
          </p:cNvPr>
          <p:cNvCxnSpPr>
            <a:cxnSpLocks/>
            <a:stCxn id="4" idx="5"/>
            <a:endCxn id="33" idx="2"/>
          </p:cNvCxnSpPr>
          <p:nvPr/>
        </p:nvCxnSpPr>
        <p:spPr>
          <a:xfrm>
            <a:off x="6849782" y="4592066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EC">
            <a:extLst>
              <a:ext uri="{FF2B5EF4-FFF2-40B4-BE49-F238E27FC236}">
                <a16:creationId xmlns:a16="http://schemas.microsoft.com/office/drawing/2014/main" id="{A05F0091-2C75-8FFE-50C3-231F703AA1D3}"/>
              </a:ext>
            </a:extLst>
          </p:cNvPr>
          <p:cNvCxnSpPr>
            <a:cxnSpLocks/>
            <a:stCxn id="33" idx="6"/>
            <a:endCxn id="21" idx="2"/>
          </p:cNvCxnSpPr>
          <p:nvPr/>
        </p:nvCxnSpPr>
        <p:spPr>
          <a:xfrm>
            <a:off x="8128553" y="5120241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B">
            <a:extLst>
              <a:ext uri="{FF2B5EF4-FFF2-40B4-BE49-F238E27FC236}">
                <a16:creationId xmlns:a16="http://schemas.microsoft.com/office/drawing/2014/main" id="{0FA564F3-5AD4-757F-D530-857B1BEFE346}"/>
              </a:ext>
            </a:extLst>
          </p:cNvPr>
          <p:cNvCxnSpPr>
            <a:cxnSpLocks/>
            <a:stCxn id="33" idx="0"/>
            <a:endCxn id="32" idx="4"/>
          </p:cNvCxnSpPr>
          <p:nvPr/>
        </p:nvCxnSpPr>
        <p:spPr>
          <a:xfrm flipV="1">
            <a:off x="7920323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DF">
            <a:extLst>
              <a:ext uri="{FF2B5EF4-FFF2-40B4-BE49-F238E27FC236}">
                <a16:creationId xmlns:a16="http://schemas.microsoft.com/office/drawing/2014/main" id="{EB8E1E9C-7310-57E6-39ED-66C3C58BFEE0}"/>
              </a:ext>
            </a:extLst>
          </p:cNvPr>
          <p:cNvCxnSpPr>
            <a:cxnSpLocks/>
            <a:stCxn id="20" idx="6"/>
            <a:endCxn id="22" idx="1"/>
          </p:cNvCxnSpPr>
          <p:nvPr/>
        </p:nvCxnSpPr>
        <p:spPr>
          <a:xfrm>
            <a:off x="9346335" y="3769410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EF">
            <a:extLst>
              <a:ext uri="{FF2B5EF4-FFF2-40B4-BE49-F238E27FC236}">
                <a16:creationId xmlns:a16="http://schemas.microsoft.com/office/drawing/2014/main" id="{C6AE8A82-9B5D-2171-5DE3-16B6222DBEA8}"/>
              </a:ext>
            </a:extLst>
          </p:cNvPr>
          <p:cNvCxnSpPr>
            <a:cxnSpLocks/>
            <a:stCxn id="21" idx="6"/>
            <a:endCxn id="22" idx="3"/>
          </p:cNvCxnSpPr>
          <p:nvPr/>
        </p:nvCxnSpPr>
        <p:spPr>
          <a:xfrm flipV="1">
            <a:off x="9346335" y="4592066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DE">
            <a:extLst>
              <a:ext uri="{FF2B5EF4-FFF2-40B4-BE49-F238E27FC236}">
                <a16:creationId xmlns:a16="http://schemas.microsoft.com/office/drawing/2014/main" id="{CDAD5EAB-F52E-022B-3130-91B5C07B2184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>
            <a:off x="9138105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D">
            <a:extLst>
              <a:ext uri="{FF2B5EF4-FFF2-40B4-BE49-F238E27FC236}">
                <a16:creationId xmlns:a16="http://schemas.microsoft.com/office/drawing/2014/main" id="{FC0A922E-1708-0DC9-BF4C-367C98EBD407}"/>
              </a:ext>
            </a:extLst>
          </p:cNvPr>
          <p:cNvCxnSpPr>
            <a:cxnSpLocks/>
            <a:stCxn id="33" idx="7"/>
            <a:endCxn id="20" idx="3"/>
          </p:cNvCxnSpPr>
          <p:nvPr/>
        </p:nvCxnSpPr>
        <p:spPr>
          <a:xfrm flipV="1">
            <a:off x="8067564" y="3916651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B">
            <a:extLst>
              <a:ext uri="{FF2B5EF4-FFF2-40B4-BE49-F238E27FC236}">
                <a16:creationId xmlns:a16="http://schemas.microsoft.com/office/drawing/2014/main" id="{0543B0F3-DB91-0CA9-E4EE-7C1A127BBC7A}"/>
              </a:ext>
            </a:extLst>
          </p:cNvPr>
          <p:cNvSpPr/>
          <p:nvPr/>
        </p:nvSpPr>
        <p:spPr>
          <a:xfrm>
            <a:off x="7712093" y="356118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3" name="C">
            <a:extLst>
              <a:ext uri="{FF2B5EF4-FFF2-40B4-BE49-F238E27FC236}">
                <a16:creationId xmlns:a16="http://schemas.microsoft.com/office/drawing/2014/main" id="{8ADC9B04-92DB-80F2-C559-135911AFEA80}"/>
              </a:ext>
            </a:extLst>
          </p:cNvPr>
          <p:cNvSpPr/>
          <p:nvPr/>
        </p:nvSpPr>
        <p:spPr>
          <a:xfrm>
            <a:off x="7712093" y="491201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35" name="Rounded Rectangle 30">
            <a:extLst>
              <a:ext uri="{FF2B5EF4-FFF2-40B4-BE49-F238E27FC236}">
                <a16:creationId xmlns:a16="http://schemas.microsoft.com/office/drawing/2014/main" id="{7D574B10-CF81-0E0B-E9A9-C714D627DB5C}"/>
              </a:ext>
            </a:extLst>
          </p:cNvPr>
          <p:cNvSpPr/>
          <p:nvPr/>
        </p:nvSpPr>
        <p:spPr>
          <a:xfrm>
            <a:off x="5974416" y="5612790"/>
            <a:ext cx="4589702" cy="4671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C609C733-9B4A-2C1F-98E3-720ADA900D1F}"/>
              </a:ext>
            </a:extLst>
          </p:cNvPr>
          <p:cNvSpPr txBox="1"/>
          <p:nvPr/>
        </p:nvSpPr>
        <p:spPr>
          <a:xfrm>
            <a:off x="5974416" y="5661716"/>
            <a:ext cx="179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 err="1">
                <a:latin typeface="Aptos" panose="020B0004020202020204" pitchFamily="34" charset="0"/>
              </a:rPr>
              <a:t>Reversed</a:t>
            </a:r>
            <a:r>
              <a:rPr lang="nl-NL" b="1" dirty="0">
                <a:latin typeface="Aptos" panose="020B0004020202020204" pitchFamily="34" charset="0"/>
              </a:rPr>
              <a:t> post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37" name="A">
            <a:extLst>
              <a:ext uri="{FF2B5EF4-FFF2-40B4-BE49-F238E27FC236}">
                <a16:creationId xmlns:a16="http://schemas.microsoft.com/office/drawing/2014/main" id="{9909EC6C-E999-5AA8-BF35-F2390E4E78DD}"/>
              </a:ext>
            </a:extLst>
          </p:cNvPr>
          <p:cNvSpPr/>
          <p:nvPr/>
        </p:nvSpPr>
        <p:spPr>
          <a:xfrm>
            <a:off x="784170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38" name="A">
            <a:extLst>
              <a:ext uri="{FF2B5EF4-FFF2-40B4-BE49-F238E27FC236}">
                <a16:creationId xmlns:a16="http://schemas.microsoft.com/office/drawing/2014/main" id="{FCA54296-C020-2184-52B6-F8FC2D7F03A6}"/>
              </a:ext>
            </a:extLst>
          </p:cNvPr>
          <p:cNvSpPr/>
          <p:nvPr/>
        </p:nvSpPr>
        <p:spPr>
          <a:xfrm>
            <a:off x="825816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39" name="A">
            <a:extLst>
              <a:ext uri="{FF2B5EF4-FFF2-40B4-BE49-F238E27FC236}">
                <a16:creationId xmlns:a16="http://schemas.microsoft.com/office/drawing/2014/main" id="{821E9BC0-F777-DCC9-2AE0-36994A9B4EE1}"/>
              </a:ext>
            </a:extLst>
          </p:cNvPr>
          <p:cNvSpPr/>
          <p:nvPr/>
        </p:nvSpPr>
        <p:spPr>
          <a:xfrm>
            <a:off x="867462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40" name="A">
            <a:extLst>
              <a:ext uri="{FF2B5EF4-FFF2-40B4-BE49-F238E27FC236}">
                <a16:creationId xmlns:a16="http://schemas.microsoft.com/office/drawing/2014/main" id="{6651B81B-1D95-E616-8801-59F21DC26F00}"/>
              </a:ext>
            </a:extLst>
          </p:cNvPr>
          <p:cNvSpPr/>
          <p:nvPr/>
        </p:nvSpPr>
        <p:spPr>
          <a:xfrm>
            <a:off x="9091086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41" name="A">
            <a:extLst>
              <a:ext uri="{FF2B5EF4-FFF2-40B4-BE49-F238E27FC236}">
                <a16:creationId xmlns:a16="http://schemas.microsoft.com/office/drawing/2014/main" id="{A3C3F3D8-051D-8901-4425-2DD0754246B7}"/>
              </a:ext>
            </a:extLst>
          </p:cNvPr>
          <p:cNvSpPr/>
          <p:nvPr/>
        </p:nvSpPr>
        <p:spPr>
          <a:xfrm>
            <a:off x="9507545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42" name="A">
            <a:extLst>
              <a:ext uri="{FF2B5EF4-FFF2-40B4-BE49-F238E27FC236}">
                <a16:creationId xmlns:a16="http://schemas.microsoft.com/office/drawing/2014/main" id="{5824C853-53EE-7805-486F-5C14382C4D25}"/>
              </a:ext>
            </a:extLst>
          </p:cNvPr>
          <p:cNvSpPr/>
          <p:nvPr/>
        </p:nvSpPr>
        <p:spPr>
          <a:xfrm>
            <a:off x="992400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51" name="Rounded Rectangle 131">
            <a:extLst>
              <a:ext uri="{FF2B5EF4-FFF2-40B4-BE49-F238E27FC236}">
                <a16:creationId xmlns:a16="http://schemas.microsoft.com/office/drawing/2014/main" id="{3BB6DE0F-E311-0B0C-FF24-8EDA2F7E2FD2}"/>
              </a:ext>
            </a:extLst>
          </p:cNvPr>
          <p:cNvSpPr/>
          <p:nvPr/>
        </p:nvSpPr>
        <p:spPr>
          <a:xfrm>
            <a:off x="5974416" y="6187177"/>
            <a:ext cx="4589702" cy="4671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2" name="TextBox 132">
            <a:extLst>
              <a:ext uri="{FF2B5EF4-FFF2-40B4-BE49-F238E27FC236}">
                <a16:creationId xmlns:a16="http://schemas.microsoft.com/office/drawing/2014/main" id="{CFDAAD43-970C-BD97-B909-D05F30E96A33}"/>
              </a:ext>
            </a:extLst>
          </p:cNvPr>
          <p:cNvSpPr txBox="1"/>
          <p:nvPr/>
        </p:nvSpPr>
        <p:spPr>
          <a:xfrm>
            <a:off x="7060381" y="6236103"/>
            <a:ext cx="711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latin typeface="Aptos" panose="020B0004020202020204" pitchFamily="34" charset="0"/>
              </a:rPr>
              <a:t>Or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45" name="A">
            <a:extLst>
              <a:ext uri="{FF2B5EF4-FFF2-40B4-BE49-F238E27FC236}">
                <a16:creationId xmlns:a16="http://schemas.microsoft.com/office/drawing/2014/main" id="{42552810-ADB7-5E01-5E06-AFA538D39C28}"/>
              </a:ext>
            </a:extLst>
          </p:cNvPr>
          <p:cNvSpPr/>
          <p:nvPr/>
        </p:nvSpPr>
        <p:spPr>
          <a:xfrm>
            <a:off x="7841707" y="6212539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46" name="A">
            <a:extLst>
              <a:ext uri="{FF2B5EF4-FFF2-40B4-BE49-F238E27FC236}">
                <a16:creationId xmlns:a16="http://schemas.microsoft.com/office/drawing/2014/main" id="{3130894A-6D62-0A82-0577-15E78C7C9E3D}"/>
              </a:ext>
            </a:extLst>
          </p:cNvPr>
          <p:cNvSpPr/>
          <p:nvPr/>
        </p:nvSpPr>
        <p:spPr>
          <a:xfrm>
            <a:off x="8258167" y="6212539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47" name="A">
            <a:extLst>
              <a:ext uri="{FF2B5EF4-FFF2-40B4-BE49-F238E27FC236}">
                <a16:creationId xmlns:a16="http://schemas.microsoft.com/office/drawing/2014/main" id="{125E2BF3-777E-9335-B3F4-13A227B29979}"/>
              </a:ext>
            </a:extLst>
          </p:cNvPr>
          <p:cNvSpPr/>
          <p:nvPr/>
        </p:nvSpPr>
        <p:spPr>
          <a:xfrm>
            <a:off x="8674627" y="6212539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48" name="A">
            <a:extLst>
              <a:ext uri="{FF2B5EF4-FFF2-40B4-BE49-F238E27FC236}">
                <a16:creationId xmlns:a16="http://schemas.microsoft.com/office/drawing/2014/main" id="{9A2D5E9D-3C7C-35D4-D29E-33BCA4C40BD4}"/>
              </a:ext>
            </a:extLst>
          </p:cNvPr>
          <p:cNvSpPr/>
          <p:nvPr/>
        </p:nvSpPr>
        <p:spPr>
          <a:xfrm>
            <a:off x="9091086" y="6212539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49" name="A">
            <a:extLst>
              <a:ext uri="{FF2B5EF4-FFF2-40B4-BE49-F238E27FC236}">
                <a16:creationId xmlns:a16="http://schemas.microsoft.com/office/drawing/2014/main" id="{2B2CFA59-8FF6-3494-6F21-FC0343D8767F}"/>
              </a:ext>
            </a:extLst>
          </p:cNvPr>
          <p:cNvSpPr/>
          <p:nvPr/>
        </p:nvSpPr>
        <p:spPr>
          <a:xfrm>
            <a:off x="9507545" y="6212539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50" name="A">
            <a:extLst>
              <a:ext uri="{FF2B5EF4-FFF2-40B4-BE49-F238E27FC236}">
                <a16:creationId xmlns:a16="http://schemas.microsoft.com/office/drawing/2014/main" id="{DE8C6D56-13F5-79E7-0A08-FA95747AE2CD}"/>
              </a:ext>
            </a:extLst>
          </p:cNvPr>
          <p:cNvSpPr/>
          <p:nvPr/>
        </p:nvSpPr>
        <p:spPr>
          <a:xfrm>
            <a:off x="9924007" y="6212539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6232933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3CA00-DAC1-F038-7904-05DF815A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F92B9-1E28-4DD6-A329-4E9373822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Dependencies</a:t>
            </a:r>
            <a:r>
              <a:rPr lang="nl-NL" dirty="0"/>
              <a:t>, pre </a:t>
            </a:r>
            <a:r>
              <a:rPr lang="nl-NL" dirty="0" err="1"/>
              <a:t>and</a:t>
            </a:r>
            <a:r>
              <a:rPr lang="nl-NL" dirty="0"/>
              <a:t> post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88C10-F017-5875-27E3-07D726C3D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8350784" cy="1056349"/>
          </a:xfrm>
        </p:spPr>
        <p:txBody>
          <a:bodyPr>
            <a:normAutofit/>
          </a:bodyPr>
          <a:lstStyle/>
          <a:p>
            <a:r>
              <a:rPr lang="nl-NL" b="1" dirty="0" err="1">
                <a:latin typeface="Aptos" panose="020B0004020202020204" pitchFamily="34" charset="0"/>
              </a:rPr>
              <a:t>Topological</a:t>
            </a:r>
            <a:r>
              <a:rPr lang="nl-NL" b="1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sorting</a:t>
            </a:r>
            <a:r>
              <a:rPr lang="nl-NL" dirty="0"/>
              <a:t>: run DFS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any</a:t>
            </a:r>
            <a:r>
              <a:rPr lang="nl-NL" dirty="0"/>
              <a:t> node &amp; record </a:t>
            </a:r>
            <a:r>
              <a:rPr lang="nl-NL" b="1" dirty="0">
                <a:latin typeface="Aptos" panose="020B0004020202020204" pitchFamily="34" charset="0"/>
              </a:rPr>
              <a:t>post</a:t>
            </a:r>
            <a:r>
              <a:rPr lang="nl-NL" dirty="0"/>
              <a:t> </a:t>
            </a:r>
            <a:r>
              <a:rPr lang="nl-NL" b="1" dirty="0">
                <a:latin typeface="Aptos" panose="020B0004020202020204" pitchFamily="34" charset="0"/>
              </a:rPr>
              <a:t>order</a:t>
            </a:r>
          </a:p>
          <a:p>
            <a:pPr lvl="1"/>
            <a:r>
              <a:rPr lang="nl-NL" dirty="0" err="1"/>
              <a:t>Repeat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are </a:t>
            </a:r>
            <a:r>
              <a:rPr lang="nl-NL" dirty="0" err="1"/>
              <a:t>visited</a:t>
            </a:r>
            <a:endParaRPr lang="nl-NL" dirty="0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3991ABA1-B7A9-92A1-D69C-83B45A2D383B}"/>
              </a:ext>
            </a:extLst>
          </p:cNvPr>
          <p:cNvSpPr/>
          <p:nvPr/>
        </p:nvSpPr>
        <p:spPr>
          <a:xfrm>
            <a:off x="6494311" y="423659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0" name="D">
            <a:extLst>
              <a:ext uri="{FF2B5EF4-FFF2-40B4-BE49-F238E27FC236}">
                <a16:creationId xmlns:a16="http://schemas.microsoft.com/office/drawing/2014/main" id="{88E1A351-1218-CDB5-6972-CBF7A1EE356F}"/>
              </a:ext>
            </a:extLst>
          </p:cNvPr>
          <p:cNvSpPr/>
          <p:nvPr/>
        </p:nvSpPr>
        <p:spPr>
          <a:xfrm>
            <a:off x="8929875" y="356118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1" name="E">
            <a:extLst>
              <a:ext uri="{FF2B5EF4-FFF2-40B4-BE49-F238E27FC236}">
                <a16:creationId xmlns:a16="http://schemas.microsoft.com/office/drawing/2014/main" id="{D40914A9-F0F6-D2FC-8836-04A9F9E46F7B}"/>
              </a:ext>
            </a:extLst>
          </p:cNvPr>
          <p:cNvSpPr/>
          <p:nvPr/>
        </p:nvSpPr>
        <p:spPr>
          <a:xfrm>
            <a:off x="8929875" y="491201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22" name="F">
            <a:extLst>
              <a:ext uri="{FF2B5EF4-FFF2-40B4-BE49-F238E27FC236}">
                <a16:creationId xmlns:a16="http://schemas.microsoft.com/office/drawing/2014/main" id="{C604D3EB-68C8-19CE-5F58-4C5C7ABCA627}"/>
              </a:ext>
            </a:extLst>
          </p:cNvPr>
          <p:cNvSpPr/>
          <p:nvPr/>
        </p:nvSpPr>
        <p:spPr>
          <a:xfrm>
            <a:off x="10147658" y="423659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23" name="AB">
            <a:extLst>
              <a:ext uri="{FF2B5EF4-FFF2-40B4-BE49-F238E27FC236}">
                <a16:creationId xmlns:a16="http://schemas.microsoft.com/office/drawing/2014/main" id="{3617A5BD-C1DE-DBE8-4675-71F90253DF71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6849782" y="3769410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BD">
            <a:extLst>
              <a:ext uri="{FF2B5EF4-FFF2-40B4-BE49-F238E27FC236}">
                <a16:creationId xmlns:a16="http://schemas.microsoft.com/office/drawing/2014/main" id="{56286208-0B4A-C80E-42AA-6951DF3222B3}"/>
              </a:ext>
            </a:extLst>
          </p:cNvPr>
          <p:cNvCxnSpPr>
            <a:cxnSpLocks/>
            <a:stCxn id="32" idx="6"/>
            <a:endCxn id="20" idx="2"/>
          </p:cNvCxnSpPr>
          <p:nvPr/>
        </p:nvCxnSpPr>
        <p:spPr>
          <a:xfrm>
            <a:off x="8128553" y="3769410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AC">
            <a:extLst>
              <a:ext uri="{FF2B5EF4-FFF2-40B4-BE49-F238E27FC236}">
                <a16:creationId xmlns:a16="http://schemas.microsoft.com/office/drawing/2014/main" id="{67FCA5BD-EEF0-9788-D646-EDC5FE17AD97}"/>
              </a:ext>
            </a:extLst>
          </p:cNvPr>
          <p:cNvCxnSpPr>
            <a:cxnSpLocks/>
            <a:stCxn id="4" idx="5"/>
            <a:endCxn id="33" idx="2"/>
          </p:cNvCxnSpPr>
          <p:nvPr/>
        </p:nvCxnSpPr>
        <p:spPr>
          <a:xfrm>
            <a:off x="6849782" y="4592066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E">
            <a:extLst>
              <a:ext uri="{FF2B5EF4-FFF2-40B4-BE49-F238E27FC236}">
                <a16:creationId xmlns:a16="http://schemas.microsoft.com/office/drawing/2014/main" id="{BC4D2836-E2A2-DC2E-06D1-A5E6687131DA}"/>
              </a:ext>
            </a:extLst>
          </p:cNvPr>
          <p:cNvCxnSpPr>
            <a:cxnSpLocks/>
            <a:stCxn id="33" idx="6"/>
            <a:endCxn id="21" idx="2"/>
          </p:cNvCxnSpPr>
          <p:nvPr/>
        </p:nvCxnSpPr>
        <p:spPr>
          <a:xfrm>
            <a:off x="8128553" y="5120241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B">
            <a:extLst>
              <a:ext uri="{FF2B5EF4-FFF2-40B4-BE49-F238E27FC236}">
                <a16:creationId xmlns:a16="http://schemas.microsoft.com/office/drawing/2014/main" id="{10A42B48-F1FE-88A8-DC47-10C938065918}"/>
              </a:ext>
            </a:extLst>
          </p:cNvPr>
          <p:cNvCxnSpPr>
            <a:cxnSpLocks/>
            <a:stCxn id="33" idx="0"/>
            <a:endCxn id="32" idx="4"/>
          </p:cNvCxnSpPr>
          <p:nvPr/>
        </p:nvCxnSpPr>
        <p:spPr>
          <a:xfrm flipV="1">
            <a:off x="7920323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DF">
            <a:extLst>
              <a:ext uri="{FF2B5EF4-FFF2-40B4-BE49-F238E27FC236}">
                <a16:creationId xmlns:a16="http://schemas.microsoft.com/office/drawing/2014/main" id="{BA834178-CF7F-D309-356A-8E0904D4EF18}"/>
              </a:ext>
            </a:extLst>
          </p:cNvPr>
          <p:cNvCxnSpPr>
            <a:cxnSpLocks/>
            <a:stCxn id="20" idx="6"/>
            <a:endCxn id="22" idx="1"/>
          </p:cNvCxnSpPr>
          <p:nvPr/>
        </p:nvCxnSpPr>
        <p:spPr>
          <a:xfrm>
            <a:off x="9346335" y="3769410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EF">
            <a:extLst>
              <a:ext uri="{FF2B5EF4-FFF2-40B4-BE49-F238E27FC236}">
                <a16:creationId xmlns:a16="http://schemas.microsoft.com/office/drawing/2014/main" id="{41CB4858-8D87-1D84-EF30-B145023A9241}"/>
              </a:ext>
            </a:extLst>
          </p:cNvPr>
          <p:cNvCxnSpPr>
            <a:cxnSpLocks/>
            <a:stCxn id="21" idx="6"/>
            <a:endCxn id="22" idx="3"/>
          </p:cNvCxnSpPr>
          <p:nvPr/>
        </p:nvCxnSpPr>
        <p:spPr>
          <a:xfrm flipV="1">
            <a:off x="9346335" y="4592066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DE">
            <a:extLst>
              <a:ext uri="{FF2B5EF4-FFF2-40B4-BE49-F238E27FC236}">
                <a16:creationId xmlns:a16="http://schemas.microsoft.com/office/drawing/2014/main" id="{5FEDB93C-46B4-CCAB-AD3E-CDC2D9F7C57C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>
            <a:off x="9138105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D">
            <a:extLst>
              <a:ext uri="{FF2B5EF4-FFF2-40B4-BE49-F238E27FC236}">
                <a16:creationId xmlns:a16="http://schemas.microsoft.com/office/drawing/2014/main" id="{AFFA054D-1DEE-037C-0382-AA0E96E287E0}"/>
              </a:ext>
            </a:extLst>
          </p:cNvPr>
          <p:cNvCxnSpPr>
            <a:cxnSpLocks/>
            <a:stCxn id="33" idx="7"/>
            <a:endCxn id="20" idx="3"/>
          </p:cNvCxnSpPr>
          <p:nvPr/>
        </p:nvCxnSpPr>
        <p:spPr>
          <a:xfrm flipV="1">
            <a:off x="8067564" y="3916651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B">
            <a:extLst>
              <a:ext uri="{FF2B5EF4-FFF2-40B4-BE49-F238E27FC236}">
                <a16:creationId xmlns:a16="http://schemas.microsoft.com/office/drawing/2014/main" id="{27FD58D3-EFE4-B43D-9F34-3BFD840B6323}"/>
              </a:ext>
            </a:extLst>
          </p:cNvPr>
          <p:cNvSpPr/>
          <p:nvPr/>
        </p:nvSpPr>
        <p:spPr>
          <a:xfrm>
            <a:off x="7712093" y="356118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3" name="C">
            <a:extLst>
              <a:ext uri="{FF2B5EF4-FFF2-40B4-BE49-F238E27FC236}">
                <a16:creationId xmlns:a16="http://schemas.microsoft.com/office/drawing/2014/main" id="{4A8E4297-EC24-7408-7B5A-32DA58FC7793}"/>
              </a:ext>
            </a:extLst>
          </p:cNvPr>
          <p:cNvSpPr/>
          <p:nvPr/>
        </p:nvSpPr>
        <p:spPr>
          <a:xfrm>
            <a:off x="7712093" y="491201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749E0262-0BF2-5F28-ED40-AD67433820F5}"/>
              </a:ext>
            </a:extLst>
          </p:cNvPr>
          <p:cNvSpPr txBox="1"/>
          <p:nvPr/>
        </p:nvSpPr>
        <p:spPr>
          <a:xfrm>
            <a:off x="6581274" y="5661716"/>
            <a:ext cx="1260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latin typeface="Aptos" panose="020B0004020202020204" pitchFamily="34" charset="0"/>
              </a:rPr>
              <a:t>Pre order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36" name="A">
            <a:extLst>
              <a:ext uri="{FF2B5EF4-FFF2-40B4-BE49-F238E27FC236}">
                <a16:creationId xmlns:a16="http://schemas.microsoft.com/office/drawing/2014/main" id="{BA1EFA31-433A-C44E-0670-0C9D288AC8D0}"/>
              </a:ext>
            </a:extLst>
          </p:cNvPr>
          <p:cNvSpPr/>
          <p:nvPr/>
        </p:nvSpPr>
        <p:spPr>
          <a:xfrm>
            <a:off x="784170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37" name="A">
            <a:extLst>
              <a:ext uri="{FF2B5EF4-FFF2-40B4-BE49-F238E27FC236}">
                <a16:creationId xmlns:a16="http://schemas.microsoft.com/office/drawing/2014/main" id="{C81BC5F6-314A-799A-B954-497F4B562368}"/>
              </a:ext>
            </a:extLst>
          </p:cNvPr>
          <p:cNvSpPr/>
          <p:nvPr/>
        </p:nvSpPr>
        <p:spPr>
          <a:xfrm>
            <a:off x="825816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38" name="A">
            <a:extLst>
              <a:ext uri="{FF2B5EF4-FFF2-40B4-BE49-F238E27FC236}">
                <a16:creationId xmlns:a16="http://schemas.microsoft.com/office/drawing/2014/main" id="{CDE67363-9ED4-54B3-AAE6-3993BECC3CC5}"/>
              </a:ext>
            </a:extLst>
          </p:cNvPr>
          <p:cNvSpPr/>
          <p:nvPr/>
        </p:nvSpPr>
        <p:spPr>
          <a:xfrm>
            <a:off x="867462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A8093C2E-3A99-3654-4585-8646DF2465ED}"/>
              </a:ext>
            </a:extLst>
          </p:cNvPr>
          <p:cNvSpPr txBox="1"/>
          <p:nvPr/>
        </p:nvSpPr>
        <p:spPr>
          <a:xfrm>
            <a:off x="6096000" y="6078176"/>
            <a:ext cx="1745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latin typeface="Aptos" panose="020B0004020202020204" pitchFamily="34" charset="0"/>
              </a:rPr>
              <a:t>Post order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47" name="A">
            <a:extLst>
              <a:ext uri="{FF2B5EF4-FFF2-40B4-BE49-F238E27FC236}">
                <a16:creationId xmlns:a16="http://schemas.microsoft.com/office/drawing/2014/main" id="{EAECC45E-647C-7C96-9B73-A1A67CF290A7}"/>
              </a:ext>
            </a:extLst>
          </p:cNvPr>
          <p:cNvSpPr/>
          <p:nvPr/>
        </p:nvSpPr>
        <p:spPr>
          <a:xfrm>
            <a:off x="7841708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46" name="A">
            <a:extLst>
              <a:ext uri="{FF2B5EF4-FFF2-40B4-BE49-F238E27FC236}">
                <a16:creationId xmlns:a16="http://schemas.microsoft.com/office/drawing/2014/main" id="{732388EC-15A7-76DA-042B-DE07C056D891}"/>
              </a:ext>
            </a:extLst>
          </p:cNvPr>
          <p:cNvSpPr/>
          <p:nvPr/>
        </p:nvSpPr>
        <p:spPr>
          <a:xfrm>
            <a:off x="825816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45" name="A">
            <a:extLst>
              <a:ext uri="{FF2B5EF4-FFF2-40B4-BE49-F238E27FC236}">
                <a16:creationId xmlns:a16="http://schemas.microsoft.com/office/drawing/2014/main" id="{F60F7CAF-AFA5-B53C-F04B-E8F7BB115200}"/>
              </a:ext>
            </a:extLst>
          </p:cNvPr>
          <p:cNvSpPr/>
          <p:nvPr/>
        </p:nvSpPr>
        <p:spPr>
          <a:xfrm>
            <a:off x="867462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173" name="Speech Bubble: Oval 172">
            <a:extLst>
              <a:ext uri="{FF2B5EF4-FFF2-40B4-BE49-F238E27FC236}">
                <a16:creationId xmlns:a16="http://schemas.microsoft.com/office/drawing/2014/main" id="{12DE8839-D6E4-0558-6531-9B8788F17F51}"/>
              </a:ext>
            </a:extLst>
          </p:cNvPr>
          <p:cNvSpPr/>
          <p:nvPr/>
        </p:nvSpPr>
        <p:spPr>
          <a:xfrm>
            <a:off x="9258300" y="2261936"/>
            <a:ext cx="2689058" cy="1212991"/>
          </a:xfrm>
          <a:prstGeom prst="wedgeEllipseCallout">
            <a:avLst>
              <a:gd name="adj1" fmla="val -42349"/>
              <a:gd name="adj2" fmla="val 625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Let’s</a:t>
            </a:r>
            <a:r>
              <a:rPr lang="nl-NL" dirty="0">
                <a:latin typeface="Aptos" panose="020B0004020202020204" pitchFamily="34" charset="0"/>
              </a:rPr>
              <a:t> start a DFS </a:t>
            </a:r>
            <a:r>
              <a:rPr lang="nl-NL" dirty="0" err="1">
                <a:latin typeface="Aptos" panose="020B0004020202020204" pitchFamily="34" charset="0"/>
              </a:rPr>
              <a:t>from</a:t>
            </a:r>
            <a:r>
              <a:rPr lang="nl-NL" dirty="0">
                <a:latin typeface="Aptos" panose="020B0004020202020204" pitchFamily="34" charset="0"/>
              </a:rPr>
              <a:t> node D</a:t>
            </a:r>
          </a:p>
        </p:txBody>
      </p:sp>
    </p:spTree>
    <p:extLst>
      <p:ext uri="{BB962C8B-B14F-4D97-AF65-F5344CB8AC3E}">
        <p14:creationId xmlns:p14="http://schemas.microsoft.com/office/powerpoint/2010/main" val="122181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47" grpId="0"/>
      <p:bldP spid="46" grpId="0"/>
      <p:bldP spid="45" grpId="0"/>
      <p:bldP spid="17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82219-3EB4-D923-C8B1-FA69FAE17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6433E-CBDD-E3F4-9CC3-7793B076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Dependencies</a:t>
            </a:r>
            <a:r>
              <a:rPr lang="nl-NL" dirty="0"/>
              <a:t>, pre </a:t>
            </a:r>
            <a:r>
              <a:rPr lang="nl-NL" dirty="0" err="1"/>
              <a:t>and</a:t>
            </a:r>
            <a:r>
              <a:rPr lang="nl-NL" dirty="0"/>
              <a:t> post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3C532-EA49-85AB-F8E0-F7F5BA371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9755204" cy="1024224"/>
          </a:xfrm>
        </p:spPr>
        <p:txBody>
          <a:bodyPr>
            <a:normAutofit/>
          </a:bodyPr>
          <a:lstStyle/>
          <a:p>
            <a:r>
              <a:rPr lang="nl-NL" b="1" dirty="0" err="1">
                <a:latin typeface="Aptos" panose="020B0004020202020204" pitchFamily="34" charset="0"/>
              </a:rPr>
              <a:t>Topological</a:t>
            </a:r>
            <a:r>
              <a:rPr lang="nl-NL" b="1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sorting</a:t>
            </a:r>
            <a:r>
              <a:rPr lang="nl-NL" dirty="0"/>
              <a:t>: run DFS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any</a:t>
            </a:r>
            <a:r>
              <a:rPr lang="nl-NL" dirty="0"/>
              <a:t> node &amp; record </a:t>
            </a:r>
            <a:r>
              <a:rPr lang="nl-NL" b="1" dirty="0">
                <a:latin typeface="Aptos" panose="020B0004020202020204" pitchFamily="34" charset="0"/>
              </a:rPr>
              <a:t>post</a:t>
            </a:r>
            <a:r>
              <a:rPr lang="nl-NL" dirty="0"/>
              <a:t> </a:t>
            </a:r>
            <a:r>
              <a:rPr lang="nl-NL" b="1" dirty="0">
                <a:latin typeface="Aptos" panose="020B0004020202020204" pitchFamily="34" charset="0"/>
              </a:rPr>
              <a:t>order</a:t>
            </a:r>
          </a:p>
          <a:p>
            <a:pPr lvl="1"/>
            <a:r>
              <a:rPr lang="nl-NL" dirty="0" err="1"/>
              <a:t>Repeat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are </a:t>
            </a:r>
            <a:r>
              <a:rPr lang="nl-NL" dirty="0" err="1"/>
              <a:t>visited</a:t>
            </a:r>
            <a:endParaRPr lang="nl-NL" dirty="0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1B0BAAAF-2706-2F2C-6213-6BCAB4C6A872}"/>
              </a:ext>
            </a:extLst>
          </p:cNvPr>
          <p:cNvSpPr/>
          <p:nvPr/>
        </p:nvSpPr>
        <p:spPr>
          <a:xfrm>
            <a:off x="6494311" y="423659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0" name="D">
            <a:extLst>
              <a:ext uri="{FF2B5EF4-FFF2-40B4-BE49-F238E27FC236}">
                <a16:creationId xmlns:a16="http://schemas.microsoft.com/office/drawing/2014/main" id="{C4DEFAB2-B14E-447C-1914-8C1B7DF82BD8}"/>
              </a:ext>
            </a:extLst>
          </p:cNvPr>
          <p:cNvSpPr/>
          <p:nvPr/>
        </p:nvSpPr>
        <p:spPr>
          <a:xfrm>
            <a:off x="8929875" y="3561180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1" name="E">
            <a:extLst>
              <a:ext uri="{FF2B5EF4-FFF2-40B4-BE49-F238E27FC236}">
                <a16:creationId xmlns:a16="http://schemas.microsoft.com/office/drawing/2014/main" id="{105C90A1-C25B-DA8D-61C9-856AA76DD1E0}"/>
              </a:ext>
            </a:extLst>
          </p:cNvPr>
          <p:cNvSpPr/>
          <p:nvPr/>
        </p:nvSpPr>
        <p:spPr>
          <a:xfrm>
            <a:off x="8929875" y="4912011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22" name="F">
            <a:extLst>
              <a:ext uri="{FF2B5EF4-FFF2-40B4-BE49-F238E27FC236}">
                <a16:creationId xmlns:a16="http://schemas.microsoft.com/office/drawing/2014/main" id="{1CEA6D15-16C9-7F46-911F-8FB090A426A5}"/>
              </a:ext>
            </a:extLst>
          </p:cNvPr>
          <p:cNvSpPr/>
          <p:nvPr/>
        </p:nvSpPr>
        <p:spPr>
          <a:xfrm>
            <a:off x="10147658" y="4236595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23" name="AB">
            <a:extLst>
              <a:ext uri="{FF2B5EF4-FFF2-40B4-BE49-F238E27FC236}">
                <a16:creationId xmlns:a16="http://schemas.microsoft.com/office/drawing/2014/main" id="{25F137DD-CC61-2679-092F-0BD540CFBE6A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6849782" y="3769410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BD">
            <a:extLst>
              <a:ext uri="{FF2B5EF4-FFF2-40B4-BE49-F238E27FC236}">
                <a16:creationId xmlns:a16="http://schemas.microsoft.com/office/drawing/2014/main" id="{21ACB486-E26C-EE73-7233-BD1D1BEC250E}"/>
              </a:ext>
            </a:extLst>
          </p:cNvPr>
          <p:cNvCxnSpPr>
            <a:cxnSpLocks/>
            <a:stCxn id="32" idx="6"/>
            <a:endCxn id="20" idx="2"/>
          </p:cNvCxnSpPr>
          <p:nvPr/>
        </p:nvCxnSpPr>
        <p:spPr>
          <a:xfrm>
            <a:off x="8128553" y="3769410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AC">
            <a:extLst>
              <a:ext uri="{FF2B5EF4-FFF2-40B4-BE49-F238E27FC236}">
                <a16:creationId xmlns:a16="http://schemas.microsoft.com/office/drawing/2014/main" id="{0D1A1CB3-C9B9-9C71-9EFD-0C72BCF47C36}"/>
              </a:ext>
            </a:extLst>
          </p:cNvPr>
          <p:cNvCxnSpPr>
            <a:cxnSpLocks/>
            <a:stCxn id="4" idx="5"/>
            <a:endCxn id="33" idx="2"/>
          </p:cNvCxnSpPr>
          <p:nvPr/>
        </p:nvCxnSpPr>
        <p:spPr>
          <a:xfrm>
            <a:off x="6849782" y="4592066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EC">
            <a:extLst>
              <a:ext uri="{FF2B5EF4-FFF2-40B4-BE49-F238E27FC236}">
                <a16:creationId xmlns:a16="http://schemas.microsoft.com/office/drawing/2014/main" id="{799AB8FC-85C5-9C25-4EC5-AB1CDBE6339A}"/>
              </a:ext>
            </a:extLst>
          </p:cNvPr>
          <p:cNvCxnSpPr>
            <a:cxnSpLocks/>
            <a:stCxn id="33" idx="6"/>
            <a:endCxn id="21" idx="2"/>
          </p:cNvCxnSpPr>
          <p:nvPr/>
        </p:nvCxnSpPr>
        <p:spPr>
          <a:xfrm>
            <a:off x="8128553" y="5120241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B">
            <a:extLst>
              <a:ext uri="{FF2B5EF4-FFF2-40B4-BE49-F238E27FC236}">
                <a16:creationId xmlns:a16="http://schemas.microsoft.com/office/drawing/2014/main" id="{0D9725AC-5D26-54CD-A23E-86FFCF4AE9B9}"/>
              </a:ext>
            </a:extLst>
          </p:cNvPr>
          <p:cNvCxnSpPr>
            <a:cxnSpLocks/>
            <a:stCxn id="33" idx="0"/>
            <a:endCxn id="32" idx="4"/>
          </p:cNvCxnSpPr>
          <p:nvPr/>
        </p:nvCxnSpPr>
        <p:spPr>
          <a:xfrm flipV="1">
            <a:off x="7920323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DF">
            <a:extLst>
              <a:ext uri="{FF2B5EF4-FFF2-40B4-BE49-F238E27FC236}">
                <a16:creationId xmlns:a16="http://schemas.microsoft.com/office/drawing/2014/main" id="{0A5E3375-C7DB-2CD9-1CA7-96912903E885}"/>
              </a:ext>
            </a:extLst>
          </p:cNvPr>
          <p:cNvCxnSpPr>
            <a:cxnSpLocks/>
            <a:stCxn id="20" idx="6"/>
            <a:endCxn id="22" idx="1"/>
          </p:cNvCxnSpPr>
          <p:nvPr/>
        </p:nvCxnSpPr>
        <p:spPr>
          <a:xfrm>
            <a:off x="9346335" y="3769410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EF">
            <a:extLst>
              <a:ext uri="{FF2B5EF4-FFF2-40B4-BE49-F238E27FC236}">
                <a16:creationId xmlns:a16="http://schemas.microsoft.com/office/drawing/2014/main" id="{45D42498-8200-F106-851A-151AF18EDC84}"/>
              </a:ext>
            </a:extLst>
          </p:cNvPr>
          <p:cNvCxnSpPr>
            <a:cxnSpLocks/>
            <a:stCxn id="21" idx="6"/>
            <a:endCxn id="22" idx="3"/>
          </p:cNvCxnSpPr>
          <p:nvPr/>
        </p:nvCxnSpPr>
        <p:spPr>
          <a:xfrm flipV="1">
            <a:off x="9346335" y="4592066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DE">
            <a:extLst>
              <a:ext uri="{FF2B5EF4-FFF2-40B4-BE49-F238E27FC236}">
                <a16:creationId xmlns:a16="http://schemas.microsoft.com/office/drawing/2014/main" id="{BB5A4A50-AB19-5FC3-593C-39A50470DFBA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>
            <a:off x="9138105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D">
            <a:extLst>
              <a:ext uri="{FF2B5EF4-FFF2-40B4-BE49-F238E27FC236}">
                <a16:creationId xmlns:a16="http://schemas.microsoft.com/office/drawing/2014/main" id="{20EC986B-C7BE-51EA-FE8A-040C2C52DCF8}"/>
              </a:ext>
            </a:extLst>
          </p:cNvPr>
          <p:cNvCxnSpPr>
            <a:cxnSpLocks/>
            <a:stCxn id="33" idx="7"/>
            <a:endCxn id="20" idx="3"/>
          </p:cNvCxnSpPr>
          <p:nvPr/>
        </p:nvCxnSpPr>
        <p:spPr>
          <a:xfrm flipV="1">
            <a:off x="8067564" y="3916651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B">
            <a:extLst>
              <a:ext uri="{FF2B5EF4-FFF2-40B4-BE49-F238E27FC236}">
                <a16:creationId xmlns:a16="http://schemas.microsoft.com/office/drawing/2014/main" id="{6ED0FC10-C7F7-8D91-81CD-47C018CE1416}"/>
              </a:ext>
            </a:extLst>
          </p:cNvPr>
          <p:cNvSpPr/>
          <p:nvPr/>
        </p:nvSpPr>
        <p:spPr>
          <a:xfrm>
            <a:off x="7712093" y="356118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3" name="C">
            <a:extLst>
              <a:ext uri="{FF2B5EF4-FFF2-40B4-BE49-F238E27FC236}">
                <a16:creationId xmlns:a16="http://schemas.microsoft.com/office/drawing/2014/main" id="{84FC8715-DEDB-6545-E2C2-04E9650171FE}"/>
              </a:ext>
            </a:extLst>
          </p:cNvPr>
          <p:cNvSpPr/>
          <p:nvPr/>
        </p:nvSpPr>
        <p:spPr>
          <a:xfrm>
            <a:off x="7712093" y="491201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8B9F7087-4094-65A3-9620-E4B98B19145C}"/>
              </a:ext>
            </a:extLst>
          </p:cNvPr>
          <p:cNvSpPr txBox="1"/>
          <p:nvPr/>
        </p:nvSpPr>
        <p:spPr>
          <a:xfrm>
            <a:off x="6581274" y="5661716"/>
            <a:ext cx="1260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latin typeface="Aptos" panose="020B0004020202020204" pitchFamily="34" charset="0"/>
              </a:rPr>
              <a:t>Pre order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36" name="A">
            <a:extLst>
              <a:ext uri="{FF2B5EF4-FFF2-40B4-BE49-F238E27FC236}">
                <a16:creationId xmlns:a16="http://schemas.microsoft.com/office/drawing/2014/main" id="{FAA9F912-C27A-3DF2-DE46-457A13F1EA8B}"/>
              </a:ext>
            </a:extLst>
          </p:cNvPr>
          <p:cNvSpPr/>
          <p:nvPr/>
        </p:nvSpPr>
        <p:spPr>
          <a:xfrm>
            <a:off x="784170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37" name="A">
            <a:extLst>
              <a:ext uri="{FF2B5EF4-FFF2-40B4-BE49-F238E27FC236}">
                <a16:creationId xmlns:a16="http://schemas.microsoft.com/office/drawing/2014/main" id="{B0D04E5C-16B2-A7CE-87E0-A016A00092AF}"/>
              </a:ext>
            </a:extLst>
          </p:cNvPr>
          <p:cNvSpPr/>
          <p:nvPr/>
        </p:nvSpPr>
        <p:spPr>
          <a:xfrm>
            <a:off x="825816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38" name="A">
            <a:extLst>
              <a:ext uri="{FF2B5EF4-FFF2-40B4-BE49-F238E27FC236}">
                <a16:creationId xmlns:a16="http://schemas.microsoft.com/office/drawing/2014/main" id="{190B022D-B0C2-8622-2BB1-C94AF95451E7}"/>
              </a:ext>
            </a:extLst>
          </p:cNvPr>
          <p:cNvSpPr/>
          <p:nvPr/>
        </p:nvSpPr>
        <p:spPr>
          <a:xfrm>
            <a:off x="867462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39" name="A">
            <a:extLst>
              <a:ext uri="{FF2B5EF4-FFF2-40B4-BE49-F238E27FC236}">
                <a16:creationId xmlns:a16="http://schemas.microsoft.com/office/drawing/2014/main" id="{715296F3-89F4-8752-D570-C54AF8350034}"/>
              </a:ext>
            </a:extLst>
          </p:cNvPr>
          <p:cNvSpPr/>
          <p:nvPr/>
        </p:nvSpPr>
        <p:spPr>
          <a:xfrm>
            <a:off x="9091086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16C58008-303E-B13E-B5AD-591F94E53B5E}"/>
              </a:ext>
            </a:extLst>
          </p:cNvPr>
          <p:cNvSpPr txBox="1"/>
          <p:nvPr/>
        </p:nvSpPr>
        <p:spPr>
          <a:xfrm>
            <a:off x="6096000" y="6078176"/>
            <a:ext cx="1745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latin typeface="Aptos" panose="020B0004020202020204" pitchFamily="34" charset="0"/>
              </a:rPr>
              <a:t>Post order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47" name="A">
            <a:extLst>
              <a:ext uri="{FF2B5EF4-FFF2-40B4-BE49-F238E27FC236}">
                <a16:creationId xmlns:a16="http://schemas.microsoft.com/office/drawing/2014/main" id="{FB609D5B-25BA-01FE-BAAA-E6C85D317B28}"/>
              </a:ext>
            </a:extLst>
          </p:cNvPr>
          <p:cNvSpPr/>
          <p:nvPr/>
        </p:nvSpPr>
        <p:spPr>
          <a:xfrm>
            <a:off x="7841708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46" name="A">
            <a:extLst>
              <a:ext uri="{FF2B5EF4-FFF2-40B4-BE49-F238E27FC236}">
                <a16:creationId xmlns:a16="http://schemas.microsoft.com/office/drawing/2014/main" id="{E62A34F4-2F1B-5ACD-1601-C24A76D5C7D6}"/>
              </a:ext>
            </a:extLst>
          </p:cNvPr>
          <p:cNvSpPr/>
          <p:nvPr/>
        </p:nvSpPr>
        <p:spPr>
          <a:xfrm>
            <a:off x="825816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45" name="A">
            <a:extLst>
              <a:ext uri="{FF2B5EF4-FFF2-40B4-BE49-F238E27FC236}">
                <a16:creationId xmlns:a16="http://schemas.microsoft.com/office/drawing/2014/main" id="{651EE4A7-593E-C69B-3CEB-63AE673F75C5}"/>
              </a:ext>
            </a:extLst>
          </p:cNvPr>
          <p:cNvSpPr/>
          <p:nvPr/>
        </p:nvSpPr>
        <p:spPr>
          <a:xfrm>
            <a:off x="867462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48" name="A">
            <a:extLst>
              <a:ext uri="{FF2B5EF4-FFF2-40B4-BE49-F238E27FC236}">
                <a16:creationId xmlns:a16="http://schemas.microsoft.com/office/drawing/2014/main" id="{CB15BB51-D80F-8113-85D5-8078C70858AF}"/>
              </a:ext>
            </a:extLst>
          </p:cNvPr>
          <p:cNvSpPr/>
          <p:nvPr/>
        </p:nvSpPr>
        <p:spPr>
          <a:xfrm>
            <a:off x="909108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5" name="Oval Callout 172">
            <a:extLst>
              <a:ext uri="{FF2B5EF4-FFF2-40B4-BE49-F238E27FC236}">
                <a16:creationId xmlns:a16="http://schemas.microsoft.com/office/drawing/2014/main" id="{70364E9E-4982-61FA-2C00-24B27E570F31}"/>
              </a:ext>
            </a:extLst>
          </p:cNvPr>
          <p:cNvSpPr/>
          <p:nvPr/>
        </p:nvSpPr>
        <p:spPr>
          <a:xfrm>
            <a:off x="9258300" y="2261936"/>
            <a:ext cx="2689058" cy="1212991"/>
          </a:xfrm>
          <a:prstGeom prst="wedgeEllipseCallout">
            <a:avLst>
              <a:gd name="adj1" fmla="val -91655"/>
              <a:gd name="adj2" fmla="val 5873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Let’s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now</a:t>
            </a:r>
            <a:r>
              <a:rPr lang="nl-NL" dirty="0">
                <a:latin typeface="Aptos" panose="020B0004020202020204" pitchFamily="34" charset="0"/>
              </a:rPr>
              <a:t> do a DFS </a:t>
            </a:r>
            <a:r>
              <a:rPr lang="nl-NL" dirty="0" err="1">
                <a:latin typeface="Aptos" panose="020B0004020202020204" pitchFamily="34" charset="0"/>
              </a:rPr>
              <a:t>from</a:t>
            </a:r>
            <a:r>
              <a:rPr lang="nl-NL" dirty="0">
                <a:latin typeface="Aptos" panose="020B0004020202020204" pitchFamily="34" charset="0"/>
              </a:rPr>
              <a:t> node B</a:t>
            </a:r>
          </a:p>
        </p:txBody>
      </p:sp>
    </p:spTree>
    <p:extLst>
      <p:ext uri="{BB962C8B-B14F-4D97-AF65-F5344CB8AC3E}">
        <p14:creationId xmlns:p14="http://schemas.microsoft.com/office/powerpoint/2010/main" val="354769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AD947-E942-451D-D011-CF29B65B7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253D1-7BC1-1CAE-817B-33628ECB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Dependencies</a:t>
            </a:r>
            <a:r>
              <a:rPr lang="nl-NL" dirty="0"/>
              <a:t>, pre </a:t>
            </a:r>
            <a:r>
              <a:rPr lang="nl-NL" dirty="0" err="1"/>
              <a:t>and</a:t>
            </a:r>
            <a:r>
              <a:rPr lang="nl-NL" dirty="0"/>
              <a:t> post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544F0-7E59-9F27-62B1-C37F93AF7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9755204" cy="1811354"/>
          </a:xfrm>
        </p:spPr>
        <p:txBody>
          <a:bodyPr>
            <a:normAutofit/>
          </a:bodyPr>
          <a:lstStyle/>
          <a:p>
            <a:r>
              <a:rPr lang="nl-NL" b="1" dirty="0" err="1">
                <a:latin typeface="Aptos" panose="020B0004020202020204" pitchFamily="34" charset="0"/>
              </a:rPr>
              <a:t>Topological</a:t>
            </a:r>
            <a:r>
              <a:rPr lang="nl-NL" b="1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sorting</a:t>
            </a:r>
            <a:r>
              <a:rPr lang="nl-NL" dirty="0"/>
              <a:t>: run DFS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any</a:t>
            </a:r>
            <a:r>
              <a:rPr lang="nl-NL" dirty="0"/>
              <a:t> node &amp; record </a:t>
            </a:r>
            <a:r>
              <a:rPr lang="nl-NL" b="1" dirty="0">
                <a:latin typeface="Aptos" panose="020B0004020202020204" pitchFamily="34" charset="0"/>
              </a:rPr>
              <a:t>post</a:t>
            </a:r>
            <a:r>
              <a:rPr lang="nl-NL" dirty="0"/>
              <a:t> </a:t>
            </a:r>
            <a:r>
              <a:rPr lang="nl-NL" b="1" dirty="0">
                <a:latin typeface="Aptos" panose="020B0004020202020204" pitchFamily="34" charset="0"/>
              </a:rPr>
              <a:t>order</a:t>
            </a:r>
          </a:p>
          <a:p>
            <a:pPr lvl="1"/>
            <a:r>
              <a:rPr lang="nl-NL" dirty="0" err="1"/>
              <a:t>Repeat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are </a:t>
            </a:r>
            <a:r>
              <a:rPr lang="nl-NL" dirty="0" err="1"/>
              <a:t>visited</a:t>
            </a:r>
            <a:endParaRPr lang="nl-NL" dirty="0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D35F7659-3D81-8CEF-B1AE-16F5B607745E}"/>
              </a:ext>
            </a:extLst>
          </p:cNvPr>
          <p:cNvSpPr/>
          <p:nvPr/>
        </p:nvSpPr>
        <p:spPr>
          <a:xfrm>
            <a:off x="6494311" y="4236595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0" name="D">
            <a:extLst>
              <a:ext uri="{FF2B5EF4-FFF2-40B4-BE49-F238E27FC236}">
                <a16:creationId xmlns:a16="http://schemas.microsoft.com/office/drawing/2014/main" id="{69620505-8C11-67C4-BBB1-8D85FEC09199}"/>
              </a:ext>
            </a:extLst>
          </p:cNvPr>
          <p:cNvSpPr/>
          <p:nvPr/>
        </p:nvSpPr>
        <p:spPr>
          <a:xfrm>
            <a:off x="8929875" y="3561180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1" name="E">
            <a:extLst>
              <a:ext uri="{FF2B5EF4-FFF2-40B4-BE49-F238E27FC236}">
                <a16:creationId xmlns:a16="http://schemas.microsoft.com/office/drawing/2014/main" id="{83C50701-D2B3-AC0C-9681-F990E76E539C}"/>
              </a:ext>
            </a:extLst>
          </p:cNvPr>
          <p:cNvSpPr/>
          <p:nvPr/>
        </p:nvSpPr>
        <p:spPr>
          <a:xfrm>
            <a:off x="8929875" y="4912011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22" name="F">
            <a:extLst>
              <a:ext uri="{FF2B5EF4-FFF2-40B4-BE49-F238E27FC236}">
                <a16:creationId xmlns:a16="http://schemas.microsoft.com/office/drawing/2014/main" id="{BA7667A1-F970-1463-229A-EC25239EED06}"/>
              </a:ext>
            </a:extLst>
          </p:cNvPr>
          <p:cNvSpPr/>
          <p:nvPr/>
        </p:nvSpPr>
        <p:spPr>
          <a:xfrm>
            <a:off x="10147658" y="4236595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23" name="AB">
            <a:extLst>
              <a:ext uri="{FF2B5EF4-FFF2-40B4-BE49-F238E27FC236}">
                <a16:creationId xmlns:a16="http://schemas.microsoft.com/office/drawing/2014/main" id="{8AFCD0C7-D253-9B78-D9BB-B6B36C4CAC3C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6849782" y="3769410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BD">
            <a:extLst>
              <a:ext uri="{FF2B5EF4-FFF2-40B4-BE49-F238E27FC236}">
                <a16:creationId xmlns:a16="http://schemas.microsoft.com/office/drawing/2014/main" id="{EB5C758B-D2DB-0A0F-901A-A4A0545074C7}"/>
              </a:ext>
            </a:extLst>
          </p:cNvPr>
          <p:cNvCxnSpPr>
            <a:cxnSpLocks/>
            <a:stCxn id="32" idx="6"/>
            <a:endCxn id="20" idx="2"/>
          </p:cNvCxnSpPr>
          <p:nvPr/>
        </p:nvCxnSpPr>
        <p:spPr>
          <a:xfrm>
            <a:off x="8128553" y="3769410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AC">
            <a:extLst>
              <a:ext uri="{FF2B5EF4-FFF2-40B4-BE49-F238E27FC236}">
                <a16:creationId xmlns:a16="http://schemas.microsoft.com/office/drawing/2014/main" id="{BDBDD95C-FD99-06FE-4591-19AB10BBDDF6}"/>
              </a:ext>
            </a:extLst>
          </p:cNvPr>
          <p:cNvCxnSpPr>
            <a:cxnSpLocks/>
            <a:stCxn id="4" idx="5"/>
            <a:endCxn id="33" idx="2"/>
          </p:cNvCxnSpPr>
          <p:nvPr/>
        </p:nvCxnSpPr>
        <p:spPr>
          <a:xfrm>
            <a:off x="6849782" y="4592066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EC">
            <a:extLst>
              <a:ext uri="{FF2B5EF4-FFF2-40B4-BE49-F238E27FC236}">
                <a16:creationId xmlns:a16="http://schemas.microsoft.com/office/drawing/2014/main" id="{016B8C68-0C31-FEA6-C1C9-5BA41BC8F0ED}"/>
              </a:ext>
            </a:extLst>
          </p:cNvPr>
          <p:cNvCxnSpPr>
            <a:cxnSpLocks/>
            <a:stCxn id="33" idx="6"/>
            <a:endCxn id="21" idx="2"/>
          </p:cNvCxnSpPr>
          <p:nvPr/>
        </p:nvCxnSpPr>
        <p:spPr>
          <a:xfrm>
            <a:off x="8128553" y="5120241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B">
            <a:extLst>
              <a:ext uri="{FF2B5EF4-FFF2-40B4-BE49-F238E27FC236}">
                <a16:creationId xmlns:a16="http://schemas.microsoft.com/office/drawing/2014/main" id="{DCD8C5FE-638C-7E47-A7D9-3614A10BFAF8}"/>
              </a:ext>
            </a:extLst>
          </p:cNvPr>
          <p:cNvCxnSpPr>
            <a:cxnSpLocks/>
            <a:stCxn id="33" idx="0"/>
            <a:endCxn id="32" idx="4"/>
          </p:cNvCxnSpPr>
          <p:nvPr/>
        </p:nvCxnSpPr>
        <p:spPr>
          <a:xfrm flipV="1">
            <a:off x="7920323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DF">
            <a:extLst>
              <a:ext uri="{FF2B5EF4-FFF2-40B4-BE49-F238E27FC236}">
                <a16:creationId xmlns:a16="http://schemas.microsoft.com/office/drawing/2014/main" id="{985C473D-57CE-0AD1-9A0F-3EE90B8239BE}"/>
              </a:ext>
            </a:extLst>
          </p:cNvPr>
          <p:cNvCxnSpPr>
            <a:cxnSpLocks/>
            <a:stCxn id="20" idx="6"/>
            <a:endCxn id="22" idx="1"/>
          </p:cNvCxnSpPr>
          <p:nvPr/>
        </p:nvCxnSpPr>
        <p:spPr>
          <a:xfrm>
            <a:off x="9346335" y="3769410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EF">
            <a:extLst>
              <a:ext uri="{FF2B5EF4-FFF2-40B4-BE49-F238E27FC236}">
                <a16:creationId xmlns:a16="http://schemas.microsoft.com/office/drawing/2014/main" id="{DCE1867D-D9E3-4ECB-1E3E-6EEB732BAA15}"/>
              </a:ext>
            </a:extLst>
          </p:cNvPr>
          <p:cNvCxnSpPr>
            <a:cxnSpLocks/>
            <a:stCxn id="21" idx="6"/>
            <a:endCxn id="22" idx="3"/>
          </p:cNvCxnSpPr>
          <p:nvPr/>
        </p:nvCxnSpPr>
        <p:spPr>
          <a:xfrm flipV="1">
            <a:off x="9346335" y="4592066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DE">
            <a:extLst>
              <a:ext uri="{FF2B5EF4-FFF2-40B4-BE49-F238E27FC236}">
                <a16:creationId xmlns:a16="http://schemas.microsoft.com/office/drawing/2014/main" id="{903DD333-B5CE-723B-161B-A3F3CC521637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>
            <a:off x="9138105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D">
            <a:extLst>
              <a:ext uri="{FF2B5EF4-FFF2-40B4-BE49-F238E27FC236}">
                <a16:creationId xmlns:a16="http://schemas.microsoft.com/office/drawing/2014/main" id="{B7EE7CDC-D560-4604-ED4A-B65EF4CE997C}"/>
              </a:ext>
            </a:extLst>
          </p:cNvPr>
          <p:cNvCxnSpPr>
            <a:cxnSpLocks/>
            <a:stCxn id="33" idx="7"/>
            <a:endCxn id="20" idx="3"/>
          </p:cNvCxnSpPr>
          <p:nvPr/>
        </p:nvCxnSpPr>
        <p:spPr>
          <a:xfrm flipV="1">
            <a:off x="8067564" y="3916651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B">
            <a:extLst>
              <a:ext uri="{FF2B5EF4-FFF2-40B4-BE49-F238E27FC236}">
                <a16:creationId xmlns:a16="http://schemas.microsoft.com/office/drawing/2014/main" id="{EBCC4DBD-7902-B4BA-A451-32379B9F09EE}"/>
              </a:ext>
            </a:extLst>
          </p:cNvPr>
          <p:cNvSpPr/>
          <p:nvPr/>
        </p:nvSpPr>
        <p:spPr>
          <a:xfrm>
            <a:off x="7712093" y="3561180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3" name="C">
            <a:extLst>
              <a:ext uri="{FF2B5EF4-FFF2-40B4-BE49-F238E27FC236}">
                <a16:creationId xmlns:a16="http://schemas.microsoft.com/office/drawing/2014/main" id="{8DCD79B6-504A-A59C-6DA7-B9CA39953FCC}"/>
              </a:ext>
            </a:extLst>
          </p:cNvPr>
          <p:cNvSpPr/>
          <p:nvPr/>
        </p:nvSpPr>
        <p:spPr>
          <a:xfrm>
            <a:off x="7712093" y="4912011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C7939CD0-1349-3F30-B6F5-6746AE6CC0D3}"/>
              </a:ext>
            </a:extLst>
          </p:cNvPr>
          <p:cNvSpPr txBox="1"/>
          <p:nvPr/>
        </p:nvSpPr>
        <p:spPr>
          <a:xfrm>
            <a:off x="6581274" y="5661716"/>
            <a:ext cx="1260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latin typeface="Aptos" panose="020B0004020202020204" pitchFamily="34" charset="0"/>
              </a:rPr>
              <a:t>Pre order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36" name="A">
            <a:extLst>
              <a:ext uri="{FF2B5EF4-FFF2-40B4-BE49-F238E27FC236}">
                <a16:creationId xmlns:a16="http://schemas.microsoft.com/office/drawing/2014/main" id="{17CF6069-B78E-943B-8546-F4335F49DFC1}"/>
              </a:ext>
            </a:extLst>
          </p:cNvPr>
          <p:cNvSpPr/>
          <p:nvPr/>
        </p:nvSpPr>
        <p:spPr>
          <a:xfrm>
            <a:off x="784170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37" name="A">
            <a:extLst>
              <a:ext uri="{FF2B5EF4-FFF2-40B4-BE49-F238E27FC236}">
                <a16:creationId xmlns:a16="http://schemas.microsoft.com/office/drawing/2014/main" id="{710EE881-6FDF-EF81-38E6-B7BD2F981FAD}"/>
              </a:ext>
            </a:extLst>
          </p:cNvPr>
          <p:cNvSpPr/>
          <p:nvPr/>
        </p:nvSpPr>
        <p:spPr>
          <a:xfrm>
            <a:off x="825816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38" name="A">
            <a:extLst>
              <a:ext uri="{FF2B5EF4-FFF2-40B4-BE49-F238E27FC236}">
                <a16:creationId xmlns:a16="http://schemas.microsoft.com/office/drawing/2014/main" id="{D375D664-83CC-EDCC-5630-A85A079A4165}"/>
              </a:ext>
            </a:extLst>
          </p:cNvPr>
          <p:cNvSpPr/>
          <p:nvPr/>
        </p:nvSpPr>
        <p:spPr>
          <a:xfrm>
            <a:off x="867462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39" name="A">
            <a:extLst>
              <a:ext uri="{FF2B5EF4-FFF2-40B4-BE49-F238E27FC236}">
                <a16:creationId xmlns:a16="http://schemas.microsoft.com/office/drawing/2014/main" id="{AD36EF3D-F7A0-A705-4E7D-30E6ED48D703}"/>
              </a:ext>
            </a:extLst>
          </p:cNvPr>
          <p:cNvSpPr/>
          <p:nvPr/>
        </p:nvSpPr>
        <p:spPr>
          <a:xfrm>
            <a:off x="9091086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40" name="A">
            <a:extLst>
              <a:ext uri="{FF2B5EF4-FFF2-40B4-BE49-F238E27FC236}">
                <a16:creationId xmlns:a16="http://schemas.microsoft.com/office/drawing/2014/main" id="{34057C05-32A1-28C5-2BC7-AA29D5666A65}"/>
              </a:ext>
            </a:extLst>
          </p:cNvPr>
          <p:cNvSpPr/>
          <p:nvPr/>
        </p:nvSpPr>
        <p:spPr>
          <a:xfrm>
            <a:off x="9507545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41" name="A">
            <a:extLst>
              <a:ext uri="{FF2B5EF4-FFF2-40B4-BE49-F238E27FC236}">
                <a16:creationId xmlns:a16="http://schemas.microsoft.com/office/drawing/2014/main" id="{AC6EF0F9-746B-C8F8-64E0-37A720E6EE25}"/>
              </a:ext>
            </a:extLst>
          </p:cNvPr>
          <p:cNvSpPr/>
          <p:nvPr/>
        </p:nvSpPr>
        <p:spPr>
          <a:xfrm>
            <a:off x="992400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A5388B42-33DC-3643-D0D7-E3BEE1A89B29}"/>
              </a:ext>
            </a:extLst>
          </p:cNvPr>
          <p:cNvSpPr txBox="1"/>
          <p:nvPr/>
        </p:nvSpPr>
        <p:spPr>
          <a:xfrm>
            <a:off x="6096000" y="6078176"/>
            <a:ext cx="1745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latin typeface="Aptos" panose="020B0004020202020204" pitchFamily="34" charset="0"/>
              </a:rPr>
              <a:t>Post order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47" name="A">
            <a:extLst>
              <a:ext uri="{FF2B5EF4-FFF2-40B4-BE49-F238E27FC236}">
                <a16:creationId xmlns:a16="http://schemas.microsoft.com/office/drawing/2014/main" id="{0A3D8337-F2EE-A552-0113-B6D3E3E8A33D}"/>
              </a:ext>
            </a:extLst>
          </p:cNvPr>
          <p:cNvSpPr/>
          <p:nvPr/>
        </p:nvSpPr>
        <p:spPr>
          <a:xfrm>
            <a:off x="7841708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46" name="A">
            <a:extLst>
              <a:ext uri="{FF2B5EF4-FFF2-40B4-BE49-F238E27FC236}">
                <a16:creationId xmlns:a16="http://schemas.microsoft.com/office/drawing/2014/main" id="{7A7D5969-4C5F-D877-AAC4-179E50861773}"/>
              </a:ext>
            </a:extLst>
          </p:cNvPr>
          <p:cNvSpPr/>
          <p:nvPr/>
        </p:nvSpPr>
        <p:spPr>
          <a:xfrm>
            <a:off x="825816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45" name="A">
            <a:extLst>
              <a:ext uri="{FF2B5EF4-FFF2-40B4-BE49-F238E27FC236}">
                <a16:creationId xmlns:a16="http://schemas.microsoft.com/office/drawing/2014/main" id="{30B8CCED-47EA-7F8D-14FE-14EBCF98260F}"/>
              </a:ext>
            </a:extLst>
          </p:cNvPr>
          <p:cNvSpPr/>
          <p:nvPr/>
        </p:nvSpPr>
        <p:spPr>
          <a:xfrm>
            <a:off x="867462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48" name="A">
            <a:extLst>
              <a:ext uri="{FF2B5EF4-FFF2-40B4-BE49-F238E27FC236}">
                <a16:creationId xmlns:a16="http://schemas.microsoft.com/office/drawing/2014/main" id="{164CE89C-D0C1-2271-087C-9A6F6126666E}"/>
              </a:ext>
            </a:extLst>
          </p:cNvPr>
          <p:cNvSpPr/>
          <p:nvPr/>
        </p:nvSpPr>
        <p:spPr>
          <a:xfrm>
            <a:off x="909108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50" name="A">
            <a:extLst>
              <a:ext uri="{FF2B5EF4-FFF2-40B4-BE49-F238E27FC236}">
                <a16:creationId xmlns:a16="http://schemas.microsoft.com/office/drawing/2014/main" id="{4B44423B-C9FA-6701-9F37-02F6A1C28028}"/>
              </a:ext>
            </a:extLst>
          </p:cNvPr>
          <p:cNvSpPr/>
          <p:nvPr/>
        </p:nvSpPr>
        <p:spPr>
          <a:xfrm>
            <a:off x="950754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49" name="A">
            <a:extLst>
              <a:ext uri="{FF2B5EF4-FFF2-40B4-BE49-F238E27FC236}">
                <a16:creationId xmlns:a16="http://schemas.microsoft.com/office/drawing/2014/main" id="{8E15CEB6-16F1-8D50-A1D7-124930657D84}"/>
              </a:ext>
            </a:extLst>
          </p:cNvPr>
          <p:cNvSpPr/>
          <p:nvPr/>
        </p:nvSpPr>
        <p:spPr>
          <a:xfrm>
            <a:off x="992400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5" name="Oval Callout 172">
            <a:extLst>
              <a:ext uri="{FF2B5EF4-FFF2-40B4-BE49-F238E27FC236}">
                <a16:creationId xmlns:a16="http://schemas.microsoft.com/office/drawing/2014/main" id="{91DA7AB3-124A-2153-3FA9-01F01AEF2C6A}"/>
              </a:ext>
            </a:extLst>
          </p:cNvPr>
          <p:cNvSpPr/>
          <p:nvPr/>
        </p:nvSpPr>
        <p:spPr>
          <a:xfrm>
            <a:off x="7954787" y="1838209"/>
            <a:ext cx="2689058" cy="1212991"/>
          </a:xfrm>
          <a:prstGeom prst="wedgeEllipseCallout">
            <a:avLst>
              <a:gd name="adj1" fmla="val -92930"/>
              <a:gd name="adj2" fmla="val 14448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And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finally</a:t>
            </a:r>
            <a:r>
              <a:rPr lang="nl-NL" dirty="0">
                <a:latin typeface="Aptos" panose="020B0004020202020204" pitchFamily="34" charset="0"/>
              </a:rPr>
              <a:t>, </a:t>
            </a:r>
            <a:r>
              <a:rPr lang="nl-NL" dirty="0" err="1">
                <a:latin typeface="Aptos" panose="020B0004020202020204" pitchFamily="34" charset="0"/>
              </a:rPr>
              <a:t>let’s</a:t>
            </a:r>
            <a:r>
              <a:rPr lang="nl-NL" dirty="0">
                <a:latin typeface="Aptos" panose="020B0004020202020204" pitchFamily="34" charset="0"/>
              </a:rPr>
              <a:t> do a DFS </a:t>
            </a:r>
            <a:r>
              <a:rPr lang="nl-NL" dirty="0" err="1">
                <a:latin typeface="Aptos" panose="020B0004020202020204" pitchFamily="34" charset="0"/>
              </a:rPr>
              <a:t>from</a:t>
            </a:r>
            <a:r>
              <a:rPr lang="nl-NL" dirty="0">
                <a:latin typeface="Aptos" panose="020B0004020202020204" pitchFamily="34" charset="0"/>
              </a:rPr>
              <a:t> node A</a:t>
            </a:r>
          </a:p>
        </p:txBody>
      </p:sp>
    </p:spTree>
    <p:extLst>
      <p:ext uri="{BB962C8B-B14F-4D97-AF65-F5344CB8AC3E}">
        <p14:creationId xmlns:p14="http://schemas.microsoft.com/office/powerpoint/2010/main" val="345953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50" grpId="0"/>
      <p:bldP spid="49" grpId="0"/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6BDFC-0FC8-A5E3-8C4B-26A52B319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31AFB-F4F9-D0F6-D336-816A19CD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Dependencies</a:t>
            </a:r>
            <a:r>
              <a:rPr lang="nl-NL" dirty="0"/>
              <a:t>, pre </a:t>
            </a:r>
            <a:r>
              <a:rPr lang="nl-NL" dirty="0" err="1"/>
              <a:t>and</a:t>
            </a:r>
            <a:r>
              <a:rPr lang="nl-NL" dirty="0"/>
              <a:t> post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FBDF7-6DC3-191C-C38B-344F04700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9755204" cy="1811354"/>
          </a:xfrm>
        </p:spPr>
        <p:txBody>
          <a:bodyPr>
            <a:normAutofit/>
          </a:bodyPr>
          <a:lstStyle/>
          <a:p>
            <a:r>
              <a:rPr lang="nl-NL" b="1" dirty="0" err="1">
                <a:latin typeface="Aptos" panose="020B0004020202020204" pitchFamily="34" charset="0"/>
              </a:rPr>
              <a:t>Topological</a:t>
            </a:r>
            <a:r>
              <a:rPr lang="nl-NL" b="1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sorting</a:t>
            </a:r>
            <a:r>
              <a:rPr lang="nl-NL" dirty="0"/>
              <a:t>: run DFS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any</a:t>
            </a:r>
            <a:r>
              <a:rPr lang="nl-NL" dirty="0"/>
              <a:t> node &amp; record </a:t>
            </a:r>
            <a:r>
              <a:rPr lang="nl-NL" b="1" dirty="0">
                <a:latin typeface="Aptos" panose="020B0004020202020204" pitchFamily="34" charset="0"/>
              </a:rPr>
              <a:t>post</a:t>
            </a:r>
            <a:r>
              <a:rPr lang="nl-NL" dirty="0"/>
              <a:t> </a:t>
            </a:r>
            <a:r>
              <a:rPr lang="nl-NL" b="1" dirty="0">
                <a:latin typeface="Aptos" panose="020B0004020202020204" pitchFamily="34" charset="0"/>
              </a:rPr>
              <a:t>order</a:t>
            </a:r>
          </a:p>
          <a:p>
            <a:pPr lvl="1"/>
            <a:r>
              <a:rPr lang="nl-NL" dirty="0" err="1"/>
              <a:t>Repeat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are </a:t>
            </a:r>
            <a:r>
              <a:rPr lang="nl-NL" dirty="0" err="1"/>
              <a:t>visited</a:t>
            </a:r>
            <a:endParaRPr lang="nl-NL" dirty="0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8F805312-2585-5EA0-913C-5A776E8565D9}"/>
              </a:ext>
            </a:extLst>
          </p:cNvPr>
          <p:cNvSpPr/>
          <p:nvPr/>
        </p:nvSpPr>
        <p:spPr>
          <a:xfrm>
            <a:off x="6494311" y="4236595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0" name="D">
            <a:extLst>
              <a:ext uri="{FF2B5EF4-FFF2-40B4-BE49-F238E27FC236}">
                <a16:creationId xmlns:a16="http://schemas.microsoft.com/office/drawing/2014/main" id="{E3073FF1-1AFC-7DD3-2392-CA5C52A7694A}"/>
              </a:ext>
            </a:extLst>
          </p:cNvPr>
          <p:cNvSpPr/>
          <p:nvPr/>
        </p:nvSpPr>
        <p:spPr>
          <a:xfrm>
            <a:off x="8929875" y="3561180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1" name="E">
            <a:extLst>
              <a:ext uri="{FF2B5EF4-FFF2-40B4-BE49-F238E27FC236}">
                <a16:creationId xmlns:a16="http://schemas.microsoft.com/office/drawing/2014/main" id="{9E8BE6A3-CE26-4232-4101-764CFFCD6089}"/>
              </a:ext>
            </a:extLst>
          </p:cNvPr>
          <p:cNvSpPr/>
          <p:nvPr/>
        </p:nvSpPr>
        <p:spPr>
          <a:xfrm>
            <a:off x="8929875" y="4912011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22" name="F">
            <a:extLst>
              <a:ext uri="{FF2B5EF4-FFF2-40B4-BE49-F238E27FC236}">
                <a16:creationId xmlns:a16="http://schemas.microsoft.com/office/drawing/2014/main" id="{8A6F81BE-ACFE-A0BF-0EE4-1A9B0FA5D9BC}"/>
              </a:ext>
            </a:extLst>
          </p:cNvPr>
          <p:cNvSpPr/>
          <p:nvPr/>
        </p:nvSpPr>
        <p:spPr>
          <a:xfrm>
            <a:off x="10147658" y="4236595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23" name="AB">
            <a:extLst>
              <a:ext uri="{FF2B5EF4-FFF2-40B4-BE49-F238E27FC236}">
                <a16:creationId xmlns:a16="http://schemas.microsoft.com/office/drawing/2014/main" id="{577A6905-A25A-3522-0B6C-B1C722CDB67F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6849782" y="3769410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BD">
            <a:extLst>
              <a:ext uri="{FF2B5EF4-FFF2-40B4-BE49-F238E27FC236}">
                <a16:creationId xmlns:a16="http://schemas.microsoft.com/office/drawing/2014/main" id="{D25569F3-6B94-A39D-2EA0-5D54F8BAB93E}"/>
              </a:ext>
            </a:extLst>
          </p:cNvPr>
          <p:cNvCxnSpPr>
            <a:cxnSpLocks/>
            <a:stCxn id="32" idx="6"/>
            <a:endCxn id="20" idx="2"/>
          </p:cNvCxnSpPr>
          <p:nvPr/>
        </p:nvCxnSpPr>
        <p:spPr>
          <a:xfrm>
            <a:off x="8128553" y="3769410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AC">
            <a:extLst>
              <a:ext uri="{FF2B5EF4-FFF2-40B4-BE49-F238E27FC236}">
                <a16:creationId xmlns:a16="http://schemas.microsoft.com/office/drawing/2014/main" id="{80C27A00-2DCB-557E-1FFC-0F3FD6A1A02F}"/>
              </a:ext>
            </a:extLst>
          </p:cNvPr>
          <p:cNvCxnSpPr>
            <a:cxnSpLocks/>
            <a:stCxn id="4" idx="5"/>
            <a:endCxn id="33" idx="2"/>
          </p:cNvCxnSpPr>
          <p:nvPr/>
        </p:nvCxnSpPr>
        <p:spPr>
          <a:xfrm>
            <a:off x="6849782" y="4592066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EC">
            <a:extLst>
              <a:ext uri="{FF2B5EF4-FFF2-40B4-BE49-F238E27FC236}">
                <a16:creationId xmlns:a16="http://schemas.microsoft.com/office/drawing/2014/main" id="{76B65CEB-CA83-1EBF-C4B0-E5A586001937}"/>
              </a:ext>
            </a:extLst>
          </p:cNvPr>
          <p:cNvCxnSpPr>
            <a:cxnSpLocks/>
            <a:stCxn id="33" idx="6"/>
            <a:endCxn id="21" idx="2"/>
          </p:cNvCxnSpPr>
          <p:nvPr/>
        </p:nvCxnSpPr>
        <p:spPr>
          <a:xfrm>
            <a:off x="8128553" y="5120241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B">
            <a:extLst>
              <a:ext uri="{FF2B5EF4-FFF2-40B4-BE49-F238E27FC236}">
                <a16:creationId xmlns:a16="http://schemas.microsoft.com/office/drawing/2014/main" id="{3152FD14-0C2B-87D6-6086-C40E694368F4}"/>
              </a:ext>
            </a:extLst>
          </p:cNvPr>
          <p:cNvCxnSpPr>
            <a:cxnSpLocks/>
            <a:stCxn id="33" idx="0"/>
            <a:endCxn id="32" idx="4"/>
          </p:cNvCxnSpPr>
          <p:nvPr/>
        </p:nvCxnSpPr>
        <p:spPr>
          <a:xfrm flipV="1">
            <a:off x="7920323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DF">
            <a:extLst>
              <a:ext uri="{FF2B5EF4-FFF2-40B4-BE49-F238E27FC236}">
                <a16:creationId xmlns:a16="http://schemas.microsoft.com/office/drawing/2014/main" id="{BF6D2E57-802B-7B68-E53B-3DA5471C0D4D}"/>
              </a:ext>
            </a:extLst>
          </p:cNvPr>
          <p:cNvCxnSpPr>
            <a:cxnSpLocks/>
            <a:stCxn id="20" idx="6"/>
            <a:endCxn id="22" idx="1"/>
          </p:cNvCxnSpPr>
          <p:nvPr/>
        </p:nvCxnSpPr>
        <p:spPr>
          <a:xfrm>
            <a:off x="9346335" y="3769410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EF">
            <a:extLst>
              <a:ext uri="{FF2B5EF4-FFF2-40B4-BE49-F238E27FC236}">
                <a16:creationId xmlns:a16="http://schemas.microsoft.com/office/drawing/2014/main" id="{8742E91D-7CB1-D3E4-87D7-E3263AFD9DDB}"/>
              </a:ext>
            </a:extLst>
          </p:cNvPr>
          <p:cNvCxnSpPr>
            <a:cxnSpLocks/>
            <a:stCxn id="21" idx="6"/>
            <a:endCxn id="22" idx="3"/>
          </p:cNvCxnSpPr>
          <p:nvPr/>
        </p:nvCxnSpPr>
        <p:spPr>
          <a:xfrm flipV="1">
            <a:off x="9346335" y="4592066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DE">
            <a:extLst>
              <a:ext uri="{FF2B5EF4-FFF2-40B4-BE49-F238E27FC236}">
                <a16:creationId xmlns:a16="http://schemas.microsoft.com/office/drawing/2014/main" id="{3944056E-55A6-E520-8DA6-164CDBA06B59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>
            <a:off x="9138105" y="3977640"/>
            <a:ext cx="0" cy="934371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D">
            <a:extLst>
              <a:ext uri="{FF2B5EF4-FFF2-40B4-BE49-F238E27FC236}">
                <a16:creationId xmlns:a16="http://schemas.microsoft.com/office/drawing/2014/main" id="{0E48FB4E-6F56-11A9-3618-DF193C0A981A}"/>
              </a:ext>
            </a:extLst>
          </p:cNvPr>
          <p:cNvCxnSpPr>
            <a:cxnSpLocks/>
            <a:stCxn id="33" idx="7"/>
            <a:endCxn id="20" idx="3"/>
          </p:cNvCxnSpPr>
          <p:nvPr/>
        </p:nvCxnSpPr>
        <p:spPr>
          <a:xfrm flipV="1">
            <a:off x="8067564" y="3916651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B">
            <a:extLst>
              <a:ext uri="{FF2B5EF4-FFF2-40B4-BE49-F238E27FC236}">
                <a16:creationId xmlns:a16="http://schemas.microsoft.com/office/drawing/2014/main" id="{8214DA42-3456-ADFA-2D9E-DE3B2CDA5FF6}"/>
              </a:ext>
            </a:extLst>
          </p:cNvPr>
          <p:cNvSpPr/>
          <p:nvPr/>
        </p:nvSpPr>
        <p:spPr>
          <a:xfrm>
            <a:off x="7712093" y="3561180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3" name="C">
            <a:extLst>
              <a:ext uri="{FF2B5EF4-FFF2-40B4-BE49-F238E27FC236}">
                <a16:creationId xmlns:a16="http://schemas.microsoft.com/office/drawing/2014/main" id="{04A4714C-FDC0-3F0A-8B37-DED6F54CA9A0}"/>
              </a:ext>
            </a:extLst>
          </p:cNvPr>
          <p:cNvSpPr/>
          <p:nvPr/>
        </p:nvSpPr>
        <p:spPr>
          <a:xfrm>
            <a:off x="7712093" y="4912011"/>
            <a:ext cx="416460" cy="41646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074A74F7-3347-7E84-7711-61098B1087F7}"/>
              </a:ext>
            </a:extLst>
          </p:cNvPr>
          <p:cNvSpPr txBox="1"/>
          <p:nvPr/>
        </p:nvSpPr>
        <p:spPr>
          <a:xfrm>
            <a:off x="6581274" y="5661716"/>
            <a:ext cx="1260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latin typeface="Aptos" panose="020B0004020202020204" pitchFamily="34" charset="0"/>
              </a:rPr>
              <a:t>Pre order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36" name="A">
            <a:extLst>
              <a:ext uri="{FF2B5EF4-FFF2-40B4-BE49-F238E27FC236}">
                <a16:creationId xmlns:a16="http://schemas.microsoft.com/office/drawing/2014/main" id="{226A9CD1-F7AA-1E75-5784-91CFA0CA50DE}"/>
              </a:ext>
            </a:extLst>
          </p:cNvPr>
          <p:cNvSpPr/>
          <p:nvPr/>
        </p:nvSpPr>
        <p:spPr>
          <a:xfrm>
            <a:off x="784170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37" name="A">
            <a:extLst>
              <a:ext uri="{FF2B5EF4-FFF2-40B4-BE49-F238E27FC236}">
                <a16:creationId xmlns:a16="http://schemas.microsoft.com/office/drawing/2014/main" id="{D57796E3-67AF-45AB-7C7F-E61861040D4F}"/>
              </a:ext>
            </a:extLst>
          </p:cNvPr>
          <p:cNvSpPr/>
          <p:nvPr/>
        </p:nvSpPr>
        <p:spPr>
          <a:xfrm>
            <a:off x="825816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38" name="A">
            <a:extLst>
              <a:ext uri="{FF2B5EF4-FFF2-40B4-BE49-F238E27FC236}">
                <a16:creationId xmlns:a16="http://schemas.microsoft.com/office/drawing/2014/main" id="{4D08189D-66C6-05FF-1DB9-82D33BEDE25D}"/>
              </a:ext>
            </a:extLst>
          </p:cNvPr>
          <p:cNvSpPr/>
          <p:nvPr/>
        </p:nvSpPr>
        <p:spPr>
          <a:xfrm>
            <a:off x="867462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39" name="A">
            <a:extLst>
              <a:ext uri="{FF2B5EF4-FFF2-40B4-BE49-F238E27FC236}">
                <a16:creationId xmlns:a16="http://schemas.microsoft.com/office/drawing/2014/main" id="{5C841377-FC05-E5E6-DB66-57FC8505DF52}"/>
              </a:ext>
            </a:extLst>
          </p:cNvPr>
          <p:cNvSpPr/>
          <p:nvPr/>
        </p:nvSpPr>
        <p:spPr>
          <a:xfrm>
            <a:off x="9091086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40" name="A">
            <a:extLst>
              <a:ext uri="{FF2B5EF4-FFF2-40B4-BE49-F238E27FC236}">
                <a16:creationId xmlns:a16="http://schemas.microsoft.com/office/drawing/2014/main" id="{17ED9853-F2A2-4F9C-E319-F4A373606A0D}"/>
              </a:ext>
            </a:extLst>
          </p:cNvPr>
          <p:cNvSpPr/>
          <p:nvPr/>
        </p:nvSpPr>
        <p:spPr>
          <a:xfrm>
            <a:off x="9507545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41" name="A">
            <a:extLst>
              <a:ext uri="{FF2B5EF4-FFF2-40B4-BE49-F238E27FC236}">
                <a16:creationId xmlns:a16="http://schemas.microsoft.com/office/drawing/2014/main" id="{5EE3D1FD-D4C7-BB7C-060D-7ECDC7516194}"/>
              </a:ext>
            </a:extLst>
          </p:cNvPr>
          <p:cNvSpPr/>
          <p:nvPr/>
        </p:nvSpPr>
        <p:spPr>
          <a:xfrm>
            <a:off x="9924007" y="563815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7ADEEEB1-DBA9-2C0B-8C85-8F2D8AF86E53}"/>
              </a:ext>
            </a:extLst>
          </p:cNvPr>
          <p:cNvSpPr txBox="1"/>
          <p:nvPr/>
        </p:nvSpPr>
        <p:spPr>
          <a:xfrm>
            <a:off x="6096000" y="6078176"/>
            <a:ext cx="1745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>
                <a:latin typeface="Aptos" panose="020B0004020202020204" pitchFamily="34" charset="0"/>
              </a:rPr>
              <a:t>Post order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47" name="A">
            <a:extLst>
              <a:ext uri="{FF2B5EF4-FFF2-40B4-BE49-F238E27FC236}">
                <a16:creationId xmlns:a16="http://schemas.microsoft.com/office/drawing/2014/main" id="{50DC16B9-11D8-E662-76B8-ADBC86DA28CE}"/>
              </a:ext>
            </a:extLst>
          </p:cNvPr>
          <p:cNvSpPr/>
          <p:nvPr/>
        </p:nvSpPr>
        <p:spPr>
          <a:xfrm>
            <a:off x="7841708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46" name="A">
            <a:extLst>
              <a:ext uri="{FF2B5EF4-FFF2-40B4-BE49-F238E27FC236}">
                <a16:creationId xmlns:a16="http://schemas.microsoft.com/office/drawing/2014/main" id="{5A710FE0-D448-10A0-6582-99CBE5BFABCA}"/>
              </a:ext>
            </a:extLst>
          </p:cNvPr>
          <p:cNvSpPr/>
          <p:nvPr/>
        </p:nvSpPr>
        <p:spPr>
          <a:xfrm>
            <a:off x="825816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45" name="A">
            <a:extLst>
              <a:ext uri="{FF2B5EF4-FFF2-40B4-BE49-F238E27FC236}">
                <a16:creationId xmlns:a16="http://schemas.microsoft.com/office/drawing/2014/main" id="{9FDF7FA9-BF3C-7011-7F0B-4AD9343775E2}"/>
              </a:ext>
            </a:extLst>
          </p:cNvPr>
          <p:cNvSpPr/>
          <p:nvPr/>
        </p:nvSpPr>
        <p:spPr>
          <a:xfrm>
            <a:off x="867462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48" name="A">
            <a:extLst>
              <a:ext uri="{FF2B5EF4-FFF2-40B4-BE49-F238E27FC236}">
                <a16:creationId xmlns:a16="http://schemas.microsoft.com/office/drawing/2014/main" id="{E0B3F603-3F82-EB8D-4E54-CF7466584B09}"/>
              </a:ext>
            </a:extLst>
          </p:cNvPr>
          <p:cNvSpPr/>
          <p:nvPr/>
        </p:nvSpPr>
        <p:spPr>
          <a:xfrm>
            <a:off x="909108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50" name="A">
            <a:extLst>
              <a:ext uri="{FF2B5EF4-FFF2-40B4-BE49-F238E27FC236}">
                <a16:creationId xmlns:a16="http://schemas.microsoft.com/office/drawing/2014/main" id="{78B42F00-AB4F-D8D0-CE7F-E0AFE092BAAA}"/>
              </a:ext>
            </a:extLst>
          </p:cNvPr>
          <p:cNvSpPr/>
          <p:nvPr/>
        </p:nvSpPr>
        <p:spPr>
          <a:xfrm>
            <a:off x="950754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49" name="A">
            <a:extLst>
              <a:ext uri="{FF2B5EF4-FFF2-40B4-BE49-F238E27FC236}">
                <a16:creationId xmlns:a16="http://schemas.microsoft.com/office/drawing/2014/main" id="{37281273-8C4F-7EDB-0FDB-9A031AA0B471}"/>
              </a:ext>
            </a:extLst>
          </p:cNvPr>
          <p:cNvSpPr/>
          <p:nvPr/>
        </p:nvSpPr>
        <p:spPr>
          <a:xfrm>
            <a:off x="9924007" y="6054612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5" name="TextBox 25">
            <a:extLst>
              <a:ext uri="{FF2B5EF4-FFF2-40B4-BE49-F238E27FC236}">
                <a16:creationId xmlns:a16="http://schemas.microsoft.com/office/drawing/2014/main" id="{71689D9B-31FC-5E47-02D2-2AE869121951}"/>
              </a:ext>
            </a:extLst>
          </p:cNvPr>
          <p:cNvSpPr txBox="1"/>
          <p:nvPr/>
        </p:nvSpPr>
        <p:spPr>
          <a:xfrm>
            <a:off x="244642" y="5143805"/>
            <a:ext cx="2294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b="1" dirty="0" err="1">
                <a:latin typeface="Aptos" panose="020B0004020202020204" pitchFamily="34" charset="0"/>
              </a:rPr>
              <a:t>Topological</a:t>
            </a:r>
            <a:r>
              <a:rPr lang="nl-NL" b="1" dirty="0">
                <a:latin typeface="Aptos" panose="020B0004020202020204" pitchFamily="34" charset="0"/>
              </a:rPr>
              <a:t> order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11" name="A">
            <a:extLst>
              <a:ext uri="{FF2B5EF4-FFF2-40B4-BE49-F238E27FC236}">
                <a16:creationId xmlns:a16="http://schemas.microsoft.com/office/drawing/2014/main" id="{9F21D4DD-6A61-0964-A58E-4FC43DB519B1}"/>
              </a:ext>
            </a:extLst>
          </p:cNvPr>
          <p:cNvSpPr/>
          <p:nvPr/>
        </p:nvSpPr>
        <p:spPr>
          <a:xfrm>
            <a:off x="2538663" y="5120241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0" name="A">
            <a:extLst>
              <a:ext uri="{FF2B5EF4-FFF2-40B4-BE49-F238E27FC236}">
                <a16:creationId xmlns:a16="http://schemas.microsoft.com/office/drawing/2014/main" id="{CCD2C4C0-FD6E-EAC1-09EF-BCAF56AF0F94}"/>
              </a:ext>
            </a:extLst>
          </p:cNvPr>
          <p:cNvSpPr/>
          <p:nvPr/>
        </p:nvSpPr>
        <p:spPr>
          <a:xfrm>
            <a:off x="2955122" y="5120241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9" name="A">
            <a:extLst>
              <a:ext uri="{FF2B5EF4-FFF2-40B4-BE49-F238E27FC236}">
                <a16:creationId xmlns:a16="http://schemas.microsoft.com/office/drawing/2014/main" id="{77FDA182-14C7-FFC6-5C28-434D393295B7}"/>
              </a:ext>
            </a:extLst>
          </p:cNvPr>
          <p:cNvSpPr/>
          <p:nvPr/>
        </p:nvSpPr>
        <p:spPr>
          <a:xfrm>
            <a:off x="3371583" y="5120241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8" name="A">
            <a:extLst>
              <a:ext uri="{FF2B5EF4-FFF2-40B4-BE49-F238E27FC236}">
                <a16:creationId xmlns:a16="http://schemas.microsoft.com/office/drawing/2014/main" id="{C150F8A5-60F7-4164-12D1-08A71CAE0966}"/>
              </a:ext>
            </a:extLst>
          </p:cNvPr>
          <p:cNvSpPr/>
          <p:nvPr/>
        </p:nvSpPr>
        <p:spPr>
          <a:xfrm>
            <a:off x="3788043" y="5120241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7" name="A">
            <a:extLst>
              <a:ext uri="{FF2B5EF4-FFF2-40B4-BE49-F238E27FC236}">
                <a16:creationId xmlns:a16="http://schemas.microsoft.com/office/drawing/2014/main" id="{6DBBBDD7-64E5-09F6-0F7F-C7175CB9B65F}"/>
              </a:ext>
            </a:extLst>
          </p:cNvPr>
          <p:cNvSpPr/>
          <p:nvPr/>
        </p:nvSpPr>
        <p:spPr>
          <a:xfrm>
            <a:off x="4204503" y="5120241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" name="A">
            <a:extLst>
              <a:ext uri="{FF2B5EF4-FFF2-40B4-BE49-F238E27FC236}">
                <a16:creationId xmlns:a16="http://schemas.microsoft.com/office/drawing/2014/main" id="{16652609-7AE8-6F39-2ED0-C496BB5B4ACD}"/>
              </a:ext>
            </a:extLst>
          </p:cNvPr>
          <p:cNvSpPr/>
          <p:nvPr/>
        </p:nvSpPr>
        <p:spPr>
          <a:xfrm>
            <a:off x="4620962" y="5120241"/>
            <a:ext cx="416460" cy="41646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BA9A03B1-2ACC-7BCD-4E3A-1F784697A2CA}"/>
                  </a:ext>
                </a:extLst>
              </p:cNvPr>
              <p:cNvSpPr txBox="1"/>
              <p:nvPr/>
            </p:nvSpPr>
            <p:spPr>
              <a:xfrm>
                <a:off x="499729" y="5806024"/>
                <a:ext cx="61601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nl-NL" dirty="0"/>
                  <a:t>Time </a:t>
                </a:r>
                <a:r>
                  <a:rPr lang="nl-NL" dirty="0" err="1"/>
                  <a:t>complexity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nl-NL" dirty="0"/>
                  <a:t> (n = #nodes, m = #edges)</a:t>
                </a:r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BA9A03B1-2ACC-7BCD-4E3A-1F784697A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29" y="5806024"/>
                <a:ext cx="6160168" cy="369332"/>
              </a:xfrm>
              <a:prstGeom prst="rect">
                <a:avLst/>
              </a:prstGeom>
              <a:blipFill>
                <a:blip r:embed="rId2"/>
                <a:stretch>
                  <a:fillRect l="-890" t="-8197" b="-2459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41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4.44444E-6 L -0.2642 -0.13635 " pathEditMode="relative" rAng="0" ptsTypes="AA">
                                      <p:cBhvr>
                                        <p:cTn id="24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03" y="-66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44444E-6 L -0.33242 -0.13635 " pathEditMode="relative" rAng="0" ptsTypes="AA">
                                      <p:cBhvr>
                                        <p:cTn id="26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67" y="-6644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4.44444E-6 L -0.40078 -0.13635 " pathEditMode="relative" rAng="0" ptsTypes="AA">
                                      <p:cBhvr>
                                        <p:cTn id="28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805" y="-680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4.44444E-6 L -0.46914 -0.13634 " pathEditMode="relative" rAng="0" ptsTypes="AA">
                                      <p:cBhvr>
                                        <p:cTn id="30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42" y="-6829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-0.5375 -0.13634 " pathEditMode="relative" rAng="0" ptsTypes="AA">
                                      <p:cBhvr>
                                        <p:cTn id="32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71" y="-682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44444E-6 L -0.60573 -0.13634 " pathEditMode="relative" rAng="0" ptsTypes="AA">
                                      <p:cBhvr>
                                        <p:cTn id="34" dur="1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547" y="-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6" grpId="0"/>
      <p:bldP spid="45" grpId="0"/>
      <p:bldP spid="48" grpId="0"/>
      <p:bldP spid="50" grpId="0"/>
      <p:bldP spid="49" grpId="0"/>
      <p:bldP spid="5" grpId="0"/>
      <p:bldP spid="11" grpId="0"/>
      <p:bldP spid="10" grpId="0"/>
      <p:bldP spid="9" grpId="0"/>
      <p:bldP spid="8" grpId="0"/>
      <p:bldP spid="7" grpId="0"/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813A8-6F91-6E98-6E56-05425049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FF347-E8B8-BB4A-AD00-79B72F6F2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DFS – </a:t>
            </a:r>
            <a:r>
              <a:rPr lang="nl-NL" dirty="0" err="1"/>
              <a:t>Dealing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cycles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40F79-6869-BB4D-0614-0A2DE6788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8960267" cy="3915918"/>
          </a:xfrm>
        </p:spPr>
        <p:txBody>
          <a:bodyPr>
            <a:normAutofit/>
          </a:bodyPr>
          <a:lstStyle/>
          <a:p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there’s</a:t>
            </a:r>
            <a:r>
              <a:rPr lang="nl-NL" dirty="0"/>
              <a:t> a </a:t>
            </a:r>
            <a:r>
              <a:rPr lang="nl-NL" b="1" dirty="0" err="1">
                <a:latin typeface="Aptos" panose="020B0004020202020204" pitchFamily="34" charset="0"/>
              </a:rPr>
              <a:t>cycle</a:t>
            </a:r>
            <a:r>
              <a:rPr lang="nl-NL" dirty="0"/>
              <a:t>?</a:t>
            </a:r>
          </a:p>
          <a:p>
            <a:pPr lvl="1"/>
            <a:r>
              <a:rPr lang="nl-NL" dirty="0"/>
              <a:t>No “</a:t>
            </a:r>
            <a:r>
              <a:rPr lang="nl-NL" dirty="0" err="1"/>
              <a:t>topological</a:t>
            </a:r>
            <a:r>
              <a:rPr lang="nl-NL" dirty="0"/>
              <a:t> ordering </a:t>
            </a:r>
            <a:r>
              <a:rPr lang="nl-NL" dirty="0" err="1"/>
              <a:t>exists</a:t>
            </a:r>
            <a:r>
              <a:rPr lang="nl-NL" dirty="0"/>
              <a:t>” - we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detect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!</a:t>
            </a:r>
          </a:p>
          <a:p>
            <a:endParaRPr lang="nl-NL" dirty="0"/>
          </a:p>
          <a:p>
            <a:r>
              <a:rPr lang="nl-NL" dirty="0" err="1"/>
              <a:t>Cycle</a:t>
            </a:r>
            <a:r>
              <a:rPr lang="nl-NL" dirty="0"/>
              <a:t>: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reach</a:t>
            </a:r>
            <a:r>
              <a:rPr lang="nl-NL" dirty="0"/>
              <a:t> a node </a:t>
            </a:r>
            <a:r>
              <a:rPr lang="nl-NL" dirty="0" err="1">
                <a:latin typeface="Aptos" panose="020B0004020202020204" pitchFamily="34" charset="0"/>
              </a:rPr>
              <a:t>that</a:t>
            </a:r>
            <a:r>
              <a:rPr lang="nl-NL" dirty="0"/>
              <a:t> </a:t>
            </a:r>
            <a:r>
              <a:rPr lang="nl-NL" dirty="0">
                <a:latin typeface="Aptos" panose="020B0004020202020204" pitchFamily="34" charset="0"/>
              </a:rPr>
              <a:t>lies</a:t>
            </a:r>
            <a:r>
              <a:rPr lang="nl-NL" dirty="0"/>
              <a:t> </a:t>
            </a:r>
            <a:r>
              <a:rPr lang="nl-NL" dirty="0">
                <a:latin typeface="Aptos" panose="020B0004020202020204" pitchFamily="34" charset="0"/>
              </a:rPr>
              <a:t>on</a:t>
            </a:r>
            <a:r>
              <a:rPr lang="nl-NL" dirty="0"/>
              <a:t>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/>
              <a:t> </a:t>
            </a:r>
            <a:r>
              <a:rPr lang="nl-NL" dirty="0" err="1">
                <a:latin typeface="Aptos" panose="020B0004020202020204" pitchFamily="34" charset="0"/>
              </a:rPr>
              <a:t>current</a:t>
            </a:r>
            <a:r>
              <a:rPr lang="nl-NL" dirty="0"/>
              <a:t> </a:t>
            </a:r>
            <a:r>
              <a:rPr lang="nl-NL" dirty="0" err="1">
                <a:latin typeface="Aptos" panose="020B0004020202020204" pitchFamily="34" charset="0"/>
              </a:rPr>
              <a:t>path</a:t>
            </a:r>
            <a:endParaRPr lang="nl-NL" dirty="0">
              <a:latin typeface="Aptos" panose="020B0004020202020204" pitchFamily="34" charset="0"/>
            </a:endParaRPr>
          </a:p>
          <a:p>
            <a:pPr lvl="1"/>
            <a:r>
              <a:rPr lang="nl-NL" dirty="0"/>
              <a:t>It was </a:t>
            </a:r>
            <a:r>
              <a:rPr lang="nl-NL" sz="2000" dirty="0">
                <a:latin typeface="Aptos" panose="020B0004020202020204" pitchFamily="34" charset="0"/>
              </a:rPr>
              <a:t>pre-</a:t>
            </a:r>
            <a:r>
              <a:rPr lang="nl-NL" sz="2000" dirty="0" err="1">
                <a:latin typeface="Aptos" panose="020B0004020202020204" pitchFamily="34" charset="0"/>
              </a:rPr>
              <a:t>visited</a:t>
            </a:r>
            <a:r>
              <a:rPr lang="nl-NL" dirty="0"/>
              <a:t> but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yet</a:t>
            </a:r>
            <a:r>
              <a:rPr lang="nl-NL" dirty="0"/>
              <a:t> </a:t>
            </a:r>
            <a:r>
              <a:rPr lang="nl-NL" sz="2000" dirty="0">
                <a:latin typeface="Aptos" panose="020B0004020202020204" pitchFamily="34" charset="0"/>
              </a:rPr>
              <a:t>post-</a:t>
            </a:r>
            <a:r>
              <a:rPr lang="nl-NL" sz="2000" dirty="0" err="1">
                <a:latin typeface="Aptos" panose="020B0004020202020204" pitchFamily="34" charset="0"/>
              </a:rPr>
              <a:t>visited</a:t>
            </a:r>
            <a:endParaRPr lang="nl-NL" sz="2000" dirty="0">
              <a:latin typeface="Aptos" panose="020B0004020202020204" pitchFamily="34" charset="0"/>
            </a:endParaRPr>
          </a:p>
          <a:p>
            <a:endParaRPr lang="nl-NL" dirty="0"/>
          </a:p>
          <a:p>
            <a:r>
              <a:rPr lang="nl-NL" dirty="0"/>
              <a:t>Keep track of </a:t>
            </a:r>
            <a:r>
              <a:rPr lang="nl-NL" b="1" dirty="0" err="1">
                <a:latin typeface="Aptos" panose="020B0004020202020204" pitchFamily="34" charset="0"/>
              </a:rPr>
              <a:t>how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many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times</a:t>
            </a:r>
            <a:r>
              <a:rPr lang="nl-NL" dirty="0"/>
              <a:t> </a:t>
            </a:r>
            <a:r>
              <a:rPr lang="nl-NL" dirty="0" err="1"/>
              <a:t>we’ve</a:t>
            </a:r>
            <a:r>
              <a:rPr lang="nl-NL" dirty="0"/>
              <a:t> </a:t>
            </a:r>
            <a:r>
              <a:rPr lang="nl-NL" dirty="0" err="1"/>
              <a:t>visited</a:t>
            </a:r>
            <a:r>
              <a:rPr lang="nl-NL" dirty="0"/>
              <a:t> </a:t>
            </a:r>
            <a:r>
              <a:rPr lang="nl-NL" dirty="0" err="1"/>
              <a:t>it</a:t>
            </a:r>
            <a:endParaRPr lang="nl-NL" dirty="0"/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Pre</a:t>
            </a:r>
            <a:r>
              <a:rPr lang="nl-NL" dirty="0"/>
              <a:t> </a:t>
            </a:r>
            <a:r>
              <a:rPr lang="nl-NL" dirty="0" err="1"/>
              <a:t>visit</a:t>
            </a:r>
            <a:r>
              <a:rPr lang="nl-NL" dirty="0"/>
              <a:t>: first time, </a:t>
            </a:r>
            <a:r>
              <a:rPr lang="nl-NL" sz="2000" b="1" dirty="0">
                <a:latin typeface="Aptos" panose="020B0004020202020204" pitchFamily="34" charset="0"/>
              </a:rPr>
              <a:t>post</a:t>
            </a:r>
            <a:r>
              <a:rPr lang="nl-NL" dirty="0"/>
              <a:t> </a:t>
            </a:r>
            <a:r>
              <a:rPr lang="nl-NL" dirty="0" err="1"/>
              <a:t>visit</a:t>
            </a:r>
            <a:r>
              <a:rPr lang="nl-NL" dirty="0"/>
              <a:t>: second time</a:t>
            </a:r>
          </a:p>
          <a:p>
            <a:endParaRPr lang="nl-NL" dirty="0"/>
          </a:p>
        </p:txBody>
      </p:sp>
      <p:sp>
        <p:nvSpPr>
          <p:cNvPr id="5" name="A">
            <a:extLst>
              <a:ext uri="{FF2B5EF4-FFF2-40B4-BE49-F238E27FC236}">
                <a16:creationId xmlns:a16="http://schemas.microsoft.com/office/drawing/2014/main" id="{3B8A83D0-80F6-B46E-B013-9650CDBD6AA2}"/>
              </a:ext>
            </a:extLst>
          </p:cNvPr>
          <p:cNvSpPr/>
          <p:nvPr/>
        </p:nvSpPr>
        <p:spPr>
          <a:xfrm>
            <a:off x="6956558" y="4810983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6" name="D">
            <a:extLst>
              <a:ext uri="{FF2B5EF4-FFF2-40B4-BE49-F238E27FC236}">
                <a16:creationId xmlns:a16="http://schemas.microsoft.com/office/drawing/2014/main" id="{5B2D19CF-EE90-8ED9-803F-75E8663484A5}"/>
              </a:ext>
            </a:extLst>
          </p:cNvPr>
          <p:cNvSpPr/>
          <p:nvPr/>
        </p:nvSpPr>
        <p:spPr>
          <a:xfrm>
            <a:off x="9392122" y="4135568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7" name="E">
            <a:extLst>
              <a:ext uri="{FF2B5EF4-FFF2-40B4-BE49-F238E27FC236}">
                <a16:creationId xmlns:a16="http://schemas.microsoft.com/office/drawing/2014/main" id="{D45FF15B-089A-FA18-1CE2-CA892DEC74AC}"/>
              </a:ext>
            </a:extLst>
          </p:cNvPr>
          <p:cNvSpPr/>
          <p:nvPr/>
        </p:nvSpPr>
        <p:spPr>
          <a:xfrm>
            <a:off x="9392122" y="548639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8" name="F">
            <a:extLst>
              <a:ext uri="{FF2B5EF4-FFF2-40B4-BE49-F238E27FC236}">
                <a16:creationId xmlns:a16="http://schemas.microsoft.com/office/drawing/2014/main" id="{05AFBF2E-298A-3BC1-2850-F0AC5E111496}"/>
              </a:ext>
            </a:extLst>
          </p:cNvPr>
          <p:cNvSpPr/>
          <p:nvPr/>
        </p:nvSpPr>
        <p:spPr>
          <a:xfrm>
            <a:off x="10609905" y="4810983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9" name="AB">
            <a:extLst>
              <a:ext uri="{FF2B5EF4-FFF2-40B4-BE49-F238E27FC236}">
                <a16:creationId xmlns:a16="http://schemas.microsoft.com/office/drawing/2014/main" id="{95F1A2F2-5815-E54E-2D8C-4E153B2371FB}"/>
              </a:ext>
            </a:extLst>
          </p:cNvPr>
          <p:cNvCxnSpPr>
            <a:cxnSpLocks/>
            <a:stCxn id="5" idx="7"/>
            <a:endCxn id="18" idx="2"/>
          </p:cNvCxnSpPr>
          <p:nvPr/>
        </p:nvCxnSpPr>
        <p:spPr>
          <a:xfrm flipV="1">
            <a:off x="7312029" y="4343798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BD">
            <a:extLst>
              <a:ext uri="{FF2B5EF4-FFF2-40B4-BE49-F238E27FC236}">
                <a16:creationId xmlns:a16="http://schemas.microsoft.com/office/drawing/2014/main" id="{F1822762-0D75-47F0-6E10-88E04400FD3D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8590800" y="4343798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AC">
            <a:extLst>
              <a:ext uri="{FF2B5EF4-FFF2-40B4-BE49-F238E27FC236}">
                <a16:creationId xmlns:a16="http://schemas.microsoft.com/office/drawing/2014/main" id="{031BFF86-57A1-EC1F-16DD-62B85A5A2735}"/>
              </a:ext>
            </a:extLst>
          </p:cNvPr>
          <p:cNvCxnSpPr>
            <a:cxnSpLocks/>
            <a:stCxn id="5" idx="5"/>
            <a:endCxn id="19" idx="2"/>
          </p:cNvCxnSpPr>
          <p:nvPr/>
        </p:nvCxnSpPr>
        <p:spPr>
          <a:xfrm>
            <a:off x="7312029" y="5166454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EC">
            <a:extLst>
              <a:ext uri="{FF2B5EF4-FFF2-40B4-BE49-F238E27FC236}">
                <a16:creationId xmlns:a16="http://schemas.microsoft.com/office/drawing/2014/main" id="{141F1D1F-2745-7AC8-5B40-84321914A7D0}"/>
              </a:ext>
            </a:extLst>
          </p:cNvPr>
          <p:cNvCxnSpPr>
            <a:cxnSpLocks/>
            <a:stCxn id="7" idx="2"/>
            <a:endCxn id="19" idx="6"/>
          </p:cNvCxnSpPr>
          <p:nvPr/>
        </p:nvCxnSpPr>
        <p:spPr>
          <a:xfrm flipH="1">
            <a:off x="8590800" y="5694629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CB">
            <a:extLst>
              <a:ext uri="{FF2B5EF4-FFF2-40B4-BE49-F238E27FC236}">
                <a16:creationId xmlns:a16="http://schemas.microsoft.com/office/drawing/2014/main" id="{43728A28-3D6B-7259-027F-0F5E7E9B8416}"/>
              </a:ext>
            </a:extLst>
          </p:cNvPr>
          <p:cNvCxnSpPr>
            <a:cxnSpLocks/>
            <a:stCxn id="19" idx="0"/>
            <a:endCxn id="18" idx="4"/>
          </p:cNvCxnSpPr>
          <p:nvPr/>
        </p:nvCxnSpPr>
        <p:spPr>
          <a:xfrm flipV="1">
            <a:off x="8382570" y="4552028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DF">
            <a:extLst>
              <a:ext uri="{FF2B5EF4-FFF2-40B4-BE49-F238E27FC236}">
                <a16:creationId xmlns:a16="http://schemas.microsoft.com/office/drawing/2014/main" id="{AB209A4D-1868-D7A1-3BE4-C0ADB0A1B5C0}"/>
              </a:ext>
            </a:extLst>
          </p:cNvPr>
          <p:cNvCxnSpPr>
            <a:cxnSpLocks/>
            <a:stCxn id="6" idx="6"/>
            <a:endCxn id="8" idx="1"/>
          </p:cNvCxnSpPr>
          <p:nvPr/>
        </p:nvCxnSpPr>
        <p:spPr>
          <a:xfrm>
            <a:off x="9808582" y="4343798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EF">
            <a:extLst>
              <a:ext uri="{FF2B5EF4-FFF2-40B4-BE49-F238E27FC236}">
                <a16:creationId xmlns:a16="http://schemas.microsoft.com/office/drawing/2014/main" id="{50291412-8636-6C3E-B56E-0B5AE37E876F}"/>
              </a:ext>
            </a:extLst>
          </p:cNvPr>
          <p:cNvCxnSpPr>
            <a:cxnSpLocks/>
            <a:stCxn id="7" idx="6"/>
            <a:endCxn id="8" idx="3"/>
          </p:cNvCxnSpPr>
          <p:nvPr/>
        </p:nvCxnSpPr>
        <p:spPr>
          <a:xfrm flipV="1">
            <a:off x="9808582" y="5166454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DE">
            <a:extLst>
              <a:ext uri="{FF2B5EF4-FFF2-40B4-BE49-F238E27FC236}">
                <a16:creationId xmlns:a16="http://schemas.microsoft.com/office/drawing/2014/main" id="{A2D29F5F-99CE-1B99-EC02-1EFD610B817D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9600352" y="4552028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D">
            <a:extLst>
              <a:ext uri="{FF2B5EF4-FFF2-40B4-BE49-F238E27FC236}">
                <a16:creationId xmlns:a16="http://schemas.microsoft.com/office/drawing/2014/main" id="{8516609A-2FA3-832C-9605-63D23712EB72}"/>
              </a:ext>
            </a:extLst>
          </p:cNvPr>
          <p:cNvCxnSpPr>
            <a:cxnSpLocks/>
            <a:stCxn id="19" idx="7"/>
            <a:endCxn id="6" idx="3"/>
          </p:cNvCxnSpPr>
          <p:nvPr/>
        </p:nvCxnSpPr>
        <p:spPr>
          <a:xfrm flipV="1">
            <a:off x="8529811" y="4491039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B">
            <a:extLst>
              <a:ext uri="{FF2B5EF4-FFF2-40B4-BE49-F238E27FC236}">
                <a16:creationId xmlns:a16="http://schemas.microsoft.com/office/drawing/2014/main" id="{51EAC5B8-246A-5E60-F71E-9BCE6DF90A1E}"/>
              </a:ext>
            </a:extLst>
          </p:cNvPr>
          <p:cNvSpPr/>
          <p:nvPr/>
        </p:nvSpPr>
        <p:spPr>
          <a:xfrm>
            <a:off x="8174340" y="4135568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9" name="C">
            <a:extLst>
              <a:ext uri="{FF2B5EF4-FFF2-40B4-BE49-F238E27FC236}">
                <a16:creationId xmlns:a16="http://schemas.microsoft.com/office/drawing/2014/main" id="{277F3DBF-D23C-A488-A05D-97F920BFD3C3}"/>
              </a:ext>
            </a:extLst>
          </p:cNvPr>
          <p:cNvSpPr/>
          <p:nvPr/>
        </p:nvSpPr>
        <p:spPr>
          <a:xfrm>
            <a:off x="8174340" y="548639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9049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04F2-A741-6D46-A712-BBACCA27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03DA-432A-EE66-6782-D43DDE91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Using DFS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cycles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0ED73-DA87-7776-5DE7-70B1FC64F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795528"/>
          </a:xfrm>
        </p:spPr>
        <p:txBody>
          <a:bodyPr>
            <a:normAutofit/>
          </a:bodyPr>
          <a:lstStyle/>
          <a:p>
            <a:r>
              <a:rPr lang="nl-NL" dirty="0" err="1"/>
              <a:t>Finding</a:t>
            </a:r>
            <a:r>
              <a:rPr lang="nl-NL" dirty="0"/>
              <a:t> </a:t>
            </a:r>
            <a:r>
              <a:rPr lang="nl-NL" dirty="0" err="1"/>
              <a:t>cycles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DFS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4468C-42CC-7E77-3935-2DAB3B8166A8}"/>
              </a:ext>
            </a:extLst>
          </p:cNvPr>
          <p:cNvSpPr txBox="1"/>
          <p:nvPr/>
        </p:nvSpPr>
        <p:spPr>
          <a:xfrm>
            <a:off x="782053" y="3190993"/>
            <a:ext cx="512351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(start, visited):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visited[start]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neighbors(start):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visited[neighbor]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(neighbor, visited)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visited[neighbor]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report_cycle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visited[start]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A">
            <a:extLst>
              <a:ext uri="{FF2B5EF4-FFF2-40B4-BE49-F238E27FC236}">
                <a16:creationId xmlns:a16="http://schemas.microsoft.com/office/drawing/2014/main" id="{1F3B7516-BE53-10CD-0F44-29801FB92093}"/>
              </a:ext>
            </a:extLst>
          </p:cNvPr>
          <p:cNvSpPr/>
          <p:nvPr/>
        </p:nvSpPr>
        <p:spPr>
          <a:xfrm>
            <a:off x="6956558" y="2753584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6" name="D">
            <a:extLst>
              <a:ext uri="{FF2B5EF4-FFF2-40B4-BE49-F238E27FC236}">
                <a16:creationId xmlns:a16="http://schemas.microsoft.com/office/drawing/2014/main" id="{78B269B0-10C8-9927-AE57-52ACA8C2C758}"/>
              </a:ext>
            </a:extLst>
          </p:cNvPr>
          <p:cNvSpPr/>
          <p:nvPr/>
        </p:nvSpPr>
        <p:spPr>
          <a:xfrm>
            <a:off x="9392122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7" name="E">
            <a:extLst>
              <a:ext uri="{FF2B5EF4-FFF2-40B4-BE49-F238E27FC236}">
                <a16:creationId xmlns:a16="http://schemas.microsoft.com/office/drawing/2014/main" id="{03015916-EAB6-69DC-F972-EF34146F54AF}"/>
              </a:ext>
            </a:extLst>
          </p:cNvPr>
          <p:cNvSpPr/>
          <p:nvPr/>
        </p:nvSpPr>
        <p:spPr>
          <a:xfrm>
            <a:off x="9392122" y="342900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8" name="F">
            <a:extLst>
              <a:ext uri="{FF2B5EF4-FFF2-40B4-BE49-F238E27FC236}">
                <a16:creationId xmlns:a16="http://schemas.microsoft.com/office/drawing/2014/main" id="{B51E182C-A4CB-1FFE-83EE-6E9D313C9ED3}"/>
              </a:ext>
            </a:extLst>
          </p:cNvPr>
          <p:cNvSpPr/>
          <p:nvPr/>
        </p:nvSpPr>
        <p:spPr>
          <a:xfrm>
            <a:off x="10609905" y="2753584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9" name="AB">
            <a:extLst>
              <a:ext uri="{FF2B5EF4-FFF2-40B4-BE49-F238E27FC236}">
                <a16:creationId xmlns:a16="http://schemas.microsoft.com/office/drawing/2014/main" id="{50347EAF-8F66-CB07-EBA6-7D268785FC7B}"/>
              </a:ext>
            </a:extLst>
          </p:cNvPr>
          <p:cNvCxnSpPr>
            <a:cxnSpLocks/>
            <a:stCxn id="5" idx="7"/>
            <a:endCxn id="18" idx="2"/>
          </p:cNvCxnSpPr>
          <p:nvPr/>
        </p:nvCxnSpPr>
        <p:spPr>
          <a:xfrm flipV="1">
            <a:off x="7312029" y="2286399"/>
            <a:ext cx="862311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BD">
            <a:extLst>
              <a:ext uri="{FF2B5EF4-FFF2-40B4-BE49-F238E27FC236}">
                <a16:creationId xmlns:a16="http://schemas.microsoft.com/office/drawing/2014/main" id="{75DA8EA5-288E-416D-7E03-84E41E1980FC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8590800" y="2286399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AC">
            <a:extLst>
              <a:ext uri="{FF2B5EF4-FFF2-40B4-BE49-F238E27FC236}">
                <a16:creationId xmlns:a16="http://schemas.microsoft.com/office/drawing/2014/main" id="{69147B4E-4778-0F9C-0CED-C5E9B95B50E7}"/>
              </a:ext>
            </a:extLst>
          </p:cNvPr>
          <p:cNvCxnSpPr>
            <a:cxnSpLocks/>
            <a:stCxn id="5" idx="5"/>
            <a:endCxn id="19" idx="2"/>
          </p:cNvCxnSpPr>
          <p:nvPr/>
        </p:nvCxnSpPr>
        <p:spPr>
          <a:xfrm>
            <a:off x="7312029" y="3109055"/>
            <a:ext cx="862311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EC">
            <a:extLst>
              <a:ext uri="{FF2B5EF4-FFF2-40B4-BE49-F238E27FC236}">
                <a16:creationId xmlns:a16="http://schemas.microsoft.com/office/drawing/2014/main" id="{E756AC53-B643-9567-0105-EA3DB1E9B4BC}"/>
              </a:ext>
            </a:extLst>
          </p:cNvPr>
          <p:cNvCxnSpPr>
            <a:cxnSpLocks/>
            <a:stCxn id="7" idx="2"/>
            <a:endCxn id="19" idx="6"/>
          </p:cNvCxnSpPr>
          <p:nvPr/>
        </p:nvCxnSpPr>
        <p:spPr>
          <a:xfrm flipH="1">
            <a:off x="8590800" y="3637230"/>
            <a:ext cx="801322" cy="0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CB">
            <a:extLst>
              <a:ext uri="{FF2B5EF4-FFF2-40B4-BE49-F238E27FC236}">
                <a16:creationId xmlns:a16="http://schemas.microsoft.com/office/drawing/2014/main" id="{CB86CDBD-5514-3FC0-E2C4-571A37AE8858}"/>
              </a:ext>
            </a:extLst>
          </p:cNvPr>
          <p:cNvCxnSpPr>
            <a:cxnSpLocks/>
            <a:stCxn id="19" idx="0"/>
            <a:endCxn id="18" idx="4"/>
          </p:cNvCxnSpPr>
          <p:nvPr/>
        </p:nvCxnSpPr>
        <p:spPr>
          <a:xfrm flipV="1">
            <a:off x="8382570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DF">
            <a:extLst>
              <a:ext uri="{FF2B5EF4-FFF2-40B4-BE49-F238E27FC236}">
                <a16:creationId xmlns:a16="http://schemas.microsoft.com/office/drawing/2014/main" id="{27162BE5-96E9-C233-2288-EE99C3BE20DB}"/>
              </a:ext>
            </a:extLst>
          </p:cNvPr>
          <p:cNvCxnSpPr>
            <a:cxnSpLocks/>
            <a:stCxn id="6" idx="6"/>
            <a:endCxn id="8" idx="1"/>
          </p:cNvCxnSpPr>
          <p:nvPr/>
        </p:nvCxnSpPr>
        <p:spPr>
          <a:xfrm>
            <a:off x="9808582" y="2286399"/>
            <a:ext cx="862312" cy="528174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EF">
            <a:extLst>
              <a:ext uri="{FF2B5EF4-FFF2-40B4-BE49-F238E27FC236}">
                <a16:creationId xmlns:a16="http://schemas.microsoft.com/office/drawing/2014/main" id="{7B21B008-A1A9-7DB4-ADF7-DF6894CAA3DE}"/>
              </a:ext>
            </a:extLst>
          </p:cNvPr>
          <p:cNvCxnSpPr>
            <a:cxnSpLocks/>
            <a:stCxn id="7" idx="6"/>
            <a:endCxn id="8" idx="3"/>
          </p:cNvCxnSpPr>
          <p:nvPr/>
        </p:nvCxnSpPr>
        <p:spPr>
          <a:xfrm flipV="1">
            <a:off x="9808582" y="3109055"/>
            <a:ext cx="862312" cy="528175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DE">
            <a:extLst>
              <a:ext uri="{FF2B5EF4-FFF2-40B4-BE49-F238E27FC236}">
                <a16:creationId xmlns:a16="http://schemas.microsoft.com/office/drawing/2014/main" id="{CDA0509C-4CD7-EF8C-4555-F98BE1FDE316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9600352" y="2494629"/>
            <a:ext cx="0" cy="934371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D">
            <a:extLst>
              <a:ext uri="{FF2B5EF4-FFF2-40B4-BE49-F238E27FC236}">
                <a16:creationId xmlns:a16="http://schemas.microsoft.com/office/drawing/2014/main" id="{88A62D35-121B-0FFE-5E49-256AD35669FE}"/>
              </a:ext>
            </a:extLst>
          </p:cNvPr>
          <p:cNvCxnSpPr>
            <a:cxnSpLocks/>
            <a:stCxn id="19" idx="7"/>
            <a:endCxn id="6" idx="3"/>
          </p:cNvCxnSpPr>
          <p:nvPr/>
        </p:nvCxnSpPr>
        <p:spPr>
          <a:xfrm flipV="1">
            <a:off x="8529811" y="2433640"/>
            <a:ext cx="923300" cy="1056349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B">
            <a:extLst>
              <a:ext uri="{FF2B5EF4-FFF2-40B4-BE49-F238E27FC236}">
                <a16:creationId xmlns:a16="http://schemas.microsoft.com/office/drawing/2014/main" id="{3148730A-DEE6-3D4F-F6C1-EA680E087318}"/>
              </a:ext>
            </a:extLst>
          </p:cNvPr>
          <p:cNvSpPr/>
          <p:nvPr/>
        </p:nvSpPr>
        <p:spPr>
          <a:xfrm>
            <a:off x="8174340" y="2078169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9" name="C">
            <a:extLst>
              <a:ext uri="{FF2B5EF4-FFF2-40B4-BE49-F238E27FC236}">
                <a16:creationId xmlns:a16="http://schemas.microsoft.com/office/drawing/2014/main" id="{FCA5C9E7-37E8-DAD0-C201-C29142C253DF}"/>
              </a:ext>
            </a:extLst>
          </p:cNvPr>
          <p:cNvSpPr/>
          <p:nvPr/>
        </p:nvSpPr>
        <p:spPr>
          <a:xfrm>
            <a:off x="8174340" y="3429000"/>
            <a:ext cx="416460" cy="416460"/>
          </a:xfrm>
          <a:prstGeom prst="ellips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839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4B175-FF89-0BD6-678A-BE1D0EA43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878B-6E5E-C53B-95A5-277DFDDAE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Summary – </a:t>
            </a:r>
            <a:r>
              <a:rPr lang="nl-NL" b="0" dirty="0" err="1"/>
              <a:t>graphs</a:t>
            </a:r>
            <a:r>
              <a:rPr lang="nl-NL" b="0" dirty="0"/>
              <a:t> &amp; </a:t>
            </a:r>
            <a:r>
              <a:rPr lang="nl-NL" b="0" dirty="0" err="1"/>
              <a:t>terminology</a:t>
            </a:r>
            <a:endParaRPr lang="nl-NL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A0638-4F04-41B7-017A-80FF09EE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10890928" cy="4126144"/>
          </a:xfrm>
        </p:spPr>
        <p:txBody>
          <a:bodyPr>
            <a:normAutofit/>
          </a:bodyPr>
          <a:lstStyle/>
          <a:p>
            <a:r>
              <a:rPr lang="nl-NL" dirty="0" err="1"/>
              <a:t>Graphs</a:t>
            </a:r>
            <a:r>
              <a:rPr lang="nl-NL" dirty="0"/>
              <a:t> are made of </a:t>
            </a:r>
            <a:r>
              <a:rPr lang="nl-NL" b="1" dirty="0">
                <a:latin typeface="Aptos" panose="020B0004020202020204" pitchFamily="34" charset="0"/>
              </a:rPr>
              <a:t>Nodes</a:t>
            </a:r>
            <a:r>
              <a:rPr lang="nl-NL" dirty="0"/>
              <a:t> (or </a:t>
            </a:r>
            <a:r>
              <a:rPr lang="nl-NL" dirty="0" err="1"/>
              <a:t>Vertices</a:t>
            </a:r>
            <a:r>
              <a:rPr lang="nl-NL" dirty="0"/>
              <a:t>)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Edges</a:t>
            </a:r>
            <a:endParaRPr lang="nl-NL" b="1" dirty="0">
              <a:latin typeface="Aptos" panose="020B0004020202020204" pitchFamily="34" charset="0"/>
            </a:endParaRPr>
          </a:p>
          <a:p>
            <a:pPr lvl="1"/>
            <a:r>
              <a:rPr lang="nl-NL" sz="2000" dirty="0" err="1"/>
              <a:t>Sequences</a:t>
            </a:r>
            <a:r>
              <a:rPr lang="nl-NL" sz="2000" dirty="0"/>
              <a:t> of </a:t>
            </a:r>
            <a:r>
              <a:rPr lang="nl-NL" sz="2000" dirty="0" err="1"/>
              <a:t>connected</a:t>
            </a:r>
            <a:r>
              <a:rPr lang="nl-NL" sz="2000" dirty="0"/>
              <a:t> </a:t>
            </a:r>
            <a:r>
              <a:rPr lang="nl-NL" sz="2000" dirty="0" err="1"/>
              <a:t>edges</a:t>
            </a:r>
            <a:r>
              <a:rPr lang="nl-NL" sz="2000" dirty="0"/>
              <a:t> form </a:t>
            </a:r>
            <a:r>
              <a:rPr lang="nl-NL" sz="2000" b="1" dirty="0" err="1">
                <a:latin typeface="Aptos" panose="020B0004020202020204" pitchFamily="34" charset="0"/>
              </a:rPr>
              <a:t>paths</a:t>
            </a:r>
            <a:r>
              <a:rPr lang="nl-NL" sz="2000" b="1" dirty="0">
                <a:latin typeface="Aptos" panose="020B0004020202020204" pitchFamily="34" charset="0"/>
              </a:rPr>
              <a:t> </a:t>
            </a:r>
            <a:r>
              <a:rPr lang="nl-NL" sz="2000" dirty="0"/>
              <a:t>&amp; (</a:t>
            </a:r>
            <a:r>
              <a:rPr lang="nl-NL" sz="2000" dirty="0" err="1"/>
              <a:t>possibly</a:t>
            </a:r>
            <a:r>
              <a:rPr lang="nl-NL" sz="2000" dirty="0"/>
              <a:t>)</a:t>
            </a:r>
            <a:r>
              <a:rPr lang="nl-NL" sz="2000" b="1" dirty="0">
                <a:latin typeface="Aptos" panose="020B0004020202020204" pitchFamily="34" charset="0"/>
              </a:rPr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cycles</a:t>
            </a:r>
            <a:endParaRPr lang="nl-NL" sz="2000" b="1" dirty="0">
              <a:latin typeface="Aptos" panose="020B0004020202020204" pitchFamily="34" charset="0"/>
            </a:endParaRPr>
          </a:p>
          <a:p>
            <a:pPr lvl="1"/>
            <a:r>
              <a:rPr lang="nl-NL" dirty="0"/>
              <a:t>Basic “operations” are </a:t>
            </a:r>
            <a:r>
              <a:rPr lang="nl-NL" dirty="0" err="1"/>
              <a:t>insertion</a:t>
            </a:r>
            <a:r>
              <a:rPr lang="nl-NL" dirty="0"/>
              <a:t>/</a:t>
            </a:r>
            <a:r>
              <a:rPr lang="nl-NL" dirty="0" err="1"/>
              <a:t>removal</a:t>
            </a:r>
            <a:r>
              <a:rPr lang="nl-NL" dirty="0"/>
              <a:t> of </a:t>
            </a:r>
            <a:r>
              <a:rPr lang="nl-NL" dirty="0" err="1"/>
              <a:t>nodes</a:t>
            </a:r>
            <a:r>
              <a:rPr lang="nl-NL" dirty="0"/>
              <a:t>/</a:t>
            </a:r>
            <a:r>
              <a:rPr lang="nl-NL" dirty="0" err="1"/>
              <a:t>edges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lookup</a:t>
            </a:r>
            <a:endParaRPr lang="nl-NL" sz="2000" b="1" dirty="0">
              <a:latin typeface="Aptos" panose="020B0004020202020204" pitchFamily="34" charset="0"/>
            </a:endParaRPr>
          </a:p>
          <a:p>
            <a:pPr lvl="1"/>
            <a:r>
              <a:rPr lang="nl-NL" dirty="0" err="1"/>
              <a:t>Instead</a:t>
            </a:r>
            <a:r>
              <a:rPr lang="nl-NL" dirty="0"/>
              <a:t> of </a:t>
            </a:r>
            <a:r>
              <a:rPr lang="nl-NL" dirty="0" err="1"/>
              <a:t>focusing</a:t>
            </a:r>
            <a:r>
              <a:rPr lang="nl-NL" dirty="0"/>
              <a:t> on these operations, we focus on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algorithms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run on </a:t>
            </a:r>
            <a:r>
              <a:rPr lang="nl-NL" dirty="0" err="1"/>
              <a:t>graphs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/>
              <a:t>Different types of </a:t>
            </a:r>
            <a:r>
              <a:rPr lang="nl-NL" dirty="0" err="1"/>
              <a:t>graphs</a:t>
            </a:r>
            <a:r>
              <a:rPr lang="nl-NL" dirty="0"/>
              <a:t>:</a:t>
            </a:r>
          </a:p>
          <a:p>
            <a:pPr lvl="1"/>
            <a:r>
              <a:rPr lang="nl-NL" sz="2000" b="1" dirty="0" err="1">
                <a:latin typeface="Aptos" panose="020B0004020202020204" pitchFamily="34" charset="0"/>
              </a:rPr>
              <a:t>Directed</a:t>
            </a:r>
            <a:r>
              <a:rPr lang="nl-NL" dirty="0"/>
              <a:t> versus </a:t>
            </a:r>
            <a:r>
              <a:rPr lang="nl-NL" sz="2000" b="1" dirty="0" err="1">
                <a:latin typeface="Aptos" panose="020B0004020202020204" pitchFamily="34" charset="0"/>
              </a:rPr>
              <a:t>undirected</a:t>
            </a:r>
            <a:endParaRPr lang="nl-NL" sz="2000" b="1" dirty="0">
              <a:latin typeface="Aptos" panose="020B0004020202020204" pitchFamily="34" charset="0"/>
            </a:endParaRPr>
          </a:p>
          <a:p>
            <a:pPr lvl="1"/>
            <a:r>
              <a:rPr lang="nl-NL" dirty="0"/>
              <a:t>(</a:t>
            </a:r>
            <a:r>
              <a:rPr lang="nl-NL" dirty="0" err="1"/>
              <a:t>Strongly</a:t>
            </a:r>
            <a:r>
              <a:rPr lang="nl-NL" dirty="0"/>
              <a:t>) </a:t>
            </a:r>
            <a:r>
              <a:rPr lang="nl-NL" sz="2000" b="1" dirty="0" err="1">
                <a:latin typeface="Aptos" panose="020B0004020202020204" pitchFamily="34" charset="0"/>
              </a:rPr>
              <a:t>connected</a:t>
            </a:r>
            <a:r>
              <a:rPr lang="nl-NL" dirty="0"/>
              <a:t> versus </a:t>
            </a:r>
            <a:r>
              <a:rPr lang="nl-NL" dirty="0" err="1"/>
              <a:t>weakly</a:t>
            </a:r>
            <a:r>
              <a:rPr lang="nl-NL" dirty="0"/>
              <a:t> / </a:t>
            </a:r>
            <a:r>
              <a:rPr lang="nl-NL" sz="2000" b="1" dirty="0" err="1">
                <a:latin typeface="Aptos" panose="020B0004020202020204" pitchFamily="34" charset="0"/>
              </a:rPr>
              <a:t>disconnected</a:t>
            </a:r>
            <a:endParaRPr lang="nl-NL" sz="2000" b="1" dirty="0">
              <a:latin typeface="Aptos" panose="020B0004020202020204" pitchFamily="34" charset="0"/>
            </a:endParaRPr>
          </a:p>
          <a:p>
            <a:pPr lvl="1"/>
            <a:r>
              <a:rPr lang="nl-NL" dirty="0" err="1"/>
              <a:t>Edges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have </a:t>
            </a:r>
            <a:r>
              <a:rPr lang="nl-NL" sz="2000" b="1" dirty="0" err="1">
                <a:latin typeface="Aptos" panose="020B0004020202020204" pitchFamily="34" charset="0"/>
              </a:rPr>
              <a:t>weights</a:t>
            </a:r>
            <a:r>
              <a:rPr lang="nl-NL" dirty="0"/>
              <a:t> (more on </a:t>
            </a:r>
            <a:r>
              <a:rPr lang="nl-NL" dirty="0" err="1"/>
              <a:t>this</a:t>
            </a:r>
            <a:r>
              <a:rPr lang="nl-NL" dirty="0"/>
              <a:t> in week 7)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77088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EF65-3814-B5C7-0350-40DB56870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E747-DFD5-B14A-C42E-E641592BA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Summary – </a:t>
            </a:r>
            <a:r>
              <a:rPr lang="nl-NL" b="0" dirty="0" err="1"/>
              <a:t>graph</a:t>
            </a:r>
            <a:r>
              <a:rPr lang="nl-NL" b="0" dirty="0"/>
              <a:t> </a:t>
            </a:r>
            <a:r>
              <a:rPr lang="nl-NL" b="0" dirty="0" err="1"/>
              <a:t>algorithms</a:t>
            </a:r>
            <a:endParaRPr lang="nl-NL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39093-A86A-923D-FBF2-3732C5BE5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10890928" cy="4126144"/>
          </a:xfrm>
        </p:spPr>
        <p:txBody>
          <a:bodyPr>
            <a:normAutofit/>
          </a:bodyPr>
          <a:lstStyle/>
          <a:p>
            <a:r>
              <a:rPr lang="nl-NL" b="1" dirty="0" err="1">
                <a:latin typeface="Aptos" panose="020B0004020202020204" pitchFamily="34" charset="0"/>
              </a:rPr>
              <a:t>Traversal</a:t>
            </a:r>
            <a:r>
              <a:rPr lang="nl-NL" dirty="0"/>
              <a:t> (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example</a:t>
            </a:r>
            <a:r>
              <a:rPr lang="nl-NL" dirty="0"/>
              <a:t>, </a:t>
            </a:r>
            <a:r>
              <a:rPr lang="nl-NL" dirty="0" err="1"/>
              <a:t>finding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&amp; </a:t>
            </a:r>
            <a:r>
              <a:rPr lang="nl-NL" dirty="0" err="1"/>
              <a:t>reachable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)</a:t>
            </a:r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Depth-first</a:t>
            </a:r>
            <a:r>
              <a:rPr lang="nl-NL" dirty="0"/>
              <a:t>: </a:t>
            </a:r>
            <a:r>
              <a:rPr lang="nl-NL" dirty="0" err="1"/>
              <a:t>uses</a:t>
            </a:r>
            <a:r>
              <a:rPr lang="nl-NL" dirty="0"/>
              <a:t> a stack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enqueue</a:t>
            </a:r>
            <a:r>
              <a:rPr lang="nl-NL" dirty="0"/>
              <a:t> </a:t>
            </a:r>
            <a:r>
              <a:rPr lang="nl-NL" dirty="0" err="1"/>
              <a:t>neighbours</a:t>
            </a:r>
            <a:endParaRPr lang="nl-NL" dirty="0"/>
          </a:p>
          <a:p>
            <a:pPr lvl="1"/>
            <a:r>
              <a:rPr lang="nl-NL" sz="2000" b="1" dirty="0" err="1">
                <a:latin typeface="Aptos" panose="020B0004020202020204" pitchFamily="34" charset="0"/>
              </a:rPr>
              <a:t>Breadth</a:t>
            </a:r>
            <a:r>
              <a:rPr lang="nl-NL" sz="2000" b="1" dirty="0">
                <a:latin typeface="Aptos" panose="020B0004020202020204" pitchFamily="34" charset="0"/>
              </a:rPr>
              <a:t>-first</a:t>
            </a:r>
            <a:r>
              <a:rPr lang="nl-NL" dirty="0"/>
              <a:t>: </a:t>
            </a:r>
            <a:r>
              <a:rPr lang="nl-NL" dirty="0" err="1"/>
              <a:t>uses</a:t>
            </a:r>
            <a:r>
              <a:rPr lang="nl-NL" dirty="0"/>
              <a:t> a queue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enqueue</a:t>
            </a:r>
            <a:r>
              <a:rPr lang="nl-NL" dirty="0"/>
              <a:t> </a:t>
            </a:r>
            <a:r>
              <a:rPr lang="nl-NL" dirty="0" err="1"/>
              <a:t>neighbours</a:t>
            </a:r>
            <a:endParaRPr lang="nl-NL" dirty="0"/>
          </a:p>
          <a:p>
            <a:endParaRPr lang="nl-NL" b="1" dirty="0">
              <a:latin typeface="Aptos" panose="020B0004020202020204" pitchFamily="34" charset="0"/>
            </a:endParaRPr>
          </a:p>
          <a:p>
            <a:r>
              <a:rPr lang="nl-NL" b="1" dirty="0" err="1">
                <a:latin typeface="Aptos" panose="020B0004020202020204" pitchFamily="34" charset="0"/>
              </a:rPr>
              <a:t>Topological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sorting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context of “</a:t>
            </a:r>
            <a:r>
              <a:rPr lang="nl-NL" dirty="0" err="1"/>
              <a:t>dependencies</a:t>
            </a:r>
            <a:r>
              <a:rPr lang="nl-NL" dirty="0"/>
              <a:t>”: must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depth</a:t>
            </a:r>
            <a:r>
              <a:rPr lang="nl-NL" dirty="0"/>
              <a:t>-first</a:t>
            </a:r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Pre-order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post-order</a:t>
            </a:r>
            <a:r>
              <a:rPr lang="nl-NL" dirty="0"/>
              <a:t> </a:t>
            </a:r>
            <a:r>
              <a:rPr lang="nl-NL" dirty="0" err="1"/>
              <a:t>traversal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 err="1"/>
              <a:t>Finding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cycles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checking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reach</a:t>
            </a:r>
            <a:r>
              <a:rPr lang="nl-NL" dirty="0"/>
              <a:t> a node </a:t>
            </a:r>
            <a:r>
              <a:rPr lang="nl-NL" dirty="0" err="1"/>
              <a:t>that</a:t>
            </a:r>
            <a:r>
              <a:rPr lang="nl-NL" dirty="0"/>
              <a:t> lies on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current</a:t>
            </a:r>
            <a:r>
              <a:rPr lang="nl-NL" dirty="0"/>
              <a:t> </a:t>
            </a:r>
            <a:r>
              <a:rPr lang="nl-NL" dirty="0" err="1"/>
              <a:t>path</a:t>
            </a:r>
            <a:endParaRPr lang="nl-NL" dirty="0"/>
          </a:p>
          <a:p>
            <a:pPr lvl="1"/>
            <a:r>
              <a:rPr lang="nl-NL" dirty="0" err="1"/>
              <a:t>Current</a:t>
            </a:r>
            <a:r>
              <a:rPr lang="nl-NL" dirty="0"/>
              <a:t> </a:t>
            </a:r>
            <a:r>
              <a:rPr lang="nl-NL" dirty="0" err="1"/>
              <a:t>path</a:t>
            </a:r>
            <a:r>
              <a:rPr lang="nl-NL" dirty="0"/>
              <a:t> = pre-</a:t>
            </a:r>
            <a:r>
              <a:rPr lang="nl-NL" dirty="0" err="1"/>
              <a:t>visited</a:t>
            </a:r>
            <a:r>
              <a:rPr lang="nl-NL" dirty="0"/>
              <a:t> but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yet</a:t>
            </a:r>
            <a:r>
              <a:rPr lang="nl-NL" dirty="0"/>
              <a:t> post-</a:t>
            </a:r>
            <a:r>
              <a:rPr lang="nl-NL" dirty="0" err="1"/>
              <a:t>visited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8669022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ACC008-641B-4A31-9901-F8A4FB71BE33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4813</Words>
  <Application>Microsoft Office PowerPoint</Application>
  <PresentationFormat>Widescreen</PresentationFormat>
  <Paragraphs>1329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Aptos</vt:lpstr>
      <vt:lpstr>Arial</vt:lpstr>
      <vt:lpstr>Cambria Math</vt:lpstr>
      <vt:lpstr>Cascadia Code</vt:lpstr>
      <vt:lpstr>Consolas</vt:lpstr>
      <vt:lpstr>Grandview Display</vt:lpstr>
      <vt:lpstr>DashVTI</vt:lpstr>
      <vt:lpstr>Algorithms &amp; Data Structures</vt:lpstr>
      <vt:lpstr>Last weeks we discussed…</vt:lpstr>
      <vt:lpstr>Graphs</vt:lpstr>
      <vt:lpstr>Graphs in real life</vt:lpstr>
      <vt:lpstr>Graphs – terminology</vt:lpstr>
      <vt:lpstr>Graphs – terminology</vt:lpstr>
      <vt:lpstr>Graph – Representations</vt:lpstr>
      <vt:lpstr>Graph – Representations</vt:lpstr>
      <vt:lpstr>Graph algorithms</vt:lpstr>
      <vt:lpstr>Pathfinding &amp; Graph traversal</vt:lpstr>
      <vt:lpstr>Traversing a Graph – DFS</vt:lpstr>
      <vt:lpstr>Traversing a Graph – DFS</vt:lpstr>
      <vt:lpstr>Traversing a Graph – DFS</vt:lpstr>
      <vt:lpstr>Traversing a Graph – DFS</vt:lpstr>
      <vt:lpstr>Traversing a Graph – DFS</vt:lpstr>
      <vt:lpstr>Traversing a Graph – DFS</vt:lpstr>
      <vt:lpstr>Traversing a Graph – DFS</vt:lpstr>
      <vt:lpstr>Traversing a Graph – DFS</vt:lpstr>
      <vt:lpstr>Traversing a Graph – DFS</vt:lpstr>
      <vt:lpstr>Traversing a Graph – DFS</vt:lpstr>
      <vt:lpstr>Traversing a Graph – DFS</vt:lpstr>
      <vt:lpstr>Traversing a Graph – DFS</vt:lpstr>
      <vt:lpstr>Traversing a Graph – DFS</vt:lpstr>
      <vt:lpstr>Traversing a Graph – DFS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BFS vs DFS</vt:lpstr>
      <vt:lpstr>Directed graphs &amp; dependencies</vt:lpstr>
      <vt:lpstr>Directed graphs &amp; dependencies</vt:lpstr>
      <vt:lpstr>Directed graphs &amp; dependencies</vt:lpstr>
      <vt:lpstr>Directed graphs &amp; dependencies</vt:lpstr>
      <vt:lpstr>Directed graphs &amp; dependencies</vt:lpstr>
      <vt:lpstr>Directed graphs &amp; dependencies</vt:lpstr>
      <vt:lpstr>Directed graphs &amp; dependencies</vt:lpstr>
      <vt:lpstr>Directed graphs &amp; dependencies</vt:lpstr>
      <vt:lpstr>Pre and post order traversal</vt:lpstr>
      <vt:lpstr>Dependencies, pre and post order</vt:lpstr>
      <vt:lpstr>Dependencies, pre and post order</vt:lpstr>
      <vt:lpstr>Dependencies, pre and post order</vt:lpstr>
      <vt:lpstr>Dependencies, pre and post order</vt:lpstr>
      <vt:lpstr>Dependencies, pre and post order</vt:lpstr>
      <vt:lpstr>Dependencies, pre and post order</vt:lpstr>
      <vt:lpstr>Dependencies, pre and post order</vt:lpstr>
      <vt:lpstr>DFS – Dealing with cycles</vt:lpstr>
      <vt:lpstr>Using DFS to find cycles</vt:lpstr>
      <vt:lpstr>Summary – graphs &amp; terminology</vt:lpstr>
      <vt:lpstr>Summary – graph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de Groote</dc:creator>
  <cp:lastModifiedBy>Robert de Groote</cp:lastModifiedBy>
  <cp:revision>1</cp:revision>
  <dcterms:created xsi:type="dcterms:W3CDTF">2025-07-16T13:01:43Z</dcterms:created>
  <dcterms:modified xsi:type="dcterms:W3CDTF">2025-10-07T07:57:55Z</dcterms:modified>
</cp:coreProperties>
</file>