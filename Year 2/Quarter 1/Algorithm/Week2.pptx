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60" r:id="rId4"/>
    <p:sldId id="261" r:id="rId5"/>
    <p:sldId id="274" r:id="rId6"/>
    <p:sldId id="275" r:id="rId7"/>
    <p:sldId id="286" r:id="rId8"/>
    <p:sldId id="289" r:id="rId9"/>
    <p:sldId id="287" r:id="rId10"/>
    <p:sldId id="288" r:id="rId11"/>
    <p:sldId id="276" r:id="rId12"/>
    <p:sldId id="290" r:id="rId13"/>
    <p:sldId id="291" r:id="rId14"/>
    <p:sldId id="277" r:id="rId15"/>
    <p:sldId id="266" r:id="rId16"/>
    <p:sldId id="273" r:id="rId17"/>
    <p:sldId id="292" r:id="rId18"/>
    <p:sldId id="279" r:id="rId19"/>
    <p:sldId id="293" r:id="rId20"/>
    <p:sldId id="294" r:id="rId21"/>
    <p:sldId id="295" r:id="rId22"/>
    <p:sldId id="280" r:id="rId23"/>
    <p:sldId id="278" r:id="rId24"/>
    <p:sldId id="296" r:id="rId25"/>
    <p:sldId id="297" r:id="rId26"/>
    <p:sldId id="284" r:id="rId27"/>
    <p:sldId id="300" r:id="rId28"/>
    <p:sldId id="281" r:id="rId29"/>
    <p:sldId id="264" r:id="rId30"/>
    <p:sldId id="298" r:id="rId31"/>
    <p:sldId id="283" r:id="rId32"/>
    <p:sldId id="265" r:id="rId33"/>
    <p:sldId id="285" r:id="rId34"/>
    <p:sldId id="29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806A60-D76F-4088-BA7C-EFFC6B100EE3}" v="3420" dt="2025-09-08T17:26:32.1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48" autoAdjust="0"/>
    <p:restoredTop sz="94744" autoAdjust="0"/>
  </p:normalViewPr>
  <p:slideViewPr>
    <p:cSldViewPr snapToGrid="0">
      <p:cViewPr varScale="1">
        <p:scale>
          <a:sx n="103" d="100"/>
          <a:sy n="103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de Groote" userId="2ce5265b-80a0-4fb8-a62a-8035e9b0c45a" providerId="ADAL" clId="{EF806A60-D76F-4088-BA7C-EFFC6B100EE3}"/>
    <pc:docChg chg="undo custSel addSld delSld modSld sldOrd">
      <pc:chgData name="Robert de Groote" userId="2ce5265b-80a0-4fb8-a62a-8035e9b0c45a" providerId="ADAL" clId="{EF806A60-D76F-4088-BA7C-EFFC6B100EE3}" dt="2025-09-08T17:27:03.529" v="14026" actId="20577"/>
      <pc:docMkLst>
        <pc:docMk/>
      </pc:docMkLst>
      <pc:sldChg chg="modAnim">
        <pc:chgData name="Robert de Groote" userId="2ce5265b-80a0-4fb8-a62a-8035e9b0c45a" providerId="ADAL" clId="{EF806A60-D76F-4088-BA7C-EFFC6B100EE3}" dt="2025-09-05T11:53:47.799" v="13035"/>
        <pc:sldMkLst>
          <pc:docMk/>
          <pc:sldMk cId="4099711276" sldId="256"/>
        </pc:sldMkLst>
      </pc:sldChg>
      <pc:sldChg chg="modSp mod">
        <pc:chgData name="Robert de Groote" userId="2ce5265b-80a0-4fb8-a62a-8035e9b0c45a" providerId="ADAL" clId="{EF806A60-D76F-4088-BA7C-EFFC6B100EE3}" dt="2025-09-05T11:56:43.305" v="13207" actId="20577"/>
        <pc:sldMkLst>
          <pc:docMk/>
          <pc:sldMk cId="3346646082" sldId="257"/>
        </pc:sldMkLst>
        <pc:spChg chg="mod">
          <ac:chgData name="Robert de Groote" userId="2ce5265b-80a0-4fb8-a62a-8035e9b0c45a" providerId="ADAL" clId="{EF806A60-D76F-4088-BA7C-EFFC6B100EE3}" dt="2025-09-05T11:56:43.305" v="13207" actId="20577"/>
          <ac:spMkLst>
            <pc:docMk/>
            <pc:sldMk cId="3346646082" sldId="257"/>
            <ac:spMk id="3" creationId="{81853582-0C43-5257-5530-A00EA0178D3B}"/>
          </ac:spMkLst>
        </pc:spChg>
      </pc:sldChg>
      <pc:sldChg chg="addSp delSp modSp mod setBg setClrOvrMap">
        <pc:chgData name="Robert de Groote" userId="2ce5265b-80a0-4fb8-a62a-8035e9b0c45a" providerId="ADAL" clId="{EF806A60-D76F-4088-BA7C-EFFC6B100EE3}" dt="2025-09-05T11:57:36.498" v="13210" actId="26606"/>
        <pc:sldMkLst>
          <pc:docMk/>
          <pc:sldMk cId="2437096053" sldId="260"/>
        </pc:sldMkLst>
        <pc:spChg chg="mod">
          <ac:chgData name="Robert de Groote" userId="2ce5265b-80a0-4fb8-a62a-8035e9b0c45a" providerId="ADAL" clId="{EF806A60-D76F-4088-BA7C-EFFC6B100EE3}" dt="2025-09-05T11:57:36.498" v="13210" actId="26606"/>
          <ac:spMkLst>
            <pc:docMk/>
            <pc:sldMk cId="2437096053" sldId="260"/>
            <ac:spMk id="4" creationId="{4181F634-6EB3-A66B-325E-D9913BAC5853}"/>
          </ac:spMkLst>
        </pc:spChg>
        <pc:spChg chg="mod">
          <ac:chgData name="Robert de Groote" userId="2ce5265b-80a0-4fb8-a62a-8035e9b0c45a" providerId="ADAL" clId="{EF806A60-D76F-4088-BA7C-EFFC6B100EE3}" dt="2025-09-05T11:57:36.498" v="13210" actId="26606"/>
          <ac:spMkLst>
            <pc:docMk/>
            <pc:sldMk cId="2437096053" sldId="260"/>
            <ac:spMk id="5" creationId="{2233F4BC-C1CF-B147-2A79-056AE56D20F7}"/>
          </ac:spMkLst>
        </pc:spChg>
        <pc:spChg chg="add">
          <ac:chgData name="Robert de Groote" userId="2ce5265b-80a0-4fb8-a62a-8035e9b0c45a" providerId="ADAL" clId="{EF806A60-D76F-4088-BA7C-EFFC6B100EE3}" dt="2025-09-05T11:57:36.498" v="13210" actId="26606"/>
          <ac:spMkLst>
            <pc:docMk/>
            <pc:sldMk cId="2437096053" sldId="260"/>
            <ac:spMk id="24" creationId="{19F9BF86-FE94-4517-B97D-026C7515E589}"/>
          </ac:spMkLst>
        </pc:spChg>
        <pc:picChg chg="add mod ord">
          <ac:chgData name="Robert de Groote" userId="2ce5265b-80a0-4fb8-a62a-8035e9b0c45a" providerId="ADAL" clId="{EF806A60-D76F-4088-BA7C-EFFC6B100EE3}" dt="2025-09-05T11:57:36.498" v="13210" actId="26606"/>
          <ac:picMkLst>
            <pc:docMk/>
            <pc:sldMk cId="2437096053" sldId="260"/>
            <ac:picMk id="7" creationId="{D9F444C7-665C-9550-C494-17763A19B869}"/>
          </ac:picMkLst>
        </pc:picChg>
        <pc:cxnChg chg="add">
          <ac:chgData name="Robert de Groote" userId="2ce5265b-80a0-4fb8-a62a-8035e9b0c45a" providerId="ADAL" clId="{EF806A60-D76F-4088-BA7C-EFFC6B100EE3}" dt="2025-09-05T11:57:36.498" v="13210" actId="26606"/>
          <ac:cxnSpMkLst>
            <pc:docMk/>
            <pc:sldMk cId="2437096053" sldId="260"/>
            <ac:cxnSpMk id="22" creationId="{118E06E4-607B-144B-382B-AD3D06B1EE8C}"/>
          </ac:cxnSpMkLst>
        </pc:cxnChg>
        <pc:cxnChg chg="add">
          <ac:chgData name="Robert de Groote" userId="2ce5265b-80a0-4fb8-a62a-8035e9b0c45a" providerId="ADAL" clId="{EF806A60-D76F-4088-BA7C-EFFC6B100EE3}" dt="2025-09-05T11:57:36.498" v="13210" actId="26606"/>
          <ac:cxnSpMkLst>
            <pc:docMk/>
            <pc:sldMk cId="2437096053" sldId="260"/>
            <ac:cxnSpMk id="26" creationId="{750527CE-FCD0-40C8-B37A-39331C2A4FDF}"/>
          </ac:cxnSpMkLst>
        </pc:cxnChg>
      </pc:sldChg>
      <pc:sldChg chg="addSp delSp modSp mod modAnim">
        <pc:chgData name="Robert de Groote" userId="2ce5265b-80a0-4fb8-a62a-8035e9b0c45a" providerId="ADAL" clId="{EF806A60-D76F-4088-BA7C-EFFC6B100EE3}" dt="2025-09-05T12:00:50.130" v="13301" actId="113"/>
        <pc:sldMkLst>
          <pc:docMk/>
          <pc:sldMk cId="2593846471" sldId="261"/>
        </pc:sldMkLst>
        <pc:spChg chg="mod">
          <ac:chgData name="Robert de Groote" userId="2ce5265b-80a0-4fb8-a62a-8035e9b0c45a" providerId="ADAL" clId="{EF806A60-D76F-4088-BA7C-EFFC6B100EE3}" dt="2025-09-03T08:03:11.121" v="360" actId="20577"/>
          <ac:spMkLst>
            <pc:docMk/>
            <pc:sldMk cId="2593846471" sldId="261"/>
            <ac:spMk id="2" creationId="{735C4AF0-C380-4A01-30C4-D2729C2DE10D}"/>
          </ac:spMkLst>
        </pc:spChg>
        <pc:spChg chg="mod">
          <ac:chgData name="Robert de Groote" userId="2ce5265b-80a0-4fb8-a62a-8035e9b0c45a" providerId="ADAL" clId="{EF806A60-D76F-4088-BA7C-EFFC6B100EE3}" dt="2025-09-05T12:00:50.130" v="13301" actId="113"/>
          <ac:spMkLst>
            <pc:docMk/>
            <pc:sldMk cId="2593846471" sldId="261"/>
            <ac:spMk id="3" creationId="{CEC213A1-D911-99F1-00C5-7C6C08622B2A}"/>
          </ac:spMkLst>
        </pc:spChg>
        <pc:spChg chg="mod topLvl">
          <ac:chgData name="Robert de Groote" userId="2ce5265b-80a0-4fb8-a62a-8035e9b0c45a" providerId="ADAL" clId="{EF806A60-D76F-4088-BA7C-EFFC6B100EE3}" dt="2025-09-03T08:09:41.952" v="530" actId="165"/>
          <ac:spMkLst>
            <pc:docMk/>
            <pc:sldMk cId="2593846471" sldId="261"/>
            <ac:spMk id="5" creationId="{0F362094-077B-D00E-949D-5724EB001049}"/>
          </ac:spMkLst>
        </pc:spChg>
        <pc:spChg chg="mod topLvl">
          <ac:chgData name="Robert de Groote" userId="2ce5265b-80a0-4fb8-a62a-8035e9b0c45a" providerId="ADAL" clId="{EF806A60-D76F-4088-BA7C-EFFC6B100EE3}" dt="2025-09-03T08:08:57.008" v="508" actId="164"/>
          <ac:spMkLst>
            <pc:docMk/>
            <pc:sldMk cId="2593846471" sldId="261"/>
            <ac:spMk id="6" creationId="{7FB5B4EA-5B54-3C5F-6E77-05AEFB2E7C47}"/>
          </ac:spMkLst>
        </pc:spChg>
        <pc:spChg chg="mod topLvl">
          <ac:chgData name="Robert de Groote" userId="2ce5265b-80a0-4fb8-a62a-8035e9b0c45a" providerId="ADAL" clId="{EF806A60-D76F-4088-BA7C-EFFC6B100EE3}" dt="2025-09-03T08:08:07.118" v="499" actId="408"/>
          <ac:spMkLst>
            <pc:docMk/>
            <pc:sldMk cId="2593846471" sldId="261"/>
            <ac:spMk id="7" creationId="{CC3E76B1-9901-B544-DB95-22A282BA2CF7}"/>
          </ac:spMkLst>
        </pc:spChg>
        <pc:spChg chg="mod topLvl">
          <ac:chgData name="Robert de Groote" userId="2ce5265b-80a0-4fb8-a62a-8035e9b0c45a" providerId="ADAL" clId="{EF806A60-D76F-4088-BA7C-EFFC6B100EE3}" dt="2025-09-03T08:09:41.952" v="530" actId="165"/>
          <ac:spMkLst>
            <pc:docMk/>
            <pc:sldMk cId="2593846471" sldId="261"/>
            <ac:spMk id="8" creationId="{1C20D329-73C4-56EF-2C75-70A65051BB9F}"/>
          </ac:spMkLst>
        </pc:spChg>
        <pc:spChg chg="mod topLvl">
          <ac:chgData name="Robert de Groote" userId="2ce5265b-80a0-4fb8-a62a-8035e9b0c45a" providerId="ADAL" clId="{EF806A60-D76F-4088-BA7C-EFFC6B100EE3}" dt="2025-09-03T08:09:41.952" v="530" actId="165"/>
          <ac:spMkLst>
            <pc:docMk/>
            <pc:sldMk cId="2593846471" sldId="261"/>
            <ac:spMk id="9" creationId="{7B251914-D49D-F4DB-9FB5-6295E21175B3}"/>
          </ac:spMkLst>
        </pc:spChg>
        <pc:spChg chg="mod topLvl">
          <ac:chgData name="Robert de Groote" userId="2ce5265b-80a0-4fb8-a62a-8035e9b0c45a" providerId="ADAL" clId="{EF806A60-D76F-4088-BA7C-EFFC6B100EE3}" dt="2025-09-03T08:08:07.118" v="499" actId="408"/>
          <ac:spMkLst>
            <pc:docMk/>
            <pc:sldMk cId="2593846471" sldId="261"/>
            <ac:spMk id="10" creationId="{BA969452-6440-9309-0C15-F6BC1854DDCB}"/>
          </ac:spMkLst>
        </pc:spChg>
        <pc:spChg chg="mod topLvl">
          <ac:chgData name="Robert de Groote" userId="2ce5265b-80a0-4fb8-a62a-8035e9b0c45a" providerId="ADAL" clId="{EF806A60-D76F-4088-BA7C-EFFC6B100EE3}" dt="2025-09-03T08:09:41.952" v="530" actId="165"/>
          <ac:spMkLst>
            <pc:docMk/>
            <pc:sldMk cId="2593846471" sldId="261"/>
            <ac:spMk id="11" creationId="{F45C8968-F8FB-3497-8204-5A8194D76E05}"/>
          </ac:spMkLst>
        </pc:spChg>
        <pc:spChg chg="add mod">
          <ac:chgData name="Robert de Groote" userId="2ce5265b-80a0-4fb8-a62a-8035e9b0c45a" providerId="ADAL" clId="{EF806A60-D76F-4088-BA7C-EFFC6B100EE3}" dt="2025-09-03T08:08:50.286" v="507" actId="554"/>
          <ac:spMkLst>
            <pc:docMk/>
            <pc:sldMk cId="2593846471" sldId="261"/>
            <ac:spMk id="12" creationId="{D906B0B1-9F91-52B6-BA4F-58B0ACA7A19A}"/>
          </ac:spMkLst>
        </pc:spChg>
        <pc:spChg chg="add mod">
          <ac:chgData name="Robert de Groote" userId="2ce5265b-80a0-4fb8-a62a-8035e9b0c45a" providerId="ADAL" clId="{EF806A60-D76F-4088-BA7C-EFFC6B100EE3}" dt="2025-09-03T08:08:50.286" v="507" actId="554"/>
          <ac:spMkLst>
            <pc:docMk/>
            <pc:sldMk cId="2593846471" sldId="261"/>
            <ac:spMk id="13" creationId="{F8C11CC8-7888-B706-BE81-403BFA671389}"/>
          </ac:spMkLst>
        </pc:spChg>
        <pc:spChg chg="add mod">
          <ac:chgData name="Robert de Groote" userId="2ce5265b-80a0-4fb8-a62a-8035e9b0c45a" providerId="ADAL" clId="{EF806A60-D76F-4088-BA7C-EFFC6B100EE3}" dt="2025-09-03T08:09:41.952" v="530" actId="165"/>
          <ac:spMkLst>
            <pc:docMk/>
            <pc:sldMk cId="2593846471" sldId="261"/>
            <ac:spMk id="14" creationId="{45D2BF89-2178-BEEE-BCD5-FE56AB2EE596}"/>
          </ac:spMkLst>
        </pc:spChg>
        <pc:spChg chg="add mod">
          <ac:chgData name="Robert de Groote" userId="2ce5265b-80a0-4fb8-a62a-8035e9b0c45a" providerId="ADAL" clId="{EF806A60-D76F-4088-BA7C-EFFC6B100EE3}" dt="2025-09-03T08:09:41.952" v="530" actId="165"/>
          <ac:spMkLst>
            <pc:docMk/>
            <pc:sldMk cId="2593846471" sldId="261"/>
            <ac:spMk id="15" creationId="{F334C493-27DA-C05B-B7FC-626085580A7D}"/>
          </ac:spMkLst>
        </pc:spChg>
        <pc:spChg chg="add mod">
          <ac:chgData name="Robert de Groote" userId="2ce5265b-80a0-4fb8-a62a-8035e9b0c45a" providerId="ADAL" clId="{EF806A60-D76F-4088-BA7C-EFFC6B100EE3}" dt="2025-09-03T08:09:41.952" v="530" actId="165"/>
          <ac:spMkLst>
            <pc:docMk/>
            <pc:sldMk cId="2593846471" sldId="261"/>
            <ac:spMk id="16" creationId="{FFAFD462-BE97-252C-9AB4-3A5510EB885A}"/>
          </ac:spMkLst>
        </pc:spChg>
        <pc:spChg chg="add mod">
          <ac:chgData name="Robert de Groote" userId="2ce5265b-80a0-4fb8-a62a-8035e9b0c45a" providerId="ADAL" clId="{EF806A60-D76F-4088-BA7C-EFFC6B100EE3}" dt="2025-09-03T08:09:41.952" v="530" actId="165"/>
          <ac:spMkLst>
            <pc:docMk/>
            <pc:sldMk cId="2593846471" sldId="261"/>
            <ac:spMk id="17" creationId="{C2FF4D9A-2909-F4B2-D376-6CA719B3301B}"/>
          </ac:spMkLst>
        </pc:spChg>
        <pc:spChg chg="add mod">
          <ac:chgData name="Robert de Groote" userId="2ce5265b-80a0-4fb8-a62a-8035e9b0c45a" providerId="ADAL" clId="{EF806A60-D76F-4088-BA7C-EFFC6B100EE3}" dt="2025-09-03T08:09:41.952" v="530" actId="165"/>
          <ac:spMkLst>
            <pc:docMk/>
            <pc:sldMk cId="2593846471" sldId="261"/>
            <ac:spMk id="18" creationId="{5006976E-10E5-7AF1-83F2-33AFA0455F5E}"/>
          </ac:spMkLst>
        </pc:spChg>
        <pc:spChg chg="add mod topLvl">
          <ac:chgData name="Robert de Groote" userId="2ce5265b-80a0-4fb8-a62a-8035e9b0c45a" providerId="ADAL" clId="{EF806A60-D76F-4088-BA7C-EFFC6B100EE3}" dt="2025-09-03T08:09:41.952" v="530" actId="165"/>
          <ac:spMkLst>
            <pc:docMk/>
            <pc:sldMk cId="2593846471" sldId="261"/>
            <ac:spMk id="20" creationId="{819CECB9-4419-294C-43F8-75A8947D28BF}"/>
          </ac:spMkLst>
        </pc:spChg>
        <pc:spChg chg="mod topLvl">
          <ac:chgData name="Robert de Groote" userId="2ce5265b-80a0-4fb8-a62a-8035e9b0c45a" providerId="ADAL" clId="{EF806A60-D76F-4088-BA7C-EFFC6B100EE3}" dt="2025-09-03T08:11:00.171" v="545" actId="164"/>
          <ac:spMkLst>
            <pc:docMk/>
            <pc:sldMk cId="2593846471" sldId="261"/>
            <ac:spMk id="25" creationId="{ECAC001E-4E2E-02A2-EF0A-982A16EFBFB4}"/>
          </ac:spMkLst>
        </pc:spChg>
        <pc:spChg chg="mod topLvl">
          <ac:chgData name="Robert de Groote" userId="2ce5265b-80a0-4fb8-a62a-8035e9b0c45a" providerId="ADAL" clId="{EF806A60-D76F-4088-BA7C-EFFC6B100EE3}" dt="2025-09-03T08:11:00.171" v="545" actId="164"/>
          <ac:spMkLst>
            <pc:docMk/>
            <pc:sldMk cId="2593846471" sldId="261"/>
            <ac:spMk id="26" creationId="{D75ED0A9-C398-8960-C44C-DD07D87DE0CB}"/>
          </ac:spMkLst>
        </pc:spChg>
        <pc:spChg chg="mod topLvl">
          <ac:chgData name="Robert de Groote" userId="2ce5265b-80a0-4fb8-a62a-8035e9b0c45a" providerId="ADAL" clId="{EF806A60-D76F-4088-BA7C-EFFC6B100EE3}" dt="2025-09-03T08:11:00.171" v="545" actId="164"/>
          <ac:spMkLst>
            <pc:docMk/>
            <pc:sldMk cId="2593846471" sldId="261"/>
            <ac:spMk id="27" creationId="{E47D6D99-C87F-B82D-87A2-A3DA8C2EEDC9}"/>
          </ac:spMkLst>
        </pc:spChg>
        <pc:spChg chg="mod topLvl">
          <ac:chgData name="Robert de Groote" userId="2ce5265b-80a0-4fb8-a62a-8035e9b0c45a" providerId="ADAL" clId="{EF806A60-D76F-4088-BA7C-EFFC6B100EE3}" dt="2025-09-03T08:11:00.171" v="545" actId="164"/>
          <ac:spMkLst>
            <pc:docMk/>
            <pc:sldMk cId="2593846471" sldId="261"/>
            <ac:spMk id="28" creationId="{101E0CF3-A124-8C5B-BF7D-DA8D7212B358}"/>
          </ac:spMkLst>
        </pc:spChg>
        <pc:spChg chg="mod topLvl">
          <ac:chgData name="Robert de Groote" userId="2ce5265b-80a0-4fb8-a62a-8035e9b0c45a" providerId="ADAL" clId="{EF806A60-D76F-4088-BA7C-EFFC6B100EE3}" dt="2025-09-03T08:11:00.171" v="545" actId="164"/>
          <ac:spMkLst>
            <pc:docMk/>
            <pc:sldMk cId="2593846471" sldId="261"/>
            <ac:spMk id="30" creationId="{6104E15F-3DBE-CCF6-AE92-1FBD183C9CA9}"/>
          </ac:spMkLst>
        </pc:spChg>
        <pc:spChg chg="mod topLvl">
          <ac:chgData name="Robert de Groote" userId="2ce5265b-80a0-4fb8-a62a-8035e9b0c45a" providerId="ADAL" clId="{EF806A60-D76F-4088-BA7C-EFFC6B100EE3}" dt="2025-09-03T08:11:00.171" v="545" actId="164"/>
          <ac:spMkLst>
            <pc:docMk/>
            <pc:sldMk cId="2593846471" sldId="261"/>
            <ac:spMk id="31" creationId="{3DDCA872-3E0A-C94C-E529-E2D2209CA330}"/>
          </ac:spMkLst>
        </pc:spChg>
        <pc:spChg chg="mod topLvl">
          <ac:chgData name="Robert de Groote" userId="2ce5265b-80a0-4fb8-a62a-8035e9b0c45a" providerId="ADAL" clId="{EF806A60-D76F-4088-BA7C-EFFC6B100EE3}" dt="2025-09-03T08:12:43.295" v="570" actId="164"/>
          <ac:spMkLst>
            <pc:docMk/>
            <pc:sldMk cId="2593846471" sldId="261"/>
            <ac:spMk id="53" creationId="{B623F9E8-CA94-1C22-3728-11D8E7BB9A6F}"/>
          </ac:spMkLst>
        </pc:spChg>
        <pc:spChg chg="mod topLvl">
          <ac:chgData name="Robert de Groote" userId="2ce5265b-80a0-4fb8-a62a-8035e9b0c45a" providerId="ADAL" clId="{EF806A60-D76F-4088-BA7C-EFFC6B100EE3}" dt="2025-09-03T08:12:43.295" v="570" actId="164"/>
          <ac:spMkLst>
            <pc:docMk/>
            <pc:sldMk cId="2593846471" sldId="261"/>
            <ac:spMk id="54" creationId="{996DE7B0-D38E-7A06-D335-3A72588EBA16}"/>
          </ac:spMkLst>
        </pc:spChg>
        <pc:spChg chg="mod topLvl">
          <ac:chgData name="Robert de Groote" userId="2ce5265b-80a0-4fb8-a62a-8035e9b0c45a" providerId="ADAL" clId="{EF806A60-D76F-4088-BA7C-EFFC6B100EE3}" dt="2025-09-03T08:12:43.295" v="570" actId="164"/>
          <ac:spMkLst>
            <pc:docMk/>
            <pc:sldMk cId="2593846471" sldId="261"/>
            <ac:spMk id="55" creationId="{54486E73-335F-20D5-164B-7D8935AB80AD}"/>
          </ac:spMkLst>
        </pc:spChg>
        <pc:spChg chg="mod">
          <ac:chgData name="Robert de Groote" userId="2ce5265b-80a0-4fb8-a62a-8035e9b0c45a" providerId="ADAL" clId="{EF806A60-D76F-4088-BA7C-EFFC6B100EE3}" dt="2025-09-03T08:12:43.295" v="570" actId="164"/>
          <ac:spMkLst>
            <pc:docMk/>
            <pc:sldMk cId="2593846471" sldId="261"/>
            <ac:spMk id="56" creationId="{974DF77A-0F0E-9D42-268C-2211C7F105D5}"/>
          </ac:spMkLst>
        </pc:spChg>
        <pc:spChg chg="mod">
          <ac:chgData name="Robert de Groote" userId="2ce5265b-80a0-4fb8-a62a-8035e9b0c45a" providerId="ADAL" clId="{EF806A60-D76F-4088-BA7C-EFFC6B100EE3}" dt="2025-09-03T08:12:00.656" v="558" actId="1076"/>
          <ac:spMkLst>
            <pc:docMk/>
            <pc:sldMk cId="2593846471" sldId="261"/>
            <ac:spMk id="57" creationId="{EB740207-374A-6B87-EE68-2A4A69BD794D}"/>
          </ac:spMkLst>
        </pc:spChg>
        <pc:spChg chg="mod topLvl">
          <ac:chgData name="Robert de Groote" userId="2ce5265b-80a0-4fb8-a62a-8035e9b0c45a" providerId="ADAL" clId="{EF806A60-D76F-4088-BA7C-EFFC6B100EE3}" dt="2025-09-03T08:12:43.295" v="570" actId="164"/>
          <ac:spMkLst>
            <pc:docMk/>
            <pc:sldMk cId="2593846471" sldId="261"/>
            <ac:spMk id="58" creationId="{9D29A91E-FF32-1B80-DE31-8923261380BC}"/>
          </ac:spMkLst>
        </pc:spChg>
        <pc:spChg chg="mod">
          <ac:chgData name="Robert de Groote" userId="2ce5265b-80a0-4fb8-a62a-8035e9b0c45a" providerId="ADAL" clId="{EF806A60-D76F-4088-BA7C-EFFC6B100EE3}" dt="2025-09-03T08:12:00.656" v="558" actId="1076"/>
          <ac:spMkLst>
            <pc:docMk/>
            <pc:sldMk cId="2593846471" sldId="261"/>
            <ac:spMk id="59" creationId="{8CA9DC86-41CB-53DA-1200-A50A1FC7E153}"/>
          </ac:spMkLst>
        </pc:spChg>
        <pc:spChg chg="add mod">
          <ac:chgData name="Robert de Groote" userId="2ce5265b-80a0-4fb8-a62a-8035e9b0c45a" providerId="ADAL" clId="{EF806A60-D76F-4088-BA7C-EFFC6B100EE3}" dt="2025-09-03T08:12:43.295" v="570" actId="164"/>
          <ac:spMkLst>
            <pc:docMk/>
            <pc:sldMk cId="2593846471" sldId="261"/>
            <ac:spMk id="67" creationId="{E1E5BD53-A6DA-3290-5CCC-559386F72887}"/>
          </ac:spMkLst>
        </pc:spChg>
        <pc:spChg chg="add mod">
          <ac:chgData name="Robert de Groote" userId="2ce5265b-80a0-4fb8-a62a-8035e9b0c45a" providerId="ADAL" clId="{EF806A60-D76F-4088-BA7C-EFFC6B100EE3}" dt="2025-09-03T08:12:43.295" v="570" actId="164"/>
          <ac:spMkLst>
            <pc:docMk/>
            <pc:sldMk cId="2593846471" sldId="261"/>
            <ac:spMk id="68" creationId="{D389EB25-6DD1-2A5D-0761-E10BBD28D5D5}"/>
          </ac:spMkLst>
        </pc:spChg>
        <pc:spChg chg="add mod">
          <ac:chgData name="Robert de Groote" userId="2ce5265b-80a0-4fb8-a62a-8035e9b0c45a" providerId="ADAL" clId="{EF806A60-D76F-4088-BA7C-EFFC6B100EE3}" dt="2025-09-03T08:12:43.295" v="570" actId="164"/>
          <ac:spMkLst>
            <pc:docMk/>
            <pc:sldMk cId="2593846471" sldId="261"/>
            <ac:spMk id="69" creationId="{EE4C9901-4740-BAA3-BE55-83E96C01BAC5}"/>
          </ac:spMkLst>
        </pc:spChg>
        <pc:spChg chg="add mod">
          <ac:chgData name="Robert de Groote" userId="2ce5265b-80a0-4fb8-a62a-8035e9b0c45a" providerId="ADAL" clId="{EF806A60-D76F-4088-BA7C-EFFC6B100EE3}" dt="2025-09-03T08:12:43.295" v="570" actId="164"/>
          <ac:spMkLst>
            <pc:docMk/>
            <pc:sldMk cId="2593846471" sldId="261"/>
            <ac:spMk id="70" creationId="{99109887-1010-4631-8E9E-243FAEA37E12}"/>
          </ac:spMkLst>
        </pc:spChg>
        <pc:spChg chg="add mod">
          <ac:chgData name="Robert de Groote" userId="2ce5265b-80a0-4fb8-a62a-8035e9b0c45a" providerId="ADAL" clId="{EF806A60-D76F-4088-BA7C-EFFC6B100EE3}" dt="2025-09-03T08:12:40.026" v="569" actId="207"/>
          <ac:spMkLst>
            <pc:docMk/>
            <pc:sldMk cId="2593846471" sldId="261"/>
            <ac:spMk id="71" creationId="{22D5AD09-EA1F-C3EA-562D-1382D6B1CF0E}"/>
          </ac:spMkLst>
        </pc:spChg>
        <pc:spChg chg="add mod">
          <ac:chgData name="Robert de Groote" userId="2ce5265b-80a0-4fb8-a62a-8035e9b0c45a" providerId="ADAL" clId="{EF806A60-D76F-4088-BA7C-EFFC6B100EE3}" dt="2025-09-03T08:12:43.295" v="570" actId="164"/>
          <ac:spMkLst>
            <pc:docMk/>
            <pc:sldMk cId="2593846471" sldId="261"/>
            <ac:spMk id="72" creationId="{78D6C83F-0DDC-ACED-912D-0BDA0AC83B0E}"/>
          </ac:spMkLst>
        </pc:spChg>
        <pc:spChg chg="add mod">
          <ac:chgData name="Robert de Groote" userId="2ce5265b-80a0-4fb8-a62a-8035e9b0c45a" providerId="ADAL" clId="{EF806A60-D76F-4088-BA7C-EFFC6B100EE3}" dt="2025-09-03T08:12:40.026" v="569" actId="207"/>
          <ac:spMkLst>
            <pc:docMk/>
            <pc:sldMk cId="2593846471" sldId="261"/>
            <ac:spMk id="73" creationId="{C100DC9B-449E-98B5-C2FA-10989F8AFDE0}"/>
          </ac:spMkLst>
        </pc:spChg>
        <pc:spChg chg="add mod">
          <ac:chgData name="Robert de Groote" userId="2ce5265b-80a0-4fb8-a62a-8035e9b0c45a" providerId="ADAL" clId="{EF806A60-D76F-4088-BA7C-EFFC6B100EE3}" dt="2025-09-03T08:13:02.802" v="580" actId="1076"/>
          <ac:spMkLst>
            <pc:docMk/>
            <pc:sldMk cId="2593846471" sldId="261"/>
            <ac:spMk id="75" creationId="{724D23B3-A88B-B569-DBD0-273D12441B87}"/>
          </ac:spMkLst>
        </pc:spChg>
        <pc:grpChg chg="mod">
          <ac:chgData name="Robert de Groote" userId="2ce5265b-80a0-4fb8-a62a-8035e9b0c45a" providerId="ADAL" clId="{EF806A60-D76F-4088-BA7C-EFFC6B100EE3}" dt="2025-09-03T08:09:33.761" v="528" actId="164"/>
          <ac:grpSpMkLst>
            <pc:docMk/>
            <pc:sldMk cId="2593846471" sldId="261"/>
            <ac:grpSpMk id="19" creationId="{5C788BDC-AC90-C2F6-2238-2F3D26B5BC60}"/>
          </ac:grpSpMkLst>
        </pc:grpChg>
        <pc:grpChg chg="add mod">
          <ac:chgData name="Robert de Groote" userId="2ce5265b-80a0-4fb8-a62a-8035e9b0c45a" providerId="ADAL" clId="{EF806A60-D76F-4088-BA7C-EFFC6B100EE3}" dt="2025-09-03T08:09:33.761" v="528" actId="164"/>
          <ac:grpSpMkLst>
            <pc:docMk/>
            <pc:sldMk cId="2593846471" sldId="261"/>
            <ac:grpSpMk id="21" creationId="{3BA5779F-507D-D5D2-3232-EB5822D937B5}"/>
          </ac:grpSpMkLst>
        </pc:grpChg>
        <pc:grpChg chg="add mod">
          <ac:chgData name="Robert de Groote" userId="2ce5265b-80a0-4fb8-a62a-8035e9b0c45a" providerId="ADAL" clId="{EF806A60-D76F-4088-BA7C-EFFC6B100EE3}" dt="2025-09-03T08:11:14.852" v="548" actId="1076"/>
          <ac:grpSpMkLst>
            <pc:docMk/>
            <pc:sldMk cId="2593846471" sldId="261"/>
            <ac:grpSpMk id="41" creationId="{EB9D3025-DEC0-D9B7-7400-E05CD40F2659}"/>
          </ac:grpSpMkLst>
        </pc:grpChg>
        <pc:grpChg chg="mod">
          <ac:chgData name="Robert de Groote" userId="2ce5265b-80a0-4fb8-a62a-8035e9b0c45a" providerId="ADAL" clId="{EF806A60-D76F-4088-BA7C-EFFC6B100EE3}" dt="2025-09-03T08:12:51.172" v="571" actId="1076"/>
          <ac:grpSpMkLst>
            <pc:docMk/>
            <pc:sldMk cId="2593846471" sldId="261"/>
            <ac:grpSpMk id="74" creationId="{1F3E1DD3-1267-BF0F-4A33-ABB3AF92FA77}"/>
          </ac:grpSpMkLst>
        </pc:grpChg>
        <pc:picChg chg="add mod">
          <ac:chgData name="Robert de Groote" userId="2ce5265b-80a0-4fb8-a62a-8035e9b0c45a" providerId="ADAL" clId="{EF806A60-D76F-4088-BA7C-EFFC6B100EE3}" dt="2025-09-03T08:11:00.171" v="545" actId="164"/>
          <ac:picMkLst>
            <pc:docMk/>
            <pc:sldMk cId="2593846471" sldId="261"/>
            <ac:picMk id="40" creationId="{2CC41669-5053-98B9-B06A-2584F6A2E64C}"/>
          </ac:picMkLst>
        </pc:picChg>
      </pc:sldChg>
      <pc:sldChg chg="addSp delSp modSp mod setBg modAnim">
        <pc:chgData name="Robert de Groote" userId="2ce5265b-80a0-4fb8-a62a-8035e9b0c45a" providerId="ADAL" clId="{EF806A60-D76F-4088-BA7C-EFFC6B100EE3}" dt="2025-09-05T08:05:51.815" v="12149" actId="33935"/>
        <pc:sldMkLst>
          <pc:docMk/>
          <pc:sldMk cId="4016192962" sldId="264"/>
        </pc:sldMkLst>
        <pc:spChg chg="mod modVis">
          <ac:chgData name="Robert de Groote" userId="2ce5265b-80a0-4fb8-a62a-8035e9b0c45a" providerId="ADAL" clId="{EF806A60-D76F-4088-BA7C-EFFC6B100EE3}" dt="2025-09-05T08:03:50.473" v="12063" actId="33935"/>
          <ac:spMkLst>
            <pc:docMk/>
            <pc:sldMk cId="4016192962" sldId="264"/>
            <ac:spMk id="2" creationId="{621350F7-2E70-9687-8414-7EFF5BCF4B6D}"/>
          </ac:spMkLst>
        </pc:spChg>
        <pc:spChg chg="mod modVis">
          <ac:chgData name="Robert de Groote" userId="2ce5265b-80a0-4fb8-a62a-8035e9b0c45a" providerId="ADAL" clId="{EF806A60-D76F-4088-BA7C-EFFC6B100EE3}" dt="2025-09-05T08:03:50.473" v="12063" actId="33935"/>
          <ac:spMkLst>
            <pc:docMk/>
            <pc:sldMk cId="4016192962" sldId="264"/>
            <ac:spMk id="3" creationId="{ECBFF282-ACC2-4493-1B3C-106D0CB854EE}"/>
          </ac:spMkLst>
        </pc:spChg>
        <pc:spChg chg="add mod">
          <ac:chgData name="Robert de Groote" userId="2ce5265b-80a0-4fb8-a62a-8035e9b0c45a" providerId="ADAL" clId="{EF806A60-D76F-4088-BA7C-EFFC6B100EE3}" dt="2025-09-05T07:24:01.207" v="11629" actId="164"/>
          <ac:spMkLst>
            <pc:docMk/>
            <pc:sldMk cId="4016192962" sldId="264"/>
            <ac:spMk id="4" creationId="{B4A465C0-E1D6-61C1-0C38-254CADFA57FE}"/>
          </ac:spMkLst>
        </pc:spChg>
        <pc:spChg chg="add mod">
          <ac:chgData name="Robert de Groote" userId="2ce5265b-80a0-4fb8-a62a-8035e9b0c45a" providerId="ADAL" clId="{EF806A60-D76F-4088-BA7C-EFFC6B100EE3}" dt="2025-09-05T07:24:01.207" v="11629" actId="164"/>
          <ac:spMkLst>
            <pc:docMk/>
            <pc:sldMk cId="4016192962" sldId="264"/>
            <ac:spMk id="6" creationId="{986351D1-C546-C8B6-F6B0-888460EDC071}"/>
          </ac:spMkLst>
        </pc:spChg>
        <pc:spChg chg="add mod">
          <ac:chgData name="Robert de Groote" userId="2ce5265b-80a0-4fb8-a62a-8035e9b0c45a" providerId="ADAL" clId="{EF806A60-D76F-4088-BA7C-EFFC6B100EE3}" dt="2025-09-05T07:23:04.370" v="11620" actId="1076"/>
          <ac:spMkLst>
            <pc:docMk/>
            <pc:sldMk cId="4016192962" sldId="264"/>
            <ac:spMk id="7" creationId="{59521B2D-14A4-113B-BAA0-0446B7A993C4}"/>
          </ac:spMkLst>
        </pc:spChg>
        <pc:spChg chg="add mod">
          <ac:chgData name="Robert de Groote" userId="2ce5265b-80a0-4fb8-a62a-8035e9b0c45a" providerId="ADAL" clId="{EF806A60-D76F-4088-BA7C-EFFC6B100EE3}" dt="2025-09-05T07:24:01.207" v="11629" actId="164"/>
          <ac:spMkLst>
            <pc:docMk/>
            <pc:sldMk cId="4016192962" sldId="264"/>
            <ac:spMk id="8" creationId="{EA655F8A-3FF3-2827-354E-56DA2AA14684}"/>
          </ac:spMkLst>
        </pc:spChg>
        <pc:spChg chg="add mod">
          <ac:chgData name="Robert de Groote" userId="2ce5265b-80a0-4fb8-a62a-8035e9b0c45a" providerId="ADAL" clId="{EF806A60-D76F-4088-BA7C-EFFC6B100EE3}" dt="2025-09-05T07:24:01.207" v="11629" actId="164"/>
          <ac:spMkLst>
            <pc:docMk/>
            <pc:sldMk cId="4016192962" sldId="264"/>
            <ac:spMk id="10" creationId="{077CE298-735B-6A4F-9705-35B0CFF8CFE9}"/>
          </ac:spMkLst>
        </pc:spChg>
        <pc:spChg chg="add mod">
          <ac:chgData name="Robert de Groote" userId="2ce5265b-80a0-4fb8-a62a-8035e9b0c45a" providerId="ADAL" clId="{EF806A60-D76F-4088-BA7C-EFFC6B100EE3}" dt="2025-09-05T07:24:01.207" v="11629" actId="164"/>
          <ac:spMkLst>
            <pc:docMk/>
            <pc:sldMk cId="4016192962" sldId="264"/>
            <ac:spMk id="12" creationId="{A48FFCBC-0CF1-8B91-B747-8A31D821150A}"/>
          </ac:spMkLst>
        </pc:spChg>
        <pc:spChg chg="add mod">
          <ac:chgData name="Robert de Groote" userId="2ce5265b-80a0-4fb8-a62a-8035e9b0c45a" providerId="ADAL" clId="{EF806A60-D76F-4088-BA7C-EFFC6B100EE3}" dt="2025-09-05T07:22:51.893" v="11616" actId="1076"/>
          <ac:spMkLst>
            <pc:docMk/>
            <pc:sldMk cId="4016192962" sldId="264"/>
            <ac:spMk id="13" creationId="{64B857BA-FA76-0360-7F19-E564CC0DAA01}"/>
          </ac:spMkLst>
        </pc:spChg>
        <pc:spChg chg="add mod">
          <ac:chgData name="Robert de Groote" userId="2ce5265b-80a0-4fb8-a62a-8035e9b0c45a" providerId="ADAL" clId="{EF806A60-D76F-4088-BA7C-EFFC6B100EE3}" dt="2025-09-05T07:22:37.480" v="11615" actId="1076"/>
          <ac:spMkLst>
            <pc:docMk/>
            <pc:sldMk cId="4016192962" sldId="264"/>
            <ac:spMk id="14" creationId="{960ABC93-5371-7D8A-7FFE-C621F0AF7ABA}"/>
          </ac:spMkLst>
        </pc:spChg>
        <pc:spChg chg="add mod">
          <ac:chgData name="Robert de Groote" userId="2ce5265b-80a0-4fb8-a62a-8035e9b0c45a" providerId="ADAL" clId="{EF806A60-D76F-4088-BA7C-EFFC6B100EE3}" dt="2025-09-05T07:22:34.503" v="11614" actId="1076"/>
          <ac:spMkLst>
            <pc:docMk/>
            <pc:sldMk cId="4016192962" sldId="264"/>
            <ac:spMk id="15" creationId="{1C71865E-05A8-28AB-8999-609084B3F169}"/>
          </ac:spMkLst>
        </pc:spChg>
        <pc:spChg chg="add mod">
          <ac:chgData name="Robert de Groote" userId="2ce5265b-80a0-4fb8-a62a-8035e9b0c45a" providerId="ADAL" clId="{EF806A60-D76F-4088-BA7C-EFFC6B100EE3}" dt="2025-09-05T07:22:27.785" v="11612" actId="1076"/>
          <ac:spMkLst>
            <pc:docMk/>
            <pc:sldMk cId="4016192962" sldId="264"/>
            <ac:spMk id="16" creationId="{1EB8F25D-3733-BD51-AF6A-2CA6653904EB}"/>
          </ac:spMkLst>
        </pc:spChg>
        <pc:spChg chg="add mod">
          <ac:chgData name="Robert de Groote" userId="2ce5265b-80a0-4fb8-a62a-8035e9b0c45a" providerId="ADAL" clId="{EF806A60-D76F-4088-BA7C-EFFC6B100EE3}" dt="2025-09-05T07:24:01.207" v="11629" actId="164"/>
          <ac:spMkLst>
            <pc:docMk/>
            <pc:sldMk cId="4016192962" sldId="264"/>
            <ac:spMk id="17" creationId="{0346D1A6-17BF-8A18-BFCF-804FF75D1126}"/>
          </ac:spMkLst>
        </pc:spChg>
        <pc:spChg chg="add mod">
          <ac:chgData name="Robert de Groote" userId="2ce5265b-80a0-4fb8-a62a-8035e9b0c45a" providerId="ADAL" clId="{EF806A60-D76F-4088-BA7C-EFFC6B100EE3}" dt="2025-09-05T07:22:17.843" v="11609" actId="1076"/>
          <ac:spMkLst>
            <pc:docMk/>
            <pc:sldMk cId="4016192962" sldId="264"/>
            <ac:spMk id="18" creationId="{A270EB28-E13A-7172-E636-ADF577DAEAA9}"/>
          </ac:spMkLst>
        </pc:spChg>
        <pc:spChg chg="add mod">
          <ac:chgData name="Robert de Groote" userId="2ce5265b-80a0-4fb8-a62a-8035e9b0c45a" providerId="ADAL" clId="{EF806A60-D76F-4088-BA7C-EFFC6B100EE3}" dt="2025-09-05T07:24:01.207" v="11629" actId="164"/>
          <ac:spMkLst>
            <pc:docMk/>
            <pc:sldMk cId="4016192962" sldId="264"/>
            <ac:spMk id="19" creationId="{42305EF8-1D24-1BF6-8751-87EB1DD9C022}"/>
          </ac:spMkLst>
        </pc:spChg>
        <pc:spChg chg="add mod">
          <ac:chgData name="Robert de Groote" userId="2ce5265b-80a0-4fb8-a62a-8035e9b0c45a" providerId="ADAL" clId="{EF806A60-D76F-4088-BA7C-EFFC6B100EE3}" dt="2025-09-05T07:24:01.207" v="11629" actId="164"/>
          <ac:spMkLst>
            <pc:docMk/>
            <pc:sldMk cId="4016192962" sldId="264"/>
            <ac:spMk id="20" creationId="{207BD3E1-27F8-7012-8C34-7AF6E07C9175}"/>
          </ac:spMkLst>
        </pc:spChg>
        <pc:spChg chg="add mod">
          <ac:chgData name="Robert de Groote" userId="2ce5265b-80a0-4fb8-a62a-8035e9b0c45a" providerId="ADAL" clId="{EF806A60-D76F-4088-BA7C-EFFC6B100EE3}" dt="2025-09-05T07:24:01.207" v="11629" actId="164"/>
          <ac:spMkLst>
            <pc:docMk/>
            <pc:sldMk cId="4016192962" sldId="264"/>
            <ac:spMk id="21" creationId="{ECD07047-DA39-4F08-F47C-5B2A3425EA2C}"/>
          </ac:spMkLst>
        </pc:spChg>
        <pc:spChg chg="add mod">
          <ac:chgData name="Robert de Groote" userId="2ce5265b-80a0-4fb8-a62a-8035e9b0c45a" providerId="ADAL" clId="{EF806A60-D76F-4088-BA7C-EFFC6B100EE3}" dt="2025-09-05T07:24:01.207" v="11629" actId="164"/>
          <ac:spMkLst>
            <pc:docMk/>
            <pc:sldMk cId="4016192962" sldId="264"/>
            <ac:spMk id="22" creationId="{59D0512E-25EB-5599-8D58-F5A0B25C36D3}"/>
          </ac:spMkLst>
        </pc:spChg>
        <pc:spChg chg="add mod modVis">
          <ac:chgData name="Robert de Groote" userId="2ce5265b-80a0-4fb8-a62a-8035e9b0c45a" providerId="ADAL" clId="{EF806A60-D76F-4088-BA7C-EFFC6B100EE3}" dt="2025-09-05T08:03:50.473" v="12063" actId="33935"/>
          <ac:spMkLst>
            <pc:docMk/>
            <pc:sldMk cId="4016192962" sldId="264"/>
            <ac:spMk id="24" creationId="{E3348EF3-C20E-F0A2-97ED-2934E60DB8B4}"/>
          </ac:spMkLst>
        </pc:spChg>
        <pc:spChg chg="add mod modVis">
          <ac:chgData name="Robert de Groote" userId="2ce5265b-80a0-4fb8-a62a-8035e9b0c45a" providerId="ADAL" clId="{EF806A60-D76F-4088-BA7C-EFFC6B100EE3}" dt="2025-09-05T08:03:50.473" v="12063" actId="33935"/>
          <ac:spMkLst>
            <pc:docMk/>
            <pc:sldMk cId="4016192962" sldId="264"/>
            <ac:spMk id="25" creationId="{CB273AAE-7F7B-E903-C867-20765B569AC7}"/>
          </ac:spMkLst>
        </pc:spChg>
        <pc:spChg chg="add mod modVis">
          <ac:chgData name="Robert de Groote" userId="2ce5265b-80a0-4fb8-a62a-8035e9b0c45a" providerId="ADAL" clId="{EF806A60-D76F-4088-BA7C-EFFC6B100EE3}" dt="2025-09-05T08:03:50.473" v="12063" actId="33935"/>
          <ac:spMkLst>
            <pc:docMk/>
            <pc:sldMk cId="4016192962" sldId="264"/>
            <ac:spMk id="26" creationId="{1BE20FA4-02C5-35BF-9B8B-3F6B7337958B}"/>
          </ac:spMkLst>
        </pc:spChg>
        <pc:spChg chg="add mod modVis">
          <ac:chgData name="Robert de Groote" userId="2ce5265b-80a0-4fb8-a62a-8035e9b0c45a" providerId="ADAL" clId="{EF806A60-D76F-4088-BA7C-EFFC6B100EE3}" dt="2025-09-05T08:03:50.473" v="12063" actId="33935"/>
          <ac:spMkLst>
            <pc:docMk/>
            <pc:sldMk cId="4016192962" sldId="264"/>
            <ac:spMk id="27" creationId="{28A5AD33-AF0B-FEB0-123C-B8D26093BA6E}"/>
          </ac:spMkLst>
        </pc:spChg>
        <pc:spChg chg="add mod modVis">
          <ac:chgData name="Robert de Groote" userId="2ce5265b-80a0-4fb8-a62a-8035e9b0c45a" providerId="ADAL" clId="{EF806A60-D76F-4088-BA7C-EFFC6B100EE3}" dt="2025-09-05T08:03:50.473" v="12063" actId="33935"/>
          <ac:spMkLst>
            <pc:docMk/>
            <pc:sldMk cId="4016192962" sldId="264"/>
            <ac:spMk id="28" creationId="{52FE2D30-E84E-25B0-1128-516B41914233}"/>
          </ac:spMkLst>
        </pc:spChg>
        <pc:spChg chg="add mod">
          <ac:chgData name="Robert de Groote" userId="2ce5265b-80a0-4fb8-a62a-8035e9b0c45a" providerId="ADAL" clId="{EF806A60-D76F-4088-BA7C-EFFC6B100EE3}" dt="2025-09-05T07:44:53.417" v="11859" actId="962"/>
          <ac:spMkLst>
            <pc:docMk/>
            <pc:sldMk cId="4016192962" sldId="264"/>
            <ac:spMk id="29" creationId="{B8905CD7-319E-EAD2-C1F4-AF7AAE6D836C}"/>
          </ac:spMkLst>
        </pc:spChg>
        <pc:spChg chg="add mod ord modVis">
          <ac:chgData name="Robert de Groote" userId="2ce5265b-80a0-4fb8-a62a-8035e9b0c45a" providerId="ADAL" clId="{EF806A60-D76F-4088-BA7C-EFFC6B100EE3}" dt="2025-09-05T08:05:51.815" v="12149" actId="33935"/>
          <ac:spMkLst>
            <pc:docMk/>
            <pc:sldMk cId="4016192962" sldId="264"/>
            <ac:spMk id="37" creationId="{9314AD05-B2D5-6D15-6EFC-D2DAE133FD34}"/>
          </ac:spMkLst>
        </pc:spChg>
        <pc:spChg chg="add mod ord modVis">
          <ac:chgData name="Robert de Groote" userId="2ce5265b-80a0-4fb8-a62a-8035e9b0c45a" providerId="ADAL" clId="{EF806A60-D76F-4088-BA7C-EFFC6B100EE3}" dt="2025-09-05T08:05:51.815" v="12149" actId="33935"/>
          <ac:spMkLst>
            <pc:docMk/>
            <pc:sldMk cId="4016192962" sldId="264"/>
            <ac:spMk id="38" creationId="{1644A1B4-097F-FFF0-88BA-72F20781273D}"/>
          </ac:spMkLst>
        </pc:spChg>
        <pc:spChg chg="add mod ord modVis">
          <ac:chgData name="Robert de Groote" userId="2ce5265b-80a0-4fb8-a62a-8035e9b0c45a" providerId="ADAL" clId="{EF806A60-D76F-4088-BA7C-EFFC6B100EE3}" dt="2025-09-05T08:05:51.815" v="12149" actId="33935"/>
          <ac:spMkLst>
            <pc:docMk/>
            <pc:sldMk cId="4016192962" sldId="264"/>
            <ac:spMk id="39" creationId="{7436F262-E06F-7671-DF82-3834112BC2DD}"/>
          </ac:spMkLst>
        </pc:spChg>
        <pc:spChg chg="add mod ord modVis">
          <ac:chgData name="Robert de Groote" userId="2ce5265b-80a0-4fb8-a62a-8035e9b0c45a" providerId="ADAL" clId="{EF806A60-D76F-4088-BA7C-EFFC6B100EE3}" dt="2025-09-05T08:05:51.815" v="12149" actId="33935"/>
          <ac:spMkLst>
            <pc:docMk/>
            <pc:sldMk cId="4016192962" sldId="264"/>
            <ac:spMk id="40" creationId="{7C8AB530-1971-7A7F-397A-982CC0282F69}"/>
          </ac:spMkLst>
        </pc:spChg>
        <pc:spChg chg="add mod ord modVis">
          <ac:chgData name="Robert de Groote" userId="2ce5265b-80a0-4fb8-a62a-8035e9b0c45a" providerId="ADAL" clId="{EF806A60-D76F-4088-BA7C-EFFC6B100EE3}" dt="2025-09-05T08:05:51.815" v="12149" actId="33935"/>
          <ac:spMkLst>
            <pc:docMk/>
            <pc:sldMk cId="4016192962" sldId="264"/>
            <ac:spMk id="41" creationId="{5DF20788-6648-E7A1-52B8-9FDAB8E7FA73}"/>
          </ac:spMkLst>
        </pc:spChg>
        <pc:spChg chg="add mod ord modVis">
          <ac:chgData name="Robert de Groote" userId="2ce5265b-80a0-4fb8-a62a-8035e9b0c45a" providerId="ADAL" clId="{EF806A60-D76F-4088-BA7C-EFFC6B100EE3}" dt="2025-09-05T08:05:01.021" v="12125" actId="20577"/>
          <ac:spMkLst>
            <pc:docMk/>
            <pc:sldMk cId="4016192962" sldId="264"/>
            <ac:spMk id="42" creationId="{646E2C8B-E119-3CC5-AE25-C74593531540}"/>
          </ac:spMkLst>
        </pc:spChg>
        <pc:spChg chg="add mod">
          <ac:chgData name="Robert de Groote" userId="2ce5265b-80a0-4fb8-a62a-8035e9b0c45a" providerId="ADAL" clId="{EF806A60-D76F-4088-BA7C-EFFC6B100EE3}" dt="2025-09-05T08:05:31.426" v="12146" actId="1076"/>
          <ac:spMkLst>
            <pc:docMk/>
            <pc:sldMk cId="4016192962" sldId="264"/>
            <ac:spMk id="43" creationId="{DE223F4F-23E1-267A-E18A-8710CF68E377}"/>
          </ac:spMkLst>
        </pc:spChg>
      </pc:sldChg>
      <pc:sldChg chg="addSp modSp mod modAnim">
        <pc:chgData name="Robert de Groote" userId="2ce5265b-80a0-4fb8-a62a-8035e9b0c45a" providerId="ADAL" clId="{EF806A60-D76F-4088-BA7C-EFFC6B100EE3}" dt="2025-09-05T11:49:01.320" v="13014"/>
        <pc:sldMkLst>
          <pc:docMk/>
          <pc:sldMk cId="3021126975" sldId="265"/>
        </pc:sldMkLst>
        <pc:spChg chg="mod">
          <ac:chgData name="Robert de Groote" userId="2ce5265b-80a0-4fb8-a62a-8035e9b0c45a" providerId="ADAL" clId="{EF806A60-D76F-4088-BA7C-EFFC6B100EE3}" dt="2025-09-05T06:02:23.695" v="9661" actId="20577"/>
          <ac:spMkLst>
            <pc:docMk/>
            <pc:sldMk cId="3021126975" sldId="265"/>
            <ac:spMk id="2" creationId="{80D55348-5CC6-1CCD-0C17-1FBC262C6161}"/>
          </ac:spMkLst>
        </pc:spChg>
        <pc:spChg chg="mod">
          <ac:chgData name="Robert de Groote" userId="2ce5265b-80a0-4fb8-a62a-8035e9b0c45a" providerId="ADAL" clId="{EF806A60-D76F-4088-BA7C-EFFC6B100EE3}" dt="2025-09-05T06:13:14.173" v="10582"/>
          <ac:spMkLst>
            <pc:docMk/>
            <pc:sldMk cId="3021126975" sldId="265"/>
            <ac:spMk id="3" creationId="{B57C2033-DCC2-AF01-FF34-71ACD829C61C}"/>
          </ac:spMkLst>
        </pc:spChg>
        <pc:spChg chg="add mod">
          <ac:chgData name="Robert de Groote" userId="2ce5265b-80a0-4fb8-a62a-8035e9b0c45a" providerId="ADAL" clId="{EF806A60-D76F-4088-BA7C-EFFC6B100EE3}" dt="2025-09-05T06:09:04.302" v="10315" actId="14100"/>
          <ac:spMkLst>
            <pc:docMk/>
            <pc:sldMk cId="3021126975" sldId="265"/>
            <ac:spMk id="4" creationId="{8223E3B2-0473-4CA6-54F8-F9A945847D45}"/>
          </ac:spMkLst>
        </pc:spChg>
      </pc:sldChg>
      <pc:sldChg chg="addSp modSp mod setBg setClrOvrMap">
        <pc:chgData name="Robert de Groote" userId="2ce5265b-80a0-4fb8-a62a-8035e9b0c45a" providerId="ADAL" clId="{EF806A60-D76F-4088-BA7C-EFFC6B100EE3}" dt="2025-09-08T08:31:14.103" v="13373" actId="6549"/>
        <pc:sldMkLst>
          <pc:docMk/>
          <pc:sldMk cId="2050195976" sldId="266"/>
        </pc:sldMkLst>
        <pc:spChg chg="mod">
          <ac:chgData name="Robert de Groote" userId="2ce5265b-80a0-4fb8-a62a-8035e9b0c45a" providerId="ADAL" clId="{EF806A60-D76F-4088-BA7C-EFFC6B100EE3}" dt="2025-09-08T08:31:14.103" v="13373" actId="6549"/>
          <ac:spMkLst>
            <pc:docMk/>
            <pc:sldMk cId="2050195976" sldId="266"/>
            <ac:spMk id="4" creationId="{AC8CA923-345A-AFDE-041B-702DD0ADEFF9}"/>
          </ac:spMkLst>
        </pc:spChg>
        <pc:spChg chg="mod">
          <ac:chgData name="Robert de Groote" userId="2ce5265b-80a0-4fb8-a62a-8035e9b0c45a" providerId="ADAL" clId="{EF806A60-D76F-4088-BA7C-EFFC6B100EE3}" dt="2025-09-04T13:52:12.412" v="5948" actId="26606"/>
          <ac:spMkLst>
            <pc:docMk/>
            <pc:sldMk cId="2050195976" sldId="266"/>
            <ac:spMk id="5" creationId="{5B7580F9-781A-4F77-591F-F3D1019DE0CB}"/>
          </ac:spMkLst>
        </pc:spChg>
        <pc:spChg chg="add">
          <ac:chgData name="Robert de Groote" userId="2ce5265b-80a0-4fb8-a62a-8035e9b0c45a" providerId="ADAL" clId="{EF806A60-D76F-4088-BA7C-EFFC6B100EE3}" dt="2025-09-04T13:52:12.412" v="5948" actId="26606"/>
          <ac:spMkLst>
            <pc:docMk/>
            <pc:sldMk cId="2050195976" sldId="266"/>
            <ac:spMk id="13" creationId="{19F9BF86-FE94-4517-B97D-026C7515E589}"/>
          </ac:spMkLst>
        </pc:spChg>
        <pc:spChg chg="add">
          <ac:chgData name="Robert de Groote" userId="2ce5265b-80a0-4fb8-a62a-8035e9b0c45a" providerId="ADAL" clId="{EF806A60-D76F-4088-BA7C-EFFC6B100EE3}" dt="2025-09-04T13:52:12.412" v="5948" actId="26606"/>
          <ac:spMkLst>
            <pc:docMk/>
            <pc:sldMk cId="2050195976" sldId="266"/>
            <ac:spMk id="15" creationId="{D50741CA-59A3-4426-8205-D763C968E879}"/>
          </ac:spMkLst>
        </pc:spChg>
        <pc:picChg chg="add">
          <ac:chgData name="Robert de Groote" userId="2ce5265b-80a0-4fb8-a62a-8035e9b0c45a" providerId="ADAL" clId="{EF806A60-D76F-4088-BA7C-EFFC6B100EE3}" dt="2025-09-04T13:52:12.412" v="5948" actId="26606"/>
          <ac:picMkLst>
            <pc:docMk/>
            <pc:sldMk cId="2050195976" sldId="266"/>
            <ac:picMk id="7" creationId="{9198101E-C9FE-5A0B-7405-18554EADD32D}"/>
          </ac:picMkLst>
        </pc:picChg>
        <pc:cxnChg chg="add">
          <ac:chgData name="Robert de Groote" userId="2ce5265b-80a0-4fb8-a62a-8035e9b0c45a" providerId="ADAL" clId="{EF806A60-D76F-4088-BA7C-EFFC6B100EE3}" dt="2025-09-04T13:52:12.412" v="5948" actId="26606"/>
          <ac:cxnSpMkLst>
            <pc:docMk/>
            <pc:sldMk cId="2050195976" sldId="266"/>
            <ac:cxnSpMk id="11" creationId="{118E06E4-607B-144B-382B-AD3D06B1EE8C}"/>
          </ac:cxnSpMkLst>
        </pc:cxnChg>
        <pc:cxnChg chg="add">
          <ac:chgData name="Robert de Groote" userId="2ce5265b-80a0-4fb8-a62a-8035e9b0c45a" providerId="ADAL" clId="{EF806A60-D76F-4088-BA7C-EFFC6B100EE3}" dt="2025-09-04T13:52:12.412" v="5948" actId="26606"/>
          <ac:cxnSpMkLst>
            <pc:docMk/>
            <pc:sldMk cId="2050195976" sldId="266"/>
            <ac:cxnSpMk id="17" creationId="{B05D162C-996E-4B39-A3EF-DB9D0EEF2E33}"/>
          </ac:cxnSpMkLst>
        </pc:cxnChg>
      </pc:sldChg>
      <pc:sldChg chg="modSp del mod">
        <pc:chgData name="Robert de Groote" userId="2ce5265b-80a0-4fb8-a62a-8035e9b0c45a" providerId="ADAL" clId="{EF806A60-D76F-4088-BA7C-EFFC6B100EE3}" dt="2025-09-04T17:47:51.420" v="8817" actId="47"/>
        <pc:sldMkLst>
          <pc:docMk/>
          <pc:sldMk cId="3359679964" sldId="268"/>
        </pc:sldMkLst>
      </pc:sldChg>
      <pc:sldChg chg="modSp del mod">
        <pc:chgData name="Robert de Groote" userId="2ce5265b-80a0-4fb8-a62a-8035e9b0c45a" providerId="ADAL" clId="{EF806A60-D76F-4088-BA7C-EFFC6B100EE3}" dt="2025-09-04T14:46:05.935" v="7085" actId="47"/>
        <pc:sldMkLst>
          <pc:docMk/>
          <pc:sldMk cId="3909891326" sldId="272"/>
        </pc:sldMkLst>
      </pc:sldChg>
      <pc:sldChg chg="addSp modSp mod ord">
        <pc:chgData name="Robert de Groote" userId="2ce5265b-80a0-4fb8-a62a-8035e9b0c45a" providerId="ADAL" clId="{EF806A60-D76F-4088-BA7C-EFFC6B100EE3}" dt="2025-09-04T14:05:27.467" v="6425" actId="20577"/>
        <pc:sldMkLst>
          <pc:docMk/>
          <pc:sldMk cId="1748845365" sldId="273"/>
        </pc:sldMkLst>
        <pc:spChg chg="mod">
          <ac:chgData name="Robert de Groote" userId="2ce5265b-80a0-4fb8-a62a-8035e9b0c45a" providerId="ADAL" clId="{EF806A60-D76F-4088-BA7C-EFFC6B100EE3}" dt="2025-09-03T08:52:38.764" v="1517" actId="20577"/>
          <ac:spMkLst>
            <pc:docMk/>
            <pc:sldMk cId="1748845365" sldId="273"/>
            <ac:spMk id="2" creationId="{46C8BE5C-CAFF-351A-3CF8-A1378E1F0157}"/>
          </ac:spMkLst>
        </pc:spChg>
        <pc:spChg chg="mod">
          <ac:chgData name="Robert de Groote" userId="2ce5265b-80a0-4fb8-a62a-8035e9b0c45a" providerId="ADAL" clId="{EF806A60-D76F-4088-BA7C-EFFC6B100EE3}" dt="2025-09-04T14:05:27.467" v="6425" actId="20577"/>
          <ac:spMkLst>
            <pc:docMk/>
            <pc:sldMk cId="1748845365" sldId="273"/>
            <ac:spMk id="3" creationId="{18BA91BB-C23F-3F1C-8A82-D42992EE8F4A}"/>
          </ac:spMkLst>
        </pc:spChg>
        <pc:spChg chg="add mod">
          <ac:chgData name="Robert de Groote" userId="2ce5265b-80a0-4fb8-a62a-8035e9b0c45a" providerId="ADAL" clId="{EF806A60-D76F-4088-BA7C-EFFC6B100EE3}" dt="2025-09-04T13:53:47.683" v="6009" actId="1076"/>
          <ac:spMkLst>
            <pc:docMk/>
            <pc:sldMk cId="1748845365" sldId="273"/>
            <ac:spMk id="4" creationId="{21F562EF-CE31-71E4-37E7-0BD385B4FC01}"/>
          </ac:spMkLst>
        </pc:spChg>
        <pc:spChg chg="add mod">
          <ac:chgData name="Robert de Groote" userId="2ce5265b-80a0-4fb8-a62a-8035e9b0c45a" providerId="ADAL" clId="{EF806A60-D76F-4088-BA7C-EFFC6B100EE3}" dt="2025-09-04T13:53:59.064" v="6012" actId="17032"/>
          <ac:spMkLst>
            <pc:docMk/>
            <pc:sldMk cId="1748845365" sldId="273"/>
            <ac:spMk id="5" creationId="{E2B87158-732F-CA7B-961F-AC50C13E9F51}"/>
          </ac:spMkLst>
        </pc:spChg>
      </pc:sldChg>
      <pc:sldChg chg="addSp delSp modSp add mod modAnim">
        <pc:chgData name="Robert de Groote" userId="2ce5265b-80a0-4fb8-a62a-8035e9b0c45a" providerId="ADAL" clId="{EF806A60-D76F-4088-BA7C-EFFC6B100EE3}" dt="2025-09-08T08:25:57.627" v="13360" actId="20577"/>
        <pc:sldMkLst>
          <pc:docMk/>
          <pc:sldMk cId="2759803420" sldId="274"/>
        </pc:sldMkLst>
        <pc:spChg chg="mod">
          <ac:chgData name="Robert de Groote" userId="2ce5265b-80a0-4fb8-a62a-8035e9b0c45a" providerId="ADAL" clId="{EF806A60-D76F-4088-BA7C-EFFC6B100EE3}" dt="2025-09-03T08:15:52.664" v="789" actId="20577"/>
          <ac:spMkLst>
            <pc:docMk/>
            <pc:sldMk cId="2759803420" sldId="274"/>
            <ac:spMk id="2" creationId="{E923BFEF-7A46-B928-4B30-BB135217F776}"/>
          </ac:spMkLst>
        </pc:spChg>
        <pc:spChg chg="mod">
          <ac:chgData name="Robert de Groote" userId="2ce5265b-80a0-4fb8-a62a-8035e9b0c45a" providerId="ADAL" clId="{EF806A60-D76F-4088-BA7C-EFFC6B100EE3}" dt="2025-09-08T08:25:57.627" v="13360" actId="20577"/>
          <ac:spMkLst>
            <pc:docMk/>
            <pc:sldMk cId="2759803420" sldId="274"/>
            <ac:spMk id="3" creationId="{1110D53A-B5E8-C800-E6F3-61178545A817}"/>
          </ac:spMkLst>
        </pc:spChg>
        <pc:spChg chg="add mod topLvl">
          <ac:chgData name="Robert de Groote" userId="2ce5265b-80a0-4fb8-a62a-8035e9b0c45a" providerId="ADAL" clId="{EF806A60-D76F-4088-BA7C-EFFC6B100EE3}" dt="2025-09-03T08:33:36.388" v="1011" actId="165"/>
          <ac:spMkLst>
            <pc:docMk/>
            <pc:sldMk cId="2759803420" sldId="274"/>
            <ac:spMk id="4" creationId="{6C811528-FA25-8DFD-19D8-76D1FD9BDB14}"/>
          </ac:spMkLst>
        </pc:spChg>
        <pc:spChg chg="add mod topLvl">
          <ac:chgData name="Robert de Groote" userId="2ce5265b-80a0-4fb8-a62a-8035e9b0c45a" providerId="ADAL" clId="{EF806A60-D76F-4088-BA7C-EFFC6B100EE3}" dt="2025-09-03T08:33:36.388" v="1011" actId="165"/>
          <ac:spMkLst>
            <pc:docMk/>
            <pc:sldMk cId="2759803420" sldId="274"/>
            <ac:spMk id="5" creationId="{FDA263DD-89E6-8E09-70A5-3E94B1EBA4FE}"/>
          </ac:spMkLst>
        </pc:spChg>
        <pc:spChg chg="add mod topLvl">
          <ac:chgData name="Robert de Groote" userId="2ce5265b-80a0-4fb8-a62a-8035e9b0c45a" providerId="ADAL" clId="{EF806A60-D76F-4088-BA7C-EFFC6B100EE3}" dt="2025-09-03T08:33:36.388" v="1011" actId="165"/>
          <ac:spMkLst>
            <pc:docMk/>
            <pc:sldMk cId="2759803420" sldId="274"/>
            <ac:spMk id="11" creationId="{FB23DA1D-050F-6113-93F2-327D28E150F8}"/>
          </ac:spMkLst>
        </pc:spChg>
        <pc:spChg chg="add mod topLvl">
          <ac:chgData name="Robert de Groote" userId="2ce5265b-80a0-4fb8-a62a-8035e9b0c45a" providerId="ADAL" clId="{EF806A60-D76F-4088-BA7C-EFFC6B100EE3}" dt="2025-09-03T08:33:36.388" v="1011" actId="165"/>
          <ac:spMkLst>
            <pc:docMk/>
            <pc:sldMk cId="2759803420" sldId="274"/>
            <ac:spMk id="16" creationId="{594EAC0B-31B9-1D61-C08C-9B2F441D3E10}"/>
          </ac:spMkLst>
        </pc:spChg>
        <pc:spChg chg="add mod topLvl">
          <ac:chgData name="Robert de Groote" userId="2ce5265b-80a0-4fb8-a62a-8035e9b0c45a" providerId="ADAL" clId="{EF806A60-D76F-4088-BA7C-EFFC6B100EE3}" dt="2025-09-03T08:33:36.388" v="1011" actId="165"/>
          <ac:spMkLst>
            <pc:docMk/>
            <pc:sldMk cId="2759803420" sldId="274"/>
            <ac:spMk id="35" creationId="{A9D4BA0B-EE32-0C41-C9B0-5CDC77EECDEF}"/>
          </ac:spMkLst>
        </pc:spChg>
        <pc:spChg chg="add mod ord">
          <ac:chgData name="Robert de Groote" userId="2ce5265b-80a0-4fb8-a62a-8035e9b0c45a" providerId="ADAL" clId="{EF806A60-D76F-4088-BA7C-EFFC6B100EE3}" dt="2025-09-03T08:31:52.653" v="948" actId="207"/>
          <ac:spMkLst>
            <pc:docMk/>
            <pc:sldMk cId="2759803420" sldId="274"/>
            <ac:spMk id="59" creationId="{CCCA1BF9-22BE-0254-0DBB-B894613C2602}"/>
          </ac:spMkLst>
        </pc:spChg>
        <pc:spChg chg="add mod">
          <ac:chgData name="Robert de Groote" userId="2ce5265b-80a0-4fb8-a62a-8035e9b0c45a" providerId="ADAL" clId="{EF806A60-D76F-4088-BA7C-EFFC6B100EE3}" dt="2025-09-03T08:34:02.549" v="1016" actId="1076"/>
          <ac:spMkLst>
            <pc:docMk/>
            <pc:sldMk cId="2759803420" sldId="274"/>
            <ac:spMk id="60" creationId="{8CA0DBFF-4340-68A2-E310-66481BFBB8B7}"/>
          </ac:spMkLst>
        </pc:spChg>
        <pc:spChg chg="add mod">
          <ac:chgData name="Robert de Groote" userId="2ce5265b-80a0-4fb8-a62a-8035e9b0c45a" providerId="ADAL" clId="{EF806A60-D76F-4088-BA7C-EFFC6B100EE3}" dt="2025-09-03T08:40:52.483" v="1092" actId="1076"/>
          <ac:spMkLst>
            <pc:docMk/>
            <pc:sldMk cId="2759803420" sldId="274"/>
            <ac:spMk id="71" creationId="{9EA5F78A-3F45-3EF1-73FF-4953EE7026C5}"/>
          </ac:spMkLst>
        </pc:spChg>
        <pc:spChg chg="add mod">
          <ac:chgData name="Robert de Groote" userId="2ce5265b-80a0-4fb8-a62a-8035e9b0c45a" providerId="ADAL" clId="{EF806A60-D76F-4088-BA7C-EFFC6B100EE3}" dt="2025-09-03T08:41:16.564" v="1118" actId="1076"/>
          <ac:spMkLst>
            <pc:docMk/>
            <pc:sldMk cId="2759803420" sldId="274"/>
            <ac:spMk id="72" creationId="{B502505F-AC89-2497-5A2C-559CAFD0EAC6}"/>
          </ac:spMkLst>
        </pc:spChg>
        <pc:cxnChg chg="add mod topLvl">
          <ac:chgData name="Robert de Groote" userId="2ce5265b-80a0-4fb8-a62a-8035e9b0c45a" providerId="ADAL" clId="{EF806A60-D76F-4088-BA7C-EFFC6B100EE3}" dt="2025-09-03T08:37:51.043" v="1042" actId="962"/>
          <ac:cxnSpMkLst>
            <pc:docMk/>
            <pc:sldMk cId="2759803420" sldId="274"/>
            <ac:cxnSpMk id="7" creationId="{847CF741-C423-3AD5-5EBB-C3B18FB77CC1}"/>
          </ac:cxnSpMkLst>
        </pc:cxnChg>
        <pc:cxnChg chg="add mod topLvl">
          <ac:chgData name="Robert de Groote" userId="2ce5265b-80a0-4fb8-a62a-8035e9b0c45a" providerId="ADAL" clId="{EF806A60-D76F-4088-BA7C-EFFC6B100EE3}" dt="2025-09-03T08:38:06.348" v="1044" actId="962"/>
          <ac:cxnSpMkLst>
            <pc:docMk/>
            <pc:sldMk cId="2759803420" sldId="274"/>
            <ac:cxnSpMk id="12" creationId="{2B7B5DB4-9ECF-0CBD-2FE8-E858595495B9}"/>
          </ac:cxnSpMkLst>
        </pc:cxnChg>
        <pc:cxnChg chg="add mod topLvl">
          <ac:chgData name="Robert de Groote" userId="2ce5265b-80a0-4fb8-a62a-8035e9b0c45a" providerId="ADAL" clId="{EF806A60-D76F-4088-BA7C-EFFC6B100EE3}" dt="2025-09-03T08:37:58.515" v="1043" actId="962"/>
          <ac:cxnSpMkLst>
            <pc:docMk/>
            <pc:sldMk cId="2759803420" sldId="274"/>
            <ac:cxnSpMk id="17" creationId="{55D44895-FD44-1AF9-E38B-39F31EB215E8}"/>
          </ac:cxnSpMkLst>
        </pc:cxnChg>
        <pc:cxnChg chg="add mod topLvl">
          <ac:chgData name="Robert de Groote" userId="2ce5265b-80a0-4fb8-a62a-8035e9b0c45a" providerId="ADAL" clId="{EF806A60-D76F-4088-BA7C-EFFC6B100EE3}" dt="2025-09-03T08:38:15.385" v="1045" actId="962"/>
          <ac:cxnSpMkLst>
            <pc:docMk/>
            <pc:sldMk cId="2759803420" sldId="274"/>
            <ac:cxnSpMk id="38" creationId="{86C78ADE-E622-DE7B-F7AB-5172099DED2A}"/>
          </ac:cxnSpMkLst>
        </pc:cxnChg>
        <pc:cxnChg chg="add mod">
          <ac:chgData name="Robert de Groote" userId="2ce5265b-80a0-4fb8-a62a-8035e9b0c45a" providerId="ADAL" clId="{EF806A60-D76F-4088-BA7C-EFFC6B100EE3}" dt="2025-09-03T08:35:25.640" v="1029" actId="1582"/>
          <ac:cxnSpMkLst>
            <pc:docMk/>
            <pc:sldMk cId="2759803420" sldId="274"/>
            <ac:cxnSpMk id="61" creationId="{AF3B9B6C-8B21-65C3-0CB2-112E02E27ADD}"/>
          </ac:cxnSpMkLst>
        </pc:cxnChg>
        <pc:cxnChg chg="add mod">
          <ac:chgData name="Robert de Groote" userId="2ce5265b-80a0-4fb8-a62a-8035e9b0c45a" providerId="ADAL" clId="{EF806A60-D76F-4088-BA7C-EFFC6B100EE3}" dt="2025-09-03T08:36:05.725" v="1034" actId="108"/>
          <ac:cxnSpMkLst>
            <pc:docMk/>
            <pc:sldMk cId="2759803420" sldId="274"/>
            <ac:cxnSpMk id="70" creationId="{4B7CF4BB-3D97-D356-5CC6-74CEE7A21DEF}"/>
          </ac:cxnSpMkLst>
        </pc:cxnChg>
      </pc:sldChg>
      <pc:sldChg chg="addSp delSp modSp add mod delAnim modAnim">
        <pc:chgData name="Robert de Groote" userId="2ce5265b-80a0-4fb8-a62a-8035e9b0c45a" providerId="ADAL" clId="{EF806A60-D76F-4088-BA7C-EFFC6B100EE3}" dt="2025-09-04T12:33:56.761" v="3496" actId="113"/>
        <pc:sldMkLst>
          <pc:docMk/>
          <pc:sldMk cId="2284366948" sldId="275"/>
        </pc:sldMkLst>
        <pc:spChg chg="mod">
          <ac:chgData name="Robert de Groote" userId="2ce5265b-80a0-4fb8-a62a-8035e9b0c45a" providerId="ADAL" clId="{EF806A60-D76F-4088-BA7C-EFFC6B100EE3}" dt="2025-09-04T12:25:02.403" v="3384" actId="20577"/>
          <ac:spMkLst>
            <pc:docMk/>
            <pc:sldMk cId="2284366948" sldId="275"/>
            <ac:spMk id="2" creationId="{571AE7AD-20A7-A657-E986-CAAB9DDC38ED}"/>
          </ac:spMkLst>
        </pc:spChg>
        <pc:spChg chg="mod">
          <ac:chgData name="Robert de Groote" userId="2ce5265b-80a0-4fb8-a62a-8035e9b0c45a" providerId="ADAL" clId="{EF806A60-D76F-4088-BA7C-EFFC6B100EE3}" dt="2025-09-04T12:33:56.761" v="3496" actId="113"/>
          <ac:spMkLst>
            <pc:docMk/>
            <pc:sldMk cId="2284366948" sldId="275"/>
            <ac:spMk id="3" creationId="{833518C4-636F-C97B-4994-F9BD3E5D2D78}"/>
          </ac:spMkLst>
        </pc:spChg>
        <pc:spChg chg="add mod">
          <ac:chgData name="Robert de Groote" userId="2ce5265b-80a0-4fb8-a62a-8035e9b0c45a" providerId="ADAL" clId="{EF806A60-D76F-4088-BA7C-EFFC6B100EE3}" dt="2025-09-04T12:25:12.833" v="3387" actId="1076"/>
          <ac:spMkLst>
            <pc:docMk/>
            <pc:sldMk cId="2284366948" sldId="275"/>
            <ac:spMk id="6" creationId="{126FD098-39BE-A1B0-AC4A-FBE7F14419AA}"/>
          </ac:spMkLst>
        </pc:spChg>
        <pc:spChg chg="mod">
          <ac:chgData name="Robert de Groote" userId="2ce5265b-80a0-4fb8-a62a-8035e9b0c45a" providerId="ADAL" clId="{EF806A60-D76F-4088-BA7C-EFFC6B100EE3}" dt="2025-09-04T12:29:07.400" v="3473" actId="164"/>
          <ac:spMkLst>
            <pc:docMk/>
            <pc:sldMk cId="2284366948" sldId="275"/>
            <ac:spMk id="16" creationId="{A0AB0B2F-C458-48AD-4C96-BBAD9D7EEDE7}"/>
          </ac:spMkLst>
        </pc:spChg>
        <pc:spChg chg="add mod">
          <ac:chgData name="Robert de Groote" userId="2ce5265b-80a0-4fb8-a62a-8035e9b0c45a" providerId="ADAL" clId="{EF806A60-D76F-4088-BA7C-EFFC6B100EE3}" dt="2025-09-04T12:29:07.400" v="3473" actId="164"/>
          <ac:spMkLst>
            <pc:docMk/>
            <pc:sldMk cId="2284366948" sldId="275"/>
            <ac:spMk id="39" creationId="{4F32FDCB-1D24-FD6F-D18C-1D6FE5248D92}"/>
          </ac:spMkLst>
        </pc:spChg>
        <pc:spChg chg="add mod">
          <ac:chgData name="Robert de Groote" userId="2ce5265b-80a0-4fb8-a62a-8035e9b0c45a" providerId="ADAL" clId="{EF806A60-D76F-4088-BA7C-EFFC6B100EE3}" dt="2025-09-04T12:29:07.400" v="3473" actId="164"/>
          <ac:spMkLst>
            <pc:docMk/>
            <pc:sldMk cId="2284366948" sldId="275"/>
            <ac:spMk id="40" creationId="{03973213-2703-C3EA-77EF-F688390D299A}"/>
          </ac:spMkLst>
        </pc:spChg>
        <pc:spChg chg="add mod">
          <ac:chgData name="Robert de Groote" userId="2ce5265b-80a0-4fb8-a62a-8035e9b0c45a" providerId="ADAL" clId="{EF806A60-D76F-4088-BA7C-EFFC6B100EE3}" dt="2025-09-04T12:29:07.400" v="3473" actId="164"/>
          <ac:spMkLst>
            <pc:docMk/>
            <pc:sldMk cId="2284366948" sldId="275"/>
            <ac:spMk id="41" creationId="{6622F250-7589-35E2-E35F-5934BAECA792}"/>
          </ac:spMkLst>
        </pc:spChg>
        <pc:spChg chg="add mod">
          <ac:chgData name="Robert de Groote" userId="2ce5265b-80a0-4fb8-a62a-8035e9b0c45a" providerId="ADAL" clId="{EF806A60-D76F-4088-BA7C-EFFC6B100EE3}" dt="2025-09-04T12:29:07.400" v="3473" actId="164"/>
          <ac:spMkLst>
            <pc:docMk/>
            <pc:sldMk cId="2284366948" sldId="275"/>
            <ac:spMk id="42" creationId="{B4C1AD98-68D0-BDA3-DE79-3018B1CDBDF7}"/>
          </ac:spMkLst>
        </pc:spChg>
        <pc:spChg chg="add mod">
          <ac:chgData name="Robert de Groote" userId="2ce5265b-80a0-4fb8-a62a-8035e9b0c45a" providerId="ADAL" clId="{EF806A60-D76F-4088-BA7C-EFFC6B100EE3}" dt="2025-09-04T12:29:07.400" v="3473" actId="164"/>
          <ac:spMkLst>
            <pc:docMk/>
            <pc:sldMk cId="2284366948" sldId="275"/>
            <ac:spMk id="43" creationId="{6E9AA646-DACA-DB50-060D-C5B71F09EA03}"/>
          </ac:spMkLst>
        </pc:spChg>
        <pc:spChg chg="add mod">
          <ac:chgData name="Robert de Groote" userId="2ce5265b-80a0-4fb8-a62a-8035e9b0c45a" providerId="ADAL" clId="{EF806A60-D76F-4088-BA7C-EFFC6B100EE3}" dt="2025-09-04T12:29:07.400" v="3473" actId="164"/>
          <ac:spMkLst>
            <pc:docMk/>
            <pc:sldMk cId="2284366948" sldId="275"/>
            <ac:spMk id="46" creationId="{11530542-2CE3-663E-6B4C-B9A053F8235B}"/>
          </ac:spMkLst>
        </pc:spChg>
        <pc:spChg chg="add mod">
          <ac:chgData name="Robert de Groote" userId="2ce5265b-80a0-4fb8-a62a-8035e9b0c45a" providerId="ADAL" clId="{EF806A60-D76F-4088-BA7C-EFFC6B100EE3}" dt="2025-09-04T12:29:07.400" v="3473" actId="164"/>
          <ac:spMkLst>
            <pc:docMk/>
            <pc:sldMk cId="2284366948" sldId="275"/>
            <ac:spMk id="58" creationId="{C6421242-26B3-5842-CF5B-7BF42345CF16}"/>
          </ac:spMkLst>
        </pc:spChg>
        <pc:spChg chg="add mod">
          <ac:chgData name="Robert de Groote" userId="2ce5265b-80a0-4fb8-a62a-8035e9b0c45a" providerId="ADAL" clId="{EF806A60-D76F-4088-BA7C-EFFC6B100EE3}" dt="2025-09-04T12:29:07.400" v="3473" actId="164"/>
          <ac:spMkLst>
            <pc:docMk/>
            <pc:sldMk cId="2284366948" sldId="275"/>
            <ac:spMk id="69" creationId="{431C6CCE-B773-DC42-44FC-FCC1C188EB70}"/>
          </ac:spMkLst>
        </pc:spChg>
        <pc:spChg chg="mod">
          <ac:chgData name="Robert de Groote" userId="2ce5265b-80a0-4fb8-a62a-8035e9b0c45a" providerId="ADAL" clId="{EF806A60-D76F-4088-BA7C-EFFC6B100EE3}" dt="2025-09-04T12:25:48.999" v="3419" actId="1076"/>
          <ac:spMkLst>
            <pc:docMk/>
            <pc:sldMk cId="2284366948" sldId="275"/>
            <ac:spMk id="71" creationId="{33E34C16-1393-6C20-33B5-B039AF04BF57}"/>
          </ac:spMkLst>
        </pc:spChg>
        <pc:spChg chg="mod">
          <ac:chgData name="Robert de Groote" userId="2ce5265b-80a0-4fb8-a62a-8035e9b0c45a" providerId="ADAL" clId="{EF806A60-D76F-4088-BA7C-EFFC6B100EE3}" dt="2025-09-04T12:25:53.263" v="3420" actId="1076"/>
          <ac:spMkLst>
            <pc:docMk/>
            <pc:sldMk cId="2284366948" sldId="275"/>
            <ac:spMk id="72" creationId="{0092EDE7-0681-FC11-3E54-FB5368DB4332}"/>
          </ac:spMkLst>
        </pc:spChg>
        <pc:spChg chg="add mod">
          <ac:chgData name="Robert de Groote" userId="2ce5265b-80a0-4fb8-a62a-8035e9b0c45a" providerId="ADAL" clId="{EF806A60-D76F-4088-BA7C-EFFC6B100EE3}" dt="2025-09-04T12:24:53.344" v="3382" actId="555"/>
          <ac:spMkLst>
            <pc:docMk/>
            <pc:sldMk cId="2284366948" sldId="275"/>
            <ac:spMk id="75" creationId="{7FD39080-FB48-0FC9-9867-DDF0F80597D7}"/>
          </ac:spMkLst>
        </pc:spChg>
        <pc:spChg chg="add mod">
          <ac:chgData name="Robert de Groote" userId="2ce5265b-80a0-4fb8-a62a-8035e9b0c45a" providerId="ADAL" clId="{EF806A60-D76F-4088-BA7C-EFFC6B100EE3}" dt="2025-09-04T12:29:07.400" v="3473" actId="164"/>
          <ac:spMkLst>
            <pc:docMk/>
            <pc:sldMk cId="2284366948" sldId="275"/>
            <ac:spMk id="81" creationId="{7D3C08CA-156C-D615-D0E0-B279CBD13A9B}"/>
          </ac:spMkLst>
        </pc:spChg>
        <pc:spChg chg="add mod">
          <ac:chgData name="Robert de Groote" userId="2ce5265b-80a0-4fb8-a62a-8035e9b0c45a" providerId="ADAL" clId="{EF806A60-D76F-4088-BA7C-EFFC6B100EE3}" dt="2025-09-04T12:29:16.115" v="3475" actId="164"/>
          <ac:spMkLst>
            <pc:docMk/>
            <pc:sldMk cId="2284366948" sldId="275"/>
            <ac:spMk id="84" creationId="{8F5CE42B-9AF9-AC89-8DB6-6239039E7895}"/>
          </ac:spMkLst>
        </pc:spChg>
        <pc:grpChg chg="add mod">
          <ac:chgData name="Robert de Groote" userId="2ce5265b-80a0-4fb8-a62a-8035e9b0c45a" providerId="ADAL" clId="{EF806A60-D76F-4088-BA7C-EFFC6B100EE3}" dt="2025-09-04T12:29:16.115" v="3475" actId="164"/>
          <ac:grpSpMkLst>
            <pc:docMk/>
            <pc:sldMk cId="2284366948" sldId="275"/>
            <ac:grpSpMk id="86" creationId="{57ED7AAF-57A2-E163-8020-7D1632FD25B2}"/>
          </ac:grpSpMkLst>
        </pc:grpChg>
        <pc:cxnChg chg="add mod">
          <ac:chgData name="Robert de Groote" userId="2ce5265b-80a0-4fb8-a62a-8035e9b0c45a" providerId="ADAL" clId="{EF806A60-D76F-4088-BA7C-EFFC6B100EE3}" dt="2025-09-04T12:22:34.285" v="3334" actId="13822"/>
          <ac:cxnSpMkLst>
            <pc:docMk/>
            <pc:sldMk cId="2284366948" sldId="275"/>
            <ac:cxnSpMk id="45" creationId="{F093147E-05C7-AED8-7DFD-7E72CEA8AE4F}"/>
          </ac:cxnSpMkLst>
        </pc:cxnChg>
        <pc:cxnChg chg="add mod">
          <ac:chgData name="Robert de Groote" userId="2ce5265b-80a0-4fb8-a62a-8035e9b0c45a" providerId="ADAL" clId="{EF806A60-D76F-4088-BA7C-EFFC6B100EE3}" dt="2025-09-04T12:23:58.602" v="3366" actId="1076"/>
          <ac:cxnSpMkLst>
            <pc:docMk/>
            <pc:sldMk cId="2284366948" sldId="275"/>
            <ac:cxnSpMk id="48" creationId="{590A4691-B8F4-C6B9-1BDE-C64A3CA621A2}"/>
          </ac:cxnSpMkLst>
        </pc:cxnChg>
        <pc:cxnChg chg="add mod">
          <ac:chgData name="Robert de Groote" userId="2ce5265b-80a0-4fb8-a62a-8035e9b0c45a" providerId="ADAL" clId="{EF806A60-D76F-4088-BA7C-EFFC6B100EE3}" dt="2025-09-04T12:24:17.846" v="3373" actId="1076"/>
          <ac:cxnSpMkLst>
            <pc:docMk/>
            <pc:sldMk cId="2284366948" sldId="275"/>
            <ac:cxnSpMk id="49" creationId="{043D4708-FCA0-BF43-15E7-2B9D26F44AF2}"/>
          </ac:cxnSpMkLst>
        </pc:cxnChg>
        <pc:cxnChg chg="add mod">
          <ac:chgData name="Robert de Groote" userId="2ce5265b-80a0-4fb8-a62a-8035e9b0c45a" providerId="ADAL" clId="{EF806A60-D76F-4088-BA7C-EFFC6B100EE3}" dt="2025-09-04T12:24:31.647" v="3378" actId="1076"/>
          <ac:cxnSpMkLst>
            <pc:docMk/>
            <pc:sldMk cId="2284366948" sldId="275"/>
            <ac:cxnSpMk id="52" creationId="{5C1D18AD-6979-BD6C-386F-6EFEC15CFCF7}"/>
          </ac:cxnSpMkLst>
        </pc:cxnChg>
        <pc:cxnChg chg="add mod">
          <ac:chgData name="Robert de Groote" userId="2ce5265b-80a0-4fb8-a62a-8035e9b0c45a" providerId="ADAL" clId="{EF806A60-D76F-4088-BA7C-EFFC6B100EE3}" dt="2025-09-04T12:24:36.314" v="3379" actId="1076"/>
          <ac:cxnSpMkLst>
            <pc:docMk/>
            <pc:sldMk cId="2284366948" sldId="275"/>
            <ac:cxnSpMk id="55" creationId="{A90178CE-56EA-D2E5-A089-FCD78A89E54E}"/>
          </ac:cxnSpMkLst>
        </pc:cxnChg>
        <pc:cxnChg chg="add mod">
          <ac:chgData name="Robert de Groote" userId="2ce5265b-80a0-4fb8-a62a-8035e9b0c45a" providerId="ADAL" clId="{EF806A60-D76F-4088-BA7C-EFFC6B100EE3}" dt="2025-09-04T12:29:16.115" v="3475" actId="164"/>
          <ac:cxnSpMkLst>
            <pc:docMk/>
            <pc:sldMk cId="2284366948" sldId="275"/>
            <ac:cxnSpMk id="83" creationId="{14B2AF3E-4121-8ADA-8229-BDD99CA57830}"/>
          </ac:cxnSpMkLst>
        </pc:cxnChg>
      </pc:sldChg>
      <pc:sldChg chg="addSp delSp modSp add mod modAnim">
        <pc:chgData name="Robert de Groote" userId="2ce5265b-80a0-4fb8-a62a-8035e9b0c45a" providerId="ADAL" clId="{EF806A60-D76F-4088-BA7C-EFFC6B100EE3}" dt="2025-09-04T13:06:16.693" v="4156" actId="478"/>
        <pc:sldMkLst>
          <pc:docMk/>
          <pc:sldMk cId="3644449071" sldId="276"/>
        </pc:sldMkLst>
        <pc:spChg chg="mod">
          <ac:chgData name="Robert de Groote" userId="2ce5265b-80a0-4fb8-a62a-8035e9b0c45a" providerId="ADAL" clId="{EF806A60-D76F-4088-BA7C-EFFC6B100EE3}" dt="2025-09-04T12:56:47.690" v="4047" actId="14100"/>
          <ac:spMkLst>
            <pc:docMk/>
            <pc:sldMk cId="3644449071" sldId="276"/>
            <ac:spMk id="2" creationId="{68441CF1-ADF2-185B-833C-A1BEC4DC93A3}"/>
          </ac:spMkLst>
        </pc:spChg>
        <pc:spChg chg="mod">
          <ac:chgData name="Robert de Groote" userId="2ce5265b-80a0-4fb8-a62a-8035e9b0c45a" providerId="ADAL" clId="{EF806A60-D76F-4088-BA7C-EFFC6B100EE3}" dt="2025-09-04T13:01:33.729" v="4087" actId="113"/>
          <ac:spMkLst>
            <pc:docMk/>
            <pc:sldMk cId="3644449071" sldId="276"/>
            <ac:spMk id="3" creationId="{A24EC7A0-DEBE-3D86-1B16-A8E2E0F5A73B}"/>
          </ac:spMkLst>
        </pc:spChg>
        <pc:spChg chg="add mod">
          <ac:chgData name="Robert de Groote" userId="2ce5265b-80a0-4fb8-a62a-8035e9b0c45a" providerId="ADAL" clId="{EF806A60-D76F-4088-BA7C-EFFC6B100EE3}" dt="2025-09-04T12:56:05.355" v="4039"/>
          <ac:spMkLst>
            <pc:docMk/>
            <pc:sldMk cId="3644449071" sldId="276"/>
            <ac:spMk id="17" creationId="{FC59B0ED-6918-88AB-15F6-2A226593497E}"/>
          </ac:spMkLst>
        </pc:spChg>
        <pc:spChg chg="mod topLvl">
          <ac:chgData name="Robert de Groote" userId="2ce5265b-80a0-4fb8-a62a-8035e9b0c45a" providerId="ADAL" clId="{EF806A60-D76F-4088-BA7C-EFFC6B100EE3}" dt="2025-09-04T13:03:59.488" v="4119" actId="1076"/>
          <ac:spMkLst>
            <pc:docMk/>
            <pc:sldMk cId="3644449071" sldId="276"/>
            <ac:spMk id="20" creationId="{636AD5FA-5D31-4C79-928D-64DF5D01FACA}"/>
          </ac:spMkLst>
        </pc:spChg>
        <pc:spChg chg="mod topLvl">
          <ac:chgData name="Robert de Groote" userId="2ce5265b-80a0-4fb8-a62a-8035e9b0c45a" providerId="ADAL" clId="{EF806A60-D76F-4088-BA7C-EFFC6B100EE3}" dt="2025-09-04T12:56:16.276" v="4043" actId="165"/>
          <ac:spMkLst>
            <pc:docMk/>
            <pc:sldMk cId="3644449071" sldId="276"/>
            <ac:spMk id="21" creationId="{4B030976-50D6-7438-A41A-27717F57D8D4}"/>
          </ac:spMkLst>
        </pc:spChg>
        <pc:spChg chg="mod topLvl">
          <ac:chgData name="Robert de Groote" userId="2ce5265b-80a0-4fb8-a62a-8035e9b0c45a" providerId="ADAL" clId="{EF806A60-D76F-4088-BA7C-EFFC6B100EE3}" dt="2025-09-04T12:56:16.276" v="4043" actId="165"/>
          <ac:spMkLst>
            <pc:docMk/>
            <pc:sldMk cId="3644449071" sldId="276"/>
            <ac:spMk id="22" creationId="{53392811-A987-E84C-4931-E6CD75DD131B}"/>
          </ac:spMkLst>
        </pc:spChg>
        <pc:spChg chg="mod topLvl">
          <ac:chgData name="Robert de Groote" userId="2ce5265b-80a0-4fb8-a62a-8035e9b0c45a" providerId="ADAL" clId="{EF806A60-D76F-4088-BA7C-EFFC6B100EE3}" dt="2025-09-04T12:56:16.276" v="4043" actId="165"/>
          <ac:spMkLst>
            <pc:docMk/>
            <pc:sldMk cId="3644449071" sldId="276"/>
            <ac:spMk id="23" creationId="{2D75D177-55F9-2BA7-CB0E-DAAFC8D66DB3}"/>
          </ac:spMkLst>
        </pc:spChg>
        <pc:spChg chg="mod topLvl">
          <ac:chgData name="Robert de Groote" userId="2ce5265b-80a0-4fb8-a62a-8035e9b0c45a" providerId="ADAL" clId="{EF806A60-D76F-4088-BA7C-EFFC6B100EE3}" dt="2025-09-04T12:56:16.276" v="4043" actId="165"/>
          <ac:spMkLst>
            <pc:docMk/>
            <pc:sldMk cId="3644449071" sldId="276"/>
            <ac:spMk id="24" creationId="{9AEA5FCD-94FC-F34E-9F6E-CA6FC016769A}"/>
          </ac:spMkLst>
        </pc:spChg>
        <pc:spChg chg="mod topLvl">
          <ac:chgData name="Robert de Groote" userId="2ce5265b-80a0-4fb8-a62a-8035e9b0c45a" providerId="ADAL" clId="{EF806A60-D76F-4088-BA7C-EFFC6B100EE3}" dt="2025-09-04T12:56:16.276" v="4043" actId="165"/>
          <ac:spMkLst>
            <pc:docMk/>
            <pc:sldMk cId="3644449071" sldId="276"/>
            <ac:spMk id="25" creationId="{6A0C6D16-697C-4BC2-CACF-564C16785DF6}"/>
          </ac:spMkLst>
        </pc:spChg>
        <pc:spChg chg="mod topLvl">
          <ac:chgData name="Robert de Groote" userId="2ce5265b-80a0-4fb8-a62a-8035e9b0c45a" providerId="ADAL" clId="{EF806A60-D76F-4088-BA7C-EFFC6B100EE3}" dt="2025-09-04T12:56:16.276" v="4043" actId="165"/>
          <ac:spMkLst>
            <pc:docMk/>
            <pc:sldMk cId="3644449071" sldId="276"/>
            <ac:spMk id="27" creationId="{347199B2-C9EA-39BF-0905-9608EEB52084}"/>
          </ac:spMkLst>
        </pc:spChg>
        <pc:spChg chg="mod topLvl modVis">
          <ac:chgData name="Robert de Groote" userId="2ce5265b-80a0-4fb8-a62a-8035e9b0c45a" providerId="ADAL" clId="{EF806A60-D76F-4088-BA7C-EFFC6B100EE3}" dt="2025-09-04T13:02:40.960" v="4092" actId="14429"/>
          <ac:spMkLst>
            <pc:docMk/>
            <pc:sldMk cId="3644449071" sldId="276"/>
            <ac:spMk id="32" creationId="{90383349-749B-A73E-2D3D-000EA8D391E7}"/>
          </ac:spMkLst>
        </pc:spChg>
        <pc:spChg chg="mod topLvl">
          <ac:chgData name="Robert de Groote" userId="2ce5265b-80a0-4fb8-a62a-8035e9b0c45a" providerId="ADAL" clId="{EF806A60-D76F-4088-BA7C-EFFC6B100EE3}" dt="2025-09-04T13:02:17.001" v="4089" actId="554"/>
          <ac:spMkLst>
            <pc:docMk/>
            <pc:sldMk cId="3644449071" sldId="276"/>
            <ac:spMk id="33" creationId="{744171E7-6FD1-1AE6-D62C-113769625B56}"/>
          </ac:spMkLst>
        </pc:spChg>
        <pc:spChg chg="mod topLvl">
          <ac:chgData name="Robert de Groote" userId="2ce5265b-80a0-4fb8-a62a-8035e9b0c45a" providerId="ADAL" clId="{EF806A60-D76F-4088-BA7C-EFFC6B100EE3}" dt="2025-09-04T13:02:17.001" v="4089" actId="554"/>
          <ac:spMkLst>
            <pc:docMk/>
            <pc:sldMk cId="3644449071" sldId="276"/>
            <ac:spMk id="34" creationId="{1A7E611F-5C34-4F40-8F60-A9572E77603E}"/>
          </ac:spMkLst>
        </pc:spChg>
        <pc:spChg chg="mod">
          <ac:chgData name="Robert de Groote" userId="2ce5265b-80a0-4fb8-a62a-8035e9b0c45a" providerId="ADAL" clId="{EF806A60-D76F-4088-BA7C-EFFC6B100EE3}" dt="2025-09-04T12:56:05.355" v="4039"/>
          <ac:spMkLst>
            <pc:docMk/>
            <pc:sldMk cId="3644449071" sldId="276"/>
            <ac:spMk id="39" creationId="{5D0334D1-76B8-51A5-0193-020266B62297}"/>
          </ac:spMkLst>
        </pc:spChg>
        <pc:spChg chg="add mod">
          <ac:chgData name="Robert de Groote" userId="2ce5265b-80a0-4fb8-a62a-8035e9b0c45a" providerId="ADAL" clId="{EF806A60-D76F-4088-BA7C-EFFC6B100EE3}" dt="2025-09-04T13:05:19.581" v="4141" actId="554"/>
          <ac:spMkLst>
            <pc:docMk/>
            <pc:sldMk cId="3644449071" sldId="276"/>
            <ac:spMk id="44" creationId="{93BAD8B3-477D-F816-0A94-329E80F97E97}"/>
          </ac:spMkLst>
        </pc:spChg>
        <pc:spChg chg="add mod">
          <ac:chgData name="Robert de Groote" userId="2ce5265b-80a0-4fb8-a62a-8035e9b0c45a" providerId="ADAL" clId="{EF806A60-D76F-4088-BA7C-EFFC6B100EE3}" dt="2025-09-04T13:05:19.581" v="4141" actId="554"/>
          <ac:spMkLst>
            <pc:docMk/>
            <pc:sldMk cId="3644449071" sldId="276"/>
            <ac:spMk id="52" creationId="{37649193-726D-4D27-06E2-7DB3231C9B9E}"/>
          </ac:spMkLst>
        </pc:spChg>
        <pc:spChg chg="add mod">
          <ac:chgData name="Robert de Groote" userId="2ce5265b-80a0-4fb8-a62a-8035e9b0c45a" providerId="ADAL" clId="{EF806A60-D76F-4088-BA7C-EFFC6B100EE3}" dt="2025-09-04T13:05:19.581" v="4141" actId="554"/>
          <ac:spMkLst>
            <pc:docMk/>
            <pc:sldMk cId="3644449071" sldId="276"/>
            <ac:spMk id="53" creationId="{905CC5FE-C47E-DA31-75DE-A79BAC688A9C}"/>
          </ac:spMkLst>
        </pc:spChg>
        <pc:spChg chg="add mod">
          <ac:chgData name="Robert de Groote" userId="2ce5265b-80a0-4fb8-a62a-8035e9b0c45a" providerId="ADAL" clId="{EF806A60-D76F-4088-BA7C-EFFC6B100EE3}" dt="2025-09-04T13:05:49.963" v="4149" actId="1076"/>
          <ac:spMkLst>
            <pc:docMk/>
            <pc:sldMk cId="3644449071" sldId="276"/>
            <ac:spMk id="58" creationId="{010D080A-7A68-66A6-491D-9D6D35A4512F}"/>
          </ac:spMkLst>
        </pc:spChg>
        <pc:spChg chg="add mod">
          <ac:chgData name="Robert de Groote" userId="2ce5265b-80a0-4fb8-a62a-8035e9b0c45a" providerId="ADAL" clId="{EF806A60-D76F-4088-BA7C-EFFC6B100EE3}" dt="2025-09-04T13:05:57.901" v="4153" actId="1076"/>
          <ac:spMkLst>
            <pc:docMk/>
            <pc:sldMk cId="3644449071" sldId="276"/>
            <ac:spMk id="59" creationId="{1C4DC35F-EF48-A98E-F08F-4A30006EA0AC}"/>
          </ac:spMkLst>
        </pc:spChg>
        <pc:spChg chg="mod">
          <ac:chgData name="Robert de Groote" userId="2ce5265b-80a0-4fb8-a62a-8035e9b0c45a" providerId="ADAL" clId="{EF806A60-D76F-4088-BA7C-EFFC6B100EE3}" dt="2025-09-03T09:28:50.009" v="1745" actId="20577"/>
          <ac:spMkLst>
            <pc:docMk/>
            <pc:sldMk cId="3644449071" sldId="276"/>
            <ac:spMk id="71" creationId="{0DAC6157-8C9B-1F3F-4348-952795B6161C}"/>
          </ac:spMkLst>
        </pc:spChg>
        <pc:cxnChg chg="mod">
          <ac:chgData name="Robert de Groote" userId="2ce5265b-80a0-4fb8-a62a-8035e9b0c45a" providerId="ADAL" clId="{EF806A60-D76F-4088-BA7C-EFFC6B100EE3}" dt="2025-09-04T13:02:38.774" v="4091" actId="554"/>
          <ac:cxnSpMkLst>
            <pc:docMk/>
            <pc:sldMk cId="3644449071" sldId="276"/>
            <ac:cxnSpMk id="28" creationId="{13F863AE-7F9E-8965-3AC7-64B92CBE595C}"/>
          </ac:cxnSpMkLst>
        </pc:cxnChg>
        <pc:cxnChg chg="mod">
          <ac:chgData name="Robert de Groote" userId="2ce5265b-80a0-4fb8-a62a-8035e9b0c45a" providerId="ADAL" clId="{EF806A60-D76F-4088-BA7C-EFFC6B100EE3}" dt="2025-09-04T13:02:38.774" v="4091" actId="554"/>
          <ac:cxnSpMkLst>
            <pc:docMk/>
            <pc:sldMk cId="3644449071" sldId="276"/>
            <ac:cxnSpMk id="29" creationId="{D112AE8F-EF09-D1FD-F7C5-DDE9EA5B1BCD}"/>
          </ac:cxnSpMkLst>
        </pc:cxnChg>
        <pc:cxnChg chg="mod">
          <ac:chgData name="Robert de Groote" userId="2ce5265b-80a0-4fb8-a62a-8035e9b0c45a" providerId="ADAL" clId="{EF806A60-D76F-4088-BA7C-EFFC6B100EE3}" dt="2025-09-04T13:02:38.774" v="4091" actId="554"/>
          <ac:cxnSpMkLst>
            <pc:docMk/>
            <pc:sldMk cId="3644449071" sldId="276"/>
            <ac:cxnSpMk id="30" creationId="{09E847B7-1C52-F17B-0E2C-1FF4629B30B9}"/>
          </ac:cxnSpMkLst>
        </pc:cxnChg>
        <pc:cxnChg chg="add mod">
          <ac:chgData name="Robert de Groote" userId="2ce5265b-80a0-4fb8-a62a-8035e9b0c45a" providerId="ADAL" clId="{EF806A60-D76F-4088-BA7C-EFFC6B100EE3}" dt="2025-09-04T13:05:10.492" v="4139" actId="555"/>
          <ac:cxnSpMkLst>
            <pc:docMk/>
            <pc:sldMk cId="3644449071" sldId="276"/>
            <ac:cxnSpMk id="43" creationId="{E6C36C51-8773-A3D1-F929-2179ECB129B3}"/>
          </ac:cxnSpMkLst>
        </pc:cxnChg>
        <pc:cxnChg chg="add mod">
          <ac:chgData name="Robert de Groote" userId="2ce5265b-80a0-4fb8-a62a-8035e9b0c45a" providerId="ADAL" clId="{EF806A60-D76F-4088-BA7C-EFFC6B100EE3}" dt="2025-09-04T13:05:10.492" v="4139" actId="555"/>
          <ac:cxnSpMkLst>
            <pc:docMk/>
            <pc:sldMk cId="3644449071" sldId="276"/>
            <ac:cxnSpMk id="46" creationId="{738C6D97-0B07-2CE9-EEED-A006247D0E90}"/>
          </ac:cxnSpMkLst>
        </pc:cxnChg>
        <pc:cxnChg chg="add mod">
          <ac:chgData name="Robert de Groote" userId="2ce5265b-80a0-4fb8-a62a-8035e9b0c45a" providerId="ADAL" clId="{EF806A60-D76F-4088-BA7C-EFFC6B100EE3}" dt="2025-09-04T13:05:10.492" v="4139" actId="555"/>
          <ac:cxnSpMkLst>
            <pc:docMk/>
            <pc:sldMk cId="3644449071" sldId="276"/>
            <ac:cxnSpMk id="47" creationId="{68D135ED-C80D-66B0-EF81-28073150A5E9}"/>
          </ac:cxnSpMkLst>
        </pc:cxnChg>
        <pc:cxnChg chg="add mod">
          <ac:chgData name="Robert de Groote" userId="2ce5265b-80a0-4fb8-a62a-8035e9b0c45a" providerId="ADAL" clId="{EF806A60-D76F-4088-BA7C-EFFC6B100EE3}" dt="2025-09-04T13:05:28.906" v="4143" actId="13822"/>
          <ac:cxnSpMkLst>
            <pc:docMk/>
            <pc:sldMk cId="3644449071" sldId="276"/>
            <ac:cxnSpMk id="55" creationId="{798F6A71-4288-C440-17A1-7E10DB66D00A}"/>
          </ac:cxnSpMkLst>
        </pc:cxnChg>
        <pc:cxnChg chg="add mod">
          <ac:chgData name="Robert de Groote" userId="2ce5265b-80a0-4fb8-a62a-8035e9b0c45a" providerId="ADAL" clId="{EF806A60-D76F-4088-BA7C-EFFC6B100EE3}" dt="2025-09-04T13:05:37.363" v="4145" actId="13822"/>
          <ac:cxnSpMkLst>
            <pc:docMk/>
            <pc:sldMk cId="3644449071" sldId="276"/>
            <ac:cxnSpMk id="57" creationId="{C3A4B9FD-68C2-611D-704C-E8579F1B811D}"/>
          </ac:cxnSpMkLst>
        </pc:cxnChg>
      </pc:sldChg>
      <pc:sldChg chg="addSp delSp modSp add mod">
        <pc:chgData name="Robert de Groote" userId="2ce5265b-80a0-4fb8-a62a-8035e9b0c45a" providerId="ADAL" clId="{EF806A60-D76F-4088-BA7C-EFFC6B100EE3}" dt="2025-09-08T08:30:40.649" v="13372" actId="1076"/>
        <pc:sldMkLst>
          <pc:docMk/>
          <pc:sldMk cId="749499513" sldId="277"/>
        </pc:sldMkLst>
        <pc:spChg chg="mod">
          <ac:chgData name="Robert de Groote" userId="2ce5265b-80a0-4fb8-a62a-8035e9b0c45a" providerId="ADAL" clId="{EF806A60-D76F-4088-BA7C-EFFC6B100EE3}" dt="2025-09-03T08:52:07.697" v="1508" actId="20577"/>
          <ac:spMkLst>
            <pc:docMk/>
            <pc:sldMk cId="749499513" sldId="277"/>
            <ac:spMk id="2" creationId="{6F996F5A-D233-4F50-FC44-3C462730909E}"/>
          </ac:spMkLst>
        </pc:spChg>
        <pc:spChg chg="add mod">
          <ac:chgData name="Robert de Groote" userId="2ce5265b-80a0-4fb8-a62a-8035e9b0c45a" providerId="ADAL" clId="{EF806A60-D76F-4088-BA7C-EFFC6B100EE3}" dt="2025-09-08T08:30:40.649" v="13372" actId="1076"/>
          <ac:spMkLst>
            <pc:docMk/>
            <pc:sldMk cId="749499513" sldId="277"/>
            <ac:spMk id="15" creationId="{0264E0FE-7D8A-B0B2-3EC0-66406B9BBC8B}"/>
          </ac:spMkLst>
        </pc:spChg>
        <pc:graphicFrameChg chg="add mod modGraphic">
          <ac:chgData name="Robert de Groote" userId="2ce5265b-80a0-4fb8-a62a-8035e9b0c45a" providerId="ADAL" clId="{EF806A60-D76F-4088-BA7C-EFFC6B100EE3}" dt="2025-09-08T08:30:32.942" v="13371" actId="20577"/>
          <ac:graphicFrameMkLst>
            <pc:docMk/>
            <pc:sldMk cId="749499513" sldId="277"/>
            <ac:graphicFrameMk id="7" creationId="{FDACA82F-97C4-81A7-345D-A3628BB8B138}"/>
          </ac:graphicFrameMkLst>
        </pc:graphicFrameChg>
      </pc:sldChg>
      <pc:sldChg chg="addSp delSp modSp add mod modAnim">
        <pc:chgData name="Robert de Groote" userId="2ce5265b-80a0-4fb8-a62a-8035e9b0c45a" providerId="ADAL" clId="{EF806A60-D76F-4088-BA7C-EFFC6B100EE3}" dt="2025-09-04T17:39:36.510" v="8369"/>
        <pc:sldMkLst>
          <pc:docMk/>
          <pc:sldMk cId="2235811243" sldId="278"/>
        </pc:sldMkLst>
        <pc:spChg chg="mod">
          <ac:chgData name="Robert de Groote" userId="2ce5265b-80a0-4fb8-a62a-8035e9b0c45a" providerId="ADAL" clId="{EF806A60-D76F-4088-BA7C-EFFC6B100EE3}" dt="2025-09-04T17:20:44.338" v="8283"/>
          <ac:spMkLst>
            <pc:docMk/>
            <pc:sldMk cId="2235811243" sldId="278"/>
            <ac:spMk id="3" creationId="{AAA7FF37-E19A-C65A-6805-13315C3295D5}"/>
          </ac:spMkLst>
        </pc:spChg>
        <pc:spChg chg="mod topLvl">
          <ac:chgData name="Robert de Groote" userId="2ce5265b-80a0-4fb8-a62a-8035e9b0c45a" providerId="ADAL" clId="{EF806A60-D76F-4088-BA7C-EFFC6B100EE3}" dt="2025-09-04T17:25:41.407" v="8331" actId="165"/>
          <ac:spMkLst>
            <pc:docMk/>
            <pc:sldMk cId="2235811243" sldId="278"/>
            <ac:spMk id="5" creationId="{E6548F7D-CEA5-A9D6-A1DF-D76C92A1A796}"/>
          </ac:spMkLst>
        </pc:spChg>
        <pc:spChg chg="mod topLvl">
          <ac:chgData name="Robert de Groote" userId="2ce5265b-80a0-4fb8-a62a-8035e9b0c45a" providerId="ADAL" clId="{EF806A60-D76F-4088-BA7C-EFFC6B100EE3}" dt="2025-09-04T17:18:01.892" v="8077" actId="20577"/>
          <ac:spMkLst>
            <pc:docMk/>
            <pc:sldMk cId="2235811243" sldId="278"/>
            <ac:spMk id="6" creationId="{FBA9512C-6D46-DBD9-FACA-4E9F1A6E3BBF}"/>
          </ac:spMkLst>
        </pc:spChg>
        <pc:spChg chg="mod topLvl">
          <ac:chgData name="Robert de Groote" userId="2ce5265b-80a0-4fb8-a62a-8035e9b0c45a" providerId="ADAL" clId="{EF806A60-D76F-4088-BA7C-EFFC6B100EE3}" dt="2025-09-04T17:37:51.410" v="8359" actId="962"/>
          <ac:spMkLst>
            <pc:docMk/>
            <pc:sldMk cId="2235811243" sldId="278"/>
            <ac:spMk id="7" creationId="{CF1C1F44-74E1-8AB6-147A-9BA08594F823}"/>
          </ac:spMkLst>
        </pc:spChg>
        <pc:spChg chg="mod topLvl">
          <ac:chgData name="Robert de Groote" userId="2ce5265b-80a0-4fb8-a62a-8035e9b0c45a" providerId="ADAL" clId="{EF806A60-D76F-4088-BA7C-EFFC6B100EE3}" dt="2025-09-04T17:26:20.377" v="8336" actId="554"/>
          <ac:spMkLst>
            <pc:docMk/>
            <pc:sldMk cId="2235811243" sldId="278"/>
            <ac:spMk id="8" creationId="{CF3AFAF9-E742-3A40-EBDF-3F990C31A329}"/>
          </ac:spMkLst>
        </pc:spChg>
        <pc:spChg chg="mod topLvl">
          <ac:chgData name="Robert de Groote" userId="2ce5265b-80a0-4fb8-a62a-8035e9b0c45a" providerId="ADAL" clId="{EF806A60-D76F-4088-BA7C-EFFC6B100EE3}" dt="2025-09-04T17:13:25.078" v="7836" actId="108"/>
          <ac:spMkLst>
            <pc:docMk/>
            <pc:sldMk cId="2235811243" sldId="278"/>
            <ac:spMk id="9" creationId="{A99D4BA0-D14D-42D6-1F1E-193891744E7F}"/>
          </ac:spMkLst>
        </pc:spChg>
        <pc:spChg chg="mod topLvl">
          <ac:chgData name="Robert de Groote" userId="2ce5265b-80a0-4fb8-a62a-8035e9b0c45a" providerId="ADAL" clId="{EF806A60-D76F-4088-BA7C-EFFC6B100EE3}" dt="2025-09-04T17:25:41.407" v="8331" actId="165"/>
          <ac:spMkLst>
            <pc:docMk/>
            <pc:sldMk cId="2235811243" sldId="278"/>
            <ac:spMk id="10" creationId="{40EB7C6D-C852-6269-EC14-E7355C26C950}"/>
          </ac:spMkLst>
        </pc:spChg>
        <pc:spChg chg="mod topLvl">
          <ac:chgData name="Robert de Groote" userId="2ce5265b-80a0-4fb8-a62a-8035e9b0c45a" providerId="ADAL" clId="{EF806A60-D76F-4088-BA7C-EFFC6B100EE3}" dt="2025-09-04T17:25:41.407" v="8331" actId="165"/>
          <ac:spMkLst>
            <pc:docMk/>
            <pc:sldMk cId="2235811243" sldId="278"/>
            <ac:spMk id="11" creationId="{CF9B7B6E-3747-6050-2D33-DEEBED76199E}"/>
          </ac:spMkLst>
        </pc:spChg>
        <pc:spChg chg="mod topLvl">
          <ac:chgData name="Robert de Groote" userId="2ce5265b-80a0-4fb8-a62a-8035e9b0c45a" providerId="ADAL" clId="{EF806A60-D76F-4088-BA7C-EFFC6B100EE3}" dt="2025-09-04T17:17:52.155" v="8073" actId="20577"/>
          <ac:spMkLst>
            <pc:docMk/>
            <pc:sldMk cId="2235811243" sldId="278"/>
            <ac:spMk id="12" creationId="{64064785-A468-C045-CE41-465CA36104D4}"/>
          </ac:spMkLst>
        </pc:spChg>
        <pc:spChg chg="mod topLvl">
          <ac:chgData name="Robert de Groote" userId="2ce5265b-80a0-4fb8-a62a-8035e9b0c45a" providerId="ADAL" clId="{EF806A60-D76F-4088-BA7C-EFFC6B100EE3}" dt="2025-09-04T17:17:55.785" v="8074" actId="20577"/>
          <ac:spMkLst>
            <pc:docMk/>
            <pc:sldMk cId="2235811243" sldId="278"/>
            <ac:spMk id="13" creationId="{8BA43A3D-F116-8F6D-BCEF-D80999E938D0}"/>
          </ac:spMkLst>
        </pc:spChg>
        <pc:spChg chg="mod topLvl">
          <ac:chgData name="Robert de Groote" userId="2ce5265b-80a0-4fb8-a62a-8035e9b0c45a" providerId="ADAL" clId="{EF806A60-D76F-4088-BA7C-EFFC6B100EE3}" dt="2025-09-04T17:17:57.595" v="8075" actId="20577"/>
          <ac:spMkLst>
            <pc:docMk/>
            <pc:sldMk cId="2235811243" sldId="278"/>
            <ac:spMk id="14" creationId="{848E83EB-CE41-E6F0-53E1-075D07B8E5FC}"/>
          </ac:spMkLst>
        </pc:spChg>
        <pc:spChg chg="add mod topLvl">
          <ac:chgData name="Robert de Groote" userId="2ce5265b-80a0-4fb8-a62a-8035e9b0c45a" providerId="ADAL" clId="{EF806A60-D76F-4088-BA7C-EFFC6B100EE3}" dt="2025-09-04T17:25:41.407" v="8331" actId="165"/>
          <ac:spMkLst>
            <pc:docMk/>
            <pc:sldMk cId="2235811243" sldId="278"/>
            <ac:spMk id="15" creationId="{12789291-E00A-A8CE-F1F9-0444DCEA2136}"/>
          </ac:spMkLst>
        </pc:spChg>
        <pc:spChg chg="add mod topLvl">
          <ac:chgData name="Robert de Groote" userId="2ce5265b-80a0-4fb8-a62a-8035e9b0c45a" providerId="ADAL" clId="{EF806A60-D76F-4088-BA7C-EFFC6B100EE3}" dt="2025-09-04T17:25:41.407" v="8331" actId="165"/>
          <ac:spMkLst>
            <pc:docMk/>
            <pc:sldMk cId="2235811243" sldId="278"/>
            <ac:spMk id="16" creationId="{7F6D7764-EC8D-EA17-1575-7295D8A0640E}"/>
          </ac:spMkLst>
        </pc:spChg>
        <pc:spChg chg="add mod topLvl">
          <ac:chgData name="Robert de Groote" userId="2ce5265b-80a0-4fb8-a62a-8035e9b0c45a" providerId="ADAL" clId="{EF806A60-D76F-4088-BA7C-EFFC6B100EE3}" dt="2025-09-04T17:25:41.407" v="8331" actId="165"/>
          <ac:spMkLst>
            <pc:docMk/>
            <pc:sldMk cId="2235811243" sldId="278"/>
            <ac:spMk id="17" creationId="{C23E7919-9D1B-7CC7-D96F-8822832F6D6D}"/>
          </ac:spMkLst>
        </pc:spChg>
        <pc:spChg chg="add mod topLvl">
          <ac:chgData name="Robert de Groote" userId="2ce5265b-80a0-4fb8-a62a-8035e9b0c45a" providerId="ADAL" clId="{EF806A60-D76F-4088-BA7C-EFFC6B100EE3}" dt="2025-09-04T17:25:41.407" v="8331" actId="165"/>
          <ac:spMkLst>
            <pc:docMk/>
            <pc:sldMk cId="2235811243" sldId="278"/>
            <ac:spMk id="18" creationId="{1CAD9EEE-793C-45AD-853B-A3E05F148379}"/>
          </ac:spMkLst>
        </pc:spChg>
        <pc:spChg chg="add mod">
          <ac:chgData name="Robert de Groote" userId="2ce5265b-80a0-4fb8-a62a-8035e9b0c45a" providerId="ADAL" clId="{EF806A60-D76F-4088-BA7C-EFFC6B100EE3}" dt="2025-09-04T17:11:08.995" v="7787" actId="20577"/>
          <ac:spMkLst>
            <pc:docMk/>
            <pc:sldMk cId="2235811243" sldId="278"/>
            <ac:spMk id="19" creationId="{03D4851C-A32D-B6AA-396C-0F9531D448DF}"/>
          </ac:spMkLst>
        </pc:spChg>
        <pc:spChg chg="add mod topLvl">
          <ac:chgData name="Robert de Groote" userId="2ce5265b-80a0-4fb8-a62a-8035e9b0c45a" providerId="ADAL" clId="{EF806A60-D76F-4088-BA7C-EFFC6B100EE3}" dt="2025-09-04T17:25:41.407" v="8331" actId="165"/>
          <ac:spMkLst>
            <pc:docMk/>
            <pc:sldMk cId="2235811243" sldId="278"/>
            <ac:spMk id="20" creationId="{F8867B44-2C3D-786C-1B3E-DBD6094074AC}"/>
          </ac:spMkLst>
        </pc:spChg>
        <pc:spChg chg="add mod">
          <ac:chgData name="Robert de Groote" userId="2ce5265b-80a0-4fb8-a62a-8035e9b0c45a" providerId="ADAL" clId="{EF806A60-D76F-4088-BA7C-EFFC6B100EE3}" dt="2025-09-04T17:11:11.312" v="7789" actId="20577"/>
          <ac:spMkLst>
            <pc:docMk/>
            <pc:sldMk cId="2235811243" sldId="278"/>
            <ac:spMk id="21" creationId="{0D9B2B8E-5AA6-FA4F-CD8A-80BE30BF0E96}"/>
          </ac:spMkLst>
        </pc:spChg>
        <pc:spChg chg="add mod topLvl">
          <ac:chgData name="Robert de Groote" userId="2ce5265b-80a0-4fb8-a62a-8035e9b0c45a" providerId="ADAL" clId="{EF806A60-D76F-4088-BA7C-EFFC6B100EE3}" dt="2025-09-04T17:25:41.407" v="8331" actId="165"/>
          <ac:spMkLst>
            <pc:docMk/>
            <pc:sldMk cId="2235811243" sldId="278"/>
            <ac:spMk id="22" creationId="{51ECF055-46CD-F16C-685F-9E9A90EDFFCA}"/>
          </ac:spMkLst>
        </pc:spChg>
        <pc:spChg chg="add mod">
          <ac:chgData name="Robert de Groote" userId="2ce5265b-80a0-4fb8-a62a-8035e9b0c45a" providerId="ADAL" clId="{EF806A60-D76F-4088-BA7C-EFFC6B100EE3}" dt="2025-09-04T17:11:13.747" v="7791" actId="20577"/>
          <ac:spMkLst>
            <pc:docMk/>
            <pc:sldMk cId="2235811243" sldId="278"/>
            <ac:spMk id="23" creationId="{39A8EBAB-FE4E-C682-547A-7B62CE00CFC5}"/>
          </ac:spMkLst>
        </pc:spChg>
        <pc:spChg chg="add mod">
          <ac:chgData name="Robert de Groote" userId="2ce5265b-80a0-4fb8-a62a-8035e9b0c45a" providerId="ADAL" clId="{EF806A60-D76F-4088-BA7C-EFFC6B100EE3}" dt="2025-09-04T17:11:15.096" v="7792" actId="20577"/>
          <ac:spMkLst>
            <pc:docMk/>
            <pc:sldMk cId="2235811243" sldId="278"/>
            <ac:spMk id="24" creationId="{495A20C4-5700-D65F-43B5-F7D0D33D7D47}"/>
          </ac:spMkLst>
        </pc:spChg>
        <pc:spChg chg="add mod">
          <ac:chgData name="Robert de Groote" userId="2ce5265b-80a0-4fb8-a62a-8035e9b0c45a" providerId="ADAL" clId="{EF806A60-D76F-4088-BA7C-EFFC6B100EE3}" dt="2025-09-04T17:20:50.415" v="8284" actId="164"/>
          <ac:spMkLst>
            <pc:docMk/>
            <pc:sldMk cId="2235811243" sldId="278"/>
            <ac:spMk id="26" creationId="{A396F896-EFB5-9300-E59A-89CE8E87B25B}"/>
          </ac:spMkLst>
        </pc:spChg>
        <pc:spChg chg="add mod">
          <ac:chgData name="Robert de Groote" userId="2ce5265b-80a0-4fb8-a62a-8035e9b0c45a" providerId="ADAL" clId="{EF806A60-D76F-4088-BA7C-EFFC6B100EE3}" dt="2025-09-04T17:20:50.415" v="8284" actId="164"/>
          <ac:spMkLst>
            <pc:docMk/>
            <pc:sldMk cId="2235811243" sldId="278"/>
            <ac:spMk id="27" creationId="{8254E3EB-ACD7-5CB6-1BE6-177AAD60E5D0}"/>
          </ac:spMkLst>
        </pc:spChg>
        <pc:spChg chg="add mod">
          <ac:chgData name="Robert de Groote" userId="2ce5265b-80a0-4fb8-a62a-8035e9b0c45a" providerId="ADAL" clId="{EF806A60-D76F-4088-BA7C-EFFC6B100EE3}" dt="2025-09-04T17:20:52.612" v="8285" actId="164"/>
          <ac:spMkLst>
            <pc:docMk/>
            <pc:sldMk cId="2235811243" sldId="278"/>
            <ac:spMk id="28" creationId="{502EDB04-890B-3373-24E5-B349036A21C0}"/>
          </ac:spMkLst>
        </pc:spChg>
        <pc:spChg chg="add mod">
          <ac:chgData name="Robert de Groote" userId="2ce5265b-80a0-4fb8-a62a-8035e9b0c45a" providerId="ADAL" clId="{EF806A60-D76F-4088-BA7C-EFFC6B100EE3}" dt="2025-09-04T17:20:52.612" v="8285" actId="164"/>
          <ac:spMkLst>
            <pc:docMk/>
            <pc:sldMk cId="2235811243" sldId="278"/>
            <ac:spMk id="29" creationId="{C093FDA6-68A8-44D7-1105-72A6FE1D1572}"/>
          </ac:spMkLst>
        </pc:spChg>
        <pc:spChg chg="mod">
          <ac:chgData name="Robert de Groote" userId="2ce5265b-80a0-4fb8-a62a-8035e9b0c45a" providerId="ADAL" clId="{EF806A60-D76F-4088-BA7C-EFFC6B100EE3}" dt="2025-09-04T17:26:36.072" v="8337" actId="554"/>
          <ac:spMkLst>
            <pc:docMk/>
            <pc:sldMk cId="2235811243" sldId="278"/>
            <ac:spMk id="32" creationId="{7D984C96-EEBE-2990-F161-A92602036732}"/>
          </ac:spMkLst>
        </pc:spChg>
        <pc:spChg chg="add mod">
          <ac:chgData name="Robert de Groote" userId="2ce5265b-80a0-4fb8-a62a-8035e9b0c45a" providerId="ADAL" clId="{EF806A60-D76F-4088-BA7C-EFFC6B100EE3}" dt="2025-09-04T17:26:36.072" v="8337" actId="554"/>
          <ac:spMkLst>
            <pc:docMk/>
            <pc:sldMk cId="2235811243" sldId="278"/>
            <ac:spMk id="35" creationId="{FAF8FB02-1754-5266-417D-7DC3B19DD899}"/>
          </ac:spMkLst>
        </pc:spChg>
        <pc:spChg chg="add mod">
          <ac:chgData name="Robert de Groote" userId="2ce5265b-80a0-4fb8-a62a-8035e9b0c45a" providerId="ADAL" clId="{EF806A60-D76F-4088-BA7C-EFFC6B100EE3}" dt="2025-09-04T17:37:51.410" v="8359" actId="962"/>
          <ac:spMkLst>
            <pc:docMk/>
            <pc:sldMk cId="2235811243" sldId="278"/>
            <ac:spMk id="36" creationId="{A4CEBB75-F8B0-D0D7-45DC-73CE627FBB61}"/>
          </ac:spMkLst>
        </pc:spChg>
        <pc:grpChg chg="add mod">
          <ac:chgData name="Robert de Groote" userId="2ce5265b-80a0-4fb8-a62a-8035e9b0c45a" providerId="ADAL" clId="{EF806A60-D76F-4088-BA7C-EFFC6B100EE3}" dt="2025-09-04T17:20:50.415" v="8284" actId="164"/>
          <ac:grpSpMkLst>
            <pc:docMk/>
            <pc:sldMk cId="2235811243" sldId="278"/>
            <ac:grpSpMk id="30" creationId="{7557846B-B079-6718-BF05-4EE130A21274}"/>
          </ac:grpSpMkLst>
        </pc:grpChg>
        <pc:grpChg chg="add mod">
          <ac:chgData name="Robert de Groote" userId="2ce5265b-80a0-4fb8-a62a-8035e9b0c45a" providerId="ADAL" clId="{EF806A60-D76F-4088-BA7C-EFFC6B100EE3}" dt="2025-09-04T17:20:52.612" v="8285" actId="164"/>
          <ac:grpSpMkLst>
            <pc:docMk/>
            <pc:sldMk cId="2235811243" sldId="278"/>
            <ac:grpSpMk id="31" creationId="{69746215-1ACF-B41E-CCD8-587BA89A81CD}"/>
          </ac:grpSpMkLst>
        </pc:grpChg>
      </pc:sldChg>
      <pc:sldChg chg="addSp delSp modSp add mod setBg">
        <pc:chgData name="Robert de Groote" userId="2ce5265b-80a0-4fb8-a62a-8035e9b0c45a" providerId="ADAL" clId="{EF806A60-D76F-4088-BA7C-EFFC6B100EE3}" dt="2025-09-08T08:35:41.606" v="13391" actId="6549"/>
        <pc:sldMkLst>
          <pc:docMk/>
          <pc:sldMk cId="1075786766" sldId="279"/>
        </pc:sldMkLst>
        <pc:spChg chg="mod">
          <ac:chgData name="Robert de Groote" userId="2ce5265b-80a0-4fb8-a62a-8035e9b0c45a" providerId="ADAL" clId="{EF806A60-D76F-4088-BA7C-EFFC6B100EE3}" dt="2025-09-08T08:34:00.387" v="13385" actId="26606"/>
          <ac:spMkLst>
            <pc:docMk/>
            <pc:sldMk cId="1075786766" sldId="279"/>
            <ac:spMk id="2" creationId="{9FC56EC6-875A-8E17-B55A-22ACC6B7D6C3}"/>
          </ac:spMkLst>
        </pc:spChg>
        <pc:spChg chg="mod ord">
          <ac:chgData name="Robert de Groote" userId="2ce5265b-80a0-4fb8-a62a-8035e9b0c45a" providerId="ADAL" clId="{EF806A60-D76F-4088-BA7C-EFFC6B100EE3}" dt="2025-09-08T08:35:41.606" v="13391" actId="6549"/>
          <ac:spMkLst>
            <pc:docMk/>
            <pc:sldMk cId="1075786766" sldId="279"/>
            <ac:spMk id="3" creationId="{5D0CA90D-1C70-7B14-1FC9-D72CB1F0A89F}"/>
          </ac:spMkLst>
        </pc:spChg>
        <pc:spChg chg="add del">
          <ac:chgData name="Robert de Groote" userId="2ce5265b-80a0-4fb8-a62a-8035e9b0c45a" providerId="ADAL" clId="{EF806A60-D76F-4088-BA7C-EFFC6B100EE3}" dt="2025-09-08T08:33:57.953" v="13382" actId="26606"/>
          <ac:spMkLst>
            <pc:docMk/>
            <pc:sldMk cId="1075786766" sldId="279"/>
            <ac:spMk id="1031" creationId="{DBDA151C-5770-45E4-AAFF-59E7F403866D}"/>
          </ac:spMkLst>
        </pc:spChg>
        <pc:spChg chg="add del">
          <ac:chgData name="Robert de Groote" userId="2ce5265b-80a0-4fb8-a62a-8035e9b0c45a" providerId="ADAL" clId="{EF806A60-D76F-4088-BA7C-EFFC6B100EE3}" dt="2025-09-08T08:34:00.387" v="13384" actId="26606"/>
          <ac:spMkLst>
            <pc:docMk/>
            <pc:sldMk cId="1075786766" sldId="279"/>
            <ac:spMk id="1035" creationId="{063F27BC-7079-4FF7-8F7C-ABC82FA3C247}"/>
          </ac:spMkLst>
        </pc:spChg>
        <pc:spChg chg="add">
          <ac:chgData name="Robert de Groote" userId="2ce5265b-80a0-4fb8-a62a-8035e9b0c45a" providerId="ADAL" clId="{EF806A60-D76F-4088-BA7C-EFFC6B100EE3}" dt="2025-09-08T08:34:00.387" v="13385" actId="26606"/>
          <ac:spMkLst>
            <pc:docMk/>
            <pc:sldMk cId="1075786766" sldId="279"/>
            <ac:spMk id="1038" creationId="{DBDA151C-5770-45E4-AAFF-59E7F403866D}"/>
          </ac:spMkLst>
        </pc:spChg>
        <pc:picChg chg="add mod">
          <ac:chgData name="Robert de Groote" userId="2ce5265b-80a0-4fb8-a62a-8035e9b0c45a" providerId="ADAL" clId="{EF806A60-D76F-4088-BA7C-EFFC6B100EE3}" dt="2025-09-08T08:34:00.387" v="13385" actId="26606"/>
          <ac:picMkLst>
            <pc:docMk/>
            <pc:sldMk cId="1075786766" sldId="279"/>
            <ac:picMk id="1026" creationId="{6CE51CA0-E2FD-B9CF-1317-76966286AE60}"/>
          </ac:picMkLst>
        </pc:picChg>
        <pc:cxnChg chg="add del">
          <ac:chgData name="Robert de Groote" userId="2ce5265b-80a0-4fb8-a62a-8035e9b0c45a" providerId="ADAL" clId="{EF806A60-D76F-4088-BA7C-EFFC6B100EE3}" dt="2025-09-08T08:33:57.953" v="13382" actId="26606"/>
          <ac:cxnSpMkLst>
            <pc:docMk/>
            <pc:sldMk cId="1075786766" sldId="279"/>
            <ac:cxnSpMk id="1033" creationId="{2EA0F4A6-3CC9-C9E2-BA02-58FA29F7DD8E}"/>
          </ac:cxnSpMkLst>
        </pc:cxnChg>
        <pc:cxnChg chg="add del">
          <ac:chgData name="Robert de Groote" userId="2ce5265b-80a0-4fb8-a62a-8035e9b0c45a" providerId="ADAL" clId="{EF806A60-D76F-4088-BA7C-EFFC6B100EE3}" dt="2025-09-08T08:34:00.387" v="13384" actId="26606"/>
          <ac:cxnSpMkLst>
            <pc:docMk/>
            <pc:sldMk cId="1075786766" sldId="279"/>
            <ac:cxnSpMk id="1036" creationId="{540DBD50-3CB1-A513-2321-1891E3F0954D}"/>
          </ac:cxnSpMkLst>
        </pc:cxnChg>
        <pc:cxnChg chg="add">
          <ac:chgData name="Robert de Groote" userId="2ce5265b-80a0-4fb8-a62a-8035e9b0c45a" providerId="ADAL" clId="{EF806A60-D76F-4088-BA7C-EFFC6B100EE3}" dt="2025-09-08T08:34:00.387" v="13385" actId="26606"/>
          <ac:cxnSpMkLst>
            <pc:docMk/>
            <pc:sldMk cId="1075786766" sldId="279"/>
            <ac:cxnSpMk id="1039" creationId="{B209265E-E0D7-493B-97CE-2263D50C3F0A}"/>
          </ac:cxnSpMkLst>
        </pc:cxnChg>
      </pc:sldChg>
      <pc:sldChg chg="addSp modSp add mod">
        <pc:chgData name="Robert de Groote" userId="2ce5265b-80a0-4fb8-a62a-8035e9b0c45a" providerId="ADAL" clId="{EF806A60-D76F-4088-BA7C-EFFC6B100EE3}" dt="2025-09-05T05:47:58.092" v="9265" actId="1076"/>
        <pc:sldMkLst>
          <pc:docMk/>
          <pc:sldMk cId="1220311777" sldId="280"/>
        </pc:sldMkLst>
        <pc:spChg chg="add mod">
          <ac:chgData name="Robert de Groote" userId="2ce5265b-80a0-4fb8-a62a-8035e9b0c45a" providerId="ADAL" clId="{EF806A60-D76F-4088-BA7C-EFFC6B100EE3}" dt="2025-09-05T05:47:58.092" v="9265" actId="1076"/>
          <ac:spMkLst>
            <pc:docMk/>
            <pc:sldMk cId="1220311777" sldId="280"/>
            <ac:spMk id="2" creationId="{D65CCE99-17C5-DDE8-8BF8-FA8D75E1A33D}"/>
          </ac:spMkLst>
        </pc:spChg>
        <pc:spChg chg="mod">
          <ac:chgData name="Robert de Groote" userId="2ce5265b-80a0-4fb8-a62a-8035e9b0c45a" providerId="ADAL" clId="{EF806A60-D76F-4088-BA7C-EFFC6B100EE3}" dt="2025-09-04T17:10:01.768" v="7738" actId="20577"/>
          <ac:spMkLst>
            <pc:docMk/>
            <pc:sldMk cId="1220311777" sldId="280"/>
            <ac:spMk id="4" creationId="{D495C3F8-C0C1-986C-0921-9F436843F789}"/>
          </ac:spMkLst>
        </pc:spChg>
        <pc:spChg chg="mod">
          <ac:chgData name="Robert de Groote" userId="2ce5265b-80a0-4fb8-a62a-8035e9b0c45a" providerId="ADAL" clId="{EF806A60-D76F-4088-BA7C-EFFC6B100EE3}" dt="2025-09-04T17:09:57.786" v="7722" actId="20577"/>
          <ac:spMkLst>
            <pc:docMk/>
            <pc:sldMk cId="1220311777" sldId="280"/>
            <ac:spMk id="5" creationId="{AC030E86-81AE-E9B2-C384-CFE569B9F200}"/>
          </ac:spMkLst>
        </pc:spChg>
        <pc:picChg chg="add mod">
          <ac:chgData name="Robert de Groote" userId="2ce5265b-80a0-4fb8-a62a-8035e9b0c45a" providerId="ADAL" clId="{EF806A60-D76F-4088-BA7C-EFFC6B100EE3}" dt="2025-09-05T05:47:08.247" v="9233" actId="1076"/>
          <ac:picMkLst>
            <pc:docMk/>
            <pc:sldMk cId="1220311777" sldId="280"/>
            <ac:picMk id="1026" creationId="{DB0EC470-2647-2BFC-2798-83FA0855491C}"/>
          </ac:picMkLst>
        </pc:picChg>
      </pc:sldChg>
      <pc:sldChg chg="addSp delSp modSp add mod modAnim">
        <pc:chgData name="Robert de Groote" userId="2ce5265b-80a0-4fb8-a62a-8035e9b0c45a" providerId="ADAL" clId="{EF806A60-D76F-4088-BA7C-EFFC6B100EE3}" dt="2025-09-05T09:05:24.317" v="12540"/>
        <pc:sldMkLst>
          <pc:docMk/>
          <pc:sldMk cId="3414448920" sldId="281"/>
        </pc:sldMkLst>
        <pc:spChg chg="mod">
          <ac:chgData name="Robert de Groote" userId="2ce5265b-80a0-4fb8-a62a-8035e9b0c45a" providerId="ADAL" clId="{EF806A60-D76F-4088-BA7C-EFFC6B100EE3}" dt="2025-09-05T09:00:51.756" v="12500" actId="20577"/>
          <ac:spMkLst>
            <pc:docMk/>
            <pc:sldMk cId="3414448920" sldId="281"/>
            <ac:spMk id="3" creationId="{8044C9C9-D791-E56D-5A29-9882DAFEE680}"/>
          </ac:spMkLst>
        </pc:spChg>
        <pc:spChg chg="mod">
          <ac:chgData name="Robert de Groote" userId="2ce5265b-80a0-4fb8-a62a-8035e9b0c45a" providerId="ADAL" clId="{EF806A60-D76F-4088-BA7C-EFFC6B100EE3}" dt="2025-09-05T09:00:01.831" v="12495" actId="20577"/>
          <ac:spMkLst>
            <pc:docMk/>
            <pc:sldMk cId="3414448920" sldId="281"/>
            <ac:spMk id="5" creationId="{4D0E57BB-F505-F5D8-26F9-171CA76E6D17}"/>
          </ac:spMkLst>
        </pc:spChg>
        <pc:spChg chg="mod">
          <ac:chgData name="Robert de Groote" userId="2ce5265b-80a0-4fb8-a62a-8035e9b0c45a" providerId="ADAL" clId="{EF806A60-D76F-4088-BA7C-EFFC6B100EE3}" dt="2025-09-05T09:00:54.533" v="12501" actId="20577"/>
          <ac:spMkLst>
            <pc:docMk/>
            <pc:sldMk cId="3414448920" sldId="281"/>
            <ac:spMk id="6" creationId="{CFDBC579-EE8D-DB83-C467-9F3F2463D6B3}"/>
          </ac:spMkLst>
        </pc:spChg>
        <pc:spChg chg="mod">
          <ac:chgData name="Robert de Groote" userId="2ce5265b-80a0-4fb8-a62a-8035e9b0c45a" providerId="ADAL" clId="{EF806A60-D76F-4088-BA7C-EFFC6B100EE3}" dt="2025-09-05T09:00:56.847" v="12502" actId="20577"/>
          <ac:spMkLst>
            <pc:docMk/>
            <pc:sldMk cId="3414448920" sldId="281"/>
            <ac:spMk id="7" creationId="{9AE577DD-A106-7708-F9B8-1754FE5A2420}"/>
          </ac:spMkLst>
        </pc:spChg>
        <pc:spChg chg="mod">
          <ac:chgData name="Robert de Groote" userId="2ce5265b-80a0-4fb8-a62a-8035e9b0c45a" providerId="ADAL" clId="{EF806A60-D76F-4088-BA7C-EFFC6B100EE3}" dt="2025-09-05T09:01:00.204" v="12504" actId="20577"/>
          <ac:spMkLst>
            <pc:docMk/>
            <pc:sldMk cId="3414448920" sldId="281"/>
            <ac:spMk id="8" creationId="{A8E9C6F4-F512-6C29-9E96-0ED669092692}"/>
          </ac:spMkLst>
        </pc:spChg>
        <pc:spChg chg="mod">
          <ac:chgData name="Robert de Groote" userId="2ce5265b-80a0-4fb8-a62a-8035e9b0c45a" providerId="ADAL" clId="{EF806A60-D76F-4088-BA7C-EFFC6B100EE3}" dt="2025-09-05T09:01:04.037" v="12505" actId="20577"/>
          <ac:spMkLst>
            <pc:docMk/>
            <pc:sldMk cId="3414448920" sldId="281"/>
            <ac:spMk id="9" creationId="{A8A300F9-5CE7-EEA9-05BA-5E5A1BD33462}"/>
          </ac:spMkLst>
        </pc:spChg>
        <pc:spChg chg="mod topLvl">
          <ac:chgData name="Robert de Groote" userId="2ce5265b-80a0-4fb8-a62a-8035e9b0c45a" providerId="ADAL" clId="{EF806A60-D76F-4088-BA7C-EFFC6B100EE3}" dt="2025-09-05T09:01:06.701" v="12506" actId="20577"/>
          <ac:spMkLst>
            <pc:docMk/>
            <pc:sldMk cId="3414448920" sldId="281"/>
            <ac:spMk id="10" creationId="{ED2AF343-1473-1623-810D-4559493BF6DB}"/>
          </ac:spMkLst>
        </pc:spChg>
        <pc:spChg chg="mod topLvl">
          <ac:chgData name="Robert de Groote" userId="2ce5265b-80a0-4fb8-a62a-8035e9b0c45a" providerId="ADAL" clId="{EF806A60-D76F-4088-BA7C-EFFC6B100EE3}" dt="2025-09-05T09:01:09.338" v="12507" actId="20577"/>
          <ac:spMkLst>
            <pc:docMk/>
            <pc:sldMk cId="3414448920" sldId="281"/>
            <ac:spMk id="11" creationId="{897D0966-FC76-26E3-E406-B9A6783516A4}"/>
          </ac:spMkLst>
        </pc:spChg>
        <pc:spChg chg="mod">
          <ac:chgData name="Robert de Groote" userId="2ce5265b-80a0-4fb8-a62a-8035e9b0c45a" providerId="ADAL" clId="{EF806A60-D76F-4088-BA7C-EFFC6B100EE3}" dt="2025-09-05T09:01:11.932" v="12508" actId="20577"/>
          <ac:spMkLst>
            <pc:docMk/>
            <pc:sldMk cId="3414448920" sldId="281"/>
            <ac:spMk id="12" creationId="{224C00B1-13ED-BC38-6F4F-A1C75AA9DE2E}"/>
          </ac:spMkLst>
        </pc:spChg>
        <pc:spChg chg="mod">
          <ac:chgData name="Robert de Groote" userId="2ce5265b-80a0-4fb8-a62a-8035e9b0c45a" providerId="ADAL" clId="{EF806A60-D76F-4088-BA7C-EFFC6B100EE3}" dt="2025-09-05T09:01:15.278" v="12509" actId="20577"/>
          <ac:spMkLst>
            <pc:docMk/>
            <pc:sldMk cId="3414448920" sldId="281"/>
            <ac:spMk id="13" creationId="{14993382-8D45-D5EA-5E4E-DDF05F8F55D3}"/>
          </ac:spMkLst>
        </pc:spChg>
        <pc:spChg chg="mod topLvl">
          <ac:chgData name="Robert de Groote" userId="2ce5265b-80a0-4fb8-a62a-8035e9b0c45a" providerId="ADAL" clId="{EF806A60-D76F-4088-BA7C-EFFC6B100EE3}" dt="2025-09-05T09:01:18.278" v="12510" actId="20577"/>
          <ac:spMkLst>
            <pc:docMk/>
            <pc:sldMk cId="3414448920" sldId="281"/>
            <ac:spMk id="27" creationId="{A6C7C44A-7078-3426-F03F-9E81B358916C}"/>
          </ac:spMkLst>
        </pc:spChg>
        <pc:spChg chg="mod">
          <ac:chgData name="Robert de Groote" userId="2ce5265b-80a0-4fb8-a62a-8035e9b0c45a" providerId="ADAL" clId="{EF806A60-D76F-4088-BA7C-EFFC6B100EE3}" dt="2025-09-05T09:03:54.895" v="12535" actId="1076"/>
          <ac:spMkLst>
            <pc:docMk/>
            <pc:sldMk cId="3414448920" sldId="281"/>
            <ac:spMk id="34" creationId="{5AB62FE0-C8AF-72FF-BDF2-F77340274CC6}"/>
          </ac:spMkLst>
        </pc:spChg>
      </pc:sldChg>
      <pc:sldChg chg="modSp add del mod ord">
        <pc:chgData name="Robert de Groote" userId="2ce5265b-80a0-4fb8-a62a-8035e9b0c45a" providerId="ADAL" clId="{EF806A60-D76F-4088-BA7C-EFFC6B100EE3}" dt="2025-09-05T05:58:08.875" v="9616" actId="47"/>
        <pc:sldMkLst>
          <pc:docMk/>
          <pc:sldMk cId="438054957" sldId="282"/>
        </pc:sldMkLst>
      </pc:sldChg>
      <pc:sldChg chg="addSp delSp modSp add mod delAnim modAnim">
        <pc:chgData name="Robert de Groote" userId="2ce5265b-80a0-4fb8-a62a-8035e9b0c45a" providerId="ADAL" clId="{EF806A60-D76F-4088-BA7C-EFFC6B100EE3}" dt="2025-09-05T11:48:43.113" v="13012"/>
        <pc:sldMkLst>
          <pc:docMk/>
          <pc:sldMk cId="421281697" sldId="283"/>
        </pc:sldMkLst>
        <pc:spChg chg="mod">
          <ac:chgData name="Robert de Groote" userId="2ce5265b-80a0-4fb8-a62a-8035e9b0c45a" providerId="ADAL" clId="{EF806A60-D76F-4088-BA7C-EFFC6B100EE3}" dt="2025-09-05T09:41:34.689" v="12888" actId="20577"/>
          <ac:spMkLst>
            <pc:docMk/>
            <pc:sldMk cId="421281697" sldId="283"/>
            <ac:spMk id="2" creationId="{346DEFFC-458B-42BD-CD74-4BC81E9F88D2}"/>
          </ac:spMkLst>
        </pc:spChg>
        <pc:spChg chg="mod">
          <ac:chgData name="Robert de Groote" userId="2ce5265b-80a0-4fb8-a62a-8035e9b0c45a" providerId="ADAL" clId="{EF806A60-D76F-4088-BA7C-EFFC6B100EE3}" dt="2025-09-05T09:37:45.693" v="12853" actId="20577"/>
          <ac:spMkLst>
            <pc:docMk/>
            <pc:sldMk cId="421281697" sldId="283"/>
            <ac:spMk id="3" creationId="{74E9179E-827A-D861-1421-4F578F030F6C}"/>
          </ac:spMkLst>
        </pc:spChg>
        <pc:spChg chg="mod">
          <ac:chgData name="Robert de Groote" userId="2ce5265b-80a0-4fb8-a62a-8035e9b0c45a" providerId="ADAL" clId="{EF806A60-D76F-4088-BA7C-EFFC6B100EE3}" dt="2025-09-05T09:42:23.790" v="12903" actId="164"/>
          <ac:spMkLst>
            <pc:docMk/>
            <pc:sldMk cId="421281697" sldId="283"/>
            <ac:spMk id="5" creationId="{F21DAA72-35E5-A40A-3CAF-2668AF3F724A}"/>
          </ac:spMkLst>
        </pc:spChg>
        <pc:spChg chg="mod">
          <ac:chgData name="Robert de Groote" userId="2ce5265b-80a0-4fb8-a62a-8035e9b0c45a" providerId="ADAL" clId="{EF806A60-D76F-4088-BA7C-EFFC6B100EE3}" dt="2025-09-05T09:42:23.790" v="12903" actId="164"/>
          <ac:spMkLst>
            <pc:docMk/>
            <pc:sldMk cId="421281697" sldId="283"/>
            <ac:spMk id="6" creationId="{5E9EB68E-C8EB-3A78-D393-0B750EEA8227}"/>
          </ac:spMkLst>
        </pc:spChg>
        <pc:spChg chg="add mod">
          <ac:chgData name="Robert de Groote" userId="2ce5265b-80a0-4fb8-a62a-8035e9b0c45a" providerId="ADAL" clId="{EF806A60-D76F-4088-BA7C-EFFC6B100EE3}" dt="2025-09-05T09:42:23.790" v="12903" actId="164"/>
          <ac:spMkLst>
            <pc:docMk/>
            <pc:sldMk cId="421281697" sldId="283"/>
            <ac:spMk id="7" creationId="{541D4C26-936F-5CBA-795A-9322A81F9BD5}"/>
          </ac:spMkLst>
        </pc:spChg>
        <pc:spChg chg="add mod">
          <ac:chgData name="Robert de Groote" userId="2ce5265b-80a0-4fb8-a62a-8035e9b0c45a" providerId="ADAL" clId="{EF806A60-D76F-4088-BA7C-EFFC6B100EE3}" dt="2025-09-05T09:42:23.790" v="12903" actId="164"/>
          <ac:spMkLst>
            <pc:docMk/>
            <pc:sldMk cId="421281697" sldId="283"/>
            <ac:spMk id="8" creationId="{57F71470-1FC8-7DE2-0C24-ADE49996B240}"/>
          </ac:spMkLst>
        </pc:spChg>
        <pc:spChg chg="mod">
          <ac:chgData name="Robert de Groote" userId="2ce5265b-80a0-4fb8-a62a-8035e9b0c45a" providerId="ADAL" clId="{EF806A60-D76F-4088-BA7C-EFFC6B100EE3}" dt="2025-09-05T09:42:54.507" v="12909" actId="13822"/>
          <ac:spMkLst>
            <pc:docMk/>
            <pc:sldMk cId="421281697" sldId="283"/>
            <ac:spMk id="9" creationId="{AFABE8BB-5094-4B4A-5DEB-382EA13EE08F}"/>
          </ac:spMkLst>
        </pc:spChg>
        <pc:spChg chg="mod">
          <ac:chgData name="Robert de Groote" userId="2ce5265b-80a0-4fb8-a62a-8035e9b0c45a" providerId="ADAL" clId="{EF806A60-D76F-4088-BA7C-EFFC6B100EE3}" dt="2025-09-05T09:42:57.973" v="12910" actId="13822"/>
          <ac:spMkLst>
            <pc:docMk/>
            <pc:sldMk cId="421281697" sldId="283"/>
            <ac:spMk id="10" creationId="{AE255996-F5F0-0BDC-C75E-DEE21887BAAE}"/>
          </ac:spMkLst>
        </pc:spChg>
        <pc:spChg chg="add mod">
          <ac:chgData name="Robert de Groote" userId="2ce5265b-80a0-4fb8-a62a-8035e9b0c45a" providerId="ADAL" clId="{EF806A60-D76F-4088-BA7C-EFFC6B100EE3}" dt="2025-09-05T09:43:00.052" v="12911" actId="13822"/>
          <ac:spMkLst>
            <pc:docMk/>
            <pc:sldMk cId="421281697" sldId="283"/>
            <ac:spMk id="11" creationId="{A068160D-3A8D-9F00-6BB4-2F2308556055}"/>
          </ac:spMkLst>
        </pc:spChg>
        <pc:spChg chg="mod">
          <ac:chgData name="Robert de Groote" userId="2ce5265b-80a0-4fb8-a62a-8035e9b0c45a" providerId="ADAL" clId="{EF806A60-D76F-4088-BA7C-EFFC6B100EE3}" dt="2025-09-05T09:43:02.250" v="12912" actId="13822"/>
          <ac:spMkLst>
            <pc:docMk/>
            <pc:sldMk cId="421281697" sldId="283"/>
            <ac:spMk id="12" creationId="{C2F51F35-8E13-59C5-5393-11E2DDDEF43A}"/>
          </ac:spMkLst>
        </pc:spChg>
        <pc:spChg chg="mod">
          <ac:chgData name="Robert de Groote" userId="2ce5265b-80a0-4fb8-a62a-8035e9b0c45a" providerId="ADAL" clId="{EF806A60-D76F-4088-BA7C-EFFC6B100EE3}" dt="2025-09-05T09:42:23.790" v="12903" actId="164"/>
          <ac:spMkLst>
            <pc:docMk/>
            <pc:sldMk cId="421281697" sldId="283"/>
            <ac:spMk id="13" creationId="{40A3F739-E20C-9755-8F4A-D72E4036D17D}"/>
          </ac:spMkLst>
        </pc:spChg>
        <pc:spChg chg="mod">
          <ac:chgData name="Robert de Groote" userId="2ce5265b-80a0-4fb8-a62a-8035e9b0c45a" providerId="ADAL" clId="{EF806A60-D76F-4088-BA7C-EFFC6B100EE3}" dt="2025-09-05T09:42:23.790" v="12903" actId="164"/>
          <ac:spMkLst>
            <pc:docMk/>
            <pc:sldMk cId="421281697" sldId="283"/>
            <ac:spMk id="14" creationId="{24B16123-5355-F946-2E20-6D607138AC25}"/>
          </ac:spMkLst>
        </pc:spChg>
        <pc:spChg chg="add mod">
          <ac:chgData name="Robert de Groote" userId="2ce5265b-80a0-4fb8-a62a-8035e9b0c45a" providerId="ADAL" clId="{EF806A60-D76F-4088-BA7C-EFFC6B100EE3}" dt="2025-09-05T09:42:23.790" v="12903" actId="164"/>
          <ac:spMkLst>
            <pc:docMk/>
            <pc:sldMk cId="421281697" sldId="283"/>
            <ac:spMk id="15" creationId="{0FDCAAB8-1F26-70FC-83F5-98ADD1829642}"/>
          </ac:spMkLst>
        </pc:spChg>
        <pc:spChg chg="mod">
          <ac:chgData name="Robert de Groote" userId="2ce5265b-80a0-4fb8-a62a-8035e9b0c45a" providerId="ADAL" clId="{EF806A60-D76F-4088-BA7C-EFFC6B100EE3}" dt="2025-09-05T09:43:52.603" v="12915" actId="20577"/>
          <ac:spMkLst>
            <pc:docMk/>
            <pc:sldMk cId="421281697" sldId="283"/>
            <ac:spMk id="34" creationId="{D1B57800-426A-79FB-89C0-2BDBA31E426A}"/>
          </ac:spMkLst>
        </pc:spChg>
        <pc:spChg chg="mod">
          <ac:chgData name="Robert de Groote" userId="2ce5265b-80a0-4fb8-a62a-8035e9b0c45a" providerId="ADAL" clId="{EF806A60-D76F-4088-BA7C-EFFC6B100EE3}" dt="2025-09-05T09:44:09.291" v="12921" actId="20577"/>
          <ac:spMkLst>
            <pc:docMk/>
            <pc:sldMk cId="421281697" sldId="283"/>
            <ac:spMk id="35" creationId="{B8D8B6D9-1D5E-26EE-774C-B4399BFBBFC2}"/>
          </ac:spMkLst>
        </pc:spChg>
        <pc:spChg chg="mod">
          <ac:chgData name="Robert de Groote" userId="2ce5265b-80a0-4fb8-a62a-8035e9b0c45a" providerId="ADAL" clId="{EF806A60-D76F-4088-BA7C-EFFC6B100EE3}" dt="2025-09-05T09:44:14.155" v="12922" actId="20577"/>
          <ac:spMkLst>
            <pc:docMk/>
            <pc:sldMk cId="421281697" sldId="283"/>
            <ac:spMk id="36" creationId="{0FEAFD76-EB0D-D75F-ABC2-9E9816503BDF}"/>
          </ac:spMkLst>
        </pc:spChg>
        <pc:spChg chg="mod">
          <ac:chgData name="Robert de Groote" userId="2ce5265b-80a0-4fb8-a62a-8035e9b0c45a" providerId="ADAL" clId="{EF806A60-D76F-4088-BA7C-EFFC6B100EE3}" dt="2025-09-05T09:44:15.983" v="12923" actId="20577"/>
          <ac:spMkLst>
            <pc:docMk/>
            <pc:sldMk cId="421281697" sldId="283"/>
            <ac:spMk id="37" creationId="{810EB2B1-8382-E365-F436-A76ED279AD68}"/>
          </ac:spMkLst>
        </pc:spChg>
        <pc:spChg chg="mod">
          <ac:chgData name="Robert de Groote" userId="2ce5265b-80a0-4fb8-a62a-8035e9b0c45a" providerId="ADAL" clId="{EF806A60-D76F-4088-BA7C-EFFC6B100EE3}" dt="2025-09-05T09:44:19.637" v="12924" actId="20577"/>
          <ac:spMkLst>
            <pc:docMk/>
            <pc:sldMk cId="421281697" sldId="283"/>
            <ac:spMk id="38" creationId="{7149F4E0-F1ED-1C44-B624-EE758449A3F1}"/>
          </ac:spMkLst>
        </pc:spChg>
        <pc:spChg chg="mod">
          <ac:chgData name="Robert de Groote" userId="2ce5265b-80a0-4fb8-a62a-8035e9b0c45a" providerId="ADAL" clId="{EF806A60-D76F-4088-BA7C-EFFC6B100EE3}" dt="2025-09-05T09:44:23.234" v="12925" actId="20577"/>
          <ac:spMkLst>
            <pc:docMk/>
            <pc:sldMk cId="421281697" sldId="283"/>
            <ac:spMk id="39" creationId="{5B4F0986-D6A0-E394-ED17-2D3757DFA2A3}"/>
          </ac:spMkLst>
        </pc:spChg>
        <pc:spChg chg="mod">
          <ac:chgData name="Robert de Groote" userId="2ce5265b-80a0-4fb8-a62a-8035e9b0c45a" providerId="ADAL" clId="{EF806A60-D76F-4088-BA7C-EFFC6B100EE3}" dt="2025-09-05T09:44:27.389" v="12926" actId="20577"/>
          <ac:spMkLst>
            <pc:docMk/>
            <pc:sldMk cId="421281697" sldId="283"/>
            <ac:spMk id="40" creationId="{F8EE6468-1C79-C8C5-EB60-DA7FE09D7CEB}"/>
          </ac:spMkLst>
        </pc:spChg>
        <pc:spChg chg="mod">
          <ac:chgData name="Robert de Groote" userId="2ce5265b-80a0-4fb8-a62a-8035e9b0c45a" providerId="ADAL" clId="{EF806A60-D76F-4088-BA7C-EFFC6B100EE3}" dt="2025-09-05T09:44:29.021" v="12927" actId="20577"/>
          <ac:spMkLst>
            <pc:docMk/>
            <pc:sldMk cId="421281697" sldId="283"/>
            <ac:spMk id="41" creationId="{1E35728D-415E-629B-EA59-F3CFD5F469C0}"/>
          </ac:spMkLst>
        </pc:spChg>
        <pc:spChg chg="mod">
          <ac:chgData name="Robert de Groote" userId="2ce5265b-80a0-4fb8-a62a-8035e9b0c45a" providerId="ADAL" clId="{EF806A60-D76F-4088-BA7C-EFFC6B100EE3}" dt="2025-09-05T09:44:31.311" v="12928" actId="20577"/>
          <ac:spMkLst>
            <pc:docMk/>
            <pc:sldMk cId="421281697" sldId="283"/>
            <ac:spMk id="42" creationId="{2987D296-7D54-809F-9383-4B96D0094104}"/>
          </ac:spMkLst>
        </pc:spChg>
        <pc:spChg chg="mod">
          <ac:chgData name="Robert de Groote" userId="2ce5265b-80a0-4fb8-a62a-8035e9b0c45a" providerId="ADAL" clId="{EF806A60-D76F-4088-BA7C-EFFC6B100EE3}" dt="2025-09-05T09:43:41.094" v="12913"/>
          <ac:spMkLst>
            <pc:docMk/>
            <pc:sldMk cId="421281697" sldId="283"/>
            <ac:spMk id="43" creationId="{1ABA0920-937A-5C73-9039-3ADB450D261F}"/>
          </ac:spMkLst>
        </pc:spChg>
        <pc:spChg chg="mod">
          <ac:chgData name="Robert de Groote" userId="2ce5265b-80a0-4fb8-a62a-8035e9b0c45a" providerId="ADAL" clId="{EF806A60-D76F-4088-BA7C-EFFC6B100EE3}" dt="2025-09-05T09:44:32.907" v="12929" actId="20577"/>
          <ac:spMkLst>
            <pc:docMk/>
            <pc:sldMk cId="421281697" sldId="283"/>
            <ac:spMk id="44" creationId="{0A48F7CE-170E-7AC3-2F0C-C4E3133BCAA7}"/>
          </ac:spMkLst>
        </pc:spChg>
        <pc:spChg chg="mod">
          <ac:chgData name="Robert de Groote" userId="2ce5265b-80a0-4fb8-a62a-8035e9b0c45a" providerId="ADAL" clId="{EF806A60-D76F-4088-BA7C-EFFC6B100EE3}" dt="2025-09-05T09:44:47.483" v="12930"/>
          <ac:spMkLst>
            <pc:docMk/>
            <pc:sldMk cId="421281697" sldId="283"/>
            <ac:spMk id="46" creationId="{8105C82F-213D-8F68-01E1-318AF2FCFA57}"/>
          </ac:spMkLst>
        </pc:spChg>
        <pc:spChg chg="mod">
          <ac:chgData name="Robert de Groote" userId="2ce5265b-80a0-4fb8-a62a-8035e9b0c45a" providerId="ADAL" clId="{EF806A60-D76F-4088-BA7C-EFFC6B100EE3}" dt="2025-09-05T10:15:03.221" v="12937" actId="404"/>
          <ac:spMkLst>
            <pc:docMk/>
            <pc:sldMk cId="421281697" sldId="283"/>
            <ac:spMk id="47" creationId="{8717F9BB-FFA6-6859-6752-8F0E77DF33AE}"/>
          </ac:spMkLst>
        </pc:spChg>
        <pc:spChg chg="mod">
          <ac:chgData name="Robert de Groote" userId="2ce5265b-80a0-4fb8-a62a-8035e9b0c45a" providerId="ADAL" clId="{EF806A60-D76F-4088-BA7C-EFFC6B100EE3}" dt="2025-09-05T10:15:16.821" v="12939" actId="20577"/>
          <ac:spMkLst>
            <pc:docMk/>
            <pc:sldMk cId="421281697" sldId="283"/>
            <ac:spMk id="48" creationId="{D16B9CA9-F5B7-EAD6-9132-C6A167067D69}"/>
          </ac:spMkLst>
        </pc:spChg>
        <pc:spChg chg="mod">
          <ac:chgData name="Robert de Groote" userId="2ce5265b-80a0-4fb8-a62a-8035e9b0c45a" providerId="ADAL" clId="{EF806A60-D76F-4088-BA7C-EFFC6B100EE3}" dt="2025-09-05T10:15:47.196" v="12941" actId="20577"/>
          <ac:spMkLst>
            <pc:docMk/>
            <pc:sldMk cId="421281697" sldId="283"/>
            <ac:spMk id="49" creationId="{5E3ED9C7-B369-79E0-ACD9-A6924DE6DC97}"/>
          </ac:spMkLst>
        </pc:spChg>
        <pc:spChg chg="mod">
          <ac:chgData name="Robert de Groote" userId="2ce5265b-80a0-4fb8-a62a-8035e9b0c45a" providerId="ADAL" clId="{EF806A60-D76F-4088-BA7C-EFFC6B100EE3}" dt="2025-09-05T10:16:07.943" v="12943" actId="20577"/>
          <ac:spMkLst>
            <pc:docMk/>
            <pc:sldMk cId="421281697" sldId="283"/>
            <ac:spMk id="50" creationId="{3E333DFB-9C07-B665-70BA-382D4B6F3B7C}"/>
          </ac:spMkLst>
        </pc:spChg>
        <pc:spChg chg="mod">
          <ac:chgData name="Robert de Groote" userId="2ce5265b-80a0-4fb8-a62a-8035e9b0c45a" providerId="ADAL" clId="{EF806A60-D76F-4088-BA7C-EFFC6B100EE3}" dt="2025-09-05T10:16:27.823" v="12945" actId="20577"/>
          <ac:spMkLst>
            <pc:docMk/>
            <pc:sldMk cId="421281697" sldId="283"/>
            <ac:spMk id="51" creationId="{1598302F-9D8E-1537-AE25-380D1C2C4234}"/>
          </ac:spMkLst>
        </pc:spChg>
        <pc:spChg chg="mod">
          <ac:chgData name="Robert de Groote" userId="2ce5265b-80a0-4fb8-a62a-8035e9b0c45a" providerId="ADAL" clId="{EF806A60-D76F-4088-BA7C-EFFC6B100EE3}" dt="2025-09-05T09:44:47.483" v="12930"/>
          <ac:spMkLst>
            <pc:docMk/>
            <pc:sldMk cId="421281697" sldId="283"/>
            <ac:spMk id="52" creationId="{CEE31788-E0BA-AD4C-F458-C0E2D77E0AA4}"/>
          </ac:spMkLst>
        </pc:spChg>
        <pc:spChg chg="mod">
          <ac:chgData name="Robert de Groote" userId="2ce5265b-80a0-4fb8-a62a-8035e9b0c45a" providerId="ADAL" clId="{EF806A60-D76F-4088-BA7C-EFFC6B100EE3}" dt="2025-09-05T10:16:42.457" v="12947" actId="20577"/>
          <ac:spMkLst>
            <pc:docMk/>
            <pc:sldMk cId="421281697" sldId="283"/>
            <ac:spMk id="53" creationId="{BB3A9E09-594A-D95F-8B12-61F69E2BCA47}"/>
          </ac:spMkLst>
        </pc:spChg>
        <pc:spChg chg="mod">
          <ac:chgData name="Robert de Groote" userId="2ce5265b-80a0-4fb8-a62a-8035e9b0c45a" providerId="ADAL" clId="{EF806A60-D76F-4088-BA7C-EFFC6B100EE3}" dt="2025-09-05T09:44:47.483" v="12930"/>
          <ac:spMkLst>
            <pc:docMk/>
            <pc:sldMk cId="421281697" sldId="283"/>
            <ac:spMk id="54" creationId="{07E59B5D-F06B-8C5E-3E8C-7AC86F01A588}"/>
          </ac:spMkLst>
        </pc:spChg>
        <pc:spChg chg="mod">
          <ac:chgData name="Robert de Groote" userId="2ce5265b-80a0-4fb8-a62a-8035e9b0c45a" providerId="ADAL" clId="{EF806A60-D76F-4088-BA7C-EFFC6B100EE3}" dt="2025-09-05T09:44:47.483" v="12930"/>
          <ac:spMkLst>
            <pc:docMk/>
            <pc:sldMk cId="421281697" sldId="283"/>
            <ac:spMk id="55" creationId="{AB464677-245F-8077-C3AC-FE62C7D82E86}"/>
          </ac:spMkLst>
        </pc:spChg>
        <pc:spChg chg="mod">
          <ac:chgData name="Robert de Groote" userId="2ce5265b-80a0-4fb8-a62a-8035e9b0c45a" providerId="ADAL" clId="{EF806A60-D76F-4088-BA7C-EFFC6B100EE3}" dt="2025-09-05T10:16:54.788" v="12949" actId="20577"/>
          <ac:spMkLst>
            <pc:docMk/>
            <pc:sldMk cId="421281697" sldId="283"/>
            <ac:spMk id="56" creationId="{3A7F6F5E-06C7-1763-BEEC-218B038CAF98}"/>
          </ac:spMkLst>
        </pc:spChg>
        <pc:spChg chg="add mod">
          <ac:chgData name="Robert de Groote" userId="2ce5265b-80a0-4fb8-a62a-8035e9b0c45a" providerId="ADAL" clId="{EF806A60-D76F-4088-BA7C-EFFC6B100EE3}" dt="2025-09-05T10:39:50.843" v="13001" actId="207"/>
          <ac:spMkLst>
            <pc:docMk/>
            <pc:sldMk cId="421281697" sldId="283"/>
            <ac:spMk id="58" creationId="{71C7BA90-ED4F-013A-A039-5765BB1894F4}"/>
          </ac:spMkLst>
        </pc:spChg>
        <pc:spChg chg="add mod">
          <ac:chgData name="Robert de Groote" userId="2ce5265b-80a0-4fb8-a62a-8035e9b0c45a" providerId="ADAL" clId="{EF806A60-D76F-4088-BA7C-EFFC6B100EE3}" dt="2025-09-05T11:48:13.466" v="13007" actId="1076"/>
          <ac:spMkLst>
            <pc:docMk/>
            <pc:sldMk cId="421281697" sldId="283"/>
            <ac:spMk id="60" creationId="{7B14AE2C-171B-7D08-5056-AAD3D78CE020}"/>
          </ac:spMkLst>
        </pc:spChg>
        <pc:grpChg chg="mod">
          <ac:chgData name="Robert de Groote" userId="2ce5265b-80a0-4fb8-a62a-8035e9b0c45a" providerId="ADAL" clId="{EF806A60-D76F-4088-BA7C-EFFC6B100EE3}" dt="2025-09-05T09:42:43.606" v="12908" actId="1076"/>
          <ac:grpSpMkLst>
            <pc:docMk/>
            <pc:sldMk cId="421281697" sldId="283"/>
            <ac:grpSpMk id="32" creationId="{27FAC278-F808-8B82-D9F2-44A91C6BFB76}"/>
          </ac:grpSpMkLst>
        </pc:grpChg>
        <pc:grpChg chg="mod">
          <ac:chgData name="Robert de Groote" userId="2ce5265b-80a0-4fb8-a62a-8035e9b0c45a" providerId="ADAL" clId="{EF806A60-D76F-4088-BA7C-EFFC6B100EE3}" dt="2025-09-05T09:43:46.404" v="12914" actId="1076"/>
          <ac:grpSpMkLst>
            <pc:docMk/>
            <pc:sldMk cId="421281697" sldId="283"/>
            <ac:grpSpMk id="33" creationId="{7DB67859-66B2-D7DC-CA72-C2496CE8BBE3}"/>
          </ac:grpSpMkLst>
        </pc:grpChg>
        <pc:grpChg chg="mod">
          <ac:chgData name="Robert de Groote" userId="2ce5265b-80a0-4fb8-a62a-8035e9b0c45a" providerId="ADAL" clId="{EF806A60-D76F-4088-BA7C-EFFC6B100EE3}" dt="2025-09-05T09:44:49.445" v="12931" actId="1076"/>
          <ac:grpSpMkLst>
            <pc:docMk/>
            <pc:sldMk cId="421281697" sldId="283"/>
            <ac:grpSpMk id="45" creationId="{87CD50EA-EE73-3829-01AA-3246496DE72A}"/>
          </ac:grpSpMkLst>
        </pc:grpChg>
      </pc:sldChg>
      <pc:sldChg chg="addSp delSp modSp add mod modAnim">
        <pc:chgData name="Robert de Groote" userId="2ce5265b-80a0-4fb8-a62a-8035e9b0c45a" providerId="ADAL" clId="{EF806A60-D76F-4088-BA7C-EFFC6B100EE3}" dt="2025-09-08T17:25:10.720" v="13948" actId="20577"/>
        <pc:sldMkLst>
          <pc:docMk/>
          <pc:sldMk cId="2023822900" sldId="284"/>
        </pc:sldMkLst>
        <pc:spChg chg="mod">
          <ac:chgData name="Robert de Groote" userId="2ce5265b-80a0-4fb8-a62a-8035e9b0c45a" providerId="ADAL" clId="{EF806A60-D76F-4088-BA7C-EFFC6B100EE3}" dt="2025-09-03T13:54:58.020" v="3051" actId="20577"/>
          <ac:spMkLst>
            <pc:docMk/>
            <pc:sldMk cId="2023822900" sldId="284"/>
            <ac:spMk id="2" creationId="{1C7D4EB6-2578-97C2-AF63-E43125EC23B0}"/>
          </ac:spMkLst>
        </pc:spChg>
        <pc:spChg chg="add mod">
          <ac:chgData name="Robert de Groote" userId="2ce5265b-80a0-4fb8-a62a-8035e9b0c45a" providerId="ADAL" clId="{EF806A60-D76F-4088-BA7C-EFFC6B100EE3}" dt="2025-09-04T17:47:10.010" v="8816" actId="113"/>
          <ac:spMkLst>
            <pc:docMk/>
            <pc:sldMk cId="2023822900" sldId="284"/>
            <ac:spMk id="5" creationId="{4883716A-997F-D963-8838-4FF7AC3FB20E}"/>
          </ac:spMkLst>
        </pc:spChg>
        <pc:spChg chg="add mod">
          <ac:chgData name="Robert de Groote" userId="2ce5265b-80a0-4fb8-a62a-8035e9b0c45a" providerId="ADAL" clId="{EF806A60-D76F-4088-BA7C-EFFC6B100EE3}" dt="2025-09-04T17:43:36.750" v="8513" actId="1076"/>
          <ac:spMkLst>
            <pc:docMk/>
            <pc:sldMk cId="2023822900" sldId="284"/>
            <ac:spMk id="8" creationId="{64FD3135-E1E4-963C-593E-59D1D586887D}"/>
          </ac:spMkLst>
        </pc:spChg>
        <pc:graphicFrameChg chg="add mod modGraphic">
          <ac:chgData name="Robert de Groote" userId="2ce5265b-80a0-4fb8-a62a-8035e9b0c45a" providerId="ADAL" clId="{EF806A60-D76F-4088-BA7C-EFFC6B100EE3}" dt="2025-09-08T17:25:10.720" v="13948" actId="20577"/>
          <ac:graphicFrameMkLst>
            <pc:docMk/>
            <pc:sldMk cId="2023822900" sldId="284"/>
            <ac:graphicFrameMk id="4" creationId="{182D2C77-B1C1-EBC6-F9BF-4967DA40475A}"/>
          </ac:graphicFrameMkLst>
        </pc:graphicFrameChg>
      </pc:sldChg>
      <pc:sldChg chg="modSp add mod ord modAnim">
        <pc:chgData name="Robert de Groote" userId="2ce5265b-80a0-4fb8-a62a-8035e9b0c45a" providerId="ADAL" clId="{EF806A60-D76F-4088-BA7C-EFFC6B100EE3}" dt="2025-09-05T11:49:23.704" v="13016"/>
        <pc:sldMkLst>
          <pc:docMk/>
          <pc:sldMk cId="126539791" sldId="285"/>
        </pc:sldMkLst>
        <pc:spChg chg="mod">
          <ac:chgData name="Robert de Groote" userId="2ce5265b-80a0-4fb8-a62a-8035e9b0c45a" providerId="ADAL" clId="{EF806A60-D76F-4088-BA7C-EFFC6B100EE3}" dt="2025-09-05T06:09:28.675" v="10336" actId="20577"/>
          <ac:spMkLst>
            <pc:docMk/>
            <pc:sldMk cId="126539791" sldId="285"/>
            <ac:spMk id="2" creationId="{68743996-AD7D-8ADE-39EB-F60108565B5C}"/>
          </ac:spMkLst>
        </pc:spChg>
        <pc:spChg chg="mod">
          <ac:chgData name="Robert de Groote" userId="2ce5265b-80a0-4fb8-a62a-8035e9b0c45a" providerId="ADAL" clId="{EF806A60-D76F-4088-BA7C-EFFC6B100EE3}" dt="2025-09-05T06:20:55.667" v="11036" actId="113"/>
          <ac:spMkLst>
            <pc:docMk/>
            <pc:sldMk cId="126539791" sldId="285"/>
            <ac:spMk id="3" creationId="{0C2B6AA9-B427-912D-677E-DECF78D5D759}"/>
          </ac:spMkLst>
        </pc:spChg>
      </pc:sldChg>
      <pc:sldChg chg="addSp delSp modSp add mod delAnim modAnim">
        <pc:chgData name="Robert de Groote" userId="2ce5265b-80a0-4fb8-a62a-8035e9b0c45a" providerId="ADAL" clId="{EF806A60-D76F-4088-BA7C-EFFC6B100EE3}" dt="2025-09-05T12:45:14.998" v="13334"/>
        <pc:sldMkLst>
          <pc:docMk/>
          <pc:sldMk cId="3210088949" sldId="286"/>
        </pc:sldMkLst>
        <pc:spChg chg="mod">
          <ac:chgData name="Robert de Groote" userId="2ce5265b-80a0-4fb8-a62a-8035e9b0c45a" providerId="ADAL" clId="{EF806A60-D76F-4088-BA7C-EFFC6B100EE3}" dt="2025-09-05T12:44:55.112" v="13330" actId="20577"/>
          <ac:spMkLst>
            <pc:docMk/>
            <pc:sldMk cId="3210088949" sldId="286"/>
            <ac:spMk id="3" creationId="{AE2EAF41-7BAB-21B0-1B34-D9533F118B95}"/>
          </ac:spMkLst>
        </pc:spChg>
        <pc:spChg chg="mod">
          <ac:chgData name="Robert de Groote" userId="2ce5265b-80a0-4fb8-a62a-8035e9b0c45a" providerId="ADAL" clId="{EF806A60-D76F-4088-BA7C-EFFC6B100EE3}" dt="2025-09-04T12:28:08.711" v="3441" actId="1076"/>
          <ac:spMkLst>
            <pc:docMk/>
            <pc:sldMk cId="3210088949" sldId="286"/>
            <ac:spMk id="16" creationId="{4A8A0519-E4C7-9F51-25C4-E5AC05DA8DC6}"/>
          </ac:spMkLst>
        </pc:spChg>
        <pc:spChg chg="add mod">
          <ac:chgData name="Robert de Groote" userId="2ce5265b-80a0-4fb8-a62a-8035e9b0c45a" providerId="ADAL" clId="{EF806A60-D76F-4088-BA7C-EFFC6B100EE3}" dt="2025-09-04T13:26:30.738" v="4593" actId="6549"/>
          <ac:spMkLst>
            <pc:docMk/>
            <pc:sldMk cId="3210088949" sldId="286"/>
            <ac:spMk id="17" creationId="{F267939D-BA9A-59C1-A98A-ECFC28F3BF66}"/>
          </ac:spMkLst>
        </pc:spChg>
        <pc:spChg chg="add mod">
          <ac:chgData name="Robert de Groote" userId="2ce5265b-80a0-4fb8-a62a-8035e9b0c45a" providerId="ADAL" clId="{EF806A60-D76F-4088-BA7C-EFFC6B100EE3}" dt="2025-09-04T13:11:25.773" v="4399" actId="20577"/>
          <ac:spMkLst>
            <pc:docMk/>
            <pc:sldMk cId="3210088949" sldId="286"/>
            <ac:spMk id="18" creationId="{2CE7393A-6B19-8FE8-218A-21BA7E675C9D}"/>
          </ac:spMkLst>
        </pc:spChg>
        <pc:spChg chg="add mod">
          <ac:chgData name="Robert de Groote" userId="2ce5265b-80a0-4fb8-a62a-8035e9b0c45a" providerId="ADAL" clId="{EF806A60-D76F-4088-BA7C-EFFC6B100EE3}" dt="2025-09-04T13:11:27.095" v="4400" actId="20577"/>
          <ac:spMkLst>
            <pc:docMk/>
            <pc:sldMk cId="3210088949" sldId="286"/>
            <ac:spMk id="19" creationId="{45A15BBB-0124-EA98-93C7-4908DBE6767E}"/>
          </ac:spMkLst>
        </pc:spChg>
        <pc:spChg chg="add mod">
          <ac:chgData name="Robert de Groote" userId="2ce5265b-80a0-4fb8-a62a-8035e9b0c45a" providerId="ADAL" clId="{EF806A60-D76F-4088-BA7C-EFFC6B100EE3}" dt="2025-09-04T13:12:24.266" v="4413" actId="555"/>
          <ac:spMkLst>
            <pc:docMk/>
            <pc:sldMk cId="3210088949" sldId="286"/>
            <ac:spMk id="21" creationId="{9C35CBCE-0E71-D316-9B71-F09B9A41DAA3}"/>
          </ac:spMkLst>
        </pc:spChg>
        <pc:spChg chg="add mod">
          <ac:chgData name="Robert de Groote" userId="2ce5265b-80a0-4fb8-a62a-8035e9b0c45a" providerId="ADAL" clId="{EF806A60-D76F-4088-BA7C-EFFC6B100EE3}" dt="2025-09-04T13:12:24.266" v="4413" actId="555"/>
          <ac:spMkLst>
            <pc:docMk/>
            <pc:sldMk cId="3210088949" sldId="286"/>
            <ac:spMk id="22" creationId="{9CC9B297-BF9C-B3EE-1153-AC091B4A6CE7}"/>
          </ac:spMkLst>
        </pc:spChg>
        <pc:spChg chg="add mod topLvl">
          <ac:chgData name="Robert de Groote" userId="2ce5265b-80a0-4fb8-a62a-8035e9b0c45a" providerId="ADAL" clId="{EF806A60-D76F-4088-BA7C-EFFC6B100EE3}" dt="2025-09-04T13:18:01.940" v="4486" actId="164"/>
          <ac:spMkLst>
            <pc:docMk/>
            <pc:sldMk cId="3210088949" sldId="286"/>
            <ac:spMk id="28" creationId="{C0102265-59CA-FAF4-D331-15FFA99F9E6C}"/>
          </ac:spMkLst>
        </pc:spChg>
        <pc:spChg chg="mod">
          <ac:chgData name="Robert de Groote" userId="2ce5265b-80a0-4fb8-a62a-8035e9b0c45a" providerId="ADAL" clId="{EF806A60-D76F-4088-BA7C-EFFC6B100EE3}" dt="2025-09-04T12:28:08.711" v="3441" actId="1076"/>
          <ac:spMkLst>
            <pc:docMk/>
            <pc:sldMk cId="3210088949" sldId="286"/>
            <ac:spMk id="39" creationId="{5981CFBE-4175-16D7-9D68-2B0D44C6288D}"/>
          </ac:spMkLst>
        </pc:spChg>
        <pc:spChg chg="mod">
          <ac:chgData name="Robert de Groote" userId="2ce5265b-80a0-4fb8-a62a-8035e9b0c45a" providerId="ADAL" clId="{EF806A60-D76F-4088-BA7C-EFFC6B100EE3}" dt="2025-09-04T12:28:08.711" v="3441" actId="1076"/>
          <ac:spMkLst>
            <pc:docMk/>
            <pc:sldMk cId="3210088949" sldId="286"/>
            <ac:spMk id="40" creationId="{15755058-9721-8F5F-BD57-0D89382468E3}"/>
          </ac:spMkLst>
        </pc:spChg>
        <pc:spChg chg="mod">
          <ac:chgData name="Robert de Groote" userId="2ce5265b-80a0-4fb8-a62a-8035e9b0c45a" providerId="ADAL" clId="{EF806A60-D76F-4088-BA7C-EFFC6B100EE3}" dt="2025-09-04T12:28:08.711" v="3441" actId="1076"/>
          <ac:spMkLst>
            <pc:docMk/>
            <pc:sldMk cId="3210088949" sldId="286"/>
            <ac:spMk id="41" creationId="{60B74660-7751-7409-41FA-96D669BFD09E}"/>
          </ac:spMkLst>
        </pc:spChg>
        <pc:spChg chg="mod">
          <ac:chgData name="Robert de Groote" userId="2ce5265b-80a0-4fb8-a62a-8035e9b0c45a" providerId="ADAL" clId="{EF806A60-D76F-4088-BA7C-EFFC6B100EE3}" dt="2025-09-04T12:28:08.711" v="3441" actId="1076"/>
          <ac:spMkLst>
            <pc:docMk/>
            <pc:sldMk cId="3210088949" sldId="286"/>
            <ac:spMk id="42" creationId="{9332B69D-52CE-F705-D10B-F55D29B3A6A6}"/>
          </ac:spMkLst>
        </pc:spChg>
        <pc:spChg chg="mod">
          <ac:chgData name="Robert de Groote" userId="2ce5265b-80a0-4fb8-a62a-8035e9b0c45a" providerId="ADAL" clId="{EF806A60-D76F-4088-BA7C-EFFC6B100EE3}" dt="2025-09-04T13:12:24.266" v="4413" actId="555"/>
          <ac:spMkLst>
            <pc:docMk/>
            <pc:sldMk cId="3210088949" sldId="286"/>
            <ac:spMk id="58" creationId="{6FBCBB8B-C0C1-F411-CA32-832BF4E5B71A}"/>
          </ac:spMkLst>
        </pc:spChg>
        <pc:spChg chg="add mod">
          <ac:chgData name="Robert de Groote" userId="2ce5265b-80a0-4fb8-a62a-8035e9b0c45a" providerId="ADAL" clId="{EF806A60-D76F-4088-BA7C-EFFC6B100EE3}" dt="2025-09-04T13:25:36.321" v="4581" actId="554"/>
          <ac:spMkLst>
            <pc:docMk/>
            <pc:sldMk cId="3210088949" sldId="286"/>
            <ac:spMk id="65" creationId="{E00FCBFB-415F-C621-280B-4F4A2FB37B18}"/>
          </ac:spMkLst>
        </pc:spChg>
        <pc:spChg chg="add mod">
          <ac:chgData name="Robert de Groote" userId="2ce5265b-80a0-4fb8-a62a-8035e9b0c45a" providerId="ADAL" clId="{EF806A60-D76F-4088-BA7C-EFFC6B100EE3}" dt="2025-09-04T13:25:36.321" v="4581" actId="554"/>
          <ac:spMkLst>
            <pc:docMk/>
            <pc:sldMk cId="3210088949" sldId="286"/>
            <ac:spMk id="66" creationId="{74518714-018B-D18D-E3AB-051B9B4350A6}"/>
          </ac:spMkLst>
        </pc:spChg>
        <pc:spChg chg="add mod">
          <ac:chgData name="Robert de Groote" userId="2ce5265b-80a0-4fb8-a62a-8035e9b0c45a" providerId="ADAL" clId="{EF806A60-D76F-4088-BA7C-EFFC6B100EE3}" dt="2025-09-04T13:25:36.321" v="4581" actId="554"/>
          <ac:spMkLst>
            <pc:docMk/>
            <pc:sldMk cId="3210088949" sldId="286"/>
            <ac:spMk id="67" creationId="{3FFFAFCF-6860-AB76-2FB1-1D3DC5280F96}"/>
          </ac:spMkLst>
        </pc:spChg>
        <pc:spChg chg="add mod">
          <ac:chgData name="Robert de Groote" userId="2ce5265b-80a0-4fb8-a62a-8035e9b0c45a" providerId="ADAL" clId="{EF806A60-D76F-4088-BA7C-EFFC6B100EE3}" dt="2025-09-04T13:25:36.321" v="4581" actId="554"/>
          <ac:spMkLst>
            <pc:docMk/>
            <pc:sldMk cId="3210088949" sldId="286"/>
            <ac:spMk id="68" creationId="{6FF4A214-3811-4317-B955-28D13BF4C1C8}"/>
          </ac:spMkLst>
        </pc:spChg>
        <pc:spChg chg="mod">
          <ac:chgData name="Robert de Groote" userId="2ce5265b-80a0-4fb8-a62a-8035e9b0c45a" providerId="ADAL" clId="{EF806A60-D76F-4088-BA7C-EFFC6B100EE3}" dt="2025-09-04T12:28:08.711" v="3441" actId="1076"/>
          <ac:spMkLst>
            <pc:docMk/>
            <pc:sldMk cId="3210088949" sldId="286"/>
            <ac:spMk id="69" creationId="{245D1C0D-3E4C-D379-E8B2-AD3788403287}"/>
          </ac:spMkLst>
        </pc:spChg>
        <pc:spChg chg="add mod">
          <ac:chgData name="Robert de Groote" userId="2ce5265b-80a0-4fb8-a62a-8035e9b0c45a" providerId="ADAL" clId="{EF806A60-D76F-4088-BA7C-EFFC6B100EE3}" dt="2025-09-04T13:25:36.321" v="4581" actId="554"/>
          <ac:spMkLst>
            <pc:docMk/>
            <pc:sldMk cId="3210088949" sldId="286"/>
            <ac:spMk id="70" creationId="{B68C74D3-EFD3-7470-46F9-BC78E2047159}"/>
          </ac:spMkLst>
        </pc:spChg>
        <pc:spChg chg="mod">
          <ac:chgData name="Robert de Groote" userId="2ce5265b-80a0-4fb8-a62a-8035e9b0c45a" providerId="ADAL" clId="{EF806A60-D76F-4088-BA7C-EFFC6B100EE3}" dt="2025-09-04T12:28:08.711" v="3441" actId="1076"/>
          <ac:spMkLst>
            <pc:docMk/>
            <pc:sldMk cId="3210088949" sldId="286"/>
            <ac:spMk id="75" creationId="{C9B48393-67B3-27D6-3AD7-D4F6943B7D42}"/>
          </ac:spMkLst>
        </pc:spChg>
        <pc:spChg chg="mod">
          <ac:chgData name="Robert de Groote" userId="2ce5265b-80a0-4fb8-a62a-8035e9b0c45a" providerId="ADAL" clId="{EF806A60-D76F-4088-BA7C-EFFC6B100EE3}" dt="2025-09-04T12:28:08.711" v="3441" actId="1076"/>
          <ac:spMkLst>
            <pc:docMk/>
            <pc:sldMk cId="3210088949" sldId="286"/>
            <ac:spMk id="81" creationId="{AD26E759-FFB5-3BB8-8908-7BFB9B43A1AF}"/>
          </ac:spMkLst>
        </pc:spChg>
        <pc:spChg chg="mod">
          <ac:chgData name="Robert de Groote" userId="2ce5265b-80a0-4fb8-a62a-8035e9b0c45a" providerId="ADAL" clId="{EF806A60-D76F-4088-BA7C-EFFC6B100EE3}" dt="2025-09-04T12:28:08.711" v="3441" actId="1076"/>
          <ac:spMkLst>
            <pc:docMk/>
            <pc:sldMk cId="3210088949" sldId="286"/>
            <ac:spMk id="84" creationId="{EE147E75-4AFF-9BA0-88A6-FD1FD707FD3D}"/>
          </ac:spMkLst>
        </pc:spChg>
        <pc:grpChg chg="add mod">
          <ac:chgData name="Robert de Groote" userId="2ce5265b-80a0-4fb8-a62a-8035e9b0c45a" providerId="ADAL" clId="{EF806A60-D76F-4088-BA7C-EFFC6B100EE3}" dt="2025-09-04T13:18:01.940" v="4486" actId="164"/>
          <ac:grpSpMkLst>
            <pc:docMk/>
            <pc:sldMk cId="3210088949" sldId="286"/>
            <ac:grpSpMk id="47" creationId="{0BEA6431-3AA4-21BE-A879-B6511C3C398C}"/>
          </ac:grpSpMkLst>
        </pc:grpChg>
        <pc:cxnChg chg="add mod">
          <ac:chgData name="Robert de Groote" userId="2ce5265b-80a0-4fb8-a62a-8035e9b0c45a" providerId="ADAL" clId="{EF806A60-D76F-4088-BA7C-EFFC6B100EE3}" dt="2025-09-04T13:12:05.570" v="4407" actId="13822"/>
          <ac:cxnSpMkLst>
            <pc:docMk/>
            <pc:sldMk cId="3210088949" sldId="286"/>
            <ac:cxnSpMk id="24" creationId="{EF364AA7-8CF2-DA24-5070-6F24BEA3BC7E}"/>
          </ac:cxnSpMkLst>
        </pc:cxnChg>
        <pc:cxnChg chg="add mod">
          <ac:chgData name="Robert de Groote" userId="2ce5265b-80a0-4fb8-a62a-8035e9b0c45a" providerId="ADAL" clId="{EF806A60-D76F-4088-BA7C-EFFC6B100EE3}" dt="2025-09-04T13:12:11.740" v="4410" actId="14100"/>
          <ac:cxnSpMkLst>
            <pc:docMk/>
            <pc:sldMk cId="3210088949" sldId="286"/>
            <ac:cxnSpMk id="25" creationId="{FD83F1D3-4CD8-85F6-3447-1423AB909F4E}"/>
          </ac:cxnSpMkLst>
        </pc:cxnChg>
        <pc:cxnChg chg="add mod topLvl">
          <ac:chgData name="Robert de Groote" userId="2ce5265b-80a0-4fb8-a62a-8035e9b0c45a" providerId="ADAL" clId="{EF806A60-D76F-4088-BA7C-EFFC6B100EE3}" dt="2025-09-04T13:18:01.940" v="4486" actId="164"/>
          <ac:cxnSpMkLst>
            <pc:docMk/>
            <pc:sldMk cId="3210088949" sldId="286"/>
            <ac:cxnSpMk id="30" creationId="{EF27DCBA-FC79-947C-8100-E3F29878B0DE}"/>
          </ac:cxnSpMkLst>
        </pc:cxnChg>
        <pc:cxnChg chg="mod">
          <ac:chgData name="Robert de Groote" userId="2ce5265b-80a0-4fb8-a62a-8035e9b0c45a" providerId="ADAL" clId="{EF806A60-D76F-4088-BA7C-EFFC6B100EE3}" dt="2025-09-04T13:11:30.476" v="4401" actId="14100"/>
          <ac:cxnSpMkLst>
            <pc:docMk/>
            <pc:sldMk cId="3210088949" sldId="286"/>
            <ac:cxnSpMk id="45" creationId="{2F74AEC3-CF1E-80E2-6AD1-B53E346E54D9}"/>
          </ac:cxnSpMkLst>
        </pc:cxnChg>
      </pc:sldChg>
      <pc:sldChg chg="addSp delSp modSp add mod delAnim modAnim">
        <pc:chgData name="Robert de Groote" userId="2ce5265b-80a0-4fb8-a62a-8035e9b0c45a" providerId="ADAL" clId="{EF806A60-D76F-4088-BA7C-EFFC6B100EE3}" dt="2025-09-04T12:53:59.188" v="4001"/>
        <pc:sldMkLst>
          <pc:docMk/>
          <pc:sldMk cId="1390846581" sldId="287"/>
        </pc:sldMkLst>
        <pc:spChg chg="mod">
          <ac:chgData name="Robert de Groote" userId="2ce5265b-80a0-4fb8-a62a-8035e9b0c45a" providerId="ADAL" clId="{EF806A60-D76F-4088-BA7C-EFFC6B100EE3}" dt="2025-09-04T12:39:36.539" v="3806"/>
          <ac:spMkLst>
            <pc:docMk/>
            <pc:sldMk cId="1390846581" sldId="287"/>
            <ac:spMk id="3" creationId="{DC83389C-AC5B-5F97-DC59-9FF5E79FDEC8}"/>
          </ac:spMkLst>
        </pc:spChg>
        <pc:spChg chg="mod">
          <ac:chgData name="Robert de Groote" userId="2ce5265b-80a0-4fb8-a62a-8035e9b0c45a" providerId="ADAL" clId="{EF806A60-D76F-4088-BA7C-EFFC6B100EE3}" dt="2025-09-04T12:41:01.687" v="3826" actId="164"/>
          <ac:spMkLst>
            <pc:docMk/>
            <pc:sldMk cId="1390846581" sldId="287"/>
            <ac:spMk id="4" creationId="{945D95AC-B3CB-CE8E-5A0D-FE469D70DA4E}"/>
          </ac:spMkLst>
        </pc:spChg>
        <pc:spChg chg="mod">
          <ac:chgData name="Robert de Groote" userId="2ce5265b-80a0-4fb8-a62a-8035e9b0c45a" providerId="ADAL" clId="{EF806A60-D76F-4088-BA7C-EFFC6B100EE3}" dt="2025-09-04T12:41:01.687" v="3826" actId="164"/>
          <ac:spMkLst>
            <pc:docMk/>
            <pc:sldMk cId="1390846581" sldId="287"/>
            <ac:spMk id="11" creationId="{29CAB7F5-418E-F2B5-5E65-25E6032BB577}"/>
          </ac:spMkLst>
        </pc:spChg>
        <pc:spChg chg="add mod">
          <ac:chgData name="Robert de Groote" userId="2ce5265b-80a0-4fb8-a62a-8035e9b0c45a" providerId="ADAL" clId="{EF806A60-D76F-4088-BA7C-EFFC6B100EE3}" dt="2025-09-04T12:41:44.544" v="3834" actId="164"/>
          <ac:spMkLst>
            <pc:docMk/>
            <pc:sldMk cId="1390846581" sldId="287"/>
            <ac:spMk id="15" creationId="{45368D43-ACD1-8CA1-1746-4077D655AD58}"/>
          </ac:spMkLst>
        </pc:spChg>
        <pc:spChg chg="add mod">
          <ac:chgData name="Robert de Groote" userId="2ce5265b-80a0-4fb8-a62a-8035e9b0c45a" providerId="ADAL" clId="{EF806A60-D76F-4088-BA7C-EFFC6B100EE3}" dt="2025-09-04T12:43:33.850" v="3853" actId="164"/>
          <ac:spMkLst>
            <pc:docMk/>
            <pc:sldMk cId="1390846581" sldId="287"/>
            <ac:spMk id="19" creationId="{AC73F163-B92E-A54C-0E57-6231FC944CFE}"/>
          </ac:spMkLst>
        </pc:spChg>
        <pc:spChg chg="add mod">
          <ac:chgData name="Robert de Groote" userId="2ce5265b-80a0-4fb8-a62a-8035e9b0c45a" providerId="ADAL" clId="{EF806A60-D76F-4088-BA7C-EFFC6B100EE3}" dt="2025-09-04T12:45:53.663" v="3873" actId="1076"/>
          <ac:spMkLst>
            <pc:docMk/>
            <pc:sldMk cId="1390846581" sldId="287"/>
            <ac:spMk id="24" creationId="{3962B819-5CFF-5DE9-7C76-6BFB26A89407}"/>
          </ac:spMkLst>
        </pc:spChg>
        <pc:spChg chg="add mod">
          <ac:chgData name="Robert de Groote" userId="2ce5265b-80a0-4fb8-a62a-8035e9b0c45a" providerId="ADAL" clId="{EF806A60-D76F-4088-BA7C-EFFC6B100EE3}" dt="2025-09-04T12:49:02.513" v="3952" actId="14100"/>
          <ac:spMkLst>
            <pc:docMk/>
            <pc:sldMk cId="1390846581" sldId="287"/>
            <ac:spMk id="25" creationId="{49A86698-C250-4D5D-604B-0282F552B3AF}"/>
          </ac:spMkLst>
        </pc:spChg>
        <pc:spChg chg="mod">
          <ac:chgData name="Robert de Groote" userId="2ce5265b-80a0-4fb8-a62a-8035e9b0c45a" providerId="ADAL" clId="{EF806A60-D76F-4088-BA7C-EFFC6B100EE3}" dt="2025-09-04T12:41:53.111" v="3835" actId="164"/>
          <ac:spMkLst>
            <pc:docMk/>
            <pc:sldMk cId="1390846581" sldId="287"/>
            <ac:spMk id="75" creationId="{D774726E-C14E-0A01-482A-41161E5DF3C8}"/>
          </ac:spMkLst>
        </pc:spChg>
        <pc:grpChg chg="add mod">
          <ac:chgData name="Robert de Groote" userId="2ce5265b-80a0-4fb8-a62a-8035e9b0c45a" providerId="ADAL" clId="{EF806A60-D76F-4088-BA7C-EFFC6B100EE3}" dt="2025-09-04T12:41:01.687" v="3826" actId="164"/>
          <ac:grpSpMkLst>
            <pc:docMk/>
            <pc:sldMk cId="1390846581" sldId="287"/>
            <ac:grpSpMk id="12" creationId="{B26CA985-87F8-6687-DAE7-096ADD4E06CA}"/>
          </ac:grpSpMkLst>
        </pc:grpChg>
        <pc:grpChg chg="add mod">
          <ac:chgData name="Robert de Groote" userId="2ce5265b-80a0-4fb8-a62a-8035e9b0c45a" providerId="ADAL" clId="{EF806A60-D76F-4088-BA7C-EFFC6B100EE3}" dt="2025-09-04T12:41:44.544" v="3834" actId="164"/>
          <ac:grpSpMkLst>
            <pc:docMk/>
            <pc:sldMk cId="1390846581" sldId="287"/>
            <ac:grpSpMk id="17" creationId="{179AB9EA-5505-BD67-1670-AD5A3F9CD0F0}"/>
          </ac:grpSpMkLst>
        </pc:grpChg>
        <pc:grpChg chg="add mod">
          <ac:chgData name="Robert de Groote" userId="2ce5265b-80a0-4fb8-a62a-8035e9b0c45a" providerId="ADAL" clId="{EF806A60-D76F-4088-BA7C-EFFC6B100EE3}" dt="2025-09-04T12:41:53.111" v="3835" actId="164"/>
          <ac:grpSpMkLst>
            <pc:docMk/>
            <pc:sldMk cId="1390846581" sldId="287"/>
            <ac:grpSpMk id="18" creationId="{428E841F-2FBB-3AC7-A069-4E5B4191E6DA}"/>
          </ac:grpSpMkLst>
        </pc:grpChg>
        <pc:grpChg chg="add mod">
          <ac:chgData name="Robert de Groote" userId="2ce5265b-80a0-4fb8-a62a-8035e9b0c45a" providerId="ADAL" clId="{EF806A60-D76F-4088-BA7C-EFFC6B100EE3}" dt="2025-09-04T12:43:33.850" v="3853" actId="164"/>
          <ac:grpSpMkLst>
            <pc:docMk/>
            <pc:sldMk cId="1390846581" sldId="287"/>
            <ac:grpSpMk id="23" creationId="{BD9959E9-F447-8CA5-8589-6DCD3D93735B}"/>
          </ac:grpSpMkLst>
        </pc:grpChg>
        <pc:cxnChg chg="mod">
          <ac:chgData name="Robert de Groote" userId="2ce5265b-80a0-4fb8-a62a-8035e9b0c45a" providerId="ADAL" clId="{EF806A60-D76F-4088-BA7C-EFFC6B100EE3}" dt="2025-09-04T12:41:01.687" v="3826" actId="164"/>
          <ac:cxnSpMkLst>
            <pc:docMk/>
            <pc:sldMk cId="1390846581" sldId="287"/>
            <ac:cxnSpMk id="10" creationId="{8544041F-E698-B321-C949-117764650483}"/>
          </ac:cxnSpMkLst>
        </pc:cxnChg>
        <pc:cxnChg chg="add mod">
          <ac:chgData name="Robert de Groote" userId="2ce5265b-80a0-4fb8-a62a-8035e9b0c45a" providerId="ADAL" clId="{EF806A60-D76F-4088-BA7C-EFFC6B100EE3}" dt="2025-09-04T12:41:44.544" v="3834" actId="164"/>
          <ac:cxnSpMkLst>
            <pc:docMk/>
            <pc:sldMk cId="1390846581" sldId="287"/>
            <ac:cxnSpMk id="14" creationId="{747BEF50-DD55-0BDB-C1AC-F9AE34908FCE}"/>
          </ac:cxnSpMkLst>
        </pc:cxnChg>
        <pc:cxnChg chg="add mod">
          <ac:chgData name="Robert de Groote" userId="2ce5265b-80a0-4fb8-a62a-8035e9b0c45a" providerId="ADAL" clId="{EF806A60-D76F-4088-BA7C-EFFC6B100EE3}" dt="2025-09-04T12:43:33.850" v="3853" actId="164"/>
          <ac:cxnSpMkLst>
            <pc:docMk/>
            <pc:sldMk cId="1390846581" sldId="287"/>
            <ac:cxnSpMk id="21" creationId="{05665572-3769-E49C-320A-09E0B0B64B47}"/>
          </ac:cxnSpMkLst>
        </pc:cxnChg>
        <pc:cxnChg chg="mod">
          <ac:chgData name="Robert de Groote" userId="2ce5265b-80a0-4fb8-a62a-8035e9b0c45a" providerId="ADAL" clId="{EF806A60-D76F-4088-BA7C-EFFC6B100EE3}" dt="2025-09-04T12:41:53.111" v="3835" actId="164"/>
          <ac:cxnSpMkLst>
            <pc:docMk/>
            <pc:sldMk cId="1390846581" sldId="287"/>
            <ac:cxnSpMk id="52" creationId="{8E08968E-0DC3-56BF-322E-20114EB5EB01}"/>
          </ac:cxnSpMkLst>
        </pc:cxnChg>
      </pc:sldChg>
      <pc:sldChg chg="addSp delSp modSp add mod delAnim modAnim">
        <pc:chgData name="Robert de Groote" userId="2ce5265b-80a0-4fb8-a62a-8035e9b0c45a" providerId="ADAL" clId="{EF806A60-D76F-4088-BA7C-EFFC6B100EE3}" dt="2025-09-04T12:54:59.983" v="4033" actId="14100"/>
        <pc:sldMkLst>
          <pc:docMk/>
          <pc:sldMk cId="1395338106" sldId="288"/>
        </pc:sldMkLst>
        <pc:spChg chg="mod">
          <ac:chgData name="Robert de Groote" userId="2ce5265b-80a0-4fb8-a62a-8035e9b0c45a" providerId="ADAL" clId="{EF806A60-D76F-4088-BA7C-EFFC6B100EE3}" dt="2025-09-04T12:53:41.527" v="3999"/>
          <ac:spMkLst>
            <pc:docMk/>
            <pc:sldMk cId="1395338106" sldId="288"/>
            <ac:spMk id="3" creationId="{B9E7A9EE-A62C-D5D6-A8D6-F53058498EEC}"/>
          </ac:spMkLst>
        </pc:spChg>
        <pc:spChg chg="add mod">
          <ac:chgData name="Robert de Groote" userId="2ce5265b-80a0-4fb8-a62a-8035e9b0c45a" providerId="ADAL" clId="{EF806A60-D76F-4088-BA7C-EFFC6B100EE3}" dt="2025-09-04T12:50:31.501" v="3975" actId="1076"/>
          <ac:spMkLst>
            <pc:docMk/>
            <pc:sldMk cId="1395338106" sldId="288"/>
            <ac:spMk id="6" creationId="{6FD13F66-5E80-9452-3C4C-017EEA1F4B16}"/>
          </ac:spMkLst>
        </pc:spChg>
        <pc:spChg chg="add mod">
          <ac:chgData name="Robert de Groote" userId="2ce5265b-80a0-4fb8-a62a-8035e9b0c45a" providerId="ADAL" clId="{EF806A60-D76F-4088-BA7C-EFFC6B100EE3}" dt="2025-09-04T12:52:18.273" v="3994" actId="404"/>
          <ac:spMkLst>
            <pc:docMk/>
            <pc:sldMk cId="1395338106" sldId="288"/>
            <ac:spMk id="8" creationId="{34A98575-D8F0-315D-6C62-DE7B0BDB5A3C}"/>
          </ac:spMkLst>
        </pc:spChg>
        <pc:spChg chg="add mod">
          <ac:chgData name="Robert de Groote" userId="2ce5265b-80a0-4fb8-a62a-8035e9b0c45a" providerId="ADAL" clId="{EF806A60-D76F-4088-BA7C-EFFC6B100EE3}" dt="2025-09-04T12:54:59.983" v="4033" actId="14100"/>
          <ac:spMkLst>
            <pc:docMk/>
            <pc:sldMk cId="1395338106" sldId="288"/>
            <ac:spMk id="14" creationId="{C4F931BE-07AD-E8AD-F34F-E565F97200D3}"/>
          </ac:spMkLst>
        </pc:spChg>
        <pc:spChg chg="mod">
          <ac:chgData name="Robert de Groote" userId="2ce5265b-80a0-4fb8-a62a-8035e9b0c45a" providerId="ADAL" clId="{EF806A60-D76F-4088-BA7C-EFFC6B100EE3}" dt="2025-09-04T12:50:47.891" v="3976" actId="164"/>
          <ac:spMkLst>
            <pc:docMk/>
            <pc:sldMk cId="1395338106" sldId="288"/>
            <ac:spMk id="58" creationId="{CDF7E5A2-B1C8-51CC-05B4-B1DB9EB18888}"/>
          </ac:spMkLst>
        </pc:spChg>
        <pc:grpChg chg="add mod">
          <ac:chgData name="Robert de Groote" userId="2ce5265b-80a0-4fb8-a62a-8035e9b0c45a" providerId="ADAL" clId="{EF806A60-D76F-4088-BA7C-EFFC6B100EE3}" dt="2025-09-04T12:50:47.891" v="3976" actId="164"/>
          <ac:grpSpMkLst>
            <pc:docMk/>
            <pc:sldMk cId="1395338106" sldId="288"/>
            <ac:grpSpMk id="7" creationId="{DFD9EAEE-0D8F-53EF-BE98-875EC6059064}"/>
          </ac:grpSpMkLst>
        </pc:grpChg>
        <pc:grpChg chg="add mod">
          <ac:chgData name="Robert de Groote" userId="2ce5265b-80a0-4fb8-a62a-8035e9b0c45a" providerId="ADAL" clId="{EF806A60-D76F-4088-BA7C-EFFC6B100EE3}" dt="2025-09-04T12:52:09.033" v="3988" actId="164"/>
          <ac:grpSpMkLst>
            <pc:docMk/>
            <pc:sldMk cId="1395338106" sldId="288"/>
            <ac:grpSpMk id="13" creationId="{B0382EA9-CA9E-7716-094B-666C240F2EF1}"/>
          </ac:grpSpMkLst>
        </pc:grpChg>
        <pc:cxnChg chg="add mod">
          <ac:chgData name="Robert de Groote" userId="2ce5265b-80a0-4fb8-a62a-8035e9b0c45a" providerId="ADAL" clId="{EF806A60-D76F-4088-BA7C-EFFC6B100EE3}" dt="2025-09-04T12:52:09.033" v="3988" actId="164"/>
          <ac:cxnSpMkLst>
            <pc:docMk/>
            <pc:sldMk cId="1395338106" sldId="288"/>
            <ac:cxnSpMk id="12" creationId="{E090842B-9018-D858-BFEB-737517B26D51}"/>
          </ac:cxnSpMkLst>
        </pc:cxnChg>
        <pc:cxnChg chg="mod">
          <ac:chgData name="Robert de Groote" userId="2ce5265b-80a0-4fb8-a62a-8035e9b0c45a" providerId="ADAL" clId="{EF806A60-D76F-4088-BA7C-EFFC6B100EE3}" dt="2025-09-04T12:50:47.891" v="3976" actId="164"/>
          <ac:cxnSpMkLst>
            <pc:docMk/>
            <pc:sldMk cId="1395338106" sldId="288"/>
            <ac:cxnSpMk id="48" creationId="{B0F59B97-CD9E-7E1C-E0E1-F47366623985}"/>
          </ac:cxnSpMkLst>
        </pc:cxnChg>
      </pc:sldChg>
      <pc:sldChg chg="add">
        <pc:chgData name="Robert de Groote" userId="2ce5265b-80a0-4fb8-a62a-8035e9b0c45a" providerId="ADAL" clId="{EF806A60-D76F-4088-BA7C-EFFC6B100EE3}" dt="2025-09-04T13:08:00.651" v="4159" actId="2890"/>
        <pc:sldMkLst>
          <pc:docMk/>
          <pc:sldMk cId="778228575" sldId="289"/>
        </pc:sldMkLst>
      </pc:sldChg>
      <pc:sldChg chg="addSp delSp modSp add mod delAnim">
        <pc:chgData name="Robert de Groote" userId="2ce5265b-80a0-4fb8-a62a-8035e9b0c45a" providerId="ADAL" clId="{EF806A60-D76F-4088-BA7C-EFFC6B100EE3}" dt="2025-09-04T13:35:44.921" v="4968" actId="20577"/>
        <pc:sldMkLst>
          <pc:docMk/>
          <pc:sldMk cId="1541953473" sldId="290"/>
        </pc:sldMkLst>
        <pc:spChg chg="mod">
          <ac:chgData name="Robert de Groote" userId="2ce5265b-80a0-4fb8-a62a-8035e9b0c45a" providerId="ADAL" clId="{EF806A60-D76F-4088-BA7C-EFFC6B100EE3}" dt="2025-09-04T13:35:44.921" v="4968" actId="20577"/>
          <ac:spMkLst>
            <pc:docMk/>
            <pc:sldMk cId="1541953473" sldId="290"/>
            <ac:spMk id="3" creationId="{E7AE37DF-7670-F437-9F74-718854B2A94B}"/>
          </ac:spMkLst>
        </pc:spChg>
        <pc:spChg chg="add mod">
          <ac:chgData name="Robert de Groote" userId="2ce5265b-80a0-4fb8-a62a-8035e9b0c45a" providerId="ADAL" clId="{EF806A60-D76F-4088-BA7C-EFFC6B100EE3}" dt="2025-09-04T13:28:38.397" v="4683" actId="1076"/>
          <ac:spMkLst>
            <pc:docMk/>
            <pc:sldMk cId="1541953473" sldId="290"/>
            <ac:spMk id="5" creationId="{D017A764-0BDC-3AEB-B322-D408B0BFB71C}"/>
          </ac:spMkLst>
        </pc:spChg>
        <pc:spChg chg="mod">
          <ac:chgData name="Robert de Groote" userId="2ce5265b-80a0-4fb8-a62a-8035e9b0c45a" providerId="ADAL" clId="{EF806A60-D76F-4088-BA7C-EFFC6B100EE3}" dt="2025-09-04T13:28:20.291" v="4679" actId="1076"/>
          <ac:spMkLst>
            <pc:docMk/>
            <pc:sldMk cId="1541953473" sldId="290"/>
            <ac:spMk id="20" creationId="{264F8092-6155-DE5E-2613-EF844A863C70}"/>
          </ac:spMkLst>
        </pc:spChg>
        <pc:spChg chg="mod">
          <ac:chgData name="Robert de Groote" userId="2ce5265b-80a0-4fb8-a62a-8035e9b0c45a" providerId="ADAL" clId="{EF806A60-D76F-4088-BA7C-EFFC6B100EE3}" dt="2025-09-04T13:27:51.581" v="4668" actId="1076"/>
          <ac:spMkLst>
            <pc:docMk/>
            <pc:sldMk cId="1541953473" sldId="290"/>
            <ac:spMk id="21" creationId="{3575915A-341C-92A1-A702-0B893A3C3189}"/>
          </ac:spMkLst>
        </pc:spChg>
        <pc:spChg chg="mod">
          <ac:chgData name="Robert de Groote" userId="2ce5265b-80a0-4fb8-a62a-8035e9b0c45a" providerId="ADAL" clId="{EF806A60-D76F-4088-BA7C-EFFC6B100EE3}" dt="2025-09-04T13:27:51.581" v="4668" actId="1076"/>
          <ac:spMkLst>
            <pc:docMk/>
            <pc:sldMk cId="1541953473" sldId="290"/>
            <ac:spMk id="22" creationId="{EACE0F8F-A99D-63B2-7DFF-26DFB20AE569}"/>
          </ac:spMkLst>
        </pc:spChg>
        <pc:spChg chg="mod">
          <ac:chgData name="Robert de Groote" userId="2ce5265b-80a0-4fb8-a62a-8035e9b0c45a" providerId="ADAL" clId="{EF806A60-D76F-4088-BA7C-EFFC6B100EE3}" dt="2025-09-04T13:27:51.581" v="4668" actId="1076"/>
          <ac:spMkLst>
            <pc:docMk/>
            <pc:sldMk cId="1541953473" sldId="290"/>
            <ac:spMk id="24" creationId="{DEB7AE1C-9070-E649-6788-CE8BD1166D07}"/>
          </ac:spMkLst>
        </pc:spChg>
        <pc:spChg chg="mod">
          <ac:chgData name="Robert de Groote" userId="2ce5265b-80a0-4fb8-a62a-8035e9b0c45a" providerId="ADAL" clId="{EF806A60-D76F-4088-BA7C-EFFC6B100EE3}" dt="2025-09-04T13:29:56.854" v="4697" actId="1076"/>
          <ac:spMkLst>
            <pc:docMk/>
            <pc:sldMk cId="1541953473" sldId="290"/>
            <ac:spMk id="25" creationId="{7063F1C9-5745-A153-4567-DE285CC9729F}"/>
          </ac:spMkLst>
        </pc:spChg>
        <pc:spChg chg="mod">
          <ac:chgData name="Robert de Groote" userId="2ce5265b-80a0-4fb8-a62a-8035e9b0c45a" providerId="ADAL" clId="{EF806A60-D76F-4088-BA7C-EFFC6B100EE3}" dt="2025-09-04T13:27:51.581" v="4668" actId="1076"/>
          <ac:spMkLst>
            <pc:docMk/>
            <pc:sldMk cId="1541953473" sldId="290"/>
            <ac:spMk id="27" creationId="{D920C987-2FE2-4DC3-4217-01E6B4B874C5}"/>
          </ac:spMkLst>
        </pc:spChg>
        <pc:spChg chg="mod">
          <ac:chgData name="Robert de Groote" userId="2ce5265b-80a0-4fb8-a62a-8035e9b0c45a" providerId="ADAL" clId="{EF806A60-D76F-4088-BA7C-EFFC6B100EE3}" dt="2025-09-04T13:27:51.581" v="4668" actId="1076"/>
          <ac:spMkLst>
            <pc:docMk/>
            <pc:sldMk cId="1541953473" sldId="290"/>
            <ac:spMk id="33" creationId="{1BDE995A-2521-F34A-D3E5-F37E8F763AA4}"/>
          </ac:spMkLst>
        </pc:spChg>
        <pc:spChg chg="mod">
          <ac:chgData name="Robert de Groote" userId="2ce5265b-80a0-4fb8-a62a-8035e9b0c45a" providerId="ADAL" clId="{EF806A60-D76F-4088-BA7C-EFFC6B100EE3}" dt="2025-09-04T13:27:51.581" v="4668" actId="1076"/>
          <ac:spMkLst>
            <pc:docMk/>
            <pc:sldMk cId="1541953473" sldId="290"/>
            <ac:spMk id="34" creationId="{CCC2B032-D518-DFE5-910C-CC045E2484AB}"/>
          </ac:spMkLst>
        </pc:spChg>
        <pc:spChg chg="mod topLvl">
          <ac:chgData name="Robert de Groote" userId="2ce5265b-80a0-4fb8-a62a-8035e9b0c45a" providerId="ADAL" clId="{EF806A60-D76F-4088-BA7C-EFFC6B100EE3}" dt="2025-09-04T13:30:01.105" v="4698" actId="1076"/>
          <ac:spMkLst>
            <pc:docMk/>
            <pc:sldMk cId="1541953473" sldId="290"/>
            <ac:spMk id="39" creationId="{B3769F62-DBEE-5F64-6F3D-D56A177CB1CD}"/>
          </ac:spMkLst>
        </pc:spChg>
        <pc:spChg chg="mod">
          <ac:chgData name="Robert de Groote" userId="2ce5265b-80a0-4fb8-a62a-8035e9b0c45a" providerId="ADAL" clId="{EF806A60-D76F-4088-BA7C-EFFC6B100EE3}" dt="2025-09-04T13:27:51.581" v="4668" actId="1076"/>
          <ac:spMkLst>
            <pc:docMk/>
            <pc:sldMk cId="1541953473" sldId="290"/>
            <ac:spMk id="52" creationId="{1AF9F4A7-4F1C-1BBB-7F43-29FC469E8470}"/>
          </ac:spMkLst>
        </pc:spChg>
        <pc:spChg chg="mod">
          <ac:chgData name="Robert de Groote" userId="2ce5265b-80a0-4fb8-a62a-8035e9b0c45a" providerId="ADAL" clId="{EF806A60-D76F-4088-BA7C-EFFC6B100EE3}" dt="2025-09-04T13:27:51.581" v="4668" actId="1076"/>
          <ac:spMkLst>
            <pc:docMk/>
            <pc:sldMk cId="1541953473" sldId="290"/>
            <ac:spMk id="53" creationId="{65A489E1-1F8B-4CA2-929E-6B7D42E1EDF2}"/>
          </ac:spMkLst>
        </pc:spChg>
        <pc:spChg chg="mod">
          <ac:chgData name="Robert de Groote" userId="2ce5265b-80a0-4fb8-a62a-8035e9b0c45a" providerId="ADAL" clId="{EF806A60-D76F-4088-BA7C-EFFC6B100EE3}" dt="2025-09-04T13:28:18.338" v="4678" actId="1076"/>
          <ac:spMkLst>
            <pc:docMk/>
            <pc:sldMk cId="1541953473" sldId="290"/>
            <ac:spMk id="58" creationId="{68429CB5-B2F0-7FB8-A022-5F0F15D0ACF4}"/>
          </ac:spMkLst>
        </pc:spChg>
        <pc:spChg chg="mod">
          <ac:chgData name="Robert de Groote" userId="2ce5265b-80a0-4fb8-a62a-8035e9b0c45a" providerId="ADAL" clId="{EF806A60-D76F-4088-BA7C-EFFC6B100EE3}" dt="2025-09-04T13:28:49.641" v="4685" actId="1076"/>
          <ac:spMkLst>
            <pc:docMk/>
            <pc:sldMk cId="1541953473" sldId="290"/>
            <ac:spMk id="59" creationId="{815CF3A2-CF82-B981-5EB3-8B777BF8468F}"/>
          </ac:spMkLst>
        </pc:spChg>
        <pc:cxnChg chg="add mod">
          <ac:chgData name="Robert de Groote" userId="2ce5265b-80a0-4fb8-a62a-8035e9b0c45a" providerId="ADAL" clId="{EF806A60-D76F-4088-BA7C-EFFC6B100EE3}" dt="2025-09-04T13:28:20.291" v="4679" actId="1076"/>
          <ac:cxnSpMkLst>
            <pc:docMk/>
            <pc:sldMk cId="1541953473" sldId="290"/>
            <ac:cxnSpMk id="7" creationId="{1F804313-8EA0-61D8-D19F-7DC6ACA08235}"/>
          </ac:cxnSpMkLst>
        </pc:cxnChg>
        <pc:cxnChg chg="add mod">
          <ac:chgData name="Robert de Groote" userId="2ce5265b-80a0-4fb8-a62a-8035e9b0c45a" providerId="ADAL" clId="{EF806A60-D76F-4088-BA7C-EFFC6B100EE3}" dt="2025-09-04T13:28:41.168" v="4684" actId="13822"/>
          <ac:cxnSpMkLst>
            <pc:docMk/>
            <pc:sldMk cId="1541953473" sldId="290"/>
            <ac:cxnSpMk id="11" creationId="{C848B2B3-FE24-94F7-A01C-7304B753595B}"/>
          </ac:cxnSpMkLst>
        </pc:cxnChg>
        <pc:cxnChg chg="mod">
          <ac:chgData name="Robert de Groote" userId="2ce5265b-80a0-4fb8-a62a-8035e9b0c45a" providerId="ADAL" clId="{EF806A60-D76F-4088-BA7C-EFFC6B100EE3}" dt="2025-09-04T13:29:56.854" v="4697" actId="1076"/>
          <ac:cxnSpMkLst>
            <pc:docMk/>
            <pc:sldMk cId="1541953473" sldId="290"/>
            <ac:cxnSpMk id="26" creationId="{7ABE9323-D93D-2203-6AB5-2BB6E2821B24}"/>
          </ac:cxnSpMkLst>
        </pc:cxnChg>
        <pc:cxnChg chg="mod topLvl">
          <ac:chgData name="Robert de Groote" userId="2ce5265b-80a0-4fb8-a62a-8035e9b0c45a" providerId="ADAL" clId="{EF806A60-D76F-4088-BA7C-EFFC6B100EE3}" dt="2025-09-04T13:29:56.854" v="4697" actId="1076"/>
          <ac:cxnSpMkLst>
            <pc:docMk/>
            <pc:sldMk cId="1541953473" sldId="290"/>
            <ac:cxnSpMk id="38" creationId="{01039F15-D1D0-0BBB-48B4-1EC953615A9F}"/>
          </ac:cxnSpMkLst>
        </pc:cxnChg>
      </pc:sldChg>
      <pc:sldChg chg="addSp delSp modSp add mod setBg">
        <pc:chgData name="Robert de Groote" userId="2ce5265b-80a0-4fb8-a62a-8035e9b0c45a" providerId="ADAL" clId="{EF806A60-D76F-4088-BA7C-EFFC6B100EE3}" dt="2025-09-04T13:50:06.446" v="5763" actId="20577"/>
        <pc:sldMkLst>
          <pc:docMk/>
          <pc:sldMk cId="2402321499" sldId="291"/>
        </pc:sldMkLst>
        <pc:spChg chg="mod">
          <ac:chgData name="Robert de Groote" userId="2ce5265b-80a0-4fb8-a62a-8035e9b0c45a" providerId="ADAL" clId="{EF806A60-D76F-4088-BA7C-EFFC6B100EE3}" dt="2025-09-04T13:46:08.343" v="5740" actId="26606"/>
          <ac:spMkLst>
            <pc:docMk/>
            <pc:sldMk cId="2402321499" sldId="291"/>
            <ac:spMk id="2" creationId="{22C88460-3922-6501-767C-59F913210E03}"/>
          </ac:spMkLst>
        </pc:spChg>
        <pc:spChg chg="add">
          <ac:chgData name="Robert de Groote" userId="2ce5265b-80a0-4fb8-a62a-8035e9b0c45a" providerId="ADAL" clId="{EF806A60-D76F-4088-BA7C-EFFC6B100EE3}" dt="2025-09-04T13:46:08.343" v="5740" actId="26606"/>
          <ac:spMkLst>
            <pc:docMk/>
            <pc:sldMk cId="2402321499" sldId="291"/>
            <ac:spMk id="9" creationId="{DBDA151C-5770-45E4-AAFF-59E7F403866D}"/>
          </ac:spMkLst>
        </pc:spChg>
        <pc:graphicFrameChg chg="add mod">
          <ac:chgData name="Robert de Groote" userId="2ce5265b-80a0-4fb8-a62a-8035e9b0c45a" providerId="ADAL" clId="{EF806A60-D76F-4088-BA7C-EFFC6B100EE3}" dt="2025-09-04T13:50:06.446" v="5763" actId="20577"/>
          <ac:graphicFrameMkLst>
            <pc:docMk/>
            <pc:sldMk cId="2402321499" sldId="291"/>
            <ac:graphicFrameMk id="10" creationId="{86BA43C7-AC85-8C56-A0FA-DC422EFD0005}"/>
          </ac:graphicFrameMkLst>
        </pc:graphicFrameChg>
        <pc:cxnChg chg="add">
          <ac:chgData name="Robert de Groote" userId="2ce5265b-80a0-4fb8-a62a-8035e9b0c45a" providerId="ADAL" clId="{EF806A60-D76F-4088-BA7C-EFFC6B100EE3}" dt="2025-09-04T13:46:08.343" v="5740" actId="26606"/>
          <ac:cxnSpMkLst>
            <pc:docMk/>
            <pc:sldMk cId="2402321499" sldId="291"/>
            <ac:cxnSpMk id="8" creationId="{E62D3963-2153-4637-96E6-E31BD2CE5D0D}"/>
          </ac:cxnSpMkLst>
        </pc:cxnChg>
      </pc:sldChg>
      <pc:sldChg chg="addSp delSp modSp add mod modAnim">
        <pc:chgData name="Robert de Groote" userId="2ce5265b-80a0-4fb8-a62a-8035e9b0c45a" providerId="ADAL" clId="{EF806A60-D76F-4088-BA7C-EFFC6B100EE3}" dt="2025-09-08T08:32:38.903" v="13375"/>
        <pc:sldMkLst>
          <pc:docMk/>
          <pc:sldMk cId="1909207425" sldId="292"/>
        </pc:sldMkLst>
        <pc:spChg chg="mod">
          <ac:chgData name="Robert de Groote" userId="2ce5265b-80a0-4fb8-a62a-8035e9b0c45a" providerId="ADAL" clId="{EF806A60-D76F-4088-BA7C-EFFC6B100EE3}" dt="2025-09-04T14:03:58.202" v="6238" actId="20577"/>
          <ac:spMkLst>
            <pc:docMk/>
            <pc:sldMk cId="1909207425" sldId="292"/>
            <ac:spMk id="2" creationId="{A496DEA8-0899-29A8-C9A6-8C68689D1042}"/>
          </ac:spMkLst>
        </pc:spChg>
        <pc:spChg chg="mod">
          <ac:chgData name="Robert de Groote" userId="2ce5265b-80a0-4fb8-a62a-8035e9b0c45a" providerId="ADAL" clId="{EF806A60-D76F-4088-BA7C-EFFC6B100EE3}" dt="2025-09-04T14:05:00.829" v="6423" actId="14100"/>
          <ac:spMkLst>
            <pc:docMk/>
            <pc:sldMk cId="1909207425" sldId="292"/>
            <ac:spMk id="3" creationId="{B4281B44-54C7-2B49-6634-F643F486EBD0}"/>
          </ac:spMkLst>
        </pc:spChg>
        <pc:spChg chg="add mod">
          <ac:chgData name="Robert de Groote" userId="2ce5265b-80a0-4fb8-a62a-8035e9b0c45a" providerId="ADAL" clId="{EF806A60-D76F-4088-BA7C-EFFC6B100EE3}" dt="2025-09-04T14:06:01.106" v="6426" actId="962"/>
          <ac:spMkLst>
            <pc:docMk/>
            <pc:sldMk cId="1909207425" sldId="292"/>
            <ac:spMk id="6" creationId="{E48E3E7F-6D1A-A479-EE74-8B135F517384}"/>
          </ac:spMkLst>
        </pc:spChg>
        <pc:spChg chg="add mod">
          <ac:chgData name="Robert de Groote" userId="2ce5265b-80a0-4fb8-a62a-8035e9b0c45a" providerId="ADAL" clId="{EF806A60-D76F-4088-BA7C-EFFC6B100EE3}" dt="2025-09-04T14:06:05.367" v="6427" actId="962"/>
          <ac:spMkLst>
            <pc:docMk/>
            <pc:sldMk cId="1909207425" sldId="292"/>
            <ac:spMk id="7" creationId="{27409699-5FD8-102D-7DE3-B1EE7F4EFB6A}"/>
          </ac:spMkLst>
        </pc:spChg>
        <pc:spChg chg="add mod">
          <ac:chgData name="Robert de Groote" userId="2ce5265b-80a0-4fb8-a62a-8035e9b0c45a" providerId="ADAL" clId="{EF806A60-D76F-4088-BA7C-EFFC6B100EE3}" dt="2025-09-04T14:06:09.478" v="6428" actId="962"/>
          <ac:spMkLst>
            <pc:docMk/>
            <pc:sldMk cId="1909207425" sldId="292"/>
            <ac:spMk id="8" creationId="{7A50E3E9-677F-D9B0-C288-D17619193437}"/>
          </ac:spMkLst>
        </pc:spChg>
        <pc:spChg chg="add mod">
          <ac:chgData name="Robert de Groote" userId="2ce5265b-80a0-4fb8-a62a-8035e9b0c45a" providerId="ADAL" clId="{EF806A60-D76F-4088-BA7C-EFFC6B100EE3}" dt="2025-09-04T14:06:20.086" v="6430" actId="962"/>
          <ac:spMkLst>
            <pc:docMk/>
            <pc:sldMk cId="1909207425" sldId="292"/>
            <ac:spMk id="9" creationId="{5CFD9F97-176C-A07D-9E6E-AA860B901B68}"/>
          </ac:spMkLst>
        </pc:spChg>
        <pc:spChg chg="add mod">
          <ac:chgData name="Robert de Groote" userId="2ce5265b-80a0-4fb8-a62a-8035e9b0c45a" providerId="ADAL" clId="{EF806A60-D76F-4088-BA7C-EFFC6B100EE3}" dt="2025-09-04T14:10:56.497" v="6488" actId="20577"/>
          <ac:spMkLst>
            <pc:docMk/>
            <pc:sldMk cId="1909207425" sldId="292"/>
            <ac:spMk id="10" creationId="{DDC0FB2D-4ED3-A98B-D163-404E1A2CE819}"/>
          </ac:spMkLst>
        </pc:spChg>
        <pc:spChg chg="add mod">
          <ac:chgData name="Robert de Groote" userId="2ce5265b-80a0-4fb8-a62a-8035e9b0c45a" providerId="ADAL" clId="{EF806A60-D76F-4088-BA7C-EFFC6B100EE3}" dt="2025-09-04T14:06:25.477" v="6431" actId="962"/>
          <ac:spMkLst>
            <pc:docMk/>
            <pc:sldMk cId="1909207425" sldId="292"/>
            <ac:spMk id="11" creationId="{68D99EFE-603B-1092-34A1-8257C199F316}"/>
          </ac:spMkLst>
        </pc:spChg>
        <pc:spChg chg="add mod">
          <ac:chgData name="Robert de Groote" userId="2ce5265b-80a0-4fb8-a62a-8035e9b0c45a" providerId="ADAL" clId="{EF806A60-D76F-4088-BA7C-EFFC6B100EE3}" dt="2025-09-04T14:10:35.463" v="6471" actId="20577"/>
          <ac:spMkLst>
            <pc:docMk/>
            <pc:sldMk cId="1909207425" sldId="292"/>
            <ac:spMk id="12" creationId="{742C1BEA-8715-B9FE-6C80-A12F6DD0F787}"/>
          </ac:spMkLst>
        </pc:spChg>
        <pc:spChg chg="add mod">
          <ac:chgData name="Robert de Groote" userId="2ce5265b-80a0-4fb8-a62a-8035e9b0c45a" providerId="ADAL" clId="{EF806A60-D76F-4088-BA7C-EFFC6B100EE3}" dt="2025-09-04T14:10:53.945" v="6483" actId="20577"/>
          <ac:spMkLst>
            <pc:docMk/>
            <pc:sldMk cId="1909207425" sldId="292"/>
            <ac:spMk id="13" creationId="{5F2AD66D-BF0C-8D2B-626C-10474CAD89B8}"/>
          </ac:spMkLst>
        </pc:spChg>
        <pc:spChg chg="add mod">
          <ac:chgData name="Robert de Groote" userId="2ce5265b-80a0-4fb8-a62a-8035e9b0c45a" providerId="ADAL" clId="{EF806A60-D76F-4088-BA7C-EFFC6B100EE3}" dt="2025-09-04T14:06:38.010" v="6432" actId="962"/>
          <ac:spMkLst>
            <pc:docMk/>
            <pc:sldMk cId="1909207425" sldId="292"/>
            <ac:spMk id="14" creationId="{233E3584-2F67-A496-4F86-8D1593554523}"/>
          </ac:spMkLst>
        </pc:spChg>
        <pc:spChg chg="add mod">
          <ac:chgData name="Robert de Groote" userId="2ce5265b-80a0-4fb8-a62a-8035e9b0c45a" providerId="ADAL" clId="{EF806A60-D76F-4088-BA7C-EFFC6B100EE3}" dt="2025-09-04T14:06:44.930" v="6434" actId="962"/>
          <ac:spMkLst>
            <pc:docMk/>
            <pc:sldMk cId="1909207425" sldId="292"/>
            <ac:spMk id="15" creationId="{47005936-CFA6-01F3-2E5E-066FE1AB8B7C}"/>
          </ac:spMkLst>
        </pc:spChg>
        <pc:spChg chg="add mod">
          <ac:chgData name="Robert de Groote" userId="2ce5265b-80a0-4fb8-a62a-8035e9b0c45a" providerId="ADAL" clId="{EF806A60-D76F-4088-BA7C-EFFC6B100EE3}" dt="2025-09-04T14:06:51.838" v="6435" actId="962"/>
          <ac:spMkLst>
            <pc:docMk/>
            <pc:sldMk cId="1909207425" sldId="292"/>
            <ac:spMk id="16" creationId="{824A33C0-1C57-E825-36E1-AA7139CA8EC9}"/>
          </ac:spMkLst>
        </pc:spChg>
        <pc:spChg chg="add mod">
          <ac:chgData name="Robert de Groote" userId="2ce5265b-80a0-4fb8-a62a-8035e9b0c45a" providerId="ADAL" clId="{EF806A60-D76F-4088-BA7C-EFFC6B100EE3}" dt="2025-09-04T14:06:58.144" v="6436" actId="962"/>
          <ac:spMkLst>
            <pc:docMk/>
            <pc:sldMk cId="1909207425" sldId="292"/>
            <ac:spMk id="17" creationId="{3D44D31C-C4FB-0015-149E-5586C2F0D166}"/>
          </ac:spMkLst>
        </pc:spChg>
        <pc:spChg chg="add mod">
          <ac:chgData name="Robert de Groote" userId="2ce5265b-80a0-4fb8-a62a-8035e9b0c45a" providerId="ADAL" clId="{EF806A60-D76F-4088-BA7C-EFFC6B100EE3}" dt="2025-09-04T14:02:50.081" v="6188" actId="164"/>
          <ac:spMkLst>
            <pc:docMk/>
            <pc:sldMk cId="1909207425" sldId="292"/>
            <ac:spMk id="18" creationId="{C4B2A379-D2D9-D2FF-589F-0E9E38A5FE5A}"/>
          </ac:spMkLst>
        </pc:spChg>
        <pc:spChg chg="add mod">
          <ac:chgData name="Robert de Groote" userId="2ce5265b-80a0-4fb8-a62a-8035e9b0c45a" providerId="ADAL" clId="{EF806A60-D76F-4088-BA7C-EFFC6B100EE3}" dt="2025-09-04T14:02:50.081" v="6188" actId="164"/>
          <ac:spMkLst>
            <pc:docMk/>
            <pc:sldMk cId="1909207425" sldId="292"/>
            <ac:spMk id="19" creationId="{DF84937F-712E-393F-50AE-8B3EBC3F0665}"/>
          </ac:spMkLst>
        </pc:spChg>
        <pc:spChg chg="add mod">
          <ac:chgData name="Robert de Groote" userId="2ce5265b-80a0-4fb8-a62a-8035e9b0c45a" providerId="ADAL" clId="{EF806A60-D76F-4088-BA7C-EFFC6B100EE3}" dt="2025-09-04T14:02:59.818" v="6190" actId="1076"/>
          <ac:spMkLst>
            <pc:docMk/>
            <pc:sldMk cId="1909207425" sldId="292"/>
            <ac:spMk id="21" creationId="{53692403-ED76-79AB-27E5-CD29EC98EDBD}"/>
          </ac:spMkLst>
        </pc:spChg>
        <pc:spChg chg="add mod">
          <ac:chgData name="Robert de Groote" userId="2ce5265b-80a0-4fb8-a62a-8035e9b0c45a" providerId="ADAL" clId="{EF806A60-D76F-4088-BA7C-EFFC6B100EE3}" dt="2025-09-04T14:03:24.410" v="6200" actId="20577"/>
          <ac:spMkLst>
            <pc:docMk/>
            <pc:sldMk cId="1909207425" sldId="292"/>
            <ac:spMk id="22" creationId="{9F38FAF2-8314-FAE4-D2B0-1B93CCEFC0F6}"/>
          </ac:spMkLst>
        </pc:spChg>
        <pc:spChg chg="add mod">
          <ac:chgData name="Robert de Groote" userId="2ce5265b-80a0-4fb8-a62a-8035e9b0c45a" providerId="ADAL" clId="{EF806A60-D76F-4088-BA7C-EFFC6B100EE3}" dt="2025-09-04T14:03:05.810" v="6192" actId="1076"/>
          <ac:spMkLst>
            <pc:docMk/>
            <pc:sldMk cId="1909207425" sldId="292"/>
            <ac:spMk id="23" creationId="{438237B5-CD3A-8EDD-946D-C0246339798C}"/>
          </ac:spMkLst>
        </pc:spChg>
        <pc:spChg chg="add mod">
          <ac:chgData name="Robert de Groote" userId="2ce5265b-80a0-4fb8-a62a-8035e9b0c45a" providerId="ADAL" clId="{EF806A60-D76F-4088-BA7C-EFFC6B100EE3}" dt="2025-09-04T14:03:27.208" v="6207" actId="20577"/>
          <ac:spMkLst>
            <pc:docMk/>
            <pc:sldMk cId="1909207425" sldId="292"/>
            <ac:spMk id="24" creationId="{BF723558-F594-996D-C33A-A7A621B986FA}"/>
          </ac:spMkLst>
        </pc:spChg>
        <pc:spChg chg="add mod">
          <ac:chgData name="Robert de Groote" userId="2ce5265b-80a0-4fb8-a62a-8035e9b0c45a" providerId="ADAL" clId="{EF806A60-D76F-4088-BA7C-EFFC6B100EE3}" dt="2025-09-04T14:03:10.544" v="6194" actId="1076"/>
          <ac:spMkLst>
            <pc:docMk/>
            <pc:sldMk cId="1909207425" sldId="292"/>
            <ac:spMk id="25" creationId="{3235F076-7A31-CDD0-BEE3-57AC951B9A09}"/>
          </ac:spMkLst>
        </pc:spChg>
        <pc:spChg chg="add mod">
          <ac:chgData name="Robert de Groote" userId="2ce5265b-80a0-4fb8-a62a-8035e9b0c45a" providerId="ADAL" clId="{EF806A60-D76F-4088-BA7C-EFFC6B100EE3}" dt="2025-09-04T14:10:59.115" v="6493" actId="20577"/>
          <ac:spMkLst>
            <pc:docMk/>
            <pc:sldMk cId="1909207425" sldId="292"/>
            <ac:spMk id="26" creationId="{7359B376-9D9A-AF51-1C15-70161DD87872}"/>
          </ac:spMkLst>
        </pc:spChg>
        <pc:spChg chg="add mod">
          <ac:chgData name="Robert de Groote" userId="2ce5265b-80a0-4fb8-a62a-8035e9b0c45a" providerId="ADAL" clId="{EF806A60-D76F-4088-BA7C-EFFC6B100EE3}" dt="2025-09-04T14:03:10.924" v="6195"/>
          <ac:spMkLst>
            <pc:docMk/>
            <pc:sldMk cId="1909207425" sldId="292"/>
            <ac:spMk id="27" creationId="{248F3F68-FA42-5383-00A1-7A07CD9CBB39}"/>
          </ac:spMkLst>
        </pc:spChg>
        <pc:spChg chg="add mod">
          <ac:chgData name="Robert de Groote" userId="2ce5265b-80a0-4fb8-a62a-8035e9b0c45a" providerId="ADAL" clId="{EF806A60-D76F-4088-BA7C-EFFC6B100EE3}" dt="2025-09-04T14:10:42.958" v="6477" actId="20577"/>
          <ac:spMkLst>
            <pc:docMk/>
            <pc:sldMk cId="1909207425" sldId="292"/>
            <ac:spMk id="28" creationId="{5F12F761-004B-928E-1732-C4D974FF173B}"/>
          </ac:spMkLst>
        </pc:spChg>
        <pc:spChg chg="add mod">
          <ac:chgData name="Robert de Groote" userId="2ce5265b-80a0-4fb8-a62a-8035e9b0c45a" providerId="ADAL" clId="{EF806A60-D76F-4088-BA7C-EFFC6B100EE3}" dt="2025-09-04T14:10:19.805" v="6465" actId="1076"/>
          <ac:spMkLst>
            <pc:docMk/>
            <pc:sldMk cId="1909207425" sldId="292"/>
            <ac:spMk id="29" creationId="{36FE3E94-008F-65DB-257D-58037790E296}"/>
          </ac:spMkLst>
        </pc:spChg>
        <pc:spChg chg="add mod">
          <ac:chgData name="Robert de Groote" userId="2ce5265b-80a0-4fb8-a62a-8035e9b0c45a" providerId="ADAL" clId="{EF806A60-D76F-4088-BA7C-EFFC6B100EE3}" dt="2025-09-04T14:10:49.737" v="6480" actId="20577"/>
          <ac:spMkLst>
            <pc:docMk/>
            <pc:sldMk cId="1909207425" sldId="292"/>
            <ac:spMk id="30" creationId="{FC248383-5896-C54C-ACFD-B066B66D84A1}"/>
          </ac:spMkLst>
        </pc:spChg>
      </pc:sldChg>
      <pc:sldChg chg="addSp delSp modSp add mod addAnim delAnim modAnim">
        <pc:chgData name="Robert de Groote" userId="2ce5265b-80a0-4fb8-a62a-8035e9b0c45a" providerId="ADAL" clId="{EF806A60-D76F-4088-BA7C-EFFC6B100EE3}" dt="2025-09-04T14:45:05.346" v="7083"/>
        <pc:sldMkLst>
          <pc:docMk/>
          <pc:sldMk cId="2897203957" sldId="293"/>
        </pc:sldMkLst>
        <pc:spChg chg="mod">
          <ac:chgData name="Robert de Groote" userId="2ce5265b-80a0-4fb8-a62a-8035e9b0c45a" providerId="ADAL" clId="{EF806A60-D76F-4088-BA7C-EFFC6B100EE3}" dt="2025-09-04T14:35:44.783" v="6992" actId="20577"/>
          <ac:spMkLst>
            <pc:docMk/>
            <pc:sldMk cId="2897203957" sldId="293"/>
            <ac:spMk id="2" creationId="{016E171D-91F3-F456-D9AB-122D2F6CAA26}"/>
          </ac:spMkLst>
        </pc:spChg>
        <pc:spChg chg="mod">
          <ac:chgData name="Robert de Groote" userId="2ce5265b-80a0-4fb8-a62a-8035e9b0c45a" providerId="ADAL" clId="{EF806A60-D76F-4088-BA7C-EFFC6B100EE3}" dt="2025-09-04T14:35:35.257" v="6981" actId="113"/>
          <ac:spMkLst>
            <pc:docMk/>
            <pc:sldMk cId="2897203957" sldId="293"/>
            <ac:spMk id="3" creationId="{48BA489E-0E20-4C64-2CE5-5120E11DC116}"/>
          </ac:spMkLst>
        </pc:spChg>
        <pc:spChg chg="mod topLvl">
          <ac:chgData name="Robert de Groote" userId="2ce5265b-80a0-4fb8-a62a-8035e9b0c45a" providerId="ADAL" clId="{EF806A60-D76F-4088-BA7C-EFFC6B100EE3}" dt="2025-09-04T14:33:32.801" v="6959" actId="164"/>
          <ac:spMkLst>
            <pc:docMk/>
            <pc:sldMk cId="2897203957" sldId="293"/>
            <ac:spMk id="5" creationId="{C9FD863D-CF6C-398B-E67B-8B9986235A38}"/>
          </ac:spMkLst>
        </pc:spChg>
        <pc:spChg chg="mod topLvl">
          <ac:chgData name="Robert de Groote" userId="2ce5265b-80a0-4fb8-a62a-8035e9b0c45a" providerId="ADAL" clId="{EF806A60-D76F-4088-BA7C-EFFC6B100EE3}" dt="2025-09-04T14:33:32.801" v="6959" actId="164"/>
          <ac:spMkLst>
            <pc:docMk/>
            <pc:sldMk cId="2897203957" sldId="293"/>
            <ac:spMk id="6" creationId="{3BEEB6E8-3C5F-3F60-2C0B-BB671A47C81D}"/>
          </ac:spMkLst>
        </pc:spChg>
        <pc:spChg chg="mod topLvl">
          <ac:chgData name="Robert de Groote" userId="2ce5265b-80a0-4fb8-a62a-8035e9b0c45a" providerId="ADAL" clId="{EF806A60-D76F-4088-BA7C-EFFC6B100EE3}" dt="2025-09-04T14:33:32.801" v="6959" actId="164"/>
          <ac:spMkLst>
            <pc:docMk/>
            <pc:sldMk cId="2897203957" sldId="293"/>
            <ac:spMk id="7" creationId="{086DAB87-E47F-F003-8E80-231F55371922}"/>
          </ac:spMkLst>
        </pc:spChg>
        <pc:spChg chg="mod topLvl">
          <ac:chgData name="Robert de Groote" userId="2ce5265b-80a0-4fb8-a62a-8035e9b0c45a" providerId="ADAL" clId="{EF806A60-D76F-4088-BA7C-EFFC6B100EE3}" dt="2025-09-04T14:33:32.801" v="6959" actId="164"/>
          <ac:spMkLst>
            <pc:docMk/>
            <pc:sldMk cId="2897203957" sldId="293"/>
            <ac:spMk id="8" creationId="{5A682F94-6198-EFDF-A2EC-07072DEA5EF6}"/>
          </ac:spMkLst>
        </pc:spChg>
        <pc:spChg chg="mod topLvl">
          <ac:chgData name="Robert de Groote" userId="2ce5265b-80a0-4fb8-a62a-8035e9b0c45a" providerId="ADAL" clId="{EF806A60-D76F-4088-BA7C-EFFC6B100EE3}" dt="2025-09-04T14:33:32.801" v="6959" actId="164"/>
          <ac:spMkLst>
            <pc:docMk/>
            <pc:sldMk cId="2897203957" sldId="293"/>
            <ac:spMk id="9" creationId="{68401B98-9541-4AAB-9C51-62F2C1492BC7}"/>
          </ac:spMkLst>
        </pc:spChg>
        <pc:spChg chg="mod topLvl">
          <ac:chgData name="Robert de Groote" userId="2ce5265b-80a0-4fb8-a62a-8035e9b0c45a" providerId="ADAL" clId="{EF806A60-D76F-4088-BA7C-EFFC6B100EE3}" dt="2025-09-04T14:33:32.801" v="6959" actId="164"/>
          <ac:spMkLst>
            <pc:docMk/>
            <pc:sldMk cId="2897203957" sldId="293"/>
            <ac:spMk id="17" creationId="{DB5EDBCB-FA0F-D347-59FD-302ADB90C716}"/>
          </ac:spMkLst>
        </pc:spChg>
        <pc:spChg chg="mod topLvl">
          <ac:chgData name="Robert de Groote" userId="2ce5265b-80a0-4fb8-a62a-8035e9b0c45a" providerId="ADAL" clId="{EF806A60-D76F-4088-BA7C-EFFC6B100EE3}" dt="2025-09-04T14:33:32.801" v="6959" actId="164"/>
          <ac:spMkLst>
            <pc:docMk/>
            <pc:sldMk cId="2897203957" sldId="293"/>
            <ac:spMk id="18" creationId="{BD0A87C9-A8C1-611B-8585-E438E16495FF}"/>
          </ac:spMkLst>
        </pc:spChg>
        <pc:spChg chg="mod topLvl">
          <ac:chgData name="Robert de Groote" userId="2ce5265b-80a0-4fb8-a62a-8035e9b0c45a" providerId="ADAL" clId="{EF806A60-D76F-4088-BA7C-EFFC6B100EE3}" dt="2025-09-04T14:33:32.801" v="6959" actId="164"/>
          <ac:spMkLst>
            <pc:docMk/>
            <pc:sldMk cId="2897203957" sldId="293"/>
            <ac:spMk id="19" creationId="{6DB5B97B-1F0A-FCCE-E639-86ED09F8EB91}"/>
          </ac:spMkLst>
        </pc:spChg>
        <pc:spChg chg="mod">
          <ac:chgData name="Robert de Groote" userId="2ce5265b-80a0-4fb8-a62a-8035e9b0c45a" providerId="ADAL" clId="{EF806A60-D76F-4088-BA7C-EFFC6B100EE3}" dt="2025-09-04T14:28:05.044" v="6809" actId="555"/>
          <ac:spMkLst>
            <pc:docMk/>
            <pc:sldMk cId="2897203957" sldId="293"/>
            <ac:spMk id="20" creationId="{A003EF36-3727-8C03-B684-5F72F1868333}"/>
          </ac:spMkLst>
        </pc:spChg>
        <pc:spChg chg="add mod topLvl">
          <ac:chgData name="Robert de Groote" userId="2ce5265b-80a0-4fb8-a62a-8035e9b0c45a" providerId="ADAL" clId="{EF806A60-D76F-4088-BA7C-EFFC6B100EE3}" dt="2025-09-04T14:33:55.347" v="6965" actId="164"/>
          <ac:spMkLst>
            <pc:docMk/>
            <pc:sldMk cId="2897203957" sldId="293"/>
            <ac:spMk id="30" creationId="{8E22A9B1-2124-EC65-7145-A4ECAB0922CC}"/>
          </ac:spMkLst>
        </pc:spChg>
        <pc:spChg chg="add mod topLvl">
          <ac:chgData name="Robert de Groote" userId="2ce5265b-80a0-4fb8-a62a-8035e9b0c45a" providerId="ADAL" clId="{EF806A60-D76F-4088-BA7C-EFFC6B100EE3}" dt="2025-09-04T14:33:57.383" v="6966" actId="164"/>
          <ac:spMkLst>
            <pc:docMk/>
            <pc:sldMk cId="2897203957" sldId="293"/>
            <ac:spMk id="31" creationId="{5355A928-E31D-A4FD-6AC3-22DF051373F4}"/>
          </ac:spMkLst>
        </pc:spChg>
        <pc:spChg chg="add mod ord">
          <ac:chgData name="Robert de Groote" userId="2ce5265b-80a0-4fb8-a62a-8035e9b0c45a" providerId="ADAL" clId="{EF806A60-D76F-4088-BA7C-EFFC6B100EE3}" dt="2025-09-04T14:39:39.241" v="7031" actId="1076"/>
          <ac:spMkLst>
            <pc:docMk/>
            <pc:sldMk cId="2897203957" sldId="293"/>
            <ac:spMk id="38" creationId="{0FD60B56-BA5F-9475-2E77-A085BB418E2F}"/>
          </ac:spMkLst>
        </pc:spChg>
        <pc:spChg chg="add mod topLvl">
          <ac:chgData name="Robert de Groote" userId="2ce5265b-80a0-4fb8-a62a-8035e9b0c45a" providerId="ADAL" clId="{EF806A60-D76F-4088-BA7C-EFFC6B100EE3}" dt="2025-09-04T14:33:32.801" v="6959" actId="164"/>
          <ac:spMkLst>
            <pc:docMk/>
            <pc:sldMk cId="2897203957" sldId="293"/>
            <ac:spMk id="41" creationId="{360DA1CE-8241-6373-A6B6-B135286D4DC8}"/>
          </ac:spMkLst>
        </pc:spChg>
        <pc:spChg chg="add mod topLvl">
          <ac:chgData name="Robert de Groote" userId="2ce5265b-80a0-4fb8-a62a-8035e9b0c45a" providerId="ADAL" clId="{EF806A60-D76F-4088-BA7C-EFFC6B100EE3}" dt="2025-09-04T14:33:32.801" v="6959" actId="164"/>
          <ac:spMkLst>
            <pc:docMk/>
            <pc:sldMk cId="2897203957" sldId="293"/>
            <ac:spMk id="43" creationId="{1CDFE5B7-4D04-A2F1-91D0-B40BC78C619B}"/>
          </ac:spMkLst>
        </pc:spChg>
        <pc:spChg chg="mod topLvl">
          <ac:chgData name="Robert de Groote" userId="2ce5265b-80a0-4fb8-a62a-8035e9b0c45a" providerId="ADAL" clId="{EF806A60-D76F-4088-BA7C-EFFC6B100EE3}" dt="2025-09-04T14:33:45.580" v="6962" actId="164"/>
          <ac:spMkLst>
            <pc:docMk/>
            <pc:sldMk cId="2897203957" sldId="293"/>
            <ac:spMk id="51" creationId="{D8E25458-C21B-AE7E-C062-677732E4D760}"/>
          </ac:spMkLst>
        </pc:spChg>
        <pc:spChg chg="mod topLvl">
          <ac:chgData name="Robert de Groote" userId="2ce5265b-80a0-4fb8-a62a-8035e9b0c45a" providerId="ADAL" clId="{EF806A60-D76F-4088-BA7C-EFFC6B100EE3}" dt="2025-09-04T14:33:45.580" v="6962" actId="164"/>
          <ac:spMkLst>
            <pc:docMk/>
            <pc:sldMk cId="2897203957" sldId="293"/>
            <ac:spMk id="52" creationId="{CE8251DF-5C77-24B2-0507-598637FC9BC1}"/>
          </ac:spMkLst>
        </pc:spChg>
        <pc:spChg chg="mod topLvl">
          <ac:chgData name="Robert de Groote" userId="2ce5265b-80a0-4fb8-a62a-8035e9b0c45a" providerId="ADAL" clId="{EF806A60-D76F-4088-BA7C-EFFC6B100EE3}" dt="2025-09-04T14:33:45.580" v="6962" actId="164"/>
          <ac:spMkLst>
            <pc:docMk/>
            <pc:sldMk cId="2897203957" sldId="293"/>
            <ac:spMk id="53" creationId="{209B02B1-853F-0E2C-9918-52E74FE9F8AB}"/>
          </ac:spMkLst>
        </pc:spChg>
        <pc:spChg chg="mod topLvl">
          <ac:chgData name="Robert de Groote" userId="2ce5265b-80a0-4fb8-a62a-8035e9b0c45a" providerId="ADAL" clId="{EF806A60-D76F-4088-BA7C-EFFC6B100EE3}" dt="2025-09-04T14:33:45.580" v="6962" actId="164"/>
          <ac:spMkLst>
            <pc:docMk/>
            <pc:sldMk cId="2897203957" sldId="293"/>
            <ac:spMk id="54" creationId="{ABB5F318-DA56-B87D-5366-A832CD1A6E61}"/>
          </ac:spMkLst>
        </pc:spChg>
        <pc:spChg chg="mod topLvl">
          <ac:chgData name="Robert de Groote" userId="2ce5265b-80a0-4fb8-a62a-8035e9b0c45a" providerId="ADAL" clId="{EF806A60-D76F-4088-BA7C-EFFC6B100EE3}" dt="2025-09-04T14:33:41.675" v="6961" actId="165"/>
          <ac:spMkLst>
            <pc:docMk/>
            <pc:sldMk cId="2897203957" sldId="293"/>
            <ac:spMk id="55" creationId="{55866752-43BF-D300-737C-21B45A5FBC01}"/>
          </ac:spMkLst>
        </pc:spChg>
        <pc:spChg chg="mod topLvl">
          <ac:chgData name="Robert de Groote" userId="2ce5265b-80a0-4fb8-a62a-8035e9b0c45a" providerId="ADAL" clId="{EF806A60-D76F-4088-BA7C-EFFC6B100EE3}" dt="2025-09-04T14:33:45.580" v="6962" actId="164"/>
          <ac:spMkLst>
            <pc:docMk/>
            <pc:sldMk cId="2897203957" sldId="293"/>
            <ac:spMk id="60" creationId="{71FA1647-028A-D4A7-B727-028A5F1478D4}"/>
          </ac:spMkLst>
        </pc:spChg>
        <pc:spChg chg="mod topLvl">
          <ac:chgData name="Robert de Groote" userId="2ce5265b-80a0-4fb8-a62a-8035e9b0c45a" providerId="ADAL" clId="{EF806A60-D76F-4088-BA7C-EFFC6B100EE3}" dt="2025-09-04T14:33:45.580" v="6962" actId="164"/>
          <ac:spMkLst>
            <pc:docMk/>
            <pc:sldMk cId="2897203957" sldId="293"/>
            <ac:spMk id="61" creationId="{55B0F028-EA99-C576-C4D4-9C382574C457}"/>
          </ac:spMkLst>
        </pc:spChg>
        <pc:spChg chg="mod topLvl">
          <ac:chgData name="Robert de Groote" userId="2ce5265b-80a0-4fb8-a62a-8035e9b0c45a" providerId="ADAL" clId="{EF806A60-D76F-4088-BA7C-EFFC6B100EE3}" dt="2025-09-04T14:33:45.580" v="6962" actId="164"/>
          <ac:spMkLst>
            <pc:docMk/>
            <pc:sldMk cId="2897203957" sldId="293"/>
            <ac:spMk id="62" creationId="{F41D8958-A63E-91A5-78B3-333DDE1382C4}"/>
          </ac:spMkLst>
        </pc:spChg>
        <pc:spChg chg="mod topLvl">
          <ac:chgData name="Robert de Groote" userId="2ce5265b-80a0-4fb8-a62a-8035e9b0c45a" providerId="ADAL" clId="{EF806A60-D76F-4088-BA7C-EFFC6B100EE3}" dt="2025-09-04T14:33:45.580" v="6962" actId="164"/>
          <ac:spMkLst>
            <pc:docMk/>
            <pc:sldMk cId="2897203957" sldId="293"/>
            <ac:spMk id="63" creationId="{C350EAA0-C063-2E68-1DFF-3A09979CF39A}"/>
          </ac:spMkLst>
        </pc:spChg>
        <pc:spChg chg="mod">
          <ac:chgData name="Robert de Groote" userId="2ce5265b-80a0-4fb8-a62a-8035e9b0c45a" providerId="ADAL" clId="{EF806A60-D76F-4088-BA7C-EFFC6B100EE3}" dt="2025-09-04T14:33:51.074" v="6963" actId="164"/>
          <ac:spMkLst>
            <pc:docMk/>
            <pc:sldMk cId="2897203957" sldId="293"/>
            <ac:spMk id="64" creationId="{E1BAABA7-5E32-5584-920A-B3AFAAFA9E7B}"/>
          </ac:spMkLst>
        </pc:spChg>
        <pc:spChg chg="mod topLvl">
          <ac:chgData name="Robert de Groote" userId="2ce5265b-80a0-4fb8-a62a-8035e9b0c45a" providerId="ADAL" clId="{EF806A60-D76F-4088-BA7C-EFFC6B100EE3}" dt="2025-09-04T14:33:52.903" v="6964" actId="164"/>
          <ac:spMkLst>
            <pc:docMk/>
            <pc:sldMk cId="2897203957" sldId="293"/>
            <ac:spMk id="65" creationId="{64349A27-5795-1CEA-1A8C-73ECB2028B31}"/>
          </ac:spMkLst>
        </pc:spChg>
        <pc:spChg chg="mod">
          <ac:chgData name="Robert de Groote" userId="2ce5265b-80a0-4fb8-a62a-8035e9b0c45a" providerId="ADAL" clId="{EF806A60-D76F-4088-BA7C-EFFC6B100EE3}" dt="2025-09-04T14:33:45.580" v="6962" actId="164"/>
          <ac:spMkLst>
            <pc:docMk/>
            <pc:sldMk cId="2897203957" sldId="293"/>
            <ac:spMk id="68" creationId="{09234778-BED7-F973-1A0E-370DD94F2736}"/>
          </ac:spMkLst>
        </pc:spChg>
        <pc:spChg chg="mod">
          <ac:chgData name="Robert de Groote" userId="2ce5265b-80a0-4fb8-a62a-8035e9b0c45a" providerId="ADAL" clId="{EF806A60-D76F-4088-BA7C-EFFC6B100EE3}" dt="2025-09-04T14:33:45.580" v="6962" actId="164"/>
          <ac:spMkLst>
            <pc:docMk/>
            <pc:sldMk cId="2897203957" sldId="293"/>
            <ac:spMk id="69" creationId="{6F5276EA-36B9-E1D8-1C0C-7646FB962201}"/>
          </ac:spMkLst>
        </pc:spChg>
        <pc:spChg chg="add mod">
          <ac:chgData name="Robert de Groote" userId="2ce5265b-80a0-4fb8-a62a-8035e9b0c45a" providerId="ADAL" clId="{EF806A60-D76F-4088-BA7C-EFFC6B100EE3}" dt="2025-09-04T14:41:33.033" v="7051" actId="1076"/>
          <ac:spMkLst>
            <pc:docMk/>
            <pc:sldMk cId="2897203957" sldId="293"/>
            <ac:spMk id="71" creationId="{619552E3-CAC5-AE26-3FFE-EFA8E1A2D28A}"/>
          </ac:spMkLst>
        </pc:spChg>
        <pc:spChg chg="add mod">
          <ac:chgData name="Robert de Groote" userId="2ce5265b-80a0-4fb8-a62a-8035e9b0c45a" providerId="ADAL" clId="{EF806A60-D76F-4088-BA7C-EFFC6B100EE3}" dt="2025-09-04T14:29:47.617" v="6849" actId="1076"/>
          <ac:spMkLst>
            <pc:docMk/>
            <pc:sldMk cId="2897203957" sldId="293"/>
            <ac:spMk id="72" creationId="{2450C489-A7ED-D3FF-A19F-DF1D45906A42}"/>
          </ac:spMkLst>
        </pc:spChg>
        <pc:spChg chg="add mod">
          <ac:chgData name="Robert de Groote" userId="2ce5265b-80a0-4fb8-a62a-8035e9b0c45a" providerId="ADAL" clId="{EF806A60-D76F-4088-BA7C-EFFC6B100EE3}" dt="2025-09-04T14:29:56.592" v="6852" actId="20577"/>
          <ac:spMkLst>
            <pc:docMk/>
            <pc:sldMk cId="2897203957" sldId="293"/>
            <ac:spMk id="73" creationId="{C722B01E-EBB7-9497-D9BE-14E13F0A1F17}"/>
          </ac:spMkLst>
        </pc:spChg>
        <pc:spChg chg="add mod">
          <ac:chgData name="Robert de Groote" userId="2ce5265b-80a0-4fb8-a62a-8035e9b0c45a" providerId="ADAL" clId="{EF806A60-D76F-4088-BA7C-EFFC6B100EE3}" dt="2025-09-04T14:42:26.036" v="7053" actId="1076"/>
          <ac:spMkLst>
            <pc:docMk/>
            <pc:sldMk cId="2897203957" sldId="293"/>
            <ac:spMk id="74" creationId="{C86DEC0A-E57B-BBA6-4E63-CF08108F7252}"/>
          </ac:spMkLst>
        </pc:spChg>
        <pc:spChg chg="add mod">
          <ac:chgData name="Robert de Groote" userId="2ce5265b-80a0-4fb8-a62a-8035e9b0c45a" providerId="ADAL" clId="{EF806A60-D76F-4088-BA7C-EFFC6B100EE3}" dt="2025-09-04T14:42:20.357" v="7052" actId="1076"/>
          <ac:spMkLst>
            <pc:docMk/>
            <pc:sldMk cId="2897203957" sldId="293"/>
            <ac:spMk id="75" creationId="{AC6A3BE2-A476-1C5C-E5D9-A9F3315CF44C}"/>
          </ac:spMkLst>
        </pc:spChg>
        <pc:spChg chg="add mod topLvl">
          <ac:chgData name="Robert de Groote" userId="2ce5265b-80a0-4fb8-a62a-8035e9b0c45a" providerId="ADAL" clId="{EF806A60-D76F-4088-BA7C-EFFC6B100EE3}" dt="2025-09-04T14:35:17.480" v="6979" actId="164"/>
          <ac:spMkLst>
            <pc:docMk/>
            <pc:sldMk cId="2897203957" sldId="293"/>
            <ac:spMk id="76" creationId="{DC3DB95D-E378-61CB-EDE8-21D5BF191D51}"/>
          </ac:spMkLst>
        </pc:spChg>
        <pc:spChg chg="add mod">
          <ac:chgData name="Robert de Groote" userId="2ce5265b-80a0-4fb8-a62a-8035e9b0c45a" providerId="ADAL" clId="{EF806A60-D76F-4088-BA7C-EFFC6B100EE3}" dt="2025-09-04T14:40:41.970" v="7035" actId="1076"/>
          <ac:spMkLst>
            <pc:docMk/>
            <pc:sldMk cId="2897203957" sldId="293"/>
            <ac:spMk id="77" creationId="{3889B7D2-1867-5C4F-D7FE-BFFE945EE6D9}"/>
          </ac:spMkLst>
        </pc:spChg>
        <pc:spChg chg="add mod">
          <ac:chgData name="Robert de Groote" userId="2ce5265b-80a0-4fb8-a62a-8035e9b0c45a" providerId="ADAL" clId="{EF806A60-D76F-4088-BA7C-EFFC6B100EE3}" dt="2025-09-04T14:35:17.480" v="6979" actId="164"/>
          <ac:spMkLst>
            <pc:docMk/>
            <pc:sldMk cId="2897203957" sldId="293"/>
            <ac:spMk id="85" creationId="{35CC77B3-09A0-9E78-B766-9E88D1A558FD}"/>
          </ac:spMkLst>
        </pc:spChg>
        <pc:spChg chg="add mod">
          <ac:chgData name="Robert de Groote" userId="2ce5265b-80a0-4fb8-a62a-8035e9b0c45a" providerId="ADAL" clId="{EF806A60-D76F-4088-BA7C-EFFC6B100EE3}" dt="2025-09-04T14:43:47.998" v="7073" actId="1076"/>
          <ac:spMkLst>
            <pc:docMk/>
            <pc:sldMk cId="2897203957" sldId="293"/>
            <ac:spMk id="89" creationId="{DA80E7D6-BDC3-AA84-A3E9-C843F3C6460F}"/>
          </ac:spMkLst>
        </pc:spChg>
        <pc:spChg chg="add mod">
          <ac:chgData name="Robert de Groote" userId="2ce5265b-80a0-4fb8-a62a-8035e9b0c45a" providerId="ADAL" clId="{EF806A60-D76F-4088-BA7C-EFFC6B100EE3}" dt="2025-09-04T14:43:54.409" v="7074" actId="1076"/>
          <ac:spMkLst>
            <pc:docMk/>
            <pc:sldMk cId="2897203957" sldId="293"/>
            <ac:spMk id="90" creationId="{E86BFF1B-A698-17C7-7429-3082482D1BDE}"/>
          </ac:spMkLst>
        </pc:spChg>
        <pc:spChg chg="add mod">
          <ac:chgData name="Robert de Groote" userId="2ce5265b-80a0-4fb8-a62a-8035e9b0c45a" providerId="ADAL" clId="{EF806A60-D76F-4088-BA7C-EFFC6B100EE3}" dt="2025-09-04T14:44:49.698" v="7080" actId="1076"/>
          <ac:spMkLst>
            <pc:docMk/>
            <pc:sldMk cId="2897203957" sldId="293"/>
            <ac:spMk id="91" creationId="{DC6E021A-A16D-8797-8BC1-9C69AEBCFCD7}"/>
          </ac:spMkLst>
        </pc:spChg>
        <pc:spChg chg="add mod">
          <ac:chgData name="Robert de Groote" userId="2ce5265b-80a0-4fb8-a62a-8035e9b0c45a" providerId="ADAL" clId="{EF806A60-D76F-4088-BA7C-EFFC6B100EE3}" dt="2025-09-04T14:45:02.240" v="7082" actId="1076"/>
          <ac:spMkLst>
            <pc:docMk/>
            <pc:sldMk cId="2897203957" sldId="293"/>
            <ac:spMk id="92" creationId="{33CAA3B6-840C-07F6-84F3-CB5FE5B175A2}"/>
          </ac:spMkLst>
        </pc:spChg>
        <pc:grpChg chg="add mod">
          <ac:chgData name="Robert de Groote" userId="2ce5265b-80a0-4fb8-a62a-8035e9b0c45a" providerId="ADAL" clId="{EF806A60-D76F-4088-BA7C-EFFC6B100EE3}" dt="2025-09-04T14:33:51.074" v="6963" actId="164"/>
          <ac:grpSpMkLst>
            <pc:docMk/>
            <pc:sldMk cId="2897203957" sldId="293"/>
            <ac:grpSpMk id="81" creationId="{719E5534-4C36-F3EA-4A46-5BDB802A810A}"/>
          </ac:grpSpMkLst>
        </pc:grpChg>
        <pc:grpChg chg="add mod">
          <ac:chgData name="Robert de Groote" userId="2ce5265b-80a0-4fb8-a62a-8035e9b0c45a" providerId="ADAL" clId="{EF806A60-D76F-4088-BA7C-EFFC6B100EE3}" dt="2025-09-04T14:33:52.903" v="6964" actId="164"/>
          <ac:grpSpMkLst>
            <pc:docMk/>
            <pc:sldMk cId="2897203957" sldId="293"/>
            <ac:grpSpMk id="82" creationId="{7EFCC1B1-BDAF-CA1F-BF59-D5C33982E8A2}"/>
          </ac:grpSpMkLst>
        </pc:grpChg>
        <pc:grpChg chg="add mod">
          <ac:chgData name="Robert de Groote" userId="2ce5265b-80a0-4fb8-a62a-8035e9b0c45a" providerId="ADAL" clId="{EF806A60-D76F-4088-BA7C-EFFC6B100EE3}" dt="2025-09-04T14:33:55.347" v="6965" actId="164"/>
          <ac:grpSpMkLst>
            <pc:docMk/>
            <pc:sldMk cId="2897203957" sldId="293"/>
            <ac:grpSpMk id="83" creationId="{DF0CB621-8D77-1D30-BEF6-3ABE1475971D}"/>
          </ac:grpSpMkLst>
        </pc:grpChg>
        <pc:grpChg chg="add mod">
          <ac:chgData name="Robert de Groote" userId="2ce5265b-80a0-4fb8-a62a-8035e9b0c45a" providerId="ADAL" clId="{EF806A60-D76F-4088-BA7C-EFFC6B100EE3}" dt="2025-09-04T14:33:57.383" v="6966" actId="164"/>
          <ac:grpSpMkLst>
            <pc:docMk/>
            <pc:sldMk cId="2897203957" sldId="293"/>
            <ac:grpSpMk id="84" creationId="{8836BE16-E7C5-035A-459E-4C070B99A95F}"/>
          </ac:grpSpMkLst>
        </pc:grpChg>
        <pc:grpChg chg="add mod">
          <ac:chgData name="Robert de Groote" userId="2ce5265b-80a0-4fb8-a62a-8035e9b0c45a" providerId="ADAL" clId="{EF806A60-D76F-4088-BA7C-EFFC6B100EE3}" dt="2025-09-04T14:35:17.480" v="6979" actId="164"/>
          <ac:grpSpMkLst>
            <pc:docMk/>
            <pc:sldMk cId="2897203957" sldId="293"/>
            <ac:grpSpMk id="88" creationId="{A7EAAE92-E9CE-0E6C-3703-978209B47999}"/>
          </ac:grpSpMkLst>
        </pc:grpChg>
        <pc:cxnChg chg="mod">
          <ac:chgData name="Robert de Groote" userId="2ce5265b-80a0-4fb8-a62a-8035e9b0c45a" providerId="ADAL" clId="{EF806A60-D76F-4088-BA7C-EFFC6B100EE3}" dt="2025-09-04T14:24:10.912" v="6748" actId="478"/>
          <ac:cxnSpMkLst>
            <pc:docMk/>
            <pc:sldMk cId="2897203957" sldId="293"/>
            <ac:cxnSpMk id="13" creationId="{0F8AB07D-F5A2-4CC1-9CA3-5775F4A7A17F}"/>
          </ac:cxnSpMkLst>
        </pc:cxnChg>
        <pc:cxnChg chg="mod">
          <ac:chgData name="Robert de Groote" userId="2ce5265b-80a0-4fb8-a62a-8035e9b0c45a" providerId="ADAL" clId="{EF806A60-D76F-4088-BA7C-EFFC6B100EE3}" dt="2025-09-04T14:24:10.912" v="6748" actId="478"/>
          <ac:cxnSpMkLst>
            <pc:docMk/>
            <pc:sldMk cId="2897203957" sldId="293"/>
            <ac:cxnSpMk id="14" creationId="{74A7DF5F-B35F-7FBC-0F83-2D0E5DF76228}"/>
          </ac:cxnSpMkLst>
        </pc:cxnChg>
        <pc:cxnChg chg="mod">
          <ac:chgData name="Robert de Groote" userId="2ce5265b-80a0-4fb8-a62a-8035e9b0c45a" providerId="ADAL" clId="{EF806A60-D76F-4088-BA7C-EFFC6B100EE3}" dt="2025-09-04T14:24:10.912" v="6748" actId="478"/>
          <ac:cxnSpMkLst>
            <pc:docMk/>
            <pc:sldMk cId="2897203957" sldId="293"/>
            <ac:cxnSpMk id="15" creationId="{04B192A4-24C4-A613-BE8A-133D7DEC598D}"/>
          </ac:cxnSpMkLst>
        </pc:cxnChg>
        <pc:cxnChg chg="mod">
          <ac:chgData name="Robert de Groote" userId="2ce5265b-80a0-4fb8-a62a-8035e9b0c45a" providerId="ADAL" clId="{EF806A60-D76F-4088-BA7C-EFFC6B100EE3}" dt="2025-09-04T14:27:44.581" v="6803" actId="14100"/>
          <ac:cxnSpMkLst>
            <pc:docMk/>
            <pc:sldMk cId="2897203957" sldId="293"/>
            <ac:cxnSpMk id="16" creationId="{B7381239-46AF-F2F4-CF1B-614DDA6714C1}"/>
          </ac:cxnSpMkLst>
        </pc:cxnChg>
        <pc:cxnChg chg="add mod">
          <ac:chgData name="Robert de Groote" userId="2ce5265b-80a0-4fb8-a62a-8035e9b0c45a" providerId="ADAL" clId="{EF806A60-D76F-4088-BA7C-EFFC6B100EE3}" dt="2025-09-04T14:33:55.347" v="6965" actId="164"/>
          <ac:cxnSpMkLst>
            <pc:docMk/>
            <pc:sldMk cId="2897203957" sldId="293"/>
            <ac:cxnSpMk id="33" creationId="{B82499DE-C049-4346-0736-1D06167F5077}"/>
          </ac:cxnSpMkLst>
        </pc:cxnChg>
        <pc:cxnChg chg="add mod">
          <ac:chgData name="Robert de Groote" userId="2ce5265b-80a0-4fb8-a62a-8035e9b0c45a" providerId="ADAL" clId="{EF806A60-D76F-4088-BA7C-EFFC6B100EE3}" dt="2025-09-04T14:33:57.383" v="6966" actId="164"/>
          <ac:cxnSpMkLst>
            <pc:docMk/>
            <pc:sldMk cId="2897203957" sldId="293"/>
            <ac:cxnSpMk id="35" creationId="{C1FCB8B1-AF3E-29E4-317A-DE2301DCF836}"/>
          </ac:cxnSpMkLst>
        </pc:cxnChg>
        <pc:cxnChg chg="add mod">
          <ac:chgData name="Robert de Groote" userId="2ce5265b-80a0-4fb8-a62a-8035e9b0c45a" providerId="ADAL" clId="{EF806A60-D76F-4088-BA7C-EFFC6B100EE3}" dt="2025-09-04T14:27:56.465" v="6808" actId="14100"/>
          <ac:cxnSpMkLst>
            <pc:docMk/>
            <pc:sldMk cId="2897203957" sldId="293"/>
            <ac:cxnSpMk id="44" creationId="{F65A32AB-A2E4-CAB0-3EC9-41299EBC941F}"/>
          </ac:cxnSpMkLst>
        </pc:cxnChg>
        <pc:cxnChg chg="mod">
          <ac:chgData name="Robert de Groote" userId="2ce5265b-80a0-4fb8-a62a-8035e9b0c45a" providerId="ADAL" clId="{EF806A60-D76F-4088-BA7C-EFFC6B100EE3}" dt="2025-09-04T14:33:51.074" v="6963" actId="164"/>
          <ac:cxnSpMkLst>
            <pc:docMk/>
            <pc:sldMk cId="2897203957" sldId="293"/>
            <ac:cxnSpMk id="66" creationId="{ACE75C78-A8FE-D913-1D44-F1D79EAFF07E}"/>
          </ac:cxnSpMkLst>
        </pc:cxnChg>
        <pc:cxnChg chg="mod">
          <ac:chgData name="Robert de Groote" userId="2ce5265b-80a0-4fb8-a62a-8035e9b0c45a" providerId="ADAL" clId="{EF806A60-D76F-4088-BA7C-EFFC6B100EE3}" dt="2025-09-04T14:33:52.903" v="6964" actId="164"/>
          <ac:cxnSpMkLst>
            <pc:docMk/>
            <pc:sldMk cId="2897203957" sldId="293"/>
            <ac:cxnSpMk id="67" creationId="{629C9689-9A5C-EB83-5429-CA62924F9BD5}"/>
          </ac:cxnSpMkLst>
        </pc:cxnChg>
        <pc:cxnChg chg="add mod">
          <ac:chgData name="Robert de Groote" userId="2ce5265b-80a0-4fb8-a62a-8035e9b0c45a" providerId="ADAL" clId="{EF806A60-D76F-4088-BA7C-EFFC6B100EE3}" dt="2025-09-04T14:35:17.480" v="6979" actId="164"/>
          <ac:cxnSpMkLst>
            <pc:docMk/>
            <pc:sldMk cId="2897203957" sldId="293"/>
            <ac:cxnSpMk id="87" creationId="{F8D5F17F-A54B-C8F1-3340-ABE7B40D8ECC}"/>
          </ac:cxnSpMkLst>
        </pc:cxnChg>
      </pc:sldChg>
      <pc:sldChg chg="delSp modSp add mod delAnim modAnim">
        <pc:chgData name="Robert de Groote" userId="2ce5265b-80a0-4fb8-a62a-8035e9b0c45a" providerId="ADAL" clId="{EF806A60-D76F-4088-BA7C-EFFC6B100EE3}" dt="2025-09-04T14:48:03.705" v="7254" actId="20577"/>
        <pc:sldMkLst>
          <pc:docMk/>
          <pc:sldMk cId="489464532" sldId="294"/>
        </pc:sldMkLst>
        <pc:spChg chg="mod">
          <ac:chgData name="Robert de Groote" userId="2ce5265b-80a0-4fb8-a62a-8035e9b0c45a" providerId="ADAL" clId="{EF806A60-D76F-4088-BA7C-EFFC6B100EE3}" dt="2025-09-04T14:48:03.705" v="7254" actId="20577"/>
          <ac:spMkLst>
            <pc:docMk/>
            <pc:sldMk cId="489464532" sldId="294"/>
            <ac:spMk id="3" creationId="{BB8A7FE5-8B02-0D8A-E4BB-5BDB63095247}"/>
          </ac:spMkLst>
        </pc:spChg>
      </pc:sldChg>
      <pc:sldChg chg="addSp delSp modSp add mod modAnim">
        <pc:chgData name="Robert de Groote" userId="2ce5265b-80a0-4fb8-a62a-8035e9b0c45a" providerId="ADAL" clId="{EF806A60-D76F-4088-BA7C-EFFC6B100EE3}" dt="2025-09-04T17:09:29.611" v="7684" actId="20577"/>
        <pc:sldMkLst>
          <pc:docMk/>
          <pc:sldMk cId="192162862" sldId="295"/>
        </pc:sldMkLst>
        <pc:spChg chg="mod">
          <ac:chgData name="Robert de Groote" userId="2ce5265b-80a0-4fb8-a62a-8035e9b0c45a" providerId="ADAL" clId="{EF806A60-D76F-4088-BA7C-EFFC6B100EE3}" dt="2025-09-04T14:50:04.739" v="7269" actId="20577"/>
          <ac:spMkLst>
            <pc:docMk/>
            <pc:sldMk cId="192162862" sldId="295"/>
            <ac:spMk id="2" creationId="{C96B6D0D-7E4F-14E7-8181-C707EB967E94}"/>
          </ac:spMkLst>
        </pc:spChg>
        <pc:spChg chg="mod">
          <ac:chgData name="Robert de Groote" userId="2ce5265b-80a0-4fb8-a62a-8035e9b0c45a" providerId="ADAL" clId="{EF806A60-D76F-4088-BA7C-EFFC6B100EE3}" dt="2025-09-04T17:09:29.611" v="7684" actId="20577"/>
          <ac:spMkLst>
            <pc:docMk/>
            <pc:sldMk cId="192162862" sldId="295"/>
            <ac:spMk id="3" creationId="{92476153-A9B5-87F3-DB46-2CD5B3663E6F}"/>
          </ac:spMkLst>
        </pc:spChg>
        <pc:spChg chg="mod topLvl">
          <ac:chgData name="Robert de Groote" userId="2ce5265b-80a0-4fb8-a62a-8035e9b0c45a" providerId="ADAL" clId="{EF806A60-D76F-4088-BA7C-EFFC6B100EE3}" dt="2025-09-04T14:54:48.754" v="7555" actId="165"/>
          <ac:spMkLst>
            <pc:docMk/>
            <pc:sldMk cId="192162862" sldId="295"/>
            <ac:spMk id="5" creationId="{7CA6241D-5D69-4DCA-028A-F43B222C52AF}"/>
          </ac:spMkLst>
        </pc:spChg>
        <pc:spChg chg="mod topLvl">
          <ac:chgData name="Robert de Groote" userId="2ce5265b-80a0-4fb8-a62a-8035e9b0c45a" providerId="ADAL" clId="{EF806A60-D76F-4088-BA7C-EFFC6B100EE3}" dt="2025-09-04T14:54:53.178" v="7556" actId="164"/>
          <ac:spMkLst>
            <pc:docMk/>
            <pc:sldMk cId="192162862" sldId="295"/>
            <ac:spMk id="6" creationId="{F0276322-5D12-E9FD-7AFE-F9BB5CB91982}"/>
          </ac:spMkLst>
        </pc:spChg>
        <pc:spChg chg="mod topLvl">
          <ac:chgData name="Robert de Groote" userId="2ce5265b-80a0-4fb8-a62a-8035e9b0c45a" providerId="ADAL" clId="{EF806A60-D76F-4088-BA7C-EFFC6B100EE3}" dt="2025-09-04T14:54:53.178" v="7556" actId="164"/>
          <ac:spMkLst>
            <pc:docMk/>
            <pc:sldMk cId="192162862" sldId="295"/>
            <ac:spMk id="7" creationId="{A757D5F0-2593-B5A1-F083-2D5891805E23}"/>
          </ac:spMkLst>
        </pc:spChg>
        <pc:spChg chg="mod topLvl">
          <ac:chgData name="Robert de Groote" userId="2ce5265b-80a0-4fb8-a62a-8035e9b0c45a" providerId="ADAL" clId="{EF806A60-D76F-4088-BA7C-EFFC6B100EE3}" dt="2025-09-04T14:54:53.178" v="7556" actId="164"/>
          <ac:spMkLst>
            <pc:docMk/>
            <pc:sldMk cId="192162862" sldId="295"/>
            <ac:spMk id="8" creationId="{4D5E477E-8721-962C-BB78-897C40FCD5B0}"/>
          </ac:spMkLst>
        </pc:spChg>
        <pc:spChg chg="mod">
          <ac:chgData name="Robert de Groote" userId="2ce5265b-80a0-4fb8-a62a-8035e9b0c45a" providerId="ADAL" clId="{EF806A60-D76F-4088-BA7C-EFFC6B100EE3}" dt="2025-09-04T14:54:53.178" v="7556" actId="164"/>
          <ac:spMkLst>
            <pc:docMk/>
            <pc:sldMk cId="192162862" sldId="295"/>
            <ac:spMk id="9" creationId="{08D6A43B-CB7F-5FBA-6C58-E00C8E652190}"/>
          </ac:spMkLst>
        </pc:spChg>
        <pc:spChg chg="mod topLvl">
          <ac:chgData name="Robert de Groote" userId="2ce5265b-80a0-4fb8-a62a-8035e9b0c45a" providerId="ADAL" clId="{EF806A60-D76F-4088-BA7C-EFFC6B100EE3}" dt="2025-09-04T14:54:53.178" v="7556" actId="164"/>
          <ac:spMkLst>
            <pc:docMk/>
            <pc:sldMk cId="192162862" sldId="295"/>
            <ac:spMk id="10" creationId="{99367E1D-3ECC-E095-9302-B1DFDFFA988E}"/>
          </ac:spMkLst>
        </pc:spChg>
        <pc:spChg chg="mod topLvl">
          <ac:chgData name="Robert de Groote" userId="2ce5265b-80a0-4fb8-a62a-8035e9b0c45a" providerId="ADAL" clId="{EF806A60-D76F-4088-BA7C-EFFC6B100EE3}" dt="2025-09-04T14:54:53.178" v="7556" actId="164"/>
          <ac:spMkLst>
            <pc:docMk/>
            <pc:sldMk cId="192162862" sldId="295"/>
            <ac:spMk id="11" creationId="{BF7093BD-E110-5D42-9EFF-8FA90A4DFF40}"/>
          </ac:spMkLst>
        </pc:spChg>
        <pc:spChg chg="mod topLvl">
          <ac:chgData name="Robert de Groote" userId="2ce5265b-80a0-4fb8-a62a-8035e9b0c45a" providerId="ADAL" clId="{EF806A60-D76F-4088-BA7C-EFFC6B100EE3}" dt="2025-09-04T14:54:53.178" v="7556" actId="164"/>
          <ac:spMkLst>
            <pc:docMk/>
            <pc:sldMk cId="192162862" sldId="295"/>
            <ac:spMk id="12" creationId="{2DCBD4A1-D577-B801-8FCC-1D91B11CB959}"/>
          </ac:spMkLst>
        </pc:spChg>
        <pc:spChg chg="mod topLvl">
          <ac:chgData name="Robert de Groote" userId="2ce5265b-80a0-4fb8-a62a-8035e9b0c45a" providerId="ADAL" clId="{EF806A60-D76F-4088-BA7C-EFFC6B100EE3}" dt="2025-09-04T14:54:53.178" v="7556" actId="164"/>
          <ac:spMkLst>
            <pc:docMk/>
            <pc:sldMk cId="192162862" sldId="295"/>
            <ac:spMk id="13" creationId="{B7C853ED-8B16-0B3D-E0C6-04F6AABAA015}"/>
          </ac:spMkLst>
        </pc:spChg>
        <pc:spChg chg="mod topLvl">
          <ac:chgData name="Robert de Groote" userId="2ce5265b-80a0-4fb8-a62a-8035e9b0c45a" providerId="ADAL" clId="{EF806A60-D76F-4088-BA7C-EFFC6B100EE3}" dt="2025-09-04T14:54:53.178" v="7556" actId="164"/>
          <ac:spMkLst>
            <pc:docMk/>
            <pc:sldMk cId="192162862" sldId="295"/>
            <ac:spMk id="14" creationId="{E4078578-CF23-5137-4531-03421AC32A69}"/>
          </ac:spMkLst>
        </pc:spChg>
        <pc:spChg chg="mod topLvl">
          <ac:chgData name="Robert de Groote" userId="2ce5265b-80a0-4fb8-a62a-8035e9b0c45a" providerId="ADAL" clId="{EF806A60-D76F-4088-BA7C-EFFC6B100EE3}" dt="2025-09-04T14:54:53.178" v="7556" actId="164"/>
          <ac:spMkLst>
            <pc:docMk/>
            <pc:sldMk cId="192162862" sldId="295"/>
            <ac:spMk id="15" creationId="{AAC81BC1-26B1-F2A7-78A5-FC65574D0A13}"/>
          </ac:spMkLst>
        </pc:spChg>
        <pc:spChg chg="mod topLvl">
          <ac:chgData name="Robert de Groote" userId="2ce5265b-80a0-4fb8-a62a-8035e9b0c45a" providerId="ADAL" clId="{EF806A60-D76F-4088-BA7C-EFFC6B100EE3}" dt="2025-09-04T14:54:21.155" v="7550" actId="1076"/>
          <ac:spMkLst>
            <pc:docMk/>
            <pc:sldMk cId="192162862" sldId="295"/>
            <ac:spMk id="16" creationId="{2F14D9DA-3444-BAD6-8372-ED634E984AC9}"/>
          </ac:spMkLst>
        </pc:spChg>
        <pc:spChg chg="add mod">
          <ac:chgData name="Robert de Groote" userId="2ce5265b-80a0-4fb8-a62a-8035e9b0c45a" providerId="ADAL" clId="{EF806A60-D76F-4088-BA7C-EFFC6B100EE3}" dt="2025-09-04T14:54:41.084" v="7553" actId="1076"/>
          <ac:spMkLst>
            <pc:docMk/>
            <pc:sldMk cId="192162862" sldId="295"/>
            <ac:spMk id="19" creationId="{C52C8B58-A829-22FE-FF5B-96B15DABEBA4}"/>
          </ac:spMkLst>
        </pc:spChg>
        <pc:spChg chg="add mod">
          <ac:chgData name="Robert de Groote" userId="2ce5265b-80a0-4fb8-a62a-8035e9b0c45a" providerId="ADAL" clId="{EF806A60-D76F-4088-BA7C-EFFC6B100EE3}" dt="2025-09-04T14:57:28.752" v="7583" actId="1076"/>
          <ac:spMkLst>
            <pc:docMk/>
            <pc:sldMk cId="192162862" sldId="295"/>
            <ac:spMk id="22" creationId="{D6E452A4-6EDA-C911-6975-2AE9E726EE89}"/>
          </ac:spMkLst>
        </pc:spChg>
        <pc:spChg chg="add mod">
          <ac:chgData name="Robert de Groote" userId="2ce5265b-80a0-4fb8-a62a-8035e9b0c45a" providerId="ADAL" clId="{EF806A60-D76F-4088-BA7C-EFFC6B100EE3}" dt="2025-09-04T14:57:48.853" v="7586" actId="1076"/>
          <ac:spMkLst>
            <pc:docMk/>
            <pc:sldMk cId="192162862" sldId="295"/>
            <ac:spMk id="23" creationId="{53CA0DA0-633B-3A4E-D659-4B72CE2E1599}"/>
          </ac:spMkLst>
        </pc:spChg>
        <pc:spChg chg="add mod">
          <ac:chgData name="Robert de Groote" userId="2ce5265b-80a0-4fb8-a62a-8035e9b0c45a" providerId="ADAL" clId="{EF806A60-D76F-4088-BA7C-EFFC6B100EE3}" dt="2025-09-04T14:58:29.678" v="7607" actId="1076"/>
          <ac:spMkLst>
            <pc:docMk/>
            <pc:sldMk cId="192162862" sldId="295"/>
            <ac:spMk id="24" creationId="{922AB822-A8FA-6752-20E7-AFD5AEA86C1F}"/>
          </ac:spMkLst>
        </pc:spChg>
        <pc:spChg chg="add mod">
          <ac:chgData name="Robert de Groote" userId="2ce5265b-80a0-4fb8-a62a-8035e9b0c45a" providerId="ADAL" clId="{EF806A60-D76F-4088-BA7C-EFFC6B100EE3}" dt="2025-09-04T17:07:45.018" v="7658" actId="403"/>
          <ac:spMkLst>
            <pc:docMk/>
            <pc:sldMk cId="192162862" sldId="295"/>
            <ac:spMk id="25" creationId="{681457F5-EDE2-50E2-1E56-61E990B6FC3E}"/>
          </ac:spMkLst>
        </pc:spChg>
        <pc:grpChg chg="mod">
          <ac:chgData name="Robert de Groote" userId="2ce5265b-80a0-4fb8-a62a-8035e9b0c45a" providerId="ADAL" clId="{EF806A60-D76F-4088-BA7C-EFFC6B100EE3}" dt="2025-09-04T14:55:34.537" v="7563" actId="14100"/>
          <ac:grpSpMkLst>
            <pc:docMk/>
            <pc:sldMk cId="192162862" sldId="295"/>
            <ac:grpSpMk id="21" creationId="{F1D199F2-E3D7-BD63-58E4-053E8C517B88}"/>
          </ac:grpSpMkLst>
        </pc:grpChg>
      </pc:sldChg>
      <pc:sldChg chg="addSp delSp modSp add mod modAnim">
        <pc:chgData name="Robert de Groote" userId="2ce5265b-80a0-4fb8-a62a-8035e9b0c45a" providerId="ADAL" clId="{EF806A60-D76F-4088-BA7C-EFFC6B100EE3}" dt="2025-09-05T11:52:44.313" v="13034"/>
        <pc:sldMkLst>
          <pc:docMk/>
          <pc:sldMk cId="1587472662" sldId="296"/>
        </pc:sldMkLst>
        <pc:spChg chg="mod">
          <ac:chgData name="Robert de Groote" userId="2ce5265b-80a0-4fb8-a62a-8035e9b0c45a" providerId="ADAL" clId="{EF806A60-D76F-4088-BA7C-EFFC6B100EE3}" dt="2025-09-04T17:48:05.684" v="8845" actId="20577"/>
          <ac:spMkLst>
            <pc:docMk/>
            <pc:sldMk cId="1587472662" sldId="296"/>
            <ac:spMk id="2" creationId="{355F18C7-6CBD-8F86-E60A-5526E0FBB1D5}"/>
          </ac:spMkLst>
        </pc:spChg>
        <pc:spChg chg="mod">
          <ac:chgData name="Robert de Groote" userId="2ce5265b-80a0-4fb8-a62a-8035e9b0c45a" providerId="ADAL" clId="{EF806A60-D76F-4088-BA7C-EFFC6B100EE3}" dt="2025-09-04T17:56:55.837" v="9051" actId="14100"/>
          <ac:spMkLst>
            <pc:docMk/>
            <pc:sldMk cId="1587472662" sldId="296"/>
            <ac:spMk id="3" creationId="{2FE66FE3-3170-D887-A9E8-03372411DB84}"/>
          </ac:spMkLst>
        </pc:spChg>
        <pc:spChg chg="add mod">
          <ac:chgData name="Robert de Groote" userId="2ce5265b-80a0-4fb8-a62a-8035e9b0c45a" providerId="ADAL" clId="{EF806A60-D76F-4088-BA7C-EFFC6B100EE3}" dt="2025-09-05T11:52:09.613" v="13028" actId="13822"/>
          <ac:spMkLst>
            <pc:docMk/>
            <pc:sldMk cId="1587472662" sldId="296"/>
            <ac:spMk id="4" creationId="{CBBBFA75-476A-A97F-B2ED-A9C69753D7D9}"/>
          </ac:spMkLst>
        </pc:spChg>
        <pc:spChg chg="mod">
          <ac:chgData name="Robert de Groote" userId="2ce5265b-80a0-4fb8-a62a-8035e9b0c45a" providerId="ADAL" clId="{EF806A60-D76F-4088-BA7C-EFFC6B100EE3}" dt="2025-09-04T17:53:10.766" v="9019" actId="108"/>
          <ac:spMkLst>
            <pc:docMk/>
            <pc:sldMk cId="1587472662" sldId="296"/>
            <ac:spMk id="5" creationId="{E54CA037-66D2-05FF-4467-2EAEAE23406A}"/>
          </ac:spMkLst>
        </pc:spChg>
        <pc:spChg chg="mod">
          <ac:chgData name="Robert de Groote" userId="2ce5265b-80a0-4fb8-a62a-8035e9b0c45a" providerId="ADAL" clId="{EF806A60-D76F-4088-BA7C-EFFC6B100EE3}" dt="2025-09-04T17:54:30.460" v="9031" actId="20577"/>
          <ac:spMkLst>
            <pc:docMk/>
            <pc:sldMk cId="1587472662" sldId="296"/>
            <ac:spMk id="6" creationId="{6FB4697B-9617-E55B-7D9D-7D6AFBA1F81B}"/>
          </ac:spMkLst>
        </pc:spChg>
        <pc:spChg chg="mod">
          <ac:chgData name="Robert de Groote" userId="2ce5265b-80a0-4fb8-a62a-8035e9b0c45a" providerId="ADAL" clId="{EF806A60-D76F-4088-BA7C-EFFC6B100EE3}" dt="2025-09-04T17:54:22.130" v="9030" actId="20577"/>
          <ac:spMkLst>
            <pc:docMk/>
            <pc:sldMk cId="1587472662" sldId="296"/>
            <ac:spMk id="7" creationId="{363007C8-7576-1B3B-8B93-C91A50513589}"/>
          </ac:spMkLst>
        </pc:spChg>
        <pc:spChg chg="mod">
          <ac:chgData name="Robert de Groote" userId="2ce5265b-80a0-4fb8-a62a-8035e9b0c45a" providerId="ADAL" clId="{EF806A60-D76F-4088-BA7C-EFFC6B100EE3}" dt="2025-09-04T17:53:59.817" v="9026" actId="108"/>
          <ac:spMkLst>
            <pc:docMk/>
            <pc:sldMk cId="1587472662" sldId="296"/>
            <ac:spMk id="8" creationId="{8FB728A3-5A07-6901-0269-5784E520F7B3}"/>
          </ac:spMkLst>
        </pc:spChg>
        <pc:spChg chg="mod">
          <ac:chgData name="Robert de Groote" userId="2ce5265b-80a0-4fb8-a62a-8035e9b0c45a" providerId="ADAL" clId="{EF806A60-D76F-4088-BA7C-EFFC6B100EE3}" dt="2025-09-04T17:54:00.392" v="9027" actId="108"/>
          <ac:spMkLst>
            <pc:docMk/>
            <pc:sldMk cId="1587472662" sldId="296"/>
            <ac:spMk id="9" creationId="{F53179BB-3E64-F4CD-530F-80E87D2D76AE}"/>
          </ac:spMkLst>
        </pc:spChg>
        <pc:spChg chg="mod">
          <ac:chgData name="Robert de Groote" userId="2ce5265b-80a0-4fb8-a62a-8035e9b0c45a" providerId="ADAL" clId="{EF806A60-D76F-4088-BA7C-EFFC6B100EE3}" dt="2025-09-04T17:54:00.860" v="9028" actId="108"/>
          <ac:spMkLst>
            <pc:docMk/>
            <pc:sldMk cId="1587472662" sldId="296"/>
            <ac:spMk id="10" creationId="{DE60FFED-FDFE-1227-5E67-89B9A993E9E6}"/>
          </ac:spMkLst>
        </pc:spChg>
        <pc:spChg chg="mod">
          <ac:chgData name="Robert de Groote" userId="2ce5265b-80a0-4fb8-a62a-8035e9b0c45a" providerId="ADAL" clId="{EF806A60-D76F-4088-BA7C-EFFC6B100EE3}" dt="2025-09-04T17:57:37.310" v="9058" actId="553"/>
          <ac:spMkLst>
            <pc:docMk/>
            <pc:sldMk cId="1587472662" sldId="296"/>
            <ac:spMk id="14" creationId="{535BD28D-BEE8-7E7C-ABB1-4A4D525E152B}"/>
          </ac:spMkLst>
        </pc:spChg>
        <pc:spChg chg="add mod">
          <ac:chgData name="Robert de Groote" userId="2ce5265b-80a0-4fb8-a62a-8035e9b0c45a" providerId="ADAL" clId="{EF806A60-D76F-4088-BA7C-EFFC6B100EE3}" dt="2025-09-04T17:57:37.310" v="9058" actId="553"/>
          <ac:spMkLst>
            <pc:docMk/>
            <pc:sldMk cId="1587472662" sldId="296"/>
            <ac:spMk id="25" creationId="{DBF78A1D-4D88-66CB-08AF-45A2B037717A}"/>
          </ac:spMkLst>
        </pc:spChg>
        <pc:spChg chg="mod">
          <ac:chgData name="Robert de Groote" userId="2ce5265b-80a0-4fb8-a62a-8035e9b0c45a" providerId="ADAL" clId="{EF806A60-D76F-4088-BA7C-EFFC6B100EE3}" dt="2025-09-04T17:49:25.290" v="8857" actId="1076"/>
          <ac:spMkLst>
            <pc:docMk/>
            <pc:sldMk cId="1587472662" sldId="296"/>
            <ac:spMk id="27" creationId="{68E51AB5-08CE-685E-42DF-34B472F7E46F}"/>
          </ac:spMkLst>
        </pc:spChg>
        <pc:spChg chg="mod">
          <ac:chgData name="Robert de Groote" userId="2ce5265b-80a0-4fb8-a62a-8035e9b0c45a" providerId="ADAL" clId="{EF806A60-D76F-4088-BA7C-EFFC6B100EE3}" dt="2025-09-04T17:49:13.540" v="8854" actId="1076"/>
          <ac:spMkLst>
            <pc:docMk/>
            <pc:sldMk cId="1587472662" sldId="296"/>
            <ac:spMk id="29" creationId="{667386E1-A044-77A4-891E-5C95D20DA152}"/>
          </ac:spMkLst>
        </pc:spChg>
        <pc:spChg chg="add mod">
          <ac:chgData name="Robert de Groote" userId="2ce5265b-80a0-4fb8-a62a-8035e9b0c45a" providerId="ADAL" clId="{EF806A60-D76F-4088-BA7C-EFFC6B100EE3}" dt="2025-09-05T05:53:32.173" v="9527" actId="13822"/>
          <ac:spMkLst>
            <pc:docMk/>
            <pc:sldMk cId="1587472662" sldId="296"/>
            <ac:spMk id="33" creationId="{D2F9A0C2-6CB1-38D3-1414-D4A15DE32371}"/>
          </ac:spMkLst>
        </pc:spChg>
        <pc:grpChg chg="mod">
          <ac:chgData name="Robert de Groote" userId="2ce5265b-80a0-4fb8-a62a-8035e9b0c45a" providerId="ADAL" clId="{EF806A60-D76F-4088-BA7C-EFFC6B100EE3}" dt="2025-09-04T17:53:45" v="9022" actId="1076"/>
          <ac:grpSpMkLst>
            <pc:docMk/>
            <pc:sldMk cId="1587472662" sldId="296"/>
            <ac:grpSpMk id="30" creationId="{EEF68034-4393-5FCE-752D-D2959FC5689F}"/>
          </ac:grpSpMkLst>
        </pc:grpChg>
        <pc:grpChg chg="mod">
          <ac:chgData name="Robert de Groote" userId="2ce5265b-80a0-4fb8-a62a-8035e9b0c45a" providerId="ADAL" clId="{EF806A60-D76F-4088-BA7C-EFFC6B100EE3}" dt="2025-09-04T17:49:01.110" v="8852" actId="1076"/>
          <ac:grpSpMkLst>
            <pc:docMk/>
            <pc:sldMk cId="1587472662" sldId="296"/>
            <ac:grpSpMk id="31" creationId="{1EA5F306-F6DA-1105-9096-612B4126FED9}"/>
          </ac:grpSpMkLst>
        </pc:grpChg>
      </pc:sldChg>
      <pc:sldChg chg="addSp delSp modSp add mod modAnim">
        <pc:chgData name="Robert de Groote" userId="2ce5265b-80a0-4fb8-a62a-8035e9b0c45a" providerId="ADAL" clId="{EF806A60-D76F-4088-BA7C-EFFC6B100EE3}" dt="2025-09-05T11:51:27.080" v="13025"/>
        <pc:sldMkLst>
          <pc:docMk/>
          <pc:sldMk cId="2456684320" sldId="297"/>
        </pc:sldMkLst>
        <pc:spChg chg="mod">
          <ac:chgData name="Robert de Groote" userId="2ce5265b-80a0-4fb8-a62a-8035e9b0c45a" providerId="ADAL" clId="{EF806A60-D76F-4088-BA7C-EFFC6B100EE3}" dt="2025-09-04T17:58:12.095" v="9078" actId="20577"/>
          <ac:spMkLst>
            <pc:docMk/>
            <pc:sldMk cId="2456684320" sldId="297"/>
            <ac:spMk id="2" creationId="{6A30DD1D-DD9F-3E26-250D-66EE83F457E8}"/>
          </ac:spMkLst>
        </pc:spChg>
        <pc:spChg chg="mod">
          <ac:chgData name="Robert de Groote" userId="2ce5265b-80a0-4fb8-a62a-8035e9b0c45a" providerId="ADAL" clId="{EF806A60-D76F-4088-BA7C-EFFC6B100EE3}" dt="2025-09-05T05:51:46.124" v="9448" actId="20577"/>
          <ac:spMkLst>
            <pc:docMk/>
            <pc:sldMk cId="2456684320" sldId="297"/>
            <ac:spMk id="3" creationId="{D303A3C0-C5B1-E6D3-4624-B69C0131D758}"/>
          </ac:spMkLst>
        </pc:spChg>
        <pc:spChg chg="mod">
          <ac:chgData name="Robert de Groote" userId="2ce5265b-80a0-4fb8-a62a-8035e9b0c45a" providerId="ADAL" clId="{EF806A60-D76F-4088-BA7C-EFFC6B100EE3}" dt="2025-09-05T05:55:37.083" v="9549" actId="14100"/>
          <ac:spMkLst>
            <pc:docMk/>
            <pc:sldMk cId="2456684320" sldId="297"/>
            <ac:spMk id="5" creationId="{8D641703-61E1-2FB4-0631-9DBE7E445C78}"/>
          </ac:spMkLst>
        </pc:spChg>
        <pc:spChg chg="mod">
          <ac:chgData name="Robert de Groote" userId="2ce5265b-80a0-4fb8-a62a-8035e9b0c45a" providerId="ADAL" clId="{EF806A60-D76F-4088-BA7C-EFFC6B100EE3}" dt="2025-09-05T05:55:49.608" v="9551" actId="164"/>
          <ac:spMkLst>
            <pc:docMk/>
            <pc:sldMk cId="2456684320" sldId="297"/>
            <ac:spMk id="6" creationId="{0768C28F-A9CF-9184-3073-5E708131EF5A}"/>
          </ac:spMkLst>
        </pc:spChg>
        <pc:spChg chg="mod">
          <ac:chgData name="Robert de Groote" userId="2ce5265b-80a0-4fb8-a62a-8035e9b0c45a" providerId="ADAL" clId="{EF806A60-D76F-4088-BA7C-EFFC6B100EE3}" dt="2025-09-05T05:55:37.083" v="9549" actId="14100"/>
          <ac:spMkLst>
            <pc:docMk/>
            <pc:sldMk cId="2456684320" sldId="297"/>
            <ac:spMk id="7" creationId="{D3ACE5C9-02ED-7CD8-F42A-A428EEA5A419}"/>
          </ac:spMkLst>
        </pc:spChg>
        <pc:spChg chg="mod">
          <ac:chgData name="Robert de Groote" userId="2ce5265b-80a0-4fb8-a62a-8035e9b0c45a" providerId="ADAL" clId="{EF806A60-D76F-4088-BA7C-EFFC6B100EE3}" dt="2025-09-05T05:54:23.894" v="9537" actId="108"/>
          <ac:spMkLst>
            <pc:docMk/>
            <pc:sldMk cId="2456684320" sldId="297"/>
            <ac:spMk id="8" creationId="{63B19C61-2CA1-2CF2-898C-F4B162E51D02}"/>
          </ac:spMkLst>
        </pc:spChg>
        <pc:spChg chg="mod">
          <ac:chgData name="Robert de Groote" userId="2ce5265b-80a0-4fb8-a62a-8035e9b0c45a" providerId="ADAL" clId="{EF806A60-D76F-4088-BA7C-EFFC6B100EE3}" dt="2025-09-05T05:55:49.608" v="9551" actId="164"/>
          <ac:spMkLst>
            <pc:docMk/>
            <pc:sldMk cId="2456684320" sldId="297"/>
            <ac:spMk id="9" creationId="{B74D4D62-FFA8-0078-236A-2C0BB122B24A}"/>
          </ac:spMkLst>
        </pc:spChg>
        <pc:spChg chg="mod">
          <ac:chgData name="Robert de Groote" userId="2ce5265b-80a0-4fb8-a62a-8035e9b0c45a" providerId="ADAL" clId="{EF806A60-D76F-4088-BA7C-EFFC6B100EE3}" dt="2025-09-05T05:55:37.083" v="9549" actId="14100"/>
          <ac:spMkLst>
            <pc:docMk/>
            <pc:sldMk cId="2456684320" sldId="297"/>
            <ac:spMk id="10" creationId="{08D48F77-BC4E-0313-E1D5-2EEE7B4CB2D0}"/>
          </ac:spMkLst>
        </pc:spChg>
        <pc:spChg chg="mod">
          <ac:chgData name="Robert de Groote" userId="2ce5265b-80a0-4fb8-a62a-8035e9b0c45a" providerId="ADAL" clId="{EF806A60-D76F-4088-BA7C-EFFC6B100EE3}" dt="2025-09-05T05:55:49.608" v="9551" actId="164"/>
          <ac:spMkLst>
            <pc:docMk/>
            <pc:sldMk cId="2456684320" sldId="297"/>
            <ac:spMk id="12" creationId="{9F90BA4D-2F7A-BD70-1252-2D91B1CEED83}"/>
          </ac:spMkLst>
        </pc:spChg>
        <pc:spChg chg="mod">
          <ac:chgData name="Robert de Groote" userId="2ce5265b-80a0-4fb8-a62a-8035e9b0c45a" providerId="ADAL" clId="{EF806A60-D76F-4088-BA7C-EFFC6B100EE3}" dt="2025-09-05T05:55:49.608" v="9551" actId="164"/>
          <ac:spMkLst>
            <pc:docMk/>
            <pc:sldMk cId="2456684320" sldId="297"/>
            <ac:spMk id="13" creationId="{C115DAB2-0277-2D1D-C2B4-6F75612C5096}"/>
          </ac:spMkLst>
        </pc:spChg>
        <pc:spChg chg="mod">
          <ac:chgData name="Robert de Groote" userId="2ce5265b-80a0-4fb8-a62a-8035e9b0c45a" providerId="ADAL" clId="{EF806A60-D76F-4088-BA7C-EFFC6B100EE3}" dt="2025-09-05T05:55:37.083" v="9549" actId="14100"/>
          <ac:spMkLst>
            <pc:docMk/>
            <pc:sldMk cId="2456684320" sldId="297"/>
            <ac:spMk id="14" creationId="{E8B96B9E-987C-FC60-B2DD-AA7EF4B4A31B}"/>
          </ac:spMkLst>
        </pc:spChg>
        <pc:spChg chg="mod">
          <ac:chgData name="Robert de Groote" userId="2ce5265b-80a0-4fb8-a62a-8035e9b0c45a" providerId="ADAL" clId="{EF806A60-D76F-4088-BA7C-EFFC6B100EE3}" dt="2025-09-05T05:55:49.608" v="9551" actId="164"/>
          <ac:spMkLst>
            <pc:docMk/>
            <pc:sldMk cId="2456684320" sldId="297"/>
            <ac:spMk id="17" creationId="{A385368C-D742-C5E4-CE78-56430F7EBCDE}"/>
          </ac:spMkLst>
        </pc:spChg>
        <pc:spChg chg="mod">
          <ac:chgData name="Robert de Groote" userId="2ce5265b-80a0-4fb8-a62a-8035e9b0c45a" providerId="ADAL" clId="{EF806A60-D76F-4088-BA7C-EFFC6B100EE3}" dt="2025-09-05T05:55:49.608" v="9551" actId="164"/>
          <ac:spMkLst>
            <pc:docMk/>
            <pc:sldMk cId="2456684320" sldId="297"/>
            <ac:spMk id="18" creationId="{C6C23F90-81C4-89CB-FA79-04CB4E35B0E5}"/>
          </ac:spMkLst>
        </pc:spChg>
        <pc:spChg chg="mod">
          <ac:chgData name="Robert de Groote" userId="2ce5265b-80a0-4fb8-a62a-8035e9b0c45a" providerId="ADAL" clId="{EF806A60-D76F-4088-BA7C-EFFC6B100EE3}" dt="2025-09-05T05:55:49.608" v="9551" actId="164"/>
          <ac:spMkLst>
            <pc:docMk/>
            <pc:sldMk cId="2456684320" sldId="297"/>
            <ac:spMk id="19" creationId="{CB35A2B0-13C9-2037-A23B-BB6DDE8303BC}"/>
          </ac:spMkLst>
        </pc:spChg>
        <pc:spChg chg="mod">
          <ac:chgData name="Robert de Groote" userId="2ce5265b-80a0-4fb8-a62a-8035e9b0c45a" providerId="ADAL" clId="{EF806A60-D76F-4088-BA7C-EFFC6B100EE3}" dt="2025-09-05T05:55:49.608" v="9551" actId="164"/>
          <ac:spMkLst>
            <pc:docMk/>
            <pc:sldMk cId="2456684320" sldId="297"/>
            <ac:spMk id="20" creationId="{9B704362-9D27-4B41-6220-669086BB8AC9}"/>
          </ac:spMkLst>
        </pc:spChg>
        <pc:spChg chg="mod">
          <ac:chgData name="Robert de Groote" userId="2ce5265b-80a0-4fb8-a62a-8035e9b0c45a" providerId="ADAL" clId="{EF806A60-D76F-4088-BA7C-EFFC6B100EE3}" dt="2025-09-05T05:55:49.608" v="9551" actId="164"/>
          <ac:spMkLst>
            <pc:docMk/>
            <pc:sldMk cId="2456684320" sldId="297"/>
            <ac:spMk id="21" creationId="{E3AB8C62-B28B-4A54-D20B-5AC2C3ED72B9}"/>
          </ac:spMkLst>
        </pc:spChg>
        <pc:spChg chg="mod">
          <ac:chgData name="Robert de Groote" userId="2ce5265b-80a0-4fb8-a62a-8035e9b0c45a" providerId="ADAL" clId="{EF806A60-D76F-4088-BA7C-EFFC6B100EE3}" dt="2025-09-05T05:55:49.608" v="9551" actId="164"/>
          <ac:spMkLst>
            <pc:docMk/>
            <pc:sldMk cId="2456684320" sldId="297"/>
            <ac:spMk id="22" creationId="{640FEC3A-1A86-64A1-3292-55FAB2EB5025}"/>
          </ac:spMkLst>
        </pc:spChg>
        <pc:spChg chg="mod">
          <ac:chgData name="Robert de Groote" userId="2ce5265b-80a0-4fb8-a62a-8035e9b0c45a" providerId="ADAL" clId="{EF806A60-D76F-4088-BA7C-EFFC6B100EE3}" dt="2025-09-05T05:55:37.083" v="9549" actId="14100"/>
          <ac:spMkLst>
            <pc:docMk/>
            <pc:sldMk cId="2456684320" sldId="297"/>
            <ac:spMk id="23" creationId="{96B7036E-62BE-E869-7168-34D596A90472}"/>
          </ac:spMkLst>
        </pc:spChg>
        <pc:spChg chg="mod">
          <ac:chgData name="Robert de Groote" userId="2ce5265b-80a0-4fb8-a62a-8035e9b0c45a" providerId="ADAL" clId="{EF806A60-D76F-4088-BA7C-EFFC6B100EE3}" dt="2025-09-05T05:55:37.083" v="9549" actId="14100"/>
          <ac:spMkLst>
            <pc:docMk/>
            <pc:sldMk cId="2456684320" sldId="297"/>
            <ac:spMk id="24" creationId="{D4B740B1-CA5C-51FC-6E81-9939251DAD3E}"/>
          </ac:spMkLst>
        </pc:spChg>
        <pc:spChg chg="mod">
          <ac:chgData name="Robert de Groote" userId="2ce5265b-80a0-4fb8-a62a-8035e9b0c45a" providerId="ADAL" clId="{EF806A60-D76F-4088-BA7C-EFFC6B100EE3}" dt="2025-09-05T05:54:14.909" v="9533" actId="1076"/>
          <ac:spMkLst>
            <pc:docMk/>
            <pc:sldMk cId="2456684320" sldId="297"/>
            <ac:spMk id="27" creationId="{EA54E639-FE23-0A89-37AB-7FB096764054}"/>
          </ac:spMkLst>
        </pc:spChg>
        <pc:spChg chg="mod">
          <ac:chgData name="Robert de Groote" userId="2ce5265b-80a0-4fb8-a62a-8035e9b0c45a" providerId="ADAL" clId="{EF806A60-D76F-4088-BA7C-EFFC6B100EE3}" dt="2025-09-05T05:54:11.157" v="9532" actId="1076"/>
          <ac:spMkLst>
            <pc:docMk/>
            <pc:sldMk cId="2456684320" sldId="297"/>
            <ac:spMk id="29" creationId="{DDB4634A-68AC-6A49-D98B-76C5AC17753D}"/>
          </ac:spMkLst>
        </pc:spChg>
        <pc:spChg chg="mod topLvl">
          <ac:chgData name="Robert de Groote" userId="2ce5265b-80a0-4fb8-a62a-8035e9b0c45a" providerId="ADAL" clId="{EF806A60-D76F-4088-BA7C-EFFC6B100EE3}" dt="2025-09-05T11:51:20.511" v="13023" actId="164"/>
          <ac:spMkLst>
            <pc:docMk/>
            <pc:sldMk cId="2456684320" sldId="297"/>
            <ac:spMk id="34" creationId="{1AEE2AC4-F87E-B373-DC2A-3EACA43DFAAF}"/>
          </ac:spMkLst>
        </pc:spChg>
        <pc:spChg chg="mod">
          <ac:chgData name="Robert de Groote" userId="2ce5265b-80a0-4fb8-a62a-8035e9b0c45a" providerId="ADAL" clId="{EF806A60-D76F-4088-BA7C-EFFC6B100EE3}" dt="2025-09-05T05:56:18.083" v="9563" actId="108"/>
          <ac:spMkLst>
            <pc:docMk/>
            <pc:sldMk cId="2456684320" sldId="297"/>
            <ac:spMk id="35" creationId="{D6DF6D9B-FBEC-B69F-46C0-12E57159A11A}"/>
          </ac:spMkLst>
        </pc:spChg>
        <pc:spChg chg="mod">
          <ac:chgData name="Robert de Groote" userId="2ce5265b-80a0-4fb8-a62a-8035e9b0c45a" providerId="ADAL" clId="{EF806A60-D76F-4088-BA7C-EFFC6B100EE3}" dt="2025-09-05T05:56:17.444" v="9562" actId="108"/>
          <ac:spMkLst>
            <pc:docMk/>
            <pc:sldMk cId="2456684320" sldId="297"/>
            <ac:spMk id="36" creationId="{6BE429AC-4593-31F4-8AF8-7D98C5B1B08B}"/>
          </ac:spMkLst>
        </pc:spChg>
        <pc:spChg chg="mod">
          <ac:chgData name="Robert de Groote" userId="2ce5265b-80a0-4fb8-a62a-8035e9b0c45a" providerId="ADAL" clId="{EF806A60-D76F-4088-BA7C-EFFC6B100EE3}" dt="2025-09-05T11:51:20.511" v="13023" actId="164"/>
          <ac:spMkLst>
            <pc:docMk/>
            <pc:sldMk cId="2456684320" sldId="297"/>
            <ac:spMk id="37" creationId="{BF31885F-20D1-EEA0-935C-A2AFDDA285B3}"/>
          </ac:spMkLst>
        </pc:spChg>
        <pc:spChg chg="mod topLvl">
          <ac:chgData name="Robert de Groote" userId="2ce5265b-80a0-4fb8-a62a-8035e9b0c45a" providerId="ADAL" clId="{EF806A60-D76F-4088-BA7C-EFFC6B100EE3}" dt="2025-09-05T11:51:20.511" v="13023" actId="164"/>
          <ac:spMkLst>
            <pc:docMk/>
            <pc:sldMk cId="2456684320" sldId="297"/>
            <ac:spMk id="38" creationId="{3C6470FC-F51E-E59D-56FF-299277DBC37F}"/>
          </ac:spMkLst>
        </pc:spChg>
        <pc:spChg chg="mod">
          <ac:chgData name="Robert de Groote" userId="2ce5265b-80a0-4fb8-a62a-8035e9b0c45a" providerId="ADAL" clId="{EF806A60-D76F-4088-BA7C-EFFC6B100EE3}" dt="2025-09-05T11:51:20.511" v="13023" actId="164"/>
          <ac:spMkLst>
            <pc:docMk/>
            <pc:sldMk cId="2456684320" sldId="297"/>
            <ac:spMk id="39" creationId="{F03E4D9C-198D-3AAB-63EA-E65083A66AB3}"/>
          </ac:spMkLst>
        </pc:spChg>
        <pc:spChg chg="mod">
          <ac:chgData name="Robert de Groote" userId="2ce5265b-80a0-4fb8-a62a-8035e9b0c45a" providerId="ADAL" clId="{EF806A60-D76F-4088-BA7C-EFFC6B100EE3}" dt="2025-09-05T05:56:15" v="9558" actId="108"/>
          <ac:spMkLst>
            <pc:docMk/>
            <pc:sldMk cId="2456684320" sldId="297"/>
            <ac:spMk id="40" creationId="{D47C5516-085C-ECCE-F0E8-75FDC4806FA7}"/>
          </ac:spMkLst>
        </pc:spChg>
        <pc:spChg chg="mod topLvl">
          <ac:chgData name="Robert de Groote" userId="2ce5265b-80a0-4fb8-a62a-8035e9b0c45a" providerId="ADAL" clId="{EF806A60-D76F-4088-BA7C-EFFC6B100EE3}" dt="2025-09-05T11:51:20.511" v="13023" actId="164"/>
          <ac:spMkLst>
            <pc:docMk/>
            <pc:sldMk cId="2456684320" sldId="297"/>
            <ac:spMk id="41" creationId="{12EFE5EE-DE4C-0EF4-43F7-DA9BCF320313}"/>
          </ac:spMkLst>
        </pc:spChg>
        <pc:spChg chg="mod">
          <ac:chgData name="Robert de Groote" userId="2ce5265b-80a0-4fb8-a62a-8035e9b0c45a" providerId="ADAL" clId="{EF806A60-D76F-4088-BA7C-EFFC6B100EE3}" dt="2025-09-05T05:56:16.122" v="9560" actId="108"/>
          <ac:spMkLst>
            <pc:docMk/>
            <pc:sldMk cId="2456684320" sldId="297"/>
            <ac:spMk id="42" creationId="{09F04DEB-D160-2A85-AFDF-FBD7E51D4B7E}"/>
          </ac:spMkLst>
        </pc:spChg>
        <pc:spChg chg="mod topLvl">
          <ac:chgData name="Robert de Groote" userId="2ce5265b-80a0-4fb8-a62a-8035e9b0c45a" providerId="ADAL" clId="{EF806A60-D76F-4088-BA7C-EFFC6B100EE3}" dt="2025-09-05T11:51:20.511" v="13023" actId="164"/>
          <ac:spMkLst>
            <pc:docMk/>
            <pc:sldMk cId="2456684320" sldId="297"/>
            <ac:spMk id="43" creationId="{E280EBE7-913C-FEEA-2EFD-A4331115EE91}"/>
          </ac:spMkLst>
        </pc:spChg>
        <pc:spChg chg="mod topLvl">
          <ac:chgData name="Robert de Groote" userId="2ce5265b-80a0-4fb8-a62a-8035e9b0c45a" providerId="ADAL" clId="{EF806A60-D76F-4088-BA7C-EFFC6B100EE3}" dt="2025-09-05T11:51:20.511" v="13023" actId="164"/>
          <ac:spMkLst>
            <pc:docMk/>
            <pc:sldMk cId="2456684320" sldId="297"/>
            <ac:spMk id="46" creationId="{BDC230D6-1FCF-71C3-7C41-4A51650E2083}"/>
          </ac:spMkLst>
        </pc:spChg>
        <pc:spChg chg="mod topLvl">
          <ac:chgData name="Robert de Groote" userId="2ce5265b-80a0-4fb8-a62a-8035e9b0c45a" providerId="ADAL" clId="{EF806A60-D76F-4088-BA7C-EFFC6B100EE3}" dt="2025-09-05T11:51:20.511" v="13023" actId="164"/>
          <ac:spMkLst>
            <pc:docMk/>
            <pc:sldMk cId="2456684320" sldId="297"/>
            <ac:spMk id="48" creationId="{62274CCC-71CF-9678-DF92-DCC593741ABF}"/>
          </ac:spMkLst>
        </pc:spChg>
        <pc:spChg chg="mod topLvl">
          <ac:chgData name="Robert de Groote" userId="2ce5265b-80a0-4fb8-a62a-8035e9b0c45a" providerId="ADAL" clId="{EF806A60-D76F-4088-BA7C-EFFC6B100EE3}" dt="2025-09-05T11:51:20.511" v="13023" actId="164"/>
          <ac:spMkLst>
            <pc:docMk/>
            <pc:sldMk cId="2456684320" sldId="297"/>
            <ac:spMk id="49" creationId="{55EA5289-2DE9-E1F9-3FC0-FD19467BAC97}"/>
          </ac:spMkLst>
        </pc:spChg>
        <pc:spChg chg="mod topLvl">
          <ac:chgData name="Robert de Groote" userId="2ce5265b-80a0-4fb8-a62a-8035e9b0c45a" providerId="ADAL" clId="{EF806A60-D76F-4088-BA7C-EFFC6B100EE3}" dt="2025-09-05T11:51:20.511" v="13023" actId="164"/>
          <ac:spMkLst>
            <pc:docMk/>
            <pc:sldMk cId="2456684320" sldId="297"/>
            <ac:spMk id="52" creationId="{317D2550-F095-3F68-96BC-DA808A964D84}"/>
          </ac:spMkLst>
        </pc:spChg>
        <pc:spChg chg="mod">
          <ac:chgData name="Robert de Groote" userId="2ce5265b-80a0-4fb8-a62a-8035e9b0c45a" providerId="ADAL" clId="{EF806A60-D76F-4088-BA7C-EFFC6B100EE3}" dt="2025-09-05T05:56:16.620" v="9561" actId="108"/>
          <ac:spMkLst>
            <pc:docMk/>
            <pc:sldMk cId="2456684320" sldId="297"/>
            <ac:spMk id="56" creationId="{EA3C125F-65E6-B753-8F1D-4D30809C1B64}"/>
          </ac:spMkLst>
        </pc:spChg>
        <pc:spChg chg="mod">
          <ac:chgData name="Robert de Groote" userId="2ce5265b-80a0-4fb8-a62a-8035e9b0c45a" providerId="ADAL" clId="{EF806A60-D76F-4088-BA7C-EFFC6B100EE3}" dt="2025-09-05T05:56:03.937" v="9554" actId="165"/>
          <ac:spMkLst>
            <pc:docMk/>
            <pc:sldMk cId="2456684320" sldId="297"/>
            <ac:spMk id="57" creationId="{FFEBF58E-FA69-A9F6-A1EB-4F2552F94752}"/>
          </ac:spMkLst>
        </pc:spChg>
        <pc:spChg chg="mod">
          <ac:chgData name="Robert de Groote" userId="2ce5265b-80a0-4fb8-a62a-8035e9b0c45a" providerId="ADAL" clId="{EF806A60-D76F-4088-BA7C-EFFC6B100EE3}" dt="2025-09-05T05:56:03.937" v="9554" actId="165"/>
          <ac:spMkLst>
            <pc:docMk/>
            <pc:sldMk cId="2456684320" sldId="297"/>
            <ac:spMk id="60" creationId="{745FA042-81D6-F353-F5CE-69165450415F}"/>
          </ac:spMkLst>
        </pc:spChg>
        <pc:spChg chg="add mod">
          <ac:chgData name="Robert de Groote" userId="2ce5265b-80a0-4fb8-a62a-8035e9b0c45a" providerId="ADAL" clId="{EF806A60-D76F-4088-BA7C-EFFC6B100EE3}" dt="2025-09-05T05:56:40.920" v="9580" actId="1076"/>
          <ac:spMkLst>
            <pc:docMk/>
            <pc:sldMk cId="2456684320" sldId="297"/>
            <ac:spMk id="61" creationId="{D1D02881-0620-94D5-A967-7DB2BD7EB292}"/>
          </ac:spMkLst>
        </pc:spChg>
        <pc:spChg chg="add mod">
          <ac:chgData name="Robert de Groote" userId="2ce5265b-80a0-4fb8-a62a-8035e9b0c45a" providerId="ADAL" clId="{EF806A60-D76F-4088-BA7C-EFFC6B100EE3}" dt="2025-09-05T05:56:47.726" v="9585" actId="20577"/>
          <ac:spMkLst>
            <pc:docMk/>
            <pc:sldMk cId="2456684320" sldId="297"/>
            <ac:spMk id="62" creationId="{4C34E10D-927F-4B0D-5F98-8241A4DDA2E3}"/>
          </ac:spMkLst>
        </pc:spChg>
        <pc:spChg chg="add mod">
          <ac:chgData name="Robert de Groote" userId="2ce5265b-80a0-4fb8-a62a-8035e9b0c45a" providerId="ADAL" clId="{EF806A60-D76F-4088-BA7C-EFFC6B100EE3}" dt="2025-09-05T05:57:29.430" v="9614" actId="113"/>
          <ac:spMkLst>
            <pc:docMk/>
            <pc:sldMk cId="2456684320" sldId="297"/>
            <ac:spMk id="63" creationId="{CF40D23D-737F-881C-8D91-20AEC3BD86BC}"/>
          </ac:spMkLst>
        </pc:spChg>
        <pc:spChg chg="add mod">
          <ac:chgData name="Robert de Groote" userId="2ce5265b-80a0-4fb8-a62a-8035e9b0c45a" providerId="ADAL" clId="{EF806A60-D76F-4088-BA7C-EFFC6B100EE3}" dt="2025-09-05T05:57:32.633" v="9615" actId="113"/>
          <ac:spMkLst>
            <pc:docMk/>
            <pc:sldMk cId="2456684320" sldId="297"/>
            <ac:spMk id="64" creationId="{431E28E3-753C-99EF-0F84-75AFC781C82D}"/>
          </ac:spMkLst>
        </pc:spChg>
        <pc:grpChg chg="mod">
          <ac:chgData name="Robert de Groote" userId="2ce5265b-80a0-4fb8-a62a-8035e9b0c45a" providerId="ADAL" clId="{EF806A60-D76F-4088-BA7C-EFFC6B100EE3}" dt="2025-09-05T05:54:50.163" v="9545" actId="1076"/>
          <ac:grpSpMkLst>
            <pc:docMk/>
            <pc:sldMk cId="2456684320" sldId="297"/>
            <ac:grpSpMk id="30" creationId="{6B2E68FB-00A8-D85D-593A-D66912BD82BE}"/>
          </ac:grpSpMkLst>
        </pc:grpChg>
        <pc:grpChg chg="mod">
          <ac:chgData name="Robert de Groote" userId="2ce5265b-80a0-4fb8-a62a-8035e9b0c45a" providerId="ADAL" clId="{EF806A60-D76F-4088-BA7C-EFFC6B100EE3}" dt="2025-09-05T05:54:46.381" v="9544" actId="1076"/>
          <ac:grpSpMkLst>
            <pc:docMk/>
            <pc:sldMk cId="2456684320" sldId="297"/>
            <ac:grpSpMk id="31" creationId="{A4811C1B-D5C6-F02E-A462-35D946739EAA}"/>
          </ac:grpSpMkLst>
        </pc:grpChg>
      </pc:sldChg>
      <pc:sldChg chg="addSp delSp modSp add mod delAnim modAnim">
        <pc:chgData name="Robert de Groote" userId="2ce5265b-80a0-4fb8-a62a-8035e9b0c45a" providerId="ADAL" clId="{EF806A60-D76F-4088-BA7C-EFFC6B100EE3}" dt="2025-09-05T09:41:05.107" v="12878"/>
        <pc:sldMkLst>
          <pc:docMk/>
          <pc:sldMk cId="2754092998" sldId="298"/>
        </pc:sldMkLst>
        <pc:spChg chg="mod">
          <ac:chgData name="Robert de Groote" userId="2ce5265b-80a0-4fb8-a62a-8035e9b0c45a" providerId="ADAL" clId="{EF806A60-D76F-4088-BA7C-EFFC6B100EE3}" dt="2025-09-05T08:06:22.760" v="12185" actId="20577"/>
          <ac:spMkLst>
            <pc:docMk/>
            <pc:sldMk cId="2754092998" sldId="298"/>
            <ac:spMk id="2" creationId="{D845F135-3F30-52F1-AFB2-5FB59A2F477D}"/>
          </ac:spMkLst>
        </pc:spChg>
        <pc:spChg chg="mod">
          <ac:chgData name="Robert de Groote" userId="2ce5265b-80a0-4fb8-a62a-8035e9b0c45a" providerId="ADAL" clId="{EF806A60-D76F-4088-BA7C-EFFC6B100EE3}" dt="2025-09-05T09:38:03.798" v="12854" actId="113"/>
          <ac:spMkLst>
            <pc:docMk/>
            <pc:sldMk cId="2754092998" sldId="298"/>
            <ac:spMk id="3" creationId="{E1ACA0DC-64D7-2C56-E886-33CDCE89ADBF}"/>
          </ac:spMkLst>
        </pc:spChg>
        <pc:spChg chg="mod">
          <ac:chgData name="Robert de Groote" userId="2ce5265b-80a0-4fb8-a62a-8035e9b0c45a" providerId="ADAL" clId="{EF806A60-D76F-4088-BA7C-EFFC6B100EE3}" dt="2025-09-05T09:07:00.054" v="12620" actId="20577"/>
          <ac:spMkLst>
            <pc:docMk/>
            <pc:sldMk cId="2754092998" sldId="298"/>
            <ac:spMk id="5" creationId="{0A047C6C-E06B-41F0-A22D-DDF53E4EFEFA}"/>
          </ac:spMkLst>
        </pc:spChg>
        <pc:spChg chg="mod">
          <ac:chgData name="Robert de Groote" userId="2ce5265b-80a0-4fb8-a62a-8035e9b0c45a" providerId="ADAL" clId="{EF806A60-D76F-4088-BA7C-EFFC6B100EE3}" dt="2025-09-05T09:07:01.926" v="12621" actId="20577"/>
          <ac:spMkLst>
            <pc:docMk/>
            <pc:sldMk cId="2754092998" sldId="298"/>
            <ac:spMk id="6" creationId="{EA0EF542-C248-2B9F-9F09-8BAC7AE57207}"/>
          </ac:spMkLst>
        </pc:spChg>
        <pc:spChg chg="mod">
          <ac:chgData name="Robert de Groote" userId="2ce5265b-80a0-4fb8-a62a-8035e9b0c45a" providerId="ADAL" clId="{EF806A60-D76F-4088-BA7C-EFFC6B100EE3}" dt="2025-09-05T09:07:05.271" v="12622" actId="20577"/>
          <ac:spMkLst>
            <pc:docMk/>
            <pc:sldMk cId="2754092998" sldId="298"/>
            <ac:spMk id="7" creationId="{330E2591-B8E8-03FD-3AA1-A0245933DD69}"/>
          </ac:spMkLst>
        </pc:spChg>
        <pc:spChg chg="mod">
          <ac:chgData name="Robert de Groote" userId="2ce5265b-80a0-4fb8-a62a-8035e9b0c45a" providerId="ADAL" clId="{EF806A60-D76F-4088-BA7C-EFFC6B100EE3}" dt="2025-09-05T09:07:10.581" v="12623" actId="20577"/>
          <ac:spMkLst>
            <pc:docMk/>
            <pc:sldMk cId="2754092998" sldId="298"/>
            <ac:spMk id="8" creationId="{7DBEDE2F-10E3-6A8B-4D23-77AE09BDA640}"/>
          </ac:spMkLst>
        </pc:spChg>
        <pc:spChg chg="mod">
          <ac:chgData name="Robert de Groote" userId="2ce5265b-80a0-4fb8-a62a-8035e9b0c45a" providerId="ADAL" clId="{EF806A60-D76F-4088-BA7C-EFFC6B100EE3}" dt="2025-09-05T09:07:14.025" v="12624" actId="20577"/>
          <ac:spMkLst>
            <pc:docMk/>
            <pc:sldMk cId="2754092998" sldId="298"/>
            <ac:spMk id="9" creationId="{FB8E62A5-DD49-FE68-13E4-27AD809A335B}"/>
          </ac:spMkLst>
        </pc:spChg>
        <pc:spChg chg="mod">
          <ac:chgData name="Robert de Groote" userId="2ce5265b-80a0-4fb8-a62a-8035e9b0c45a" providerId="ADAL" clId="{EF806A60-D76F-4088-BA7C-EFFC6B100EE3}" dt="2025-09-05T09:07:17.803" v="12625" actId="20577"/>
          <ac:spMkLst>
            <pc:docMk/>
            <pc:sldMk cId="2754092998" sldId="298"/>
            <ac:spMk id="10" creationId="{EC922F69-FA85-D065-768C-064C750FD7F6}"/>
          </ac:spMkLst>
        </pc:spChg>
        <pc:spChg chg="mod topLvl">
          <ac:chgData name="Robert de Groote" userId="2ce5265b-80a0-4fb8-a62a-8035e9b0c45a" providerId="ADAL" clId="{EF806A60-D76F-4088-BA7C-EFFC6B100EE3}" dt="2025-09-05T09:07:19.958" v="12626" actId="20577"/>
          <ac:spMkLst>
            <pc:docMk/>
            <pc:sldMk cId="2754092998" sldId="298"/>
            <ac:spMk id="11" creationId="{54EF8958-8611-E8BF-5253-4EA56F8FE370}"/>
          </ac:spMkLst>
        </pc:spChg>
        <pc:spChg chg="mod">
          <ac:chgData name="Robert de Groote" userId="2ce5265b-80a0-4fb8-a62a-8035e9b0c45a" providerId="ADAL" clId="{EF806A60-D76F-4088-BA7C-EFFC6B100EE3}" dt="2025-09-05T09:07:21.862" v="12627" actId="20577"/>
          <ac:spMkLst>
            <pc:docMk/>
            <pc:sldMk cId="2754092998" sldId="298"/>
            <ac:spMk id="12" creationId="{D5E71885-73BE-CA14-3245-D4DBE6ED616B}"/>
          </ac:spMkLst>
        </pc:spChg>
        <pc:spChg chg="mod topLvl">
          <ac:chgData name="Robert de Groote" userId="2ce5265b-80a0-4fb8-a62a-8035e9b0c45a" providerId="ADAL" clId="{EF806A60-D76F-4088-BA7C-EFFC6B100EE3}" dt="2025-09-05T09:07:30.139" v="12628" actId="20577"/>
          <ac:spMkLst>
            <pc:docMk/>
            <pc:sldMk cId="2754092998" sldId="298"/>
            <ac:spMk id="13" creationId="{EDA2B36E-DA30-1B60-3326-CD811AA4F04D}"/>
          </ac:spMkLst>
        </pc:spChg>
        <pc:spChg chg="mod topLvl">
          <ac:chgData name="Robert de Groote" userId="2ce5265b-80a0-4fb8-a62a-8035e9b0c45a" providerId="ADAL" clId="{EF806A60-D76F-4088-BA7C-EFFC6B100EE3}" dt="2025-09-05T09:07:35.643" v="12629" actId="20577"/>
          <ac:spMkLst>
            <pc:docMk/>
            <pc:sldMk cId="2754092998" sldId="298"/>
            <ac:spMk id="27" creationId="{A86FD1E6-5DE9-6DA5-C088-5F4E9F8F260D}"/>
          </ac:spMkLst>
        </pc:spChg>
        <pc:spChg chg="mod topLvl">
          <ac:chgData name="Robert de Groote" userId="2ce5265b-80a0-4fb8-a62a-8035e9b0c45a" providerId="ADAL" clId="{EF806A60-D76F-4088-BA7C-EFFC6B100EE3}" dt="2025-09-05T09:10:41.613" v="12657" actId="164"/>
          <ac:spMkLst>
            <pc:docMk/>
            <pc:sldMk cId="2754092998" sldId="298"/>
            <ac:spMk id="28" creationId="{4CB9B396-EFCC-4857-C6B4-8116082C937A}"/>
          </ac:spMkLst>
        </pc:spChg>
        <pc:spChg chg="mod">
          <ac:chgData name="Robert de Groote" userId="2ce5265b-80a0-4fb8-a62a-8035e9b0c45a" providerId="ADAL" clId="{EF806A60-D76F-4088-BA7C-EFFC6B100EE3}" dt="2025-09-05T09:10:39.490" v="12656" actId="164"/>
          <ac:spMkLst>
            <pc:docMk/>
            <pc:sldMk cId="2754092998" sldId="298"/>
            <ac:spMk id="30" creationId="{81522EE6-6BCE-BA10-60B2-FE1CEA001006}"/>
          </ac:spMkLst>
        </pc:spChg>
        <pc:spChg chg="add mod">
          <ac:chgData name="Robert de Groote" userId="2ce5265b-80a0-4fb8-a62a-8035e9b0c45a" providerId="ADAL" clId="{EF806A60-D76F-4088-BA7C-EFFC6B100EE3}" dt="2025-09-05T09:10:41.613" v="12657" actId="164"/>
          <ac:spMkLst>
            <pc:docMk/>
            <pc:sldMk cId="2754092998" sldId="298"/>
            <ac:spMk id="32" creationId="{9C8143D3-CCA4-7FF3-D66C-8FB0DCD616AC}"/>
          </ac:spMkLst>
        </pc:spChg>
        <pc:spChg chg="add mod">
          <ac:chgData name="Robert de Groote" userId="2ce5265b-80a0-4fb8-a62a-8035e9b0c45a" providerId="ADAL" clId="{EF806A60-D76F-4088-BA7C-EFFC6B100EE3}" dt="2025-09-05T09:10:39.490" v="12656" actId="164"/>
          <ac:spMkLst>
            <pc:docMk/>
            <pc:sldMk cId="2754092998" sldId="298"/>
            <ac:spMk id="33" creationId="{6C35138D-1E0E-C590-9B51-37FA75244CA8}"/>
          </ac:spMkLst>
        </pc:spChg>
        <pc:spChg chg="add mod">
          <ac:chgData name="Robert de Groote" userId="2ce5265b-80a0-4fb8-a62a-8035e9b0c45a" providerId="ADAL" clId="{EF806A60-D76F-4088-BA7C-EFFC6B100EE3}" dt="2025-09-05T09:28:31.756" v="12791" actId="962"/>
          <ac:spMkLst>
            <pc:docMk/>
            <pc:sldMk cId="2754092998" sldId="298"/>
            <ac:spMk id="37" creationId="{8CBD2D1F-ADFE-E541-E2AF-D8A36DCB50CC}"/>
          </ac:spMkLst>
        </pc:spChg>
        <pc:spChg chg="add mod">
          <ac:chgData name="Robert de Groote" userId="2ce5265b-80a0-4fb8-a62a-8035e9b0c45a" providerId="ADAL" clId="{EF806A60-D76F-4088-BA7C-EFFC6B100EE3}" dt="2025-09-05T09:28:37.694" v="12792" actId="962"/>
          <ac:spMkLst>
            <pc:docMk/>
            <pc:sldMk cId="2754092998" sldId="298"/>
            <ac:spMk id="38" creationId="{EB131682-711E-5E0E-04F9-C5774C71A431}"/>
          </ac:spMkLst>
        </pc:spChg>
        <pc:spChg chg="add mod">
          <ac:chgData name="Robert de Groote" userId="2ce5265b-80a0-4fb8-a62a-8035e9b0c45a" providerId="ADAL" clId="{EF806A60-D76F-4088-BA7C-EFFC6B100EE3}" dt="2025-09-05T09:28:43.170" v="12793" actId="962"/>
          <ac:spMkLst>
            <pc:docMk/>
            <pc:sldMk cId="2754092998" sldId="298"/>
            <ac:spMk id="39" creationId="{63E930DE-A542-0536-8D6C-A6B551E31569}"/>
          </ac:spMkLst>
        </pc:spChg>
        <pc:spChg chg="add mod">
          <ac:chgData name="Robert de Groote" userId="2ce5265b-80a0-4fb8-a62a-8035e9b0c45a" providerId="ADAL" clId="{EF806A60-D76F-4088-BA7C-EFFC6B100EE3}" dt="2025-09-05T09:28:48.341" v="12794" actId="962"/>
          <ac:spMkLst>
            <pc:docMk/>
            <pc:sldMk cId="2754092998" sldId="298"/>
            <ac:spMk id="40" creationId="{22917C11-DA47-3FB8-70DD-C2F4E7DB32B4}"/>
          </ac:spMkLst>
        </pc:spChg>
        <pc:spChg chg="add mod">
          <ac:chgData name="Robert de Groote" userId="2ce5265b-80a0-4fb8-a62a-8035e9b0c45a" providerId="ADAL" clId="{EF806A60-D76F-4088-BA7C-EFFC6B100EE3}" dt="2025-09-05T09:28:56.253" v="12795" actId="962"/>
          <ac:spMkLst>
            <pc:docMk/>
            <pc:sldMk cId="2754092998" sldId="298"/>
            <ac:spMk id="41" creationId="{C3A395A7-568A-7A46-5BE3-E65AC6D51505}"/>
          </ac:spMkLst>
        </pc:spChg>
        <pc:spChg chg="add mod">
          <ac:chgData name="Robert de Groote" userId="2ce5265b-80a0-4fb8-a62a-8035e9b0c45a" providerId="ADAL" clId="{EF806A60-D76F-4088-BA7C-EFFC6B100EE3}" dt="2025-09-05T09:29:00.454" v="12796" actId="962"/>
          <ac:spMkLst>
            <pc:docMk/>
            <pc:sldMk cId="2754092998" sldId="298"/>
            <ac:spMk id="42" creationId="{87F1BAF8-E620-3206-02E8-FEF3EB47A539}"/>
          </ac:spMkLst>
        </pc:spChg>
        <pc:spChg chg="add mod">
          <ac:chgData name="Robert de Groote" userId="2ce5265b-80a0-4fb8-a62a-8035e9b0c45a" providerId="ADAL" clId="{EF806A60-D76F-4088-BA7C-EFFC6B100EE3}" dt="2025-09-05T09:29:04.970" v="12797" actId="962"/>
          <ac:spMkLst>
            <pc:docMk/>
            <pc:sldMk cId="2754092998" sldId="298"/>
            <ac:spMk id="43" creationId="{14CC22E9-4E10-F872-E5EF-CD5107BBE32D}"/>
          </ac:spMkLst>
        </pc:spChg>
        <pc:spChg chg="add mod">
          <ac:chgData name="Robert de Groote" userId="2ce5265b-80a0-4fb8-a62a-8035e9b0c45a" providerId="ADAL" clId="{EF806A60-D76F-4088-BA7C-EFFC6B100EE3}" dt="2025-09-05T09:29:10.227" v="12798" actId="962"/>
          <ac:spMkLst>
            <pc:docMk/>
            <pc:sldMk cId="2754092998" sldId="298"/>
            <ac:spMk id="44" creationId="{15507373-7D96-EA76-1D8A-5A9FE7B2803A}"/>
          </ac:spMkLst>
        </pc:spChg>
        <pc:spChg chg="add mod">
          <ac:chgData name="Robert de Groote" userId="2ce5265b-80a0-4fb8-a62a-8035e9b0c45a" providerId="ADAL" clId="{EF806A60-D76F-4088-BA7C-EFFC6B100EE3}" dt="2025-09-05T09:29:14.886" v="12799" actId="962"/>
          <ac:spMkLst>
            <pc:docMk/>
            <pc:sldMk cId="2754092998" sldId="298"/>
            <ac:spMk id="45" creationId="{10345477-0BC7-CCAF-8F59-A726629FC314}"/>
          </ac:spMkLst>
        </pc:spChg>
        <pc:spChg chg="add mod">
          <ac:chgData name="Robert de Groote" userId="2ce5265b-80a0-4fb8-a62a-8035e9b0c45a" providerId="ADAL" clId="{EF806A60-D76F-4088-BA7C-EFFC6B100EE3}" dt="2025-09-05T09:28:25.620" v="12790" actId="962"/>
          <ac:spMkLst>
            <pc:docMk/>
            <pc:sldMk cId="2754092998" sldId="298"/>
            <ac:spMk id="67" creationId="{AF1EA896-8831-DD6A-2A07-BE8B7B74FC6A}"/>
          </ac:spMkLst>
        </pc:spChg>
        <pc:spChg chg="add mod ord">
          <ac:chgData name="Robert de Groote" userId="2ce5265b-80a0-4fb8-a62a-8035e9b0c45a" providerId="ADAL" clId="{EF806A60-D76F-4088-BA7C-EFFC6B100EE3}" dt="2025-09-05T09:39:50.607" v="12871" actId="2711"/>
          <ac:spMkLst>
            <pc:docMk/>
            <pc:sldMk cId="2754092998" sldId="298"/>
            <ac:spMk id="68" creationId="{0B756097-466F-750F-3B81-C58179E32E52}"/>
          </ac:spMkLst>
        </pc:spChg>
        <pc:grpChg chg="add mod">
          <ac:chgData name="Robert de Groote" userId="2ce5265b-80a0-4fb8-a62a-8035e9b0c45a" providerId="ADAL" clId="{EF806A60-D76F-4088-BA7C-EFFC6B100EE3}" dt="2025-09-05T09:28:04.846" v="12789" actId="962"/>
          <ac:grpSpMkLst>
            <pc:docMk/>
            <pc:sldMk cId="2754092998" sldId="298"/>
            <ac:grpSpMk id="34" creationId="{B8B0C182-1B58-6A95-8490-FE2BD4AF9D20}"/>
          </ac:grpSpMkLst>
        </pc:grpChg>
        <pc:grpChg chg="add mod">
          <ac:chgData name="Robert de Groote" userId="2ce5265b-80a0-4fb8-a62a-8035e9b0c45a" providerId="ADAL" clId="{EF806A60-D76F-4088-BA7C-EFFC6B100EE3}" dt="2025-09-05T09:27:58.507" v="12788" actId="962"/>
          <ac:grpSpMkLst>
            <pc:docMk/>
            <pc:sldMk cId="2754092998" sldId="298"/>
            <ac:grpSpMk id="35" creationId="{4960303E-7B53-1003-9BD9-2ADB721C8D5C}"/>
          </ac:grpSpMkLst>
        </pc:grpChg>
      </pc:sldChg>
      <pc:sldChg chg="modSp add mod modAnim">
        <pc:chgData name="Robert de Groote" userId="2ce5265b-80a0-4fb8-a62a-8035e9b0c45a" providerId="ADAL" clId="{EF806A60-D76F-4088-BA7C-EFFC6B100EE3}" dt="2025-09-08T17:21:29.062" v="13647" actId="20577"/>
        <pc:sldMkLst>
          <pc:docMk/>
          <pc:sldMk cId="961653155" sldId="299"/>
        </pc:sldMkLst>
        <pc:spChg chg="mod">
          <ac:chgData name="Robert de Groote" userId="2ce5265b-80a0-4fb8-a62a-8035e9b0c45a" providerId="ADAL" clId="{EF806A60-D76F-4088-BA7C-EFFC6B100EE3}" dt="2025-09-08T17:20:27.098" v="13409" actId="20577"/>
          <ac:spMkLst>
            <pc:docMk/>
            <pc:sldMk cId="961653155" sldId="299"/>
            <ac:spMk id="2" creationId="{044B6139-BC69-0FC9-C086-1A6D42CE9B07}"/>
          </ac:spMkLst>
        </pc:spChg>
        <pc:spChg chg="mod">
          <ac:chgData name="Robert de Groote" userId="2ce5265b-80a0-4fb8-a62a-8035e9b0c45a" providerId="ADAL" clId="{EF806A60-D76F-4088-BA7C-EFFC6B100EE3}" dt="2025-09-08T17:21:29.062" v="13647" actId="20577"/>
          <ac:spMkLst>
            <pc:docMk/>
            <pc:sldMk cId="961653155" sldId="299"/>
            <ac:spMk id="3" creationId="{CAEDE7F0-0476-6F4B-96D3-40BCCBDD68BA}"/>
          </ac:spMkLst>
        </pc:spChg>
      </pc:sldChg>
      <pc:sldChg chg="addSp delSp modSp add mod delAnim chgLayout">
        <pc:chgData name="Robert de Groote" userId="2ce5265b-80a0-4fb8-a62a-8035e9b0c45a" providerId="ADAL" clId="{EF806A60-D76F-4088-BA7C-EFFC6B100EE3}" dt="2025-09-08T17:27:03.529" v="14026" actId="20577"/>
        <pc:sldMkLst>
          <pc:docMk/>
          <pc:sldMk cId="2696341367" sldId="300"/>
        </pc:sldMkLst>
        <pc:spChg chg="mod ord">
          <ac:chgData name="Robert de Groote" userId="2ce5265b-80a0-4fb8-a62a-8035e9b0c45a" providerId="ADAL" clId="{EF806A60-D76F-4088-BA7C-EFFC6B100EE3}" dt="2025-09-08T17:27:03.529" v="14026" actId="20577"/>
          <ac:spMkLst>
            <pc:docMk/>
            <pc:sldMk cId="2696341367" sldId="300"/>
            <ac:spMk id="2" creationId="{4504945E-E4CD-D2AA-4F3E-237624D6ED10}"/>
          </ac:spMkLst>
        </pc:spChg>
        <pc:spChg chg="add mod ord">
          <ac:chgData name="Robert de Groote" userId="2ce5265b-80a0-4fb8-a62a-8035e9b0c45a" providerId="ADAL" clId="{EF806A60-D76F-4088-BA7C-EFFC6B100EE3}" dt="2025-09-08T17:26:54.580" v="14004" actId="113"/>
          <ac:spMkLst>
            <pc:docMk/>
            <pc:sldMk cId="2696341367" sldId="300"/>
            <ac:spMk id="3" creationId="{458B2239-7796-0F52-2B6D-3A6AE9744ABB}"/>
          </ac:spMkLst>
        </pc:spChg>
        <pc:spChg chg="del">
          <ac:chgData name="Robert de Groote" userId="2ce5265b-80a0-4fb8-a62a-8035e9b0c45a" providerId="ADAL" clId="{EF806A60-D76F-4088-BA7C-EFFC6B100EE3}" dt="2025-09-08T17:22:18.009" v="13673" actId="478"/>
          <ac:spMkLst>
            <pc:docMk/>
            <pc:sldMk cId="2696341367" sldId="300"/>
            <ac:spMk id="5" creationId="{C1B8C30E-B612-D043-29A4-3A837ACF80CB}"/>
          </ac:spMkLst>
        </pc:spChg>
        <pc:spChg chg="del">
          <ac:chgData name="Robert de Groote" userId="2ce5265b-80a0-4fb8-a62a-8035e9b0c45a" providerId="ADAL" clId="{EF806A60-D76F-4088-BA7C-EFFC6B100EE3}" dt="2025-09-08T17:22:15.368" v="13672" actId="478"/>
          <ac:spMkLst>
            <pc:docMk/>
            <pc:sldMk cId="2696341367" sldId="300"/>
            <ac:spMk id="8" creationId="{C79D8E53-00A2-2811-B817-E93D67682475}"/>
          </ac:spMkLst>
        </pc:spChg>
        <pc:graphicFrameChg chg="mod modGraphic">
          <ac:chgData name="Robert de Groote" userId="2ce5265b-80a0-4fb8-a62a-8035e9b0c45a" providerId="ADAL" clId="{EF806A60-D76F-4088-BA7C-EFFC6B100EE3}" dt="2025-09-08T17:26:40.182" v="14003" actId="20577"/>
          <ac:graphicFrameMkLst>
            <pc:docMk/>
            <pc:sldMk cId="2696341367" sldId="300"/>
            <ac:graphicFrameMk id="4" creationId="{B16587CC-7B7E-DABE-C800-2756F22B3494}"/>
          </ac:graphicFrameMkLst>
        </pc:graphicFrameChg>
      </pc:sldChg>
    </pc:docChg>
  </pc:docChgLst>
  <pc:docChgLst>
    <pc:chgData name="Robert de Groote" userId="2ce5265b-80a0-4fb8-a62a-8035e9b0c45a" providerId="ADAL" clId="{8EBF52AB-6BEF-4B72-AF95-EFED6E097B56}"/>
    <pc:docChg chg="custSel addSld delSld modSld sldOrd">
      <pc:chgData name="Robert de Groote" userId="2ce5265b-80a0-4fb8-a62a-8035e9b0c45a" providerId="ADAL" clId="{8EBF52AB-6BEF-4B72-AF95-EFED6E097B56}" dt="2025-07-17T13:28:18.767" v="1489" actId="20577"/>
      <pc:docMkLst>
        <pc:docMk/>
      </pc:docMkLst>
      <pc:sldChg chg="modSp mod">
        <pc:chgData name="Robert de Groote" userId="2ce5265b-80a0-4fb8-a62a-8035e9b0c45a" providerId="ADAL" clId="{8EBF52AB-6BEF-4B72-AF95-EFED6E097B56}" dt="2025-07-16T16:51:16.387" v="27" actId="20577"/>
        <pc:sldMkLst>
          <pc:docMk/>
          <pc:sldMk cId="4099711276" sldId="256"/>
        </pc:sldMkLst>
        <pc:spChg chg="mod">
          <ac:chgData name="Robert de Groote" userId="2ce5265b-80a0-4fb8-a62a-8035e9b0c45a" providerId="ADAL" clId="{8EBF52AB-6BEF-4B72-AF95-EFED6E097B56}" dt="2025-07-16T16:51:16.387" v="27" actId="20577"/>
          <ac:spMkLst>
            <pc:docMk/>
            <pc:sldMk cId="4099711276" sldId="256"/>
            <ac:spMk id="3" creationId="{B43DF9F7-8B56-49E7-9AFB-EB5E5B6EE430}"/>
          </ac:spMkLst>
        </pc:spChg>
      </pc:sldChg>
      <pc:sldChg chg="modSp mod">
        <pc:chgData name="Robert de Groote" userId="2ce5265b-80a0-4fb8-a62a-8035e9b0c45a" providerId="ADAL" clId="{8EBF52AB-6BEF-4B72-AF95-EFED6E097B56}" dt="2025-07-16T16:54:29.653" v="302" actId="20577"/>
        <pc:sldMkLst>
          <pc:docMk/>
          <pc:sldMk cId="3346646082" sldId="257"/>
        </pc:sldMkLst>
        <pc:spChg chg="mod">
          <ac:chgData name="Robert de Groote" userId="2ce5265b-80a0-4fb8-a62a-8035e9b0c45a" providerId="ADAL" clId="{8EBF52AB-6BEF-4B72-AF95-EFED6E097B56}" dt="2025-07-16T16:51:44.965" v="53" actId="5793"/>
          <ac:spMkLst>
            <pc:docMk/>
            <pc:sldMk cId="3346646082" sldId="257"/>
            <ac:spMk id="2" creationId="{205885D7-ABDF-C618-9CCD-413D088386B3}"/>
          </ac:spMkLst>
        </pc:spChg>
        <pc:spChg chg="mod">
          <ac:chgData name="Robert de Groote" userId="2ce5265b-80a0-4fb8-a62a-8035e9b0c45a" providerId="ADAL" clId="{8EBF52AB-6BEF-4B72-AF95-EFED6E097B56}" dt="2025-07-16T16:54:29.653" v="302" actId="20577"/>
          <ac:spMkLst>
            <pc:docMk/>
            <pc:sldMk cId="3346646082" sldId="257"/>
            <ac:spMk id="3" creationId="{81853582-0C43-5257-5530-A00EA0178D3B}"/>
          </ac:spMkLst>
        </pc:spChg>
      </pc:sldChg>
      <pc:sldChg chg="del">
        <pc:chgData name="Robert de Groote" userId="2ce5265b-80a0-4fb8-a62a-8035e9b0c45a" providerId="ADAL" clId="{8EBF52AB-6BEF-4B72-AF95-EFED6E097B56}" dt="2025-07-16T16:54:33.161" v="303" actId="47"/>
        <pc:sldMkLst>
          <pc:docMk/>
          <pc:sldMk cId="1376807172" sldId="258"/>
        </pc:sldMkLst>
      </pc:sldChg>
      <pc:sldChg chg="del">
        <pc:chgData name="Robert de Groote" userId="2ce5265b-80a0-4fb8-a62a-8035e9b0c45a" providerId="ADAL" clId="{8EBF52AB-6BEF-4B72-AF95-EFED6E097B56}" dt="2025-07-16T16:54:33.800" v="304" actId="47"/>
        <pc:sldMkLst>
          <pc:docMk/>
          <pc:sldMk cId="734760806" sldId="259"/>
        </pc:sldMkLst>
      </pc:sldChg>
      <pc:sldChg chg="modSp mod">
        <pc:chgData name="Robert de Groote" userId="2ce5265b-80a0-4fb8-a62a-8035e9b0c45a" providerId="ADAL" clId="{8EBF52AB-6BEF-4B72-AF95-EFED6E097B56}" dt="2025-07-16T16:59:03.772" v="360" actId="20577"/>
        <pc:sldMkLst>
          <pc:docMk/>
          <pc:sldMk cId="2437096053" sldId="260"/>
        </pc:sldMkLst>
        <pc:spChg chg="mod">
          <ac:chgData name="Robert de Groote" userId="2ce5265b-80a0-4fb8-a62a-8035e9b0c45a" providerId="ADAL" clId="{8EBF52AB-6BEF-4B72-AF95-EFED6E097B56}" dt="2025-07-16T16:58:55.480" v="342" actId="20577"/>
          <ac:spMkLst>
            <pc:docMk/>
            <pc:sldMk cId="2437096053" sldId="260"/>
            <ac:spMk id="4" creationId="{4181F634-6EB3-A66B-325E-D9913BAC5853}"/>
          </ac:spMkLst>
        </pc:spChg>
        <pc:spChg chg="mod">
          <ac:chgData name="Robert de Groote" userId="2ce5265b-80a0-4fb8-a62a-8035e9b0c45a" providerId="ADAL" clId="{8EBF52AB-6BEF-4B72-AF95-EFED6E097B56}" dt="2025-07-16T16:59:03.772" v="360" actId="20577"/>
          <ac:spMkLst>
            <pc:docMk/>
            <pc:sldMk cId="2437096053" sldId="260"/>
            <ac:spMk id="5" creationId="{2233F4BC-C1CF-B147-2A79-056AE56D20F7}"/>
          </ac:spMkLst>
        </pc:spChg>
      </pc:sldChg>
      <pc:sldChg chg="modSp mod">
        <pc:chgData name="Robert de Groote" userId="2ce5265b-80a0-4fb8-a62a-8035e9b0c45a" providerId="ADAL" clId="{8EBF52AB-6BEF-4B72-AF95-EFED6E097B56}" dt="2025-07-17T13:27:38.850" v="1430" actId="20577"/>
        <pc:sldMkLst>
          <pc:docMk/>
          <pc:sldMk cId="2593846471" sldId="261"/>
        </pc:sldMkLst>
        <pc:spChg chg="mod">
          <ac:chgData name="Robert de Groote" userId="2ce5265b-80a0-4fb8-a62a-8035e9b0c45a" providerId="ADAL" clId="{8EBF52AB-6BEF-4B72-AF95-EFED6E097B56}" dt="2025-07-17T13:26:21.306" v="1312" actId="20577"/>
          <ac:spMkLst>
            <pc:docMk/>
            <pc:sldMk cId="2593846471" sldId="261"/>
            <ac:spMk id="2" creationId="{735C4AF0-C380-4A01-30C4-D2729C2DE10D}"/>
          </ac:spMkLst>
        </pc:spChg>
        <pc:spChg chg="mod">
          <ac:chgData name="Robert de Groote" userId="2ce5265b-80a0-4fb8-a62a-8035e9b0c45a" providerId="ADAL" clId="{8EBF52AB-6BEF-4B72-AF95-EFED6E097B56}" dt="2025-07-17T13:27:38.850" v="1430" actId="20577"/>
          <ac:spMkLst>
            <pc:docMk/>
            <pc:sldMk cId="2593846471" sldId="261"/>
            <ac:spMk id="3" creationId="{CEC213A1-D911-99F1-00C5-7C6C08622B2A}"/>
          </ac:spMkLst>
        </pc:spChg>
      </pc:sldChg>
      <pc:sldChg chg="del">
        <pc:chgData name="Robert de Groote" userId="2ce5265b-80a0-4fb8-a62a-8035e9b0c45a" providerId="ADAL" clId="{8EBF52AB-6BEF-4B72-AF95-EFED6E097B56}" dt="2025-07-16T16:59:12.529" v="361" actId="47"/>
        <pc:sldMkLst>
          <pc:docMk/>
          <pc:sldMk cId="1808417701" sldId="263"/>
        </pc:sldMkLst>
      </pc:sldChg>
      <pc:sldChg chg="modSp mod">
        <pc:chgData name="Robert de Groote" userId="2ce5265b-80a0-4fb8-a62a-8035e9b0c45a" providerId="ADAL" clId="{8EBF52AB-6BEF-4B72-AF95-EFED6E097B56}" dt="2025-07-17T13:25:54.163" v="1299" actId="27636"/>
        <pc:sldMkLst>
          <pc:docMk/>
          <pc:sldMk cId="4016192962" sldId="264"/>
        </pc:sldMkLst>
        <pc:spChg chg="mod">
          <ac:chgData name="Robert de Groote" userId="2ce5265b-80a0-4fb8-a62a-8035e9b0c45a" providerId="ADAL" clId="{8EBF52AB-6BEF-4B72-AF95-EFED6E097B56}" dt="2025-07-16T17:08:20.812" v="788" actId="20577"/>
          <ac:spMkLst>
            <pc:docMk/>
            <pc:sldMk cId="4016192962" sldId="264"/>
            <ac:spMk id="2" creationId="{621350F7-2E70-9687-8414-7EFF5BCF4B6D}"/>
          </ac:spMkLst>
        </pc:spChg>
        <pc:spChg chg="mod">
          <ac:chgData name="Robert de Groote" userId="2ce5265b-80a0-4fb8-a62a-8035e9b0c45a" providerId="ADAL" clId="{8EBF52AB-6BEF-4B72-AF95-EFED6E097B56}" dt="2025-07-17T13:25:54.163" v="1299" actId="27636"/>
          <ac:spMkLst>
            <pc:docMk/>
            <pc:sldMk cId="4016192962" sldId="264"/>
            <ac:spMk id="3" creationId="{ECBFF282-ACC2-4493-1B3C-106D0CB854EE}"/>
          </ac:spMkLst>
        </pc:spChg>
      </pc:sldChg>
      <pc:sldChg chg="modSp mod">
        <pc:chgData name="Robert de Groote" userId="2ce5265b-80a0-4fb8-a62a-8035e9b0c45a" providerId="ADAL" clId="{8EBF52AB-6BEF-4B72-AF95-EFED6E097B56}" dt="2025-07-16T17:14:00.840" v="878" actId="14"/>
        <pc:sldMkLst>
          <pc:docMk/>
          <pc:sldMk cId="3021126975" sldId="265"/>
        </pc:sldMkLst>
        <pc:spChg chg="mod">
          <ac:chgData name="Robert de Groote" userId="2ce5265b-80a0-4fb8-a62a-8035e9b0c45a" providerId="ADAL" clId="{8EBF52AB-6BEF-4B72-AF95-EFED6E097B56}" dt="2025-07-16T17:12:47.470" v="796" actId="20577"/>
          <ac:spMkLst>
            <pc:docMk/>
            <pc:sldMk cId="3021126975" sldId="265"/>
            <ac:spMk id="2" creationId="{80D55348-5CC6-1CCD-0C17-1FBC262C6161}"/>
          </ac:spMkLst>
        </pc:spChg>
        <pc:spChg chg="mod">
          <ac:chgData name="Robert de Groote" userId="2ce5265b-80a0-4fb8-a62a-8035e9b0c45a" providerId="ADAL" clId="{8EBF52AB-6BEF-4B72-AF95-EFED6E097B56}" dt="2025-07-16T17:14:00.840" v="878" actId="14"/>
          <ac:spMkLst>
            <pc:docMk/>
            <pc:sldMk cId="3021126975" sldId="265"/>
            <ac:spMk id="3" creationId="{B57C2033-DCC2-AF01-FF34-71ACD829C61C}"/>
          </ac:spMkLst>
        </pc:spChg>
      </pc:sldChg>
      <pc:sldChg chg="modSp mod">
        <pc:chgData name="Robert de Groote" userId="2ce5265b-80a0-4fb8-a62a-8035e9b0c45a" providerId="ADAL" clId="{8EBF52AB-6BEF-4B72-AF95-EFED6E097B56}" dt="2025-07-16T17:19:26.071" v="1188" actId="20577"/>
        <pc:sldMkLst>
          <pc:docMk/>
          <pc:sldMk cId="2050195976" sldId="266"/>
        </pc:sldMkLst>
        <pc:spChg chg="mod">
          <ac:chgData name="Robert de Groote" userId="2ce5265b-80a0-4fb8-a62a-8035e9b0c45a" providerId="ADAL" clId="{8EBF52AB-6BEF-4B72-AF95-EFED6E097B56}" dt="2025-07-16T17:19:26.071" v="1188" actId="20577"/>
          <ac:spMkLst>
            <pc:docMk/>
            <pc:sldMk cId="2050195976" sldId="266"/>
            <ac:spMk id="4" creationId="{AC8CA923-345A-AFDE-041B-702DD0ADEFF9}"/>
          </ac:spMkLst>
        </pc:spChg>
        <pc:spChg chg="mod">
          <ac:chgData name="Robert de Groote" userId="2ce5265b-80a0-4fb8-a62a-8035e9b0c45a" providerId="ADAL" clId="{8EBF52AB-6BEF-4B72-AF95-EFED6E097B56}" dt="2025-07-16T17:19:21.414" v="1175" actId="20577"/>
          <ac:spMkLst>
            <pc:docMk/>
            <pc:sldMk cId="2050195976" sldId="266"/>
            <ac:spMk id="5" creationId="{5B7580F9-781A-4F77-591F-F3D1019DE0CB}"/>
          </ac:spMkLst>
        </pc:spChg>
      </pc:sldChg>
      <pc:sldChg chg="del">
        <pc:chgData name="Robert de Groote" userId="2ce5265b-80a0-4fb8-a62a-8035e9b0c45a" providerId="ADAL" clId="{8EBF52AB-6BEF-4B72-AF95-EFED6E097B56}" dt="2025-07-16T16:59:13.102" v="362" actId="47"/>
        <pc:sldMkLst>
          <pc:docMk/>
          <pc:sldMk cId="3664691429" sldId="267"/>
        </pc:sldMkLst>
      </pc:sldChg>
      <pc:sldChg chg="modSp mod">
        <pc:chgData name="Robert de Groote" userId="2ce5265b-80a0-4fb8-a62a-8035e9b0c45a" providerId="ADAL" clId="{8EBF52AB-6BEF-4B72-AF95-EFED6E097B56}" dt="2025-07-16T17:01:41.236" v="479" actId="20577"/>
        <pc:sldMkLst>
          <pc:docMk/>
          <pc:sldMk cId="3359679964" sldId="268"/>
        </pc:sldMkLst>
      </pc:sldChg>
      <pc:sldChg chg="del">
        <pc:chgData name="Robert de Groote" userId="2ce5265b-80a0-4fb8-a62a-8035e9b0c45a" providerId="ADAL" clId="{8EBF52AB-6BEF-4B72-AF95-EFED6E097B56}" dt="2025-07-16T17:00:48.323" v="415" actId="47"/>
        <pc:sldMkLst>
          <pc:docMk/>
          <pc:sldMk cId="3999101625" sldId="269"/>
        </pc:sldMkLst>
      </pc:sldChg>
      <pc:sldChg chg="del">
        <pc:chgData name="Robert de Groote" userId="2ce5265b-80a0-4fb8-a62a-8035e9b0c45a" providerId="ADAL" clId="{8EBF52AB-6BEF-4B72-AF95-EFED6E097B56}" dt="2025-07-16T17:19:16.037" v="1170" actId="47"/>
        <pc:sldMkLst>
          <pc:docMk/>
          <pc:sldMk cId="3192644691" sldId="270"/>
        </pc:sldMkLst>
      </pc:sldChg>
      <pc:sldChg chg="del">
        <pc:chgData name="Robert de Groote" userId="2ce5265b-80a0-4fb8-a62a-8035e9b0c45a" providerId="ADAL" clId="{8EBF52AB-6BEF-4B72-AF95-EFED6E097B56}" dt="2025-07-16T17:18:59.683" v="1169" actId="47"/>
        <pc:sldMkLst>
          <pc:docMk/>
          <pc:sldMk cId="1961238602" sldId="271"/>
        </pc:sldMkLst>
      </pc:sldChg>
      <pc:sldChg chg="del">
        <pc:chgData name="Robert de Groote" userId="2ce5265b-80a0-4fb8-a62a-8035e9b0c45a" providerId="ADAL" clId="{8EBF52AB-6BEF-4B72-AF95-EFED6E097B56}" dt="2025-07-16T16:59:13.842" v="363" actId="47"/>
        <pc:sldMkLst>
          <pc:docMk/>
          <pc:sldMk cId="65950320" sldId="272"/>
        </pc:sldMkLst>
      </pc:sldChg>
      <pc:sldChg chg="modSp add mod ord">
        <pc:chgData name="Robert de Groote" userId="2ce5265b-80a0-4fb8-a62a-8035e9b0c45a" providerId="ADAL" clId="{8EBF52AB-6BEF-4B72-AF95-EFED6E097B56}" dt="2025-07-16T17:01:12.824" v="464" actId="20577"/>
        <pc:sldMkLst>
          <pc:docMk/>
          <pc:sldMk cId="3909891326" sldId="272"/>
        </pc:sldMkLst>
      </pc:sldChg>
      <pc:sldChg chg="modSp add mod ord">
        <pc:chgData name="Robert de Groote" userId="2ce5265b-80a0-4fb8-a62a-8035e9b0c45a" providerId="ADAL" clId="{8EBF52AB-6BEF-4B72-AF95-EFED6E097B56}" dt="2025-07-17T13:28:18.767" v="1489" actId="20577"/>
        <pc:sldMkLst>
          <pc:docMk/>
          <pc:sldMk cId="1748845365" sldId="273"/>
        </pc:sldMkLst>
        <pc:spChg chg="mod">
          <ac:chgData name="Robert de Groote" userId="2ce5265b-80a0-4fb8-a62a-8035e9b0c45a" providerId="ADAL" clId="{8EBF52AB-6BEF-4B72-AF95-EFED6E097B56}" dt="2025-07-17T13:28:06.017" v="1456" actId="20577"/>
          <ac:spMkLst>
            <pc:docMk/>
            <pc:sldMk cId="1748845365" sldId="273"/>
            <ac:spMk id="2" creationId="{46C8BE5C-CAFF-351A-3CF8-A1378E1F0157}"/>
          </ac:spMkLst>
        </pc:spChg>
        <pc:spChg chg="mod">
          <ac:chgData name="Robert de Groote" userId="2ce5265b-80a0-4fb8-a62a-8035e9b0c45a" providerId="ADAL" clId="{8EBF52AB-6BEF-4B72-AF95-EFED6E097B56}" dt="2025-07-17T13:28:18.767" v="1489" actId="20577"/>
          <ac:spMkLst>
            <pc:docMk/>
            <pc:sldMk cId="1748845365" sldId="273"/>
            <ac:spMk id="3" creationId="{18BA91BB-C23F-3F1C-8A82-D42992EE8F4A}"/>
          </ac:spMkLst>
        </pc:spChg>
      </pc:sldChg>
      <pc:sldChg chg="del">
        <pc:chgData name="Robert de Groote" userId="2ce5265b-80a0-4fb8-a62a-8035e9b0c45a" providerId="ADAL" clId="{8EBF52AB-6BEF-4B72-AF95-EFED6E097B56}" dt="2025-07-16T16:59:17.386" v="366" actId="47"/>
        <pc:sldMkLst>
          <pc:docMk/>
          <pc:sldMk cId="3708766367" sldId="273"/>
        </pc:sldMkLst>
      </pc:sldChg>
      <pc:sldChg chg="del">
        <pc:chgData name="Robert de Groote" userId="2ce5265b-80a0-4fb8-a62a-8035e9b0c45a" providerId="ADAL" clId="{8EBF52AB-6BEF-4B72-AF95-EFED6E097B56}" dt="2025-07-16T16:59:18.383" v="367" actId="47"/>
        <pc:sldMkLst>
          <pc:docMk/>
          <pc:sldMk cId="2576651547" sldId="274"/>
        </pc:sldMkLst>
      </pc:sldChg>
      <pc:sldChg chg="del">
        <pc:chgData name="Robert de Groote" userId="2ce5265b-80a0-4fb8-a62a-8035e9b0c45a" providerId="ADAL" clId="{8EBF52AB-6BEF-4B72-AF95-EFED6E097B56}" dt="2025-07-16T16:59:15.239" v="365" actId="47"/>
        <pc:sldMkLst>
          <pc:docMk/>
          <pc:sldMk cId="1013437190" sldId="275"/>
        </pc:sldMkLst>
      </pc:sldChg>
      <pc:sldChg chg="del">
        <pc:chgData name="Robert de Groote" userId="2ce5265b-80a0-4fb8-a62a-8035e9b0c45a" providerId="ADAL" clId="{8EBF52AB-6BEF-4B72-AF95-EFED6E097B56}" dt="2025-07-16T16:59:14.460" v="364" actId="47"/>
        <pc:sldMkLst>
          <pc:docMk/>
          <pc:sldMk cId="1351195665" sldId="276"/>
        </pc:sldMkLst>
      </pc:sldChg>
    </pc:docChg>
  </pc:docChgLst>
  <pc:docChgLst>
    <pc:chgData name="Robert de Groote" userId="2ce5265b-80a0-4fb8-a62a-8035e9b0c45a" providerId="ADAL" clId="{34A32566-AAE7-4C94-968D-A2374AC9D33F}"/>
    <pc:docChg chg="custSel addSld modSld">
      <pc:chgData name="Robert de Groote" userId="2ce5265b-80a0-4fb8-a62a-8035e9b0c45a" providerId="ADAL" clId="{34A32566-AAE7-4C94-968D-A2374AC9D33F}" dt="2025-07-16T15:11:29.046" v="3083" actId="20577"/>
      <pc:docMkLst>
        <pc:docMk/>
      </pc:docMkLst>
      <pc:sldChg chg="modSp mod">
        <pc:chgData name="Robert de Groote" userId="2ce5265b-80a0-4fb8-a62a-8035e9b0c45a" providerId="ADAL" clId="{34A32566-AAE7-4C94-968D-A2374AC9D33F}" dt="2025-07-16T14:26:14.979" v="1783"/>
        <pc:sldMkLst>
          <pc:docMk/>
          <pc:sldMk cId="4016192962" sldId="264"/>
        </pc:sldMkLst>
        <pc:spChg chg="mod">
          <ac:chgData name="Robert de Groote" userId="2ce5265b-80a0-4fb8-a62a-8035e9b0c45a" providerId="ADAL" clId="{34A32566-AAE7-4C94-968D-A2374AC9D33F}" dt="2025-07-16T14:26:14.979" v="1783"/>
          <ac:spMkLst>
            <pc:docMk/>
            <pc:sldMk cId="4016192962" sldId="264"/>
            <ac:spMk id="3" creationId="{ECBFF282-ACC2-4493-1B3C-106D0CB854EE}"/>
          </ac:spMkLst>
        </pc:spChg>
      </pc:sldChg>
      <pc:sldChg chg="modSp mod">
        <pc:chgData name="Robert de Groote" userId="2ce5265b-80a0-4fb8-a62a-8035e9b0c45a" providerId="ADAL" clId="{34A32566-AAE7-4C94-968D-A2374AC9D33F}" dt="2025-07-16T14:37:59.325" v="2199" actId="20577"/>
        <pc:sldMkLst>
          <pc:docMk/>
          <pc:sldMk cId="3021126975" sldId="265"/>
        </pc:sldMkLst>
        <pc:spChg chg="mod">
          <ac:chgData name="Robert de Groote" userId="2ce5265b-80a0-4fb8-a62a-8035e9b0c45a" providerId="ADAL" clId="{34A32566-AAE7-4C94-968D-A2374AC9D33F}" dt="2025-07-16T14:37:59.325" v="2199" actId="20577"/>
          <ac:spMkLst>
            <pc:docMk/>
            <pc:sldMk cId="3021126975" sldId="265"/>
            <ac:spMk id="3" creationId="{B57C2033-DCC2-AF01-FF34-71ACD829C61C}"/>
          </ac:spMkLst>
        </pc:spChg>
      </pc:sldChg>
      <pc:sldChg chg="modSp add mod">
        <pc:chgData name="Robert de Groote" userId="2ce5265b-80a0-4fb8-a62a-8035e9b0c45a" providerId="ADAL" clId="{34A32566-AAE7-4C94-968D-A2374AC9D33F}" dt="2025-07-16T14:43:43.852" v="2597" actId="20577"/>
        <pc:sldMkLst>
          <pc:docMk/>
          <pc:sldMk cId="65950320" sldId="272"/>
        </pc:sldMkLst>
      </pc:sldChg>
      <pc:sldChg chg="modSp add mod">
        <pc:chgData name="Robert de Groote" userId="2ce5265b-80a0-4fb8-a62a-8035e9b0c45a" providerId="ADAL" clId="{34A32566-AAE7-4C94-968D-A2374AC9D33F}" dt="2025-07-16T14:15:49.970" v="1018" actId="20577"/>
        <pc:sldMkLst>
          <pc:docMk/>
          <pc:sldMk cId="3708766367" sldId="273"/>
        </pc:sldMkLst>
      </pc:sldChg>
      <pc:sldChg chg="modSp add mod">
        <pc:chgData name="Robert de Groote" userId="2ce5265b-80a0-4fb8-a62a-8035e9b0c45a" providerId="ADAL" clId="{34A32566-AAE7-4C94-968D-A2374AC9D33F}" dt="2025-07-16T14:18:22.862" v="1410" actId="6549"/>
        <pc:sldMkLst>
          <pc:docMk/>
          <pc:sldMk cId="2576651547" sldId="274"/>
        </pc:sldMkLst>
      </pc:sldChg>
      <pc:sldChg chg="add">
        <pc:chgData name="Robert de Groote" userId="2ce5265b-80a0-4fb8-a62a-8035e9b0c45a" providerId="ADAL" clId="{34A32566-AAE7-4C94-968D-A2374AC9D33F}" dt="2025-07-16T14:38:24.296" v="2200" actId="2890"/>
        <pc:sldMkLst>
          <pc:docMk/>
          <pc:sldMk cId="1013437190" sldId="275"/>
        </pc:sldMkLst>
      </pc:sldChg>
      <pc:sldChg chg="modSp add mod">
        <pc:chgData name="Robert de Groote" userId="2ce5265b-80a0-4fb8-a62a-8035e9b0c45a" providerId="ADAL" clId="{34A32566-AAE7-4C94-968D-A2374AC9D33F}" dt="2025-07-16T15:11:29.046" v="3083" actId="20577"/>
        <pc:sldMkLst>
          <pc:docMk/>
          <pc:sldMk cId="1351195665" sldId="27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image" Target="../media/image130.png"/><Relationship Id="rId4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112444-20AB-4F5F-805C-AF8F1553C45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8A6EFEA-E3FB-422E-9C43-C42C3F19C0F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nl-NL"/>
            <a:t>Dynamic array</a:t>
          </a:r>
          <a:endParaRPr lang="en-US"/>
        </a:p>
      </dgm:t>
    </dgm:pt>
    <dgm:pt modelId="{7FF56CC8-956B-4DF1-AE78-1C34EA1D86A4}" type="parTrans" cxnId="{69D545BD-C29E-4659-B9F4-0F1B9B562C08}">
      <dgm:prSet/>
      <dgm:spPr/>
      <dgm:t>
        <a:bodyPr/>
        <a:lstStyle/>
        <a:p>
          <a:endParaRPr lang="en-US"/>
        </a:p>
      </dgm:t>
    </dgm:pt>
    <dgm:pt modelId="{C5FF3D13-8F0C-4D52-A044-3C65FE94286E}" type="sibTrans" cxnId="{69D545BD-C29E-4659-B9F4-0F1B9B562C08}">
      <dgm:prSet/>
      <dgm:spPr/>
      <dgm:t>
        <a:bodyPr/>
        <a:lstStyle/>
        <a:p>
          <a:endParaRPr lang="en-US"/>
        </a:p>
      </dgm:t>
    </dgm:pt>
    <dgm:pt modelId="{F33FE9D9-5886-4C31-ACEC-7C91FEE80A07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dirty="0" err="1"/>
            <a:t>Possible</a:t>
          </a:r>
          <a:r>
            <a:rPr lang="nl-NL" dirty="0"/>
            <a:t> </a:t>
          </a:r>
          <a:r>
            <a:rPr lang="nl-NL" dirty="0" err="1"/>
            <a:t>inefficient</a:t>
          </a:r>
          <a:r>
            <a:rPr lang="nl-NL" dirty="0"/>
            <a:t> </a:t>
          </a:r>
          <a:r>
            <a:rPr lang="nl-NL" dirty="0" err="1"/>
            <a:t>use</a:t>
          </a:r>
          <a:r>
            <a:rPr lang="nl-NL" dirty="0"/>
            <a:t> of memory</a:t>
          </a:r>
          <a:endParaRPr lang="en-US" dirty="0"/>
        </a:p>
      </dgm:t>
    </dgm:pt>
    <dgm:pt modelId="{49550E7B-DD9F-4A67-B97F-6E593E2ED7F3}" type="parTrans" cxnId="{DECDA334-757A-4A45-BE89-C5C472E02231}">
      <dgm:prSet/>
      <dgm:spPr/>
      <dgm:t>
        <a:bodyPr/>
        <a:lstStyle/>
        <a:p>
          <a:endParaRPr lang="en-US"/>
        </a:p>
      </dgm:t>
    </dgm:pt>
    <dgm:pt modelId="{96B00C11-64F0-42F2-A8BC-2B3ECEF78A56}" type="sibTrans" cxnId="{DECDA334-757A-4A45-BE89-C5C472E02231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F9D8025F-A394-4A24-86F3-59CB41AE07F1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nl-NL" dirty="0"/>
                <a:t>No </a:t>
              </a:r>
              <a:r>
                <a:rPr lang="nl-NL" dirty="0" err="1"/>
                <a:t>gaps</a:t>
              </a:r>
              <a:r>
                <a:rPr lang="nl-NL" dirty="0"/>
                <a:t> </a:t>
              </a:r>
              <a:r>
                <a:rPr lang="nl-NL" dirty="0" err="1"/>
                <a:t>allowed</a:t>
              </a:r>
              <a:r>
                <a:rPr lang="nl-NL" dirty="0"/>
                <a:t>, slow </a:t>
              </a:r>
              <a:r>
                <a:rPr lang="nl-NL" dirty="0" err="1"/>
                <a:t>shifting</a:t>
              </a:r>
              <a:r>
                <a:rPr lang="nl-NL" dirty="0"/>
                <a:t> – </a:t>
              </a:r>
              <a14:m>
                <m:oMath xmlns:m="http://schemas.openxmlformats.org/officeDocument/2006/math">
                  <m:r>
                    <a:rPr lang="nl-NL" i="1" dirty="0" smtClean="0">
                      <a:latin typeface="Cambria Math" panose="02040503050406030204" pitchFamily="18" charset="0"/>
                    </a:rPr>
                    <m:t>𝑂</m:t>
                  </m:r>
                  <m:d>
                    <m:dPr>
                      <m:ctrlPr>
                        <a:rPr lang="nl-NL" i="1" dirty="0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nl-NL" i="1" dirty="0" smtClean="0">
                          <a:latin typeface="Cambria Math" panose="02040503050406030204" pitchFamily="18" charset="0"/>
                        </a:rPr>
                        <m:t>𝑛</m:t>
                      </m:r>
                    </m:e>
                  </m:d>
                </m:oMath>
              </a14:m>
              <a:endParaRPr lang="en-US" dirty="0"/>
            </a:p>
          </dgm:t>
        </dgm:pt>
      </mc:Choice>
      <mc:Fallback xmlns="">
        <dgm:pt modelId="{F9D8025F-A394-4A24-86F3-59CB41AE07F1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nl-NL" dirty="0"/>
                <a:t>No </a:t>
              </a:r>
              <a:r>
                <a:rPr lang="nl-NL" dirty="0" err="1"/>
                <a:t>gaps</a:t>
              </a:r>
              <a:r>
                <a:rPr lang="nl-NL" dirty="0"/>
                <a:t> </a:t>
              </a:r>
              <a:r>
                <a:rPr lang="nl-NL" dirty="0" err="1"/>
                <a:t>allowed</a:t>
              </a:r>
              <a:r>
                <a:rPr lang="nl-NL" dirty="0"/>
                <a:t>, slow </a:t>
              </a:r>
              <a:r>
                <a:rPr lang="nl-NL" dirty="0" err="1"/>
                <a:t>shifting</a:t>
              </a:r>
              <a:r>
                <a:rPr lang="nl-NL" dirty="0"/>
                <a:t> – </a:t>
              </a:r>
              <a:r>
                <a:rPr lang="nl-NL" i="0" dirty="0">
                  <a:latin typeface="Cambria Math" panose="02040503050406030204" pitchFamily="18" charset="0"/>
                </a:rPr>
                <a:t>𝑂(𝑛)</a:t>
              </a:r>
              <a:endParaRPr lang="en-US" dirty="0"/>
            </a:p>
          </dgm:t>
        </dgm:pt>
      </mc:Fallback>
    </mc:AlternateContent>
    <dgm:pt modelId="{40EAA44F-C5F4-451D-8AF2-F873C4EBB252}" type="parTrans" cxnId="{C956300A-6A5B-429E-9E37-386EF3D129CB}">
      <dgm:prSet/>
      <dgm:spPr/>
      <dgm:t>
        <a:bodyPr/>
        <a:lstStyle/>
        <a:p>
          <a:endParaRPr lang="en-US"/>
        </a:p>
      </dgm:t>
    </dgm:pt>
    <dgm:pt modelId="{37C0CC7E-64AD-4FD8-B889-C44D8AA3F19B}" type="sibTrans" cxnId="{C956300A-6A5B-429E-9E37-386EF3D129CB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3067178C-59EC-440D-8AC9-6F7C31B5BA1D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nl-NL" dirty="0" err="1"/>
                <a:t>Fast</a:t>
              </a:r>
              <a:r>
                <a:rPr lang="nl-NL" dirty="0"/>
                <a:t> </a:t>
              </a:r>
              <a:r>
                <a:rPr lang="nl-NL" dirty="0" err="1"/>
                <a:t>indexing</a:t>
              </a:r>
              <a:r>
                <a:rPr lang="nl-NL" dirty="0"/>
                <a:t> – </a:t>
              </a:r>
              <a14:m>
                <m:oMath xmlns:m="http://schemas.openxmlformats.org/officeDocument/2006/math">
                  <m:r>
                    <a:rPr lang="nl-NL" i="1" dirty="0" smtClean="0">
                      <a:latin typeface="Cambria Math" panose="02040503050406030204" pitchFamily="18" charset="0"/>
                    </a:rPr>
                    <m:t>𝑂</m:t>
                  </m:r>
                  <m:d>
                    <m:dPr>
                      <m:ctrlPr>
                        <a:rPr lang="nl-NL" i="1" dirty="0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nl-NL" i="1" dirty="0" smtClean="0">
                          <a:latin typeface="Cambria Math" panose="02040503050406030204" pitchFamily="18" charset="0"/>
                        </a:rPr>
                        <m:t>1</m:t>
                      </m:r>
                    </m:e>
                  </m:d>
                </m:oMath>
              </a14:m>
              <a:endParaRPr lang="en-US" dirty="0"/>
            </a:p>
          </dgm:t>
        </dgm:pt>
      </mc:Choice>
      <mc:Fallback xmlns="">
        <dgm:pt modelId="{3067178C-59EC-440D-8AC9-6F7C31B5BA1D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nl-NL" dirty="0" err="1"/>
                <a:t>Fast</a:t>
              </a:r>
              <a:r>
                <a:rPr lang="nl-NL" dirty="0"/>
                <a:t> </a:t>
              </a:r>
              <a:r>
                <a:rPr lang="nl-NL" dirty="0" err="1"/>
                <a:t>indexing</a:t>
              </a:r>
              <a:r>
                <a:rPr lang="nl-NL" dirty="0"/>
                <a:t> – </a:t>
              </a:r>
              <a:r>
                <a:rPr lang="nl-NL" i="0" dirty="0">
                  <a:latin typeface="Cambria Math" panose="02040503050406030204" pitchFamily="18" charset="0"/>
                </a:rPr>
                <a:t>𝑂(1)</a:t>
              </a:r>
              <a:endParaRPr lang="en-US" dirty="0"/>
            </a:p>
          </dgm:t>
        </dgm:pt>
      </mc:Fallback>
    </mc:AlternateContent>
    <dgm:pt modelId="{F7616E76-A487-4A65-90B2-6B35C9C37B52}" type="parTrans" cxnId="{F22A32B3-5761-479B-88E3-40022AD6C752}">
      <dgm:prSet/>
      <dgm:spPr/>
      <dgm:t>
        <a:bodyPr/>
        <a:lstStyle/>
        <a:p>
          <a:endParaRPr lang="en-US"/>
        </a:p>
      </dgm:t>
    </dgm:pt>
    <dgm:pt modelId="{34B6E9B6-3A4E-4FD5-8BA7-72301A59850E}" type="sibTrans" cxnId="{F22A32B3-5761-479B-88E3-40022AD6C752}">
      <dgm:prSet/>
      <dgm:spPr/>
      <dgm:t>
        <a:bodyPr/>
        <a:lstStyle/>
        <a:p>
          <a:endParaRPr lang="en-US"/>
        </a:p>
      </dgm:t>
    </dgm:pt>
    <dgm:pt modelId="{630B3654-3C66-43C0-A87F-E94B356DDC5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nl-NL" dirty="0" err="1"/>
            <a:t>Linked</a:t>
          </a:r>
          <a:r>
            <a:rPr lang="nl-NL" dirty="0"/>
            <a:t> List</a:t>
          </a:r>
          <a:endParaRPr lang="en-US" dirty="0"/>
        </a:p>
      </dgm:t>
    </dgm:pt>
    <dgm:pt modelId="{2A795CEE-8F4F-4467-971F-597904B493FB}" type="parTrans" cxnId="{9F612374-3C0B-42E0-BCBC-5413089E8E00}">
      <dgm:prSet/>
      <dgm:spPr/>
      <dgm:t>
        <a:bodyPr/>
        <a:lstStyle/>
        <a:p>
          <a:endParaRPr lang="en-US"/>
        </a:p>
      </dgm:t>
    </dgm:pt>
    <dgm:pt modelId="{8470CAC7-2249-455E-A00E-3DC688B2D0C1}" type="sibTrans" cxnId="{9F612374-3C0B-42E0-BCBC-5413089E8E00}">
      <dgm:prSet/>
      <dgm:spPr/>
      <dgm:t>
        <a:bodyPr/>
        <a:lstStyle/>
        <a:p>
          <a:endParaRPr lang="en-US"/>
        </a:p>
      </dgm:t>
    </dgm:pt>
    <dgm:pt modelId="{581C56D5-E16E-414A-A186-B79E9140C031}">
      <dgm:prSet/>
      <dgm:spPr/>
      <dgm:t>
        <a:bodyPr/>
        <a:lstStyle/>
        <a:p>
          <a:pPr>
            <a:lnSpc>
              <a:spcPct val="100000"/>
            </a:lnSpc>
          </a:pPr>
          <a:r>
            <a:rPr lang="nl-NL" dirty="0" err="1"/>
            <a:t>Efficient</a:t>
          </a:r>
          <a:r>
            <a:rPr lang="nl-NL" dirty="0"/>
            <a:t> </a:t>
          </a:r>
          <a:r>
            <a:rPr lang="nl-NL" dirty="0" err="1"/>
            <a:t>use</a:t>
          </a:r>
          <a:r>
            <a:rPr lang="nl-NL" dirty="0"/>
            <a:t> of memory</a:t>
          </a:r>
          <a:endParaRPr lang="en-US" dirty="0"/>
        </a:p>
      </dgm:t>
    </dgm:pt>
    <dgm:pt modelId="{1B646994-D360-4C7D-8848-7C48437A34B8}" type="parTrans" cxnId="{3A9378C4-8D4E-40E1-8D95-1BB03F3B7F02}">
      <dgm:prSet/>
      <dgm:spPr/>
      <dgm:t>
        <a:bodyPr/>
        <a:lstStyle/>
        <a:p>
          <a:endParaRPr lang="en-US"/>
        </a:p>
      </dgm:t>
    </dgm:pt>
    <dgm:pt modelId="{CD27BFAD-A575-49BA-BA13-8F704DB964FF}" type="sibTrans" cxnId="{3A9378C4-8D4E-40E1-8D95-1BB03F3B7F02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578DA53C-543B-49B0-AFCA-256798EC74CA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nl-NL" dirty="0"/>
                <a:t>Slow </a:t>
              </a:r>
              <a:r>
                <a:rPr lang="nl-NL" dirty="0" err="1"/>
                <a:t>indexing</a:t>
              </a:r>
              <a:r>
                <a:rPr lang="nl-NL" dirty="0"/>
                <a:t> – </a:t>
              </a:r>
              <a14:m>
                <m:oMath xmlns:m="http://schemas.openxmlformats.org/officeDocument/2006/math">
                  <m:r>
                    <a:rPr lang="nl-NL" i="1" dirty="0" smtClean="0">
                      <a:latin typeface="Cambria Math" panose="02040503050406030204" pitchFamily="18" charset="0"/>
                    </a:rPr>
                    <m:t>𝑂</m:t>
                  </m:r>
                  <m:d>
                    <m:dPr>
                      <m:ctrlPr>
                        <a:rPr lang="nl-NL" i="1" dirty="0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nl-NL" i="1" dirty="0" smtClean="0">
                          <a:latin typeface="Cambria Math" panose="02040503050406030204" pitchFamily="18" charset="0"/>
                        </a:rPr>
                        <m:t>𝑛</m:t>
                      </m:r>
                    </m:e>
                  </m:d>
                </m:oMath>
              </a14:m>
              <a:endParaRPr lang="en-US" dirty="0"/>
            </a:p>
          </dgm:t>
        </dgm:pt>
      </mc:Choice>
      <mc:Fallback xmlns="">
        <dgm:pt modelId="{578DA53C-543B-49B0-AFCA-256798EC74CA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nl-NL" dirty="0"/>
                <a:t>Slow </a:t>
              </a:r>
              <a:r>
                <a:rPr lang="nl-NL" dirty="0" err="1"/>
                <a:t>indexing</a:t>
              </a:r>
              <a:r>
                <a:rPr lang="nl-NL" dirty="0"/>
                <a:t> – </a:t>
              </a:r>
              <a:r>
                <a:rPr lang="nl-NL" i="0" dirty="0">
                  <a:latin typeface="Cambria Math" panose="02040503050406030204" pitchFamily="18" charset="0"/>
                </a:rPr>
                <a:t>𝑂(𝑛)</a:t>
              </a:r>
              <a:endParaRPr lang="en-US" dirty="0"/>
            </a:p>
          </dgm:t>
        </dgm:pt>
      </mc:Fallback>
    </mc:AlternateContent>
    <dgm:pt modelId="{D1269F5F-53B4-47CA-8162-0B9BAA890FDA}" type="parTrans" cxnId="{ACB5DAEC-F29E-4531-A086-2C62975A2A15}">
      <dgm:prSet/>
      <dgm:spPr/>
      <dgm:t>
        <a:bodyPr/>
        <a:lstStyle/>
        <a:p>
          <a:endParaRPr lang="en-US"/>
        </a:p>
      </dgm:t>
    </dgm:pt>
    <dgm:pt modelId="{D960CA2B-CE25-462E-9C39-20A965252821}" type="sibTrans" cxnId="{ACB5DAEC-F29E-4531-A086-2C62975A2A15}">
      <dgm:prSet/>
      <dgm:spPr/>
      <dgm:t>
        <a:bodyPr/>
        <a:lstStyle/>
        <a:p>
          <a:endParaRPr lang="en-US"/>
        </a:p>
      </dgm:t>
    </dgm:pt>
    <dgm:pt modelId="{A34EB12D-752D-4E90-854F-6C8AED3E92A2}">
      <dgm:prSet/>
      <dgm:spPr/>
      <dgm:t>
        <a:bodyPr/>
        <a:lstStyle/>
        <a:p>
          <a:pPr>
            <a:lnSpc>
              <a:spcPct val="100000"/>
            </a:lnSpc>
          </a:pPr>
          <a:r>
            <a:rPr lang="nl-NL"/>
            <a:t>Need to store pointer(s) for each element</a:t>
          </a:r>
          <a:endParaRPr lang="en-US"/>
        </a:p>
      </dgm:t>
    </dgm:pt>
    <dgm:pt modelId="{C5713C8B-395B-483A-8C53-48B6C337E1B6}" type="parTrans" cxnId="{7677F85E-5B9F-40C8-9BA9-C98A995775D9}">
      <dgm:prSet/>
      <dgm:spPr/>
      <dgm:t>
        <a:bodyPr/>
        <a:lstStyle/>
        <a:p>
          <a:endParaRPr lang="en-US"/>
        </a:p>
      </dgm:t>
    </dgm:pt>
    <dgm:pt modelId="{A461C54C-632F-484B-AE93-18CFFEC6B485}" type="sibTrans" cxnId="{7677F85E-5B9F-40C8-9BA9-C98A995775D9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705FACE9-69D3-4523-92CF-0277CE6B3DED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nl-NL" dirty="0"/>
                <a:t>Memory </a:t>
              </a:r>
              <a:r>
                <a:rPr lang="nl-NL" dirty="0" err="1"/>
                <a:t>allocation</a:t>
              </a:r>
              <a:r>
                <a:rPr lang="nl-NL" dirty="0"/>
                <a:t> </a:t>
              </a:r>
              <a:r>
                <a:rPr lang="nl-NL" dirty="0" err="1"/>
                <a:t>may</a:t>
              </a:r>
              <a:r>
                <a:rPr lang="nl-NL" dirty="0"/>
                <a:t> </a:t>
              </a:r>
              <a:r>
                <a:rPr lang="nl-NL" dirty="0" err="1"/>
                <a:t>be</a:t>
              </a:r>
              <a:r>
                <a:rPr lang="nl-NL" dirty="0"/>
                <a:t> slow (but </a:t>
              </a:r>
              <a14:m>
                <m:oMath xmlns:m="http://schemas.openxmlformats.org/officeDocument/2006/math">
                  <m:r>
                    <a:rPr lang="nl-NL" i="1" dirty="0" smtClean="0">
                      <a:latin typeface="Cambria Math" panose="02040503050406030204" pitchFamily="18" charset="0"/>
                    </a:rPr>
                    <m:t>𝑂</m:t>
                  </m:r>
                  <m:d>
                    <m:dPr>
                      <m:ctrlPr>
                        <a:rPr lang="nl-NL" i="1" dirty="0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nl-NL" i="1" dirty="0" smtClean="0">
                          <a:latin typeface="Cambria Math" panose="02040503050406030204" pitchFamily="18" charset="0"/>
                        </a:rPr>
                        <m:t>1</m:t>
                      </m:r>
                    </m:e>
                  </m:d>
                </m:oMath>
              </a14:m>
              <a:r>
                <a:rPr lang="nl-NL" dirty="0"/>
                <a:t>)</a:t>
              </a:r>
              <a:endParaRPr lang="en-US" dirty="0"/>
            </a:p>
          </dgm:t>
        </dgm:pt>
      </mc:Choice>
      <mc:Fallback xmlns="">
        <dgm:pt modelId="{705FACE9-69D3-4523-92CF-0277CE6B3DED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nl-NL" dirty="0"/>
                <a:t>Memory </a:t>
              </a:r>
              <a:r>
                <a:rPr lang="nl-NL" dirty="0" err="1"/>
                <a:t>allocation</a:t>
              </a:r>
              <a:r>
                <a:rPr lang="nl-NL" dirty="0"/>
                <a:t> </a:t>
              </a:r>
              <a:r>
                <a:rPr lang="nl-NL" dirty="0" err="1"/>
                <a:t>may</a:t>
              </a:r>
              <a:r>
                <a:rPr lang="nl-NL" dirty="0"/>
                <a:t> </a:t>
              </a:r>
              <a:r>
                <a:rPr lang="nl-NL" dirty="0" err="1"/>
                <a:t>be</a:t>
              </a:r>
              <a:r>
                <a:rPr lang="nl-NL" dirty="0"/>
                <a:t> slow (but </a:t>
              </a:r>
              <a:r>
                <a:rPr lang="nl-NL" i="0" dirty="0">
                  <a:latin typeface="Cambria Math" panose="02040503050406030204" pitchFamily="18" charset="0"/>
                </a:rPr>
                <a:t>𝑂(1)</a:t>
              </a:r>
              <a:r>
                <a:rPr lang="nl-NL" dirty="0"/>
                <a:t>)</a:t>
              </a:r>
              <a:endParaRPr lang="en-US" dirty="0"/>
            </a:p>
          </dgm:t>
        </dgm:pt>
      </mc:Fallback>
    </mc:AlternateContent>
    <dgm:pt modelId="{F08BEBFE-A6AC-47B4-9E27-089C87DF0EA2}" type="parTrans" cxnId="{E23008B2-D7A3-4727-B155-C79B68915E60}">
      <dgm:prSet/>
      <dgm:spPr/>
      <dgm:t>
        <a:bodyPr/>
        <a:lstStyle/>
        <a:p>
          <a:endParaRPr lang="en-US"/>
        </a:p>
      </dgm:t>
    </dgm:pt>
    <dgm:pt modelId="{E55E60F5-075E-4C5B-A826-646FE3205A60}" type="sibTrans" cxnId="{E23008B2-D7A3-4727-B155-C79B68915E60}">
      <dgm:prSet/>
      <dgm:spPr/>
      <dgm:t>
        <a:bodyPr/>
        <a:lstStyle/>
        <a:p>
          <a:endParaRPr lang="en-US"/>
        </a:p>
      </dgm:t>
    </dgm:pt>
    <dgm:pt modelId="{2AE72EC5-575F-4F61-A109-FE011DEEF1D3}" type="pres">
      <dgm:prSet presAssocID="{4B112444-20AB-4F5F-805C-AF8F1553C45A}" presName="root" presStyleCnt="0">
        <dgm:presLayoutVars>
          <dgm:dir/>
          <dgm:resizeHandles val="exact"/>
        </dgm:presLayoutVars>
      </dgm:prSet>
      <dgm:spPr/>
    </dgm:pt>
    <dgm:pt modelId="{F923F03B-4428-4C81-ACA2-F5774BCAE0E2}" type="pres">
      <dgm:prSet presAssocID="{D8A6EFEA-E3FB-422E-9C43-C42C3F19C0FF}" presName="compNode" presStyleCnt="0"/>
      <dgm:spPr/>
    </dgm:pt>
    <dgm:pt modelId="{10DCB525-E27D-4204-8F3C-E87384EA995E}" type="pres">
      <dgm:prSet presAssocID="{D8A6EFEA-E3FB-422E-9C43-C42C3F19C0FF}" presName="iconRect" presStyleLbl="node1" presStyleIdx="0" presStyleCnt="2"/>
      <dgm:spPr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1000" r="-131000"/>
          </a:stretch>
        </a:blipFill>
        <a:ln>
          <a:noFill/>
        </a:ln>
      </dgm:spPr>
    </dgm:pt>
    <dgm:pt modelId="{438A0B15-14C4-443B-86F8-583F8DE88B02}" type="pres">
      <dgm:prSet presAssocID="{D8A6EFEA-E3FB-422E-9C43-C42C3F19C0FF}" presName="iconSpace" presStyleCnt="0"/>
      <dgm:spPr/>
    </dgm:pt>
    <dgm:pt modelId="{7606B2C6-760B-4494-99C7-5351634FE92A}" type="pres">
      <dgm:prSet presAssocID="{D8A6EFEA-E3FB-422E-9C43-C42C3F19C0FF}" presName="parTx" presStyleLbl="revTx" presStyleIdx="0" presStyleCnt="4">
        <dgm:presLayoutVars>
          <dgm:chMax val="0"/>
          <dgm:chPref val="0"/>
        </dgm:presLayoutVars>
      </dgm:prSet>
      <dgm:spPr/>
    </dgm:pt>
    <dgm:pt modelId="{481A9A73-6A6A-4086-A502-B4F759375DB6}" type="pres">
      <dgm:prSet presAssocID="{D8A6EFEA-E3FB-422E-9C43-C42C3F19C0FF}" presName="txSpace" presStyleCnt="0"/>
      <dgm:spPr/>
    </dgm:pt>
    <dgm:pt modelId="{3CED068D-876B-4D26-AB17-804528288B08}" type="pres">
      <dgm:prSet presAssocID="{D8A6EFEA-E3FB-422E-9C43-C42C3F19C0FF}" presName="desTx" presStyleLbl="revTx" presStyleIdx="1" presStyleCnt="4">
        <dgm:presLayoutVars/>
      </dgm:prSet>
      <dgm:spPr/>
    </dgm:pt>
    <dgm:pt modelId="{ACDE64AE-DFAC-4E4E-98C0-F8B35BEF5054}" type="pres">
      <dgm:prSet presAssocID="{C5FF3D13-8F0C-4D52-A044-3C65FE94286E}" presName="sibTrans" presStyleCnt="0"/>
      <dgm:spPr/>
    </dgm:pt>
    <dgm:pt modelId="{08CFCC7E-1F4D-4E54-A263-2BFD1284FB1E}" type="pres">
      <dgm:prSet presAssocID="{630B3654-3C66-43C0-A87F-E94B356DDC54}" presName="compNode" presStyleCnt="0"/>
      <dgm:spPr/>
    </dgm:pt>
    <dgm:pt modelId="{05D80038-42F1-4533-A162-8D804E829DCD}" type="pres">
      <dgm:prSet presAssocID="{630B3654-3C66-43C0-A87F-E94B356DDC54}" presName="iconRect" presStyleLbl="nod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6000" r="-46000"/>
          </a:stretch>
        </a:blipFill>
        <a:ln>
          <a:noFill/>
        </a:ln>
      </dgm:spPr>
    </dgm:pt>
    <dgm:pt modelId="{96C04BAB-11BB-4A94-9C93-A86E9038287A}" type="pres">
      <dgm:prSet presAssocID="{630B3654-3C66-43C0-A87F-E94B356DDC54}" presName="iconSpace" presStyleCnt="0"/>
      <dgm:spPr/>
    </dgm:pt>
    <dgm:pt modelId="{A6D3E89D-182A-42CF-8E3D-BEA3D1214B08}" type="pres">
      <dgm:prSet presAssocID="{630B3654-3C66-43C0-A87F-E94B356DDC54}" presName="parTx" presStyleLbl="revTx" presStyleIdx="2" presStyleCnt="4">
        <dgm:presLayoutVars>
          <dgm:chMax val="0"/>
          <dgm:chPref val="0"/>
        </dgm:presLayoutVars>
      </dgm:prSet>
      <dgm:spPr/>
    </dgm:pt>
    <dgm:pt modelId="{C85B5F1F-7D5D-48BF-9A30-BFCE91F55D59}" type="pres">
      <dgm:prSet presAssocID="{630B3654-3C66-43C0-A87F-E94B356DDC54}" presName="txSpace" presStyleCnt="0"/>
      <dgm:spPr/>
    </dgm:pt>
    <dgm:pt modelId="{98A251DA-B466-44F8-9469-A47CB245BC43}" type="pres">
      <dgm:prSet presAssocID="{630B3654-3C66-43C0-A87F-E94B356DDC54}" presName="desTx" presStyleLbl="revTx" presStyleIdx="3" presStyleCnt="4">
        <dgm:presLayoutVars/>
      </dgm:prSet>
      <dgm:spPr/>
    </dgm:pt>
  </dgm:ptLst>
  <dgm:cxnLst>
    <dgm:cxn modelId="{C956300A-6A5B-429E-9E37-386EF3D129CB}" srcId="{D8A6EFEA-E3FB-422E-9C43-C42C3F19C0FF}" destId="{F9D8025F-A394-4A24-86F3-59CB41AE07F1}" srcOrd="1" destOrd="0" parTransId="{40EAA44F-C5F4-451D-8AF2-F873C4EBB252}" sibTransId="{37C0CC7E-64AD-4FD8-B889-C44D8AA3F19B}"/>
    <dgm:cxn modelId="{D0957F32-546E-481C-AD23-687269161056}" type="presOf" srcId="{581C56D5-E16E-414A-A186-B79E9140C031}" destId="{98A251DA-B466-44F8-9469-A47CB245BC43}" srcOrd="0" destOrd="0" presId="urn:microsoft.com/office/officeart/2018/5/layout/CenteredIconLabelDescriptionList"/>
    <dgm:cxn modelId="{DECDA334-757A-4A45-BE89-C5C472E02231}" srcId="{D8A6EFEA-E3FB-422E-9C43-C42C3F19C0FF}" destId="{F33FE9D9-5886-4C31-ACEC-7C91FEE80A07}" srcOrd="0" destOrd="0" parTransId="{49550E7B-DD9F-4A67-B97F-6E593E2ED7F3}" sibTransId="{96B00C11-64F0-42F2-A8BC-2B3ECEF78A56}"/>
    <dgm:cxn modelId="{4DCEB45D-84C5-417B-A606-4EBB90E9385E}" type="presOf" srcId="{630B3654-3C66-43C0-A87F-E94B356DDC54}" destId="{A6D3E89D-182A-42CF-8E3D-BEA3D1214B08}" srcOrd="0" destOrd="0" presId="urn:microsoft.com/office/officeart/2018/5/layout/CenteredIconLabelDescriptionList"/>
    <dgm:cxn modelId="{7677F85E-5B9F-40C8-9BA9-C98A995775D9}" srcId="{630B3654-3C66-43C0-A87F-E94B356DDC54}" destId="{A34EB12D-752D-4E90-854F-6C8AED3E92A2}" srcOrd="2" destOrd="0" parTransId="{C5713C8B-395B-483A-8C53-48B6C337E1B6}" sibTransId="{A461C54C-632F-484B-AE93-18CFFEC6B485}"/>
    <dgm:cxn modelId="{F360576E-B592-42B5-8EE4-5D24CA6E8CD4}" type="presOf" srcId="{4B112444-20AB-4F5F-805C-AF8F1553C45A}" destId="{2AE72EC5-575F-4F61-A109-FE011DEEF1D3}" srcOrd="0" destOrd="0" presId="urn:microsoft.com/office/officeart/2018/5/layout/CenteredIconLabelDescriptionList"/>
    <dgm:cxn modelId="{9F612374-3C0B-42E0-BCBC-5413089E8E00}" srcId="{4B112444-20AB-4F5F-805C-AF8F1553C45A}" destId="{630B3654-3C66-43C0-A87F-E94B356DDC54}" srcOrd="1" destOrd="0" parTransId="{2A795CEE-8F4F-4467-971F-597904B493FB}" sibTransId="{8470CAC7-2249-455E-A00E-3DC688B2D0C1}"/>
    <dgm:cxn modelId="{3B07AB81-06C5-4F54-9A2A-0062B1472986}" type="presOf" srcId="{F33FE9D9-5886-4C31-ACEC-7C91FEE80A07}" destId="{3CED068D-876B-4D26-AB17-804528288B08}" srcOrd="0" destOrd="0" presId="urn:microsoft.com/office/officeart/2018/5/layout/CenteredIconLabelDescriptionList"/>
    <dgm:cxn modelId="{F90AD48A-D091-459B-BE45-3F251107C5CA}" type="presOf" srcId="{705FACE9-69D3-4523-92CF-0277CE6B3DED}" destId="{98A251DA-B466-44F8-9469-A47CB245BC43}" srcOrd="0" destOrd="3" presId="urn:microsoft.com/office/officeart/2018/5/layout/CenteredIconLabelDescriptionList"/>
    <dgm:cxn modelId="{126CC390-B85D-4B83-ACC1-8856CA9F5D35}" type="presOf" srcId="{D8A6EFEA-E3FB-422E-9C43-C42C3F19C0FF}" destId="{7606B2C6-760B-4494-99C7-5351634FE92A}" srcOrd="0" destOrd="0" presId="urn:microsoft.com/office/officeart/2018/5/layout/CenteredIconLabelDescriptionList"/>
    <dgm:cxn modelId="{07580CB1-005F-4B90-BE20-8BF15108A60E}" type="presOf" srcId="{F9D8025F-A394-4A24-86F3-59CB41AE07F1}" destId="{3CED068D-876B-4D26-AB17-804528288B08}" srcOrd="0" destOrd="1" presId="urn:microsoft.com/office/officeart/2018/5/layout/CenteredIconLabelDescriptionList"/>
    <dgm:cxn modelId="{E23008B2-D7A3-4727-B155-C79B68915E60}" srcId="{630B3654-3C66-43C0-A87F-E94B356DDC54}" destId="{705FACE9-69D3-4523-92CF-0277CE6B3DED}" srcOrd="3" destOrd="0" parTransId="{F08BEBFE-A6AC-47B4-9E27-089C87DF0EA2}" sibTransId="{E55E60F5-075E-4C5B-A826-646FE3205A60}"/>
    <dgm:cxn modelId="{F22A32B3-5761-479B-88E3-40022AD6C752}" srcId="{D8A6EFEA-E3FB-422E-9C43-C42C3F19C0FF}" destId="{3067178C-59EC-440D-8AC9-6F7C31B5BA1D}" srcOrd="2" destOrd="0" parTransId="{F7616E76-A487-4A65-90B2-6B35C9C37B52}" sibTransId="{34B6E9B6-3A4E-4FD5-8BA7-72301A59850E}"/>
    <dgm:cxn modelId="{69D545BD-C29E-4659-B9F4-0F1B9B562C08}" srcId="{4B112444-20AB-4F5F-805C-AF8F1553C45A}" destId="{D8A6EFEA-E3FB-422E-9C43-C42C3F19C0FF}" srcOrd="0" destOrd="0" parTransId="{7FF56CC8-956B-4DF1-AE78-1C34EA1D86A4}" sibTransId="{C5FF3D13-8F0C-4D52-A044-3C65FE94286E}"/>
    <dgm:cxn modelId="{3A9378C4-8D4E-40E1-8D95-1BB03F3B7F02}" srcId="{630B3654-3C66-43C0-A87F-E94B356DDC54}" destId="{581C56D5-E16E-414A-A186-B79E9140C031}" srcOrd="0" destOrd="0" parTransId="{1B646994-D360-4C7D-8848-7C48437A34B8}" sibTransId="{CD27BFAD-A575-49BA-BA13-8F704DB964FF}"/>
    <dgm:cxn modelId="{F9FC0FD0-B3FC-40D5-BCCB-51D9DC73E475}" type="presOf" srcId="{A34EB12D-752D-4E90-854F-6C8AED3E92A2}" destId="{98A251DA-B466-44F8-9469-A47CB245BC43}" srcOrd="0" destOrd="2" presId="urn:microsoft.com/office/officeart/2018/5/layout/CenteredIconLabelDescriptionList"/>
    <dgm:cxn modelId="{ACB5DAEC-F29E-4531-A086-2C62975A2A15}" srcId="{630B3654-3C66-43C0-A87F-E94B356DDC54}" destId="{578DA53C-543B-49B0-AFCA-256798EC74CA}" srcOrd="1" destOrd="0" parTransId="{D1269F5F-53B4-47CA-8162-0B9BAA890FDA}" sibTransId="{D960CA2B-CE25-462E-9C39-20A965252821}"/>
    <dgm:cxn modelId="{FBB270EE-3B53-4102-B8FC-DF2A923D94E8}" type="presOf" srcId="{578DA53C-543B-49B0-AFCA-256798EC74CA}" destId="{98A251DA-B466-44F8-9469-A47CB245BC43}" srcOrd="0" destOrd="1" presId="urn:microsoft.com/office/officeart/2018/5/layout/CenteredIconLabelDescriptionList"/>
    <dgm:cxn modelId="{9AD4D5F0-7D42-4D0A-9351-22B779085B95}" type="presOf" srcId="{3067178C-59EC-440D-8AC9-6F7C31B5BA1D}" destId="{3CED068D-876B-4D26-AB17-804528288B08}" srcOrd="0" destOrd="2" presId="urn:microsoft.com/office/officeart/2018/5/layout/CenteredIconLabelDescriptionList"/>
    <dgm:cxn modelId="{78C0E147-EB50-4023-8A84-2904A9040483}" type="presParOf" srcId="{2AE72EC5-575F-4F61-A109-FE011DEEF1D3}" destId="{F923F03B-4428-4C81-ACA2-F5774BCAE0E2}" srcOrd="0" destOrd="0" presId="urn:microsoft.com/office/officeart/2018/5/layout/CenteredIconLabelDescriptionList"/>
    <dgm:cxn modelId="{64FF8380-2073-4961-BD0C-D38AF4F6907E}" type="presParOf" srcId="{F923F03B-4428-4C81-ACA2-F5774BCAE0E2}" destId="{10DCB525-E27D-4204-8F3C-E87384EA995E}" srcOrd="0" destOrd="0" presId="urn:microsoft.com/office/officeart/2018/5/layout/CenteredIconLabelDescriptionList"/>
    <dgm:cxn modelId="{452B8339-7026-44A1-91FF-7883D2E3CD2A}" type="presParOf" srcId="{F923F03B-4428-4C81-ACA2-F5774BCAE0E2}" destId="{438A0B15-14C4-443B-86F8-583F8DE88B02}" srcOrd="1" destOrd="0" presId="urn:microsoft.com/office/officeart/2018/5/layout/CenteredIconLabelDescriptionList"/>
    <dgm:cxn modelId="{3FA28FED-1730-4800-A6BD-6A59B3B0605F}" type="presParOf" srcId="{F923F03B-4428-4C81-ACA2-F5774BCAE0E2}" destId="{7606B2C6-760B-4494-99C7-5351634FE92A}" srcOrd="2" destOrd="0" presId="urn:microsoft.com/office/officeart/2018/5/layout/CenteredIconLabelDescriptionList"/>
    <dgm:cxn modelId="{3445346B-A4CA-4CFB-8DA0-DE5BAE9A7E88}" type="presParOf" srcId="{F923F03B-4428-4C81-ACA2-F5774BCAE0E2}" destId="{481A9A73-6A6A-4086-A502-B4F759375DB6}" srcOrd="3" destOrd="0" presId="urn:microsoft.com/office/officeart/2018/5/layout/CenteredIconLabelDescriptionList"/>
    <dgm:cxn modelId="{2B718EE9-E37C-462C-9937-5B06F08C886E}" type="presParOf" srcId="{F923F03B-4428-4C81-ACA2-F5774BCAE0E2}" destId="{3CED068D-876B-4D26-AB17-804528288B08}" srcOrd="4" destOrd="0" presId="urn:microsoft.com/office/officeart/2018/5/layout/CenteredIconLabelDescriptionList"/>
    <dgm:cxn modelId="{E41E1873-A0A4-414C-B0C5-39DA7DD175A9}" type="presParOf" srcId="{2AE72EC5-575F-4F61-A109-FE011DEEF1D3}" destId="{ACDE64AE-DFAC-4E4E-98C0-F8B35BEF5054}" srcOrd="1" destOrd="0" presId="urn:microsoft.com/office/officeart/2018/5/layout/CenteredIconLabelDescriptionList"/>
    <dgm:cxn modelId="{C71C5DD6-B215-4751-ABD6-E44C27717B0F}" type="presParOf" srcId="{2AE72EC5-575F-4F61-A109-FE011DEEF1D3}" destId="{08CFCC7E-1F4D-4E54-A263-2BFD1284FB1E}" srcOrd="2" destOrd="0" presId="urn:microsoft.com/office/officeart/2018/5/layout/CenteredIconLabelDescriptionList"/>
    <dgm:cxn modelId="{39945F24-F3B3-46CC-A664-60005487B99E}" type="presParOf" srcId="{08CFCC7E-1F4D-4E54-A263-2BFD1284FB1E}" destId="{05D80038-42F1-4533-A162-8D804E829DCD}" srcOrd="0" destOrd="0" presId="urn:microsoft.com/office/officeart/2018/5/layout/CenteredIconLabelDescriptionList"/>
    <dgm:cxn modelId="{F4F62364-8B43-429E-BA8E-A53B22E12880}" type="presParOf" srcId="{08CFCC7E-1F4D-4E54-A263-2BFD1284FB1E}" destId="{96C04BAB-11BB-4A94-9C93-A86E9038287A}" srcOrd="1" destOrd="0" presId="urn:microsoft.com/office/officeart/2018/5/layout/CenteredIconLabelDescriptionList"/>
    <dgm:cxn modelId="{90C84E57-00D2-44DC-B656-8B566020A781}" type="presParOf" srcId="{08CFCC7E-1F4D-4E54-A263-2BFD1284FB1E}" destId="{A6D3E89D-182A-42CF-8E3D-BEA3D1214B08}" srcOrd="2" destOrd="0" presId="urn:microsoft.com/office/officeart/2018/5/layout/CenteredIconLabelDescriptionList"/>
    <dgm:cxn modelId="{FFF1E9AE-993B-41C3-BC9C-7158575635C8}" type="presParOf" srcId="{08CFCC7E-1F4D-4E54-A263-2BFD1284FB1E}" destId="{C85B5F1F-7D5D-48BF-9A30-BFCE91F55D59}" srcOrd="3" destOrd="0" presId="urn:microsoft.com/office/officeart/2018/5/layout/CenteredIconLabelDescriptionList"/>
    <dgm:cxn modelId="{91484CB8-6E62-4BE0-85EC-FD007F834C83}" type="presParOf" srcId="{08CFCC7E-1F4D-4E54-A263-2BFD1284FB1E}" destId="{98A251DA-B466-44F8-9469-A47CB245BC4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112444-20AB-4F5F-805C-AF8F1553C45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8A6EFEA-E3FB-422E-9C43-C42C3F19C0F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nl-NL"/>
            <a:t>Dynamic array</a:t>
          </a:r>
          <a:endParaRPr lang="en-US"/>
        </a:p>
      </dgm:t>
    </dgm:pt>
    <dgm:pt modelId="{7FF56CC8-956B-4DF1-AE78-1C34EA1D86A4}" type="parTrans" cxnId="{69D545BD-C29E-4659-B9F4-0F1B9B562C08}">
      <dgm:prSet/>
      <dgm:spPr/>
      <dgm:t>
        <a:bodyPr/>
        <a:lstStyle/>
        <a:p>
          <a:endParaRPr lang="en-US"/>
        </a:p>
      </dgm:t>
    </dgm:pt>
    <dgm:pt modelId="{C5FF3D13-8F0C-4D52-A044-3C65FE94286E}" type="sibTrans" cxnId="{69D545BD-C29E-4659-B9F4-0F1B9B562C08}">
      <dgm:prSet/>
      <dgm:spPr/>
      <dgm:t>
        <a:bodyPr/>
        <a:lstStyle/>
        <a:p>
          <a:endParaRPr lang="en-US"/>
        </a:p>
      </dgm:t>
    </dgm:pt>
    <dgm:pt modelId="{F33FE9D9-5886-4C31-ACEC-7C91FEE80A07}">
      <dgm:prSet/>
      <dgm:spPr>
        <a:blipFill>
          <a:blip xmlns:r="http://schemas.openxmlformats.org/officeDocument/2006/relationships" r:embed="rId1"/>
          <a:stretch>
            <a:fillRect t="-5046"/>
          </a:stretch>
        </a:blipFill>
      </dgm:spPr>
      <dgm:t>
        <a:bodyPr/>
        <a:lstStyle/>
        <a:p>
          <a:r>
            <a:rPr lang="nl-NL">
              <a:noFill/>
            </a:rPr>
            <a:t> </a:t>
          </a:r>
        </a:p>
      </dgm:t>
    </dgm:pt>
    <dgm:pt modelId="{49550E7B-DD9F-4A67-B97F-6E593E2ED7F3}" type="parTrans" cxnId="{DECDA334-757A-4A45-BE89-C5C472E02231}">
      <dgm:prSet/>
      <dgm:spPr/>
      <dgm:t>
        <a:bodyPr/>
        <a:lstStyle/>
        <a:p>
          <a:endParaRPr lang="en-US"/>
        </a:p>
      </dgm:t>
    </dgm:pt>
    <dgm:pt modelId="{96B00C11-64F0-42F2-A8BC-2B3ECEF78A56}" type="sibTrans" cxnId="{DECDA334-757A-4A45-BE89-C5C472E02231}">
      <dgm:prSet/>
      <dgm:spPr/>
      <dgm:t>
        <a:bodyPr/>
        <a:lstStyle/>
        <a:p>
          <a:endParaRPr lang="en-US"/>
        </a:p>
      </dgm:t>
    </dgm:pt>
    <dgm:pt modelId="{F9D8025F-A394-4A24-86F3-59CB41AE07F1}">
      <dgm:prSet/>
      <dgm:spPr/>
      <dgm:t>
        <a:bodyPr/>
        <a:lstStyle/>
        <a:p>
          <a:r>
            <a:rPr lang="nl-NL">
              <a:noFill/>
            </a:rPr>
            <a:t> </a:t>
          </a:r>
        </a:p>
      </dgm:t>
    </dgm:pt>
    <dgm:pt modelId="{40EAA44F-C5F4-451D-8AF2-F873C4EBB252}" type="parTrans" cxnId="{C956300A-6A5B-429E-9E37-386EF3D129CB}">
      <dgm:prSet/>
      <dgm:spPr/>
      <dgm:t>
        <a:bodyPr/>
        <a:lstStyle/>
        <a:p>
          <a:endParaRPr lang="en-US"/>
        </a:p>
      </dgm:t>
    </dgm:pt>
    <dgm:pt modelId="{37C0CC7E-64AD-4FD8-B889-C44D8AA3F19B}" type="sibTrans" cxnId="{C956300A-6A5B-429E-9E37-386EF3D129CB}">
      <dgm:prSet/>
      <dgm:spPr/>
      <dgm:t>
        <a:bodyPr/>
        <a:lstStyle/>
        <a:p>
          <a:endParaRPr lang="en-US"/>
        </a:p>
      </dgm:t>
    </dgm:pt>
    <dgm:pt modelId="{3067178C-59EC-440D-8AC9-6F7C31B5BA1D}">
      <dgm:prSet/>
      <dgm:spPr/>
      <dgm:t>
        <a:bodyPr/>
        <a:lstStyle/>
        <a:p>
          <a:r>
            <a:rPr lang="nl-NL">
              <a:noFill/>
            </a:rPr>
            <a:t> </a:t>
          </a:r>
        </a:p>
      </dgm:t>
    </dgm:pt>
    <dgm:pt modelId="{F7616E76-A487-4A65-90B2-6B35C9C37B52}" type="parTrans" cxnId="{F22A32B3-5761-479B-88E3-40022AD6C752}">
      <dgm:prSet/>
      <dgm:spPr/>
      <dgm:t>
        <a:bodyPr/>
        <a:lstStyle/>
        <a:p>
          <a:endParaRPr lang="en-US"/>
        </a:p>
      </dgm:t>
    </dgm:pt>
    <dgm:pt modelId="{34B6E9B6-3A4E-4FD5-8BA7-72301A59850E}" type="sibTrans" cxnId="{F22A32B3-5761-479B-88E3-40022AD6C752}">
      <dgm:prSet/>
      <dgm:spPr/>
      <dgm:t>
        <a:bodyPr/>
        <a:lstStyle/>
        <a:p>
          <a:endParaRPr lang="en-US"/>
        </a:p>
      </dgm:t>
    </dgm:pt>
    <dgm:pt modelId="{630B3654-3C66-43C0-A87F-E94B356DDC5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nl-NL" dirty="0" err="1"/>
            <a:t>Linked</a:t>
          </a:r>
          <a:r>
            <a:rPr lang="nl-NL" dirty="0"/>
            <a:t> List</a:t>
          </a:r>
          <a:endParaRPr lang="en-US" dirty="0"/>
        </a:p>
      </dgm:t>
    </dgm:pt>
    <dgm:pt modelId="{2A795CEE-8F4F-4467-971F-597904B493FB}" type="parTrans" cxnId="{9F612374-3C0B-42E0-BCBC-5413089E8E00}">
      <dgm:prSet/>
      <dgm:spPr/>
      <dgm:t>
        <a:bodyPr/>
        <a:lstStyle/>
        <a:p>
          <a:endParaRPr lang="en-US"/>
        </a:p>
      </dgm:t>
    </dgm:pt>
    <dgm:pt modelId="{8470CAC7-2249-455E-A00E-3DC688B2D0C1}" type="sibTrans" cxnId="{9F612374-3C0B-42E0-BCBC-5413089E8E00}">
      <dgm:prSet/>
      <dgm:spPr/>
      <dgm:t>
        <a:bodyPr/>
        <a:lstStyle/>
        <a:p>
          <a:endParaRPr lang="en-US"/>
        </a:p>
      </dgm:t>
    </dgm:pt>
    <dgm:pt modelId="{581C56D5-E16E-414A-A186-B79E9140C031}">
      <dgm:prSet/>
      <dgm:spPr>
        <a:blipFill>
          <a:blip xmlns:r="http://schemas.openxmlformats.org/officeDocument/2006/relationships" r:embed="rId2"/>
          <a:stretch>
            <a:fillRect t="-5046" b="-8716"/>
          </a:stretch>
        </a:blipFill>
      </dgm:spPr>
      <dgm:t>
        <a:bodyPr/>
        <a:lstStyle/>
        <a:p>
          <a:r>
            <a:rPr lang="nl-NL">
              <a:noFill/>
            </a:rPr>
            <a:t> </a:t>
          </a:r>
        </a:p>
      </dgm:t>
    </dgm:pt>
    <dgm:pt modelId="{1B646994-D360-4C7D-8848-7C48437A34B8}" type="parTrans" cxnId="{3A9378C4-8D4E-40E1-8D95-1BB03F3B7F02}">
      <dgm:prSet/>
      <dgm:spPr/>
      <dgm:t>
        <a:bodyPr/>
        <a:lstStyle/>
        <a:p>
          <a:endParaRPr lang="en-US"/>
        </a:p>
      </dgm:t>
    </dgm:pt>
    <dgm:pt modelId="{CD27BFAD-A575-49BA-BA13-8F704DB964FF}" type="sibTrans" cxnId="{3A9378C4-8D4E-40E1-8D95-1BB03F3B7F02}">
      <dgm:prSet/>
      <dgm:spPr/>
      <dgm:t>
        <a:bodyPr/>
        <a:lstStyle/>
        <a:p>
          <a:endParaRPr lang="en-US"/>
        </a:p>
      </dgm:t>
    </dgm:pt>
    <dgm:pt modelId="{578DA53C-543B-49B0-AFCA-256798EC74CA}">
      <dgm:prSet/>
      <dgm:spPr/>
      <dgm:t>
        <a:bodyPr/>
        <a:lstStyle/>
        <a:p>
          <a:r>
            <a:rPr lang="nl-NL">
              <a:noFill/>
            </a:rPr>
            <a:t> </a:t>
          </a:r>
        </a:p>
      </dgm:t>
    </dgm:pt>
    <dgm:pt modelId="{D1269F5F-53B4-47CA-8162-0B9BAA890FDA}" type="parTrans" cxnId="{ACB5DAEC-F29E-4531-A086-2C62975A2A15}">
      <dgm:prSet/>
      <dgm:spPr/>
      <dgm:t>
        <a:bodyPr/>
        <a:lstStyle/>
        <a:p>
          <a:endParaRPr lang="en-US"/>
        </a:p>
      </dgm:t>
    </dgm:pt>
    <dgm:pt modelId="{D960CA2B-CE25-462E-9C39-20A965252821}" type="sibTrans" cxnId="{ACB5DAEC-F29E-4531-A086-2C62975A2A15}">
      <dgm:prSet/>
      <dgm:spPr/>
      <dgm:t>
        <a:bodyPr/>
        <a:lstStyle/>
        <a:p>
          <a:endParaRPr lang="en-US"/>
        </a:p>
      </dgm:t>
    </dgm:pt>
    <dgm:pt modelId="{A34EB12D-752D-4E90-854F-6C8AED3E92A2}">
      <dgm:prSet/>
      <dgm:spPr/>
      <dgm:t>
        <a:bodyPr/>
        <a:lstStyle/>
        <a:p>
          <a:r>
            <a:rPr lang="nl-NL">
              <a:noFill/>
            </a:rPr>
            <a:t> </a:t>
          </a:r>
        </a:p>
      </dgm:t>
    </dgm:pt>
    <dgm:pt modelId="{C5713C8B-395B-483A-8C53-48B6C337E1B6}" type="parTrans" cxnId="{7677F85E-5B9F-40C8-9BA9-C98A995775D9}">
      <dgm:prSet/>
      <dgm:spPr/>
      <dgm:t>
        <a:bodyPr/>
        <a:lstStyle/>
        <a:p>
          <a:endParaRPr lang="en-US"/>
        </a:p>
      </dgm:t>
    </dgm:pt>
    <dgm:pt modelId="{A461C54C-632F-484B-AE93-18CFFEC6B485}" type="sibTrans" cxnId="{7677F85E-5B9F-40C8-9BA9-C98A995775D9}">
      <dgm:prSet/>
      <dgm:spPr/>
      <dgm:t>
        <a:bodyPr/>
        <a:lstStyle/>
        <a:p>
          <a:endParaRPr lang="en-US"/>
        </a:p>
      </dgm:t>
    </dgm:pt>
    <dgm:pt modelId="{705FACE9-69D3-4523-92CF-0277CE6B3DED}">
      <dgm:prSet/>
      <dgm:spPr/>
      <dgm:t>
        <a:bodyPr/>
        <a:lstStyle/>
        <a:p>
          <a:r>
            <a:rPr lang="nl-NL">
              <a:noFill/>
            </a:rPr>
            <a:t> </a:t>
          </a:r>
        </a:p>
      </dgm:t>
    </dgm:pt>
    <dgm:pt modelId="{F08BEBFE-A6AC-47B4-9E27-089C87DF0EA2}" type="parTrans" cxnId="{E23008B2-D7A3-4727-B155-C79B68915E60}">
      <dgm:prSet/>
      <dgm:spPr/>
      <dgm:t>
        <a:bodyPr/>
        <a:lstStyle/>
        <a:p>
          <a:endParaRPr lang="en-US"/>
        </a:p>
      </dgm:t>
    </dgm:pt>
    <dgm:pt modelId="{E55E60F5-075E-4C5B-A826-646FE3205A60}" type="sibTrans" cxnId="{E23008B2-D7A3-4727-B155-C79B68915E60}">
      <dgm:prSet/>
      <dgm:spPr/>
      <dgm:t>
        <a:bodyPr/>
        <a:lstStyle/>
        <a:p>
          <a:endParaRPr lang="en-US"/>
        </a:p>
      </dgm:t>
    </dgm:pt>
    <dgm:pt modelId="{2AE72EC5-575F-4F61-A109-FE011DEEF1D3}" type="pres">
      <dgm:prSet presAssocID="{4B112444-20AB-4F5F-805C-AF8F1553C45A}" presName="root" presStyleCnt="0">
        <dgm:presLayoutVars>
          <dgm:dir/>
          <dgm:resizeHandles val="exact"/>
        </dgm:presLayoutVars>
      </dgm:prSet>
      <dgm:spPr/>
    </dgm:pt>
    <dgm:pt modelId="{F923F03B-4428-4C81-ACA2-F5774BCAE0E2}" type="pres">
      <dgm:prSet presAssocID="{D8A6EFEA-E3FB-422E-9C43-C42C3F19C0FF}" presName="compNode" presStyleCnt="0"/>
      <dgm:spPr/>
    </dgm:pt>
    <dgm:pt modelId="{10DCB525-E27D-4204-8F3C-E87384EA995E}" type="pres">
      <dgm:prSet presAssocID="{D8A6EFEA-E3FB-422E-9C43-C42C3F19C0FF}" presName="iconRect" presStyleLbl="node1" presStyleIdx="0" presStyleCnt="2"/>
      <dgm:spPr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1000" r="-131000"/>
          </a:stretch>
        </a:blipFill>
        <a:ln>
          <a:noFill/>
        </a:ln>
      </dgm:spPr>
    </dgm:pt>
    <dgm:pt modelId="{438A0B15-14C4-443B-86F8-583F8DE88B02}" type="pres">
      <dgm:prSet presAssocID="{D8A6EFEA-E3FB-422E-9C43-C42C3F19C0FF}" presName="iconSpace" presStyleCnt="0"/>
      <dgm:spPr/>
    </dgm:pt>
    <dgm:pt modelId="{7606B2C6-760B-4494-99C7-5351634FE92A}" type="pres">
      <dgm:prSet presAssocID="{D8A6EFEA-E3FB-422E-9C43-C42C3F19C0FF}" presName="parTx" presStyleLbl="revTx" presStyleIdx="0" presStyleCnt="4">
        <dgm:presLayoutVars>
          <dgm:chMax val="0"/>
          <dgm:chPref val="0"/>
        </dgm:presLayoutVars>
      </dgm:prSet>
      <dgm:spPr/>
    </dgm:pt>
    <dgm:pt modelId="{481A9A73-6A6A-4086-A502-B4F759375DB6}" type="pres">
      <dgm:prSet presAssocID="{D8A6EFEA-E3FB-422E-9C43-C42C3F19C0FF}" presName="txSpace" presStyleCnt="0"/>
      <dgm:spPr/>
    </dgm:pt>
    <dgm:pt modelId="{3CED068D-876B-4D26-AB17-804528288B08}" type="pres">
      <dgm:prSet presAssocID="{D8A6EFEA-E3FB-422E-9C43-C42C3F19C0FF}" presName="desTx" presStyleLbl="revTx" presStyleIdx="1" presStyleCnt="4">
        <dgm:presLayoutVars/>
      </dgm:prSet>
      <dgm:spPr/>
    </dgm:pt>
    <dgm:pt modelId="{ACDE64AE-DFAC-4E4E-98C0-F8B35BEF5054}" type="pres">
      <dgm:prSet presAssocID="{C5FF3D13-8F0C-4D52-A044-3C65FE94286E}" presName="sibTrans" presStyleCnt="0"/>
      <dgm:spPr/>
    </dgm:pt>
    <dgm:pt modelId="{08CFCC7E-1F4D-4E54-A263-2BFD1284FB1E}" type="pres">
      <dgm:prSet presAssocID="{630B3654-3C66-43C0-A87F-E94B356DDC54}" presName="compNode" presStyleCnt="0"/>
      <dgm:spPr/>
    </dgm:pt>
    <dgm:pt modelId="{05D80038-42F1-4533-A162-8D804E829DCD}" type="pres">
      <dgm:prSet presAssocID="{630B3654-3C66-43C0-A87F-E94B356DDC54}" presName="iconRect" presStyleLbl="node1" presStyleIdx="1" presStyleCnt="2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6000" r="-46000"/>
          </a:stretch>
        </a:blipFill>
        <a:ln>
          <a:noFill/>
        </a:ln>
      </dgm:spPr>
    </dgm:pt>
    <dgm:pt modelId="{96C04BAB-11BB-4A94-9C93-A86E9038287A}" type="pres">
      <dgm:prSet presAssocID="{630B3654-3C66-43C0-A87F-E94B356DDC54}" presName="iconSpace" presStyleCnt="0"/>
      <dgm:spPr/>
    </dgm:pt>
    <dgm:pt modelId="{A6D3E89D-182A-42CF-8E3D-BEA3D1214B08}" type="pres">
      <dgm:prSet presAssocID="{630B3654-3C66-43C0-A87F-E94B356DDC54}" presName="parTx" presStyleLbl="revTx" presStyleIdx="2" presStyleCnt="4">
        <dgm:presLayoutVars>
          <dgm:chMax val="0"/>
          <dgm:chPref val="0"/>
        </dgm:presLayoutVars>
      </dgm:prSet>
      <dgm:spPr/>
    </dgm:pt>
    <dgm:pt modelId="{C85B5F1F-7D5D-48BF-9A30-BFCE91F55D59}" type="pres">
      <dgm:prSet presAssocID="{630B3654-3C66-43C0-A87F-E94B356DDC54}" presName="txSpace" presStyleCnt="0"/>
      <dgm:spPr/>
    </dgm:pt>
    <dgm:pt modelId="{98A251DA-B466-44F8-9469-A47CB245BC43}" type="pres">
      <dgm:prSet presAssocID="{630B3654-3C66-43C0-A87F-E94B356DDC54}" presName="desTx" presStyleLbl="revTx" presStyleIdx="3" presStyleCnt="4">
        <dgm:presLayoutVars/>
      </dgm:prSet>
      <dgm:spPr/>
    </dgm:pt>
  </dgm:ptLst>
  <dgm:cxnLst>
    <dgm:cxn modelId="{C956300A-6A5B-429E-9E37-386EF3D129CB}" srcId="{D8A6EFEA-E3FB-422E-9C43-C42C3F19C0FF}" destId="{F9D8025F-A394-4A24-86F3-59CB41AE07F1}" srcOrd="1" destOrd="0" parTransId="{40EAA44F-C5F4-451D-8AF2-F873C4EBB252}" sibTransId="{37C0CC7E-64AD-4FD8-B889-C44D8AA3F19B}"/>
    <dgm:cxn modelId="{D0957F32-546E-481C-AD23-687269161056}" type="presOf" srcId="{581C56D5-E16E-414A-A186-B79E9140C031}" destId="{98A251DA-B466-44F8-9469-A47CB245BC43}" srcOrd="0" destOrd="0" presId="urn:microsoft.com/office/officeart/2018/5/layout/CenteredIconLabelDescriptionList"/>
    <dgm:cxn modelId="{DECDA334-757A-4A45-BE89-C5C472E02231}" srcId="{D8A6EFEA-E3FB-422E-9C43-C42C3F19C0FF}" destId="{F33FE9D9-5886-4C31-ACEC-7C91FEE80A07}" srcOrd="0" destOrd="0" parTransId="{49550E7B-DD9F-4A67-B97F-6E593E2ED7F3}" sibTransId="{96B00C11-64F0-42F2-A8BC-2B3ECEF78A56}"/>
    <dgm:cxn modelId="{4DCEB45D-84C5-417B-A606-4EBB90E9385E}" type="presOf" srcId="{630B3654-3C66-43C0-A87F-E94B356DDC54}" destId="{A6D3E89D-182A-42CF-8E3D-BEA3D1214B08}" srcOrd="0" destOrd="0" presId="urn:microsoft.com/office/officeart/2018/5/layout/CenteredIconLabelDescriptionList"/>
    <dgm:cxn modelId="{7677F85E-5B9F-40C8-9BA9-C98A995775D9}" srcId="{630B3654-3C66-43C0-A87F-E94B356DDC54}" destId="{A34EB12D-752D-4E90-854F-6C8AED3E92A2}" srcOrd="2" destOrd="0" parTransId="{C5713C8B-395B-483A-8C53-48B6C337E1B6}" sibTransId="{A461C54C-632F-484B-AE93-18CFFEC6B485}"/>
    <dgm:cxn modelId="{F360576E-B592-42B5-8EE4-5D24CA6E8CD4}" type="presOf" srcId="{4B112444-20AB-4F5F-805C-AF8F1553C45A}" destId="{2AE72EC5-575F-4F61-A109-FE011DEEF1D3}" srcOrd="0" destOrd="0" presId="urn:microsoft.com/office/officeart/2018/5/layout/CenteredIconLabelDescriptionList"/>
    <dgm:cxn modelId="{9F612374-3C0B-42E0-BCBC-5413089E8E00}" srcId="{4B112444-20AB-4F5F-805C-AF8F1553C45A}" destId="{630B3654-3C66-43C0-A87F-E94B356DDC54}" srcOrd="1" destOrd="0" parTransId="{2A795CEE-8F4F-4467-971F-597904B493FB}" sibTransId="{8470CAC7-2249-455E-A00E-3DC688B2D0C1}"/>
    <dgm:cxn modelId="{3B07AB81-06C5-4F54-9A2A-0062B1472986}" type="presOf" srcId="{F33FE9D9-5886-4C31-ACEC-7C91FEE80A07}" destId="{3CED068D-876B-4D26-AB17-804528288B08}" srcOrd="0" destOrd="0" presId="urn:microsoft.com/office/officeart/2018/5/layout/CenteredIconLabelDescriptionList"/>
    <dgm:cxn modelId="{F90AD48A-D091-459B-BE45-3F251107C5CA}" type="presOf" srcId="{705FACE9-69D3-4523-92CF-0277CE6B3DED}" destId="{98A251DA-B466-44F8-9469-A47CB245BC43}" srcOrd="0" destOrd="3" presId="urn:microsoft.com/office/officeart/2018/5/layout/CenteredIconLabelDescriptionList"/>
    <dgm:cxn modelId="{126CC390-B85D-4B83-ACC1-8856CA9F5D35}" type="presOf" srcId="{D8A6EFEA-E3FB-422E-9C43-C42C3F19C0FF}" destId="{7606B2C6-760B-4494-99C7-5351634FE92A}" srcOrd="0" destOrd="0" presId="urn:microsoft.com/office/officeart/2018/5/layout/CenteredIconLabelDescriptionList"/>
    <dgm:cxn modelId="{07580CB1-005F-4B90-BE20-8BF15108A60E}" type="presOf" srcId="{F9D8025F-A394-4A24-86F3-59CB41AE07F1}" destId="{3CED068D-876B-4D26-AB17-804528288B08}" srcOrd="0" destOrd="1" presId="urn:microsoft.com/office/officeart/2018/5/layout/CenteredIconLabelDescriptionList"/>
    <dgm:cxn modelId="{E23008B2-D7A3-4727-B155-C79B68915E60}" srcId="{630B3654-3C66-43C0-A87F-E94B356DDC54}" destId="{705FACE9-69D3-4523-92CF-0277CE6B3DED}" srcOrd="3" destOrd="0" parTransId="{F08BEBFE-A6AC-47B4-9E27-089C87DF0EA2}" sibTransId="{E55E60F5-075E-4C5B-A826-646FE3205A60}"/>
    <dgm:cxn modelId="{F22A32B3-5761-479B-88E3-40022AD6C752}" srcId="{D8A6EFEA-E3FB-422E-9C43-C42C3F19C0FF}" destId="{3067178C-59EC-440D-8AC9-6F7C31B5BA1D}" srcOrd="2" destOrd="0" parTransId="{F7616E76-A487-4A65-90B2-6B35C9C37B52}" sibTransId="{34B6E9B6-3A4E-4FD5-8BA7-72301A59850E}"/>
    <dgm:cxn modelId="{69D545BD-C29E-4659-B9F4-0F1B9B562C08}" srcId="{4B112444-20AB-4F5F-805C-AF8F1553C45A}" destId="{D8A6EFEA-E3FB-422E-9C43-C42C3F19C0FF}" srcOrd="0" destOrd="0" parTransId="{7FF56CC8-956B-4DF1-AE78-1C34EA1D86A4}" sibTransId="{C5FF3D13-8F0C-4D52-A044-3C65FE94286E}"/>
    <dgm:cxn modelId="{3A9378C4-8D4E-40E1-8D95-1BB03F3B7F02}" srcId="{630B3654-3C66-43C0-A87F-E94B356DDC54}" destId="{581C56D5-E16E-414A-A186-B79E9140C031}" srcOrd="0" destOrd="0" parTransId="{1B646994-D360-4C7D-8848-7C48437A34B8}" sibTransId="{CD27BFAD-A575-49BA-BA13-8F704DB964FF}"/>
    <dgm:cxn modelId="{F9FC0FD0-B3FC-40D5-BCCB-51D9DC73E475}" type="presOf" srcId="{A34EB12D-752D-4E90-854F-6C8AED3E92A2}" destId="{98A251DA-B466-44F8-9469-A47CB245BC43}" srcOrd="0" destOrd="2" presId="urn:microsoft.com/office/officeart/2018/5/layout/CenteredIconLabelDescriptionList"/>
    <dgm:cxn modelId="{ACB5DAEC-F29E-4531-A086-2C62975A2A15}" srcId="{630B3654-3C66-43C0-A87F-E94B356DDC54}" destId="{578DA53C-543B-49B0-AFCA-256798EC74CA}" srcOrd="1" destOrd="0" parTransId="{D1269F5F-53B4-47CA-8162-0B9BAA890FDA}" sibTransId="{D960CA2B-CE25-462E-9C39-20A965252821}"/>
    <dgm:cxn modelId="{FBB270EE-3B53-4102-B8FC-DF2A923D94E8}" type="presOf" srcId="{578DA53C-543B-49B0-AFCA-256798EC74CA}" destId="{98A251DA-B466-44F8-9469-A47CB245BC43}" srcOrd="0" destOrd="1" presId="urn:microsoft.com/office/officeart/2018/5/layout/CenteredIconLabelDescriptionList"/>
    <dgm:cxn modelId="{9AD4D5F0-7D42-4D0A-9351-22B779085B95}" type="presOf" srcId="{3067178C-59EC-440D-8AC9-6F7C31B5BA1D}" destId="{3CED068D-876B-4D26-AB17-804528288B08}" srcOrd="0" destOrd="2" presId="urn:microsoft.com/office/officeart/2018/5/layout/CenteredIconLabelDescriptionList"/>
    <dgm:cxn modelId="{78C0E147-EB50-4023-8A84-2904A9040483}" type="presParOf" srcId="{2AE72EC5-575F-4F61-A109-FE011DEEF1D3}" destId="{F923F03B-4428-4C81-ACA2-F5774BCAE0E2}" srcOrd="0" destOrd="0" presId="urn:microsoft.com/office/officeart/2018/5/layout/CenteredIconLabelDescriptionList"/>
    <dgm:cxn modelId="{64FF8380-2073-4961-BD0C-D38AF4F6907E}" type="presParOf" srcId="{F923F03B-4428-4C81-ACA2-F5774BCAE0E2}" destId="{10DCB525-E27D-4204-8F3C-E87384EA995E}" srcOrd="0" destOrd="0" presId="urn:microsoft.com/office/officeart/2018/5/layout/CenteredIconLabelDescriptionList"/>
    <dgm:cxn modelId="{452B8339-7026-44A1-91FF-7883D2E3CD2A}" type="presParOf" srcId="{F923F03B-4428-4C81-ACA2-F5774BCAE0E2}" destId="{438A0B15-14C4-443B-86F8-583F8DE88B02}" srcOrd="1" destOrd="0" presId="urn:microsoft.com/office/officeart/2018/5/layout/CenteredIconLabelDescriptionList"/>
    <dgm:cxn modelId="{3FA28FED-1730-4800-A6BD-6A59B3B0605F}" type="presParOf" srcId="{F923F03B-4428-4C81-ACA2-F5774BCAE0E2}" destId="{7606B2C6-760B-4494-99C7-5351634FE92A}" srcOrd="2" destOrd="0" presId="urn:microsoft.com/office/officeart/2018/5/layout/CenteredIconLabelDescriptionList"/>
    <dgm:cxn modelId="{3445346B-A4CA-4CFB-8DA0-DE5BAE9A7E88}" type="presParOf" srcId="{F923F03B-4428-4C81-ACA2-F5774BCAE0E2}" destId="{481A9A73-6A6A-4086-A502-B4F759375DB6}" srcOrd="3" destOrd="0" presId="urn:microsoft.com/office/officeart/2018/5/layout/CenteredIconLabelDescriptionList"/>
    <dgm:cxn modelId="{2B718EE9-E37C-462C-9937-5B06F08C886E}" type="presParOf" srcId="{F923F03B-4428-4C81-ACA2-F5774BCAE0E2}" destId="{3CED068D-876B-4D26-AB17-804528288B08}" srcOrd="4" destOrd="0" presId="urn:microsoft.com/office/officeart/2018/5/layout/CenteredIconLabelDescriptionList"/>
    <dgm:cxn modelId="{E41E1873-A0A4-414C-B0C5-39DA7DD175A9}" type="presParOf" srcId="{2AE72EC5-575F-4F61-A109-FE011DEEF1D3}" destId="{ACDE64AE-DFAC-4E4E-98C0-F8B35BEF5054}" srcOrd="1" destOrd="0" presId="urn:microsoft.com/office/officeart/2018/5/layout/CenteredIconLabelDescriptionList"/>
    <dgm:cxn modelId="{C71C5DD6-B215-4751-ABD6-E44C27717B0F}" type="presParOf" srcId="{2AE72EC5-575F-4F61-A109-FE011DEEF1D3}" destId="{08CFCC7E-1F4D-4E54-A263-2BFD1284FB1E}" srcOrd="2" destOrd="0" presId="urn:microsoft.com/office/officeart/2018/5/layout/CenteredIconLabelDescriptionList"/>
    <dgm:cxn modelId="{39945F24-F3B3-46CC-A664-60005487B99E}" type="presParOf" srcId="{08CFCC7E-1F4D-4E54-A263-2BFD1284FB1E}" destId="{05D80038-42F1-4533-A162-8D804E829DCD}" srcOrd="0" destOrd="0" presId="urn:microsoft.com/office/officeart/2018/5/layout/CenteredIconLabelDescriptionList"/>
    <dgm:cxn modelId="{F4F62364-8B43-429E-BA8E-A53B22E12880}" type="presParOf" srcId="{08CFCC7E-1F4D-4E54-A263-2BFD1284FB1E}" destId="{96C04BAB-11BB-4A94-9C93-A86E9038287A}" srcOrd="1" destOrd="0" presId="urn:microsoft.com/office/officeart/2018/5/layout/CenteredIconLabelDescriptionList"/>
    <dgm:cxn modelId="{90C84E57-00D2-44DC-B656-8B566020A781}" type="presParOf" srcId="{08CFCC7E-1F4D-4E54-A263-2BFD1284FB1E}" destId="{A6D3E89D-182A-42CF-8E3D-BEA3D1214B08}" srcOrd="2" destOrd="0" presId="urn:microsoft.com/office/officeart/2018/5/layout/CenteredIconLabelDescriptionList"/>
    <dgm:cxn modelId="{FFF1E9AE-993B-41C3-BC9C-7158575635C8}" type="presParOf" srcId="{08CFCC7E-1F4D-4E54-A263-2BFD1284FB1E}" destId="{C85B5F1F-7D5D-48BF-9A30-BFCE91F55D59}" srcOrd="3" destOrd="0" presId="urn:microsoft.com/office/officeart/2018/5/layout/CenteredIconLabelDescriptionList"/>
    <dgm:cxn modelId="{91484CB8-6E62-4BE0-85EC-FD007F834C83}" type="presParOf" srcId="{08CFCC7E-1F4D-4E54-A263-2BFD1284FB1E}" destId="{98A251DA-B466-44F8-9469-A47CB245BC4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DCB525-E27D-4204-8F3C-E87384EA995E}">
      <dsp:nvSpPr>
        <dsp:cNvPr id="0" name=""/>
        <dsp:cNvSpPr/>
      </dsp:nvSpPr>
      <dsp:spPr>
        <a:xfrm>
          <a:off x="2151464" y="911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31000" r="-131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06B2C6-760B-4494-99C7-5351634FE92A}">
      <dsp:nvSpPr>
        <dsp:cNvPr id="0" name=""/>
        <dsp:cNvSpPr/>
      </dsp:nvSpPr>
      <dsp:spPr>
        <a:xfrm>
          <a:off x="747464" y="168110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nl-NL" sz="3600" kern="1200"/>
            <a:t>Dynamic array</a:t>
          </a:r>
          <a:endParaRPr lang="en-US" sz="3600" kern="1200"/>
        </a:p>
      </dsp:txBody>
      <dsp:txXfrm>
        <a:off x="747464" y="1681103"/>
        <a:ext cx="4320000" cy="648000"/>
      </dsp:txXfrm>
    </dsp:sp>
    <dsp:sp modelId="{3CED068D-876B-4D26-AB17-804528288B08}">
      <dsp:nvSpPr>
        <dsp:cNvPr id="0" name=""/>
        <dsp:cNvSpPr/>
      </dsp:nvSpPr>
      <dsp:spPr>
        <a:xfrm>
          <a:off x="747464" y="2403516"/>
          <a:ext cx="4320000" cy="1326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 dirty="0" err="1"/>
            <a:t>Possible</a:t>
          </a:r>
          <a:r>
            <a:rPr lang="nl-NL" sz="1700" kern="1200" dirty="0"/>
            <a:t> </a:t>
          </a:r>
          <a:r>
            <a:rPr lang="nl-NL" sz="1700" kern="1200" dirty="0" err="1"/>
            <a:t>inefficient</a:t>
          </a:r>
          <a:r>
            <a:rPr lang="nl-NL" sz="1700" kern="1200" dirty="0"/>
            <a:t> </a:t>
          </a:r>
          <a:r>
            <a:rPr lang="nl-NL" sz="1700" kern="1200" dirty="0" err="1"/>
            <a:t>use</a:t>
          </a:r>
          <a:r>
            <a:rPr lang="nl-NL" sz="1700" kern="1200" dirty="0"/>
            <a:t> of memory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 dirty="0"/>
            <a:t>No </a:t>
          </a:r>
          <a:r>
            <a:rPr lang="nl-NL" sz="1700" kern="1200" dirty="0" err="1"/>
            <a:t>gaps</a:t>
          </a:r>
          <a:r>
            <a:rPr lang="nl-NL" sz="1700" kern="1200" dirty="0"/>
            <a:t> </a:t>
          </a:r>
          <a:r>
            <a:rPr lang="nl-NL" sz="1700" kern="1200" dirty="0" err="1"/>
            <a:t>allowed</a:t>
          </a:r>
          <a:r>
            <a:rPr lang="nl-NL" sz="1700" kern="1200" dirty="0"/>
            <a:t>, slow </a:t>
          </a:r>
          <a:r>
            <a:rPr lang="nl-NL" sz="1700" kern="1200" dirty="0" err="1"/>
            <a:t>shifting</a:t>
          </a:r>
          <a:r>
            <a:rPr lang="nl-NL" sz="1700" kern="1200" dirty="0"/>
            <a:t> – </a:t>
          </a:r>
          <a14:m xmlns:a14="http://schemas.microsoft.com/office/drawing/2010/main">
            <m:oMath xmlns:m="http://schemas.openxmlformats.org/officeDocument/2006/math">
              <m:r>
                <a:rPr lang="nl-NL" sz="1700" i="1" kern="1200" dirty="0" smtClean="0">
                  <a:latin typeface="Cambria Math" panose="02040503050406030204" pitchFamily="18" charset="0"/>
                </a:rPr>
                <m:t>𝑂</m:t>
              </m:r>
              <m:d>
                <m:dPr>
                  <m:ctrlPr>
                    <a:rPr lang="nl-NL" sz="1700" i="1" kern="1200" dirty="0" smtClean="0"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nl-NL" sz="1700" i="1" kern="1200" dirty="0" smtClean="0">
                      <a:latin typeface="Cambria Math" panose="02040503050406030204" pitchFamily="18" charset="0"/>
                    </a:rPr>
                    <m:t>𝑛</m:t>
                  </m:r>
                </m:e>
              </m:d>
            </m:oMath>
          </a14:m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 dirty="0" err="1"/>
            <a:t>Fast</a:t>
          </a:r>
          <a:r>
            <a:rPr lang="nl-NL" sz="1700" kern="1200" dirty="0"/>
            <a:t> </a:t>
          </a:r>
          <a:r>
            <a:rPr lang="nl-NL" sz="1700" kern="1200" dirty="0" err="1"/>
            <a:t>indexing</a:t>
          </a:r>
          <a:r>
            <a:rPr lang="nl-NL" sz="1700" kern="1200" dirty="0"/>
            <a:t> – </a:t>
          </a:r>
          <a14:m xmlns:a14="http://schemas.microsoft.com/office/drawing/2010/main">
            <m:oMath xmlns:m="http://schemas.openxmlformats.org/officeDocument/2006/math">
              <m:r>
                <a:rPr lang="nl-NL" sz="1700" i="1" kern="1200" dirty="0" smtClean="0">
                  <a:latin typeface="Cambria Math" panose="02040503050406030204" pitchFamily="18" charset="0"/>
                </a:rPr>
                <m:t>𝑂</m:t>
              </m:r>
              <m:d>
                <m:dPr>
                  <m:ctrlPr>
                    <a:rPr lang="nl-NL" sz="1700" i="1" kern="1200" dirty="0" smtClean="0"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nl-NL" sz="1700" i="1" kern="1200" dirty="0" smtClean="0">
                      <a:latin typeface="Cambria Math" panose="02040503050406030204" pitchFamily="18" charset="0"/>
                    </a:rPr>
                    <m:t>1</m:t>
                  </m:r>
                </m:e>
              </m:d>
            </m:oMath>
          </a14:m>
          <a:endParaRPr lang="en-US" sz="1700" kern="1200" dirty="0"/>
        </a:p>
      </dsp:txBody>
      <dsp:txXfrm>
        <a:off x="747464" y="2403516"/>
        <a:ext cx="4320000" cy="1326229"/>
      </dsp:txXfrm>
    </dsp:sp>
    <dsp:sp modelId="{05D80038-42F1-4533-A162-8D804E829DCD}">
      <dsp:nvSpPr>
        <dsp:cNvPr id="0" name=""/>
        <dsp:cNvSpPr/>
      </dsp:nvSpPr>
      <dsp:spPr>
        <a:xfrm>
          <a:off x="7227464" y="9116"/>
          <a:ext cx="1512000" cy="1512000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6000" r="-46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3E89D-182A-42CF-8E3D-BEA3D1214B08}">
      <dsp:nvSpPr>
        <dsp:cNvPr id="0" name=""/>
        <dsp:cNvSpPr/>
      </dsp:nvSpPr>
      <dsp:spPr>
        <a:xfrm>
          <a:off x="5823464" y="168110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nl-NL" sz="3600" kern="1200" dirty="0" err="1"/>
            <a:t>Linked</a:t>
          </a:r>
          <a:r>
            <a:rPr lang="nl-NL" sz="3600" kern="1200" dirty="0"/>
            <a:t> List</a:t>
          </a:r>
          <a:endParaRPr lang="en-US" sz="3600" kern="1200" dirty="0"/>
        </a:p>
      </dsp:txBody>
      <dsp:txXfrm>
        <a:off x="5823464" y="1681103"/>
        <a:ext cx="4320000" cy="648000"/>
      </dsp:txXfrm>
    </dsp:sp>
    <dsp:sp modelId="{98A251DA-B466-44F8-9469-A47CB245BC43}">
      <dsp:nvSpPr>
        <dsp:cNvPr id="0" name=""/>
        <dsp:cNvSpPr/>
      </dsp:nvSpPr>
      <dsp:spPr>
        <a:xfrm>
          <a:off x="5823464" y="2403516"/>
          <a:ext cx="4320000" cy="1326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 dirty="0" err="1"/>
            <a:t>Efficient</a:t>
          </a:r>
          <a:r>
            <a:rPr lang="nl-NL" sz="1700" kern="1200" dirty="0"/>
            <a:t> </a:t>
          </a:r>
          <a:r>
            <a:rPr lang="nl-NL" sz="1700" kern="1200" dirty="0" err="1"/>
            <a:t>use</a:t>
          </a:r>
          <a:r>
            <a:rPr lang="nl-NL" sz="1700" kern="1200" dirty="0"/>
            <a:t> of memory</a:t>
          </a:r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 dirty="0"/>
            <a:t>Slow </a:t>
          </a:r>
          <a:r>
            <a:rPr lang="nl-NL" sz="1700" kern="1200" dirty="0" err="1"/>
            <a:t>indexing</a:t>
          </a:r>
          <a:r>
            <a:rPr lang="nl-NL" sz="1700" kern="1200" dirty="0"/>
            <a:t> – </a:t>
          </a:r>
          <a14:m xmlns:a14="http://schemas.microsoft.com/office/drawing/2010/main">
            <m:oMath xmlns:m="http://schemas.openxmlformats.org/officeDocument/2006/math">
              <m:r>
                <a:rPr lang="nl-NL" sz="1700" i="1" kern="1200" dirty="0" smtClean="0">
                  <a:latin typeface="Cambria Math" panose="02040503050406030204" pitchFamily="18" charset="0"/>
                </a:rPr>
                <m:t>𝑂</m:t>
              </m:r>
              <m:d>
                <m:dPr>
                  <m:ctrlPr>
                    <a:rPr lang="nl-NL" sz="1700" i="1" kern="1200" dirty="0" smtClean="0"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nl-NL" sz="1700" i="1" kern="1200" dirty="0" smtClean="0">
                      <a:latin typeface="Cambria Math" panose="02040503050406030204" pitchFamily="18" charset="0"/>
                    </a:rPr>
                    <m:t>𝑛</m:t>
                  </m:r>
                </m:e>
              </m:d>
            </m:oMath>
          </a14:m>
          <a:endParaRPr lang="en-US" sz="1700" kern="1200" dirty="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/>
            <a:t>Need to store pointer(s) for each element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1700" kern="1200" dirty="0"/>
            <a:t>Memory </a:t>
          </a:r>
          <a:r>
            <a:rPr lang="nl-NL" sz="1700" kern="1200" dirty="0" err="1"/>
            <a:t>allocation</a:t>
          </a:r>
          <a:r>
            <a:rPr lang="nl-NL" sz="1700" kern="1200" dirty="0"/>
            <a:t> </a:t>
          </a:r>
          <a:r>
            <a:rPr lang="nl-NL" sz="1700" kern="1200" dirty="0" err="1"/>
            <a:t>may</a:t>
          </a:r>
          <a:r>
            <a:rPr lang="nl-NL" sz="1700" kern="1200" dirty="0"/>
            <a:t> </a:t>
          </a:r>
          <a:r>
            <a:rPr lang="nl-NL" sz="1700" kern="1200" dirty="0" err="1"/>
            <a:t>be</a:t>
          </a:r>
          <a:r>
            <a:rPr lang="nl-NL" sz="1700" kern="1200" dirty="0"/>
            <a:t> slow (but </a:t>
          </a:r>
          <a14:m xmlns:a14="http://schemas.microsoft.com/office/drawing/2010/main">
            <m:oMath xmlns:m="http://schemas.openxmlformats.org/officeDocument/2006/math">
              <m:r>
                <a:rPr lang="nl-NL" sz="1700" i="1" kern="1200" dirty="0" smtClean="0">
                  <a:latin typeface="Cambria Math" panose="02040503050406030204" pitchFamily="18" charset="0"/>
                </a:rPr>
                <m:t>𝑂</m:t>
              </m:r>
              <m:d>
                <m:dPr>
                  <m:ctrlPr>
                    <a:rPr lang="nl-NL" sz="1700" i="1" kern="1200" dirty="0" smtClean="0"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nl-NL" sz="1700" i="1" kern="1200" dirty="0" smtClean="0">
                      <a:latin typeface="Cambria Math" panose="02040503050406030204" pitchFamily="18" charset="0"/>
                    </a:rPr>
                    <m:t>1</m:t>
                  </m:r>
                </m:e>
              </m:d>
            </m:oMath>
          </a14:m>
          <a:r>
            <a:rPr lang="nl-NL" sz="1700" kern="1200" dirty="0"/>
            <a:t>)</a:t>
          </a:r>
          <a:endParaRPr lang="en-US" sz="1700" kern="1200" dirty="0"/>
        </a:p>
      </dsp:txBody>
      <dsp:txXfrm>
        <a:off x="5823464" y="2403516"/>
        <a:ext cx="4320000" cy="1326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2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7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105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406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85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58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05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0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66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41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831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293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ircular_buffer" TargetMode="Externa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number-of-recent-calls/description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A168E-AC13-4A71-A98B-B3F92DC01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en-US" sz="5800" dirty="0">
                <a:latin typeface="Arial" panose="020B0604020202020204" pitchFamily="34" charset="0"/>
                <a:cs typeface="Arial" panose="020B0604020202020204" pitchFamily="34" charset="0"/>
              </a:rPr>
              <a:t>Algorithms &amp; 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DF9F7-8B56-49E7-9AFB-EB5E5B6EE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Week 2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Linked lists &amp; Queues</a:t>
            </a:r>
          </a:p>
        </p:txBody>
      </p:sp>
      <p:pic>
        <p:nvPicPr>
          <p:cNvPr id="4" name="Picture 3" descr="3D abstract blue and gold cube illustration">
            <a:extLst>
              <a:ext uri="{FF2B5EF4-FFF2-40B4-BE49-F238E27FC236}">
                <a16:creationId xmlns:a16="http://schemas.microsoft.com/office/drawing/2014/main" id="{F7415E3B-A5AE-B6FB-D62A-33D555E187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45" r="28115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711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85D7-ABDF-C618-9CCD-413D0883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Last week we </a:t>
            </a:r>
            <a:r>
              <a:rPr lang="nl-NL" dirty="0" err="1"/>
              <a:t>discussed</a:t>
            </a:r>
            <a:r>
              <a:rPr lang="nl-NL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853582-0C43-5257-5530-A00EA0178D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08072"/>
                <a:ext cx="10890928" cy="3566160"/>
              </a:xfrm>
            </p:spPr>
            <p:txBody>
              <a:bodyPr/>
              <a:lstStyle/>
              <a:p>
                <a:r>
                  <a:rPr lang="nl-NL" dirty="0"/>
                  <a:t>Sets – </a:t>
                </a:r>
                <a:r>
                  <a:rPr lang="nl-NL" dirty="0" err="1"/>
                  <a:t>keeping</a:t>
                </a:r>
                <a:r>
                  <a:rPr lang="nl-NL" dirty="0"/>
                  <a:t> </a:t>
                </a:r>
                <a:r>
                  <a:rPr lang="nl-NL" dirty="0" err="1"/>
                  <a:t>unique</a:t>
                </a:r>
                <a:r>
                  <a:rPr lang="nl-NL" dirty="0"/>
                  <a:t> </a:t>
                </a:r>
                <a:r>
                  <a:rPr lang="nl-NL" dirty="0" err="1"/>
                  <a:t>elements</a:t>
                </a:r>
                <a:endParaRPr lang="nl-NL" dirty="0"/>
              </a:p>
              <a:p>
                <a:r>
                  <a:rPr lang="nl-NL" dirty="0" err="1"/>
                  <a:t>Keeping</a:t>
                </a:r>
                <a:r>
                  <a:rPr lang="nl-NL" dirty="0"/>
                  <a:t> data </a:t>
                </a:r>
                <a:r>
                  <a:rPr lang="nl-NL" dirty="0" err="1"/>
                  <a:t>sorted</a:t>
                </a:r>
                <a:r>
                  <a:rPr lang="nl-NL" dirty="0"/>
                  <a:t> – </a:t>
                </a:r>
                <a:r>
                  <a:rPr lang="nl-NL" dirty="0" err="1"/>
                  <a:t>using</a:t>
                </a:r>
                <a:r>
                  <a:rPr lang="nl-NL" dirty="0"/>
                  <a:t> </a:t>
                </a:r>
                <a:r>
                  <a:rPr lang="nl-NL" dirty="0" err="1"/>
                  <a:t>binary</a:t>
                </a:r>
                <a:r>
                  <a:rPr lang="nl-NL" dirty="0"/>
                  <a:t> search</a:t>
                </a:r>
              </a:p>
              <a:p>
                <a:r>
                  <a:rPr lang="nl-NL" dirty="0" err="1"/>
                  <a:t>Disadvantages</a:t>
                </a:r>
                <a:r>
                  <a:rPr lang="nl-NL" dirty="0"/>
                  <a:t> of arrays – </a:t>
                </a:r>
                <a:r>
                  <a:rPr lang="nl-NL" dirty="0" err="1"/>
                  <a:t>creating</a:t>
                </a:r>
                <a:r>
                  <a:rPr lang="nl-NL" dirty="0"/>
                  <a:t> or </a:t>
                </a:r>
                <a:r>
                  <a:rPr lang="nl-NL" dirty="0" err="1"/>
                  <a:t>closing</a:t>
                </a:r>
                <a:r>
                  <a:rPr lang="nl-NL" dirty="0"/>
                  <a:t> </a:t>
                </a:r>
                <a:r>
                  <a:rPr lang="nl-NL" dirty="0" err="1"/>
                  <a:t>gaps</a:t>
                </a:r>
                <a:r>
                  <a:rPr lang="nl-NL" dirty="0"/>
                  <a:t> is </a:t>
                </a:r>
                <a:r>
                  <a:rPr lang="nl-NL" dirty="0" err="1"/>
                  <a:t>expensive</a:t>
                </a:r>
                <a:endParaRPr lang="nl-NL" dirty="0"/>
              </a:p>
              <a:p>
                <a:r>
                  <a:rPr lang="nl-NL" dirty="0"/>
                  <a:t>Time </a:t>
                </a:r>
                <a:r>
                  <a:rPr lang="nl-NL" dirty="0" err="1"/>
                  <a:t>complexities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nl-NL" dirty="0"/>
                  <a:t>,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nl-NL" dirty="0"/>
                  <a:t>,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NL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NL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nl-NL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nl-NL" dirty="0"/>
              </a:p>
              <a:p>
                <a:r>
                  <a:rPr lang="nl-NL" dirty="0" err="1"/>
                  <a:t>This</a:t>
                </a:r>
                <a:r>
                  <a:rPr lang="nl-NL" dirty="0"/>
                  <a:t> week:</a:t>
                </a:r>
              </a:p>
              <a:p>
                <a:pPr lvl="1"/>
                <a:r>
                  <a:rPr lang="nl-NL" dirty="0" err="1"/>
                  <a:t>Alternative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arrays: </a:t>
                </a:r>
                <a:r>
                  <a:rPr lang="nl-NL" dirty="0" err="1"/>
                  <a:t>linking</a:t>
                </a:r>
                <a:r>
                  <a:rPr lang="nl-NL" dirty="0"/>
                  <a:t> </a:t>
                </a:r>
                <a:r>
                  <a:rPr lang="nl-NL" dirty="0" err="1"/>
                  <a:t>elements</a:t>
                </a:r>
                <a:r>
                  <a:rPr lang="nl-NL" dirty="0"/>
                  <a:t> </a:t>
                </a:r>
                <a:r>
                  <a:rPr lang="nl-NL" dirty="0" err="1"/>
                  <a:t>together</a:t>
                </a:r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853582-0C43-5257-5530-A00EA0178D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08072"/>
                <a:ext cx="10890928" cy="3566160"/>
              </a:xfrm>
              <a:blipFill>
                <a:blip r:embed="rId2"/>
                <a:stretch>
                  <a:fillRect l="-336" t="-34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6646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81F634-6EB3-A66B-325E-D9913BAC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1842"/>
            <a:ext cx="3156857" cy="26426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Chaining data together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33F4BC-C1CF-B147-2A79-056AE56D2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4304538"/>
            <a:ext cx="3156857" cy="136245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800" b="1" cap="all" spc="300"/>
              <a:t>Using linked lists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Black chains">
            <a:extLst>
              <a:ext uri="{FF2B5EF4-FFF2-40B4-BE49-F238E27FC236}">
                <a16:creationId xmlns:a16="http://schemas.microsoft.com/office/drawing/2014/main" id="{D9F444C7-665C-9550-C494-17763A19B8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59" b="11238"/>
          <a:stretch>
            <a:fillRect/>
          </a:stretch>
        </p:blipFill>
        <p:spPr>
          <a:xfrm>
            <a:off x="4604641" y="1959954"/>
            <a:ext cx="6876288" cy="386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096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4AF0-C380-4A01-30C4-D2729C2DE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(Dis)</a:t>
            </a:r>
            <a:r>
              <a:rPr lang="nl-NL" dirty="0" err="1"/>
              <a:t>advantages</a:t>
            </a:r>
            <a:r>
              <a:rPr lang="nl-NL" dirty="0"/>
              <a:t> of arrays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C213A1-D911-99F1-00C5-7C6C08622B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7571413" cy="4224528"/>
              </a:xfrm>
            </p:spPr>
            <p:txBody>
              <a:bodyPr/>
              <a:lstStyle/>
              <a:p>
                <a:r>
                  <a:rPr lang="nl-NL" dirty="0"/>
                  <a:t>Arrays: we </a:t>
                </a:r>
                <a:r>
                  <a:rPr lang="nl-NL" dirty="0" err="1"/>
                  <a:t>can</a:t>
                </a:r>
                <a:r>
                  <a:rPr lang="nl-NL" dirty="0"/>
                  <a:t> </a:t>
                </a:r>
                <a:r>
                  <a:rPr lang="nl-NL" b="1" dirty="0" err="1"/>
                  <a:t>compute</a:t>
                </a:r>
                <a:r>
                  <a:rPr lang="nl-NL" dirty="0"/>
                  <a:t> at </a:t>
                </a:r>
                <a:r>
                  <a:rPr lang="nl-NL" dirty="0" err="1"/>
                  <a:t>which</a:t>
                </a:r>
                <a:r>
                  <a:rPr lang="nl-NL" dirty="0"/>
                  <a:t> </a:t>
                </a:r>
                <a:r>
                  <a:rPr lang="nl-NL" dirty="0" err="1"/>
                  <a:t>address</a:t>
                </a:r>
                <a:r>
                  <a:rPr lang="nl-NL" dirty="0"/>
                  <a:t> </a:t>
                </a:r>
                <a:r>
                  <a:rPr lang="nl-NL" dirty="0" err="1"/>
                  <a:t>elements</a:t>
                </a:r>
                <a:r>
                  <a:rPr lang="nl-NL" dirty="0"/>
                  <a:t> are </a:t>
                </a:r>
                <a:r>
                  <a:rPr lang="nl-NL" dirty="0" err="1"/>
                  <a:t>located</a:t>
                </a:r>
                <a:endParaRPr lang="nl-NL" dirty="0"/>
              </a:p>
              <a:p>
                <a:pPr lvl="1"/>
                <a:r>
                  <a:rPr lang="nl-NL" dirty="0" err="1"/>
                  <a:t>Makes</a:t>
                </a:r>
                <a:r>
                  <a:rPr lang="nl-NL" dirty="0"/>
                  <a:t> </a:t>
                </a:r>
                <a:r>
                  <a:rPr lang="nl-NL" dirty="0" err="1"/>
                  <a:t>indexing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nl-NL" dirty="0"/>
                  <a:t> (“random access”)</a:t>
                </a:r>
              </a:p>
              <a:p>
                <a:pPr lvl="1"/>
                <a:endParaRPr lang="nl-NL" dirty="0"/>
              </a:p>
              <a:p>
                <a:pPr lvl="1"/>
                <a:r>
                  <a:rPr lang="nl-NL" dirty="0"/>
                  <a:t>But we must keep </a:t>
                </a:r>
                <a:r>
                  <a:rPr lang="nl-NL" dirty="0" err="1"/>
                  <a:t>things</a:t>
                </a:r>
                <a:r>
                  <a:rPr lang="nl-NL" dirty="0"/>
                  <a:t> </a:t>
                </a:r>
                <a:r>
                  <a:rPr lang="nl-NL" b="1" dirty="0" err="1"/>
                  <a:t>contiguous</a:t>
                </a:r>
                <a:r>
                  <a:rPr lang="nl-NL" dirty="0"/>
                  <a:t> – i.e. no </a:t>
                </a:r>
                <a:r>
                  <a:rPr lang="nl-NL" dirty="0" err="1"/>
                  <a:t>gaps</a:t>
                </a:r>
                <a:endParaRPr lang="nl-NL" dirty="0"/>
              </a:p>
              <a:p>
                <a:pPr lvl="1"/>
                <a:endParaRPr lang="nl-NL" dirty="0"/>
              </a:p>
              <a:p>
                <a:r>
                  <a:rPr lang="nl-NL" dirty="0" err="1"/>
                  <a:t>Dynamic</a:t>
                </a:r>
                <a:r>
                  <a:rPr lang="nl-NL" dirty="0"/>
                  <a:t> arrays: </a:t>
                </a:r>
                <a:r>
                  <a:rPr lang="nl-NL" dirty="0" err="1"/>
                  <a:t>unused</a:t>
                </a:r>
                <a:r>
                  <a:rPr lang="nl-NL" dirty="0"/>
                  <a:t> memory</a:t>
                </a:r>
              </a:p>
              <a:p>
                <a:pPr lvl="1"/>
                <a:r>
                  <a:rPr lang="nl-NL" dirty="0" err="1"/>
                  <a:t>Inefficient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increase</a:t>
                </a:r>
                <a:r>
                  <a:rPr lang="nl-NL" dirty="0"/>
                  <a:t> </a:t>
                </a:r>
                <a:r>
                  <a:rPr lang="nl-NL" dirty="0" err="1"/>
                  <a:t>capacity</a:t>
                </a:r>
                <a:r>
                  <a:rPr lang="nl-NL" dirty="0"/>
                  <a:t> </a:t>
                </a:r>
                <a:r>
                  <a:rPr lang="nl-NL" dirty="0" err="1"/>
                  <a:t>by</a:t>
                </a:r>
                <a:r>
                  <a:rPr lang="nl-NL" dirty="0"/>
                  <a:t> </a:t>
                </a:r>
                <a:r>
                  <a:rPr lang="nl-NL" dirty="0" err="1"/>
                  <a:t>just</a:t>
                </a:r>
                <a:r>
                  <a:rPr lang="nl-NL" dirty="0"/>
                  <a:t> </a:t>
                </a:r>
                <a:r>
                  <a:rPr lang="nl-NL" dirty="0" err="1"/>
                  <a:t>one</a:t>
                </a:r>
                <a:endParaRPr lang="nl-NL" dirty="0"/>
              </a:p>
              <a:p>
                <a:pPr lvl="1"/>
                <a:r>
                  <a:rPr lang="nl-NL" dirty="0" err="1"/>
                  <a:t>Increase</a:t>
                </a:r>
                <a:r>
                  <a:rPr lang="nl-NL" dirty="0"/>
                  <a:t> </a:t>
                </a:r>
                <a:r>
                  <a:rPr lang="nl-NL" b="1" dirty="0" err="1"/>
                  <a:t>exponentially</a:t>
                </a:r>
                <a:r>
                  <a:rPr lang="nl-NL" dirty="0"/>
                  <a:t> </a:t>
                </a:r>
                <a:r>
                  <a:rPr lang="nl-NL" dirty="0" err="1"/>
                  <a:t>by</a:t>
                </a:r>
                <a:r>
                  <a:rPr lang="nl-NL" dirty="0"/>
                  <a:t> </a:t>
                </a:r>
                <a:r>
                  <a:rPr lang="nl-NL" b="1" dirty="0"/>
                  <a:t>X</a:t>
                </a:r>
                <a:r>
                  <a:rPr lang="nl-NL" dirty="0"/>
                  <a:t>%: </a:t>
                </a:r>
                <a:r>
                  <a:rPr lang="nl-NL" dirty="0" err="1"/>
                  <a:t>fewer</a:t>
                </a:r>
                <a:r>
                  <a:rPr lang="nl-NL" dirty="0"/>
                  <a:t> </a:t>
                </a:r>
                <a:r>
                  <a:rPr lang="nl-NL" dirty="0" err="1"/>
                  <a:t>reallocations</a:t>
                </a:r>
                <a:endParaRPr lang="nl-NL" dirty="0"/>
              </a:p>
              <a:p>
                <a:pPr lvl="2"/>
                <a:r>
                  <a:rPr lang="nl-NL" dirty="0" err="1"/>
                  <a:t>Example</a:t>
                </a:r>
                <a:r>
                  <a:rPr lang="nl-NL" dirty="0"/>
                  <a:t>: 100 =&gt; 150 =&gt; 225 =&gt; 337 =&gt; 505 =&gt; 757 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C213A1-D911-99F1-00C5-7C6C08622B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7571413" cy="4224528"/>
              </a:xfrm>
              <a:blipFill>
                <a:blip r:embed="rId2"/>
                <a:stretch>
                  <a:fillRect l="-483" t="-14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3BA5779F-507D-D5D2-3232-EB5822D937B5}"/>
              </a:ext>
            </a:extLst>
          </p:cNvPr>
          <p:cNvGrpSpPr/>
          <p:nvPr/>
        </p:nvGrpSpPr>
        <p:grpSpPr>
          <a:xfrm>
            <a:off x="8494715" y="2491781"/>
            <a:ext cx="2911589" cy="937219"/>
            <a:chOff x="8494715" y="2491781"/>
            <a:chExt cx="2911589" cy="937219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C788BDC-AC90-C2F6-2238-2F3D26B5BC60}"/>
                </a:ext>
              </a:extLst>
            </p:cNvPr>
            <p:cNvGrpSpPr/>
            <p:nvPr/>
          </p:nvGrpSpPr>
          <p:grpSpPr>
            <a:xfrm>
              <a:off x="8494715" y="2799564"/>
              <a:ext cx="2911589" cy="629436"/>
              <a:chOff x="8494715" y="2799564"/>
              <a:chExt cx="2911589" cy="629436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0F362094-077B-D00E-949D-5724EB001049}"/>
                  </a:ext>
                </a:extLst>
              </p:cNvPr>
              <p:cNvSpPr/>
              <p:nvPr/>
            </p:nvSpPr>
            <p:spPr>
              <a:xfrm>
                <a:off x="8594948" y="3076575"/>
                <a:ext cx="352425" cy="35242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nl-NL" dirty="0">
                    <a:latin typeface="Aptos" panose="020B0004020202020204" pitchFamily="34" charset="0"/>
                  </a:rPr>
                  <a:t>42</a:t>
                </a:r>
                <a:endParaRPr lang="nl-NL" sz="9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7FB5B4EA-5B54-3C5F-6E77-05AEFB2E7C47}"/>
                  </a:ext>
                </a:extLst>
              </p:cNvPr>
              <p:cNvSpPr/>
              <p:nvPr/>
            </p:nvSpPr>
            <p:spPr>
              <a:xfrm>
                <a:off x="8988827" y="3076575"/>
                <a:ext cx="352425" cy="35242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nl-NL" dirty="0">
                    <a:latin typeface="Aptos" panose="020B0004020202020204" pitchFamily="34" charset="0"/>
                  </a:rPr>
                  <a:t>17</a:t>
                </a:r>
                <a:endParaRPr lang="nl-NL" sz="9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CC3E76B1-9901-B544-DB95-22A282BA2CF7}"/>
                  </a:ext>
                </a:extLst>
              </p:cNvPr>
              <p:cNvSpPr/>
              <p:nvPr/>
            </p:nvSpPr>
            <p:spPr>
              <a:xfrm>
                <a:off x="9382706" y="3076575"/>
                <a:ext cx="352425" cy="35242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nl-NL" dirty="0">
                    <a:latin typeface="Aptos" panose="020B0004020202020204" pitchFamily="34" charset="0"/>
                  </a:rPr>
                  <a:t>2</a:t>
                </a:r>
                <a:endParaRPr lang="nl-NL" sz="9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C20D329-73C4-56EF-2C75-70A65051BB9F}"/>
                  </a:ext>
                </a:extLst>
              </p:cNvPr>
              <p:cNvSpPr/>
              <p:nvPr/>
            </p:nvSpPr>
            <p:spPr>
              <a:xfrm>
                <a:off x="9776585" y="3076575"/>
                <a:ext cx="352425" cy="35242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nl-NL" dirty="0">
                    <a:latin typeface="Aptos" panose="020B0004020202020204" pitchFamily="34" charset="0"/>
                  </a:rPr>
                  <a:t>67</a:t>
                </a:r>
                <a:endParaRPr lang="nl-NL" sz="9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7B251914-D49D-F4DB-9FB5-6295E21175B3}"/>
                  </a:ext>
                </a:extLst>
              </p:cNvPr>
              <p:cNvSpPr/>
              <p:nvPr/>
            </p:nvSpPr>
            <p:spPr>
              <a:xfrm>
                <a:off x="10170464" y="3076575"/>
                <a:ext cx="352425" cy="35242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nl-NL" dirty="0">
                    <a:latin typeface="Aptos" panose="020B0004020202020204" pitchFamily="34" charset="0"/>
                  </a:rPr>
                  <a:t>8</a:t>
                </a:r>
                <a:endParaRPr lang="nl-NL" sz="9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BA969452-6440-9309-0C15-F6BC1854DDCB}"/>
                  </a:ext>
                </a:extLst>
              </p:cNvPr>
              <p:cNvSpPr/>
              <p:nvPr/>
            </p:nvSpPr>
            <p:spPr>
              <a:xfrm>
                <a:off x="10564343" y="3076575"/>
                <a:ext cx="352425" cy="35242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nl-NL" dirty="0">
                    <a:latin typeface="Aptos" panose="020B0004020202020204" pitchFamily="34" charset="0"/>
                  </a:rPr>
                  <a:t>1</a:t>
                </a:r>
                <a:endParaRPr lang="nl-NL" sz="9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F45C8968-F8FB-3497-8204-5A8194D76E05}"/>
                  </a:ext>
                </a:extLst>
              </p:cNvPr>
              <p:cNvSpPr/>
              <p:nvPr/>
            </p:nvSpPr>
            <p:spPr>
              <a:xfrm>
                <a:off x="10958223" y="3076575"/>
                <a:ext cx="352425" cy="35242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nl-NL" dirty="0">
                    <a:latin typeface="Aptos" panose="020B0004020202020204" pitchFamily="34" charset="0"/>
                  </a:rPr>
                  <a:t>5</a:t>
                </a:r>
                <a:endParaRPr lang="nl-NL" sz="900" dirty="0">
                  <a:latin typeface="Aptos" panose="020B00040202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06B0B1-9F91-52B6-BA4F-58B0ACA7A19A}"/>
                  </a:ext>
                </a:extLst>
              </p:cNvPr>
              <p:cNvSpPr txBox="1"/>
              <p:nvPr/>
            </p:nvSpPr>
            <p:spPr>
              <a:xfrm>
                <a:off x="8494715" y="2799564"/>
                <a:ext cx="5437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2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0x00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C11CC8-7888-B706-BE81-403BFA671389}"/>
                  </a:ext>
                </a:extLst>
              </p:cNvPr>
              <p:cNvSpPr txBox="1"/>
              <p:nvPr/>
            </p:nvSpPr>
            <p:spPr>
              <a:xfrm>
                <a:off x="8889357" y="2799564"/>
                <a:ext cx="5437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2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0x04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5D2BF89-2178-BEEE-BCD5-FE56AB2EE596}"/>
                  </a:ext>
                </a:extLst>
              </p:cNvPr>
              <p:cNvSpPr txBox="1"/>
              <p:nvPr/>
            </p:nvSpPr>
            <p:spPr>
              <a:xfrm>
                <a:off x="9283999" y="2799564"/>
                <a:ext cx="5437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2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0x08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34C493-27DA-C05B-B7FC-626085580A7D}"/>
                  </a:ext>
                </a:extLst>
              </p:cNvPr>
              <p:cNvSpPr txBox="1"/>
              <p:nvPr/>
            </p:nvSpPr>
            <p:spPr>
              <a:xfrm>
                <a:off x="9678641" y="2799564"/>
                <a:ext cx="5437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2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0x0C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AFD462-BE97-252C-9AB4-3A5510EB885A}"/>
                  </a:ext>
                </a:extLst>
              </p:cNvPr>
              <p:cNvSpPr txBox="1"/>
              <p:nvPr/>
            </p:nvSpPr>
            <p:spPr>
              <a:xfrm>
                <a:off x="10073283" y="2799564"/>
                <a:ext cx="5437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2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0x10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FF4D9A-2909-F4B2-D376-6CA719B3301B}"/>
                  </a:ext>
                </a:extLst>
              </p:cNvPr>
              <p:cNvSpPr txBox="1"/>
              <p:nvPr/>
            </p:nvSpPr>
            <p:spPr>
              <a:xfrm>
                <a:off x="10467925" y="2799564"/>
                <a:ext cx="5437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2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0x14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006976E-10E5-7AF1-83F2-33AFA0455F5E}"/>
                  </a:ext>
                </a:extLst>
              </p:cNvPr>
              <p:cNvSpPr txBox="1"/>
              <p:nvPr/>
            </p:nvSpPr>
            <p:spPr>
              <a:xfrm>
                <a:off x="10862565" y="2799564"/>
                <a:ext cx="5437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sz="12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0x18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19CECB9-4419-294C-43F8-75A8947D28BF}"/>
                </a:ext>
              </a:extLst>
            </p:cNvPr>
            <p:cNvSpPr txBox="1"/>
            <p:nvPr/>
          </p:nvSpPr>
          <p:spPr>
            <a:xfrm>
              <a:off x="9204953" y="2491781"/>
              <a:ext cx="14911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Aptos" panose="020B0004020202020204" pitchFamily="34" charset="0"/>
                </a:rPr>
                <a:t>Memory </a:t>
              </a:r>
              <a:r>
                <a:rPr lang="nl-NL" sz="1400" dirty="0" err="1">
                  <a:latin typeface="Aptos" panose="020B0004020202020204" pitchFamily="34" charset="0"/>
                </a:rPr>
                <a:t>address</a:t>
              </a:r>
              <a:endParaRPr lang="nl-NL" sz="1400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B9D3025-DEC0-D9B7-7400-E05CD40F2659}"/>
              </a:ext>
            </a:extLst>
          </p:cNvPr>
          <p:cNvGrpSpPr/>
          <p:nvPr/>
        </p:nvGrpSpPr>
        <p:grpSpPr>
          <a:xfrm>
            <a:off x="8592527" y="3781438"/>
            <a:ext cx="2715700" cy="604366"/>
            <a:chOff x="8077534" y="4624458"/>
            <a:chExt cx="2715700" cy="604366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ECAC001E-4E2E-02A2-EF0A-982A16EFBFB4}"/>
                </a:ext>
              </a:extLst>
            </p:cNvPr>
            <p:cNvSpPr/>
            <p:nvPr/>
          </p:nvSpPr>
          <p:spPr>
            <a:xfrm>
              <a:off x="8077534" y="4740904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42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75ED0A9-C398-8960-C44C-DD07D87DE0CB}"/>
                </a:ext>
              </a:extLst>
            </p:cNvPr>
            <p:cNvSpPr/>
            <p:nvPr/>
          </p:nvSpPr>
          <p:spPr>
            <a:xfrm>
              <a:off x="8471413" y="4740904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17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47D6D99-C87F-B82D-87A2-A3DA8C2EEDC9}"/>
                </a:ext>
              </a:extLst>
            </p:cNvPr>
            <p:cNvSpPr/>
            <p:nvPr/>
          </p:nvSpPr>
          <p:spPr>
            <a:xfrm>
              <a:off x="8865292" y="4740904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101E0CF3-A124-8C5B-BF7D-DA8D7212B358}"/>
                </a:ext>
              </a:extLst>
            </p:cNvPr>
            <p:cNvSpPr/>
            <p:nvPr/>
          </p:nvSpPr>
          <p:spPr>
            <a:xfrm>
              <a:off x="9259171" y="4740904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67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6104E15F-3DBE-CCF6-AE92-1FBD183C9CA9}"/>
                </a:ext>
              </a:extLst>
            </p:cNvPr>
            <p:cNvSpPr/>
            <p:nvPr/>
          </p:nvSpPr>
          <p:spPr>
            <a:xfrm>
              <a:off x="10046929" y="4740904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DDCA872-3E0A-C94C-E529-E2D2209CA330}"/>
                </a:ext>
              </a:extLst>
            </p:cNvPr>
            <p:cNvSpPr/>
            <p:nvPr/>
          </p:nvSpPr>
          <p:spPr>
            <a:xfrm>
              <a:off x="10440809" y="4740904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5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pic>
          <p:nvPicPr>
            <p:cNvPr id="40" name="Graphic 39" descr="Close with solid fill">
              <a:extLst>
                <a:ext uri="{FF2B5EF4-FFF2-40B4-BE49-F238E27FC236}">
                  <a16:creationId xmlns:a16="http://schemas.microsoft.com/office/drawing/2014/main" id="{2CC41669-5053-98B9-B06A-2584F6A2E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27725" y="4624458"/>
              <a:ext cx="604366" cy="604366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F3E1DD3-1267-BF0F-4A33-ABB3AF92FA77}"/>
              </a:ext>
            </a:extLst>
          </p:cNvPr>
          <p:cNvGrpSpPr/>
          <p:nvPr/>
        </p:nvGrpSpPr>
        <p:grpSpPr>
          <a:xfrm>
            <a:off x="5835372" y="4738254"/>
            <a:ext cx="5472855" cy="352425"/>
            <a:chOff x="5638930" y="4999694"/>
            <a:chExt cx="5472855" cy="352425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B623F9E8-CA94-1C22-3728-11D8E7BB9A6F}"/>
                </a:ext>
              </a:extLst>
            </p:cNvPr>
            <p:cNvSpPr/>
            <p:nvPr/>
          </p:nvSpPr>
          <p:spPr>
            <a:xfrm>
              <a:off x="5638930" y="4999694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42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996DE7B0-D38E-7A06-D335-3A72588EBA16}"/>
                </a:ext>
              </a:extLst>
            </p:cNvPr>
            <p:cNvSpPr/>
            <p:nvPr/>
          </p:nvSpPr>
          <p:spPr>
            <a:xfrm>
              <a:off x="6032809" y="4999694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17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54486E73-335F-20D5-164B-7D8935AB80AD}"/>
                </a:ext>
              </a:extLst>
            </p:cNvPr>
            <p:cNvSpPr/>
            <p:nvPr/>
          </p:nvSpPr>
          <p:spPr>
            <a:xfrm>
              <a:off x="6426688" y="4999694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974DF77A-0F0E-9D42-268C-2211C7F105D5}"/>
                </a:ext>
              </a:extLst>
            </p:cNvPr>
            <p:cNvSpPr/>
            <p:nvPr/>
          </p:nvSpPr>
          <p:spPr>
            <a:xfrm>
              <a:off x="6820567" y="4999694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67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EB740207-374A-6B87-EE68-2A4A69BD794D}"/>
                </a:ext>
              </a:extLst>
            </p:cNvPr>
            <p:cNvSpPr/>
            <p:nvPr/>
          </p:nvSpPr>
          <p:spPr>
            <a:xfrm>
              <a:off x="7214446" y="4999694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8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9D29A91E-FF32-1B80-DE31-8923261380BC}"/>
                </a:ext>
              </a:extLst>
            </p:cNvPr>
            <p:cNvSpPr/>
            <p:nvPr/>
          </p:nvSpPr>
          <p:spPr>
            <a:xfrm>
              <a:off x="7608325" y="4999694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8CA9DC86-41CB-53DA-1200-A50A1FC7E153}"/>
                </a:ext>
              </a:extLst>
            </p:cNvPr>
            <p:cNvSpPr/>
            <p:nvPr/>
          </p:nvSpPr>
          <p:spPr>
            <a:xfrm>
              <a:off x="8002204" y="4999694"/>
              <a:ext cx="352425" cy="35242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5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E1E5BD53-A6DA-3290-5CCC-559386F72887}"/>
                </a:ext>
              </a:extLst>
            </p:cNvPr>
            <p:cNvSpPr/>
            <p:nvPr/>
          </p:nvSpPr>
          <p:spPr>
            <a:xfrm>
              <a:off x="8396083" y="4999694"/>
              <a:ext cx="352425" cy="352425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D389EB25-6DD1-2A5D-0761-E10BBD28D5D5}"/>
                </a:ext>
              </a:extLst>
            </p:cNvPr>
            <p:cNvSpPr/>
            <p:nvPr/>
          </p:nvSpPr>
          <p:spPr>
            <a:xfrm>
              <a:off x="8789962" y="4999694"/>
              <a:ext cx="352425" cy="352425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EE4C9901-4740-BAA3-BE55-83E96C01BAC5}"/>
                </a:ext>
              </a:extLst>
            </p:cNvPr>
            <p:cNvSpPr/>
            <p:nvPr/>
          </p:nvSpPr>
          <p:spPr>
            <a:xfrm>
              <a:off x="9183841" y="4999694"/>
              <a:ext cx="352425" cy="352425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99109887-1010-4631-8E9E-243FAEA37E12}"/>
                </a:ext>
              </a:extLst>
            </p:cNvPr>
            <p:cNvSpPr/>
            <p:nvPr/>
          </p:nvSpPr>
          <p:spPr>
            <a:xfrm>
              <a:off x="9577720" y="4999694"/>
              <a:ext cx="352425" cy="352425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22D5AD09-EA1F-C3EA-562D-1382D6B1CF0E}"/>
                </a:ext>
              </a:extLst>
            </p:cNvPr>
            <p:cNvSpPr/>
            <p:nvPr/>
          </p:nvSpPr>
          <p:spPr>
            <a:xfrm>
              <a:off x="9971599" y="4999694"/>
              <a:ext cx="352425" cy="352425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78D6C83F-0DDC-ACED-912D-0BDA0AC83B0E}"/>
                </a:ext>
              </a:extLst>
            </p:cNvPr>
            <p:cNvSpPr/>
            <p:nvPr/>
          </p:nvSpPr>
          <p:spPr>
            <a:xfrm>
              <a:off x="10365478" y="4999694"/>
              <a:ext cx="352425" cy="352425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C100DC9B-449E-98B5-C2FA-10989F8AFDE0}"/>
                </a:ext>
              </a:extLst>
            </p:cNvPr>
            <p:cNvSpPr/>
            <p:nvPr/>
          </p:nvSpPr>
          <p:spPr>
            <a:xfrm>
              <a:off x="10759360" y="4999694"/>
              <a:ext cx="352425" cy="352425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nl-NL" sz="900" dirty="0">
                <a:latin typeface="Aptos" panose="020B0004020202020204" pitchFamily="34" charset="0"/>
              </a:endParaRP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724D23B3-A88B-B569-DBD0-273D12441B87}"/>
              </a:ext>
            </a:extLst>
          </p:cNvPr>
          <p:cNvSpPr txBox="1"/>
          <p:nvPr/>
        </p:nvSpPr>
        <p:spPr>
          <a:xfrm>
            <a:off x="9660754" y="5090679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unused</a:t>
            </a:r>
            <a:endParaRPr lang="nl-NL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84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B0513-914C-7963-A16F-E5537D8D4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CCA1BF9-22BE-0254-0DBB-B894613C2602}"/>
              </a:ext>
            </a:extLst>
          </p:cNvPr>
          <p:cNvSpPr/>
          <p:nvPr/>
        </p:nvSpPr>
        <p:spPr>
          <a:xfrm>
            <a:off x="814812" y="2127565"/>
            <a:ext cx="12149750" cy="226155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nl-NL" dirty="0">
                <a:solidFill>
                  <a:schemeClr val="tx1"/>
                </a:solidFill>
                <a:latin typeface="Aptos" panose="020B0004020202020204" pitchFamily="34" charset="0"/>
              </a:rPr>
              <a:t>Memory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23BFEF-7A46-B928-4B30-BB135217F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An </a:t>
            </a:r>
            <a:r>
              <a:rPr lang="nl-NL" dirty="0" err="1"/>
              <a:t>alternative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0D53A-B5E8-C800-E6F3-61178545A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6539318" cy="4014971"/>
          </a:xfrm>
        </p:spPr>
        <p:txBody>
          <a:bodyPr>
            <a:normAutofit lnSpcReduction="10000"/>
          </a:bodyPr>
          <a:lstStyle/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 err="1"/>
              <a:t>This</a:t>
            </a:r>
            <a:r>
              <a:rPr lang="nl-NL" dirty="0"/>
              <a:t> data </a:t>
            </a:r>
            <a:r>
              <a:rPr lang="nl-NL" dirty="0" err="1"/>
              <a:t>structure</a:t>
            </a:r>
            <a:r>
              <a:rPr lang="nl-NL" dirty="0"/>
              <a:t> is </a:t>
            </a:r>
            <a:r>
              <a:rPr lang="nl-NL" dirty="0" err="1"/>
              <a:t>called</a:t>
            </a:r>
            <a:r>
              <a:rPr lang="nl-NL" dirty="0"/>
              <a:t> a </a:t>
            </a:r>
            <a:r>
              <a:rPr lang="nl-NL" b="1" dirty="0" err="1"/>
              <a:t>Linked</a:t>
            </a:r>
            <a:r>
              <a:rPr lang="nl-NL" b="1" dirty="0"/>
              <a:t> list</a:t>
            </a:r>
          </a:p>
          <a:p>
            <a:pPr lvl="1"/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memory we </a:t>
            </a:r>
            <a:r>
              <a:rPr lang="nl-NL" dirty="0" err="1"/>
              <a:t>need</a:t>
            </a:r>
            <a:r>
              <a:rPr lang="nl-NL" dirty="0"/>
              <a:t>, no </a:t>
            </a:r>
            <a:r>
              <a:rPr lang="nl-NL" dirty="0" err="1"/>
              <a:t>reallocation</a:t>
            </a:r>
            <a:r>
              <a:rPr lang="nl-NL" dirty="0"/>
              <a:t> </a:t>
            </a:r>
            <a:r>
              <a:rPr lang="nl-NL" dirty="0" err="1"/>
              <a:t>needed</a:t>
            </a:r>
            <a:endParaRPr lang="nl-NL" dirty="0"/>
          </a:p>
          <a:p>
            <a:pPr lvl="1"/>
            <a:r>
              <a:rPr lang="nl-NL" dirty="0"/>
              <a:t>No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prevent</a:t>
            </a:r>
            <a:r>
              <a:rPr lang="nl-NL" dirty="0"/>
              <a:t> “</a:t>
            </a:r>
            <a:r>
              <a:rPr lang="nl-NL" dirty="0" err="1"/>
              <a:t>gaps</a:t>
            </a:r>
            <a:r>
              <a:rPr lang="nl-NL" dirty="0"/>
              <a:t>”!</a:t>
            </a:r>
          </a:p>
          <a:p>
            <a:pPr lvl="1"/>
            <a:r>
              <a:rPr lang="nl-NL" dirty="0" err="1"/>
              <a:t>Difficult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“index” </a:t>
            </a:r>
            <a:r>
              <a:rPr lang="nl-NL" dirty="0" err="1"/>
              <a:t>to</a:t>
            </a:r>
            <a:r>
              <a:rPr lang="nl-NL" dirty="0"/>
              <a:t> get a </a:t>
            </a:r>
            <a:r>
              <a:rPr lang="nl-NL" dirty="0" err="1"/>
              <a:t>certain</a:t>
            </a:r>
            <a:r>
              <a:rPr lang="nl-NL" dirty="0"/>
              <a:t> </a:t>
            </a:r>
            <a:r>
              <a:rPr lang="nl-NL" dirty="0" err="1"/>
              <a:t>value</a:t>
            </a:r>
            <a:endParaRPr lang="nl-NL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811528-FA25-8DFD-19D8-76D1FD9BDB14}"/>
              </a:ext>
            </a:extLst>
          </p:cNvPr>
          <p:cNvSpPr/>
          <p:nvPr/>
        </p:nvSpPr>
        <p:spPr>
          <a:xfrm>
            <a:off x="2646752" y="3192402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A263DD-89E6-8E09-70A5-3E94B1EBA4FE}"/>
              </a:ext>
            </a:extLst>
          </p:cNvPr>
          <p:cNvSpPr/>
          <p:nvPr/>
        </p:nvSpPr>
        <p:spPr>
          <a:xfrm>
            <a:off x="9055089" y="3171104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20</a:t>
            </a:r>
          </a:p>
        </p:txBody>
      </p:sp>
      <p:cxnSp>
        <p:nvCxnSpPr>
          <p:cNvPr id="7" name="10&gt;20">
            <a:extLst>
              <a:ext uri="{FF2B5EF4-FFF2-40B4-BE49-F238E27FC236}">
                <a16:creationId xmlns:a16="http://schemas.microsoft.com/office/drawing/2014/main" id="{847CF741-C423-3AD5-5EBB-C3B18FB77CC1}"/>
              </a:ext>
            </a:extLst>
          </p:cNvPr>
          <p:cNvCxnSpPr>
            <a:stCxn id="4" idx="2"/>
            <a:endCxn id="5" idx="2"/>
          </p:cNvCxnSpPr>
          <p:nvPr/>
        </p:nvCxnSpPr>
        <p:spPr>
          <a:xfrm rot="5400000" flipH="1" flipV="1">
            <a:off x="6152616" y="466471"/>
            <a:ext cx="21298" cy="6408337"/>
          </a:xfrm>
          <a:prstGeom prst="bentConnector3">
            <a:avLst>
              <a:gd name="adj1" fmla="val -107334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B23DA1D-050F-6113-93F2-327D28E150F8}"/>
              </a:ext>
            </a:extLst>
          </p:cNvPr>
          <p:cNvSpPr/>
          <p:nvPr/>
        </p:nvSpPr>
        <p:spPr>
          <a:xfrm>
            <a:off x="4225255" y="3171102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30</a:t>
            </a:r>
          </a:p>
        </p:txBody>
      </p:sp>
      <p:cxnSp>
        <p:nvCxnSpPr>
          <p:cNvPr id="12" name="20&gt;30">
            <a:extLst>
              <a:ext uri="{FF2B5EF4-FFF2-40B4-BE49-F238E27FC236}">
                <a16:creationId xmlns:a16="http://schemas.microsoft.com/office/drawing/2014/main" id="{2B7B5DB4-9ECF-0CBD-2FE8-E858595495B9}"/>
              </a:ext>
            </a:extLst>
          </p:cNvPr>
          <p:cNvCxnSpPr>
            <a:cxnSpLocks/>
            <a:stCxn id="5" idx="0"/>
            <a:endCxn id="11" idx="0"/>
          </p:cNvCxnSpPr>
          <p:nvPr/>
        </p:nvCxnSpPr>
        <p:spPr>
          <a:xfrm rot="16200000" flipV="1">
            <a:off x="6952516" y="756186"/>
            <a:ext cx="2" cy="4829834"/>
          </a:xfrm>
          <a:prstGeom prst="bentConnector3">
            <a:avLst>
              <a:gd name="adj1" fmla="val 11430100000"/>
            </a:avLst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94EAC0B-31B9-1D61-C08C-9B2F441D3E10}"/>
              </a:ext>
            </a:extLst>
          </p:cNvPr>
          <p:cNvSpPr txBox="1"/>
          <p:nvPr/>
        </p:nvSpPr>
        <p:spPr>
          <a:xfrm>
            <a:off x="912601" y="3230879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NULL</a:t>
            </a:r>
          </a:p>
        </p:txBody>
      </p:sp>
      <p:cxnSp>
        <p:nvCxnSpPr>
          <p:cNvPr id="17" name="30&gt;40">
            <a:extLst>
              <a:ext uri="{FF2B5EF4-FFF2-40B4-BE49-F238E27FC236}">
                <a16:creationId xmlns:a16="http://schemas.microsoft.com/office/drawing/2014/main" id="{55D44895-FD44-1AF9-E38B-39F31EB215E8}"/>
              </a:ext>
            </a:extLst>
          </p:cNvPr>
          <p:cNvCxnSpPr>
            <a:cxnSpLocks/>
            <a:stCxn id="11" idx="2"/>
            <a:endCxn id="35" idx="2"/>
          </p:cNvCxnSpPr>
          <p:nvPr/>
        </p:nvCxnSpPr>
        <p:spPr>
          <a:xfrm rot="16200000" flipH="1">
            <a:off x="5847366" y="2350223"/>
            <a:ext cx="26909" cy="2646440"/>
          </a:xfrm>
          <a:prstGeom prst="bentConnector3">
            <a:avLst>
              <a:gd name="adj1" fmla="val 2026162"/>
            </a:avLst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9D4BA0B-EE32-0C41-C9B0-5CDC77EECDEF}"/>
              </a:ext>
            </a:extLst>
          </p:cNvPr>
          <p:cNvSpPr/>
          <p:nvPr/>
        </p:nvSpPr>
        <p:spPr>
          <a:xfrm>
            <a:off x="6871695" y="3198011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40</a:t>
            </a:r>
          </a:p>
        </p:txBody>
      </p:sp>
      <p:cxnSp>
        <p:nvCxnSpPr>
          <p:cNvPr id="38" name="40&gt;NULL">
            <a:extLst>
              <a:ext uri="{FF2B5EF4-FFF2-40B4-BE49-F238E27FC236}">
                <a16:creationId xmlns:a16="http://schemas.microsoft.com/office/drawing/2014/main" id="{86C78ADE-E622-DE7B-F7AB-5172099DED2A}"/>
              </a:ext>
            </a:extLst>
          </p:cNvPr>
          <p:cNvCxnSpPr>
            <a:cxnSpLocks/>
            <a:stCxn id="35" idx="0"/>
            <a:endCxn id="16" idx="0"/>
          </p:cNvCxnSpPr>
          <p:nvPr/>
        </p:nvCxnSpPr>
        <p:spPr>
          <a:xfrm rot="16200000" flipH="1" flipV="1">
            <a:off x="4212706" y="259544"/>
            <a:ext cx="32868" cy="5909801"/>
          </a:xfrm>
          <a:prstGeom prst="bentConnector3">
            <a:avLst>
              <a:gd name="adj1" fmla="val -1218863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8CA0DBFF-4340-68A2-E310-66481BFBB8B7}"/>
              </a:ext>
            </a:extLst>
          </p:cNvPr>
          <p:cNvSpPr/>
          <p:nvPr/>
        </p:nvSpPr>
        <p:spPr>
          <a:xfrm>
            <a:off x="10613794" y="3171101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25</a:t>
            </a: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AF3B9B6C-8B21-65C3-0CB2-112E02E27ADD}"/>
              </a:ext>
            </a:extLst>
          </p:cNvPr>
          <p:cNvCxnSpPr>
            <a:cxnSpLocks/>
            <a:stCxn id="60" idx="0"/>
            <a:endCxn id="11" idx="0"/>
          </p:cNvCxnSpPr>
          <p:nvPr/>
        </p:nvCxnSpPr>
        <p:spPr>
          <a:xfrm rot="16200000" flipH="1" flipV="1">
            <a:off x="7731869" y="-23169"/>
            <a:ext cx="1" cy="6388539"/>
          </a:xfrm>
          <a:prstGeom prst="bentConnector3">
            <a:avLst>
              <a:gd name="adj1" fmla="val -22860000000"/>
            </a:avLst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B7CF4BB-3D97-D356-5CC6-74CEE7A21DEF}"/>
              </a:ext>
            </a:extLst>
          </p:cNvPr>
          <p:cNvCxnSpPr>
            <a:stCxn id="5" idx="3"/>
            <a:endCxn id="60" idx="1"/>
          </p:cNvCxnSpPr>
          <p:nvPr/>
        </p:nvCxnSpPr>
        <p:spPr>
          <a:xfrm flipV="1">
            <a:off x="9679778" y="3415545"/>
            <a:ext cx="934016" cy="3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EA5F78A-3F45-3EF1-73FF-4953EE7026C5}"/>
              </a:ext>
            </a:extLst>
          </p:cNvPr>
          <p:cNvSpPr txBox="1"/>
          <p:nvPr/>
        </p:nvSpPr>
        <p:spPr>
          <a:xfrm>
            <a:off x="7411253" y="4999303"/>
            <a:ext cx="2970685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Node* next;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Node;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02505F-AC89-2497-5A2C-559CAFD0EAC6}"/>
              </a:ext>
            </a:extLst>
          </p:cNvPr>
          <p:cNvSpPr txBox="1"/>
          <p:nvPr/>
        </p:nvSpPr>
        <p:spPr>
          <a:xfrm>
            <a:off x="7731869" y="6199632"/>
            <a:ext cx="2440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A </a:t>
            </a:r>
            <a:r>
              <a:rPr lang="nl-NL" dirty="0" err="1">
                <a:latin typeface="Aptos" panose="020B0004020202020204" pitchFamily="34" charset="0"/>
              </a:rPr>
              <a:t>Linked</a:t>
            </a:r>
            <a:r>
              <a:rPr lang="nl-NL" dirty="0">
                <a:latin typeface="Aptos" panose="020B0004020202020204" pitchFamily="34" charset="0"/>
              </a:rPr>
              <a:t> list node in C</a:t>
            </a:r>
          </a:p>
        </p:txBody>
      </p:sp>
    </p:spTree>
    <p:extLst>
      <p:ext uri="{BB962C8B-B14F-4D97-AF65-F5344CB8AC3E}">
        <p14:creationId xmlns:p14="http://schemas.microsoft.com/office/powerpoint/2010/main" val="275980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  <p:bldP spid="16" grpId="0"/>
      <p:bldP spid="35" grpId="0" animBg="1"/>
      <p:bldP spid="60" grpId="0" animBg="1"/>
      <p:bldP spid="71" grpId="0" animBg="1"/>
      <p:bldP spid="7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50525-6BBA-D5B1-381C-2FA885C31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E7AD-20A7-A657-E986-CAAB9DDC3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5226719" cy="1097280"/>
          </a:xfrm>
        </p:spPr>
        <p:txBody>
          <a:bodyPr/>
          <a:lstStyle/>
          <a:p>
            <a:r>
              <a:rPr lang="nl-NL" dirty="0" err="1"/>
              <a:t>Singly</a:t>
            </a:r>
            <a:r>
              <a:rPr lang="nl-NL" dirty="0"/>
              <a:t> </a:t>
            </a:r>
            <a:r>
              <a:rPr lang="nl-NL" dirty="0" err="1"/>
              <a:t>linked</a:t>
            </a:r>
            <a:r>
              <a:rPr lang="nl-NL" dirty="0"/>
              <a:t> </a:t>
            </a:r>
            <a:r>
              <a:rPr lang="nl-NL" dirty="0" err="1"/>
              <a:t>lists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518C4-636F-C97B-4994-F9BD3E5D2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539318" cy="3566160"/>
          </a:xfrm>
        </p:spPr>
        <p:txBody>
          <a:bodyPr>
            <a:normAutofit/>
          </a:bodyPr>
          <a:lstStyle/>
          <a:p>
            <a:endParaRPr lang="nl-NL" dirty="0"/>
          </a:p>
          <a:p>
            <a:r>
              <a:rPr lang="nl-NL" dirty="0" err="1"/>
              <a:t>Singly</a:t>
            </a:r>
            <a:r>
              <a:rPr lang="nl-NL" dirty="0"/>
              <a:t> </a:t>
            </a:r>
            <a:r>
              <a:rPr lang="nl-NL" dirty="0" err="1"/>
              <a:t>linked</a:t>
            </a:r>
            <a:r>
              <a:rPr lang="nl-NL" dirty="0"/>
              <a:t> list: </a:t>
            </a:r>
            <a:r>
              <a:rPr lang="nl-NL" dirty="0" err="1"/>
              <a:t>each</a:t>
            </a:r>
            <a:r>
              <a:rPr lang="nl-NL" dirty="0"/>
              <a:t> node “points” </a:t>
            </a:r>
            <a:r>
              <a:rPr lang="nl-NL" dirty="0" err="1"/>
              <a:t>to</a:t>
            </a:r>
            <a:r>
              <a:rPr lang="nl-NL" dirty="0"/>
              <a:t> next node</a:t>
            </a:r>
          </a:p>
          <a:p>
            <a:r>
              <a:rPr lang="nl-NL" dirty="0"/>
              <a:t>Easy </a:t>
            </a:r>
            <a:r>
              <a:rPr lang="nl-NL" dirty="0" err="1"/>
              <a:t>to</a:t>
            </a:r>
            <a:r>
              <a:rPr lang="nl-NL" dirty="0"/>
              <a:t>:</a:t>
            </a:r>
          </a:p>
          <a:p>
            <a:pPr lvl="1"/>
            <a:r>
              <a:rPr lang="nl-NL" b="1" dirty="0" err="1"/>
              <a:t>Prepend</a:t>
            </a:r>
            <a:r>
              <a:rPr lang="nl-NL" dirty="0"/>
              <a:t> (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possibly</a:t>
            </a:r>
            <a:r>
              <a:rPr lang="nl-NL" dirty="0"/>
              <a:t>, append) a node</a:t>
            </a:r>
          </a:p>
          <a:p>
            <a:pPr lvl="1"/>
            <a:r>
              <a:rPr lang="nl-NL" dirty="0" err="1"/>
              <a:t>Insert</a:t>
            </a:r>
            <a:r>
              <a:rPr lang="nl-NL" dirty="0"/>
              <a:t> a new node </a:t>
            </a:r>
            <a:r>
              <a:rPr lang="nl-NL" b="1" dirty="0" err="1"/>
              <a:t>after</a:t>
            </a:r>
            <a:r>
              <a:rPr lang="nl-NL" dirty="0"/>
              <a:t> a </a:t>
            </a:r>
            <a:r>
              <a:rPr lang="nl-NL" dirty="0" err="1"/>
              <a:t>given</a:t>
            </a:r>
            <a:r>
              <a:rPr lang="nl-NL" dirty="0"/>
              <a:t> node</a:t>
            </a:r>
          </a:p>
          <a:p>
            <a:pPr lvl="1"/>
            <a:r>
              <a:rPr lang="nl-NL" dirty="0" err="1"/>
              <a:t>Remove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b="1" dirty="0"/>
              <a:t>first</a:t>
            </a:r>
            <a:r>
              <a:rPr lang="nl-NL" dirty="0"/>
              <a:t> node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E34C16-1393-6C20-33B5-B039AF04BF57}"/>
              </a:ext>
            </a:extLst>
          </p:cNvPr>
          <p:cNvSpPr txBox="1"/>
          <p:nvPr/>
        </p:nvSpPr>
        <p:spPr>
          <a:xfrm>
            <a:off x="8657470" y="3614309"/>
            <a:ext cx="2970685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Node* next;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Node;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List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first;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last;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List;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092EDE7-0681-FC11-3E54-FB5368DB4332}"/>
              </a:ext>
            </a:extLst>
          </p:cNvPr>
          <p:cNvSpPr txBox="1"/>
          <p:nvPr/>
        </p:nvSpPr>
        <p:spPr>
          <a:xfrm>
            <a:off x="9131256" y="6199632"/>
            <a:ext cx="2362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A </a:t>
            </a:r>
            <a:r>
              <a:rPr lang="nl-NL" dirty="0" err="1">
                <a:latin typeface="Aptos" panose="020B0004020202020204" pitchFamily="34" charset="0"/>
              </a:rPr>
              <a:t>singly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linked</a:t>
            </a:r>
            <a:r>
              <a:rPr lang="nl-NL" dirty="0">
                <a:latin typeface="Aptos" panose="020B0004020202020204" pitchFamily="34" charset="0"/>
              </a:rPr>
              <a:t> list in 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6FD098-39BE-A1B0-AC4A-FBE7F14419AA}"/>
              </a:ext>
            </a:extLst>
          </p:cNvPr>
          <p:cNvSpPr txBox="1"/>
          <p:nvPr/>
        </p:nvSpPr>
        <p:spPr>
          <a:xfrm>
            <a:off x="10312605" y="2667138"/>
            <a:ext cx="1857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NOTE: Nodes </a:t>
            </a:r>
            <a:r>
              <a:rPr lang="nl-NL" sz="1400" dirty="0" err="1">
                <a:latin typeface="Aptos" panose="020B0004020202020204" pitchFamily="34" charset="0"/>
              </a:rPr>
              <a:t>may</a:t>
            </a:r>
            <a:r>
              <a:rPr lang="nl-NL" sz="1400" dirty="0">
                <a:latin typeface="Aptos" panose="020B0004020202020204" pitchFamily="34" charset="0"/>
              </a:rPr>
              <a:t> </a:t>
            </a:r>
            <a:r>
              <a:rPr lang="nl-NL" sz="1400" dirty="0" err="1">
                <a:latin typeface="Aptos" panose="020B0004020202020204" pitchFamily="34" charset="0"/>
              </a:rPr>
              <a:t>be</a:t>
            </a:r>
            <a:r>
              <a:rPr lang="nl-NL" sz="1400" dirty="0">
                <a:latin typeface="Aptos" panose="020B0004020202020204" pitchFamily="34" charset="0"/>
              </a:rPr>
              <a:t> </a:t>
            </a:r>
          </a:p>
          <a:p>
            <a:pPr algn="ctr"/>
            <a:r>
              <a:rPr lang="nl-NL" sz="1400" dirty="0" err="1">
                <a:latin typeface="Aptos" panose="020B0004020202020204" pitchFamily="34" charset="0"/>
              </a:rPr>
              <a:t>anywhere</a:t>
            </a:r>
            <a:r>
              <a:rPr lang="nl-NL" sz="1400" dirty="0">
                <a:latin typeface="Aptos" panose="020B0004020202020204" pitchFamily="34" charset="0"/>
              </a:rPr>
              <a:t> in memory!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4D6F748-8865-1D21-C2F7-6A6E6F1AC166}"/>
              </a:ext>
            </a:extLst>
          </p:cNvPr>
          <p:cNvGrpSpPr/>
          <p:nvPr/>
        </p:nvGrpSpPr>
        <p:grpSpPr>
          <a:xfrm>
            <a:off x="6117897" y="1604190"/>
            <a:ext cx="5757001" cy="1586168"/>
            <a:chOff x="6117897" y="1604190"/>
            <a:chExt cx="5757001" cy="1586168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0AB0B2F-C458-48AD-4C96-BBAD9D7EEDE7}"/>
                </a:ext>
              </a:extLst>
            </p:cNvPr>
            <p:cNvSpPr txBox="1"/>
            <p:nvPr/>
          </p:nvSpPr>
          <p:spPr>
            <a:xfrm>
              <a:off x="11151623" y="166396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NULL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4F32FDCB-1D24-FD6F-D18C-1D6FE5248D92}"/>
                </a:ext>
              </a:extLst>
            </p:cNvPr>
            <p:cNvSpPr/>
            <p:nvPr/>
          </p:nvSpPr>
          <p:spPr>
            <a:xfrm>
              <a:off x="9890892" y="1604190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40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03973213-2703-C3EA-77EF-F688390D299A}"/>
                </a:ext>
              </a:extLst>
            </p:cNvPr>
            <p:cNvSpPr/>
            <p:nvPr/>
          </p:nvSpPr>
          <p:spPr>
            <a:xfrm>
              <a:off x="8657470" y="1604192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30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6622F250-7589-35E2-E35F-5934BAECA792}"/>
                </a:ext>
              </a:extLst>
            </p:cNvPr>
            <p:cNvSpPr/>
            <p:nvPr/>
          </p:nvSpPr>
          <p:spPr>
            <a:xfrm>
              <a:off x="7408822" y="1604191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20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B4C1AD98-68D0-BDA3-DE79-3018B1CDBDF7}"/>
                </a:ext>
              </a:extLst>
            </p:cNvPr>
            <p:cNvSpPr/>
            <p:nvPr/>
          </p:nvSpPr>
          <p:spPr>
            <a:xfrm>
              <a:off x="6117897" y="1604190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10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6E9AA646-DACA-DB50-060D-C5B71F09EA03}"/>
                </a:ext>
              </a:extLst>
            </p:cNvPr>
            <p:cNvSpPr/>
            <p:nvPr/>
          </p:nvSpPr>
          <p:spPr>
            <a:xfrm>
              <a:off x="7147444" y="2633472"/>
              <a:ext cx="854819" cy="48888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List</a:t>
              </a:r>
            </a:p>
          </p:txBody>
        </p:sp>
        <p:cxnSp>
          <p:nvCxnSpPr>
            <p:cNvPr id="45" name="Connector: Elbow 44">
              <a:extLst>
                <a:ext uri="{FF2B5EF4-FFF2-40B4-BE49-F238E27FC236}">
                  <a16:creationId xmlns:a16="http://schemas.microsoft.com/office/drawing/2014/main" id="{F093147E-05C7-AED8-7DFD-7E72CEA8AE4F}"/>
                </a:ext>
              </a:extLst>
            </p:cNvPr>
            <p:cNvCxnSpPr>
              <a:stCxn id="43" idx="1"/>
              <a:endCxn id="42" idx="2"/>
            </p:cNvCxnSpPr>
            <p:nvPr/>
          </p:nvCxnSpPr>
          <p:spPr>
            <a:xfrm rot="10800000">
              <a:off x="6430242" y="2093078"/>
              <a:ext cx="717202" cy="784839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11530542-2CE3-663E-6B4C-B9A053F8235B}"/>
                </a:ext>
              </a:extLst>
            </p:cNvPr>
            <p:cNvSpPr txBox="1"/>
            <p:nvPr/>
          </p:nvSpPr>
          <p:spPr>
            <a:xfrm>
              <a:off x="6374870" y="2851804"/>
              <a:ext cx="7857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first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590A4691-B8F4-C6B9-1BDE-C64A3CA621A2}"/>
                </a:ext>
              </a:extLst>
            </p:cNvPr>
            <p:cNvCxnSpPr>
              <a:stCxn id="42" idx="3"/>
              <a:endCxn id="41" idx="1"/>
            </p:cNvCxnSpPr>
            <p:nvPr/>
          </p:nvCxnSpPr>
          <p:spPr>
            <a:xfrm>
              <a:off x="6742586" y="1848634"/>
              <a:ext cx="66623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43D4708-FCA0-BF43-15E7-2B9D26F44AF2}"/>
                </a:ext>
              </a:extLst>
            </p:cNvPr>
            <p:cNvCxnSpPr>
              <a:cxnSpLocks/>
              <a:stCxn id="41" idx="3"/>
              <a:endCxn id="40" idx="1"/>
            </p:cNvCxnSpPr>
            <p:nvPr/>
          </p:nvCxnSpPr>
          <p:spPr>
            <a:xfrm>
              <a:off x="8033511" y="1848635"/>
              <a:ext cx="62395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5C1D18AD-6979-BD6C-386F-6EFEC15CFCF7}"/>
                </a:ext>
              </a:extLst>
            </p:cNvPr>
            <p:cNvCxnSpPr>
              <a:cxnSpLocks/>
              <a:stCxn id="40" idx="3"/>
              <a:endCxn id="39" idx="1"/>
            </p:cNvCxnSpPr>
            <p:nvPr/>
          </p:nvCxnSpPr>
          <p:spPr>
            <a:xfrm flipV="1">
              <a:off x="9282159" y="1848634"/>
              <a:ext cx="608733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90178CE-56EA-D2E5-A089-FCD78A89E54E}"/>
                </a:ext>
              </a:extLst>
            </p:cNvPr>
            <p:cNvCxnSpPr>
              <a:cxnSpLocks/>
              <a:stCxn id="39" idx="3"/>
              <a:endCxn id="16" idx="1"/>
            </p:cNvCxnSpPr>
            <p:nvPr/>
          </p:nvCxnSpPr>
          <p:spPr>
            <a:xfrm>
              <a:off x="10515581" y="1848634"/>
              <a:ext cx="63604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6421242-26B3-5842-CF5B-7BF42345CF16}"/>
                </a:ext>
              </a:extLst>
            </p:cNvPr>
            <p:cNvSpPr txBox="1"/>
            <p:nvPr/>
          </p:nvSpPr>
          <p:spPr>
            <a:xfrm>
              <a:off x="6771774" y="1604190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31C6CCE-B773-DC42-44FC-FCC1C188EB70}"/>
                </a:ext>
              </a:extLst>
            </p:cNvPr>
            <p:cNvSpPr txBox="1"/>
            <p:nvPr/>
          </p:nvSpPr>
          <p:spPr>
            <a:xfrm>
              <a:off x="8007140" y="1604190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FD39080-FB48-0FC9-9867-DDF0F80597D7}"/>
                </a:ext>
              </a:extLst>
            </p:cNvPr>
            <p:cNvSpPr txBox="1"/>
            <p:nvPr/>
          </p:nvSpPr>
          <p:spPr>
            <a:xfrm>
              <a:off x="9237744" y="1604190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D3C08CA-156C-D615-D0E0-B279CBD13A9B}"/>
                </a:ext>
              </a:extLst>
            </p:cNvPr>
            <p:cNvSpPr txBox="1"/>
            <p:nvPr/>
          </p:nvSpPr>
          <p:spPr>
            <a:xfrm>
              <a:off x="10488255" y="1604190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7ED7AAF-57A2-E163-8020-7D1632FD25B2}"/>
              </a:ext>
            </a:extLst>
          </p:cNvPr>
          <p:cNvGrpSpPr/>
          <p:nvPr/>
        </p:nvGrpSpPr>
        <p:grpSpPr>
          <a:xfrm>
            <a:off x="7975031" y="2093077"/>
            <a:ext cx="2228206" cy="1097281"/>
            <a:chOff x="7975031" y="2093077"/>
            <a:chExt cx="2228206" cy="1097281"/>
          </a:xfrm>
        </p:grpSpPr>
        <p:cxnSp>
          <p:nvCxnSpPr>
            <p:cNvPr id="83" name="Connector: Elbow 82">
              <a:extLst>
                <a:ext uri="{FF2B5EF4-FFF2-40B4-BE49-F238E27FC236}">
                  <a16:creationId xmlns:a16="http://schemas.microsoft.com/office/drawing/2014/main" id="{14B2AF3E-4121-8ADA-8229-BDD99CA57830}"/>
                </a:ext>
              </a:extLst>
            </p:cNvPr>
            <p:cNvCxnSpPr>
              <a:stCxn id="43" idx="3"/>
              <a:endCxn id="39" idx="2"/>
            </p:cNvCxnSpPr>
            <p:nvPr/>
          </p:nvCxnSpPr>
          <p:spPr>
            <a:xfrm flipV="1">
              <a:off x="8002263" y="2093077"/>
              <a:ext cx="2200974" cy="784839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F5CE42B-9AF9-AC89-8DB6-6239039E7895}"/>
                </a:ext>
              </a:extLst>
            </p:cNvPr>
            <p:cNvSpPr txBox="1"/>
            <p:nvPr/>
          </p:nvSpPr>
          <p:spPr>
            <a:xfrm>
              <a:off x="7975031" y="2851804"/>
              <a:ext cx="6655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last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436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2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D7A0-F57C-60EA-7C4C-5C32A442A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D4AAF-971A-316D-6D75-5A847925E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5226719" cy="1097280"/>
          </a:xfrm>
        </p:spPr>
        <p:txBody>
          <a:bodyPr/>
          <a:lstStyle/>
          <a:p>
            <a:r>
              <a:rPr lang="nl-NL" dirty="0" err="1"/>
              <a:t>Singly</a:t>
            </a:r>
            <a:r>
              <a:rPr lang="nl-NL" dirty="0"/>
              <a:t> </a:t>
            </a:r>
            <a:r>
              <a:rPr lang="nl-NL" dirty="0" err="1"/>
              <a:t>linked</a:t>
            </a:r>
            <a:r>
              <a:rPr lang="nl-NL" dirty="0"/>
              <a:t> </a:t>
            </a:r>
            <a:r>
              <a:rPr lang="nl-NL" dirty="0" err="1"/>
              <a:t>lists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2EAF41-7BAB-21B0-1B34-D9533F118B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8817896" cy="3566160"/>
              </a:xfrm>
            </p:spPr>
            <p:txBody>
              <a:bodyPr>
                <a:normAutofit/>
              </a:bodyPr>
              <a:lstStyle/>
              <a:p>
                <a:r>
                  <a:rPr lang="nl-NL" dirty="0"/>
                  <a:t>“</a:t>
                </a:r>
                <a:r>
                  <a:rPr lang="nl-NL" dirty="0" err="1"/>
                  <a:t>Indexing</a:t>
                </a:r>
                <a:r>
                  <a:rPr lang="nl-NL" dirty="0"/>
                  <a:t>” is more </a:t>
                </a:r>
                <a:r>
                  <a:rPr lang="nl-NL" dirty="0" err="1"/>
                  <a:t>challenging</a:t>
                </a:r>
                <a:r>
                  <a:rPr lang="nl-NL" dirty="0"/>
                  <a:t> </a:t>
                </a:r>
                <a:r>
                  <a:rPr lang="nl-NL" dirty="0" err="1"/>
                  <a:t>than</a:t>
                </a:r>
                <a:r>
                  <a:rPr lang="nl-NL" dirty="0"/>
                  <a:t> </a:t>
                </a:r>
                <a:r>
                  <a:rPr lang="nl-NL" dirty="0" err="1"/>
                  <a:t>for</a:t>
                </a:r>
                <a:r>
                  <a:rPr lang="nl-NL" dirty="0"/>
                  <a:t> arrays</a:t>
                </a:r>
              </a:p>
              <a:p>
                <a:pPr lvl="1"/>
                <a:r>
                  <a:rPr lang="nl-NL" dirty="0" err="1"/>
                  <a:t>Can’t</a:t>
                </a:r>
                <a:r>
                  <a:rPr lang="nl-NL" dirty="0"/>
                  <a:t> </a:t>
                </a:r>
                <a:r>
                  <a:rPr lang="nl-NL" dirty="0" err="1"/>
                  <a:t>compute</a:t>
                </a:r>
                <a:r>
                  <a:rPr lang="nl-NL" dirty="0"/>
                  <a:t> memory </a:t>
                </a:r>
                <a:r>
                  <a:rPr lang="nl-NL" dirty="0" err="1"/>
                  <a:t>address</a:t>
                </a:r>
                <a:r>
                  <a:rPr lang="nl-NL" dirty="0"/>
                  <a:t> of element at index </a:t>
                </a:r>
                <a:r>
                  <a:rPr lang="nl-NL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idx</a:t>
                </a:r>
                <a:endPara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lvl="1"/>
                <a:r>
                  <a:rPr lang="nl-NL" dirty="0" err="1"/>
                  <a:t>Instead</a:t>
                </a:r>
                <a:r>
                  <a:rPr lang="nl-NL" dirty="0"/>
                  <a:t>, </a:t>
                </a:r>
                <a:r>
                  <a:rPr lang="nl-NL" dirty="0" err="1"/>
                  <a:t>need</a:t>
                </a:r>
                <a:r>
                  <a:rPr lang="nl-NL" dirty="0"/>
                  <a:t> loop – </a:t>
                </a:r>
                <a:r>
                  <a:rPr lang="nl-NL" b="1" dirty="0"/>
                  <a:t>time </a:t>
                </a:r>
                <a:r>
                  <a:rPr lang="nl-NL" b="1" dirty="0" err="1"/>
                  <a:t>complexity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nl-NL" dirty="0"/>
                  <a:t>! (</a:t>
                </a:r>
                <a:r>
                  <a:rPr lang="nl-NL" dirty="0" err="1"/>
                  <a:t>sequential</a:t>
                </a:r>
                <a:r>
                  <a:rPr lang="nl-NL" dirty="0"/>
                  <a:t> access)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2EAF41-7BAB-21B0-1B34-D9533F118B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8817896" cy="3566160"/>
              </a:xfrm>
              <a:blipFill>
                <a:blip r:embed="rId2"/>
                <a:stretch>
                  <a:fillRect l="-415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A8A0519-E4C7-9F51-25C4-E5AC05DA8DC6}"/>
              </a:ext>
            </a:extLst>
          </p:cNvPr>
          <p:cNvSpPr txBox="1"/>
          <p:nvPr/>
        </p:nvSpPr>
        <p:spPr>
          <a:xfrm>
            <a:off x="8485418" y="467324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NULL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981CFBE-4175-16D7-9D68-2B0D44C6288D}"/>
              </a:ext>
            </a:extLst>
          </p:cNvPr>
          <p:cNvSpPr/>
          <p:nvPr/>
        </p:nvSpPr>
        <p:spPr>
          <a:xfrm>
            <a:off x="7224687" y="4613464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40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5755058-9721-8F5F-BD57-0D89382468E3}"/>
              </a:ext>
            </a:extLst>
          </p:cNvPr>
          <p:cNvSpPr/>
          <p:nvPr/>
        </p:nvSpPr>
        <p:spPr>
          <a:xfrm>
            <a:off x="5991265" y="4613466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0B74660-7751-7409-41FA-96D669BFD09E}"/>
              </a:ext>
            </a:extLst>
          </p:cNvPr>
          <p:cNvSpPr/>
          <p:nvPr/>
        </p:nvSpPr>
        <p:spPr>
          <a:xfrm>
            <a:off x="4742617" y="4613465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332B69D-52CE-F705-D10B-F55D29B3A6A6}"/>
              </a:ext>
            </a:extLst>
          </p:cNvPr>
          <p:cNvSpPr/>
          <p:nvPr/>
        </p:nvSpPr>
        <p:spPr>
          <a:xfrm>
            <a:off x="3451692" y="4613464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0DB52DC-3863-871D-BCA6-E198CB330838}"/>
              </a:ext>
            </a:extLst>
          </p:cNvPr>
          <p:cNvSpPr/>
          <p:nvPr/>
        </p:nvSpPr>
        <p:spPr>
          <a:xfrm>
            <a:off x="4481239" y="5642746"/>
            <a:ext cx="854819" cy="488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List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2F74AEC3-CF1E-80E2-6AD1-B53E346E54D9}"/>
              </a:ext>
            </a:extLst>
          </p:cNvPr>
          <p:cNvCxnSpPr>
            <a:cxnSpLocks/>
            <a:stCxn id="43" idx="1"/>
            <a:endCxn id="19" idx="2"/>
          </p:cNvCxnSpPr>
          <p:nvPr/>
        </p:nvCxnSpPr>
        <p:spPr>
          <a:xfrm rot="10800000">
            <a:off x="1035151" y="5102352"/>
            <a:ext cx="3446088" cy="78483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21C4823-4406-37F6-C539-67636E09CACA}"/>
              </a:ext>
            </a:extLst>
          </p:cNvPr>
          <p:cNvSpPr txBox="1"/>
          <p:nvPr/>
        </p:nvSpPr>
        <p:spPr>
          <a:xfrm>
            <a:off x="3708665" y="5861078"/>
            <a:ext cx="7857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first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AAFB4ED-1B30-120A-0920-22E0276257F0}"/>
              </a:ext>
            </a:extLst>
          </p:cNvPr>
          <p:cNvCxnSpPr>
            <a:stCxn id="42" idx="3"/>
            <a:endCxn id="41" idx="1"/>
          </p:cNvCxnSpPr>
          <p:nvPr/>
        </p:nvCxnSpPr>
        <p:spPr>
          <a:xfrm>
            <a:off x="4076381" y="4857908"/>
            <a:ext cx="66623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7A27ED1-F4EE-6633-C36E-7A63484719AF}"/>
              </a:ext>
            </a:extLst>
          </p:cNvPr>
          <p:cNvCxnSpPr>
            <a:cxnSpLocks/>
            <a:stCxn id="41" idx="3"/>
            <a:endCxn id="40" idx="1"/>
          </p:cNvCxnSpPr>
          <p:nvPr/>
        </p:nvCxnSpPr>
        <p:spPr>
          <a:xfrm>
            <a:off x="5367306" y="4857909"/>
            <a:ext cx="62395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8A18D81-689A-14EF-5EC5-01492EDB6528}"/>
              </a:ext>
            </a:extLst>
          </p:cNvPr>
          <p:cNvCxnSpPr>
            <a:cxnSpLocks/>
            <a:stCxn id="40" idx="3"/>
            <a:endCxn id="39" idx="1"/>
          </p:cNvCxnSpPr>
          <p:nvPr/>
        </p:nvCxnSpPr>
        <p:spPr>
          <a:xfrm flipV="1">
            <a:off x="6615954" y="4857908"/>
            <a:ext cx="608733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6174D77-E782-E92F-3BFC-C8BCCD18357E}"/>
              </a:ext>
            </a:extLst>
          </p:cNvPr>
          <p:cNvCxnSpPr>
            <a:cxnSpLocks/>
            <a:stCxn id="39" idx="3"/>
            <a:endCxn id="16" idx="1"/>
          </p:cNvCxnSpPr>
          <p:nvPr/>
        </p:nvCxnSpPr>
        <p:spPr>
          <a:xfrm>
            <a:off x="7849376" y="4857908"/>
            <a:ext cx="6360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FBCBB8B-C0C1-F411-CA32-832BF4E5B71A}"/>
              </a:ext>
            </a:extLst>
          </p:cNvPr>
          <p:cNvSpPr txBox="1"/>
          <p:nvPr/>
        </p:nvSpPr>
        <p:spPr>
          <a:xfrm>
            <a:off x="4105569" y="4613464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45D1C0D-3E4C-D379-E8B2-AD3788403287}"/>
              </a:ext>
            </a:extLst>
          </p:cNvPr>
          <p:cNvSpPr txBox="1"/>
          <p:nvPr/>
        </p:nvSpPr>
        <p:spPr>
          <a:xfrm>
            <a:off x="5340935" y="4613464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9B48393-67B3-27D6-3AD7-D4F6943B7D42}"/>
              </a:ext>
            </a:extLst>
          </p:cNvPr>
          <p:cNvSpPr txBox="1"/>
          <p:nvPr/>
        </p:nvSpPr>
        <p:spPr>
          <a:xfrm>
            <a:off x="6571539" y="4613464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D26E759-FFB5-3BB8-8908-7BFB9B43A1AF}"/>
              </a:ext>
            </a:extLst>
          </p:cNvPr>
          <p:cNvSpPr txBox="1"/>
          <p:nvPr/>
        </p:nvSpPr>
        <p:spPr>
          <a:xfrm>
            <a:off x="7822050" y="4613464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7425E612-F8C0-5717-8B8F-6FECE89B8707}"/>
              </a:ext>
            </a:extLst>
          </p:cNvPr>
          <p:cNvCxnSpPr>
            <a:stCxn id="43" idx="3"/>
            <a:endCxn id="39" idx="2"/>
          </p:cNvCxnSpPr>
          <p:nvPr/>
        </p:nvCxnSpPr>
        <p:spPr>
          <a:xfrm flipV="1">
            <a:off x="5336058" y="5102351"/>
            <a:ext cx="2200974" cy="78483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EE147E75-4AFF-9BA0-88A6-FD1FD707FD3D}"/>
              </a:ext>
            </a:extLst>
          </p:cNvPr>
          <p:cNvSpPr txBox="1"/>
          <p:nvPr/>
        </p:nvSpPr>
        <p:spPr>
          <a:xfrm>
            <a:off x="5308826" y="5861078"/>
            <a:ext cx="6655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last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67939D-BA9A-59C1-A98A-ECFC28F3BF66}"/>
              </a:ext>
            </a:extLst>
          </p:cNvPr>
          <p:cNvSpPr txBox="1"/>
          <p:nvPr/>
        </p:nvSpPr>
        <p:spPr>
          <a:xfrm>
            <a:off x="6571539" y="398788"/>
            <a:ext cx="5376793" cy="22108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get(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List *list,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index) {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Node*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list-&gt;first;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index &gt; </a:t>
            </a:r>
            <a:r>
              <a:rPr lang="nl-NL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index--;</a:t>
            </a: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nl-NL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nl-NL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nl-NL" dirty="0" err="1">
                <a:solidFill>
                  <a:srgbClr val="008000"/>
                </a:solidFill>
                <a:latin typeface="Consolas" panose="020B0609020204030204" pitchFamily="49" charset="0"/>
              </a:rPr>
              <a:t>might</a:t>
            </a:r>
            <a:r>
              <a:rPr lang="nl-NL" dirty="0">
                <a:solidFill>
                  <a:srgbClr val="008000"/>
                </a:solidFill>
                <a:latin typeface="Consolas" panose="020B0609020204030204" pitchFamily="49" charset="0"/>
              </a:rPr>
              <a:t> crash!</a:t>
            </a:r>
            <a:endParaRPr lang="nl-NL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E7393A-6B19-8FE8-218A-21BA7E675C9D}"/>
              </a:ext>
            </a:extLst>
          </p:cNvPr>
          <p:cNvSpPr/>
          <p:nvPr/>
        </p:nvSpPr>
        <p:spPr>
          <a:xfrm>
            <a:off x="2087249" y="4613464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5A15BBB-0124-EA98-93C7-4908DBE6767E}"/>
              </a:ext>
            </a:extLst>
          </p:cNvPr>
          <p:cNvSpPr/>
          <p:nvPr/>
        </p:nvSpPr>
        <p:spPr>
          <a:xfrm>
            <a:off x="722806" y="4613464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35CBCE-0E71-D316-9B71-F09B9A41DAA3}"/>
              </a:ext>
            </a:extLst>
          </p:cNvPr>
          <p:cNvSpPr txBox="1"/>
          <p:nvPr/>
        </p:nvSpPr>
        <p:spPr>
          <a:xfrm>
            <a:off x="1415587" y="4613464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C9B297-BF9C-B3EE-1153-AC091B4A6CE7}"/>
              </a:ext>
            </a:extLst>
          </p:cNvPr>
          <p:cNvSpPr txBox="1"/>
          <p:nvPr/>
        </p:nvSpPr>
        <p:spPr>
          <a:xfrm>
            <a:off x="2734024" y="4613464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364AA7-8CF2-DA24-5070-6F24BEA3BC7E}"/>
              </a:ext>
            </a:extLst>
          </p:cNvPr>
          <p:cNvCxnSpPr>
            <a:stCxn id="19" idx="3"/>
            <a:endCxn id="18" idx="1"/>
          </p:cNvCxnSpPr>
          <p:nvPr/>
        </p:nvCxnSpPr>
        <p:spPr>
          <a:xfrm>
            <a:off x="1347495" y="4857908"/>
            <a:ext cx="7397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D83F1D3-4CD8-85F6-3447-1423AB909F4E}"/>
              </a:ext>
            </a:extLst>
          </p:cNvPr>
          <p:cNvCxnSpPr>
            <a:cxnSpLocks/>
            <a:stCxn id="18" idx="3"/>
            <a:endCxn id="42" idx="1"/>
          </p:cNvCxnSpPr>
          <p:nvPr/>
        </p:nvCxnSpPr>
        <p:spPr>
          <a:xfrm>
            <a:off x="2711938" y="4857908"/>
            <a:ext cx="73975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BEA6431-3AA4-21BE-A879-B6511C3C398C}"/>
              </a:ext>
            </a:extLst>
          </p:cNvPr>
          <p:cNvGrpSpPr/>
          <p:nvPr/>
        </p:nvGrpSpPr>
        <p:grpSpPr>
          <a:xfrm>
            <a:off x="404208" y="3931692"/>
            <a:ext cx="1261884" cy="681772"/>
            <a:chOff x="404208" y="3931692"/>
            <a:chExt cx="1261884" cy="68177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0102265-59CA-FAF4-D331-15FFA99F9E6C}"/>
                </a:ext>
              </a:extLst>
            </p:cNvPr>
            <p:cNvSpPr txBox="1"/>
            <p:nvPr/>
          </p:nvSpPr>
          <p:spPr>
            <a:xfrm>
              <a:off x="404208" y="3931692"/>
              <a:ext cx="12618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nl-NL" dirty="0" err="1">
                  <a:solidFill>
                    <a:srgbClr val="7030A0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ptr</a:t>
              </a:r>
              <a:endPara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F27DCBA-FC79-947C-8100-E3F29878B0DE}"/>
                </a:ext>
              </a:extLst>
            </p:cNvPr>
            <p:cNvCxnSpPr>
              <a:cxnSpLocks/>
              <a:stCxn id="28" idx="2"/>
              <a:endCxn id="19" idx="0"/>
            </p:cNvCxnSpPr>
            <p:nvPr/>
          </p:nvCxnSpPr>
          <p:spPr>
            <a:xfrm>
              <a:off x="1035150" y="4301024"/>
              <a:ext cx="1" cy="312440"/>
            </a:xfrm>
            <a:prstGeom prst="straightConnector1">
              <a:avLst/>
            </a:prstGeom>
            <a:ln w="3810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65" name="index4">
            <a:extLst>
              <a:ext uri="{FF2B5EF4-FFF2-40B4-BE49-F238E27FC236}">
                <a16:creationId xmlns:a16="http://schemas.microsoft.com/office/drawing/2014/main" id="{E00FCBFB-415F-C621-280B-4F4A2FB37B18}"/>
              </a:ext>
            </a:extLst>
          </p:cNvPr>
          <p:cNvSpPr txBox="1"/>
          <p:nvPr/>
        </p:nvSpPr>
        <p:spPr>
          <a:xfrm>
            <a:off x="8776335" y="5273414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index = 4</a:t>
            </a:r>
          </a:p>
        </p:txBody>
      </p:sp>
      <p:sp>
        <p:nvSpPr>
          <p:cNvPr id="66" name="index3">
            <a:extLst>
              <a:ext uri="{FF2B5EF4-FFF2-40B4-BE49-F238E27FC236}">
                <a16:creationId xmlns:a16="http://schemas.microsoft.com/office/drawing/2014/main" id="{74518714-018B-D18D-E3AB-051B9B4350A6}"/>
              </a:ext>
            </a:extLst>
          </p:cNvPr>
          <p:cNvSpPr txBox="1"/>
          <p:nvPr/>
        </p:nvSpPr>
        <p:spPr>
          <a:xfrm>
            <a:off x="8776335" y="5273414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index = 3</a:t>
            </a:r>
          </a:p>
        </p:txBody>
      </p:sp>
      <p:sp>
        <p:nvSpPr>
          <p:cNvPr id="67" name="index2">
            <a:extLst>
              <a:ext uri="{FF2B5EF4-FFF2-40B4-BE49-F238E27FC236}">
                <a16:creationId xmlns:a16="http://schemas.microsoft.com/office/drawing/2014/main" id="{3FFFAFCF-6860-AB76-2FB1-1D3DC5280F96}"/>
              </a:ext>
            </a:extLst>
          </p:cNvPr>
          <p:cNvSpPr txBox="1"/>
          <p:nvPr/>
        </p:nvSpPr>
        <p:spPr>
          <a:xfrm>
            <a:off x="8776335" y="5273414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index = 2</a:t>
            </a:r>
          </a:p>
        </p:txBody>
      </p:sp>
      <p:sp>
        <p:nvSpPr>
          <p:cNvPr id="68" name="index1">
            <a:extLst>
              <a:ext uri="{FF2B5EF4-FFF2-40B4-BE49-F238E27FC236}">
                <a16:creationId xmlns:a16="http://schemas.microsoft.com/office/drawing/2014/main" id="{6FF4A214-3811-4317-B955-28D13BF4C1C8}"/>
              </a:ext>
            </a:extLst>
          </p:cNvPr>
          <p:cNvSpPr txBox="1"/>
          <p:nvPr/>
        </p:nvSpPr>
        <p:spPr>
          <a:xfrm>
            <a:off x="8776335" y="5273414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index = 1</a:t>
            </a:r>
          </a:p>
        </p:txBody>
      </p:sp>
      <p:sp>
        <p:nvSpPr>
          <p:cNvPr id="70" name="index0">
            <a:extLst>
              <a:ext uri="{FF2B5EF4-FFF2-40B4-BE49-F238E27FC236}">
                <a16:creationId xmlns:a16="http://schemas.microsoft.com/office/drawing/2014/main" id="{B68C74D3-EFD3-7470-46F9-BC78E2047159}"/>
              </a:ext>
            </a:extLst>
          </p:cNvPr>
          <p:cNvSpPr txBox="1"/>
          <p:nvPr/>
        </p:nvSpPr>
        <p:spPr>
          <a:xfrm>
            <a:off x="8776335" y="5273414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7030A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index = 0</a:t>
            </a:r>
          </a:p>
        </p:txBody>
      </p:sp>
    </p:spTree>
    <p:extLst>
      <p:ext uri="{BB962C8B-B14F-4D97-AF65-F5344CB8AC3E}">
        <p14:creationId xmlns:p14="http://schemas.microsoft.com/office/powerpoint/2010/main" val="3210088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0.1125 -3.33333E-6 " pathEditMode="relative" rAng="0" ptsTypes="AA">
                                      <p:cBhvr>
                                        <p:cTn id="21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25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25 3.33333E-6 L 0.22421 -0.0004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86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50"/>
                            </p:stCondLst>
                            <p:childTnLst>
                              <p:par>
                                <p:cTn id="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421 -0.00047 L 0.32968 -3.7037E-6 " pathEditMode="relative" rAng="0" ptsTypes="AA">
                                      <p:cBhvr>
                                        <p:cTn id="43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7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50"/>
                            </p:stCondLst>
                            <p:childTnLst>
                              <p:par>
                                <p:cTn id="4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968 3.33333E-6 L 0.43138 -3.33333E-6 " pathEditMode="relative" rAng="0" ptsTypes="AA">
                                      <p:cBhvr>
                                        <p:cTn id="54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78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50"/>
                            </p:stCondLst>
                            <p:childTnLst>
                              <p:par>
                                <p:cTn id="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65" grpId="0"/>
      <p:bldP spid="65" grpId="1"/>
      <p:bldP spid="66" grpId="0"/>
      <p:bldP spid="66" grpId="1"/>
      <p:bldP spid="67" grpId="0"/>
      <p:bldP spid="67" grpId="1"/>
      <p:bldP spid="68" grpId="0"/>
      <p:bldP spid="68" grpId="1"/>
      <p:bldP spid="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C0271-ADF4-F4A3-007F-E0282DB54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66F08-F0B3-411F-804E-23DF03348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5226719" cy="1097280"/>
          </a:xfrm>
        </p:spPr>
        <p:txBody>
          <a:bodyPr/>
          <a:lstStyle/>
          <a:p>
            <a:r>
              <a:rPr lang="nl-NL" dirty="0" err="1"/>
              <a:t>Singly</a:t>
            </a:r>
            <a:r>
              <a:rPr lang="nl-NL" dirty="0"/>
              <a:t> </a:t>
            </a:r>
            <a:r>
              <a:rPr lang="nl-NL" dirty="0" err="1"/>
              <a:t>linked</a:t>
            </a:r>
            <a:r>
              <a:rPr lang="nl-NL" dirty="0"/>
              <a:t> </a:t>
            </a:r>
            <a:r>
              <a:rPr lang="nl-NL" dirty="0" err="1"/>
              <a:t>lists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65AD1C-339F-5EDC-8ADD-906FDA7A38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8141970" cy="3566160"/>
              </a:xfrm>
            </p:spPr>
            <p:txBody>
              <a:bodyPr>
                <a:normAutofit/>
              </a:bodyPr>
              <a:lstStyle/>
              <a:p>
                <a:r>
                  <a:rPr lang="nl-NL" dirty="0" err="1"/>
                  <a:t>Prepend</a:t>
                </a:r>
                <a:r>
                  <a:rPr lang="nl-NL" dirty="0"/>
                  <a:t> a node - </a:t>
                </a:r>
                <a:r>
                  <a:rPr lang="nl-NL" dirty="0" err="1"/>
                  <a:t>makes</a:t>
                </a:r>
                <a:r>
                  <a:rPr lang="nl-NL" dirty="0"/>
                  <a:t> a new node </a:t>
                </a:r>
                <a:r>
                  <a:rPr lang="nl-NL" dirty="0" err="1"/>
                  <a:t>the</a:t>
                </a:r>
                <a:r>
                  <a:rPr lang="nl-NL" dirty="0"/>
                  <a:t> first node</a:t>
                </a:r>
              </a:p>
              <a:p>
                <a:pPr lvl="1"/>
                <a:r>
                  <a:rPr lang="nl-NL" dirty="0" err="1"/>
                  <a:t>Requires</a:t>
                </a:r>
                <a:r>
                  <a:rPr lang="nl-NL" dirty="0"/>
                  <a:t> updating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first</a:t>
                </a:r>
                <a:r>
                  <a:rPr lang="nl-NL" dirty="0"/>
                  <a:t> pointer</a:t>
                </a:r>
              </a:p>
              <a:p>
                <a:pPr lvl="1"/>
                <a:r>
                  <a:rPr lang="nl-NL" dirty="0"/>
                  <a:t>Independent of </a:t>
                </a:r>
                <a:r>
                  <a:rPr lang="nl-NL" dirty="0" err="1"/>
                  <a:t>length</a:t>
                </a:r>
                <a:r>
                  <a:rPr lang="nl-NL" dirty="0"/>
                  <a:t> of list, </a:t>
                </a:r>
                <a:r>
                  <a:rPr lang="nl-NL" dirty="0" err="1"/>
                  <a:t>so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nl-NL" dirty="0"/>
                  <a:t>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65AD1C-339F-5EDC-8ADD-906FDA7A38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8141970" cy="3566160"/>
              </a:xfrm>
              <a:blipFill>
                <a:blip r:embed="rId2"/>
                <a:stretch>
                  <a:fillRect l="-449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8EB87B1F-8A2D-7F10-A00C-629B050EF6DF}"/>
              </a:ext>
            </a:extLst>
          </p:cNvPr>
          <p:cNvSpPr txBox="1"/>
          <p:nvPr/>
        </p:nvSpPr>
        <p:spPr>
          <a:xfrm>
            <a:off x="8485418" y="467324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NULL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D6195B1-0278-17E6-2D72-8B37B742F3F7}"/>
              </a:ext>
            </a:extLst>
          </p:cNvPr>
          <p:cNvSpPr/>
          <p:nvPr/>
        </p:nvSpPr>
        <p:spPr>
          <a:xfrm>
            <a:off x="7224687" y="4613464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40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204EF42-17C9-44D2-2266-0DB7CEA0E7DF}"/>
              </a:ext>
            </a:extLst>
          </p:cNvPr>
          <p:cNvSpPr/>
          <p:nvPr/>
        </p:nvSpPr>
        <p:spPr>
          <a:xfrm>
            <a:off x="5991265" y="4613466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AC7A6A8-0C6A-95A8-D2C2-6FAA8E1CF3FA}"/>
              </a:ext>
            </a:extLst>
          </p:cNvPr>
          <p:cNvSpPr/>
          <p:nvPr/>
        </p:nvSpPr>
        <p:spPr>
          <a:xfrm>
            <a:off x="4742617" y="4613465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7EDE892-8935-8EAA-BB4D-22B29F9573EB}"/>
              </a:ext>
            </a:extLst>
          </p:cNvPr>
          <p:cNvSpPr/>
          <p:nvPr/>
        </p:nvSpPr>
        <p:spPr>
          <a:xfrm>
            <a:off x="3451692" y="4613464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CF197DF-00B2-60F5-ED28-CA77D62A711E}"/>
              </a:ext>
            </a:extLst>
          </p:cNvPr>
          <p:cNvSpPr/>
          <p:nvPr/>
        </p:nvSpPr>
        <p:spPr>
          <a:xfrm>
            <a:off x="4481239" y="5642746"/>
            <a:ext cx="854819" cy="488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List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262E958E-FA7F-4163-01D5-BE25DD54921C}"/>
              </a:ext>
            </a:extLst>
          </p:cNvPr>
          <p:cNvCxnSpPr>
            <a:stCxn id="43" idx="1"/>
            <a:endCxn id="42" idx="2"/>
          </p:cNvCxnSpPr>
          <p:nvPr/>
        </p:nvCxnSpPr>
        <p:spPr>
          <a:xfrm rot="10800000">
            <a:off x="3764037" y="5102352"/>
            <a:ext cx="717202" cy="78483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132BB74-67B4-D130-A7B7-0735EB3EC96D}"/>
              </a:ext>
            </a:extLst>
          </p:cNvPr>
          <p:cNvSpPr txBox="1"/>
          <p:nvPr/>
        </p:nvSpPr>
        <p:spPr>
          <a:xfrm>
            <a:off x="3708665" y="5861078"/>
            <a:ext cx="7857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first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0726B8E-89ED-89BF-3F10-19ABB8257AAE}"/>
              </a:ext>
            </a:extLst>
          </p:cNvPr>
          <p:cNvCxnSpPr>
            <a:stCxn id="42" idx="3"/>
            <a:endCxn id="41" idx="1"/>
          </p:cNvCxnSpPr>
          <p:nvPr/>
        </p:nvCxnSpPr>
        <p:spPr>
          <a:xfrm>
            <a:off x="4076381" y="4857908"/>
            <a:ext cx="66623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FFD5212-8A36-D16B-FE4E-8E599B155CCD}"/>
              </a:ext>
            </a:extLst>
          </p:cNvPr>
          <p:cNvCxnSpPr>
            <a:cxnSpLocks/>
            <a:stCxn id="41" idx="3"/>
            <a:endCxn id="40" idx="1"/>
          </p:cNvCxnSpPr>
          <p:nvPr/>
        </p:nvCxnSpPr>
        <p:spPr>
          <a:xfrm>
            <a:off x="5367306" y="4857909"/>
            <a:ext cx="62395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70050ED-E6DE-D947-688E-665F622A98F9}"/>
              </a:ext>
            </a:extLst>
          </p:cNvPr>
          <p:cNvCxnSpPr>
            <a:cxnSpLocks/>
            <a:stCxn id="40" idx="3"/>
            <a:endCxn id="39" idx="1"/>
          </p:cNvCxnSpPr>
          <p:nvPr/>
        </p:nvCxnSpPr>
        <p:spPr>
          <a:xfrm flipV="1">
            <a:off x="6615954" y="4857908"/>
            <a:ext cx="608733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0F3188F-C5D5-5BF5-2900-CDF06642E8AA}"/>
              </a:ext>
            </a:extLst>
          </p:cNvPr>
          <p:cNvCxnSpPr>
            <a:cxnSpLocks/>
            <a:stCxn id="39" idx="3"/>
            <a:endCxn id="16" idx="1"/>
          </p:cNvCxnSpPr>
          <p:nvPr/>
        </p:nvCxnSpPr>
        <p:spPr>
          <a:xfrm>
            <a:off x="7849376" y="4857908"/>
            <a:ext cx="6360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1B595A1-2BE2-3138-1A9F-B8E11A9394D5}"/>
              </a:ext>
            </a:extLst>
          </p:cNvPr>
          <p:cNvSpPr txBox="1"/>
          <p:nvPr/>
        </p:nvSpPr>
        <p:spPr>
          <a:xfrm>
            <a:off x="4105569" y="4613464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3D6C96A-5FEF-4A6B-D5EA-F5B349B1C115}"/>
              </a:ext>
            </a:extLst>
          </p:cNvPr>
          <p:cNvSpPr txBox="1"/>
          <p:nvPr/>
        </p:nvSpPr>
        <p:spPr>
          <a:xfrm>
            <a:off x="5340935" y="4613464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A843953-A0B5-DF9D-27C4-5214EEE0AB1E}"/>
              </a:ext>
            </a:extLst>
          </p:cNvPr>
          <p:cNvSpPr txBox="1"/>
          <p:nvPr/>
        </p:nvSpPr>
        <p:spPr>
          <a:xfrm>
            <a:off x="6571539" y="4613464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DA85ED1-E9C1-CB75-3299-724FF7E39DAE}"/>
              </a:ext>
            </a:extLst>
          </p:cNvPr>
          <p:cNvSpPr txBox="1"/>
          <p:nvPr/>
        </p:nvSpPr>
        <p:spPr>
          <a:xfrm>
            <a:off x="7822050" y="4613464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ED222DFC-696F-E46D-F6C6-2A6DC4387EA6}"/>
              </a:ext>
            </a:extLst>
          </p:cNvPr>
          <p:cNvCxnSpPr>
            <a:stCxn id="43" idx="3"/>
            <a:endCxn id="39" idx="2"/>
          </p:cNvCxnSpPr>
          <p:nvPr/>
        </p:nvCxnSpPr>
        <p:spPr>
          <a:xfrm flipV="1">
            <a:off x="5336058" y="5102351"/>
            <a:ext cx="2200974" cy="78483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5392738B-4C7E-F9EC-ADA3-D3D5A219D499}"/>
              </a:ext>
            </a:extLst>
          </p:cNvPr>
          <p:cNvSpPr txBox="1"/>
          <p:nvPr/>
        </p:nvSpPr>
        <p:spPr>
          <a:xfrm>
            <a:off x="5308826" y="5861078"/>
            <a:ext cx="6655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last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4A5136-9E7B-4BCF-3A82-4EC4C1F9AE15}"/>
              </a:ext>
            </a:extLst>
          </p:cNvPr>
          <p:cNvSpPr/>
          <p:nvPr/>
        </p:nvSpPr>
        <p:spPr>
          <a:xfrm>
            <a:off x="2004836" y="4613464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5</a:t>
            </a: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B3E9AB05-AD13-2417-7BD7-3A074336340D}"/>
              </a:ext>
            </a:extLst>
          </p:cNvPr>
          <p:cNvCxnSpPr>
            <a:cxnSpLocks/>
            <a:stCxn id="43" idx="1"/>
            <a:endCxn id="4" idx="2"/>
          </p:cNvCxnSpPr>
          <p:nvPr/>
        </p:nvCxnSpPr>
        <p:spPr>
          <a:xfrm rot="10800000">
            <a:off x="2317181" y="5102352"/>
            <a:ext cx="2164058" cy="78483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17B28E-B37B-FA72-ABED-B92E395EF874}"/>
              </a:ext>
            </a:extLst>
          </p:cNvPr>
          <p:cNvCxnSpPr>
            <a:cxnSpLocks/>
            <a:stCxn id="4" idx="3"/>
            <a:endCxn id="42" idx="1"/>
          </p:cNvCxnSpPr>
          <p:nvPr/>
        </p:nvCxnSpPr>
        <p:spPr>
          <a:xfrm>
            <a:off x="2629525" y="4857908"/>
            <a:ext cx="8221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C164DB-C58E-9DB5-7559-0568AE6D133D}"/>
              </a:ext>
            </a:extLst>
          </p:cNvPr>
          <p:cNvSpPr txBox="1"/>
          <p:nvPr/>
        </p:nvSpPr>
        <p:spPr>
          <a:xfrm>
            <a:off x="2664327" y="4613463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sp>
        <p:nvSpPr>
          <p:cNvPr id="15" name="Thought Bubble: Cloud 14">
            <a:extLst>
              <a:ext uri="{FF2B5EF4-FFF2-40B4-BE49-F238E27FC236}">
                <a16:creationId xmlns:a16="http://schemas.microsoft.com/office/drawing/2014/main" id="{AEC844B7-E747-5D77-F25E-6A0987A3F82E}"/>
              </a:ext>
            </a:extLst>
          </p:cNvPr>
          <p:cNvSpPr/>
          <p:nvPr/>
        </p:nvSpPr>
        <p:spPr>
          <a:xfrm>
            <a:off x="8782050" y="1688736"/>
            <a:ext cx="3452421" cy="2984506"/>
          </a:xfrm>
          <a:prstGeom prst="cloudCallout">
            <a:avLst>
              <a:gd name="adj1" fmla="val 44775"/>
              <a:gd name="adj2" fmla="val 633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dirty="0">
                <a:latin typeface="Aptos" panose="020B0004020202020204" pitchFamily="34" charset="0"/>
              </a:rPr>
              <a:t>How </a:t>
            </a:r>
            <a:r>
              <a:rPr lang="nl-NL" sz="2400" dirty="0" err="1">
                <a:latin typeface="Aptos" panose="020B0004020202020204" pitchFamily="34" charset="0"/>
              </a:rPr>
              <a:t>about</a:t>
            </a:r>
            <a:endParaRPr lang="nl-NL" sz="2400" dirty="0">
              <a:latin typeface="Aptos" panose="020B0004020202020204" pitchFamily="34" charset="0"/>
            </a:endParaRPr>
          </a:p>
          <a:p>
            <a:pPr algn="ctr"/>
            <a:r>
              <a:rPr lang="nl-NL" sz="2400" b="1" i="1" dirty="0" err="1">
                <a:latin typeface="Aptos" panose="020B0004020202020204" pitchFamily="34" charset="0"/>
              </a:rPr>
              <a:t>appending</a:t>
            </a:r>
            <a:r>
              <a:rPr lang="nl-NL" sz="2400" dirty="0">
                <a:latin typeface="Aptos" panose="020B0004020202020204" pitchFamily="34" charset="0"/>
              </a:rPr>
              <a:t> a node?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EC3E9B-01A7-4638-B925-0A04C925054F}"/>
              </a:ext>
            </a:extLst>
          </p:cNvPr>
          <p:cNvSpPr txBox="1"/>
          <p:nvPr/>
        </p:nvSpPr>
        <p:spPr>
          <a:xfrm>
            <a:off x="9094394" y="5399413"/>
            <a:ext cx="25907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nl-NL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prepend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 *list,</a:t>
            </a:r>
          </a:p>
          <a:p>
            <a:pPr>
              <a:buNone/>
            </a:pPr>
            <a:r>
              <a:rPr lang="nl-NL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 *</a:t>
            </a:r>
            <a:r>
              <a:rPr lang="nl-NL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new_node</a:t>
            </a:r>
            <a:r>
              <a:rPr lang="nl-NL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7822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99999-C3F8-5270-ADA8-F56446A6D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4265-9772-2182-3C99-BA71C17D3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5226719" cy="1097280"/>
          </a:xfrm>
        </p:spPr>
        <p:txBody>
          <a:bodyPr/>
          <a:lstStyle/>
          <a:p>
            <a:r>
              <a:rPr lang="nl-NL" dirty="0" err="1"/>
              <a:t>Singly</a:t>
            </a:r>
            <a:r>
              <a:rPr lang="nl-NL" dirty="0"/>
              <a:t> </a:t>
            </a:r>
            <a:r>
              <a:rPr lang="nl-NL" dirty="0" err="1"/>
              <a:t>linked</a:t>
            </a:r>
            <a:r>
              <a:rPr lang="nl-NL" dirty="0"/>
              <a:t> </a:t>
            </a:r>
            <a:r>
              <a:rPr lang="nl-NL" dirty="0" err="1"/>
              <a:t>lists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83389C-AC5B-5F97-DC59-9FF5E79FDE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6539318" cy="3566160"/>
              </a:xfrm>
            </p:spPr>
            <p:txBody>
              <a:bodyPr>
                <a:normAutofit/>
              </a:bodyPr>
              <a:lstStyle/>
              <a:p>
                <a:r>
                  <a:rPr lang="nl-NL" dirty="0" err="1"/>
                  <a:t>Insert</a:t>
                </a:r>
                <a:r>
                  <a:rPr lang="nl-NL" dirty="0"/>
                  <a:t> a new node </a:t>
                </a:r>
                <a:r>
                  <a:rPr lang="nl-NL" b="1" dirty="0" err="1"/>
                  <a:t>after</a:t>
                </a:r>
                <a:r>
                  <a:rPr lang="nl-NL" dirty="0"/>
                  <a:t> a </a:t>
                </a:r>
                <a:r>
                  <a:rPr lang="nl-NL" dirty="0" err="1"/>
                  <a:t>given</a:t>
                </a:r>
                <a:r>
                  <a:rPr lang="nl-NL" dirty="0"/>
                  <a:t> node</a:t>
                </a:r>
              </a:p>
              <a:p>
                <a:pPr lvl="1"/>
                <a:r>
                  <a:rPr lang="nl-NL" dirty="0" err="1"/>
                  <a:t>Requires</a:t>
                </a:r>
                <a:r>
                  <a:rPr lang="nl-NL" dirty="0"/>
                  <a:t> updating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given</a:t>
                </a:r>
                <a:r>
                  <a:rPr lang="nl-NL" dirty="0"/>
                  <a:t> </a:t>
                </a:r>
                <a:r>
                  <a:rPr lang="nl-NL" dirty="0" err="1"/>
                  <a:t>node’s</a:t>
                </a:r>
                <a:r>
                  <a:rPr lang="nl-NL" dirty="0"/>
                  <a:t> </a:t>
                </a:r>
                <a:r>
                  <a:rPr lang="nl-NL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next</a:t>
                </a:r>
                <a:r>
                  <a:rPr lang="nl-NL" dirty="0"/>
                  <a:t> pointer</a:t>
                </a:r>
              </a:p>
              <a:p>
                <a:pPr lvl="1"/>
                <a:r>
                  <a:rPr lang="nl-NL" dirty="0"/>
                  <a:t>Effort independent of </a:t>
                </a:r>
                <a:r>
                  <a:rPr lang="nl-NL" dirty="0" err="1"/>
                  <a:t>length</a:t>
                </a:r>
                <a:r>
                  <a:rPr lang="nl-NL" dirty="0"/>
                  <a:t> of list, </a:t>
                </a:r>
                <a:r>
                  <a:rPr lang="nl-NL" dirty="0" err="1"/>
                  <a:t>so</a:t>
                </a:r>
                <a:r>
                  <a:rPr lang="nl-NL" dirty="0"/>
                  <a:t> 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nl-NL" dirty="0"/>
                  <a:t>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83389C-AC5B-5F97-DC59-9FF5E79FD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6539318" cy="3566160"/>
              </a:xfrm>
              <a:blipFill>
                <a:blip r:embed="rId2"/>
                <a:stretch>
                  <a:fillRect l="-559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C9C5003-1C93-0D6C-31AD-192DAEF4413E}"/>
              </a:ext>
            </a:extLst>
          </p:cNvPr>
          <p:cNvSpPr txBox="1"/>
          <p:nvPr/>
        </p:nvSpPr>
        <p:spPr>
          <a:xfrm>
            <a:off x="8485418" y="467324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NULL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0AB81E8-8BC7-20C1-930B-66BFA5410C55}"/>
              </a:ext>
            </a:extLst>
          </p:cNvPr>
          <p:cNvSpPr/>
          <p:nvPr/>
        </p:nvSpPr>
        <p:spPr>
          <a:xfrm>
            <a:off x="7224687" y="4613464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40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03D8BA3-EB95-FE2B-0B82-7F07D514F62F}"/>
              </a:ext>
            </a:extLst>
          </p:cNvPr>
          <p:cNvSpPr/>
          <p:nvPr/>
        </p:nvSpPr>
        <p:spPr>
          <a:xfrm>
            <a:off x="5991265" y="4613466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E529F8D-39A6-3881-7770-B37FF0C2688F}"/>
              </a:ext>
            </a:extLst>
          </p:cNvPr>
          <p:cNvSpPr/>
          <p:nvPr/>
        </p:nvSpPr>
        <p:spPr>
          <a:xfrm>
            <a:off x="4742617" y="4613465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7D57097-A515-8DA3-E97A-AE190826A26A}"/>
              </a:ext>
            </a:extLst>
          </p:cNvPr>
          <p:cNvSpPr/>
          <p:nvPr/>
        </p:nvSpPr>
        <p:spPr>
          <a:xfrm>
            <a:off x="3451692" y="4613464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3DC62178-7B3D-3234-BE76-E01F2E59E654}"/>
              </a:ext>
            </a:extLst>
          </p:cNvPr>
          <p:cNvSpPr/>
          <p:nvPr/>
        </p:nvSpPr>
        <p:spPr>
          <a:xfrm>
            <a:off x="4481239" y="5642746"/>
            <a:ext cx="854819" cy="488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List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5F5C4728-A526-80EE-F14C-F33C222366C0}"/>
              </a:ext>
            </a:extLst>
          </p:cNvPr>
          <p:cNvCxnSpPr>
            <a:stCxn id="43" idx="1"/>
            <a:endCxn id="42" idx="2"/>
          </p:cNvCxnSpPr>
          <p:nvPr/>
        </p:nvCxnSpPr>
        <p:spPr>
          <a:xfrm rot="10800000">
            <a:off x="3764037" y="5102352"/>
            <a:ext cx="717202" cy="78483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EBC5A00-FD6F-9EE5-B443-3B41B1FC4AD4}"/>
              </a:ext>
            </a:extLst>
          </p:cNvPr>
          <p:cNvSpPr txBox="1"/>
          <p:nvPr/>
        </p:nvSpPr>
        <p:spPr>
          <a:xfrm>
            <a:off x="3708665" y="5861078"/>
            <a:ext cx="7857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first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9C38F4A-8B4C-8F72-92FD-307B0492C2C6}"/>
              </a:ext>
            </a:extLst>
          </p:cNvPr>
          <p:cNvCxnSpPr>
            <a:stCxn id="42" idx="3"/>
            <a:endCxn id="41" idx="1"/>
          </p:cNvCxnSpPr>
          <p:nvPr/>
        </p:nvCxnSpPr>
        <p:spPr>
          <a:xfrm>
            <a:off x="4076381" y="4857908"/>
            <a:ext cx="66623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A94CC39-02F0-C676-F2BD-9E90BB604986}"/>
              </a:ext>
            </a:extLst>
          </p:cNvPr>
          <p:cNvCxnSpPr>
            <a:cxnSpLocks/>
            <a:stCxn id="41" idx="3"/>
            <a:endCxn id="40" idx="1"/>
          </p:cNvCxnSpPr>
          <p:nvPr/>
        </p:nvCxnSpPr>
        <p:spPr>
          <a:xfrm>
            <a:off x="5367306" y="4857909"/>
            <a:ext cx="62395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4B329E3-20A1-1D16-CD8C-6F3AC3C72824}"/>
              </a:ext>
            </a:extLst>
          </p:cNvPr>
          <p:cNvCxnSpPr>
            <a:cxnSpLocks/>
            <a:stCxn id="39" idx="3"/>
            <a:endCxn id="16" idx="1"/>
          </p:cNvCxnSpPr>
          <p:nvPr/>
        </p:nvCxnSpPr>
        <p:spPr>
          <a:xfrm>
            <a:off x="7849376" y="4857908"/>
            <a:ext cx="6360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D483BAE5-809D-D6D0-5E6D-7C87185BE7C3}"/>
              </a:ext>
            </a:extLst>
          </p:cNvPr>
          <p:cNvSpPr txBox="1"/>
          <p:nvPr/>
        </p:nvSpPr>
        <p:spPr>
          <a:xfrm>
            <a:off x="4105569" y="4613464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FF3646-9D12-6536-A355-D58D7FDE689F}"/>
              </a:ext>
            </a:extLst>
          </p:cNvPr>
          <p:cNvSpPr txBox="1"/>
          <p:nvPr/>
        </p:nvSpPr>
        <p:spPr>
          <a:xfrm>
            <a:off x="5340935" y="4613464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8E841F-2FBB-3AC7-A069-4E5B4191E6DA}"/>
              </a:ext>
            </a:extLst>
          </p:cNvPr>
          <p:cNvGrpSpPr/>
          <p:nvPr/>
        </p:nvGrpSpPr>
        <p:grpSpPr>
          <a:xfrm>
            <a:off x="6571539" y="4613464"/>
            <a:ext cx="653148" cy="307777"/>
            <a:chOff x="6571539" y="4613464"/>
            <a:chExt cx="653148" cy="307777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E08968E-0DC3-56BF-322E-20114EB5EB01}"/>
                </a:ext>
              </a:extLst>
            </p:cNvPr>
            <p:cNvCxnSpPr>
              <a:cxnSpLocks/>
              <a:stCxn id="40" idx="3"/>
              <a:endCxn id="39" idx="1"/>
            </p:cNvCxnSpPr>
            <p:nvPr/>
          </p:nvCxnSpPr>
          <p:spPr>
            <a:xfrm flipV="1">
              <a:off x="6615954" y="4857908"/>
              <a:ext cx="608733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774726E-C14E-0A01-482A-41161E5DF3C8}"/>
                </a:ext>
              </a:extLst>
            </p:cNvPr>
            <p:cNvSpPr txBox="1"/>
            <p:nvPr/>
          </p:nvSpPr>
          <p:spPr>
            <a:xfrm>
              <a:off x="6571539" y="4613464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B5679529-FEE0-227B-04F7-3D4ED3BF3FA0}"/>
              </a:ext>
            </a:extLst>
          </p:cNvPr>
          <p:cNvSpPr txBox="1"/>
          <p:nvPr/>
        </p:nvSpPr>
        <p:spPr>
          <a:xfrm>
            <a:off x="7822050" y="4613464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AF6E89EE-DA6B-808A-DEF8-11CD3A7310AB}"/>
              </a:ext>
            </a:extLst>
          </p:cNvPr>
          <p:cNvCxnSpPr>
            <a:stCxn id="43" idx="3"/>
            <a:endCxn id="39" idx="2"/>
          </p:cNvCxnSpPr>
          <p:nvPr/>
        </p:nvCxnSpPr>
        <p:spPr>
          <a:xfrm flipV="1">
            <a:off x="5336058" y="5102351"/>
            <a:ext cx="2200974" cy="78483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F3290625-C7F0-D4B1-65B9-0CEFC46AC291}"/>
              </a:ext>
            </a:extLst>
          </p:cNvPr>
          <p:cNvSpPr txBox="1"/>
          <p:nvPr/>
        </p:nvSpPr>
        <p:spPr>
          <a:xfrm>
            <a:off x="5308826" y="5861078"/>
            <a:ext cx="6655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last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6CA985-87F8-6687-DAE7-096ADD4E06CA}"/>
              </a:ext>
            </a:extLst>
          </p:cNvPr>
          <p:cNvGrpSpPr/>
          <p:nvPr/>
        </p:nvGrpSpPr>
        <p:grpSpPr>
          <a:xfrm>
            <a:off x="7224687" y="3336626"/>
            <a:ext cx="624689" cy="1276838"/>
            <a:chOff x="7224687" y="3336626"/>
            <a:chExt cx="624689" cy="127683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5D95AC-B3CB-CE8E-5A0D-FE469D70DA4E}"/>
                </a:ext>
              </a:extLst>
            </p:cNvPr>
            <p:cNvSpPr/>
            <p:nvPr/>
          </p:nvSpPr>
          <p:spPr>
            <a:xfrm>
              <a:off x="7224687" y="3336626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35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544041F-E698-B321-C949-117764650483}"/>
                </a:ext>
              </a:extLst>
            </p:cNvPr>
            <p:cNvCxnSpPr>
              <a:cxnSpLocks/>
              <a:stCxn id="4" idx="2"/>
              <a:endCxn id="39" idx="0"/>
            </p:cNvCxnSpPr>
            <p:nvPr/>
          </p:nvCxnSpPr>
          <p:spPr>
            <a:xfrm>
              <a:off x="7537032" y="3825513"/>
              <a:ext cx="0" cy="78795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CAB7F5-418E-F2B5-5E65-25E6032BB577}"/>
                </a:ext>
              </a:extLst>
            </p:cNvPr>
            <p:cNvSpPr txBox="1"/>
            <p:nvPr/>
          </p:nvSpPr>
          <p:spPr>
            <a:xfrm rot="5400000">
              <a:off x="7364232" y="3916068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79AB9EA-5505-BD67-1670-AD5A3F9CD0F0}"/>
              </a:ext>
            </a:extLst>
          </p:cNvPr>
          <p:cNvGrpSpPr/>
          <p:nvPr/>
        </p:nvGrpSpPr>
        <p:grpSpPr>
          <a:xfrm>
            <a:off x="6022513" y="3581071"/>
            <a:ext cx="1202173" cy="1092171"/>
            <a:chOff x="6022513" y="3581071"/>
            <a:chExt cx="1202173" cy="1092171"/>
          </a:xfrm>
        </p:grpSpPr>
        <p:cxnSp>
          <p:nvCxnSpPr>
            <p:cNvPr id="14" name="Connector: Elbow 13">
              <a:extLst>
                <a:ext uri="{FF2B5EF4-FFF2-40B4-BE49-F238E27FC236}">
                  <a16:creationId xmlns:a16="http://schemas.microsoft.com/office/drawing/2014/main" id="{747BEF50-DD55-0BDB-C1AC-F9AE34908FCE}"/>
                </a:ext>
              </a:extLst>
            </p:cNvPr>
            <p:cNvCxnSpPr>
              <a:stCxn id="40" idx="0"/>
              <a:endCxn id="4" idx="1"/>
            </p:cNvCxnSpPr>
            <p:nvPr/>
          </p:nvCxnSpPr>
          <p:spPr>
            <a:xfrm rot="5400000" flipH="1" flipV="1">
              <a:off x="6247950" y="3636730"/>
              <a:ext cx="1032396" cy="921077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5368D43-ACD1-8CA1-1746-4077D655AD58}"/>
                </a:ext>
              </a:extLst>
            </p:cNvPr>
            <p:cNvSpPr txBox="1"/>
            <p:nvPr/>
          </p:nvSpPr>
          <p:spPr>
            <a:xfrm rot="16200000">
              <a:off x="5872472" y="4215424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D9959E9-F447-8CA5-8589-6DCD3D93735B}"/>
              </a:ext>
            </a:extLst>
          </p:cNvPr>
          <p:cNvGrpSpPr/>
          <p:nvPr/>
        </p:nvGrpSpPr>
        <p:grpSpPr>
          <a:xfrm>
            <a:off x="5873725" y="5102353"/>
            <a:ext cx="857927" cy="778388"/>
            <a:chOff x="5873725" y="5102353"/>
            <a:chExt cx="857927" cy="77838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C73F163-B92E-A54C-0E57-6231FC944CFE}"/>
                </a:ext>
              </a:extLst>
            </p:cNvPr>
            <p:cNvSpPr txBox="1"/>
            <p:nvPr/>
          </p:nvSpPr>
          <p:spPr>
            <a:xfrm>
              <a:off x="5873725" y="5511409"/>
              <a:ext cx="857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given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5665572-3769-E49C-320A-09E0B0B64B47}"/>
                </a:ext>
              </a:extLst>
            </p:cNvPr>
            <p:cNvCxnSpPr>
              <a:stCxn id="19" idx="0"/>
              <a:endCxn id="40" idx="2"/>
            </p:cNvCxnSpPr>
            <p:nvPr/>
          </p:nvCxnSpPr>
          <p:spPr>
            <a:xfrm flipV="1">
              <a:off x="6302689" y="5102353"/>
              <a:ext cx="921" cy="409056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3962B819-5CFF-5DE9-7C76-6BFB26A89407}"/>
              </a:ext>
            </a:extLst>
          </p:cNvPr>
          <p:cNvSpPr txBox="1"/>
          <p:nvPr/>
        </p:nvSpPr>
        <p:spPr>
          <a:xfrm>
            <a:off x="8847055" y="2633472"/>
            <a:ext cx="25907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insert_after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 *given,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 *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new_node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5" name="Thought Bubble: Cloud 24">
            <a:extLst>
              <a:ext uri="{FF2B5EF4-FFF2-40B4-BE49-F238E27FC236}">
                <a16:creationId xmlns:a16="http://schemas.microsoft.com/office/drawing/2014/main" id="{49A86698-C250-4D5D-604B-0282F552B3AF}"/>
              </a:ext>
            </a:extLst>
          </p:cNvPr>
          <p:cNvSpPr/>
          <p:nvPr/>
        </p:nvSpPr>
        <p:spPr>
          <a:xfrm>
            <a:off x="198822" y="3912564"/>
            <a:ext cx="2926879" cy="2500193"/>
          </a:xfrm>
          <a:prstGeom prst="cloudCallout">
            <a:avLst>
              <a:gd name="adj1" fmla="val -51553"/>
              <a:gd name="adj2" fmla="val 6332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dirty="0">
                <a:latin typeface="Aptos" panose="020B0004020202020204" pitchFamily="34" charset="0"/>
              </a:rPr>
              <a:t>How </a:t>
            </a:r>
            <a:r>
              <a:rPr lang="nl-NL" sz="2400" dirty="0" err="1">
                <a:latin typeface="Aptos" panose="020B0004020202020204" pitchFamily="34" charset="0"/>
              </a:rPr>
              <a:t>about</a:t>
            </a:r>
            <a:r>
              <a:rPr lang="nl-NL" sz="2400" dirty="0">
                <a:latin typeface="Aptos" panose="020B0004020202020204" pitchFamily="34" charset="0"/>
              </a:rPr>
              <a:t> </a:t>
            </a:r>
            <a:r>
              <a:rPr lang="nl-NL" sz="2400" dirty="0" err="1">
                <a:latin typeface="Aptos" panose="020B0004020202020204" pitchFamily="34" charset="0"/>
              </a:rPr>
              <a:t>inserting</a:t>
            </a:r>
            <a:r>
              <a:rPr lang="nl-NL" sz="2400" dirty="0">
                <a:latin typeface="Aptos" panose="020B0004020202020204" pitchFamily="34" charset="0"/>
              </a:rPr>
              <a:t> </a:t>
            </a:r>
            <a:r>
              <a:rPr lang="nl-NL" sz="2400" b="1" i="1" dirty="0" err="1">
                <a:latin typeface="Aptos" panose="020B0004020202020204" pitchFamily="34" charset="0"/>
              </a:rPr>
              <a:t>before</a:t>
            </a:r>
            <a:r>
              <a:rPr lang="nl-NL" sz="2400" b="1" i="1" dirty="0">
                <a:latin typeface="Aptos" panose="020B0004020202020204" pitchFamily="34" charset="0"/>
              </a:rPr>
              <a:t> </a:t>
            </a:r>
            <a:r>
              <a:rPr lang="nl-NL" sz="2400" dirty="0">
                <a:latin typeface="Aptos" panose="020B0004020202020204" pitchFamily="34" charset="0"/>
              </a:rPr>
              <a:t>a node?</a:t>
            </a:r>
          </a:p>
        </p:txBody>
      </p:sp>
    </p:spTree>
    <p:extLst>
      <p:ext uri="{BB962C8B-B14F-4D97-AF65-F5344CB8AC3E}">
        <p14:creationId xmlns:p14="http://schemas.microsoft.com/office/powerpoint/2010/main" val="1390846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1B45E-C5AB-479B-3558-F03593CDF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42066-9E0A-3A10-5F8F-B4F0EA8C0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5226719" cy="1097280"/>
          </a:xfrm>
        </p:spPr>
        <p:txBody>
          <a:bodyPr/>
          <a:lstStyle/>
          <a:p>
            <a:r>
              <a:rPr lang="nl-NL" dirty="0" err="1"/>
              <a:t>Singly</a:t>
            </a:r>
            <a:r>
              <a:rPr lang="nl-NL" dirty="0"/>
              <a:t> </a:t>
            </a:r>
            <a:r>
              <a:rPr lang="nl-NL" dirty="0" err="1"/>
              <a:t>linked</a:t>
            </a:r>
            <a:r>
              <a:rPr lang="nl-NL" dirty="0"/>
              <a:t> </a:t>
            </a:r>
            <a:r>
              <a:rPr lang="nl-NL" dirty="0" err="1"/>
              <a:t>lists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7A9EE-A62C-D5D6-A8D6-F53058498E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6539318" cy="3566160"/>
              </a:xfrm>
            </p:spPr>
            <p:txBody>
              <a:bodyPr>
                <a:normAutofit/>
              </a:bodyPr>
              <a:lstStyle/>
              <a:p>
                <a:r>
                  <a:rPr lang="nl-NL" dirty="0" err="1"/>
                  <a:t>Remove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b="1" dirty="0"/>
                  <a:t>first</a:t>
                </a:r>
                <a:r>
                  <a:rPr lang="nl-NL" dirty="0"/>
                  <a:t> node</a:t>
                </a:r>
              </a:p>
              <a:p>
                <a:pPr lvl="1"/>
                <a:r>
                  <a:rPr lang="nl-NL" dirty="0"/>
                  <a:t>Requires updating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first</a:t>
                </a:r>
                <a:r>
                  <a:rPr lang="nl-NL" dirty="0"/>
                  <a:t> pointer</a:t>
                </a:r>
              </a:p>
              <a:p>
                <a:pPr lvl="1"/>
                <a:r>
                  <a:rPr lang="nl-NL" dirty="0"/>
                  <a:t>Independent of </a:t>
                </a:r>
                <a:r>
                  <a:rPr lang="nl-NL" dirty="0" err="1"/>
                  <a:t>length</a:t>
                </a:r>
                <a:r>
                  <a:rPr lang="nl-NL" dirty="0"/>
                  <a:t> of list, </a:t>
                </a:r>
                <a:r>
                  <a:rPr lang="nl-NL" dirty="0" err="1"/>
                  <a:t>so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nl-NL" dirty="0"/>
                  <a:t>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E7A9EE-A62C-D5D6-A8D6-F53058498E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6539318" cy="3566160"/>
              </a:xfrm>
              <a:blipFill>
                <a:blip r:embed="rId2"/>
                <a:stretch>
                  <a:fillRect l="-559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55084C3C-E4DF-60F8-A88C-C52D836A3CBB}"/>
              </a:ext>
            </a:extLst>
          </p:cNvPr>
          <p:cNvSpPr txBox="1"/>
          <p:nvPr/>
        </p:nvSpPr>
        <p:spPr>
          <a:xfrm>
            <a:off x="8485418" y="467324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NULL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3B95758-5E1D-0214-19DF-5057098477F5}"/>
              </a:ext>
            </a:extLst>
          </p:cNvPr>
          <p:cNvSpPr/>
          <p:nvPr/>
        </p:nvSpPr>
        <p:spPr>
          <a:xfrm>
            <a:off x="7224687" y="4613464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40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5687CC9-F351-69EF-0DFA-44FFFEA909FA}"/>
              </a:ext>
            </a:extLst>
          </p:cNvPr>
          <p:cNvSpPr/>
          <p:nvPr/>
        </p:nvSpPr>
        <p:spPr>
          <a:xfrm>
            <a:off x="5991265" y="4613466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7F65F19-138E-E8A9-EF04-D8D4A5F43FFE}"/>
              </a:ext>
            </a:extLst>
          </p:cNvPr>
          <p:cNvSpPr/>
          <p:nvPr/>
        </p:nvSpPr>
        <p:spPr>
          <a:xfrm>
            <a:off x="4742617" y="4613465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8354436-2C7B-61E9-C342-F30286658038}"/>
              </a:ext>
            </a:extLst>
          </p:cNvPr>
          <p:cNvSpPr/>
          <p:nvPr/>
        </p:nvSpPr>
        <p:spPr>
          <a:xfrm>
            <a:off x="3451692" y="4613464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C73DA56-F13B-7CDE-CC18-7CEACAF1AFEE}"/>
              </a:ext>
            </a:extLst>
          </p:cNvPr>
          <p:cNvSpPr/>
          <p:nvPr/>
        </p:nvSpPr>
        <p:spPr>
          <a:xfrm>
            <a:off x="4481239" y="5642746"/>
            <a:ext cx="854819" cy="488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List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07C8E440-E518-8483-1AC0-BB745354B803}"/>
              </a:ext>
            </a:extLst>
          </p:cNvPr>
          <p:cNvCxnSpPr>
            <a:stCxn id="43" idx="1"/>
            <a:endCxn id="42" idx="2"/>
          </p:cNvCxnSpPr>
          <p:nvPr/>
        </p:nvCxnSpPr>
        <p:spPr>
          <a:xfrm rot="10800000">
            <a:off x="3764037" y="5102352"/>
            <a:ext cx="717202" cy="78483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20E7904-65FD-B993-B33F-72F1999EC70E}"/>
              </a:ext>
            </a:extLst>
          </p:cNvPr>
          <p:cNvSpPr txBox="1"/>
          <p:nvPr/>
        </p:nvSpPr>
        <p:spPr>
          <a:xfrm>
            <a:off x="3708665" y="5861078"/>
            <a:ext cx="7857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first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084EA9D-B729-01ED-0219-9426CAC01B45}"/>
              </a:ext>
            </a:extLst>
          </p:cNvPr>
          <p:cNvCxnSpPr>
            <a:cxnSpLocks/>
            <a:stCxn id="41" idx="3"/>
            <a:endCxn id="40" idx="1"/>
          </p:cNvCxnSpPr>
          <p:nvPr/>
        </p:nvCxnSpPr>
        <p:spPr>
          <a:xfrm>
            <a:off x="5367306" y="4857909"/>
            <a:ext cx="62395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C67FC67-9056-0959-6401-1053BE46F7C5}"/>
              </a:ext>
            </a:extLst>
          </p:cNvPr>
          <p:cNvCxnSpPr>
            <a:cxnSpLocks/>
            <a:stCxn id="40" idx="3"/>
            <a:endCxn id="39" idx="1"/>
          </p:cNvCxnSpPr>
          <p:nvPr/>
        </p:nvCxnSpPr>
        <p:spPr>
          <a:xfrm flipV="1">
            <a:off x="6615954" y="4857908"/>
            <a:ext cx="608733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FA21242-7450-759C-F296-8A9D268DC0D7}"/>
              </a:ext>
            </a:extLst>
          </p:cNvPr>
          <p:cNvCxnSpPr>
            <a:cxnSpLocks/>
            <a:stCxn id="39" idx="3"/>
            <a:endCxn id="16" idx="1"/>
          </p:cNvCxnSpPr>
          <p:nvPr/>
        </p:nvCxnSpPr>
        <p:spPr>
          <a:xfrm>
            <a:off x="7849376" y="4857908"/>
            <a:ext cx="6360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DFD9EAEE-0D8F-53EF-BE98-875EC6059064}"/>
              </a:ext>
            </a:extLst>
          </p:cNvPr>
          <p:cNvGrpSpPr/>
          <p:nvPr/>
        </p:nvGrpSpPr>
        <p:grpSpPr>
          <a:xfrm>
            <a:off x="4076381" y="4613464"/>
            <a:ext cx="666236" cy="307777"/>
            <a:chOff x="4076381" y="4613464"/>
            <a:chExt cx="666236" cy="307777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0F59B97-CD9E-7E1C-E0E1-F47366623985}"/>
                </a:ext>
              </a:extLst>
            </p:cNvPr>
            <p:cNvCxnSpPr>
              <a:stCxn id="42" idx="3"/>
              <a:endCxn id="41" idx="1"/>
            </p:cNvCxnSpPr>
            <p:nvPr/>
          </p:nvCxnSpPr>
          <p:spPr>
            <a:xfrm>
              <a:off x="4076381" y="4857908"/>
              <a:ext cx="66623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DF7E5A2-B1C8-51CC-05B4-B1DB9EB18888}"/>
                </a:ext>
              </a:extLst>
            </p:cNvPr>
            <p:cNvSpPr txBox="1"/>
            <p:nvPr/>
          </p:nvSpPr>
          <p:spPr>
            <a:xfrm>
              <a:off x="4105569" y="4613464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24EB11BA-8A7C-C664-A07E-27BAE1DB0FFE}"/>
              </a:ext>
            </a:extLst>
          </p:cNvPr>
          <p:cNvSpPr txBox="1"/>
          <p:nvPr/>
        </p:nvSpPr>
        <p:spPr>
          <a:xfrm>
            <a:off x="5340935" y="4613464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BC6339F-3837-6DA0-9191-DA555CA5C813}"/>
              </a:ext>
            </a:extLst>
          </p:cNvPr>
          <p:cNvSpPr txBox="1"/>
          <p:nvPr/>
        </p:nvSpPr>
        <p:spPr>
          <a:xfrm>
            <a:off x="6571539" y="4613464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7EE8074-24FD-DDF3-7BC6-270A50BDD6A6}"/>
              </a:ext>
            </a:extLst>
          </p:cNvPr>
          <p:cNvSpPr txBox="1"/>
          <p:nvPr/>
        </p:nvSpPr>
        <p:spPr>
          <a:xfrm>
            <a:off x="7822050" y="4613464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5C603A37-5FDD-A2C4-805D-D759EA2CD257}"/>
              </a:ext>
            </a:extLst>
          </p:cNvPr>
          <p:cNvCxnSpPr>
            <a:stCxn id="43" idx="3"/>
            <a:endCxn id="39" idx="2"/>
          </p:cNvCxnSpPr>
          <p:nvPr/>
        </p:nvCxnSpPr>
        <p:spPr>
          <a:xfrm flipV="1">
            <a:off x="5336058" y="5102351"/>
            <a:ext cx="2200974" cy="78483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33B2036F-04A0-D9E3-EF16-F49670DCE4F3}"/>
              </a:ext>
            </a:extLst>
          </p:cNvPr>
          <p:cNvSpPr txBox="1"/>
          <p:nvPr/>
        </p:nvSpPr>
        <p:spPr>
          <a:xfrm>
            <a:off x="5308826" y="5861078"/>
            <a:ext cx="6655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last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D13F66-5E80-9452-3C4C-017EEA1F4B16}"/>
              </a:ext>
            </a:extLst>
          </p:cNvPr>
          <p:cNvSpPr txBox="1"/>
          <p:nvPr/>
        </p:nvSpPr>
        <p:spPr>
          <a:xfrm>
            <a:off x="6920320" y="2633471"/>
            <a:ext cx="398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remove_first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(List *list);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0382EA9-CA9E-7716-094B-666C240F2EF1}"/>
              </a:ext>
            </a:extLst>
          </p:cNvPr>
          <p:cNvGrpSpPr/>
          <p:nvPr/>
        </p:nvGrpSpPr>
        <p:grpSpPr>
          <a:xfrm>
            <a:off x="4706220" y="5063015"/>
            <a:ext cx="348742" cy="633507"/>
            <a:chOff x="4706220" y="5063015"/>
            <a:chExt cx="348742" cy="63350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4A98575-D8F0-315D-6C62-DE7B0BDB5A3C}"/>
                </a:ext>
              </a:extLst>
            </p:cNvPr>
            <p:cNvSpPr txBox="1"/>
            <p:nvPr/>
          </p:nvSpPr>
          <p:spPr>
            <a:xfrm rot="17136113">
              <a:off x="4527966" y="5241269"/>
              <a:ext cx="6335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2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first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090842B-9018-D858-BFEB-737517B26D51}"/>
                </a:ext>
              </a:extLst>
            </p:cNvPr>
            <p:cNvCxnSpPr>
              <a:stCxn id="43" idx="0"/>
              <a:endCxn id="41" idx="2"/>
            </p:cNvCxnSpPr>
            <p:nvPr/>
          </p:nvCxnSpPr>
          <p:spPr>
            <a:xfrm flipV="1">
              <a:off x="4908649" y="5102352"/>
              <a:ext cx="146313" cy="54039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Thought Bubble: Cloud 13">
            <a:extLst>
              <a:ext uri="{FF2B5EF4-FFF2-40B4-BE49-F238E27FC236}">
                <a16:creationId xmlns:a16="http://schemas.microsoft.com/office/drawing/2014/main" id="{C4F931BE-07AD-E8AD-F34F-E565F97200D3}"/>
              </a:ext>
            </a:extLst>
          </p:cNvPr>
          <p:cNvSpPr/>
          <p:nvPr/>
        </p:nvSpPr>
        <p:spPr>
          <a:xfrm>
            <a:off x="7809782" y="5037436"/>
            <a:ext cx="4153674" cy="1678665"/>
          </a:xfrm>
          <a:prstGeom prst="cloudCallout">
            <a:avLst>
              <a:gd name="adj1" fmla="val 53400"/>
              <a:gd name="adj2" fmla="val -900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dirty="0">
                <a:latin typeface="Aptos" panose="020B0004020202020204" pitchFamily="34" charset="0"/>
              </a:rPr>
              <a:t>How </a:t>
            </a:r>
            <a:r>
              <a:rPr lang="nl-NL" sz="2400" dirty="0" err="1">
                <a:latin typeface="Aptos" panose="020B0004020202020204" pitchFamily="34" charset="0"/>
              </a:rPr>
              <a:t>about</a:t>
            </a:r>
            <a:r>
              <a:rPr lang="nl-NL" sz="2400" dirty="0">
                <a:latin typeface="Aptos" panose="020B0004020202020204" pitchFamily="34" charset="0"/>
              </a:rPr>
              <a:t> </a:t>
            </a:r>
            <a:r>
              <a:rPr lang="nl-NL" sz="2400" dirty="0" err="1">
                <a:latin typeface="Aptos" panose="020B0004020202020204" pitchFamily="34" charset="0"/>
              </a:rPr>
              <a:t>removing</a:t>
            </a:r>
            <a:r>
              <a:rPr lang="nl-NL" sz="2400" dirty="0">
                <a:latin typeface="Aptos" panose="020B0004020202020204" pitchFamily="34" charset="0"/>
              </a:rPr>
              <a:t> </a:t>
            </a:r>
            <a:r>
              <a:rPr lang="nl-NL" sz="2400" dirty="0" err="1">
                <a:latin typeface="Aptos" panose="020B0004020202020204" pitchFamily="34" charset="0"/>
              </a:rPr>
              <a:t>the</a:t>
            </a:r>
            <a:r>
              <a:rPr lang="nl-NL" sz="2400" dirty="0">
                <a:latin typeface="Aptos" panose="020B0004020202020204" pitchFamily="34" charset="0"/>
              </a:rPr>
              <a:t> </a:t>
            </a:r>
            <a:r>
              <a:rPr lang="nl-NL" sz="2400" b="1" i="1" dirty="0">
                <a:latin typeface="Aptos" panose="020B0004020202020204" pitchFamily="34" charset="0"/>
              </a:rPr>
              <a:t>last </a:t>
            </a:r>
            <a:r>
              <a:rPr lang="nl-NL" sz="2400" dirty="0">
                <a:latin typeface="Aptos" panose="020B0004020202020204" pitchFamily="34" charset="0"/>
              </a:rPr>
              <a:t>node?</a:t>
            </a:r>
          </a:p>
        </p:txBody>
      </p:sp>
    </p:spTree>
    <p:extLst>
      <p:ext uri="{BB962C8B-B14F-4D97-AF65-F5344CB8AC3E}">
        <p14:creationId xmlns:p14="http://schemas.microsoft.com/office/powerpoint/2010/main" val="139533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6" grpId="0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C916C-1C55-84B3-4612-7C9D4549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41CF1-ADF2-185B-833C-A1BEC4DC9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4879500" cy="1097280"/>
          </a:xfrm>
        </p:spPr>
        <p:txBody>
          <a:bodyPr/>
          <a:lstStyle/>
          <a:p>
            <a:r>
              <a:rPr lang="nl-NL" dirty="0" err="1"/>
              <a:t>Doubly</a:t>
            </a:r>
            <a:r>
              <a:rPr lang="nl-NL" dirty="0"/>
              <a:t> </a:t>
            </a:r>
            <a:r>
              <a:rPr lang="nl-NL" dirty="0" err="1"/>
              <a:t>linked</a:t>
            </a:r>
            <a:r>
              <a:rPr lang="nl-NL" dirty="0"/>
              <a:t>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EC7A0-DEBE-3D86-1B16-A8E2E0F5A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6539318" cy="3566160"/>
          </a:xfrm>
        </p:spPr>
        <p:txBody>
          <a:bodyPr>
            <a:normAutofit/>
          </a:bodyPr>
          <a:lstStyle/>
          <a:p>
            <a:endParaRPr lang="nl-NL" dirty="0"/>
          </a:p>
          <a:p>
            <a:endParaRPr lang="nl-NL" dirty="0"/>
          </a:p>
          <a:p>
            <a:r>
              <a:rPr lang="nl-NL" dirty="0" err="1"/>
              <a:t>Each</a:t>
            </a:r>
            <a:r>
              <a:rPr lang="nl-NL" dirty="0"/>
              <a:t> node points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b="1" dirty="0"/>
              <a:t>next</a:t>
            </a:r>
            <a:r>
              <a:rPr lang="nl-NL" dirty="0"/>
              <a:t> </a:t>
            </a:r>
            <a:r>
              <a:rPr lang="nl-NL" i="1" dirty="0" err="1"/>
              <a:t>and</a:t>
            </a:r>
            <a:r>
              <a:rPr lang="nl-NL" dirty="0"/>
              <a:t> </a:t>
            </a:r>
            <a:r>
              <a:rPr lang="nl-NL" b="1" dirty="0" err="1"/>
              <a:t>previous</a:t>
            </a:r>
            <a:r>
              <a:rPr lang="nl-NL" dirty="0"/>
              <a:t> node</a:t>
            </a:r>
          </a:p>
          <a:p>
            <a:r>
              <a:rPr lang="nl-NL" dirty="0" err="1"/>
              <a:t>Easier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:</a:t>
            </a:r>
          </a:p>
          <a:p>
            <a:pPr lvl="1"/>
            <a:r>
              <a:rPr lang="nl-NL" dirty="0" err="1"/>
              <a:t>Insert</a:t>
            </a:r>
            <a:r>
              <a:rPr lang="nl-NL" dirty="0"/>
              <a:t> a new node </a:t>
            </a:r>
            <a:r>
              <a:rPr lang="nl-NL" dirty="0" err="1"/>
              <a:t>before</a:t>
            </a:r>
            <a:r>
              <a:rPr lang="nl-NL" dirty="0"/>
              <a:t> </a:t>
            </a:r>
            <a:r>
              <a:rPr lang="nl-NL" b="1" dirty="0" err="1"/>
              <a:t>any</a:t>
            </a:r>
            <a:r>
              <a:rPr lang="nl-NL" dirty="0"/>
              <a:t> </a:t>
            </a:r>
            <a:r>
              <a:rPr lang="nl-NL" dirty="0" err="1"/>
              <a:t>given</a:t>
            </a:r>
            <a:r>
              <a:rPr lang="nl-NL" dirty="0"/>
              <a:t> node</a:t>
            </a:r>
          </a:p>
          <a:p>
            <a:pPr lvl="1"/>
            <a:r>
              <a:rPr lang="nl-NL" dirty="0" err="1"/>
              <a:t>Remove</a:t>
            </a:r>
            <a:r>
              <a:rPr lang="nl-NL" dirty="0"/>
              <a:t> </a:t>
            </a:r>
            <a:r>
              <a:rPr lang="nl-NL" b="1" dirty="0" err="1"/>
              <a:t>any</a:t>
            </a:r>
            <a:r>
              <a:rPr lang="nl-NL" dirty="0"/>
              <a:t> </a:t>
            </a:r>
            <a:r>
              <a:rPr lang="nl-NL" dirty="0" err="1"/>
              <a:t>given</a:t>
            </a:r>
            <a:r>
              <a:rPr lang="nl-NL" dirty="0"/>
              <a:t> node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DAC6157-8C9B-1F3F-4348-952795B6161C}"/>
              </a:ext>
            </a:extLst>
          </p:cNvPr>
          <p:cNvSpPr txBox="1"/>
          <p:nvPr/>
        </p:nvSpPr>
        <p:spPr>
          <a:xfrm>
            <a:off x="7411253" y="3538744"/>
            <a:ext cx="2970685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Node* next;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Node*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prev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Node;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List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first;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last;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59B0ED-6918-88AB-15F6-2A226593497E}"/>
              </a:ext>
            </a:extLst>
          </p:cNvPr>
          <p:cNvSpPr txBox="1"/>
          <p:nvPr/>
        </p:nvSpPr>
        <p:spPr>
          <a:xfrm>
            <a:off x="10312605" y="2667138"/>
            <a:ext cx="1857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sz="1400" dirty="0">
                <a:latin typeface="Aptos" panose="020B0004020202020204" pitchFamily="34" charset="0"/>
              </a:rPr>
              <a:t>NOTE: Nodes </a:t>
            </a:r>
            <a:r>
              <a:rPr lang="nl-NL" sz="1400" dirty="0" err="1">
                <a:latin typeface="Aptos" panose="020B0004020202020204" pitchFamily="34" charset="0"/>
              </a:rPr>
              <a:t>may</a:t>
            </a:r>
            <a:r>
              <a:rPr lang="nl-NL" sz="1400" dirty="0">
                <a:latin typeface="Aptos" panose="020B0004020202020204" pitchFamily="34" charset="0"/>
              </a:rPr>
              <a:t> </a:t>
            </a:r>
            <a:r>
              <a:rPr lang="nl-NL" sz="1400" dirty="0" err="1">
                <a:latin typeface="Aptos" panose="020B0004020202020204" pitchFamily="34" charset="0"/>
              </a:rPr>
              <a:t>be</a:t>
            </a:r>
            <a:r>
              <a:rPr lang="nl-NL" sz="1400" dirty="0">
                <a:latin typeface="Aptos" panose="020B0004020202020204" pitchFamily="34" charset="0"/>
              </a:rPr>
              <a:t> </a:t>
            </a:r>
          </a:p>
          <a:p>
            <a:pPr algn="ctr"/>
            <a:r>
              <a:rPr lang="nl-NL" sz="1400" dirty="0" err="1">
                <a:latin typeface="Aptos" panose="020B0004020202020204" pitchFamily="34" charset="0"/>
              </a:rPr>
              <a:t>anywhere</a:t>
            </a:r>
            <a:r>
              <a:rPr lang="nl-NL" sz="1400" dirty="0">
                <a:latin typeface="Aptos" panose="020B0004020202020204" pitchFamily="34" charset="0"/>
              </a:rPr>
              <a:t> in memory!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6AD5FA-5D31-4C79-928D-64DF5D01FACA}"/>
              </a:ext>
            </a:extLst>
          </p:cNvPr>
          <p:cNvSpPr txBox="1"/>
          <p:nvPr/>
        </p:nvSpPr>
        <p:spPr>
          <a:xfrm>
            <a:off x="7891724" y="728804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NULL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B030976-50D6-7438-A41A-27717F57D8D4}"/>
              </a:ext>
            </a:extLst>
          </p:cNvPr>
          <p:cNvSpPr/>
          <p:nvPr/>
        </p:nvSpPr>
        <p:spPr>
          <a:xfrm>
            <a:off x="9890892" y="1604190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3392811-A987-E84C-4931-E6CD75DD131B}"/>
              </a:ext>
            </a:extLst>
          </p:cNvPr>
          <p:cNvSpPr/>
          <p:nvPr/>
        </p:nvSpPr>
        <p:spPr>
          <a:xfrm>
            <a:off x="8657470" y="1604192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D75D177-55F9-2BA7-CB0E-DAAFC8D66DB3}"/>
              </a:ext>
            </a:extLst>
          </p:cNvPr>
          <p:cNvSpPr/>
          <p:nvPr/>
        </p:nvSpPr>
        <p:spPr>
          <a:xfrm>
            <a:off x="7408822" y="1604191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AEA5FCD-94FC-F34E-9F6E-CA6FC016769A}"/>
              </a:ext>
            </a:extLst>
          </p:cNvPr>
          <p:cNvSpPr/>
          <p:nvPr/>
        </p:nvSpPr>
        <p:spPr>
          <a:xfrm>
            <a:off x="6117897" y="1604190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A0C6D16-697C-4BC2-CACF-564C16785DF6}"/>
              </a:ext>
            </a:extLst>
          </p:cNvPr>
          <p:cNvSpPr/>
          <p:nvPr/>
        </p:nvSpPr>
        <p:spPr>
          <a:xfrm>
            <a:off x="7147444" y="2633472"/>
            <a:ext cx="854819" cy="488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List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9ADAA18B-431D-5226-4496-E207B405BEE4}"/>
              </a:ext>
            </a:extLst>
          </p:cNvPr>
          <p:cNvCxnSpPr>
            <a:stCxn id="25" idx="1"/>
            <a:endCxn id="24" idx="2"/>
          </p:cNvCxnSpPr>
          <p:nvPr/>
        </p:nvCxnSpPr>
        <p:spPr>
          <a:xfrm rot="10800000">
            <a:off x="6430242" y="2093078"/>
            <a:ext cx="717202" cy="78483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47199B2-C9EA-39BF-0905-9608EEB52084}"/>
              </a:ext>
            </a:extLst>
          </p:cNvPr>
          <p:cNvSpPr txBox="1"/>
          <p:nvPr/>
        </p:nvSpPr>
        <p:spPr>
          <a:xfrm>
            <a:off x="6374870" y="2851804"/>
            <a:ext cx="7857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first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F863AE-7F9E-8965-3AC7-64B92CBE595C}"/>
              </a:ext>
            </a:extLst>
          </p:cNvPr>
          <p:cNvCxnSpPr>
            <a:cxnSpLocks/>
          </p:cNvCxnSpPr>
          <p:nvPr/>
        </p:nvCxnSpPr>
        <p:spPr>
          <a:xfrm>
            <a:off x="6742586" y="1723670"/>
            <a:ext cx="66623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112AE8F-EF09-D1FD-F7C5-DDE9EA5B1BCD}"/>
              </a:ext>
            </a:extLst>
          </p:cNvPr>
          <p:cNvCxnSpPr>
            <a:cxnSpLocks/>
          </p:cNvCxnSpPr>
          <p:nvPr/>
        </p:nvCxnSpPr>
        <p:spPr>
          <a:xfrm>
            <a:off x="8033511" y="1723670"/>
            <a:ext cx="62395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9E847B7-1C52-F17B-0E2C-1FF4629B30B9}"/>
              </a:ext>
            </a:extLst>
          </p:cNvPr>
          <p:cNvCxnSpPr>
            <a:cxnSpLocks/>
          </p:cNvCxnSpPr>
          <p:nvPr/>
        </p:nvCxnSpPr>
        <p:spPr>
          <a:xfrm flipV="1">
            <a:off x="9282159" y="1723670"/>
            <a:ext cx="608733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0383349-749B-A73E-2D3D-000EA8D391E7}"/>
              </a:ext>
            </a:extLst>
          </p:cNvPr>
          <p:cNvSpPr txBox="1"/>
          <p:nvPr/>
        </p:nvSpPr>
        <p:spPr>
          <a:xfrm>
            <a:off x="6771774" y="1450301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4171E7-6FD1-1AE6-D62C-113769625B56}"/>
              </a:ext>
            </a:extLst>
          </p:cNvPr>
          <p:cNvSpPr txBox="1"/>
          <p:nvPr/>
        </p:nvSpPr>
        <p:spPr>
          <a:xfrm>
            <a:off x="8007140" y="1450301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7E611F-5C34-4F40-8F60-A9572E77603E}"/>
              </a:ext>
            </a:extLst>
          </p:cNvPr>
          <p:cNvSpPr txBox="1"/>
          <p:nvPr/>
        </p:nvSpPr>
        <p:spPr>
          <a:xfrm>
            <a:off x="9237744" y="1450301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4D883D8-B842-E037-1179-7E1A0DF1D26D}"/>
              </a:ext>
            </a:extLst>
          </p:cNvPr>
          <p:cNvGrpSpPr/>
          <p:nvPr/>
        </p:nvGrpSpPr>
        <p:grpSpPr>
          <a:xfrm>
            <a:off x="7975031" y="2093077"/>
            <a:ext cx="2228206" cy="1097281"/>
            <a:chOff x="7975031" y="2093077"/>
            <a:chExt cx="2228206" cy="1097281"/>
          </a:xfrm>
        </p:grpSpPr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6F7A9E9E-7E57-4301-CA58-C3295728A67A}"/>
                </a:ext>
              </a:extLst>
            </p:cNvPr>
            <p:cNvCxnSpPr>
              <a:stCxn id="25" idx="3"/>
              <a:endCxn id="21" idx="2"/>
            </p:cNvCxnSpPr>
            <p:nvPr/>
          </p:nvCxnSpPr>
          <p:spPr>
            <a:xfrm flipV="1">
              <a:off x="8002263" y="2093077"/>
              <a:ext cx="2200974" cy="784839"/>
            </a:xfrm>
            <a:prstGeom prst="bentConnector2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D0334D1-76B8-51A5-0193-020266B62297}"/>
                </a:ext>
              </a:extLst>
            </p:cNvPr>
            <p:cNvSpPr txBox="1"/>
            <p:nvPr/>
          </p:nvSpPr>
          <p:spPr>
            <a:xfrm>
              <a:off x="7975031" y="2851804"/>
              <a:ext cx="6655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last</a:t>
              </a:r>
            </a:p>
          </p:txBody>
        </p: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6C36C51-8773-A3D1-F929-2179ECB129B3}"/>
              </a:ext>
            </a:extLst>
          </p:cNvPr>
          <p:cNvCxnSpPr>
            <a:cxnSpLocks/>
          </p:cNvCxnSpPr>
          <p:nvPr/>
        </p:nvCxnSpPr>
        <p:spPr>
          <a:xfrm flipH="1" flipV="1">
            <a:off x="6742586" y="1973596"/>
            <a:ext cx="66623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3BAD8B3-477D-F816-0A94-329E80F97E97}"/>
              </a:ext>
            </a:extLst>
          </p:cNvPr>
          <p:cNvSpPr txBox="1"/>
          <p:nvPr/>
        </p:nvSpPr>
        <p:spPr>
          <a:xfrm>
            <a:off x="6771774" y="1909310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prev</a:t>
            </a:r>
            <a:endParaRPr lang="nl-NL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38C6D97-0B07-2CE9-EEED-A006247D0E90}"/>
              </a:ext>
            </a:extLst>
          </p:cNvPr>
          <p:cNvCxnSpPr>
            <a:cxnSpLocks/>
          </p:cNvCxnSpPr>
          <p:nvPr/>
        </p:nvCxnSpPr>
        <p:spPr>
          <a:xfrm flipH="1" flipV="1">
            <a:off x="8033511" y="1973596"/>
            <a:ext cx="62395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8D135ED-C80D-66B0-EF81-28073150A5E9}"/>
              </a:ext>
            </a:extLst>
          </p:cNvPr>
          <p:cNvCxnSpPr>
            <a:cxnSpLocks/>
          </p:cNvCxnSpPr>
          <p:nvPr/>
        </p:nvCxnSpPr>
        <p:spPr>
          <a:xfrm flipH="1">
            <a:off x="9282159" y="1973595"/>
            <a:ext cx="608733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7649193-726D-4D27-06E2-7DB3231C9B9E}"/>
              </a:ext>
            </a:extLst>
          </p:cNvPr>
          <p:cNvSpPr txBox="1"/>
          <p:nvPr/>
        </p:nvSpPr>
        <p:spPr>
          <a:xfrm>
            <a:off x="8037134" y="1909310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prev</a:t>
            </a:r>
            <a:endParaRPr lang="nl-NL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05CC5FE-C47E-DA31-75DE-A79BAC688A9C}"/>
              </a:ext>
            </a:extLst>
          </p:cNvPr>
          <p:cNvSpPr txBox="1"/>
          <p:nvPr/>
        </p:nvSpPr>
        <p:spPr>
          <a:xfrm>
            <a:off x="9296930" y="1909310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prev</a:t>
            </a:r>
            <a:endParaRPr lang="nl-NL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798F6A71-4288-C440-17A1-7E10DB66D00A}"/>
              </a:ext>
            </a:extLst>
          </p:cNvPr>
          <p:cNvCxnSpPr>
            <a:stCxn id="24" idx="1"/>
            <a:endCxn id="20" idx="1"/>
          </p:cNvCxnSpPr>
          <p:nvPr/>
        </p:nvCxnSpPr>
        <p:spPr>
          <a:xfrm rot="10800000" flipH="1">
            <a:off x="6117896" y="913470"/>
            <a:ext cx="1773827" cy="935164"/>
          </a:xfrm>
          <a:prstGeom prst="bentConnector3">
            <a:avLst>
              <a:gd name="adj1" fmla="val -12887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C3A4B9FD-68C2-611D-704C-E8579F1B811D}"/>
              </a:ext>
            </a:extLst>
          </p:cNvPr>
          <p:cNvCxnSpPr>
            <a:stCxn id="21" idx="3"/>
            <a:endCxn id="20" idx="3"/>
          </p:cNvCxnSpPr>
          <p:nvPr/>
        </p:nvCxnSpPr>
        <p:spPr>
          <a:xfrm flipH="1" flipV="1">
            <a:off x="8614999" y="913470"/>
            <a:ext cx="1900582" cy="935164"/>
          </a:xfrm>
          <a:prstGeom prst="bentConnector3">
            <a:avLst>
              <a:gd name="adj1" fmla="val -1202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10D080A-7A68-66A6-491D-9D6D35A4512F}"/>
              </a:ext>
            </a:extLst>
          </p:cNvPr>
          <p:cNvSpPr txBox="1"/>
          <p:nvPr/>
        </p:nvSpPr>
        <p:spPr>
          <a:xfrm rot="16200000">
            <a:off x="5653839" y="1415632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prev</a:t>
            </a:r>
            <a:endParaRPr lang="nl-NL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C4DC35F-EF48-A98E-F08F-4A30006EA0AC}"/>
              </a:ext>
            </a:extLst>
          </p:cNvPr>
          <p:cNvSpPr txBox="1"/>
          <p:nvPr/>
        </p:nvSpPr>
        <p:spPr>
          <a:xfrm rot="16200000">
            <a:off x="10318307" y="1423052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364444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FF4E7-25F2-2F21-3E65-571ACD6ED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B7055-1069-E9C5-C012-FFF1FF533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4879500" cy="1097280"/>
          </a:xfrm>
        </p:spPr>
        <p:txBody>
          <a:bodyPr/>
          <a:lstStyle/>
          <a:p>
            <a:r>
              <a:rPr lang="nl-NL" dirty="0" err="1"/>
              <a:t>Doubly</a:t>
            </a:r>
            <a:r>
              <a:rPr lang="nl-NL" dirty="0"/>
              <a:t> </a:t>
            </a:r>
            <a:r>
              <a:rPr lang="nl-NL" dirty="0" err="1"/>
              <a:t>linked</a:t>
            </a:r>
            <a:r>
              <a:rPr lang="nl-NL" dirty="0"/>
              <a:t>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E37DF-7670-F437-9F74-718854B2A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5629102" cy="4072128"/>
          </a:xfrm>
        </p:spPr>
        <p:txBody>
          <a:bodyPr>
            <a:normAutofit/>
          </a:bodyPr>
          <a:lstStyle/>
          <a:p>
            <a:r>
              <a:rPr lang="nl-NL" dirty="0"/>
              <a:t>Beware of </a:t>
            </a:r>
            <a:r>
              <a:rPr lang="nl-NL" dirty="0" err="1"/>
              <a:t>the</a:t>
            </a:r>
            <a:r>
              <a:rPr lang="nl-NL" dirty="0"/>
              <a:t> pointer </a:t>
            </a:r>
            <a:r>
              <a:rPr lang="nl-NL" dirty="0" err="1"/>
              <a:t>modifications</a:t>
            </a:r>
            <a:endParaRPr lang="nl-NL" dirty="0"/>
          </a:p>
          <a:p>
            <a:pPr lvl="1"/>
            <a:r>
              <a:rPr lang="nl-NL" dirty="0"/>
              <a:t>Order is important!</a:t>
            </a:r>
          </a:p>
          <a:p>
            <a:pPr lvl="1"/>
            <a:endParaRPr lang="nl-NL" dirty="0"/>
          </a:p>
          <a:p>
            <a:r>
              <a:rPr lang="nl-NL" dirty="0" err="1"/>
              <a:t>Remove</a:t>
            </a:r>
            <a:r>
              <a:rPr lang="nl-NL" dirty="0"/>
              <a:t> (</a:t>
            </a:r>
            <a:r>
              <a:rPr lang="nl-NL" dirty="0" err="1"/>
              <a:t>unlink</a:t>
            </a:r>
            <a:r>
              <a:rPr lang="nl-NL" dirty="0"/>
              <a:t>)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node</a:t>
            </a:r>
            <a:r>
              <a:rPr lang="nl-NL" dirty="0"/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node-&gt;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= node-&gt;next;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node-&gt;next-&gt;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node-&gt;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prev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nl-NL" dirty="0" err="1"/>
              <a:t>Doesn’t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first / last</a:t>
            </a:r>
          </a:p>
          <a:p>
            <a:pPr lvl="1"/>
            <a:r>
              <a:rPr lang="nl-NL" dirty="0"/>
              <a:t>It’s </a:t>
            </a:r>
            <a:r>
              <a:rPr lang="nl-NL" dirty="0" err="1"/>
              <a:t>complicated</a:t>
            </a:r>
            <a:r>
              <a:rPr lang="nl-NL" dirty="0"/>
              <a:t>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4F8092-6155-DE5E-2613-EF844A863C70}"/>
              </a:ext>
            </a:extLst>
          </p:cNvPr>
          <p:cNvSpPr txBox="1"/>
          <p:nvPr/>
        </p:nvSpPr>
        <p:spPr>
          <a:xfrm>
            <a:off x="5784303" y="3344003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NULL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575915A-341C-92A1-A702-0B893A3C3189}"/>
              </a:ext>
            </a:extLst>
          </p:cNvPr>
          <p:cNvSpPr/>
          <p:nvPr/>
        </p:nvSpPr>
        <p:spPr>
          <a:xfrm>
            <a:off x="9606592" y="4304386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40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ACE0F8F-A99D-63B2-7DFF-26DFB20AE569}"/>
              </a:ext>
            </a:extLst>
          </p:cNvPr>
          <p:cNvSpPr/>
          <p:nvPr/>
        </p:nvSpPr>
        <p:spPr>
          <a:xfrm>
            <a:off x="8373170" y="4304388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057BBF3-9B7C-0564-CDDB-40F2A6B1287C}"/>
              </a:ext>
            </a:extLst>
          </p:cNvPr>
          <p:cNvSpPr/>
          <p:nvPr/>
        </p:nvSpPr>
        <p:spPr>
          <a:xfrm>
            <a:off x="7124522" y="4304387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EB7AE1C-9070-E649-6788-CE8BD1166D07}"/>
              </a:ext>
            </a:extLst>
          </p:cNvPr>
          <p:cNvSpPr/>
          <p:nvPr/>
        </p:nvSpPr>
        <p:spPr>
          <a:xfrm>
            <a:off x="5833597" y="4304386"/>
            <a:ext cx="624689" cy="48888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063F1C9-5745-A153-4567-DE285CC9729F}"/>
              </a:ext>
            </a:extLst>
          </p:cNvPr>
          <p:cNvSpPr/>
          <p:nvPr/>
        </p:nvSpPr>
        <p:spPr>
          <a:xfrm>
            <a:off x="6863144" y="5333668"/>
            <a:ext cx="854819" cy="4888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List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7ABE9323-D93D-2203-6AB5-2BB6E2821B24}"/>
              </a:ext>
            </a:extLst>
          </p:cNvPr>
          <p:cNvCxnSpPr>
            <a:stCxn id="25" idx="1"/>
            <a:endCxn id="24" idx="2"/>
          </p:cNvCxnSpPr>
          <p:nvPr/>
        </p:nvCxnSpPr>
        <p:spPr>
          <a:xfrm rot="10800000">
            <a:off x="6145942" y="4793274"/>
            <a:ext cx="717202" cy="78483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920C987-2FE2-4DC3-4217-01E6B4B874C5}"/>
              </a:ext>
            </a:extLst>
          </p:cNvPr>
          <p:cNvSpPr txBox="1"/>
          <p:nvPr/>
        </p:nvSpPr>
        <p:spPr>
          <a:xfrm>
            <a:off x="6090570" y="5552000"/>
            <a:ext cx="7857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first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812EC67-6CDF-2320-A144-394ABEC45921}"/>
              </a:ext>
            </a:extLst>
          </p:cNvPr>
          <p:cNvCxnSpPr>
            <a:cxnSpLocks/>
          </p:cNvCxnSpPr>
          <p:nvPr/>
        </p:nvCxnSpPr>
        <p:spPr>
          <a:xfrm>
            <a:off x="6458286" y="4423866"/>
            <a:ext cx="66623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31A7AA5-3155-016C-6EA4-217BEA386899}"/>
              </a:ext>
            </a:extLst>
          </p:cNvPr>
          <p:cNvCxnSpPr>
            <a:cxnSpLocks/>
          </p:cNvCxnSpPr>
          <p:nvPr/>
        </p:nvCxnSpPr>
        <p:spPr>
          <a:xfrm>
            <a:off x="7749211" y="4423866"/>
            <a:ext cx="62395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9EBFA9-C62E-39AE-6DCB-BB6486385E82}"/>
              </a:ext>
            </a:extLst>
          </p:cNvPr>
          <p:cNvCxnSpPr>
            <a:cxnSpLocks/>
          </p:cNvCxnSpPr>
          <p:nvPr/>
        </p:nvCxnSpPr>
        <p:spPr>
          <a:xfrm flipV="1">
            <a:off x="8997859" y="4423866"/>
            <a:ext cx="608733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A78DC6D-CD48-DA18-4D76-82B0BD4E7699}"/>
              </a:ext>
            </a:extLst>
          </p:cNvPr>
          <p:cNvSpPr txBox="1"/>
          <p:nvPr/>
        </p:nvSpPr>
        <p:spPr>
          <a:xfrm>
            <a:off x="6487474" y="4150497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DE995A-2521-F34A-D3E5-F37E8F763AA4}"/>
              </a:ext>
            </a:extLst>
          </p:cNvPr>
          <p:cNvSpPr txBox="1"/>
          <p:nvPr/>
        </p:nvSpPr>
        <p:spPr>
          <a:xfrm>
            <a:off x="7722840" y="4150497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C2B032-D518-DFE5-910C-CC045E2484AB}"/>
              </a:ext>
            </a:extLst>
          </p:cNvPr>
          <p:cNvSpPr txBox="1"/>
          <p:nvPr/>
        </p:nvSpPr>
        <p:spPr>
          <a:xfrm>
            <a:off x="8953444" y="4150497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01039F15-D1D0-0BBB-48B4-1EC953615A9F}"/>
              </a:ext>
            </a:extLst>
          </p:cNvPr>
          <p:cNvCxnSpPr>
            <a:cxnSpLocks/>
            <a:stCxn id="25" idx="3"/>
            <a:endCxn id="21" idx="2"/>
          </p:cNvCxnSpPr>
          <p:nvPr/>
        </p:nvCxnSpPr>
        <p:spPr>
          <a:xfrm flipV="1">
            <a:off x="7717963" y="4793273"/>
            <a:ext cx="2200974" cy="78483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3769F62-DBEE-5F64-6F3D-D56A177CB1CD}"/>
              </a:ext>
            </a:extLst>
          </p:cNvPr>
          <p:cNvSpPr txBox="1"/>
          <p:nvPr/>
        </p:nvSpPr>
        <p:spPr>
          <a:xfrm>
            <a:off x="7659314" y="5552000"/>
            <a:ext cx="6655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last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EBFD822-94E3-F430-7551-8404268E0B87}"/>
              </a:ext>
            </a:extLst>
          </p:cNvPr>
          <p:cNvCxnSpPr>
            <a:cxnSpLocks/>
          </p:cNvCxnSpPr>
          <p:nvPr/>
        </p:nvCxnSpPr>
        <p:spPr>
          <a:xfrm flipH="1" flipV="1">
            <a:off x="6458286" y="4673792"/>
            <a:ext cx="66623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D0A379E-BBF7-EB05-492F-5D2146D8D407}"/>
              </a:ext>
            </a:extLst>
          </p:cNvPr>
          <p:cNvSpPr txBox="1"/>
          <p:nvPr/>
        </p:nvSpPr>
        <p:spPr>
          <a:xfrm>
            <a:off x="6487474" y="4609506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prev</a:t>
            </a:r>
            <a:endParaRPr lang="nl-NL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6A6A2BB-7F18-8D83-F7E5-7491666C3957}"/>
              </a:ext>
            </a:extLst>
          </p:cNvPr>
          <p:cNvCxnSpPr>
            <a:cxnSpLocks/>
          </p:cNvCxnSpPr>
          <p:nvPr/>
        </p:nvCxnSpPr>
        <p:spPr>
          <a:xfrm flipH="1" flipV="1">
            <a:off x="7749211" y="4673792"/>
            <a:ext cx="623959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5838A26-3B3F-AF9B-7B81-B4ADB3120E4D}"/>
              </a:ext>
            </a:extLst>
          </p:cNvPr>
          <p:cNvCxnSpPr>
            <a:cxnSpLocks/>
          </p:cNvCxnSpPr>
          <p:nvPr/>
        </p:nvCxnSpPr>
        <p:spPr>
          <a:xfrm flipH="1">
            <a:off x="8997859" y="4673791"/>
            <a:ext cx="608733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AF9F4A7-4F1C-1BBB-7F43-29FC469E8470}"/>
              </a:ext>
            </a:extLst>
          </p:cNvPr>
          <p:cNvSpPr txBox="1"/>
          <p:nvPr/>
        </p:nvSpPr>
        <p:spPr>
          <a:xfrm>
            <a:off x="7752834" y="4609506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prev</a:t>
            </a:r>
            <a:endParaRPr lang="nl-NL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5A489E1-1F8B-4CA2-929E-6B7D42E1EDF2}"/>
              </a:ext>
            </a:extLst>
          </p:cNvPr>
          <p:cNvSpPr txBox="1"/>
          <p:nvPr/>
        </p:nvSpPr>
        <p:spPr>
          <a:xfrm>
            <a:off x="9012630" y="4609506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prev</a:t>
            </a:r>
            <a:endParaRPr lang="nl-NL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429CB5-B2F0-7FB8-A022-5F0F15D0ACF4}"/>
              </a:ext>
            </a:extLst>
          </p:cNvPr>
          <p:cNvSpPr txBox="1"/>
          <p:nvPr/>
        </p:nvSpPr>
        <p:spPr>
          <a:xfrm rot="16200000">
            <a:off x="5693260" y="3900549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prev</a:t>
            </a:r>
            <a:endParaRPr lang="nl-NL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5CF3A2-CF82-B981-5EB3-8B777BF8468F}"/>
              </a:ext>
            </a:extLst>
          </p:cNvPr>
          <p:cNvSpPr txBox="1"/>
          <p:nvPr/>
        </p:nvSpPr>
        <p:spPr>
          <a:xfrm>
            <a:off x="10215325" y="4262663"/>
            <a:ext cx="607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7A764-0BDC-3AEB-B322-D408B0BFB71C}"/>
              </a:ext>
            </a:extLst>
          </p:cNvPr>
          <p:cNvSpPr txBox="1"/>
          <p:nvPr/>
        </p:nvSpPr>
        <p:spPr>
          <a:xfrm>
            <a:off x="10825243" y="4358367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NULL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F804313-8EA0-61D8-D19F-7DC6ACA08235}"/>
              </a:ext>
            </a:extLst>
          </p:cNvPr>
          <p:cNvCxnSpPr>
            <a:stCxn id="24" idx="0"/>
            <a:endCxn id="20" idx="2"/>
          </p:cNvCxnSpPr>
          <p:nvPr/>
        </p:nvCxnSpPr>
        <p:spPr>
          <a:xfrm flipH="1" flipV="1">
            <a:off x="6145941" y="3713335"/>
            <a:ext cx="1" cy="5910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48B2B3-FE24-94F7-A01C-7304B753595B}"/>
              </a:ext>
            </a:extLst>
          </p:cNvPr>
          <p:cNvCxnSpPr>
            <a:stCxn id="21" idx="3"/>
            <a:endCxn id="5" idx="1"/>
          </p:cNvCxnSpPr>
          <p:nvPr/>
        </p:nvCxnSpPr>
        <p:spPr>
          <a:xfrm flipV="1">
            <a:off x="10231281" y="4543033"/>
            <a:ext cx="593962" cy="57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53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5F0CD-7913-7C39-B120-F6A57737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C88460-3922-6501-767C-59F913210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nl-NL"/>
              <a:t>Lists</a:t>
            </a:r>
            <a:r>
              <a:rPr lang="nl-NL" dirty="0"/>
              <a:t> versus Arrays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Content Placeholder 2">
                <a:extLst>
                  <a:ext uri="{FF2B5EF4-FFF2-40B4-BE49-F238E27FC236}">
                    <a16:creationId xmlns:a16="http://schemas.microsoft.com/office/drawing/2014/main" id="{86BA43C7-AC85-8C56-A0FA-DC422EFD000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579310"/>
                  </p:ext>
                </p:extLst>
              </p:nvPr>
            </p:nvGraphicFramePr>
            <p:xfrm>
              <a:off x="640079" y="2559050"/>
              <a:ext cx="10890929" cy="37388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10" name="Content Placeholder 2">
                <a:extLst>
                  <a:ext uri="{FF2B5EF4-FFF2-40B4-BE49-F238E27FC236}">
                    <a16:creationId xmlns:a16="http://schemas.microsoft.com/office/drawing/2014/main" id="{86BA43C7-AC85-8C56-A0FA-DC422EFD000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579310"/>
                  </p:ext>
                </p:extLst>
              </p:nvPr>
            </p:nvGraphicFramePr>
            <p:xfrm>
              <a:off x="640079" y="2559050"/>
              <a:ext cx="10890929" cy="3738863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02321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203E3-3966-C75B-6DE5-55F6C1595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96F5A-D233-4F50-FC44-3C4627309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Linked</a:t>
            </a:r>
            <a:r>
              <a:rPr lang="nl-NL" dirty="0"/>
              <a:t> </a:t>
            </a:r>
            <a:r>
              <a:rPr lang="nl-NL" dirty="0" err="1"/>
              <a:t>lists</a:t>
            </a:r>
            <a:r>
              <a:rPr lang="nl-NL" dirty="0"/>
              <a:t> – time </a:t>
            </a:r>
            <a:r>
              <a:rPr lang="nl-NL" dirty="0" err="1"/>
              <a:t>complexities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DACA82F-97C4-81A7-345D-A3628BB8B1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1073880"/>
                  </p:ext>
                </p:extLst>
              </p:nvPr>
            </p:nvGraphicFramePr>
            <p:xfrm>
              <a:off x="1410822" y="2468881"/>
              <a:ext cx="9370356" cy="3606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42589">
                      <a:extLst>
                        <a:ext uri="{9D8B030D-6E8A-4147-A177-3AD203B41FA5}">
                          <a16:colId xmlns:a16="http://schemas.microsoft.com/office/drawing/2014/main" val="3751145843"/>
                        </a:ext>
                      </a:extLst>
                    </a:gridCol>
                    <a:gridCol w="2342589">
                      <a:extLst>
                        <a:ext uri="{9D8B030D-6E8A-4147-A177-3AD203B41FA5}">
                          <a16:colId xmlns:a16="http://schemas.microsoft.com/office/drawing/2014/main" val="2880970057"/>
                        </a:ext>
                      </a:extLst>
                    </a:gridCol>
                    <a:gridCol w="2342589">
                      <a:extLst>
                        <a:ext uri="{9D8B030D-6E8A-4147-A177-3AD203B41FA5}">
                          <a16:colId xmlns:a16="http://schemas.microsoft.com/office/drawing/2014/main" val="70852129"/>
                        </a:ext>
                      </a:extLst>
                    </a:gridCol>
                    <a:gridCol w="2342589">
                      <a:extLst>
                        <a:ext uri="{9D8B030D-6E8A-4147-A177-3AD203B41FA5}">
                          <a16:colId xmlns:a16="http://schemas.microsoft.com/office/drawing/2014/main" val="157072669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/>
                            <a:t>Operation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 err="1"/>
                            <a:t>Singly</a:t>
                          </a:r>
                          <a:r>
                            <a:rPr lang="nl-NL" dirty="0"/>
                            <a:t> </a:t>
                          </a:r>
                          <a:r>
                            <a:rPr lang="nl-NL" dirty="0" err="1"/>
                            <a:t>linked</a:t>
                          </a:r>
                          <a:endParaRPr lang="nl-NL" dirty="0"/>
                        </a:p>
                        <a:p>
                          <a:pPr algn="ctr"/>
                          <a:r>
                            <a:rPr lang="nl-NL" dirty="0"/>
                            <a:t>(tracking first </a:t>
                          </a:r>
                          <a:r>
                            <a:rPr lang="nl-NL" dirty="0" err="1"/>
                            <a:t>only</a:t>
                          </a:r>
                          <a:r>
                            <a:rPr lang="nl-NL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 err="1"/>
                            <a:t>Singly</a:t>
                          </a:r>
                          <a:r>
                            <a:rPr lang="nl-NL" dirty="0"/>
                            <a:t> </a:t>
                          </a:r>
                          <a:r>
                            <a:rPr lang="nl-NL" dirty="0" err="1"/>
                            <a:t>linked</a:t>
                          </a:r>
                          <a:endParaRPr lang="nl-NL" dirty="0"/>
                        </a:p>
                        <a:p>
                          <a:pPr algn="ctr"/>
                          <a:r>
                            <a:rPr lang="nl-NL" dirty="0"/>
                            <a:t>(first + last)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 err="1"/>
                            <a:t>Doubly</a:t>
                          </a:r>
                          <a:r>
                            <a:rPr lang="nl-NL" dirty="0"/>
                            <a:t> </a:t>
                          </a:r>
                          <a:r>
                            <a:rPr lang="nl-NL" dirty="0" err="1"/>
                            <a:t>linked</a:t>
                          </a:r>
                          <a:endParaRPr lang="nl-NL" dirty="0"/>
                        </a:p>
                        <a:p>
                          <a:pPr algn="ctr"/>
                          <a:r>
                            <a:rPr lang="nl-NL" dirty="0"/>
                            <a:t>(first + last)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30493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Access </a:t>
                          </a:r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by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89404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Remove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first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7788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Remove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</a:t>
                          </a:r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any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53623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Remove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last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34959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Insert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</a:t>
                          </a:r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before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200384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Insert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</a:t>
                          </a:r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after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377652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Prepend</a:t>
                          </a:r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35979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Append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29824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DACA82F-97C4-81A7-345D-A3628BB8B13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1073880"/>
                  </p:ext>
                </p:extLst>
              </p:nvPr>
            </p:nvGraphicFramePr>
            <p:xfrm>
              <a:off x="1410822" y="2468881"/>
              <a:ext cx="9370356" cy="3606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42589">
                      <a:extLst>
                        <a:ext uri="{9D8B030D-6E8A-4147-A177-3AD203B41FA5}">
                          <a16:colId xmlns:a16="http://schemas.microsoft.com/office/drawing/2014/main" val="3751145843"/>
                        </a:ext>
                      </a:extLst>
                    </a:gridCol>
                    <a:gridCol w="2342589">
                      <a:extLst>
                        <a:ext uri="{9D8B030D-6E8A-4147-A177-3AD203B41FA5}">
                          <a16:colId xmlns:a16="http://schemas.microsoft.com/office/drawing/2014/main" val="2880970057"/>
                        </a:ext>
                      </a:extLst>
                    </a:gridCol>
                    <a:gridCol w="2342589">
                      <a:extLst>
                        <a:ext uri="{9D8B030D-6E8A-4147-A177-3AD203B41FA5}">
                          <a16:colId xmlns:a16="http://schemas.microsoft.com/office/drawing/2014/main" val="70852129"/>
                        </a:ext>
                      </a:extLst>
                    </a:gridCol>
                    <a:gridCol w="2342589">
                      <a:extLst>
                        <a:ext uri="{9D8B030D-6E8A-4147-A177-3AD203B41FA5}">
                          <a16:colId xmlns:a16="http://schemas.microsoft.com/office/drawing/2014/main" val="157072669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nl-NL" dirty="0" err="1"/>
                            <a:t>Operation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 err="1"/>
                            <a:t>Singly</a:t>
                          </a:r>
                          <a:r>
                            <a:rPr lang="nl-NL" dirty="0"/>
                            <a:t> </a:t>
                          </a:r>
                          <a:r>
                            <a:rPr lang="nl-NL" dirty="0" err="1"/>
                            <a:t>linked</a:t>
                          </a:r>
                          <a:endParaRPr lang="nl-NL" dirty="0"/>
                        </a:p>
                        <a:p>
                          <a:pPr algn="ctr"/>
                          <a:r>
                            <a:rPr lang="nl-NL" dirty="0"/>
                            <a:t>(tracking first </a:t>
                          </a:r>
                          <a:r>
                            <a:rPr lang="nl-NL" dirty="0" err="1"/>
                            <a:t>only</a:t>
                          </a:r>
                          <a:r>
                            <a:rPr lang="nl-NL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 err="1"/>
                            <a:t>Singly</a:t>
                          </a:r>
                          <a:r>
                            <a:rPr lang="nl-NL" dirty="0"/>
                            <a:t> </a:t>
                          </a:r>
                          <a:r>
                            <a:rPr lang="nl-NL" dirty="0" err="1"/>
                            <a:t>linked</a:t>
                          </a:r>
                          <a:endParaRPr lang="nl-NL" dirty="0"/>
                        </a:p>
                        <a:p>
                          <a:pPr algn="ctr"/>
                          <a:r>
                            <a:rPr lang="nl-NL" dirty="0"/>
                            <a:t>(first + last)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 err="1"/>
                            <a:t>Doubly</a:t>
                          </a:r>
                          <a:r>
                            <a:rPr lang="nl-NL" dirty="0"/>
                            <a:t> </a:t>
                          </a:r>
                          <a:r>
                            <a:rPr lang="nl-NL" dirty="0" err="1"/>
                            <a:t>linked</a:t>
                          </a:r>
                          <a:endParaRPr lang="nl-NL" dirty="0"/>
                        </a:p>
                        <a:p>
                          <a:pPr algn="ctr"/>
                          <a:r>
                            <a:rPr lang="nl-NL" dirty="0"/>
                            <a:t>(first + last)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30493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Access </a:t>
                          </a:r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by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index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100521" t="-180328" r="-201302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180328" r="-100779" b="-7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300781" t="-180328" r="-1042" b="-7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89404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Remove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first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100521" t="-280328" r="-201302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280328" r="-100779" b="-6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300781" t="-280328" r="-1042" b="-6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7788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Remove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</a:t>
                          </a:r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any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100521" t="-380328" r="-201302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80328" r="-100779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300781" t="-380328" r="-1042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53623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Remove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last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100521" t="-480328" r="-201302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480328" r="-100779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300781" t="-480328" r="-1042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34959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Insert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</a:t>
                          </a:r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before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100521" t="-590000" r="-201302" b="-3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590000" r="-100779" b="-3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300781" t="-590000" r="-1042" b="-3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00384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Insert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</a:t>
                          </a:r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after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node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100521" t="-678689" r="-201302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678689" r="-100779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300781" t="-678689" r="-1042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77652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Prepend</a:t>
                          </a:r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100521" t="-778689" r="-201302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778689" r="-100779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300781" t="-778689" r="-1042" b="-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35979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Append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100521" t="-878689" r="-201302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878689" r="-100779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300781" t="-878689" r="-1042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298247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264E0FE-7D8A-B0B2-3EC0-66406B9BBC8B}"/>
              </a:ext>
            </a:extLst>
          </p:cNvPr>
          <p:cNvSpPr txBox="1"/>
          <p:nvPr/>
        </p:nvSpPr>
        <p:spPr>
          <a:xfrm>
            <a:off x="1160867" y="6075681"/>
            <a:ext cx="98702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dirty="0" err="1">
                <a:latin typeface="Aptos" panose="020B0004020202020204" pitchFamily="34" charset="0"/>
              </a:rPr>
              <a:t>Choice</a:t>
            </a:r>
            <a:r>
              <a:rPr lang="nl-NL" sz="2000" dirty="0">
                <a:latin typeface="Aptos" panose="020B0004020202020204" pitchFamily="34" charset="0"/>
              </a:rPr>
              <a:t> of array </a:t>
            </a:r>
            <a:r>
              <a:rPr lang="nl-NL" sz="2000" dirty="0" err="1">
                <a:latin typeface="Aptos" panose="020B0004020202020204" pitchFamily="34" charset="0"/>
              </a:rPr>
              <a:t>vs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singly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linked</a:t>
            </a:r>
            <a:r>
              <a:rPr lang="nl-NL" sz="2000" dirty="0">
                <a:latin typeface="Aptos" panose="020B0004020202020204" pitchFamily="34" charset="0"/>
              </a:rPr>
              <a:t> list </a:t>
            </a:r>
            <a:r>
              <a:rPr lang="nl-NL" sz="2000" dirty="0" err="1">
                <a:latin typeface="Aptos" panose="020B0004020202020204" pitchFamily="34" charset="0"/>
              </a:rPr>
              <a:t>vs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doubly</a:t>
            </a:r>
            <a:r>
              <a:rPr lang="nl-NL" sz="2000" dirty="0">
                <a:latin typeface="Aptos" panose="020B0004020202020204" pitchFamily="34" charset="0"/>
              </a:rPr>
              <a:t> </a:t>
            </a:r>
            <a:r>
              <a:rPr lang="nl-NL" sz="2000" dirty="0" err="1">
                <a:latin typeface="Aptos" panose="020B0004020202020204" pitchFamily="34" charset="0"/>
              </a:rPr>
              <a:t>linked</a:t>
            </a:r>
            <a:r>
              <a:rPr lang="nl-NL" sz="2000" dirty="0">
                <a:latin typeface="Aptos" panose="020B0004020202020204" pitchFamily="34" charset="0"/>
              </a:rPr>
              <a:t> list: </a:t>
            </a:r>
            <a:r>
              <a:rPr lang="nl-NL" sz="2000" dirty="0" err="1">
                <a:latin typeface="Aptos" panose="020B0004020202020204" pitchFamily="34" charset="0"/>
              </a:rPr>
              <a:t>depends</a:t>
            </a:r>
            <a:r>
              <a:rPr lang="nl-NL" sz="2000" dirty="0">
                <a:latin typeface="Aptos" panose="020B0004020202020204" pitchFamily="34" charset="0"/>
              </a:rPr>
              <a:t> on </a:t>
            </a:r>
            <a:r>
              <a:rPr lang="nl-NL" sz="2000" dirty="0" err="1">
                <a:latin typeface="Aptos" panose="020B0004020202020204" pitchFamily="34" charset="0"/>
              </a:rPr>
              <a:t>required</a:t>
            </a:r>
            <a:r>
              <a:rPr lang="nl-NL" sz="2000" dirty="0">
                <a:latin typeface="Aptos" panose="020B0004020202020204" pitchFamily="34" charset="0"/>
              </a:rPr>
              <a:t> operations!</a:t>
            </a:r>
          </a:p>
        </p:txBody>
      </p:sp>
    </p:spTree>
    <p:extLst>
      <p:ext uri="{BB962C8B-B14F-4D97-AF65-F5344CB8AC3E}">
        <p14:creationId xmlns:p14="http://schemas.microsoft.com/office/powerpoint/2010/main" val="749499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7E415A-7B84-4135-1F1B-690B20A40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Red toy person in front of two lines of white figures">
            <a:extLst>
              <a:ext uri="{FF2B5EF4-FFF2-40B4-BE49-F238E27FC236}">
                <a16:creationId xmlns:a16="http://schemas.microsoft.com/office/drawing/2014/main" id="{9198101E-C9FE-5A0B-7405-18554EADD3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4449"/>
          <a:stretch>
            <a:fillRect/>
          </a:stretch>
        </p:blipFill>
        <p:spPr>
          <a:xfrm>
            <a:off x="-1" y="10"/>
            <a:ext cx="12191999" cy="685798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50741CA-59A3-4426-8205-D763C968E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8CA923-345A-AFDE-041B-702DD0ADE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83874"/>
            <a:ext cx="5296829" cy="288476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Queues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7580F9-781A-4F77-591F-F3D1019DE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1" y="956112"/>
            <a:ext cx="5296828" cy="14912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800" b="1" cap="all" spc="300">
                <a:solidFill>
                  <a:srgbClr val="FFFFFF"/>
                </a:solidFill>
              </a:rPr>
              <a:t>First in, first out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5D162C-996E-4B39-A3EF-DB9D0EEF2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7529" y="5832424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0195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999A-F3CE-C145-B486-547B01696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8BE5C-CAFF-351A-3CF8-A1378E1F0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A91BB-C23F-3F1C-8A82-D42992EE8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Queue: First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b="1" dirty="0"/>
              <a:t>enter</a:t>
            </a:r>
            <a:r>
              <a:rPr lang="nl-NL" dirty="0"/>
              <a:t> = First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b="1" dirty="0" err="1"/>
              <a:t>served</a:t>
            </a:r>
            <a:endParaRPr lang="nl-NL" dirty="0"/>
          </a:p>
          <a:p>
            <a:endParaRPr lang="nl-NL" dirty="0"/>
          </a:p>
          <a:p>
            <a:r>
              <a:rPr lang="nl-NL" dirty="0"/>
              <a:t>Abstract data </a:t>
            </a:r>
            <a:r>
              <a:rPr lang="nl-NL" dirty="0" err="1"/>
              <a:t>structure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ensures</a:t>
            </a:r>
            <a:r>
              <a:rPr lang="nl-NL" dirty="0"/>
              <a:t> </a:t>
            </a:r>
            <a:r>
              <a:rPr lang="nl-NL" b="1" dirty="0" err="1"/>
              <a:t>reads</a:t>
            </a:r>
            <a:r>
              <a:rPr lang="nl-NL" dirty="0"/>
              <a:t> &amp; </a:t>
            </a:r>
            <a:r>
              <a:rPr lang="nl-NL" b="1" dirty="0" err="1"/>
              <a:t>writes</a:t>
            </a:r>
            <a:r>
              <a:rPr lang="nl-NL" dirty="0"/>
              <a:t> </a:t>
            </a:r>
            <a:r>
              <a:rPr lang="nl-NL" dirty="0" err="1"/>
              <a:t>occur</a:t>
            </a:r>
            <a:r>
              <a:rPr lang="nl-NL" dirty="0"/>
              <a:t> in </a:t>
            </a:r>
            <a:r>
              <a:rPr lang="nl-NL" b="1" dirty="0"/>
              <a:t>FIFO</a:t>
            </a:r>
            <a:r>
              <a:rPr lang="nl-NL" dirty="0"/>
              <a:t> order</a:t>
            </a:r>
          </a:p>
          <a:p>
            <a:endParaRPr lang="nl-NL" dirty="0"/>
          </a:p>
          <a:p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b="1" dirty="0" err="1"/>
              <a:t>two</a:t>
            </a:r>
            <a:r>
              <a:rPr lang="nl-NL" dirty="0"/>
              <a:t> operations:</a:t>
            </a:r>
          </a:p>
          <a:p>
            <a:pPr lvl="1"/>
            <a:r>
              <a:rPr lang="nl-NL" dirty="0" err="1"/>
              <a:t>Enqueue</a:t>
            </a:r>
            <a:endParaRPr lang="nl-NL" dirty="0"/>
          </a:p>
          <a:p>
            <a:pPr lvl="1"/>
            <a:r>
              <a:rPr lang="nl-NL" dirty="0" err="1"/>
              <a:t>Dequeue</a:t>
            </a:r>
            <a:endParaRPr lang="nl-N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562EF-CE31-71E4-37E7-0BD385B4FC01}"/>
              </a:ext>
            </a:extLst>
          </p:cNvPr>
          <p:cNvSpPr txBox="1"/>
          <p:nvPr/>
        </p:nvSpPr>
        <p:spPr>
          <a:xfrm>
            <a:off x="7915275" y="2633472"/>
            <a:ext cx="2963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000" b="1" dirty="0">
                <a:latin typeface="Aptos" panose="020B0004020202020204" pitchFamily="34" charset="0"/>
              </a:rPr>
              <a:t>First In, First Out </a:t>
            </a:r>
            <a:r>
              <a:rPr lang="nl-NL" sz="2400" b="1" dirty="0">
                <a:latin typeface="Aptos" panose="020B0004020202020204" pitchFamily="34" charset="0"/>
              </a:rPr>
              <a:t>(</a:t>
            </a:r>
            <a:r>
              <a:rPr lang="nl-NL" sz="2400" b="1" dirty="0">
                <a:solidFill>
                  <a:srgbClr val="0070C0"/>
                </a:solidFill>
                <a:latin typeface="Aptos" panose="020B0004020202020204" pitchFamily="34" charset="0"/>
              </a:rPr>
              <a:t>FIFO</a:t>
            </a:r>
            <a:r>
              <a:rPr lang="nl-NL" sz="2400" b="1" dirty="0">
                <a:latin typeface="Aptos" panose="020B0004020202020204" pitchFamily="34" charset="0"/>
              </a:rPr>
              <a:t>)</a:t>
            </a:r>
            <a:endParaRPr lang="nl-NL" sz="2000" b="1" dirty="0">
              <a:latin typeface="Aptos" panose="020B0004020202020204" pitchFamily="34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2B87158-732F-CA7B-961F-AC50C13E9F51}"/>
              </a:ext>
            </a:extLst>
          </p:cNvPr>
          <p:cNvSpPr/>
          <p:nvPr/>
        </p:nvSpPr>
        <p:spPr>
          <a:xfrm>
            <a:off x="6553200" y="2752725"/>
            <a:ext cx="1219200" cy="257175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8845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D11EB-CBD7-93AD-4959-5A748706C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6DEA8-0899-29A8-C9A6-8C68689D1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Queues – FIFO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81B44-54C7-2B49-6634-F643F486E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4979670" cy="3566160"/>
          </a:xfrm>
        </p:spPr>
        <p:txBody>
          <a:bodyPr/>
          <a:lstStyle/>
          <a:p>
            <a:r>
              <a:rPr lang="nl-NL" dirty="0"/>
              <a:t>First In, First Out</a:t>
            </a:r>
          </a:p>
          <a:p>
            <a:endParaRPr lang="nl-NL" dirty="0"/>
          </a:p>
          <a:p>
            <a:r>
              <a:rPr lang="nl-NL" dirty="0" err="1"/>
              <a:t>Doesn’t</a:t>
            </a:r>
            <a:r>
              <a:rPr lang="nl-NL" dirty="0"/>
              <a:t> matter at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b="1" dirty="0"/>
              <a:t>time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entered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queue!</a:t>
            </a:r>
          </a:p>
          <a:p>
            <a:endParaRPr lang="nl-NL" dirty="0"/>
          </a:p>
          <a:p>
            <a:r>
              <a:rPr lang="nl-NL" dirty="0"/>
              <a:t>Great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communication</a:t>
            </a:r>
            <a:endParaRPr lang="nl-NL" dirty="0"/>
          </a:p>
          <a:p>
            <a:pPr lvl="1"/>
            <a:r>
              <a:rPr lang="nl-NL" dirty="0" err="1"/>
              <a:t>Example</a:t>
            </a:r>
            <a:r>
              <a:rPr lang="nl-NL" dirty="0"/>
              <a:t>: </a:t>
            </a:r>
            <a:r>
              <a:rPr lang="nl-NL" dirty="0" err="1"/>
              <a:t>Sending</a:t>
            </a:r>
            <a:r>
              <a:rPr lang="nl-NL" dirty="0"/>
              <a:t> </a:t>
            </a:r>
            <a:r>
              <a:rPr lang="nl-NL" dirty="0" err="1"/>
              <a:t>packets</a:t>
            </a:r>
            <a:r>
              <a:rPr lang="nl-NL" dirty="0"/>
              <a:t> over </a:t>
            </a:r>
            <a:r>
              <a:rPr lang="nl-NL" dirty="0" err="1"/>
              <a:t>network</a:t>
            </a:r>
            <a:endParaRPr lang="nl-NL" dirty="0"/>
          </a:p>
        </p:txBody>
      </p:sp>
      <p:sp>
        <p:nvSpPr>
          <p:cNvPr id="6" name="EnqAlice">
            <a:extLst>
              <a:ext uri="{FF2B5EF4-FFF2-40B4-BE49-F238E27FC236}">
                <a16:creationId xmlns:a16="http://schemas.microsoft.com/office/drawing/2014/main" id="{E48E3E7F-6D1A-A479-EE74-8B135F517384}"/>
              </a:ext>
            </a:extLst>
          </p:cNvPr>
          <p:cNvSpPr txBox="1"/>
          <p:nvPr/>
        </p:nvSpPr>
        <p:spPr>
          <a:xfrm>
            <a:off x="7305675" y="1371601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Enqueue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>
                <a:solidFill>
                  <a:srgbClr val="7030A0"/>
                </a:solidFill>
                <a:latin typeface="Aptos" panose="020B0004020202020204" pitchFamily="34" charset="0"/>
              </a:rPr>
              <a:t>Alice</a:t>
            </a:r>
          </a:p>
        </p:txBody>
      </p:sp>
      <p:sp>
        <p:nvSpPr>
          <p:cNvPr id="7" name="EngBob">
            <a:extLst>
              <a:ext uri="{FF2B5EF4-FFF2-40B4-BE49-F238E27FC236}">
                <a16:creationId xmlns:a16="http://schemas.microsoft.com/office/drawing/2014/main" id="{27409699-5FD8-102D-7DE3-B1EE7F4EFB6A}"/>
              </a:ext>
            </a:extLst>
          </p:cNvPr>
          <p:cNvSpPr txBox="1"/>
          <p:nvPr/>
        </p:nvSpPr>
        <p:spPr>
          <a:xfrm>
            <a:off x="7305675" y="173557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Enqueue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>
                <a:solidFill>
                  <a:srgbClr val="7030A0"/>
                </a:solidFill>
                <a:latin typeface="Aptos" panose="020B0004020202020204" pitchFamily="34" charset="0"/>
              </a:rPr>
              <a:t>Bob</a:t>
            </a:r>
          </a:p>
        </p:txBody>
      </p:sp>
      <p:sp>
        <p:nvSpPr>
          <p:cNvPr id="8" name="EnbCharlie">
            <a:extLst>
              <a:ext uri="{FF2B5EF4-FFF2-40B4-BE49-F238E27FC236}">
                <a16:creationId xmlns:a16="http://schemas.microsoft.com/office/drawing/2014/main" id="{7A50E3E9-677F-D9B0-C288-D17619193437}"/>
              </a:ext>
            </a:extLst>
          </p:cNvPr>
          <p:cNvSpPr txBox="1"/>
          <p:nvPr/>
        </p:nvSpPr>
        <p:spPr>
          <a:xfrm>
            <a:off x="7305675" y="2099549"/>
            <a:ext cx="1896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Enqueue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>
                <a:solidFill>
                  <a:srgbClr val="7030A0"/>
                </a:solidFill>
                <a:latin typeface="Aptos" panose="020B0004020202020204" pitchFamily="34" charset="0"/>
              </a:rPr>
              <a:t>Charlie</a:t>
            </a:r>
          </a:p>
        </p:txBody>
      </p:sp>
      <p:sp>
        <p:nvSpPr>
          <p:cNvPr id="9" name="Deq1">
            <a:extLst>
              <a:ext uri="{FF2B5EF4-FFF2-40B4-BE49-F238E27FC236}">
                <a16:creationId xmlns:a16="http://schemas.microsoft.com/office/drawing/2014/main" id="{5CFD9F97-176C-A07D-9E6E-AA860B901B68}"/>
              </a:ext>
            </a:extLst>
          </p:cNvPr>
          <p:cNvSpPr txBox="1"/>
          <p:nvPr/>
        </p:nvSpPr>
        <p:spPr>
          <a:xfrm>
            <a:off x="7305675" y="2463523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Dequeue</a:t>
            </a:r>
            <a:endParaRPr lang="nl-NL" dirty="0">
              <a:solidFill>
                <a:srgbClr val="7030A0"/>
              </a:solidFill>
              <a:latin typeface="Aptos" panose="020B0004020202020204" pitchFamily="34" charset="0"/>
            </a:endParaRPr>
          </a:p>
        </p:txBody>
      </p:sp>
      <p:sp>
        <p:nvSpPr>
          <p:cNvPr id="10" name="EnqDave">
            <a:extLst>
              <a:ext uri="{FF2B5EF4-FFF2-40B4-BE49-F238E27FC236}">
                <a16:creationId xmlns:a16="http://schemas.microsoft.com/office/drawing/2014/main" id="{DDC0FB2D-4ED3-A98B-D163-404E1A2CE819}"/>
              </a:ext>
            </a:extLst>
          </p:cNvPr>
          <p:cNvSpPr txBox="1"/>
          <p:nvPr/>
        </p:nvSpPr>
        <p:spPr>
          <a:xfrm>
            <a:off x="7305675" y="2827497"/>
            <a:ext cx="1725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Enqueue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>
                <a:solidFill>
                  <a:srgbClr val="7030A0"/>
                </a:solidFill>
                <a:latin typeface="Aptos" panose="020B0004020202020204" pitchFamily="34" charset="0"/>
              </a:rPr>
              <a:t>Frank</a:t>
            </a:r>
          </a:p>
        </p:txBody>
      </p:sp>
      <p:sp>
        <p:nvSpPr>
          <p:cNvPr id="11" name="Deq2">
            <a:extLst>
              <a:ext uri="{FF2B5EF4-FFF2-40B4-BE49-F238E27FC236}">
                <a16:creationId xmlns:a16="http://schemas.microsoft.com/office/drawing/2014/main" id="{68D99EFE-603B-1092-34A1-8257C199F316}"/>
              </a:ext>
            </a:extLst>
          </p:cNvPr>
          <p:cNvSpPr txBox="1"/>
          <p:nvPr/>
        </p:nvSpPr>
        <p:spPr>
          <a:xfrm>
            <a:off x="7305675" y="3191471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Dequeue</a:t>
            </a:r>
            <a:endParaRPr lang="nl-NL" dirty="0">
              <a:solidFill>
                <a:srgbClr val="7030A0"/>
              </a:solidFill>
              <a:latin typeface="Aptos" panose="020B0004020202020204" pitchFamily="34" charset="0"/>
            </a:endParaRPr>
          </a:p>
        </p:txBody>
      </p:sp>
      <p:sp>
        <p:nvSpPr>
          <p:cNvPr id="12" name="EnqEve">
            <a:extLst>
              <a:ext uri="{FF2B5EF4-FFF2-40B4-BE49-F238E27FC236}">
                <a16:creationId xmlns:a16="http://schemas.microsoft.com/office/drawing/2014/main" id="{742C1BEA-8715-B9FE-6C80-A12F6DD0F787}"/>
              </a:ext>
            </a:extLst>
          </p:cNvPr>
          <p:cNvSpPr txBox="1"/>
          <p:nvPr/>
        </p:nvSpPr>
        <p:spPr>
          <a:xfrm>
            <a:off x="7305675" y="3555445"/>
            <a:ext cx="1679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Enqueue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>
                <a:solidFill>
                  <a:srgbClr val="7030A0"/>
                </a:solidFill>
                <a:latin typeface="Aptos" panose="020B0004020202020204" pitchFamily="34" charset="0"/>
              </a:rPr>
              <a:t>Dave</a:t>
            </a:r>
          </a:p>
        </p:txBody>
      </p:sp>
      <p:sp>
        <p:nvSpPr>
          <p:cNvPr id="13" name="EngFrank">
            <a:extLst>
              <a:ext uri="{FF2B5EF4-FFF2-40B4-BE49-F238E27FC236}">
                <a16:creationId xmlns:a16="http://schemas.microsoft.com/office/drawing/2014/main" id="{5F2AD66D-BF0C-8D2B-626C-10474CAD89B8}"/>
              </a:ext>
            </a:extLst>
          </p:cNvPr>
          <p:cNvSpPr txBox="1"/>
          <p:nvPr/>
        </p:nvSpPr>
        <p:spPr>
          <a:xfrm>
            <a:off x="7305675" y="3919419"/>
            <a:ext cx="1526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Enqueue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>
                <a:solidFill>
                  <a:srgbClr val="7030A0"/>
                </a:solidFill>
                <a:latin typeface="Aptos" panose="020B0004020202020204" pitchFamily="34" charset="0"/>
              </a:rPr>
              <a:t>Eve</a:t>
            </a:r>
          </a:p>
        </p:txBody>
      </p:sp>
      <p:sp>
        <p:nvSpPr>
          <p:cNvPr id="14" name="Deq3">
            <a:extLst>
              <a:ext uri="{FF2B5EF4-FFF2-40B4-BE49-F238E27FC236}">
                <a16:creationId xmlns:a16="http://schemas.microsoft.com/office/drawing/2014/main" id="{233E3584-2F67-A496-4F86-8D1593554523}"/>
              </a:ext>
            </a:extLst>
          </p:cNvPr>
          <p:cNvSpPr txBox="1"/>
          <p:nvPr/>
        </p:nvSpPr>
        <p:spPr>
          <a:xfrm>
            <a:off x="7305675" y="4283393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Dequeue</a:t>
            </a:r>
            <a:endParaRPr lang="nl-NL" dirty="0">
              <a:solidFill>
                <a:srgbClr val="7030A0"/>
              </a:solidFill>
              <a:latin typeface="Aptos" panose="020B0004020202020204" pitchFamily="34" charset="0"/>
            </a:endParaRPr>
          </a:p>
        </p:txBody>
      </p:sp>
      <p:sp>
        <p:nvSpPr>
          <p:cNvPr id="15" name="Deq4">
            <a:extLst>
              <a:ext uri="{FF2B5EF4-FFF2-40B4-BE49-F238E27FC236}">
                <a16:creationId xmlns:a16="http://schemas.microsoft.com/office/drawing/2014/main" id="{47005936-CFA6-01F3-2E5E-066FE1AB8B7C}"/>
              </a:ext>
            </a:extLst>
          </p:cNvPr>
          <p:cNvSpPr txBox="1"/>
          <p:nvPr/>
        </p:nvSpPr>
        <p:spPr>
          <a:xfrm>
            <a:off x="7305675" y="4647367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Dequeue</a:t>
            </a:r>
            <a:endParaRPr lang="nl-NL" dirty="0">
              <a:solidFill>
                <a:srgbClr val="7030A0"/>
              </a:solidFill>
              <a:latin typeface="Aptos" panose="020B0004020202020204" pitchFamily="34" charset="0"/>
            </a:endParaRPr>
          </a:p>
        </p:txBody>
      </p:sp>
      <p:sp>
        <p:nvSpPr>
          <p:cNvPr id="16" name="Deq5">
            <a:extLst>
              <a:ext uri="{FF2B5EF4-FFF2-40B4-BE49-F238E27FC236}">
                <a16:creationId xmlns:a16="http://schemas.microsoft.com/office/drawing/2014/main" id="{824A33C0-1C57-E825-36E1-AA7139CA8EC9}"/>
              </a:ext>
            </a:extLst>
          </p:cNvPr>
          <p:cNvSpPr txBox="1"/>
          <p:nvPr/>
        </p:nvSpPr>
        <p:spPr>
          <a:xfrm>
            <a:off x="7305675" y="5011341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Dequeue</a:t>
            </a:r>
            <a:endParaRPr lang="nl-NL" dirty="0">
              <a:solidFill>
                <a:srgbClr val="7030A0"/>
              </a:solidFill>
              <a:latin typeface="Aptos" panose="020B0004020202020204" pitchFamily="34" charset="0"/>
            </a:endParaRPr>
          </a:p>
        </p:txBody>
      </p:sp>
      <p:sp>
        <p:nvSpPr>
          <p:cNvPr id="17" name="Deq6">
            <a:extLst>
              <a:ext uri="{FF2B5EF4-FFF2-40B4-BE49-F238E27FC236}">
                <a16:creationId xmlns:a16="http://schemas.microsoft.com/office/drawing/2014/main" id="{3D44D31C-C4FB-0015-149E-5586C2F0D166}"/>
              </a:ext>
            </a:extLst>
          </p:cNvPr>
          <p:cNvSpPr txBox="1"/>
          <p:nvPr/>
        </p:nvSpPr>
        <p:spPr>
          <a:xfrm>
            <a:off x="7305675" y="5375315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Dequeue</a:t>
            </a:r>
            <a:endParaRPr lang="nl-NL" dirty="0">
              <a:solidFill>
                <a:srgbClr val="7030A0"/>
              </a:solidFill>
              <a:latin typeface="Aptos" panose="020B0004020202020204" pitchFamily="34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4B2A379-D2D9-D2FF-589F-0E9E38A5FE5A}"/>
              </a:ext>
            </a:extLst>
          </p:cNvPr>
          <p:cNvSpPr/>
          <p:nvPr/>
        </p:nvSpPr>
        <p:spPr>
          <a:xfrm>
            <a:off x="8524875" y="2488871"/>
            <a:ext cx="1390650" cy="2892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84937F-712E-393F-50AE-8B3EBC3F0665}"/>
              </a:ext>
            </a:extLst>
          </p:cNvPr>
          <p:cNvSpPr txBox="1"/>
          <p:nvPr/>
        </p:nvSpPr>
        <p:spPr>
          <a:xfrm>
            <a:off x="10046336" y="2458165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7030A0"/>
                </a:solidFill>
                <a:latin typeface="Aptos" panose="020B0004020202020204" pitchFamily="34" charset="0"/>
              </a:rPr>
              <a:t>Alice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53692403-ED76-79AB-27E5-CD29EC98EDBD}"/>
              </a:ext>
            </a:extLst>
          </p:cNvPr>
          <p:cNvSpPr/>
          <p:nvPr/>
        </p:nvSpPr>
        <p:spPr>
          <a:xfrm>
            <a:off x="8524875" y="3222177"/>
            <a:ext cx="1390650" cy="2892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38FAF2-8314-FAE4-D2B0-1B93CCEFC0F6}"/>
              </a:ext>
            </a:extLst>
          </p:cNvPr>
          <p:cNvSpPr txBox="1"/>
          <p:nvPr/>
        </p:nvSpPr>
        <p:spPr>
          <a:xfrm>
            <a:off x="10046336" y="3191471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7030A0"/>
                </a:solidFill>
                <a:latin typeface="Aptos" panose="020B0004020202020204" pitchFamily="34" charset="0"/>
              </a:rPr>
              <a:t>Bob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438237B5-CD3A-8EDD-946D-C0246339798C}"/>
              </a:ext>
            </a:extLst>
          </p:cNvPr>
          <p:cNvSpPr/>
          <p:nvPr/>
        </p:nvSpPr>
        <p:spPr>
          <a:xfrm>
            <a:off x="8524875" y="4308741"/>
            <a:ext cx="1390650" cy="2892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723558-F594-996D-C33A-A7A621B986FA}"/>
              </a:ext>
            </a:extLst>
          </p:cNvPr>
          <p:cNvSpPr txBox="1"/>
          <p:nvPr/>
        </p:nvSpPr>
        <p:spPr>
          <a:xfrm>
            <a:off x="10046336" y="4278035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7030A0"/>
                </a:solidFill>
                <a:latin typeface="Aptos" panose="020B0004020202020204" pitchFamily="34" charset="0"/>
              </a:rPr>
              <a:t>Charlie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3235F076-7A31-CDD0-BEE3-57AC951B9A09}"/>
              </a:ext>
            </a:extLst>
          </p:cNvPr>
          <p:cNvSpPr/>
          <p:nvPr/>
        </p:nvSpPr>
        <p:spPr>
          <a:xfrm>
            <a:off x="8524875" y="4680097"/>
            <a:ext cx="1390650" cy="2892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59B376-9D9A-AF51-1C15-70161DD87872}"/>
              </a:ext>
            </a:extLst>
          </p:cNvPr>
          <p:cNvSpPr txBox="1"/>
          <p:nvPr/>
        </p:nvSpPr>
        <p:spPr>
          <a:xfrm>
            <a:off x="10046336" y="4649391"/>
            <a:ext cx="736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7030A0"/>
                </a:solidFill>
                <a:latin typeface="Aptos" panose="020B0004020202020204" pitchFamily="34" charset="0"/>
              </a:rPr>
              <a:t>Frank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48F3F68-FA42-5383-00A1-7A07CD9CBB39}"/>
              </a:ext>
            </a:extLst>
          </p:cNvPr>
          <p:cNvSpPr/>
          <p:nvPr/>
        </p:nvSpPr>
        <p:spPr>
          <a:xfrm>
            <a:off x="8524875" y="5051453"/>
            <a:ext cx="1390650" cy="2892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12F761-004B-928E-1732-C4D974FF173B}"/>
              </a:ext>
            </a:extLst>
          </p:cNvPr>
          <p:cNvSpPr txBox="1"/>
          <p:nvPr/>
        </p:nvSpPr>
        <p:spPr>
          <a:xfrm>
            <a:off x="10046336" y="5020747"/>
            <a:ext cx="690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7030A0"/>
                </a:solidFill>
                <a:latin typeface="Aptos" panose="020B0004020202020204" pitchFamily="34" charset="0"/>
              </a:rPr>
              <a:t>Dave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36FE3E94-008F-65DB-257D-58037790E296}"/>
              </a:ext>
            </a:extLst>
          </p:cNvPr>
          <p:cNvSpPr/>
          <p:nvPr/>
        </p:nvSpPr>
        <p:spPr>
          <a:xfrm>
            <a:off x="8524875" y="5420785"/>
            <a:ext cx="1390650" cy="2892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248383-5896-C54C-ACFD-B066B66D84A1}"/>
              </a:ext>
            </a:extLst>
          </p:cNvPr>
          <p:cNvSpPr txBox="1"/>
          <p:nvPr/>
        </p:nvSpPr>
        <p:spPr>
          <a:xfrm>
            <a:off x="10046336" y="5390079"/>
            <a:ext cx="537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7030A0"/>
                </a:solidFill>
                <a:latin typeface="Aptos" panose="020B0004020202020204" pitchFamily="34" charset="0"/>
              </a:rPr>
              <a:t>Eve</a:t>
            </a:r>
          </a:p>
        </p:txBody>
      </p:sp>
    </p:spTree>
    <p:extLst>
      <p:ext uri="{BB962C8B-B14F-4D97-AF65-F5344CB8AC3E}">
        <p14:creationId xmlns:p14="http://schemas.microsoft.com/office/powerpoint/2010/main" val="190920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3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8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5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750"/>
                            </p:stCondLst>
                            <p:childTnLst>
                              <p:par>
                                <p:cTn id="9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5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750"/>
                            </p:stCondLst>
                            <p:childTnLst>
                              <p:par>
                                <p:cTn id="10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5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9" grpId="0"/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E7FB38-9406-96EE-F7C4-F193977A8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56EC6-875A-8E17-B55A-22ACC6B7D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635365"/>
            <a:ext cx="5358392" cy="1298477"/>
          </a:xfrm>
        </p:spPr>
        <p:txBody>
          <a:bodyPr anchor="b">
            <a:normAutofit/>
          </a:bodyPr>
          <a:lstStyle/>
          <a:p>
            <a:r>
              <a:rPr lang="nl-NL" dirty="0"/>
              <a:t>Queues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CE51CA0-E2FD-B9CF-1317-76966286A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3232" y="836141"/>
            <a:ext cx="5147432" cy="3376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0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CA90D-1C70-7B14-1FC9-D72CB1F0A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3578" y="914400"/>
            <a:ext cx="5147431" cy="5383523"/>
          </a:xfrm>
        </p:spPr>
        <p:txBody>
          <a:bodyPr anchor="t">
            <a:normAutofit/>
          </a:bodyPr>
          <a:lstStyle/>
          <a:p>
            <a:r>
              <a:rPr lang="nl-NL" sz="2400" dirty="0"/>
              <a:t>Queues are </a:t>
            </a:r>
            <a:r>
              <a:rPr lang="nl-NL" sz="2400" b="1" dirty="0"/>
              <a:t>abstract</a:t>
            </a:r>
            <a:r>
              <a:rPr lang="nl-NL" sz="2400" dirty="0"/>
              <a:t> data </a:t>
            </a:r>
            <a:r>
              <a:rPr lang="nl-NL" sz="2400" dirty="0" err="1"/>
              <a:t>structures</a:t>
            </a:r>
            <a:r>
              <a:rPr lang="nl-NL" sz="2400" dirty="0"/>
              <a:t> (like Sets)</a:t>
            </a:r>
          </a:p>
          <a:p>
            <a:pPr lvl="1"/>
            <a:r>
              <a:rPr lang="nl-NL" sz="2000" dirty="0" err="1"/>
              <a:t>We’re</a:t>
            </a:r>
            <a:r>
              <a:rPr lang="nl-NL" sz="2000" dirty="0"/>
              <a:t> free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implement</a:t>
            </a:r>
            <a:r>
              <a:rPr lang="nl-NL" sz="2000" dirty="0"/>
              <a:t> </a:t>
            </a:r>
            <a:r>
              <a:rPr lang="nl-NL" sz="2000" dirty="0" err="1"/>
              <a:t>it</a:t>
            </a:r>
            <a:r>
              <a:rPr lang="nl-NL" sz="2000" dirty="0"/>
              <a:t> in </a:t>
            </a:r>
            <a:r>
              <a:rPr lang="nl-NL" sz="2000" dirty="0" err="1"/>
              <a:t>some</a:t>
            </a:r>
            <a:r>
              <a:rPr lang="nl-NL" sz="2000" dirty="0"/>
              <a:t> (</a:t>
            </a:r>
            <a:r>
              <a:rPr lang="nl-NL" sz="2000" dirty="0" err="1"/>
              <a:t>hopefully</a:t>
            </a:r>
            <a:r>
              <a:rPr lang="nl-NL" sz="2000" dirty="0"/>
              <a:t> </a:t>
            </a:r>
            <a:r>
              <a:rPr lang="nl-NL" sz="2000" dirty="0" err="1"/>
              <a:t>efficient</a:t>
            </a:r>
            <a:r>
              <a:rPr lang="nl-NL" sz="2000" dirty="0"/>
              <a:t>) way</a:t>
            </a:r>
          </a:p>
          <a:p>
            <a:pPr lvl="1"/>
            <a:endParaRPr lang="nl-NL" dirty="0"/>
          </a:p>
          <a:p>
            <a:endParaRPr lang="nl-NL" dirty="0"/>
          </a:p>
          <a:p>
            <a:r>
              <a:rPr lang="nl-NL" sz="2400" dirty="0" err="1"/>
              <a:t>If</a:t>
            </a:r>
            <a:r>
              <a:rPr lang="nl-NL" sz="2400" dirty="0"/>
              <a:t> </a:t>
            </a:r>
            <a:r>
              <a:rPr lang="nl-NL" sz="2400" dirty="0" err="1"/>
              <a:t>you</a:t>
            </a:r>
            <a:r>
              <a:rPr lang="nl-NL" sz="2400" dirty="0"/>
              <a:t> had </a:t>
            </a:r>
            <a:r>
              <a:rPr lang="nl-NL" sz="2400" dirty="0" err="1"/>
              <a:t>to</a:t>
            </a:r>
            <a:r>
              <a:rPr lang="nl-NL" sz="2400" dirty="0"/>
              <a:t> </a:t>
            </a:r>
            <a:r>
              <a:rPr lang="nl-NL" sz="2400" dirty="0" err="1"/>
              <a:t>choose</a:t>
            </a:r>
            <a:r>
              <a:rPr lang="nl-NL" sz="2400" dirty="0"/>
              <a:t> </a:t>
            </a:r>
            <a:r>
              <a:rPr lang="nl-NL" sz="2400" dirty="0" err="1"/>
              <a:t>between</a:t>
            </a:r>
            <a:r>
              <a:rPr lang="nl-NL" sz="2400" dirty="0"/>
              <a:t> </a:t>
            </a:r>
            <a:r>
              <a:rPr lang="nl-NL" sz="2400" b="1" dirty="0"/>
              <a:t>arrays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b="1" dirty="0" err="1"/>
              <a:t>linked</a:t>
            </a:r>
            <a:r>
              <a:rPr lang="nl-NL" sz="2400" b="1" dirty="0"/>
              <a:t> </a:t>
            </a:r>
            <a:r>
              <a:rPr lang="nl-NL" sz="2400" b="1" dirty="0" err="1"/>
              <a:t>lists</a:t>
            </a:r>
            <a:r>
              <a:rPr lang="nl-NL" sz="2400" dirty="0"/>
              <a:t>, </a:t>
            </a:r>
            <a:r>
              <a:rPr lang="nl-NL" sz="2400" dirty="0" err="1"/>
              <a:t>which</a:t>
            </a:r>
            <a:r>
              <a:rPr lang="nl-NL" sz="2400" dirty="0"/>
              <a:t> </a:t>
            </a:r>
            <a:r>
              <a:rPr lang="nl-NL" sz="2400" dirty="0" err="1"/>
              <a:t>would</a:t>
            </a:r>
            <a:r>
              <a:rPr lang="nl-NL" sz="2400" dirty="0"/>
              <a:t> </a:t>
            </a:r>
            <a:r>
              <a:rPr lang="nl-NL" sz="2400" dirty="0" err="1"/>
              <a:t>you</a:t>
            </a:r>
            <a:r>
              <a:rPr lang="nl-NL" sz="2400" dirty="0"/>
              <a:t> </a:t>
            </a:r>
            <a:r>
              <a:rPr lang="nl-NL" sz="2400" dirty="0" err="1"/>
              <a:t>choose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why</a:t>
            </a:r>
            <a:r>
              <a:rPr lang="nl-NL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75786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F1B66-94C7-2527-EF87-4DD067445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E171D-91F3-F456-D9AB-122D2F6CA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(</a:t>
            </a:r>
            <a:r>
              <a:rPr lang="nl-NL" dirty="0" err="1"/>
              <a:t>Singly</a:t>
            </a:r>
            <a:r>
              <a:rPr lang="nl-NL" dirty="0"/>
              <a:t>) </a:t>
            </a:r>
            <a:r>
              <a:rPr lang="nl-NL" dirty="0" err="1"/>
              <a:t>linked</a:t>
            </a:r>
            <a:r>
              <a:rPr lang="nl-NL" dirty="0"/>
              <a:t> </a:t>
            </a:r>
            <a:r>
              <a:rPr lang="nl-NL" dirty="0" err="1"/>
              <a:t>lists</a:t>
            </a:r>
            <a:r>
              <a:rPr lang="nl-NL" dirty="0"/>
              <a:t> as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A489E-0E20-4C64-2CE5-5120E11DC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633603"/>
          </a:xfrm>
        </p:spPr>
        <p:txBody>
          <a:bodyPr>
            <a:normAutofit/>
          </a:bodyPr>
          <a:lstStyle/>
          <a:p>
            <a:r>
              <a:rPr lang="nl-NL" dirty="0" err="1"/>
              <a:t>Where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b="1" dirty="0" err="1"/>
              <a:t>enqueue</a:t>
            </a:r>
            <a:r>
              <a:rPr lang="nl-NL" dirty="0"/>
              <a:t> (</a:t>
            </a:r>
            <a:r>
              <a:rPr lang="nl-NL" dirty="0" err="1"/>
              <a:t>insert</a:t>
            </a:r>
            <a:r>
              <a:rPr lang="nl-NL" dirty="0"/>
              <a:t>), </a:t>
            </a:r>
            <a:r>
              <a:rPr lang="nl-NL" dirty="0" err="1"/>
              <a:t>where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b="1" dirty="0" err="1"/>
              <a:t>dequeue</a:t>
            </a:r>
            <a:r>
              <a:rPr lang="nl-NL" dirty="0"/>
              <a:t> (</a:t>
            </a:r>
            <a:r>
              <a:rPr lang="nl-NL" dirty="0" err="1"/>
              <a:t>remove</a:t>
            </a:r>
            <a:r>
              <a:rPr lang="nl-NL" dirty="0"/>
              <a:t>)?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F0CB621-8D77-1D30-BEF6-3ABE1475971D}"/>
              </a:ext>
            </a:extLst>
          </p:cNvPr>
          <p:cNvGrpSpPr/>
          <p:nvPr/>
        </p:nvGrpSpPr>
        <p:grpSpPr>
          <a:xfrm>
            <a:off x="2508525" y="3917887"/>
            <a:ext cx="713657" cy="541073"/>
            <a:chOff x="2508525" y="3917887"/>
            <a:chExt cx="713657" cy="541073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E22A9B1-2124-EC65-7145-A4ECAB0922CC}"/>
                </a:ext>
              </a:extLst>
            </p:cNvPr>
            <p:cNvSpPr txBox="1"/>
            <p:nvPr/>
          </p:nvSpPr>
          <p:spPr>
            <a:xfrm>
              <a:off x="2508525" y="4151183"/>
              <a:ext cx="7136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first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82499DE-C049-4346-0736-1D06167F5077}"/>
                </a:ext>
              </a:extLst>
            </p:cNvPr>
            <p:cNvCxnSpPr>
              <a:stCxn id="30" idx="0"/>
              <a:endCxn id="9" idx="2"/>
            </p:cNvCxnSpPr>
            <p:nvPr/>
          </p:nvCxnSpPr>
          <p:spPr>
            <a:xfrm flipV="1">
              <a:off x="2865354" y="3917887"/>
              <a:ext cx="1" cy="23329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836BE16-E7C5-035A-459E-4C070B99A95F}"/>
              </a:ext>
            </a:extLst>
          </p:cNvPr>
          <p:cNvGrpSpPr/>
          <p:nvPr/>
        </p:nvGrpSpPr>
        <p:grpSpPr>
          <a:xfrm>
            <a:off x="7591483" y="3917887"/>
            <a:ext cx="607859" cy="541072"/>
            <a:chOff x="7591483" y="3917887"/>
            <a:chExt cx="607859" cy="54107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355A928-E31D-A4FD-6AC3-22DF051373F4}"/>
                </a:ext>
              </a:extLst>
            </p:cNvPr>
            <p:cNvSpPr txBox="1"/>
            <p:nvPr/>
          </p:nvSpPr>
          <p:spPr>
            <a:xfrm>
              <a:off x="7591483" y="4151182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last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1FCB8B1-AF3E-29E4-317A-DE2301DCF836}"/>
                </a:ext>
              </a:extLst>
            </p:cNvPr>
            <p:cNvCxnSpPr>
              <a:cxnSpLocks/>
              <a:stCxn id="31" idx="0"/>
              <a:endCxn id="41" idx="2"/>
            </p:cNvCxnSpPr>
            <p:nvPr/>
          </p:nvCxnSpPr>
          <p:spPr>
            <a:xfrm flipH="1" flipV="1">
              <a:off x="7886998" y="3917887"/>
              <a:ext cx="8415" cy="23329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B5CCD75-DFEA-A0A5-020C-1E15A6698DA3}"/>
              </a:ext>
            </a:extLst>
          </p:cNvPr>
          <p:cNvGrpSpPr/>
          <p:nvPr/>
        </p:nvGrpSpPr>
        <p:grpSpPr>
          <a:xfrm>
            <a:off x="2553010" y="3429000"/>
            <a:ext cx="7109551" cy="488889"/>
            <a:chOff x="2553010" y="3429000"/>
            <a:chExt cx="7109551" cy="48888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9FD863D-CF6C-398B-E67B-8B9986235A38}"/>
                </a:ext>
              </a:extLst>
            </p:cNvPr>
            <p:cNvSpPr txBox="1"/>
            <p:nvPr/>
          </p:nvSpPr>
          <p:spPr>
            <a:xfrm>
              <a:off x="8939286" y="3488778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NULL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BEEB6E8-3C5F-3F60-2C0B-BB671A47C81D}"/>
                </a:ext>
              </a:extLst>
            </p:cNvPr>
            <p:cNvSpPr/>
            <p:nvPr/>
          </p:nvSpPr>
          <p:spPr>
            <a:xfrm>
              <a:off x="6326005" y="3429000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e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86DAB87-E47F-F003-8E80-231F55371922}"/>
                </a:ext>
              </a:extLst>
            </p:cNvPr>
            <p:cNvSpPr/>
            <p:nvPr/>
          </p:nvSpPr>
          <p:spPr>
            <a:xfrm>
              <a:off x="5092583" y="3429002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l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A682F94-6198-EFDF-A2EC-07072DEA5EF6}"/>
                </a:ext>
              </a:extLst>
            </p:cNvPr>
            <p:cNvSpPr/>
            <p:nvPr/>
          </p:nvSpPr>
          <p:spPr>
            <a:xfrm>
              <a:off x="3843935" y="3429001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l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8401B98-9541-4AAB-9C51-62F2C1492BC7}"/>
                </a:ext>
              </a:extLst>
            </p:cNvPr>
            <p:cNvSpPr/>
            <p:nvPr/>
          </p:nvSpPr>
          <p:spPr>
            <a:xfrm>
              <a:off x="2553010" y="3429000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o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F8AB07D-F5A2-4CC1-9CA3-5775F4A7A17F}"/>
                </a:ext>
              </a:extLst>
            </p:cNvPr>
            <p:cNvCxnSpPr>
              <a:cxnSpLocks/>
              <a:stCxn id="9" idx="3"/>
              <a:endCxn id="8" idx="1"/>
            </p:cNvCxnSpPr>
            <p:nvPr/>
          </p:nvCxnSpPr>
          <p:spPr>
            <a:xfrm>
              <a:off x="3177699" y="3673444"/>
              <a:ext cx="66623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4A7DF5F-B35F-7FBC-0F83-2D0E5DF76228}"/>
                </a:ext>
              </a:extLst>
            </p:cNvPr>
            <p:cNvCxnSpPr>
              <a:cxnSpLocks/>
              <a:stCxn id="8" idx="3"/>
              <a:endCxn id="7" idx="1"/>
            </p:cNvCxnSpPr>
            <p:nvPr/>
          </p:nvCxnSpPr>
          <p:spPr>
            <a:xfrm>
              <a:off x="4468624" y="3673445"/>
              <a:ext cx="62395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4B192A4-24C4-A613-BE8A-133D7DEC598D}"/>
                </a:ext>
              </a:extLst>
            </p:cNvPr>
            <p:cNvCxnSpPr>
              <a:cxnSpLocks/>
              <a:stCxn id="7" idx="3"/>
              <a:endCxn id="6" idx="1"/>
            </p:cNvCxnSpPr>
            <p:nvPr/>
          </p:nvCxnSpPr>
          <p:spPr>
            <a:xfrm flipV="1">
              <a:off x="5717272" y="3673444"/>
              <a:ext cx="608733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7381239-46AF-F2F4-CF1B-614DDA6714C1}"/>
                </a:ext>
              </a:extLst>
            </p:cNvPr>
            <p:cNvCxnSpPr>
              <a:cxnSpLocks/>
              <a:stCxn id="41" idx="3"/>
              <a:endCxn id="5" idx="1"/>
            </p:cNvCxnSpPr>
            <p:nvPr/>
          </p:nvCxnSpPr>
          <p:spPr>
            <a:xfrm>
              <a:off x="8199342" y="3673444"/>
              <a:ext cx="7399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B5EDBCB-FA0F-D347-59FD-302ADB90C716}"/>
                </a:ext>
              </a:extLst>
            </p:cNvPr>
            <p:cNvSpPr txBox="1"/>
            <p:nvPr/>
          </p:nvSpPr>
          <p:spPr>
            <a:xfrm>
              <a:off x="3206887" y="3429000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D0A87C9-A8C1-611B-8585-E438E16495FF}"/>
                </a:ext>
              </a:extLst>
            </p:cNvPr>
            <p:cNvSpPr txBox="1"/>
            <p:nvPr/>
          </p:nvSpPr>
          <p:spPr>
            <a:xfrm>
              <a:off x="4442253" y="3429000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DB5B97B-1F0A-FCCE-E639-86ED09F8EB91}"/>
                </a:ext>
              </a:extLst>
            </p:cNvPr>
            <p:cNvSpPr txBox="1"/>
            <p:nvPr/>
          </p:nvSpPr>
          <p:spPr>
            <a:xfrm>
              <a:off x="5672857" y="3429000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003EF36-3727-8C03-B684-5F72F1868333}"/>
                </a:ext>
              </a:extLst>
            </p:cNvPr>
            <p:cNvSpPr txBox="1"/>
            <p:nvPr/>
          </p:nvSpPr>
          <p:spPr>
            <a:xfrm>
              <a:off x="6923368" y="3429000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60DA1CE-8241-6373-A6B6-B135286D4DC8}"/>
                </a:ext>
              </a:extLst>
            </p:cNvPr>
            <p:cNvSpPr/>
            <p:nvPr/>
          </p:nvSpPr>
          <p:spPr>
            <a:xfrm>
              <a:off x="7574653" y="3429000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H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CDFE5B7-4D04-A2F1-91D0-B40BC78C619B}"/>
                </a:ext>
              </a:extLst>
            </p:cNvPr>
            <p:cNvSpPr txBox="1"/>
            <p:nvPr/>
          </p:nvSpPr>
          <p:spPr>
            <a:xfrm>
              <a:off x="8199342" y="3429000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65A32AB-A2E4-CAB0-3EC9-41299EBC941F}"/>
                </a:ext>
              </a:extLst>
            </p:cNvPr>
            <p:cNvCxnSpPr>
              <a:cxnSpLocks/>
              <a:stCxn id="6" idx="3"/>
              <a:endCxn id="41" idx="1"/>
            </p:cNvCxnSpPr>
            <p:nvPr/>
          </p:nvCxnSpPr>
          <p:spPr>
            <a:xfrm>
              <a:off x="6950694" y="3673444"/>
              <a:ext cx="6239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19E5534-4C36-F3EA-4A46-5BDB802A810A}"/>
              </a:ext>
            </a:extLst>
          </p:cNvPr>
          <p:cNvGrpSpPr/>
          <p:nvPr/>
        </p:nvGrpSpPr>
        <p:grpSpPr>
          <a:xfrm>
            <a:off x="2508525" y="5831954"/>
            <a:ext cx="713657" cy="541073"/>
            <a:chOff x="2508525" y="5831954"/>
            <a:chExt cx="713657" cy="541073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1BAABA7-5E32-5584-920A-B3AFAAFA9E7B}"/>
                </a:ext>
              </a:extLst>
            </p:cNvPr>
            <p:cNvSpPr txBox="1"/>
            <p:nvPr/>
          </p:nvSpPr>
          <p:spPr>
            <a:xfrm>
              <a:off x="2508525" y="6065250"/>
              <a:ext cx="7136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first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CE75C78-A8FE-D913-1D44-F1D79EAFF07E}"/>
                </a:ext>
              </a:extLst>
            </p:cNvPr>
            <p:cNvCxnSpPr>
              <a:stCxn id="64" idx="0"/>
              <a:endCxn id="55" idx="2"/>
            </p:cNvCxnSpPr>
            <p:nvPr/>
          </p:nvCxnSpPr>
          <p:spPr>
            <a:xfrm flipV="1">
              <a:off x="2865354" y="5831954"/>
              <a:ext cx="1" cy="23329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EFCC1B1-BDAF-CA1F-BF59-D5C33982E8A2}"/>
              </a:ext>
            </a:extLst>
          </p:cNvPr>
          <p:cNvGrpSpPr/>
          <p:nvPr/>
        </p:nvGrpSpPr>
        <p:grpSpPr>
          <a:xfrm>
            <a:off x="7591483" y="5831954"/>
            <a:ext cx="607859" cy="541072"/>
            <a:chOff x="7591483" y="5831954"/>
            <a:chExt cx="607859" cy="54107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4349A27-5795-1CEA-1A8C-73ECB2028B31}"/>
                </a:ext>
              </a:extLst>
            </p:cNvPr>
            <p:cNvSpPr txBox="1"/>
            <p:nvPr/>
          </p:nvSpPr>
          <p:spPr>
            <a:xfrm>
              <a:off x="7591483" y="6065249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last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629C9689-9A5C-EB83-5429-CA62924F9BD5}"/>
                </a:ext>
              </a:extLst>
            </p:cNvPr>
            <p:cNvCxnSpPr>
              <a:cxnSpLocks/>
              <a:stCxn id="65" idx="0"/>
              <a:endCxn id="68" idx="2"/>
            </p:cNvCxnSpPr>
            <p:nvPr/>
          </p:nvCxnSpPr>
          <p:spPr>
            <a:xfrm flipH="1" flipV="1">
              <a:off x="7886998" y="5831954"/>
              <a:ext cx="8415" cy="23329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8BA7471-FD1C-78E9-8E1B-458D91E6D481}"/>
              </a:ext>
            </a:extLst>
          </p:cNvPr>
          <p:cNvGrpSpPr/>
          <p:nvPr/>
        </p:nvGrpSpPr>
        <p:grpSpPr>
          <a:xfrm>
            <a:off x="2553010" y="5343067"/>
            <a:ext cx="7109551" cy="488889"/>
            <a:chOff x="2553010" y="5343067"/>
            <a:chExt cx="7109551" cy="488889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8E25458-C21B-AE7E-C062-677732E4D760}"/>
                </a:ext>
              </a:extLst>
            </p:cNvPr>
            <p:cNvSpPr txBox="1"/>
            <p:nvPr/>
          </p:nvSpPr>
          <p:spPr>
            <a:xfrm>
              <a:off x="8939286" y="5402845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NULL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CE8251DF-5C77-24B2-0507-598637FC9BC1}"/>
                </a:ext>
              </a:extLst>
            </p:cNvPr>
            <p:cNvSpPr/>
            <p:nvPr/>
          </p:nvSpPr>
          <p:spPr>
            <a:xfrm>
              <a:off x="6326005" y="5343067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l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209B02B1-853F-0E2C-9918-52E74FE9F8AB}"/>
                </a:ext>
              </a:extLst>
            </p:cNvPr>
            <p:cNvSpPr/>
            <p:nvPr/>
          </p:nvSpPr>
          <p:spPr>
            <a:xfrm>
              <a:off x="5092583" y="5343069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l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ABB5F318-DA56-B87D-5366-A832CD1A6E61}"/>
                </a:ext>
              </a:extLst>
            </p:cNvPr>
            <p:cNvSpPr/>
            <p:nvPr/>
          </p:nvSpPr>
          <p:spPr>
            <a:xfrm>
              <a:off x="3843935" y="5343068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e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55866752-43BF-D300-737C-21B45A5FBC01}"/>
                </a:ext>
              </a:extLst>
            </p:cNvPr>
            <p:cNvSpPr/>
            <p:nvPr/>
          </p:nvSpPr>
          <p:spPr>
            <a:xfrm>
              <a:off x="2553010" y="5343067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H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1B6E2CAC-AD69-4519-5345-5E32C7B98421}"/>
                </a:ext>
              </a:extLst>
            </p:cNvPr>
            <p:cNvCxnSpPr>
              <a:cxnSpLocks/>
              <a:stCxn id="55" idx="3"/>
              <a:endCxn id="54" idx="1"/>
            </p:cNvCxnSpPr>
            <p:nvPr/>
          </p:nvCxnSpPr>
          <p:spPr>
            <a:xfrm>
              <a:off x="3177699" y="5587511"/>
              <a:ext cx="66623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91FD88D-C9DD-DD48-4DFC-649C54E9CD1D}"/>
                </a:ext>
              </a:extLst>
            </p:cNvPr>
            <p:cNvCxnSpPr>
              <a:cxnSpLocks/>
              <a:stCxn id="54" idx="3"/>
              <a:endCxn id="53" idx="1"/>
            </p:cNvCxnSpPr>
            <p:nvPr/>
          </p:nvCxnSpPr>
          <p:spPr>
            <a:xfrm>
              <a:off x="4468624" y="5587512"/>
              <a:ext cx="62395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8D3D61AE-EC40-2E1F-C927-93728BF61FA9}"/>
                </a:ext>
              </a:extLst>
            </p:cNvPr>
            <p:cNvCxnSpPr>
              <a:cxnSpLocks/>
              <a:stCxn id="53" idx="3"/>
              <a:endCxn id="52" idx="1"/>
            </p:cNvCxnSpPr>
            <p:nvPr/>
          </p:nvCxnSpPr>
          <p:spPr>
            <a:xfrm flipV="1">
              <a:off x="5717272" y="5587511"/>
              <a:ext cx="608733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985DE9C-BCB8-6464-3524-3967FB4E768D}"/>
                </a:ext>
              </a:extLst>
            </p:cNvPr>
            <p:cNvCxnSpPr>
              <a:cxnSpLocks/>
              <a:stCxn id="68" idx="3"/>
              <a:endCxn id="51" idx="1"/>
            </p:cNvCxnSpPr>
            <p:nvPr/>
          </p:nvCxnSpPr>
          <p:spPr>
            <a:xfrm>
              <a:off x="8199342" y="5587511"/>
              <a:ext cx="7399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1FA1647-028A-D4A7-B727-028A5F1478D4}"/>
                </a:ext>
              </a:extLst>
            </p:cNvPr>
            <p:cNvSpPr txBox="1"/>
            <p:nvPr/>
          </p:nvSpPr>
          <p:spPr>
            <a:xfrm>
              <a:off x="3206887" y="5343067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5B0F028-EA99-C576-C4D4-9C382574C457}"/>
                </a:ext>
              </a:extLst>
            </p:cNvPr>
            <p:cNvSpPr txBox="1"/>
            <p:nvPr/>
          </p:nvSpPr>
          <p:spPr>
            <a:xfrm>
              <a:off x="4442253" y="5343067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41D8958-A63E-91A5-78B3-333DDE1382C4}"/>
                </a:ext>
              </a:extLst>
            </p:cNvPr>
            <p:cNvSpPr txBox="1"/>
            <p:nvPr/>
          </p:nvSpPr>
          <p:spPr>
            <a:xfrm>
              <a:off x="5672857" y="5343067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350EAA0-C063-2E68-1DFF-3A09979CF39A}"/>
                </a:ext>
              </a:extLst>
            </p:cNvPr>
            <p:cNvSpPr txBox="1"/>
            <p:nvPr/>
          </p:nvSpPr>
          <p:spPr>
            <a:xfrm>
              <a:off x="6923368" y="5343067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09234778-BED7-F973-1A0E-370DD94F2736}"/>
                </a:ext>
              </a:extLst>
            </p:cNvPr>
            <p:cNvSpPr/>
            <p:nvPr/>
          </p:nvSpPr>
          <p:spPr>
            <a:xfrm>
              <a:off x="7574653" y="5343067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o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F5276EA-36B9-E1D8-1C0C-7646FB962201}"/>
                </a:ext>
              </a:extLst>
            </p:cNvPr>
            <p:cNvSpPr txBox="1"/>
            <p:nvPr/>
          </p:nvSpPr>
          <p:spPr>
            <a:xfrm>
              <a:off x="8199342" y="5343067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BE5A3575-C627-0204-AC3F-4C4D8B8D2240}"/>
                </a:ext>
              </a:extLst>
            </p:cNvPr>
            <p:cNvCxnSpPr>
              <a:cxnSpLocks/>
              <a:stCxn id="52" idx="3"/>
              <a:endCxn id="68" idx="1"/>
            </p:cNvCxnSpPr>
            <p:nvPr/>
          </p:nvCxnSpPr>
          <p:spPr>
            <a:xfrm>
              <a:off x="6950694" y="5587511"/>
              <a:ext cx="6239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1" name="Multiplication Sign 70">
            <a:extLst>
              <a:ext uri="{FF2B5EF4-FFF2-40B4-BE49-F238E27FC236}">
                <a16:creationId xmlns:a16="http://schemas.microsoft.com/office/drawing/2014/main" id="{619552E3-CAC5-AE26-3FFE-EFA8E1A2D28A}"/>
              </a:ext>
            </a:extLst>
          </p:cNvPr>
          <p:cNvSpPr/>
          <p:nvPr/>
        </p:nvSpPr>
        <p:spPr>
          <a:xfrm>
            <a:off x="2340029" y="5205653"/>
            <a:ext cx="1028700" cy="742949"/>
          </a:xfrm>
          <a:prstGeom prst="mathMultiply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8" name="Multiplication Sign 37">
            <a:extLst>
              <a:ext uri="{FF2B5EF4-FFF2-40B4-BE49-F238E27FC236}">
                <a16:creationId xmlns:a16="http://schemas.microsoft.com/office/drawing/2014/main" id="{0FD60B56-BA5F-9475-2E77-A085BB418E2F}"/>
              </a:ext>
            </a:extLst>
          </p:cNvPr>
          <p:cNvSpPr/>
          <p:nvPr/>
        </p:nvSpPr>
        <p:spPr>
          <a:xfrm>
            <a:off x="7372647" y="3313117"/>
            <a:ext cx="1028700" cy="742949"/>
          </a:xfrm>
          <a:prstGeom prst="mathMultiply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450C489-A7ED-D3FF-A19F-DF1D45906A42}"/>
              </a:ext>
            </a:extLst>
          </p:cNvPr>
          <p:cNvSpPr txBox="1"/>
          <p:nvPr/>
        </p:nvSpPr>
        <p:spPr>
          <a:xfrm>
            <a:off x="201084" y="3478393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Option 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22B01E-EBB7-9497-D9BE-14E13F0A1F17}"/>
              </a:ext>
            </a:extLst>
          </p:cNvPr>
          <p:cNvSpPr txBox="1"/>
          <p:nvPr/>
        </p:nvSpPr>
        <p:spPr>
          <a:xfrm>
            <a:off x="189257" y="5402845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Option 2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86DEC0A-E57B-BBA6-4E63-CF08108F7252}"/>
              </a:ext>
            </a:extLst>
          </p:cNvPr>
          <p:cNvSpPr txBox="1"/>
          <p:nvPr/>
        </p:nvSpPr>
        <p:spPr>
          <a:xfrm>
            <a:off x="9794646" y="3339893"/>
            <a:ext cx="19806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 err="1">
                <a:latin typeface="Aptos" panose="020B0004020202020204" pitchFamily="34" charset="0"/>
              </a:rPr>
              <a:t>EnQ</a:t>
            </a:r>
            <a:r>
              <a:rPr lang="nl-NL" dirty="0">
                <a:latin typeface="Aptos" panose="020B0004020202020204" pitchFamily="34" charset="0"/>
              </a:rPr>
              <a:t>: </a:t>
            </a:r>
            <a:r>
              <a:rPr lang="nl-NL" dirty="0" err="1">
                <a:latin typeface="Aptos" panose="020B0004020202020204" pitchFamily="34" charset="0"/>
              </a:rPr>
              <a:t>Prepend</a:t>
            </a:r>
            <a:endParaRPr lang="nl-NL" dirty="0">
              <a:latin typeface="Aptos" panose="020B0004020202020204" pitchFamily="34" charset="0"/>
            </a:endParaRPr>
          </a:p>
          <a:p>
            <a:r>
              <a:rPr lang="nl-NL" b="1" dirty="0" err="1">
                <a:latin typeface="Aptos" panose="020B0004020202020204" pitchFamily="34" charset="0"/>
              </a:rPr>
              <a:t>DeQ</a:t>
            </a:r>
            <a:r>
              <a:rPr lang="nl-NL" dirty="0">
                <a:latin typeface="Aptos" panose="020B0004020202020204" pitchFamily="34" charset="0"/>
              </a:rPr>
              <a:t>: </a:t>
            </a:r>
            <a:r>
              <a:rPr lang="nl-NL" dirty="0" err="1">
                <a:latin typeface="Aptos" panose="020B0004020202020204" pitchFamily="34" charset="0"/>
              </a:rPr>
              <a:t>Remove</a:t>
            </a:r>
            <a:r>
              <a:rPr lang="nl-NL" dirty="0">
                <a:latin typeface="Aptos" panose="020B0004020202020204" pitchFamily="34" charset="0"/>
              </a:rPr>
              <a:t> last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C6A3BE2-A476-1C5C-E5D9-A9F3315CF44C}"/>
              </a:ext>
            </a:extLst>
          </p:cNvPr>
          <p:cNvSpPr txBox="1"/>
          <p:nvPr/>
        </p:nvSpPr>
        <p:spPr>
          <a:xfrm>
            <a:off x="9800987" y="5264344"/>
            <a:ext cx="1995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 err="1">
                <a:latin typeface="Aptos" panose="020B0004020202020204" pitchFamily="34" charset="0"/>
              </a:rPr>
              <a:t>EnQ</a:t>
            </a:r>
            <a:r>
              <a:rPr lang="nl-NL" dirty="0">
                <a:latin typeface="Aptos" panose="020B0004020202020204" pitchFamily="34" charset="0"/>
              </a:rPr>
              <a:t>: Append</a:t>
            </a:r>
          </a:p>
          <a:p>
            <a:r>
              <a:rPr lang="nl-NL" b="1" dirty="0" err="1">
                <a:latin typeface="Aptos" panose="020B0004020202020204" pitchFamily="34" charset="0"/>
              </a:rPr>
              <a:t>DeQ</a:t>
            </a:r>
            <a:r>
              <a:rPr lang="nl-NL" dirty="0">
                <a:latin typeface="Aptos" panose="020B0004020202020204" pitchFamily="34" charset="0"/>
              </a:rPr>
              <a:t>: </a:t>
            </a:r>
            <a:r>
              <a:rPr lang="nl-NL" dirty="0" err="1">
                <a:latin typeface="Aptos" panose="020B0004020202020204" pitchFamily="34" charset="0"/>
              </a:rPr>
              <a:t>Remove</a:t>
            </a:r>
            <a:r>
              <a:rPr lang="nl-NL" dirty="0">
                <a:latin typeface="Aptos" panose="020B0004020202020204" pitchFamily="34" charset="0"/>
              </a:rPr>
              <a:t> first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3889B7D2-1867-5C4F-D7FE-BFFE945EE6D9}"/>
              </a:ext>
            </a:extLst>
          </p:cNvPr>
          <p:cNvSpPr/>
          <p:nvPr/>
        </p:nvSpPr>
        <p:spPr>
          <a:xfrm>
            <a:off x="8927054" y="5358775"/>
            <a:ext cx="624689" cy="48888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!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7EAAE92-E9CE-0E6C-3703-978209B47999}"/>
              </a:ext>
            </a:extLst>
          </p:cNvPr>
          <p:cNvGrpSpPr/>
          <p:nvPr/>
        </p:nvGrpSpPr>
        <p:grpSpPr>
          <a:xfrm>
            <a:off x="1459804" y="3429000"/>
            <a:ext cx="1147470" cy="488887"/>
            <a:chOff x="1459804" y="3429000"/>
            <a:chExt cx="1147470" cy="488887"/>
          </a:xfrm>
        </p:grpSpPr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DC3DB95D-E378-61CB-EDE8-21D5BF191D51}"/>
                </a:ext>
              </a:extLst>
            </p:cNvPr>
            <p:cNvSpPr/>
            <p:nvPr/>
          </p:nvSpPr>
          <p:spPr>
            <a:xfrm>
              <a:off x="1459804" y="3429000"/>
              <a:ext cx="624689" cy="488887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!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35CC77B3-09A0-9E78-B766-9E88D1A558FD}"/>
                </a:ext>
              </a:extLst>
            </p:cNvPr>
            <p:cNvSpPr txBox="1"/>
            <p:nvPr/>
          </p:nvSpPr>
          <p:spPr>
            <a:xfrm>
              <a:off x="1999415" y="3431599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F8D5F17F-A54B-C8F1-3340-ABE7B40D8ECC}"/>
                </a:ext>
              </a:extLst>
            </p:cNvPr>
            <p:cNvCxnSpPr>
              <a:stCxn id="76" idx="3"/>
              <a:endCxn id="9" idx="1"/>
            </p:cNvCxnSpPr>
            <p:nvPr/>
          </p:nvCxnSpPr>
          <p:spPr>
            <a:xfrm>
              <a:off x="2084493" y="3673444"/>
              <a:ext cx="4685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A80E7D6-BDC3-AA84-A3E9-C843F3C6460F}"/>
                  </a:ext>
                </a:extLst>
              </p:cNvPr>
              <p:cNvSpPr txBox="1"/>
              <p:nvPr/>
            </p:nvSpPr>
            <p:spPr>
              <a:xfrm>
                <a:off x="1382003" y="3125601"/>
                <a:ext cx="728917" cy="369332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nl-NL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DA80E7D6-BDC3-AA84-A3E9-C843F3C64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003" y="3125601"/>
                <a:ext cx="72891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86BFF1B-A698-17C7-7429-3082482D1BDE}"/>
                  </a:ext>
                </a:extLst>
              </p:cNvPr>
              <p:cNvSpPr txBox="1"/>
              <p:nvPr/>
            </p:nvSpPr>
            <p:spPr>
              <a:xfrm>
                <a:off x="7517210" y="3105430"/>
                <a:ext cx="736933" cy="369332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nl-NL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E86BFF1B-A698-17C7-7429-3082482D1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7210" y="3105430"/>
                <a:ext cx="73693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C6E021A-A16D-8797-8BC1-9C69AEBCFCD7}"/>
                  </a:ext>
                </a:extLst>
              </p:cNvPr>
              <p:cNvSpPr txBox="1"/>
              <p:nvPr/>
            </p:nvSpPr>
            <p:spPr>
              <a:xfrm>
                <a:off x="2477970" y="5020290"/>
                <a:ext cx="728917" cy="369332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nl-NL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DC6E021A-A16D-8797-8BC1-9C69AEBCF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970" y="5020290"/>
                <a:ext cx="72891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3CAA3B6-840C-07F6-84F3-CB5FE5B175A2}"/>
                  </a:ext>
                </a:extLst>
              </p:cNvPr>
              <p:cNvSpPr txBox="1"/>
              <p:nvPr/>
            </p:nvSpPr>
            <p:spPr>
              <a:xfrm>
                <a:off x="8877389" y="5035191"/>
                <a:ext cx="728917" cy="369332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nl-NL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33CAA3B6-840C-07F6-84F3-CB5FE5B17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7389" y="5035191"/>
                <a:ext cx="72891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720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1.85185E-6 L -0.09128 1.85185E-6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7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1.85185E-6 L -0.09831 1.85185E-6 " pathEditMode="relative" rAng="0" ptsTypes="AA">
                                      <p:cBhvr>
                                        <p:cTn id="3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4.81481E-6 L 0.11028 -4.81481E-6 " pathEditMode="relative" rAng="0" ptsTypes="AA">
                                      <p:cBhvr>
                                        <p:cTn id="7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4.81481E-6 L 0.11028 -4.81481E-6 " pathEditMode="relative" rAng="0" ptsTypes="AA">
                                      <p:cBhvr>
                                        <p:cTn id="8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38" grpId="0" animBg="1"/>
      <p:bldP spid="72" grpId="0"/>
      <p:bldP spid="73" grpId="0"/>
      <p:bldP spid="74" grpId="0"/>
      <p:bldP spid="75" grpId="0"/>
      <p:bldP spid="77" grpId="0" animBg="1"/>
      <p:bldP spid="89" grpId="0" animBg="1"/>
      <p:bldP spid="90" grpId="0" animBg="1"/>
      <p:bldP spid="91" grpId="0" animBg="1"/>
      <p:bldP spid="9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5773-619A-90C7-A409-02F5EF4D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F920-5898-498B-EA98-A7A93E43C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(</a:t>
            </a:r>
            <a:r>
              <a:rPr lang="nl-NL" dirty="0" err="1"/>
              <a:t>Singly</a:t>
            </a:r>
            <a:r>
              <a:rPr lang="nl-NL" dirty="0"/>
              <a:t>) </a:t>
            </a:r>
            <a:r>
              <a:rPr lang="nl-NL" dirty="0" err="1"/>
              <a:t>linked</a:t>
            </a:r>
            <a:r>
              <a:rPr lang="nl-NL" dirty="0"/>
              <a:t> </a:t>
            </a:r>
            <a:r>
              <a:rPr lang="nl-NL" dirty="0" err="1"/>
              <a:t>lists</a:t>
            </a:r>
            <a:r>
              <a:rPr lang="nl-NL" dirty="0"/>
              <a:t> as queues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8A7FE5-8B02-0D8A-E4BB-5BDB630952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10890928" cy="1827838"/>
              </a:xfrm>
            </p:spPr>
            <p:txBody>
              <a:bodyPr>
                <a:normAutofit/>
              </a:bodyPr>
              <a:lstStyle/>
              <a:p>
                <a:r>
                  <a:rPr lang="nl-NL" dirty="0" err="1"/>
                  <a:t>Where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b="1" dirty="0" err="1"/>
                  <a:t>enqueue</a:t>
                </a:r>
                <a:r>
                  <a:rPr lang="nl-NL" dirty="0"/>
                  <a:t> (</a:t>
                </a:r>
                <a:r>
                  <a:rPr lang="nl-NL" dirty="0" err="1"/>
                  <a:t>insert</a:t>
                </a:r>
                <a:r>
                  <a:rPr lang="nl-NL" dirty="0"/>
                  <a:t>), </a:t>
                </a:r>
                <a:r>
                  <a:rPr lang="nl-NL" dirty="0" err="1"/>
                  <a:t>where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b="1" dirty="0" err="1"/>
                  <a:t>dequeue</a:t>
                </a:r>
                <a:r>
                  <a:rPr lang="nl-NL" dirty="0"/>
                  <a:t> (</a:t>
                </a:r>
                <a:r>
                  <a:rPr lang="nl-NL" dirty="0" err="1"/>
                  <a:t>remove</a:t>
                </a:r>
                <a:r>
                  <a:rPr lang="nl-NL" dirty="0"/>
                  <a:t>)?</a:t>
                </a:r>
              </a:p>
              <a:p>
                <a:pPr lvl="1"/>
                <a:r>
                  <a:rPr lang="nl-NL" dirty="0"/>
                  <a:t>Append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enqueue</a:t>
                </a:r>
                <a:r>
                  <a:rPr lang="nl-NL" dirty="0"/>
                  <a:t>, </a:t>
                </a:r>
                <a:r>
                  <a:rPr lang="nl-NL" dirty="0" err="1"/>
                  <a:t>remove</a:t>
                </a:r>
                <a:r>
                  <a:rPr lang="nl-NL" dirty="0"/>
                  <a:t> first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dequeue</a:t>
                </a:r>
                <a:r>
                  <a:rPr lang="nl-NL" dirty="0"/>
                  <a:t>. Both in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nl-NL" dirty="0"/>
                  <a:t>!</a:t>
                </a:r>
              </a:p>
              <a:p>
                <a:pPr lvl="1"/>
                <a:endParaRPr lang="nl-NL" dirty="0"/>
              </a:p>
              <a:p>
                <a:r>
                  <a:rPr lang="nl-NL" dirty="0" err="1"/>
                  <a:t>Doubly</a:t>
                </a:r>
                <a:r>
                  <a:rPr lang="nl-NL" dirty="0"/>
                  <a:t> </a:t>
                </a:r>
                <a:r>
                  <a:rPr lang="nl-NL" dirty="0" err="1"/>
                  <a:t>linked</a:t>
                </a:r>
                <a:r>
                  <a:rPr lang="nl-NL" dirty="0"/>
                  <a:t> list: </a:t>
                </a:r>
                <a:r>
                  <a:rPr lang="nl-NL" dirty="0" err="1"/>
                  <a:t>can</a:t>
                </a:r>
                <a:r>
                  <a:rPr lang="nl-NL" dirty="0"/>
                  <a:t> </a:t>
                </a:r>
                <a:r>
                  <a:rPr lang="nl-NL" dirty="0" err="1"/>
                  <a:t>choose</a:t>
                </a:r>
                <a:r>
                  <a:rPr lang="nl-NL" dirty="0"/>
                  <a:t>, but </a:t>
                </a:r>
                <a:r>
                  <a:rPr lang="nl-NL" dirty="0" err="1"/>
                  <a:t>why</a:t>
                </a:r>
                <a:r>
                  <a:rPr lang="nl-NL" dirty="0"/>
                  <a:t> waste </a:t>
                </a:r>
                <a:r>
                  <a:rPr lang="nl-NL" dirty="0" err="1"/>
                  <a:t>the</a:t>
                </a:r>
                <a:r>
                  <a:rPr lang="nl-NL" dirty="0"/>
                  <a:t> extra memory?</a:t>
                </a:r>
              </a:p>
              <a:p>
                <a:pPr lvl="1"/>
                <a:endParaRPr lang="nl-NL" dirty="0"/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8A7FE5-8B02-0D8A-E4BB-5BDB630952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10890928" cy="1827838"/>
              </a:xfrm>
              <a:blipFill>
                <a:blip r:embed="rId2"/>
                <a:stretch>
                  <a:fillRect l="-336" t="-33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F1DE028E-5687-BEA3-FD3A-BC21F159DB02}"/>
              </a:ext>
            </a:extLst>
          </p:cNvPr>
          <p:cNvGrpSpPr/>
          <p:nvPr/>
        </p:nvGrpSpPr>
        <p:grpSpPr>
          <a:xfrm>
            <a:off x="2508525" y="5831954"/>
            <a:ext cx="713657" cy="541073"/>
            <a:chOff x="2508525" y="5831954"/>
            <a:chExt cx="713657" cy="541073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006F254-F477-F98E-CC3B-1E5D0D751C0A}"/>
                </a:ext>
              </a:extLst>
            </p:cNvPr>
            <p:cNvSpPr txBox="1"/>
            <p:nvPr/>
          </p:nvSpPr>
          <p:spPr>
            <a:xfrm>
              <a:off x="2508525" y="6065250"/>
              <a:ext cx="7136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first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BD627EB-447C-F9BB-23A2-37C44EBFCADF}"/>
                </a:ext>
              </a:extLst>
            </p:cNvPr>
            <p:cNvCxnSpPr>
              <a:stCxn id="64" idx="0"/>
              <a:endCxn id="55" idx="2"/>
            </p:cNvCxnSpPr>
            <p:nvPr/>
          </p:nvCxnSpPr>
          <p:spPr>
            <a:xfrm flipV="1">
              <a:off x="2865354" y="5831954"/>
              <a:ext cx="1" cy="23329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EC2463B-D569-71FC-330A-31709ECF2F66}"/>
              </a:ext>
            </a:extLst>
          </p:cNvPr>
          <p:cNvGrpSpPr/>
          <p:nvPr/>
        </p:nvGrpSpPr>
        <p:grpSpPr>
          <a:xfrm>
            <a:off x="7591483" y="5831954"/>
            <a:ext cx="607859" cy="541072"/>
            <a:chOff x="7591483" y="5831954"/>
            <a:chExt cx="607859" cy="541072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9D90D8D-BC7F-7D94-3ADC-E238F3F23354}"/>
                </a:ext>
              </a:extLst>
            </p:cNvPr>
            <p:cNvSpPr txBox="1"/>
            <p:nvPr/>
          </p:nvSpPr>
          <p:spPr>
            <a:xfrm>
              <a:off x="7591483" y="6065249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last</a:t>
              </a:r>
            </a:p>
          </p:txBody>
        </p: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9B2C3DFE-84AC-5900-A873-BD6FB48400C7}"/>
                </a:ext>
              </a:extLst>
            </p:cNvPr>
            <p:cNvCxnSpPr>
              <a:cxnSpLocks/>
              <a:stCxn id="65" idx="0"/>
              <a:endCxn id="68" idx="2"/>
            </p:cNvCxnSpPr>
            <p:nvPr/>
          </p:nvCxnSpPr>
          <p:spPr>
            <a:xfrm flipH="1" flipV="1">
              <a:off x="7886998" y="5831954"/>
              <a:ext cx="8415" cy="23329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8DCA495-416F-08CA-7659-EBC70FF49457}"/>
              </a:ext>
            </a:extLst>
          </p:cNvPr>
          <p:cNvGrpSpPr/>
          <p:nvPr/>
        </p:nvGrpSpPr>
        <p:grpSpPr>
          <a:xfrm>
            <a:off x="2553010" y="5343067"/>
            <a:ext cx="7109551" cy="488889"/>
            <a:chOff x="2553010" y="5343067"/>
            <a:chExt cx="7109551" cy="488889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1FA9799-5FBF-5D23-9685-D46E28B70D4E}"/>
                </a:ext>
              </a:extLst>
            </p:cNvPr>
            <p:cNvSpPr txBox="1"/>
            <p:nvPr/>
          </p:nvSpPr>
          <p:spPr>
            <a:xfrm>
              <a:off x="8939286" y="5402845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NULL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48B108BC-106E-7123-CBC6-E23DBA051B62}"/>
                </a:ext>
              </a:extLst>
            </p:cNvPr>
            <p:cNvSpPr/>
            <p:nvPr/>
          </p:nvSpPr>
          <p:spPr>
            <a:xfrm>
              <a:off x="6326005" y="5343067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l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0A552907-7492-A1CC-E900-34C9B8FEE5DD}"/>
                </a:ext>
              </a:extLst>
            </p:cNvPr>
            <p:cNvSpPr/>
            <p:nvPr/>
          </p:nvSpPr>
          <p:spPr>
            <a:xfrm>
              <a:off x="5092583" y="5343069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l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0CD20999-5882-25CC-758B-5A1EF5B6E695}"/>
                </a:ext>
              </a:extLst>
            </p:cNvPr>
            <p:cNvSpPr/>
            <p:nvPr/>
          </p:nvSpPr>
          <p:spPr>
            <a:xfrm>
              <a:off x="3843935" y="5343068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e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5869926-F0F9-E052-BB7A-A264FD53C9CB}"/>
                </a:ext>
              </a:extLst>
            </p:cNvPr>
            <p:cNvSpPr/>
            <p:nvPr/>
          </p:nvSpPr>
          <p:spPr>
            <a:xfrm>
              <a:off x="2553010" y="5343067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H</a:t>
              </a: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4D80A6DA-07B8-39EE-1D6A-B830328C798A}"/>
                </a:ext>
              </a:extLst>
            </p:cNvPr>
            <p:cNvCxnSpPr>
              <a:cxnSpLocks/>
              <a:stCxn id="55" idx="3"/>
              <a:endCxn id="54" idx="1"/>
            </p:cNvCxnSpPr>
            <p:nvPr/>
          </p:nvCxnSpPr>
          <p:spPr>
            <a:xfrm>
              <a:off x="3177699" y="5587511"/>
              <a:ext cx="66623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030D717-955A-33A0-BD9A-304B5EB1D553}"/>
                </a:ext>
              </a:extLst>
            </p:cNvPr>
            <p:cNvCxnSpPr>
              <a:cxnSpLocks/>
              <a:stCxn id="54" idx="3"/>
              <a:endCxn id="53" idx="1"/>
            </p:cNvCxnSpPr>
            <p:nvPr/>
          </p:nvCxnSpPr>
          <p:spPr>
            <a:xfrm>
              <a:off x="4468624" y="5587512"/>
              <a:ext cx="623959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0899B17-09B0-7296-0D41-7D44977E84B4}"/>
                </a:ext>
              </a:extLst>
            </p:cNvPr>
            <p:cNvCxnSpPr>
              <a:cxnSpLocks/>
              <a:stCxn id="53" idx="3"/>
              <a:endCxn id="52" idx="1"/>
            </p:cNvCxnSpPr>
            <p:nvPr/>
          </p:nvCxnSpPr>
          <p:spPr>
            <a:xfrm flipV="1">
              <a:off x="5717272" y="5587511"/>
              <a:ext cx="608733" cy="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1DEC85C-5BAC-88C1-0211-A1BDEE852176}"/>
                </a:ext>
              </a:extLst>
            </p:cNvPr>
            <p:cNvCxnSpPr>
              <a:cxnSpLocks/>
              <a:stCxn id="68" idx="3"/>
              <a:endCxn id="51" idx="1"/>
            </p:cNvCxnSpPr>
            <p:nvPr/>
          </p:nvCxnSpPr>
          <p:spPr>
            <a:xfrm>
              <a:off x="8199342" y="5587511"/>
              <a:ext cx="73994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BEBD42A-C9AD-2C4B-6647-CC1CAFABF803}"/>
                </a:ext>
              </a:extLst>
            </p:cNvPr>
            <p:cNvSpPr txBox="1"/>
            <p:nvPr/>
          </p:nvSpPr>
          <p:spPr>
            <a:xfrm>
              <a:off x="3206887" y="5343067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98AE25A-E2FB-5159-357F-78370293B8FE}"/>
                </a:ext>
              </a:extLst>
            </p:cNvPr>
            <p:cNvSpPr txBox="1"/>
            <p:nvPr/>
          </p:nvSpPr>
          <p:spPr>
            <a:xfrm>
              <a:off x="4442253" y="5343067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F84D9BD-66AD-6D38-5A1B-6E3962B333F3}"/>
                </a:ext>
              </a:extLst>
            </p:cNvPr>
            <p:cNvSpPr txBox="1"/>
            <p:nvPr/>
          </p:nvSpPr>
          <p:spPr>
            <a:xfrm>
              <a:off x="5672857" y="5343067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AEBE25D5-368D-A4AA-C413-3FFAB5D43D9B}"/>
                </a:ext>
              </a:extLst>
            </p:cNvPr>
            <p:cNvSpPr txBox="1"/>
            <p:nvPr/>
          </p:nvSpPr>
          <p:spPr>
            <a:xfrm>
              <a:off x="6923368" y="5343067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2FA7B679-7B78-1227-17BC-CE72BB61A61D}"/>
                </a:ext>
              </a:extLst>
            </p:cNvPr>
            <p:cNvSpPr/>
            <p:nvPr/>
          </p:nvSpPr>
          <p:spPr>
            <a:xfrm>
              <a:off x="7574653" y="5343067"/>
              <a:ext cx="624689" cy="48888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o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FB4B133-7A5D-B6B3-E573-1705BBFCE145}"/>
                </a:ext>
              </a:extLst>
            </p:cNvPr>
            <p:cNvSpPr txBox="1"/>
            <p:nvPr/>
          </p:nvSpPr>
          <p:spPr>
            <a:xfrm>
              <a:off x="8199342" y="5343067"/>
              <a:ext cx="6078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sz="14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CE896F84-55D3-A612-B244-9DFBA0426627}"/>
                </a:ext>
              </a:extLst>
            </p:cNvPr>
            <p:cNvCxnSpPr>
              <a:cxnSpLocks/>
              <a:stCxn id="52" idx="3"/>
              <a:endCxn id="68" idx="1"/>
            </p:cNvCxnSpPr>
            <p:nvPr/>
          </p:nvCxnSpPr>
          <p:spPr>
            <a:xfrm>
              <a:off x="6950694" y="5587511"/>
              <a:ext cx="6239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1" name="Multiplication Sign 70">
            <a:extLst>
              <a:ext uri="{FF2B5EF4-FFF2-40B4-BE49-F238E27FC236}">
                <a16:creationId xmlns:a16="http://schemas.microsoft.com/office/drawing/2014/main" id="{7FB6D5DC-DD35-029D-6502-3D79C44354F6}"/>
              </a:ext>
            </a:extLst>
          </p:cNvPr>
          <p:cNvSpPr/>
          <p:nvPr/>
        </p:nvSpPr>
        <p:spPr>
          <a:xfrm>
            <a:off x="2340029" y="5205653"/>
            <a:ext cx="1028700" cy="742949"/>
          </a:xfrm>
          <a:prstGeom prst="mathMultiply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EEFCB24-EFBD-3056-DC4D-A8A10CD891A2}"/>
              </a:ext>
            </a:extLst>
          </p:cNvPr>
          <p:cNvSpPr txBox="1"/>
          <p:nvPr/>
        </p:nvSpPr>
        <p:spPr>
          <a:xfrm>
            <a:off x="189257" y="5402845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Option 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CEF9B77-CE4B-9021-9802-5E5361A991CD}"/>
              </a:ext>
            </a:extLst>
          </p:cNvPr>
          <p:cNvSpPr txBox="1"/>
          <p:nvPr/>
        </p:nvSpPr>
        <p:spPr>
          <a:xfrm>
            <a:off x="9800987" y="5264344"/>
            <a:ext cx="1995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b="1" dirty="0" err="1">
                <a:latin typeface="Aptos" panose="020B0004020202020204" pitchFamily="34" charset="0"/>
              </a:rPr>
              <a:t>EnQ</a:t>
            </a:r>
            <a:r>
              <a:rPr lang="nl-NL" dirty="0">
                <a:latin typeface="Aptos" panose="020B0004020202020204" pitchFamily="34" charset="0"/>
              </a:rPr>
              <a:t>: Append</a:t>
            </a:r>
          </a:p>
          <a:p>
            <a:r>
              <a:rPr lang="nl-NL" b="1" dirty="0" err="1">
                <a:latin typeface="Aptos" panose="020B0004020202020204" pitchFamily="34" charset="0"/>
              </a:rPr>
              <a:t>DeQ</a:t>
            </a:r>
            <a:r>
              <a:rPr lang="nl-NL" dirty="0">
                <a:latin typeface="Aptos" panose="020B0004020202020204" pitchFamily="34" charset="0"/>
              </a:rPr>
              <a:t>: </a:t>
            </a:r>
            <a:r>
              <a:rPr lang="nl-NL" dirty="0" err="1">
                <a:latin typeface="Aptos" panose="020B0004020202020204" pitchFamily="34" charset="0"/>
              </a:rPr>
              <a:t>Remove</a:t>
            </a:r>
            <a:r>
              <a:rPr lang="nl-NL" dirty="0">
                <a:latin typeface="Aptos" panose="020B0004020202020204" pitchFamily="34" charset="0"/>
              </a:rPr>
              <a:t> first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AAD80787-1A65-1908-9538-1117B9397D74}"/>
              </a:ext>
            </a:extLst>
          </p:cNvPr>
          <p:cNvSpPr/>
          <p:nvPr/>
        </p:nvSpPr>
        <p:spPr>
          <a:xfrm>
            <a:off x="8927054" y="5358775"/>
            <a:ext cx="624689" cy="48888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3A8FAE0-17BC-60A8-5039-7831BED7E6CD}"/>
                  </a:ext>
                </a:extLst>
              </p:cNvPr>
              <p:cNvSpPr txBox="1"/>
              <p:nvPr/>
            </p:nvSpPr>
            <p:spPr>
              <a:xfrm>
                <a:off x="2477970" y="5020290"/>
                <a:ext cx="728917" cy="369332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nl-NL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3A8FAE0-17BC-60A8-5039-7831BED7E6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970" y="5020290"/>
                <a:ext cx="7289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E8F955D-F802-917D-EF0E-20762FEDADAC}"/>
                  </a:ext>
                </a:extLst>
              </p:cNvPr>
              <p:cNvSpPr txBox="1"/>
              <p:nvPr/>
            </p:nvSpPr>
            <p:spPr>
              <a:xfrm>
                <a:off x="8877389" y="5035191"/>
                <a:ext cx="728917" cy="369332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nl-NL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E8F955D-F802-917D-EF0E-20762FEDA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7389" y="5035191"/>
                <a:ext cx="72891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464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4F46C-EDBE-30FF-60A2-2F85ED7DB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B6D0D-7E4F-14E7-8181-C707EB967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Arrays as queues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476153-A9B5-87F3-DB46-2CD5B3663E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633472"/>
                <a:ext cx="10890928" cy="1827838"/>
              </a:xfrm>
            </p:spPr>
            <p:txBody>
              <a:bodyPr>
                <a:normAutofit/>
              </a:bodyPr>
              <a:lstStyle/>
              <a:p>
                <a:r>
                  <a:rPr lang="nl-NL" dirty="0" err="1"/>
                  <a:t>Where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b="1" dirty="0" err="1"/>
                  <a:t>enqueue</a:t>
                </a:r>
                <a:r>
                  <a:rPr lang="nl-NL" dirty="0"/>
                  <a:t> (</a:t>
                </a:r>
                <a:r>
                  <a:rPr lang="nl-NL" dirty="0" err="1"/>
                  <a:t>insert</a:t>
                </a:r>
                <a:r>
                  <a:rPr lang="nl-NL" dirty="0"/>
                  <a:t>), </a:t>
                </a:r>
                <a:r>
                  <a:rPr lang="nl-NL" dirty="0" err="1"/>
                  <a:t>where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b="1" dirty="0" err="1"/>
                  <a:t>dequeue</a:t>
                </a:r>
                <a:r>
                  <a:rPr lang="nl-NL" dirty="0"/>
                  <a:t> (</a:t>
                </a:r>
                <a:r>
                  <a:rPr lang="nl-NL" dirty="0" err="1"/>
                  <a:t>remove</a:t>
                </a:r>
                <a:r>
                  <a:rPr lang="nl-NL" dirty="0"/>
                  <a:t>)?</a:t>
                </a:r>
              </a:p>
              <a:p>
                <a:pPr lvl="1"/>
                <a:r>
                  <a:rPr lang="nl-NL" dirty="0" err="1"/>
                  <a:t>Let’s</a:t>
                </a:r>
                <a:r>
                  <a:rPr lang="nl-NL" dirty="0"/>
                  <a:t> </a:t>
                </a:r>
                <a:r>
                  <a:rPr lang="nl-NL" dirty="0" err="1"/>
                  <a:t>try</a:t>
                </a:r>
                <a:r>
                  <a:rPr lang="nl-NL" dirty="0"/>
                  <a:t>: </a:t>
                </a:r>
                <a:r>
                  <a:rPr lang="nl-NL" b="1" dirty="0"/>
                  <a:t>append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enqueue</a:t>
                </a:r>
                <a:r>
                  <a:rPr lang="nl-NL" dirty="0"/>
                  <a:t>, </a:t>
                </a:r>
                <a:r>
                  <a:rPr lang="nl-NL" b="1" dirty="0" err="1"/>
                  <a:t>remove</a:t>
                </a:r>
                <a:r>
                  <a:rPr lang="nl-NL" b="1" dirty="0"/>
                  <a:t> first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dequeue</a:t>
                </a:r>
                <a:r>
                  <a:rPr lang="nl-NL" dirty="0"/>
                  <a:t>.</a:t>
                </a:r>
              </a:p>
              <a:p>
                <a:pPr lvl="1"/>
                <a:r>
                  <a:rPr lang="nl-NL" dirty="0" err="1"/>
                  <a:t>Alternative</a:t>
                </a:r>
                <a:r>
                  <a:rPr lang="nl-NL" dirty="0"/>
                  <a:t>: </a:t>
                </a:r>
                <a:r>
                  <a:rPr lang="nl-NL" b="1" dirty="0" err="1"/>
                  <a:t>prepend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enqueue</a:t>
                </a:r>
                <a:r>
                  <a:rPr lang="nl-NL" dirty="0"/>
                  <a:t>, </a:t>
                </a:r>
                <a:r>
                  <a:rPr lang="nl-NL" b="1" dirty="0" err="1"/>
                  <a:t>remove</a:t>
                </a:r>
                <a:r>
                  <a:rPr lang="nl-NL" b="1" dirty="0"/>
                  <a:t> last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dequeue</a:t>
                </a:r>
                <a:endParaRPr lang="nl-NL" dirty="0"/>
              </a:p>
              <a:p>
                <a:pPr lvl="1"/>
                <a:r>
                  <a:rPr lang="nl-NL" dirty="0"/>
                  <a:t>No help, </a:t>
                </a:r>
                <a:r>
                  <a:rPr lang="nl-NL" dirty="0" err="1"/>
                  <a:t>one</a:t>
                </a:r>
                <a:r>
                  <a:rPr lang="nl-NL" dirty="0"/>
                  <a:t> of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two</a:t>
                </a:r>
                <a:r>
                  <a:rPr lang="nl-NL" dirty="0"/>
                  <a:t> </a:t>
                </a:r>
                <a:r>
                  <a:rPr lang="nl-NL" dirty="0" err="1"/>
                  <a:t>will</a:t>
                </a:r>
                <a:r>
                  <a:rPr lang="nl-NL" dirty="0"/>
                  <a:t> </a:t>
                </a:r>
                <a:r>
                  <a:rPr lang="nl-NL" dirty="0" err="1"/>
                  <a:t>always</a:t>
                </a:r>
                <a:r>
                  <a:rPr lang="nl-NL" dirty="0"/>
                  <a:t> </a:t>
                </a:r>
                <a:r>
                  <a:rPr lang="nl-NL" dirty="0" err="1"/>
                  <a:t>be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nl-NL" dirty="0"/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476153-A9B5-87F3-DB46-2CD5B3663E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633472"/>
                <a:ext cx="10890928" cy="1827838"/>
              </a:xfrm>
              <a:blipFill>
                <a:blip r:embed="rId2"/>
                <a:stretch>
                  <a:fillRect l="-336" t="-33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A6241D-5D69-4DCA-028A-F43B222C52AF}"/>
              </a:ext>
            </a:extLst>
          </p:cNvPr>
          <p:cNvSpPr/>
          <p:nvPr/>
        </p:nvSpPr>
        <p:spPr>
          <a:xfrm>
            <a:off x="2510915" y="481445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H</a:t>
            </a:r>
            <a:endParaRPr lang="nl-NL" sz="900" dirty="0">
              <a:latin typeface="Aptos" panose="020B000402020202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1D199F2-E3D7-BD63-58E4-053E8C517B88}"/>
              </a:ext>
            </a:extLst>
          </p:cNvPr>
          <p:cNvGrpSpPr/>
          <p:nvPr/>
        </p:nvGrpSpPr>
        <p:grpSpPr>
          <a:xfrm>
            <a:off x="3098591" y="4814454"/>
            <a:ext cx="5846425" cy="557341"/>
            <a:chOff x="3098591" y="4814454"/>
            <a:chExt cx="5846425" cy="557341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0276322-5D12-E9FD-7AFE-F9BB5CB91982}"/>
                </a:ext>
              </a:extLst>
            </p:cNvPr>
            <p:cNvSpPr/>
            <p:nvPr/>
          </p:nvSpPr>
          <p:spPr>
            <a:xfrm>
              <a:off x="3098591" y="481445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e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757D5F0-2593-B5A1-F083-2D5891805E23}"/>
                </a:ext>
              </a:extLst>
            </p:cNvPr>
            <p:cNvSpPr/>
            <p:nvPr/>
          </p:nvSpPr>
          <p:spPr>
            <a:xfrm>
              <a:off x="3686267" y="481445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l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D5E477E-8721-962C-BB78-897C40FCD5B0}"/>
                </a:ext>
              </a:extLst>
            </p:cNvPr>
            <p:cNvSpPr/>
            <p:nvPr/>
          </p:nvSpPr>
          <p:spPr>
            <a:xfrm>
              <a:off x="4273943" y="481445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l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8D6A43B-CB7F-5FBA-6C58-E00C8E652190}"/>
                </a:ext>
              </a:extLst>
            </p:cNvPr>
            <p:cNvSpPr/>
            <p:nvPr/>
          </p:nvSpPr>
          <p:spPr>
            <a:xfrm>
              <a:off x="4861619" y="481445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o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9367E1D-3ECC-E095-9302-B1DFDFFA988E}"/>
                </a:ext>
              </a:extLst>
            </p:cNvPr>
            <p:cNvSpPr/>
            <p:nvPr/>
          </p:nvSpPr>
          <p:spPr>
            <a:xfrm>
              <a:off x="5449295" y="481445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900" dirty="0">
                  <a:latin typeface="Aptos" panose="020B0004020202020204" pitchFamily="34" charset="0"/>
                </a:rPr>
                <a:t>,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F7093BD-E110-5D42-9EFF-8FA90A4DFF40}"/>
                </a:ext>
              </a:extLst>
            </p:cNvPr>
            <p:cNvSpPr/>
            <p:nvPr/>
          </p:nvSpPr>
          <p:spPr>
            <a:xfrm>
              <a:off x="6036971" y="481445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w</a:t>
              </a:r>
              <a:endParaRPr lang="nl-NL" sz="900" dirty="0">
                <a:latin typeface="Aptos" panose="020B0004020202020204" pitchFamily="34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DCBD4A1-D577-B801-8FCC-1D91B11CB959}"/>
                </a:ext>
              </a:extLst>
            </p:cNvPr>
            <p:cNvSpPr/>
            <p:nvPr/>
          </p:nvSpPr>
          <p:spPr>
            <a:xfrm>
              <a:off x="6624647" y="481445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o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7C853ED-8B16-0B3D-E0C6-04F6AABAA015}"/>
                </a:ext>
              </a:extLst>
            </p:cNvPr>
            <p:cNvSpPr/>
            <p:nvPr/>
          </p:nvSpPr>
          <p:spPr>
            <a:xfrm>
              <a:off x="7212323" y="481445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r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4078578-CF23-5137-4531-03421AC32A69}"/>
                </a:ext>
              </a:extLst>
            </p:cNvPr>
            <p:cNvSpPr/>
            <p:nvPr/>
          </p:nvSpPr>
          <p:spPr>
            <a:xfrm>
              <a:off x="7799999" y="481445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l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AC81BC1-26B1-F2A7-78A5-FC65574D0A13}"/>
                </a:ext>
              </a:extLst>
            </p:cNvPr>
            <p:cNvSpPr/>
            <p:nvPr/>
          </p:nvSpPr>
          <p:spPr>
            <a:xfrm>
              <a:off x="8387675" y="481445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Aptos" panose="020B0004020202020204" pitchFamily="34" charset="0"/>
                </a:rPr>
                <a:t>d</a:t>
              </a: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F14D9DA-3444-BAD6-8372-ED634E984AC9}"/>
              </a:ext>
            </a:extLst>
          </p:cNvPr>
          <p:cNvSpPr/>
          <p:nvPr/>
        </p:nvSpPr>
        <p:spPr>
          <a:xfrm>
            <a:off x="8975348" y="481445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nl-NL" dirty="0">
                <a:latin typeface="Aptos" panose="020B0004020202020204" pitchFamily="34" charset="0"/>
              </a:rPr>
              <a:t>!</a:t>
            </a:r>
          </a:p>
        </p:txBody>
      </p:sp>
      <p:sp>
        <p:nvSpPr>
          <p:cNvPr id="19" name="Multiplication Sign 18">
            <a:extLst>
              <a:ext uri="{FF2B5EF4-FFF2-40B4-BE49-F238E27FC236}">
                <a16:creationId xmlns:a16="http://schemas.microsoft.com/office/drawing/2014/main" id="{C52C8B58-A829-22FE-FF5B-96B15DABEBA4}"/>
              </a:ext>
            </a:extLst>
          </p:cNvPr>
          <p:cNvSpPr/>
          <p:nvPr/>
        </p:nvSpPr>
        <p:spPr>
          <a:xfrm>
            <a:off x="2275235" y="4721649"/>
            <a:ext cx="1028700" cy="742949"/>
          </a:xfrm>
          <a:prstGeom prst="mathMultiply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6E452A4-6EDA-C911-6975-2AE9E726EE89}"/>
                  </a:ext>
                </a:extLst>
              </p:cNvPr>
              <p:cNvSpPr txBox="1"/>
              <p:nvPr/>
            </p:nvSpPr>
            <p:spPr>
              <a:xfrm>
                <a:off x="8889559" y="4461310"/>
                <a:ext cx="728917" cy="369332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nl-NL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6E452A4-6EDA-C911-6975-2AE9E726E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9559" y="4461310"/>
                <a:ext cx="7289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3CA0DA0-633B-3A4E-D659-4B72CE2E1599}"/>
                  </a:ext>
                </a:extLst>
              </p:cNvPr>
              <p:cNvSpPr txBox="1"/>
              <p:nvPr/>
            </p:nvSpPr>
            <p:spPr>
              <a:xfrm>
                <a:off x="2567002" y="5448410"/>
                <a:ext cx="736933" cy="369332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i="1" dirty="0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nl-NL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nl-NL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3CA0DA0-633B-3A4E-D659-4B72CE2E1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002" y="5448410"/>
                <a:ext cx="73693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922AB822-A8FA-6752-20E7-AFD5AEA86C1F}"/>
              </a:ext>
            </a:extLst>
          </p:cNvPr>
          <p:cNvSpPr txBox="1"/>
          <p:nvPr/>
        </p:nvSpPr>
        <p:spPr>
          <a:xfrm>
            <a:off x="9618476" y="4441235"/>
            <a:ext cx="1627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Aptos" panose="020B0004020202020204" pitchFamily="34" charset="0"/>
              </a:rPr>
              <a:t>(</a:t>
            </a:r>
            <a:r>
              <a:rPr lang="nl-NL" dirty="0" err="1">
                <a:latin typeface="Aptos" panose="020B0004020202020204" pitchFamily="34" charset="0"/>
              </a:rPr>
              <a:t>Average</a:t>
            </a:r>
            <a:r>
              <a:rPr lang="nl-NL" dirty="0">
                <a:latin typeface="Aptos" panose="020B0004020202020204" pitchFamily="34" charset="0"/>
              </a:rPr>
              <a:t> case)</a:t>
            </a:r>
          </a:p>
        </p:txBody>
      </p:sp>
      <p:sp>
        <p:nvSpPr>
          <p:cNvPr id="25" name="Star: 32 Points 24">
            <a:extLst>
              <a:ext uri="{FF2B5EF4-FFF2-40B4-BE49-F238E27FC236}">
                <a16:creationId xmlns:a16="http://schemas.microsoft.com/office/drawing/2014/main" id="{681457F5-EDE2-50E2-1E56-61E990B6FC3E}"/>
              </a:ext>
            </a:extLst>
          </p:cNvPr>
          <p:cNvSpPr/>
          <p:nvPr/>
        </p:nvSpPr>
        <p:spPr>
          <a:xfrm>
            <a:off x="6837981" y="1735756"/>
            <a:ext cx="4693027" cy="2623184"/>
          </a:xfrm>
          <a:prstGeom prst="star32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dirty="0"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We </a:t>
            </a:r>
            <a:r>
              <a:rPr lang="nl-NL" sz="2400" dirty="0" err="1"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can</a:t>
            </a:r>
            <a:r>
              <a:rPr lang="nl-NL" sz="2400" dirty="0"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do </a:t>
            </a:r>
            <a:r>
              <a:rPr lang="nl-NL" sz="3200" b="1" dirty="0" err="1"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better</a:t>
            </a:r>
            <a:r>
              <a:rPr lang="nl-NL" sz="2400" dirty="0"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nl-NL" sz="2400" dirty="0" err="1"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than</a:t>
            </a:r>
            <a:r>
              <a:rPr lang="nl-NL" sz="2400" dirty="0"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nl-NL" sz="2400" dirty="0" err="1"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that</a:t>
            </a:r>
            <a:r>
              <a:rPr lang="nl-NL" sz="2400" dirty="0"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9216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59259E-6 L -0.04935 -2.59259E-6 " pathEditMode="relative" rAng="0" ptsTypes="AA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74" y="0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59259E-6 L -0.04935 -2.59259E-6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74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16" grpId="0" animBg="1"/>
      <p:bldP spid="16" grpId="1" animBg="1"/>
      <p:bldP spid="19" grpId="0" animBg="1"/>
      <p:bldP spid="19" grpId="1" animBg="1"/>
      <p:bldP spid="22" grpId="0" animBg="1"/>
      <p:bldP spid="23" grpId="0" animBg="1"/>
      <p:bldP spid="24" grpId="0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13878-2F07-5AE8-DEC6-57DDA99CD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95C3F8-C0C1-986C-0921-9F436843F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Circular</a:t>
            </a:r>
            <a:r>
              <a:rPr lang="nl-NL" dirty="0"/>
              <a:t> buffers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030E86-81AE-E9B2-C384-CFE569B9F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Using arrays as queues, </a:t>
            </a:r>
            <a:r>
              <a:rPr lang="nl-NL" dirty="0" err="1"/>
              <a:t>properly</a:t>
            </a:r>
            <a:endParaRPr lang="nl-N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B0EC470-2647-2BFC-2798-83FA08554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150" y="2520581"/>
            <a:ext cx="4762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5CCE99-17C5-DDE8-8BF8-FA8D75E1A33D}"/>
              </a:ext>
            </a:extLst>
          </p:cNvPr>
          <p:cNvSpPr txBox="1"/>
          <p:nvPr/>
        </p:nvSpPr>
        <p:spPr>
          <a:xfrm>
            <a:off x="7734628" y="6321129"/>
            <a:ext cx="23615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/>
              <a:t>Image source: </a:t>
            </a:r>
            <a:r>
              <a:rPr lang="nl-NL" sz="1600" dirty="0">
                <a:hlinkClick r:id="rId3"/>
              </a:rPr>
              <a:t>Wikipedia</a:t>
            </a:r>
            <a:endParaRPr lang="nl-NL" sz="1600" dirty="0"/>
          </a:p>
        </p:txBody>
      </p:sp>
    </p:spTree>
    <p:extLst>
      <p:ext uri="{BB962C8B-B14F-4D97-AF65-F5344CB8AC3E}">
        <p14:creationId xmlns:p14="http://schemas.microsoft.com/office/powerpoint/2010/main" val="1220311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D25DB-F43E-C952-B9E8-19C1E68B8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E5E32-0196-9CAE-B771-E83BC758A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Circular</a:t>
            </a:r>
            <a:r>
              <a:rPr lang="nl-NL" dirty="0"/>
              <a:t> buffers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7FF37-E19A-C65A-6805-13315C329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1611320"/>
          </a:xfrm>
        </p:spPr>
        <p:txBody>
          <a:bodyPr>
            <a:normAutofit/>
          </a:bodyPr>
          <a:lstStyle/>
          <a:p>
            <a:r>
              <a:rPr lang="nl-NL" dirty="0" err="1"/>
              <a:t>Why</a:t>
            </a:r>
            <a:r>
              <a:rPr lang="nl-NL" dirty="0"/>
              <a:t> </a:t>
            </a:r>
            <a:r>
              <a:rPr lang="nl-NL" dirty="0" err="1"/>
              <a:t>should</a:t>
            </a:r>
            <a:r>
              <a:rPr lang="nl-NL" dirty="0"/>
              <a:t> we store </a:t>
            </a:r>
            <a:r>
              <a:rPr lang="nl-NL" dirty="0" err="1"/>
              <a:t>the</a:t>
            </a:r>
            <a:r>
              <a:rPr lang="nl-NL" dirty="0"/>
              <a:t> first element at index 0?</a:t>
            </a:r>
          </a:p>
          <a:p>
            <a:pPr lvl="1"/>
            <a:r>
              <a:rPr lang="nl-NL" dirty="0" err="1"/>
              <a:t>Instead</a:t>
            </a:r>
            <a:r>
              <a:rPr lang="nl-NL" dirty="0"/>
              <a:t>, </a:t>
            </a:r>
            <a:r>
              <a:rPr lang="nl-NL" dirty="0" err="1"/>
              <a:t>maintain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i="1" dirty="0"/>
              <a:t>pointers</a:t>
            </a:r>
            <a:r>
              <a:rPr lang="nl-NL" dirty="0"/>
              <a:t>: </a:t>
            </a:r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readptr</a:t>
            </a:r>
            <a:r>
              <a:rPr lang="nl-NL" dirty="0"/>
              <a:t> &amp; </a:t>
            </a:r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writeptr</a:t>
            </a:r>
            <a:endParaRPr lang="nl-N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lvl="1"/>
            <a:r>
              <a:rPr lang="nl-NL" b="1" dirty="0" err="1"/>
              <a:t>Dequeue</a:t>
            </a:r>
            <a:r>
              <a:rPr lang="nl-NL" dirty="0"/>
              <a:t>: </a:t>
            </a:r>
            <a:r>
              <a:rPr lang="nl-NL" dirty="0" err="1"/>
              <a:t>retrieve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readptr</a:t>
            </a:r>
            <a:r>
              <a:rPr lang="nl-NL" dirty="0"/>
              <a:t> </a:t>
            </a:r>
            <a:r>
              <a:rPr lang="nl-NL" dirty="0" err="1"/>
              <a:t>location</a:t>
            </a:r>
            <a:r>
              <a:rPr lang="nl-NL" dirty="0"/>
              <a:t>, </a:t>
            </a:r>
            <a:r>
              <a:rPr lang="nl-NL" dirty="0" err="1"/>
              <a:t>then</a:t>
            </a:r>
            <a:r>
              <a:rPr lang="nl-NL" dirty="0"/>
              <a:t> </a:t>
            </a:r>
            <a:r>
              <a:rPr lang="nl-NL" dirty="0" err="1"/>
              <a:t>increase</a:t>
            </a:r>
            <a:r>
              <a:rPr lang="nl-NL" dirty="0"/>
              <a:t> </a:t>
            </a:r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readptr</a:t>
            </a:r>
            <a:endParaRPr lang="nl-N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lvl="1"/>
            <a:r>
              <a:rPr lang="nl-NL" b="1" dirty="0" err="1"/>
              <a:t>Enqueue</a:t>
            </a:r>
            <a:r>
              <a:rPr lang="nl-NL" dirty="0"/>
              <a:t>: store </a:t>
            </a:r>
            <a:r>
              <a:rPr lang="nl-NL" dirty="0" err="1"/>
              <a:t>value</a:t>
            </a:r>
            <a:r>
              <a:rPr lang="nl-NL" dirty="0"/>
              <a:t> at </a:t>
            </a:r>
            <a:r>
              <a:rPr lang="nl-NL" dirty="0" err="1"/>
              <a:t>location</a:t>
            </a:r>
            <a:r>
              <a:rPr lang="nl-NL" dirty="0"/>
              <a:t> </a:t>
            </a:r>
            <a:r>
              <a:rPr lang="nl-NL" dirty="0" err="1"/>
              <a:t>pointed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writeptr</a:t>
            </a:r>
            <a:r>
              <a:rPr lang="nl-NL" dirty="0"/>
              <a:t>, </a:t>
            </a:r>
            <a:r>
              <a:rPr lang="nl-NL" dirty="0" err="1"/>
              <a:t>then</a:t>
            </a:r>
            <a:r>
              <a:rPr lang="nl-NL" dirty="0"/>
              <a:t> </a:t>
            </a:r>
            <a:r>
              <a:rPr lang="nl-NL" dirty="0" err="1"/>
              <a:t>increase</a:t>
            </a:r>
            <a:r>
              <a:rPr lang="nl-NL" dirty="0"/>
              <a:t> </a:t>
            </a:r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writeptr</a:t>
            </a:r>
            <a:endParaRPr lang="nl-NL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6548F7D-CEA5-A9D6-A1DF-D76C92A1A796}"/>
              </a:ext>
            </a:extLst>
          </p:cNvPr>
          <p:cNvSpPr/>
          <p:nvPr/>
        </p:nvSpPr>
        <p:spPr>
          <a:xfrm>
            <a:off x="3790980" y="477635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BA9512C-6D46-DBD9-FACA-4E9F1A6E3BBF}"/>
              </a:ext>
            </a:extLst>
          </p:cNvPr>
          <p:cNvSpPr/>
          <p:nvPr/>
        </p:nvSpPr>
        <p:spPr>
          <a:xfrm>
            <a:off x="4378656" y="477635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F1C1F44-74E1-8AB6-147A-9BA08594F823}"/>
              </a:ext>
            </a:extLst>
          </p:cNvPr>
          <p:cNvSpPr/>
          <p:nvPr/>
        </p:nvSpPr>
        <p:spPr>
          <a:xfrm>
            <a:off x="4966332" y="477635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nl-NL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3AFAF9-E742-3A40-EBDF-3F990C31A329}"/>
              </a:ext>
            </a:extLst>
          </p:cNvPr>
          <p:cNvSpPr/>
          <p:nvPr/>
        </p:nvSpPr>
        <p:spPr>
          <a:xfrm>
            <a:off x="5554008" y="477635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9D4BA0-D14D-42D6-1F1E-193891744E7F}"/>
              </a:ext>
            </a:extLst>
          </p:cNvPr>
          <p:cNvSpPr/>
          <p:nvPr/>
        </p:nvSpPr>
        <p:spPr>
          <a:xfrm>
            <a:off x="6141684" y="477635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EB7C6D-C852-6269-EC14-E7355C26C950}"/>
              </a:ext>
            </a:extLst>
          </p:cNvPr>
          <p:cNvSpPr/>
          <p:nvPr/>
        </p:nvSpPr>
        <p:spPr>
          <a:xfrm>
            <a:off x="6729360" y="477635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F9B7B6E-3747-6050-2D33-DEEBED76199E}"/>
              </a:ext>
            </a:extLst>
          </p:cNvPr>
          <p:cNvSpPr/>
          <p:nvPr/>
        </p:nvSpPr>
        <p:spPr>
          <a:xfrm>
            <a:off x="7317036" y="477635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064785-A468-C045-CE41-465CA36104D4}"/>
              </a:ext>
            </a:extLst>
          </p:cNvPr>
          <p:cNvSpPr/>
          <p:nvPr/>
        </p:nvSpPr>
        <p:spPr>
          <a:xfrm>
            <a:off x="7904712" y="477635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A43A3D-F116-8F6D-BCEF-D80999E938D0}"/>
              </a:ext>
            </a:extLst>
          </p:cNvPr>
          <p:cNvSpPr/>
          <p:nvPr/>
        </p:nvSpPr>
        <p:spPr>
          <a:xfrm>
            <a:off x="8492388" y="477635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48E83EB-CE41-E6F0-53E1-075D07B8E5FC}"/>
              </a:ext>
            </a:extLst>
          </p:cNvPr>
          <p:cNvSpPr/>
          <p:nvPr/>
        </p:nvSpPr>
        <p:spPr>
          <a:xfrm>
            <a:off x="9080064" y="477635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789291-E00A-A8CE-F1F9-0444DCEA2136}"/>
              </a:ext>
            </a:extLst>
          </p:cNvPr>
          <p:cNvSpPr txBox="1"/>
          <p:nvPr/>
        </p:nvSpPr>
        <p:spPr>
          <a:xfrm>
            <a:off x="3909991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6D7764-EC8D-EA17-1575-7295D8A0640E}"/>
              </a:ext>
            </a:extLst>
          </p:cNvPr>
          <p:cNvSpPr txBox="1"/>
          <p:nvPr/>
        </p:nvSpPr>
        <p:spPr>
          <a:xfrm>
            <a:off x="4497667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3E7919-9D1B-7CC7-D96F-8822832F6D6D}"/>
              </a:ext>
            </a:extLst>
          </p:cNvPr>
          <p:cNvSpPr txBox="1"/>
          <p:nvPr/>
        </p:nvSpPr>
        <p:spPr>
          <a:xfrm>
            <a:off x="5085343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AD9EEE-793C-45AD-853B-A3E05F148379}"/>
              </a:ext>
            </a:extLst>
          </p:cNvPr>
          <p:cNvSpPr txBox="1"/>
          <p:nvPr/>
        </p:nvSpPr>
        <p:spPr>
          <a:xfrm>
            <a:off x="5673019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D4851C-A32D-B6AA-396C-0F9531D448DF}"/>
              </a:ext>
            </a:extLst>
          </p:cNvPr>
          <p:cNvSpPr txBox="1"/>
          <p:nvPr/>
        </p:nvSpPr>
        <p:spPr>
          <a:xfrm>
            <a:off x="6260695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867B44-2C3D-786C-1B3E-DBD6094074AC}"/>
              </a:ext>
            </a:extLst>
          </p:cNvPr>
          <p:cNvSpPr txBox="1"/>
          <p:nvPr/>
        </p:nvSpPr>
        <p:spPr>
          <a:xfrm>
            <a:off x="6848371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9B2B8E-5AA6-FA4F-CD8A-80BE30BF0E96}"/>
              </a:ext>
            </a:extLst>
          </p:cNvPr>
          <p:cNvSpPr txBox="1"/>
          <p:nvPr/>
        </p:nvSpPr>
        <p:spPr>
          <a:xfrm>
            <a:off x="7436047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ECF055-46CD-F16C-685F-9E9A90EDFFCA}"/>
              </a:ext>
            </a:extLst>
          </p:cNvPr>
          <p:cNvSpPr txBox="1"/>
          <p:nvPr/>
        </p:nvSpPr>
        <p:spPr>
          <a:xfrm>
            <a:off x="8023723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A8EBAB-FE4E-C682-547A-7B62CE00CFC5}"/>
              </a:ext>
            </a:extLst>
          </p:cNvPr>
          <p:cNvSpPr txBox="1"/>
          <p:nvPr/>
        </p:nvSpPr>
        <p:spPr>
          <a:xfrm>
            <a:off x="8611399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5A20C4-5700-D65F-43B5-F7D0D33D7D47}"/>
              </a:ext>
            </a:extLst>
          </p:cNvPr>
          <p:cNvSpPr txBox="1"/>
          <p:nvPr/>
        </p:nvSpPr>
        <p:spPr>
          <a:xfrm>
            <a:off x="9199075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9</a:t>
            </a:r>
          </a:p>
        </p:txBody>
      </p:sp>
      <p:sp>
        <p:nvSpPr>
          <p:cNvPr id="32" name="Overlay">
            <a:extLst>
              <a:ext uri="{FF2B5EF4-FFF2-40B4-BE49-F238E27FC236}">
                <a16:creationId xmlns:a16="http://schemas.microsoft.com/office/drawing/2014/main" id="{7D984C96-EEBE-2990-F161-A92602036732}"/>
              </a:ext>
            </a:extLst>
          </p:cNvPr>
          <p:cNvSpPr/>
          <p:nvPr/>
        </p:nvSpPr>
        <p:spPr>
          <a:xfrm>
            <a:off x="5554008" y="477635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nl-NL" sz="20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557846B-B079-6718-BF05-4EE130A21274}"/>
              </a:ext>
            </a:extLst>
          </p:cNvPr>
          <p:cNvGrpSpPr/>
          <p:nvPr/>
        </p:nvGrpSpPr>
        <p:grpSpPr>
          <a:xfrm>
            <a:off x="5673019" y="5495925"/>
            <a:ext cx="1920719" cy="1130432"/>
            <a:chOff x="5673019" y="5495925"/>
            <a:chExt cx="1920719" cy="1130432"/>
          </a:xfrm>
        </p:grpSpPr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A396F896-EFB5-9300-E59A-89CE8E87B25B}"/>
                </a:ext>
              </a:extLst>
            </p:cNvPr>
            <p:cNvSpPr/>
            <p:nvPr/>
          </p:nvSpPr>
          <p:spPr>
            <a:xfrm>
              <a:off x="5711675" y="5495925"/>
              <a:ext cx="242006" cy="207102"/>
            </a:xfrm>
            <a:prstGeom prst="triangle">
              <a:avLst/>
            </a:prstGeom>
            <a:ln w="38100"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254E3EB-ACD7-5CB6-1BE6-177AAD60E5D0}"/>
                </a:ext>
              </a:extLst>
            </p:cNvPr>
            <p:cNvSpPr txBox="1"/>
            <p:nvPr/>
          </p:nvSpPr>
          <p:spPr>
            <a:xfrm>
              <a:off x="5673019" y="5703027"/>
              <a:ext cx="192071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readptr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dirty="0"/>
                <a:t>Value </a:t>
              </a:r>
              <a:r>
                <a:rPr lang="nl-NL" dirty="0" err="1"/>
                <a:t>that</a:t>
              </a:r>
              <a:r>
                <a:rPr lang="nl-NL" dirty="0"/>
                <a:t> is next</a:t>
              </a:r>
              <a:br>
                <a:rPr lang="nl-NL" dirty="0"/>
              </a:br>
              <a:r>
                <a:rPr lang="nl-NL" dirty="0" err="1"/>
                <a:t>to</a:t>
              </a:r>
              <a:r>
                <a:rPr lang="nl-NL" dirty="0"/>
                <a:t> </a:t>
              </a:r>
              <a:r>
                <a:rPr lang="nl-NL" dirty="0" err="1"/>
                <a:t>be</a:t>
              </a:r>
              <a:r>
                <a:rPr lang="nl-NL" dirty="0"/>
                <a:t> </a:t>
              </a:r>
              <a:r>
                <a:rPr lang="nl-NL" dirty="0" err="1"/>
                <a:t>dequeued</a:t>
              </a:r>
              <a:endParaRPr lang="nl-NL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9746215-1ACF-B41E-CCD8-587BA89A81CD}"/>
              </a:ext>
            </a:extLst>
          </p:cNvPr>
          <p:cNvGrpSpPr/>
          <p:nvPr/>
        </p:nvGrpSpPr>
        <p:grpSpPr>
          <a:xfrm>
            <a:off x="3163342" y="5495925"/>
            <a:ext cx="2241319" cy="1130432"/>
            <a:chOff x="3163342" y="5495925"/>
            <a:chExt cx="2241319" cy="1130432"/>
          </a:xfrm>
        </p:grpSpPr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502EDB04-890B-3373-24E5-B349036A21C0}"/>
                </a:ext>
              </a:extLst>
            </p:cNvPr>
            <p:cNvSpPr/>
            <p:nvPr/>
          </p:nvSpPr>
          <p:spPr>
            <a:xfrm>
              <a:off x="5127429" y="5495925"/>
              <a:ext cx="242006" cy="207102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93FDA6-68A8-44D7-1105-72A6FE1D1572}"/>
                </a:ext>
              </a:extLst>
            </p:cNvPr>
            <p:cNvSpPr txBox="1"/>
            <p:nvPr/>
          </p:nvSpPr>
          <p:spPr>
            <a:xfrm>
              <a:off x="3163342" y="5703027"/>
              <a:ext cx="224131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writeptr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r"/>
              <a:r>
                <a:rPr lang="nl-NL" dirty="0" err="1"/>
                <a:t>Location</a:t>
              </a:r>
              <a:r>
                <a:rPr lang="nl-NL" dirty="0"/>
                <a:t> </a:t>
              </a:r>
              <a:r>
                <a:rPr lang="nl-NL" dirty="0" err="1"/>
                <a:t>to</a:t>
              </a:r>
              <a:r>
                <a:rPr lang="nl-NL" dirty="0"/>
                <a:t> store</a:t>
              </a:r>
              <a:br>
                <a:rPr lang="nl-NL" dirty="0"/>
              </a:br>
              <a:r>
                <a:rPr lang="nl-NL" dirty="0"/>
                <a:t>next </a:t>
              </a:r>
              <a:r>
                <a:rPr lang="nl-NL" dirty="0" err="1"/>
                <a:t>enqueued</a:t>
              </a:r>
              <a:r>
                <a:rPr lang="nl-NL" dirty="0"/>
                <a:t> </a:t>
              </a:r>
              <a:r>
                <a:rPr lang="nl-NL" dirty="0" err="1"/>
                <a:t>value</a:t>
              </a:r>
              <a:endParaRPr lang="nl-NL" dirty="0"/>
            </a:p>
          </p:txBody>
        </p:sp>
      </p:grpSp>
      <p:sp>
        <p:nvSpPr>
          <p:cNvPr id="35" name="LetterH">
            <a:extLst>
              <a:ext uri="{FF2B5EF4-FFF2-40B4-BE49-F238E27FC236}">
                <a16:creationId xmlns:a16="http://schemas.microsoft.com/office/drawing/2014/main" id="{FAF8FB02-1754-5266-417D-7DC3B19DD899}"/>
              </a:ext>
            </a:extLst>
          </p:cNvPr>
          <p:cNvSpPr/>
          <p:nvPr/>
        </p:nvSpPr>
        <p:spPr>
          <a:xfrm>
            <a:off x="5554007" y="4776354"/>
            <a:ext cx="557341" cy="557341"/>
          </a:xfrm>
          <a:prstGeom prst="round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</a:p>
        </p:txBody>
      </p:sp>
      <p:sp>
        <p:nvSpPr>
          <p:cNvPr id="36" name="LetterD">
            <a:extLst>
              <a:ext uri="{FF2B5EF4-FFF2-40B4-BE49-F238E27FC236}">
                <a16:creationId xmlns:a16="http://schemas.microsoft.com/office/drawing/2014/main" id="{A4CEBB75-F8B0-D0D7-45DC-73CE627FBB61}"/>
              </a:ext>
            </a:extLst>
          </p:cNvPr>
          <p:cNvSpPr/>
          <p:nvPr/>
        </p:nvSpPr>
        <p:spPr>
          <a:xfrm>
            <a:off x="4966332" y="477635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23581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0.00046 L 0.12161 0.10046 L 0.33802 0.12963 " pathEditMode="relative" ptsTypes="AAA">
                                      <p:cBhvr>
                                        <p:cTn id="27" dur="1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7037E-6 L 0.05365 3.7037E-6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3.7037E-6 L 0.05365 3.7037E-6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5" grpId="0" animBg="1"/>
      <p:bldP spid="35" grpId="1" animBg="1"/>
      <p:bldP spid="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6A629-053E-09F9-BA08-616D2D220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F18C7-6CBD-8F86-E60A-5526E0FB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Circular</a:t>
            </a:r>
            <a:r>
              <a:rPr lang="nl-NL" dirty="0"/>
              <a:t> buffers – </a:t>
            </a:r>
            <a:r>
              <a:rPr lang="nl-NL" dirty="0" err="1"/>
              <a:t>wrapping</a:t>
            </a:r>
            <a:r>
              <a:rPr lang="nl-NL" dirty="0"/>
              <a:t> </a:t>
            </a:r>
            <a:r>
              <a:rPr lang="nl-NL" dirty="0" err="1"/>
              <a:t>around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66FE3-3170-D887-A9E8-03372411D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5501603" cy="1773550"/>
          </a:xfrm>
        </p:spPr>
        <p:txBody>
          <a:bodyPr>
            <a:normAutofit/>
          </a:bodyPr>
          <a:lstStyle/>
          <a:p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increasing</a:t>
            </a:r>
            <a:r>
              <a:rPr lang="nl-NL" dirty="0"/>
              <a:t> a pointer </a:t>
            </a:r>
            <a:r>
              <a:rPr lang="nl-NL" dirty="0" err="1"/>
              <a:t>beyond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end of </a:t>
            </a:r>
            <a:r>
              <a:rPr lang="nl-NL" dirty="0" err="1"/>
              <a:t>the</a:t>
            </a:r>
            <a:r>
              <a:rPr lang="nl-NL" dirty="0"/>
              <a:t> array, reset back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nl-NL" dirty="0"/>
              <a:t>.</a:t>
            </a:r>
          </a:p>
          <a:p>
            <a:pPr lvl="1"/>
            <a:r>
              <a:rPr lang="nl-NL" sz="2000" dirty="0" err="1"/>
              <a:t>Can</a:t>
            </a:r>
            <a:r>
              <a:rPr lang="nl-NL" sz="2000" dirty="0"/>
              <a:t> </a:t>
            </a:r>
            <a:r>
              <a:rPr lang="nl-NL" sz="2000" dirty="0" err="1"/>
              <a:t>be</a:t>
            </a:r>
            <a:r>
              <a:rPr lang="nl-NL" sz="2000" dirty="0"/>
              <a:t> </a:t>
            </a:r>
            <a:r>
              <a:rPr lang="nl-NL" sz="2000" dirty="0" err="1"/>
              <a:t>done</a:t>
            </a:r>
            <a:r>
              <a:rPr lang="nl-NL" sz="2000" dirty="0"/>
              <a:t> </a:t>
            </a:r>
            <a:r>
              <a:rPr lang="nl-NL" sz="2000" dirty="0" err="1"/>
              <a:t>using</a:t>
            </a:r>
            <a:r>
              <a:rPr lang="nl-NL" sz="2000" dirty="0"/>
              <a:t>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b="1" dirty="0"/>
              <a:t>modulo</a:t>
            </a:r>
            <a:r>
              <a:rPr lang="nl-NL" sz="2000" dirty="0"/>
              <a:t> operator: </a:t>
            </a:r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4CA037-66D2-05FF-4467-2EAEAE23406A}"/>
              </a:ext>
            </a:extLst>
          </p:cNvPr>
          <p:cNvSpPr/>
          <p:nvPr/>
        </p:nvSpPr>
        <p:spPr>
          <a:xfrm>
            <a:off x="3790980" y="477635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B4697B-9617-E55B-7D9D-7D6AFBA1F81B}"/>
              </a:ext>
            </a:extLst>
          </p:cNvPr>
          <p:cNvSpPr/>
          <p:nvPr/>
        </p:nvSpPr>
        <p:spPr>
          <a:xfrm>
            <a:off x="4378656" y="477635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3007C8-7576-1B3B-8B93-C91A50513589}"/>
              </a:ext>
            </a:extLst>
          </p:cNvPr>
          <p:cNvSpPr/>
          <p:nvPr/>
        </p:nvSpPr>
        <p:spPr>
          <a:xfrm>
            <a:off x="4966332" y="477635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\n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B728A3-5A07-6901-0269-5784E520F7B3}"/>
              </a:ext>
            </a:extLst>
          </p:cNvPr>
          <p:cNvSpPr/>
          <p:nvPr/>
        </p:nvSpPr>
        <p:spPr>
          <a:xfrm>
            <a:off x="5554008" y="477635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3179BB-3E64-F4CD-530F-80E87D2D76AE}"/>
              </a:ext>
            </a:extLst>
          </p:cNvPr>
          <p:cNvSpPr/>
          <p:nvPr/>
        </p:nvSpPr>
        <p:spPr>
          <a:xfrm>
            <a:off x="6141684" y="477635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E60FFED-FDFE-1227-5E67-89B9A993E9E6}"/>
              </a:ext>
            </a:extLst>
          </p:cNvPr>
          <p:cNvSpPr/>
          <p:nvPr/>
        </p:nvSpPr>
        <p:spPr>
          <a:xfrm>
            <a:off x="6729360" y="477635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</a:t>
            </a:r>
            <a:endParaRPr lang="nl-NL" sz="2000" dirty="0">
              <a:solidFill>
                <a:schemeClr val="lt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C1FF0FE-F172-7D07-3894-E6C8E8047A9C}"/>
              </a:ext>
            </a:extLst>
          </p:cNvPr>
          <p:cNvSpPr/>
          <p:nvPr/>
        </p:nvSpPr>
        <p:spPr>
          <a:xfrm>
            <a:off x="7317036" y="477635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0BAE7C-6B81-2AC7-F75F-158C35498F3C}"/>
              </a:ext>
            </a:extLst>
          </p:cNvPr>
          <p:cNvSpPr/>
          <p:nvPr/>
        </p:nvSpPr>
        <p:spPr>
          <a:xfrm>
            <a:off x="7904712" y="477635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91EB496-3B61-5EBF-746A-A70273F606EF}"/>
              </a:ext>
            </a:extLst>
          </p:cNvPr>
          <p:cNvSpPr/>
          <p:nvPr/>
        </p:nvSpPr>
        <p:spPr>
          <a:xfrm>
            <a:off x="8492388" y="477635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35BD28D-BEE8-7E7C-ABB1-4A4D525E152B}"/>
              </a:ext>
            </a:extLst>
          </p:cNvPr>
          <p:cNvSpPr/>
          <p:nvPr/>
        </p:nvSpPr>
        <p:spPr>
          <a:xfrm>
            <a:off x="9080064" y="477635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887A46-E2BF-25F7-4996-A0DDBF82D48E}"/>
              </a:ext>
            </a:extLst>
          </p:cNvPr>
          <p:cNvSpPr txBox="1"/>
          <p:nvPr/>
        </p:nvSpPr>
        <p:spPr>
          <a:xfrm>
            <a:off x="3909991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44844A-A6EB-77E3-8F5C-653E31AD899D}"/>
              </a:ext>
            </a:extLst>
          </p:cNvPr>
          <p:cNvSpPr txBox="1"/>
          <p:nvPr/>
        </p:nvSpPr>
        <p:spPr>
          <a:xfrm>
            <a:off x="4497667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A5C609-7ADD-A931-FBAA-5DAA3341008B}"/>
              </a:ext>
            </a:extLst>
          </p:cNvPr>
          <p:cNvSpPr txBox="1"/>
          <p:nvPr/>
        </p:nvSpPr>
        <p:spPr>
          <a:xfrm>
            <a:off x="5085343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DCECE8-30AF-92FB-7213-9EA6FC4D3F8B}"/>
              </a:ext>
            </a:extLst>
          </p:cNvPr>
          <p:cNvSpPr txBox="1"/>
          <p:nvPr/>
        </p:nvSpPr>
        <p:spPr>
          <a:xfrm>
            <a:off x="5673019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A57424-B16B-0760-0206-703023623B80}"/>
              </a:ext>
            </a:extLst>
          </p:cNvPr>
          <p:cNvSpPr txBox="1"/>
          <p:nvPr/>
        </p:nvSpPr>
        <p:spPr>
          <a:xfrm>
            <a:off x="6260695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09013E-C7EB-A8BC-BD2E-6DF45F7DCD33}"/>
              </a:ext>
            </a:extLst>
          </p:cNvPr>
          <p:cNvSpPr txBox="1"/>
          <p:nvPr/>
        </p:nvSpPr>
        <p:spPr>
          <a:xfrm>
            <a:off x="6848371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11867D-0E13-E246-4EC7-581BFE2C2C79}"/>
              </a:ext>
            </a:extLst>
          </p:cNvPr>
          <p:cNvSpPr txBox="1"/>
          <p:nvPr/>
        </p:nvSpPr>
        <p:spPr>
          <a:xfrm>
            <a:off x="7436047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9FB4AD-D2E8-A596-CC45-B6C640CFC3A9}"/>
              </a:ext>
            </a:extLst>
          </p:cNvPr>
          <p:cNvSpPr txBox="1"/>
          <p:nvPr/>
        </p:nvSpPr>
        <p:spPr>
          <a:xfrm>
            <a:off x="8023723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627F06-4011-6D39-50AB-8E60AB6D4EEB}"/>
              </a:ext>
            </a:extLst>
          </p:cNvPr>
          <p:cNvSpPr txBox="1"/>
          <p:nvPr/>
        </p:nvSpPr>
        <p:spPr>
          <a:xfrm>
            <a:off x="8611399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41332B-82B7-A882-490A-EA7BA5D1A1CE}"/>
              </a:ext>
            </a:extLst>
          </p:cNvPr>
          <p:cNvSpPr txBox="1"/>
          <p:nvPr/>
        </p:nvSpPr>
        <p:spPr>
          <a:xfrm>
            <a:off x="9199075" y="440702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9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EF68034-4393-5FCE-752D-D2959FC5689F}"/>
              </a:ext>
            </a:extLst>
          </p:cNvPr>
          <p:cNvGrpSpPr/>
          <p:nvPr/>
        </p:nvGrpSpPr>
        <p:grpSpPr>
          <a:xfrm>
            <a:off x="5923142" y="5495925"/>
            <a:ext cx="1920719" cy="1130432"/>
            <a:chOff x="4175281" y="5495925"/>
            <a:chExt cx="1920719" cy="1130432"/>
          </a:xfrm>
        </p:grpSpPr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F44D1DC1-CD78-908A-A418-2CD854AAA1DB}"/>
                </a:ext>
              </a:extLst>
            </p:cNvPr>
            <p:cNvSpPr/>
            <p:nvPr/>
          </p:nvSpPr>
          <p:spPr>
            <a:xfrm>
              <a:off x="5711675" y="5495925"/>
              <a:ext cx="242006" cy="207102"/>
            </a:xfrm>
            <a:prstGeom prst="triangle">
              <a:avLst/>
            </a:prstGeom>
            <a:ln w="38100"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8E51AB5-08CE-685E-42DF-34B472F7E46F}"/>
                </a:ext>
              </a:extLst>
            </p:cNvPr>
            <p:cNvSpPr txBox="1"/>
            <p:nvPr/>
          </p:nvSpPr>
          <p:spPr>
            <a:xfrm>
              <a:off x="4175281" y="5703027"/>
              <a:ext cx="192071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readptr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pPr algn="r"/>
              <a:r>
                <a:rPr lang="nl-NL" dirty="0"/>
                <a:t>Value </a:t>
              </a:r>
              <a:r>
                <a:rPr lang="nl-NL" dirty="0" err="1"/>
                <a:t>that</a:t>
              </a:r>
              <a:r>
                <a:rPr lang="nl-NL" dirty="0"/>
                <a:t> is next</a:t>
              </a:r>
              <a:br>
                <a:rPr lang="nl-NL" dirty="0"/>
              </a:br>
              <a:r>
                <a:rPr lang="nl-NL" dirty="0" err="1"/>
                <a:t>to</a:t>
              </a:r>
              <a:r>
                <a:rPr lang="nl-NL" dirty="0"/>
                <a:t> </a:t>
              </a:r>
              <a:r>
                <a:rPr lang="nl-NL" dirty="0" err="1"/>
                <a:t>be</a:t>
              </a:r>
              <a:r>
                <a:rPr lang="nl-NL" dirty="0"/>
                <a:t> </a:t>
              </a:r>
              <a:r>
                <a:rPr lang="nl-NL" dirty="0" err="1"/>
                <a:t>dequeued</a:t>
              </a:r>
              <a:endParaRPr lang="nl-NL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EA5F306-F6DA-1105-9096-612B4126FED9}"/>
              </a:ext>
            </a:extLst>
          </p:cNvPr>
          <p:cNvGrpSpPr/>
          <p:nvPr/>
        </p:nvGrpSpPr>
        <p:grpSpPr>
          <a:xfrm>
            <a:off x="9133481" y="5495925"/>
            <a:ext cx="2241319" cy="1130432"/>
            <a:chOff x="5003716" y="5495925"/>
            <a:chExt cx="2241319" cy="1130432"/>
          </a:xfrm>
        </p:grpSpPr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E2C70D94-C92E-4A23-F6B6-EE9009E2E05B}"/>
                </a:ext>
              </a:extLst>
            </p:cNvPr>
            <p:cNvSpPr/>
            <p:nvPr/>
          </p:nvSpPr>
          <p:spPr>
            <a:xfrm>
              <a:off x="5127429" y="5495925"/>
              <a:ext cx="242006" cy="207102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67386E1-A044-77A4-891E-5C95D20DA152}"/>
                </a:ext>
              </a:extLst>
            </p:cNvPr>
            <p:cNvSpPr txBox="1"/>
            <p:nvPr/>
          </p:nvSpPr>
          <p:spPr>
            <a:xfrm>
              <a:off x="5003716" y="5703027"/>
              <a:ext cx="224131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writeptr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dirty="0" err="1"/>
                <a:t>Location</a:t>
              </a:r>
              <a:r>
                <a:rPr lang="nl-NL" dirty="0"/>
                <a:t> </a:t>
              </a:r>
              <a:r>
                <a:rPr lang="nl-NL" dirty="0" err="1"/>
                <a:t>to</a:t>
              </a:r>
              <a:r>
                <a:rPr lang="nl-NL" dirty="0"/>
                <a:t> store</a:t>
              </a:r>
              <a:br>
                <a:rPr lang="nl-NL" dirty="0"/>
              </a:br>
              <a:r>
                <a:rPr lang="nl-NL" dirty="0"/>
                <a:t>next </a:t>
              </a:r>
              <a:r>
                <a:rPr lang="nl-NL" dirty="0" err="1"/>
                <a:t>enqueued</a:t>
              </a:r>
              <a:r>
                <a:rPr lang="nl-NL" dirty="0"/>
                <a:t> </a:t>
              </a:r>
              <a:r>
                <a:rPr lang="nl-NL" dirty="0" err="1"/>
                <a:t>value</a:t>
              </a:r>
              <a:endParaRPr lang="nl-NL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BBBFA75-476A-A97F-B2ED-A9C69753D7D9}"/>
              </a:ext>
            </a:extLst>
          </p:cNvPr>
          <p:cNvSpPr txBox="1"/>
          <p:nvPr/>
        </p:nvSpPr>
        <p:spPr>
          <a:xfrm>
            <a:off x="6508403" y="2678523"/>
            <a:ext cx="5250155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buffer::write(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array[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writeptr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_] = c;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writeptr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 = 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writeptr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 +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% size_;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BF78A1D-4D88-66CB-08AF-45A2B037717A}"/>
              </a:ext>
            </a:extLst>
          </p:cNvPr>
          <p:cNvSpPr/>
          <p:nvPr/>
        </p:nvSpPr>
        <p:spPr>
          <a:xfrm>
            <a:off x="9080064" y="477635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</a:t>
            </a:r>
          </a:p>
        </p:txBody>
      </p:sp>
      <p:sp>
        <p:nvSpPr>
          <p:cNvPr id="33" name="Callout: Right Arrow 32">
            <a:extLst>
              <a:ext uri="{FF2B5EF4-FFF2-40B4-BE49-F238E27FC236}">
                <a16:creationId xmlns:a16="http://schemas.microsoft.com/office/drawing/2014/main" id="{D2F9A0C2-6CB1-38D3-1414-D4A15DE32371}"/>
              </a:ext>
            </a:extLst>
          </p:cNvPr>
          <p:cNvSpPr/>
          <p:nvPr/>
        </p:nvSpPr>
        <p:spPr>
          <a:xfrm>
            <a:off x="697213" y="4407022"/>
            <a:ext cx="2567968" cy="1352550"/>
          </a:xfrm>
          <a:prstGeom prst="rightArrowCallou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“Old” data is </a:t>
            </a:r>
            <a:r>
              <a:rPr lang="nl-NL" dirty="0" err="1"/>
              <a:t>there</a:t>
            </a:r>
            <a:r>
              <a:rPr lang="nl-NL" dirty="0"/>
              <a:t> </a:t>
            </a:r>
            <a:r>
              <a:rPr lang="nl-NL" dirty="0" err="1"/>
              <a:t>until</a:t>
            </a:r>
            <a:r>
              <a:rPr lang="nl-NL" dirty="0"/>
              <a:t> </a:t>
            </a:r>
            <a:r>
              <a:rPr lang="nl-NL" dirty="0" err="1"/>
              <a:t>overwritten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8747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3.7037E-6 L -0.4362 3.7037E-6 " pathEditMode="relative" rAng="0" ptsTypes="AA">
                                      <p:cBhvr>
                                        <p:cTn id="15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1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5" grpId="0" animBg="1"/>
      <p:bldP spid="3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32AA9-4FCB-0E20-D22D-81464DBF1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0DD1D-DD9F-3E26-250D-66EE83F45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Circular</a:t>
            </a:r>
            <a:r>
              <a:rPr lang="nl-NL" dirty="0"/>
              <a:t> buffers – empty / full?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3A3C0-C5B1-E6D3-4624-B69C0131D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9761221" cy="1773550"/>
          </a:xfrm>
        </p:spPr>
        <p:txBody>
          <a:bodyPr>
            <a:normAutofit/>
          </a:bodyPr>
          <a:lstStyle/>
          <a:p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readptr</a:t>
            </a:r>
            <a:r>
              <a:rPr lang="nl-NL" dirty="0"/>
              <a:t> = </a:t>
            </a:r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writeptr</a:t>
            </a:r>
            <a:r>
              <a:rPr lang="nl-NL" dirty="0"/>
              <a:t>,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mean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things</a:t>
            </a:r>
            <a:r>
              <a:rPr lang="nl-NL" dirty="0"/>
              <a:t>: buffer is </a:t>
            </a:r>
            <a:r>
              <a:rPr lang="nl-NL" b="1" dirty="0"/>
              <a:t>empty</a:t>
            </a:r>
            <a:r>
              <a:rPr lang="nl-NL" dirty="0"/>
              <a:t> or </a:t>
            </a:r>
            <a:r>
              <a:rPr lang="nl-NL" b="1" dirty="0"/>
              <a:t>full</a:t>
            </a:r>
          </a:p>
          <a:p>
            <a:pPr lvl="1"/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distinguish</a:t>
            </a:r>
            <a:r>
              <a:rPr lang="nl-NL" sz="2000" dirty="0"/>
              <a:t>, we </a:t>
            </a:r>
            <a:r>
              <a:rPr lang="nl-NL" sz="2000" dirty="0" err="1"/>
              <a:t>need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track </a:t>
            </a:r>
            <a:r>
              <a:rPr lang="nl-NL" sz="2000" dirty="0" err="1"/>
              <a:t>the</a:t>
            </a:r>
            <a:r>
              <a:rPr lang="nl-NL" sz="2000" dirty="0"/>
              <a:t> </a:t>
            </a:r>
            <a:r>
              <a:rPr lang="nl-NL" sz="2000" dirty="0" err="1"/>
              <a:t>number</a:t>
            </a:r>
            <a:r>
              <a:rPr lang="nl-NL" sz="2000" dirty="0"/>
              <a:t> of </a:t>
            </a:r>
            <a:r>
              <a:rPr lang="nl-NL" sz="2000" dirty="0" err="1"/>
              <a:t>elements</a:t>
            </a:r>
            <a:r>
              <a:rPr lang="nl-NL" sz="2000" dirty="0"/>
              <a:t> </a:t>
            </a:r>
            <a:r>
              <a:rPr lang="nl-NL" sz="2000" dirty="0" err="1"/>
              <a:t>stored</a:t>
            </a:r>
            <a:endParaRPr lang="nl-NL" sz="2000" dirty="0"/>
          </a:p>
          <a:p>
            <a:pPr lvl="1"/>
            <a:r>
              <a:rPr lang="nl-NL" sz="2000" dirty="0" err="1"/>
              <a:t>If</a:t>
            </a:r>
            <a:r>
              <a:rPr lang="nl-NL" sz="2000" dirty="0"/>
              <a:t> buffer is full, </a:t>
            </a:r>
            <a:r>
              <a:rPr lang="nl-NL" sz="2000" dirty="0" err="1"/>
              <a:t>can</a:t>
            </a:r>
            <a:r>
              <a:rPr lang="nl-NL" sz="2000" dirty="0"/>
              <a:t> ‘t </a:t>
            </a:r>
            <a:r>
              <a:rPr lang="nl-NL" sz="2000" dirty="0" err="1"/>
              <a:t>enqueue</a:t>
            </a:r>
            <a:r>
              <a:rPr lang="nl-NL" sz="2000" dirty="0"/>
              <a:t> </a:t>
            </a:r>
            <a:r>
              <a:rPr lang="nl-NL" sz="2000" dirty="0" err="1"/>
              <a:t>until</a:t>
            </a:r>
            <a:r>
              <a:rPr lang="nl-NL" sz="2000" dirty="0"/>
              <a:t> a </a:t>
            </a:r>
            <a:r>
              <a:rPr lang="nl-NL" sz="2000" dirty="0" err="1"/>
              <a:t>dequeue</a:t>
            </a:r>
            <a:r>
              <a:rPr lang="nl-NL" sz="2000" dirty="0"/>
              <a:t> is </a:t>
            </a:r>
            <a:r>
              <a:rPr lang="nl-NL" sz="2000" dirty="0" err="1"/>
              <a:t>done</a:t>
            </a:r>
            <a:r>
              <a:rPr lang="nl-NL" sz="2000" dirty="0"/>
              <a:t> first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9BDBDBA-C6C0-3BD3-89FB-2C16375ED37D}"/>
              </a:ext>
            </a:extLst>
          </p:cNvPr>
          <p:cNvGrpSpPr/>
          <p:nvPr/>
        </p:nvGrpSpPr>
        <p:grpSpPr>
          <a:xfrm>
            <a:off x="3057555" y="4010592"/>
            <a:ext cx="5846425" cy="1377120"/>
            <a:chOff x="3057555" y="4010592"/>
            <a:chExt cx="5846425" cy="137712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D641703-61E1-2FB4-0631-9DBE7E445C78}"/>
                </a:ext>
              </a:extLst>
            </p:cNvPr>
            <p:cNvSpPr/>
            <p:nvPr/>
          </p:nvSpPr>
          <p:spPr>
            <a:xfrm>
              <a:off x="3057555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768C28F-A9CF-9184-3073-5E708131EF5A}"/>
                </a:ext>
              </a:extLst>
            </p:cNvPr>
            <p:cNvSpPr/>
            <p:nvPr/>
          </p:nvSpPr>
          <p:spPr>
            <a:xfrm>
              <a:off x="3645231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3ACE5C9-02ED-7CD8-F42A-A428EEA5A419}"/>
                </a:ext>
              </a:extLst>
            </p:cNvPr>
            <p:cNvSpPr/>
            <p:nvPr/>
          </p:nvSpPr>
          <p:spPr>
            <a:xfrm>
              <a:off x="4232907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3B19C61-2CA1-2CF2-898C-F4B162E51D02}"/>
                </a:ext>
              </a:extLst>
            </p:cNvPr>
            <p:cNvSpPr/>
            <p:nvPr/>
          </p:nvSpPr>
          <p:spPr>
            <a:xfrm>
              <a:off x="4820583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H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74D4D62-FFA8-0078-236A-2C0BB122B24A}"/>
                </a:ext>
              </a:extLst>
            </p:cNvPr>
            <p:cNvSpPr/>
            <p:nvPr/>
          </p:nvSpPr>
          <p:spPr>
            <a:xfrm>
              <a:off x="5408259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8D48F77-BC4E-0313-E1D5-2EEE7B4CB2D0}"/>
                </a:ext>
              </a:extLst>
            </p:cNvPr>
            <p:cNvSpPr/>
            <p:nvPr/>
          </p:nvSpPr>
          <p:spPr>
            <a:xfrm>
              <a:off x="5995935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</a:t>
              </a:r>
              <a:endPara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A6E0548-C24E-8877-D961-58EBEAD7545C}"/>
                </a:ext>
              </a:extLst>
            </p:cNvPr>
            <p:cNvSpPr/>
            <p:nvPr/>
          </p:nvSpPr>
          <p:spPr>
            <a:xfrm>
              <a:off x="6583611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F90BA4D-2F7A-BD70-1252-2D91B1CEED83}"/>
                </a:ext>
              </a:extLst>
            </p:cNvPr>
            <p:cNvSpPr/>
            <p:nvPr/>
          </p:nvSpPr>
          <p:spPr>
            <a:xfrm>
              <a:off x="7171287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115DAB2-0277-2D1D-C2B4-6F75612C5096}"/>
                </a:ext>
              </a:extLst>
            </p:cNvPr>
            <p:cNvSpPr/>
            <p:nvPr/>
          </p:nvSpPr>
          <p:spPr>
            <a:xfrm>
              <a:off x="7758963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W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8B96B9E-987C-FC60-B2DD-AA7EF4B4A31B}"/>
                </a:ext>
              </a:extLst>
            </p:cNvPr>
            <p:cNvSpPr/>
            <p:nvPr/>
          </p:nvSpPr>
          <p:spPr>
            <a:xfrm>
              <a:off x="8346639" y="4379924"/>
              <a:ext cx="557341" cy="55734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7AE9137-88AC-73DB-05E3-9FEA694EA23D}"/>
                </a:ext>
              </a:extLst>
            </p:cNvPr>
            <p:cNvSpPr txBox="1"/>
            <p:nvPr/>
          </p:nvSpPr>
          <p:spPr>
            <a:xfrm>
              <a:off x="3176566" y="4010592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3C19C00-60EE-989A-AFCF-027411F4ABF5}"/>
                </a:ext>
              </a:extLst>
            </p:cNvPr>
            <p:cNvSpPr txBox="1"/>
            <p:nvPr/>
          </p:nvSpPr>
          <p:spPr>
            <a:xfrm>
              <a:off x="3764242" y="4010592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85368C-D742-C5E4-CE78-56430F7EBCDE}"/>
                </a:ext>
              </a:extLst>
            </p:cNvPr>
            <p:cNvSpPr txBox="1"/>
            <p:nvPr/>
          </p:nvSpPr>
          <p:spPr>
            <a:xfrm>
              <a:off x="4351918" y="4010592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6C23F90-81C4-89CB-FA79-04CB4E35B0E5}"/>
                </a:ext>
              </a:extLst>
            </p:cNvPr>
            <p:cNvSpPr txBox="1"/>
            <p:nvPr/>
          </p:nvSpPr>
          <p:spPr>
            <a:xfrm>
              <a:off x="4939594" y="4010592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35A2B0-13C9-2037-A23B-BB6DDE8303BC}"/>
                </a:ext>
              </a:extLst>
            </p:cNvPr>
            <p:cNvSpPr txBox="1"/>
            <p:nvPr/>
          </p:nvSpPr>
          <p:spPr>
            <a:xfrm>
              <a:off x="5527270" y="4010592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B704362-9D27-4B41-6220-669086BB8AC9}"/>
                </a:ext>
              </a:extLst>
            </p:cNvPr>
            <p:cNvSpPr txBox="1"/>
            <p:nvPr/>
          </p:nvSpPr>
          <p:spPr>
            <a:xfrm>
              <a:off x="6114946" y="4010592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3AB8C62-B28B-4A54-D20B-5AC2C3ED72B9}"/>
                </a:ext>
              </a:extLst>
            </p:cNvPr>
            <p:cNvSpPr txBox="1"/>
            <p:nvPr/>
          </p:nvSpPr>
          <p:spPr>
            <a:xfrm>
              <a:off x="6702622" y="4010592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40FEC3A-1A86-64A1-3292-55FAB2EB5025}"/>
                </a:ext>
              </a:extLst>
            </p:cNvPr>
            <p:cNvSpPr txBox="1"/>
            <p:nvPr/>
          </p:nvSpPr>
          <p:spPr>
            <a:xfrm>
              <a:off x="7290298" y="4010592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7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B7036E-62BE-E869-7168-34D596A90472}"/>
                </a:ext>
              </a:extLst>
            </p:cNvPr>
            <p:cNvSpPr txBox="1"/>
            <p:nvPr/>
          </p:nvSpPr>
          <p:spPr>
            <a:xfrm>
              <a:off x="7877974" y="4010592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8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4B740B1-CA5C-51FC-6E81-9939251DAD3E}"/>
                </a:ext>
              </a:extLst>
            </p:cNvPr>
            <p:cNvSpPr txBox="1"/>
            <p:nvPr/>
          </p:nvSpPr>
          <p:spPr>
            <a:xfrm>
              <a:off x="8465650" y="4010592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9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B2E68FB-00A8-D85D-593A-D66912BD82BE}"/>
                </a:ext>
              </a:extLst>
            </p:cNvPr>
            <p:cNvGrpSpPr/>
            <p:nvPr/>
          </p:nvGrpSpPr>
          <p:grpSpPr>
            <a:xfrm>
              <a:off x="3764242" y="5018380"/>
              <a:ext cx="1416787" cy="369332"/>
              <a:chOff x="4536894" y="5414810"/>
              <a:chExt cx="1416787" cy="369332"/>
            </a:xfrm>
          </p:grpSpPr>
          <p:sp>
            <p:nvSpPr>
              <p:cNvPr id="26" name="Isosceles Triangle 25">
                <a:extLst>
                  <a:ext uri="{FF2B5EF4-FFF2-40B4-BE49-F238E27FC236}">
                    <a16:creationId xmlns:a16="http://schemas.microsoft.com/office/drawing/2014/main" id="{F085339C-C076-3902-EDB7-4B6CD4FA7710}"/>
                  </a:ext>
                </a:extLst>
              </p:cNvPr>
              <p:cNvSpPr/>
              <p:nvPr/>
            </p:nvSpPr>
            <p:spPr>
              <a:xfrm>
                <a:off x="5711675" y="5495925"/>
                <a:ext cx="242006" cy="207102"/>
              </a:xfrm>
              <a:prstGeom prst="triangle">
                <a:avLst/>
              </a:prstGeom>
              <a:ln w="38100"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A54E639-FE23-0A89-37AB-7FB096764054}"/>
                  </a:ext>
                </a:extLst>
              </p:cNvPr>
              <p:cNvSpPr txBox="1"/>
              <p:nvPr/>
            </p:nvSpPr>
            <p:spPr>
              <a:xfrm>
                <a:off x="4536894" y="5414810"/>
                <a:ext cx="1127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nl-NL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readptr</a:t>
                </a:r>
                <a:endPara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4811C1B-D5C6-F02E-A462-35D946739EAA}"/>
                </a:ext>
              </a:extLst>
            </p:cNvPr>
            <p:cNvGrpSpPr/>
            <p:nvPr/>
          </p:nvGrpSpPr>
          <p:grpSpPr>
            <a:xfrm>
              <a:off x="5098202" y="5018380"/>
              <a:ext cx="1523083" cy="369332"/>
              <a:chOff x="5127429" y="5414810"/>
              <a:chExt cx="1523083" cy="369332"/>
            </a:xfrm>
          </p:grpSpPr>
          <p:sp>
            <p:nvSpPr>
              <p:cNvPr id="28" name="Isosceles Triangle 27">
                <a:extLst>
                  <a:ext uri="{FF2B5EF4-FFF2-40B4-BE49-F238E27FC236}">
                    <a16:creationId xmlns:a16="http://schemas.microsoft.com/office/drawing/2014/main" id="{5782F46D-E659-B32D-101D-097A767C0E01}"/>
                  </a:ext>
                </a:extLst>
              </p:cNvPr>
              <p:cNvSpPr/>
              <p:nvPr/>
            </p:nvSpPr>
            <p:spPr>
              <a:xfrm>
                <a:off x="5127429" y="5495925"/>
                <a:ext cx="242006" cy="207102"/>
              </a:xfrm>
              <a:prstGeom prst="triangle">
                <a:avLst/>
              </a:prstGeom>
              <a:ln w="38100"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DB4634A-68AC-6A49-D98B-76C5AC17753D}"/>
                  </a:ext>
                </a:extLst>
              </p:cNvPr>
              <p:cNvSpPr txBox="1"/>
              <p:nvPr/>
            </p:nvSpPr>
            <p:spPr>
              <a:xfrm>
                <a:off x="5388628" y="5414810"/>
                <a:ext cx="12618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writeptr</a:t>
                </a:r>
                <a:endPara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F454721-ABC5-FFB4-D685-37D7ECA8C116}"/>
                </a:ext>
              </a:extLst>
            </p:cNvPr>
            <p:cNvSpPr/>
            <p:nvPr/>
          </p:nvSpPr>
          <p:spPr>
            <a:xfrm>
              <a:off x="8346639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7E22C56-C1F7-2401-BD24-4287F944C328}"/>
              </a:ext>
            </a:extLst>
          </p:cNvPr>
          <p:cNvGrpSpPr/>
          <p:nvPr/>
        </p:nvGrpSpPr>
        <p:grpSpPr>
          <a:xfrm>
            <a:off x="3067130" y="5310510"/>
            <a:ext cx="5846425" cy="1377120"/>
            <a:chOff x="3067130" y="5310510"/>
            <a:chExt cx="5846425" cy="137712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1AEE2AC4-F87E-B373-DC2A-3EACA43DFAAF}"/>
                </a:ext>
              </a:extLst>
            </p:cNvPr>
            <p:cNvSpPr/>
            <p:nvPr/>
          </p:nvSpPr>
          <p:spPr>
            <a:xfrm>
              <a:off x="3067130" y="5679842"/>
              <a:ext cx="557341" cy="55734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</a:t>
              </a:r>
              <a:endPara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D6DF6D9B-FBEC-B69F-46C0-12E57159A11A}"/>
                </a:ext>
              </a:extLst>
            </p:cNvPr>
            <p:cNvSpPr/>
            <p:nvPr/>
          </p:nvSpPr>
          <p:spPr>
            <a:xfrm>
              <a:off x="3654806" y="5679842"/>
              <a:ext cx="557341" cy="55734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</a:t>
              </a:r>
              <a:endPara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BE429AC-4593-31F4-8AF8-7D98C5B1B08B}"/>
                </a:ext>
              </a:extLst>
            </p:cNvPr>
            <p:cNvSpPr/>
            <p:nvPr/>
          </p:nvSpPr>
          <p:spPr>
            <a:xfrm>
              <a:off x="4242482" y="5679842"/>
              <a:ext cx="557341" cy="55734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</a:t>
              </a:r>
              <a:endPara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F31885F-20D1-EEA0-935C-A2AFDDA285B3}"/>
                </a:ext>
              </a:extLst>
            </p:cNvPr>
            <p:cNvSpPr/>
            <p:nvPr/>
          </p:nvSpPr>
          <p:spPr>
            <a:xfrm>
              <a:off x="4830158" y="5679842"/>
              <a:ext cx="557341" cy="55734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H</a:t>
              </a:r>
              <a:endPara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3C6470FC-F51E-E59D-56FF-299277DBC37F}"/>
                </a:ext>
              </a:extLst>
            </p:cNvPr>
            <p:cNvSpPr/>
            <p:nvPr/>
          </p:nvSpPr>
          <p:spPr>
            <a:xfrm>
              <a:off x="5417834" y="5679842"/>
              <a:ext cx="557341" cy="55734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</a:t>
              </a:r>
              <a:endPara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03E4D9C-198D-3AAB-63EA-E65083A66AB3}"/>
                </a:ext>
              </a:extLst>
            </p:cNvPr>
            <p:cNvSpPr/>
            <p:nvPr/>
          </p:nvSpPr>
          <p:spPr>
            <a:xfrm>
              <a:off x="6005510" y="5679842"/>
              <a:ext cx="557341" cy="55734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</a:t>
              </a:r>
              <a:endPara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D47C5516-085C-ECCE-F0E8-75FDC4806FA7}"/>
                </a:ext>
              </a:extLst>
            </p:cNvPr>
            <p:cNvSpPr/>
            <p:nvPr/>
          </p:nvSpPr>
          <p:spPr>
            <a:xfrm>
              <a:off x="6593186" y="5679842"/>
              <a:ext cx="557341" cy="55734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12EFE5EE-DE4C-0EF4-43F7-DA9BCF320313}"/>
                </a:ext>
              </a:extLst>
            </p:cNvPr>
            <p:cNvSpPr/>
            <p:nvPr/>
          </p:nvSpPr>
          <p:spPr>
            <a:xfrm>
              <a:off x="7180862" y="5679842"/>
              <a:ext cx="557341" cy="55734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09F04DEB-D160-2A85-AFDF-FBD7E51D4B7E}"/>
                </a:ext>
              </a:extLst>
            </p:cNvPr>
            <p:cNvSpPr/>
            <p:nvPr/>
          </p:nvSpPr>
          <p:spPr>
            <a:xfrm>
              <a:off x="7768538" y="5679842"/>
              <a:ext cx="557341" cy="55734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W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E280EBE7-913C-FEEA-2EFD-A4331115EE91}"/>
                </a:ext>
              </a:extLst>
            </p:cNvPr>
            <p:cNvSpPr/>
            <p:nvPr/>
          </p:nvSpPr>
          <p:spPr>
            <a:xfrm>
              <a:off x="8356214" y="5679842"/>
              <a:ext cx="557341" cy="55734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12B4249-5EC5-2B24-9E35-54BFF116E6EB}"/>
                </a:ext>
              </a:extLst>
            </p:cNvPr>
            <p:cNvSpPr txBox="1"/>
            <p:nvPr/>
          </p:nvSpPr>
          <p:spPr>
            <a:xfrm>
              <a:off x="3186141" y="5310510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F5EE9EC-F9C3-62AD-7A26-04883478D5EF}"/>
                </a:ext>
              </a:extLst>
            </p:cNvPr>
            <p:cNvSpPr txBox="1"/>
            <p:nvPr/>
          </p:nvSpPr>
          <p:spPr>
            <a:xfrm>
              <a:off x="3773817" y="5310510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DC230D6-1FCF-71C3-7C41-4A51650E2083}"/>
                </a:ext>
              </a:extLst>
            </p:cNvPr>
            <p:cNvSpPr txBox="1"/>
            <p:nvPr/>
          </p:nvSpPr>
          <p:spPr>
            <a:xfrm>
              <a:off x="4361493" y="5310510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1DE16B0-CD4C-CDEE-F095-6E18BE8F1275}"/>
                </a:ext>
              </a:extLst>
            </p:cNvPr>
            <p:cNvSpPr txBox="1"/>
            <p:nvPr/>
          </p:nvSpPr>
          <p:spPr>
            <a:xfrm>
              <a:off x="4949169" y="5310510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2274CCC-71CF-9678-DF92-DCC593741ABF}"/>
                </a:ext>
              </a:extLst>
            </p:cNvPr>
            <p:cNvSpPr txBox="1"/>
            <p:nvPr/>
          </p:nvSpPr>
          <p:spPr>
            <a:xfrm>
              <a:off x="5536845" y="5310510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4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5EA5289-2DE9-E1F9-3FC0-FD19467BAC97}"/>
                </a:ext>
              </a:extLst>
            </p:cNvPr>
            <p:cNvSpPr txBox="1"/>
            <p:nvPr/>
          </p:nvSpPr>
          <p:spPr>
            <a:xfrm>
              <a:off x="6124521" y="5310510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BA89EBE-FE2F-9A0A-7E1A-140813E9B841}"/>
                </a:ext>
              </a:extLst>
            </p:cNvPr>
            <p:cNvSpPr txBox="1"/>
            <p:nvPr/>
          </p:nvSpPr>
          <p:spPr>
            <a:xfrm>
              <a:off x="6712197" y="5310510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82D2E28-0165-BEAC-5602-32AC5CEBCF68}"/>
                </a:ext>
              </a:extLst>
            </p:cNvPr>
            <p:cNvSpPr txBox="1"/>
            <p:nvPr/>
          </p:nvSpPr>
          <p:spPr>
            <a:xfrm>
              <a:off x="7299873" y="5310510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7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7D2550-F095-3F68-96BC-DA808A964D84}"/>
                </a:ext>
              </a:extLst>
            </p:cNvPr>
            <p:cNvSpPr txBox="1"/>
            <p:nvPr/>
          </p:nvSpPr>
          <p:spPr>
            <a:xfrm>
              <a:off x="7887549" y="5310510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8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FA25FE3-5D60-9BAD-E45B-5427827E9776}"/>
                </a:ext>
              </a:extLst>
            </p:cNvPr>
            <p:cNvSpPr txBox="1"/>
            <p:nvPr/>
          </p:nvSpPr>
          <p:spPr>
            <a:xfrm>
              <a:off x="8475225" y="5310510"/>
              <a:ext cx="319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9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E91E7A9-E746-E59C-9B81-FCF7AE0FAC41}"/>
                </a:ext>
              </a:extLst>
            </p:cNvPr>
            <p:cNvGrpSpPr/>
            <p:nvPr/>
          </p:nvGrpSpPr>
          <p:grpSpPr>
            <a:xfrm>
              <a:off x="3773817" y="6318298"/>
              <a:ext cx="1416787" cy="369332"/>
              <a:chOff x="4536894" y="5414810"/>
              <a:chExt cx="1416787" cy="369332"/>
            </a:xfrm>
          </p:grpSpPr>
          <p:sp>
            <p:nvSpPr>
              <p:cNvPr id="59" name="Isosceles Triangle 58">
                <a:extLst>
                  <a:ext uri="{FF2B5EF4-FFF2-40B4-BE49-F238E27FC236}">
                    <a16:creationId xmlns:a16="http://schemas.microsoft.com/office/drawing/2014/main" id="{00D94080-61D2-0365-E747-9C6CA05C629B}"/>
                  </a:ext>
                </a:extLst>
              </p:cNvPr>
              <p:cNvSpPr/>
              <p:nvPr/>
            </p:nvSpPr>
            <p:spPr>
              <a:xfrm>
                <a:off x="5711675" y="5495925"/>
                <a:ext cx="242006" cy="207102"/>
              </a:xfrm>
              <a:prstGeom prst="triangle">
                <a:avLst/>
              </a:prstGeom>
              <a:ln w="38100"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745FA042-81D6-F353-F5CE-69165450415F}"/>
                  </a:ext>
                </a:extLst>
              </p:cNvPr>
              <p:cNvSpPr txBox="1"/>
              <p:nvPr/>
            </p:nvSpPr>
            <p:spPr>
              <a:xfrm>
                <a:off x="4536894" y="5414810"/>
                <a:ext cx="1127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nl-NL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readptr</a:t>
                </a:r>
                <a:endPara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CEBA6987-4A50-99A2-3112-82CF93A17BB8}"/>
                </a:ext>
              </a:extLst>
            </p:cNvPr>
            <p:cNvGrpSpPr/>
            <p:nvPr/>
          </p:nvGrpSpPr>
          <p:grpSpPr>
            <a:xfrm>
              <a:off x="5107777" y="6318298"/>
              <a:ext cx="1523083" cy="369332"/>
              <a:chOff x="5127429" y="5414810"/>
              <a:chExt cx="1523083" cy="369332"/>
            </a:xfrm>
          </p:grpSpPr>
          <p:sp>
            <p:nvSpPr>
              <p:cNvPr id="57" name="Isosceles Triangle 56">
                <a:extLst>
                  <a:ext uri="{FF2B5EF4-FFF2-40B4-BE49-F238E27FC236}">
                    <a16:creationId xmlns:a16="http://schemas.microsoft.com/office/drawing/2014/main" id="{FFEBF58E-FA69-A9F6-A1EB-4F2552F94752}"/>
                  </a:ext>
                </a:extLst>
              </p:cNvPr>
              <p:cNvSpPr/>
              <p:nvPr/>
            </p:nvSpPr>
            <p:spPr>
              <a:xfrm>
                <a:off x="5127429" y="5495925"/>
                <a:ext cx="242006" cy="207102"/>
              </a:xfrm>
              <a:prstGeom prst="triangle">
                <a:avLst/>
              </a:prstGeom>
              <a:ln w="38100"/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9C88A93-BAF3-EE48-9D49-2DE0D649DCAA}"/>
                  </a:ext>
                </a:extLst>
              </p:cNvPr>
              <p:cNvSpPr txBox="1"/>
              <p:nvPr/>
            </p:nvSpPr>
            <p:spPr>
              <a:xfrm>
                <a:off x="5388628" y="5414810"/>
                <a:ext cx="12618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nl-NL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writeptr</a:t>
                </a:r>
                <a:endPara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p:grp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EA3C125F-65E6-B753-8F1D-4D30809C1B64}"/>
                </a:ext>
              </a:extLst>
            </p:cNvPr>
            <p:cNvSpPr/>
            <p:nvPr/>
          </p:nvSpPr>
          <p:spPr>
            <a:xfrm>
              <a:off x="8356214" y="5679842"/>
              <a:ext cx="557341" cy="55734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1D02881-0620-94D5-A967-7DB2BD7EB292}"/>
              </a:ext>
            </a:extLst>
          </p:cNvPr>
          <p:cNvSpPr txBox="1"/>
          <p:nvPr/>
        </p:nvSpPr>
        <p:spPr>
          <a:xfrm>
            <a:off x="957159" y="5773846"/>
            <a:ext cx="1396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count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C34E10D-927F-4B0D-5F98-8241A4DDA2E3}"/>
              </a:ext>
            </a:extLst>
          </p:cNvPr>
          <p:cNvSpPr txBox="1"/>
          <p:nvPr/>
        </p:nvSpPr>
        <p:spPr>
          <a:xfrm>
            <a:off x="957159" y="4473928"/>
            <a:ext cx="153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count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10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CF40D23D-737F-881C-8D91-20AEC3BD86BC}"/>
              </a:ext>
            </a:extLst>
          </p:cNvPr>
          <p:cNvSpPr/>
          <p:nvPr/>
        </p:nvSpPr>
        <p:spPr>
          <a:xfrm>
            <a:off x="9353550" y="4426926"/>
            <a:ext cx="1881291" cy="463336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Buffer is </a:t>
            </a:r>
            <a:r>
              <a:rPr lang="nl-NL" b="1" dirty="0"/>
              <a:t>full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31E28E3-753C-99EF-0F84-75AFC781C82D}"/>
              </a:ext>
            </a:extLst>
          </p:cNvPr>
          <p:cNvSpPr/>
          <p:nvPr/>
        </p:nvSpPr>
        <p:spPr>
          <a:xfrm>
            <a:off x="9353550" y="5726844"/>
            <a:ext cx="1881291" cy="463336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Buffer is </a:t>
            </a:r>
            <a:r>
              <a:rPr lang="nl-NL" b="1" dirty="0"/>
              <a:t>empty</a:t>
            </a:r>
          </a:p>
        </p:txBody>
      </p:sp>
    </p:spTree>
    <p:extLst>
      <p:ext uri="{BB962C8B-B14F-4D97-AF65-F5344CB8AC3E}">
        <p14:creationId xmlns:p14="http://schemas.microsoft.com/office/powerpoint/2010/main" val="245668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2" grpId="0"/>
      <p:bldP spid="63" grpId="0" animBg="1"/>
      <p:bldP spid="6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64241-281C-EA0A-83BF-2CEB8B17F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D4EB6-2578-97C2-AF63-E43125EC2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Circular</a:t>
            </a:r>
            <a:r>
              <a:rPr lang="nl-NL" dirty="0"/>
              <a:t> buffers </a:t>
            </a:r>
            <a:r>
              <a:rPr lang="nl-NL" dirty="0" err="1"/>
              <a:t>vs</a:t>
            </a:r>
            <a:r>
              <a:rPr lang="nl-NL" dirty="0"/>
              <a:t> </a:t>
            </a:r>
            <a:r>
              <a:rPr lang="nl-NL" dirty="0" err="1"/>
              <a:t>linked</a:t>
            </a:r>
            <a:r>
              <a:rPr lang="nl-NL" dirty="0"/>
              <a:t> </a:t>
            </a:r>
            <a:r>
              <a:rPr lang="nl-NL" dirty="0" err="1"/>
              <a:t>lists</a:t>
            </a:r>
            <a:r>
              <a:rPr lang="nl-NL" dirty="0"/>
              <a:t>: </a:t>
            </a:r>
            <a:r>
              <a:rPr lang="nl-NL" dirty="0" err="1"/>
              <a:t>comparison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82D2C77-B1C1-EBC6-F9BF-4967DA4047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7145799"/>
                  </p:ext>
                </p:extLst>
              </p:nvPr>
            </p:nvGraphicFramePr>
            <p:xfrm>
              <a:off x="2582116" y="3079433"/>
              <a:ext cx="7027767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94759">
                      <a:extLst>
                        <a:ext uri="{9D8B030D-6E8A-4147-A177-3AD203B41FA5}">
                          <a16:colId xmlns:a16="http://schemas.microsoft.com/office/drawing/2014/main" val="3751145843"/>
                        </a:ext>
                      </a:extLst>
                    </a:gridCol>
                    <a:gridCol w="2066504">
                      <a:extLst>
                        <a:ext uri="{9D8B030D-6E8A-4147-A177-3AD203B41FA5}">
                          <a16:colId xmlns:a16="http://schemas.microsoft.com/office/drawing/2014/main" val="2880970057"/>
                        </a:ext>
                      </a:extLst>
                    </a:gridCol>
                    <a:gridCol w="2066504">
                      <a:extLst>
                        <a:ext uri="{9D8B030D-6E8A-4147-A177-3AD203B41FA5}">
                          <a16:colId xmlns:a16="http://schemas.microsoft.com/office/drawing/2014/main" val="708521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/>
                            <a:t>Operation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 err="1"/>
                            <a:t>Linked</a:t>
                          </a:r>
                          <a:r>
                            <a:rPr lang="nl-NL" dirty="0"/>
                            <a:t>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 err="1"/>
                            <a:t>Circular</a:t>
                          </a:r>
                          <a:r>
                            <a:rPr lang="nl-NL" dirty="0"/>
                            <a:t> Buffer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30493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Remove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first / </a:t>
                          </a:r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Dequeue</a:t>
                          </a:r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7788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Append / </a:t>
                          </a:r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Enqueue</a:t>
                          </a:r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nl-NL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536236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82D2C77-B1C1-EBC6-F9BF-4967DA4047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7145799"/>
                  </p:ext>
                </p:extLst>
              </p:nvPr>
            </p:nvGraphicFramePr>
            <p:xfrm>
              <a:off x="2582116" y="3079433"/>
              <a:ext cx="7027767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94759">
                      <a:extLst>
                        <a:ext uri="{9D8B030D-6E8A-4147-A177-3AD203B41FA5}">
                          <a16:colId xmlns:a16="http://schemas.microsoft.com/office/drawing/2014/main" val="3751145843"/>
                        </a:ext>
                      </a:extLst>
                    </a:gridCol>
                    <a:gridCol w="2066504">
                      <a:extLst>
                        <a:ext uri="{9D8B030D-6E8A-4147-A177-3AD203B41FA5}">
                          <a16:colId xmlns:a16="http://schemas.microsoft.com/office/drawing/2014/main" val="2880970057"/>
                        </a:ext>
                      </a:extLst>
                    </a:gridCol>
                    <a:gridCol w="2066504">
                      <a:extLst>
                        <a:ext uri="{9D8B030D-6E8A-4147-A177-3AD203B41FA5}">
                          <a16:colId xmlns:a16="http://schemas.microsoft.com/office/drawing/2014/main" val="708521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/>
                            <a:t>Operation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 err="1"/>
                            <a:t>Linked</a:t>
                          </a:r>
                          <a:r>
                            <a:rPr lang="nl-NL" dirty="0"/>
                            <a:t>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 err="1"/>
                            <a:t>Circular</a:t>
                          </a:r>
                          <a:r>
                            <a:rPr lang="nl-NL" dirty="0"/>
                            <a:t> Buffer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30493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Remove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first / </a:t>
                          </a:r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Dequeue</a:t>
                          </a:r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140000" t="-108197" r="-100882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240708" t="-108197" r="-1180" b="-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7788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Append / </a:t>
                          </a:r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Enqueue</a:t>
                          </a:r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140000" t="-208197" r="-100882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240708" t="-208197" r="-1180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53623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83716A-997F-D963-8838-4FF7AC3FB20E}"/>
              </a:ext>
            </a:extLst>
          </p:cNvPr>
          <p:cNvSpPr txBox="1"/>
          <p:nvPr/>
        </p:nvSpPr>
        <p:spPr>
          <a:xfrm>
            <a:off x="1675807" y="4733925"/>
            <a:ext cx="884038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dirty="0" err="1">
                <a:latin typeface="+mj-lt"/>
              </a:rPr>
              <a:t>Other</a:t>
            </a:r>
            <a:r>
              <a:rPr lang="nl-NL" sz="2000" dirty="0">
                <a:latin typeface="+mj-lt"/>
              </a:rPr>
              <a:t> factors: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b="1" dirty="0" err="1">
                <a:latin typeface="+mj-lt"/>
              </a:rPr>
              <a:t>Circular</a:t>
            </a:r>
            <a:r>
              <a:rPr lang="nl-NL" sz="2000" b="1" dirty="0">
                <a:latin typeface="+mj-lt"/>
              </a:rPr>
              <a:t> buffer</a:t>
            </a:r>
            <a:r>
              <a:rPr lang="nl-NL" sz="2000" dirty="0">
                <a:latin typeface="+mj-lt"/>
              </a:rPr>
              <a:t> </a:t>
            </a:r>
            <a:r>
              <a:rPr lang="nl-NL" sz="2000" dirty="0" err="1">
                <a:latin typeface="+mj-lt"/>
              </a:rPr>
              <a:t>typically</a:t>
            </a:r>
            <a:r>
              <a:rPr lang="nl-NL" sz="2000" dirty="0">
                <a:latin typeface="+mj-lt"/>
              </a:rPr>
              <a:t> has </a:t>
            </a:r>
            <a:r>
              <a:rPr lang="nl-NL" sz="2000" dirty="0" err="1">
                <a:latin typeface="+mj-lt"/>
              </a:rPr>
              <a:t>fixed</a:t>
            </a:r>
            <a:r>
              <a:rPr lang="nl-NL" sz="2000" dirty="0">
                <a:latin typeface="+mj-lt"/>
              </a:rPr>
              <a:t> </a:t>
            </a:r>
            <a:r>
              <a:rPr lang="nl-NL" sz="2000" dirty="0" err="1">
                <a:latin typeface="+mj-lt"/>
              </a:rPr>
              <a:t>size</a:t>
            </a:r>
            <a:r>
              <a:rPr lang="nl-NL" sz="2000" dirty="0">
                <a:latin typeface="+mj-lt"/>
              </a:rPr>
              <a:t> (but </a:t>
            </a:r>
            <a:r>
              <a:rPr lang="nl-NL" sz="2000" dirty="0" err="1">
                <a:latin typeface="+mj-lt"/>
              </a:rPr>
              <a:t>can</a:t>
            </a:r>
            <a:r>
              <a:rPr lang="nl-NL" sz="2000" dirty="0">
                <a:latin typeface="+mj-lt"/>
              </a:rPr>
              <a:t> </a:t>
            </a:r>
            <a:r>
              <a:rPr lang="nl-NL" sz="2000" dirty="0" err="1">
                <a:latin typeface="+mj-lt"/>
              </a:rPr>
              <a:t>be</a:t>
            </a:r>
            <a:r>
              <a:rPr lang="nl-NL" sz="2000" dirty="0">
                <a:latin typeface="+mj-lt"/>
              </a:rPr>
              <a:t> </a:t>
            </a:r>
            <a:r>
              <a:rPr lang="nl-NL" sz="2000" dirty="0" err="1">
                <a:latin typeface="+mj-lt"/>
              </a:rPr>
              <a:t>avoided</a:t>
            </a:r>
            <a:r>
              <a:rPr lang="nl-NL" sz="2000" dirty="0">
                <a:latin typeface="+mj-lt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b="1" dirty="0">
                <a:latin typeface="+mj-lt"/>
              </a:rPr>
              <a:t>Arrays</a:t>
            </a:r>
            <a:r>
              <a:rPr lang="nl-NL" sz="2000" dirty="0">
                <a:latin typeface="+mj-lt"/>
              </a:rPr>
              <a:t> are </a:t>
            </a:r>
            <a:r>
              <a:rPr lang="nl-NL" sz="2000" dirty="0" err="1">
                <a:latin typeface="+mj-lt"/>
              </a:rPr>
              <a:t>faster</a:t>
            </a:r>
            <a:r>
              <a:rPr lang="nl-NL" sz="2000" dirty="0">
                <a:latin typeface="+mj-lt"/>
              </a:rPr>
              <a:t> </a:t>
            </a:r>
            <a:r>
              <a:rPr lang="nl-NL" sz="2000" dirty="0" err="1">
                <a:latin typeface="+mj-lt"/>
              </a:rPr>
              <a:t>because</a:t>
            </a:r>
            <a:r>
              <a:rPr lang="nl-NL" sz="2000" dirty="0">
                <a:latin typeface="+mj-lt"/>
              </a:rPr>
              <a:t> </a:t>
            </a:r>
            <a:r>
              <a:rPr lang="nl-NL" sz="2000" dirty="0" err="1">
                <a:latin typeface="+mj-lt"/>
              </a:rPr>
              <a:t>their</a:t>
            </a:r>
            <a:r>
              <a:rPr lang="nl-NL" sz="2000" dirty="0">
                <a:latin typeface="+mj-lt"/>
              </a:rPr>
              <a:t> contents are </a:t>
            </a:r>
            <a:r>
              <a:rPr lang="nl-NL" sz="2000" dirty="0" err="1">
                <a:latin typeface="+mj-lt"/>
              </a:rPr>
              <a:t>typically</a:t>
            </a:r>
            <a:r>
              <a:rPr lang="nl-NL" sz="2000" dirty="0">
                <a:latin typeface="+mj-lt"/>
              </a:rPr>
              <a:t> </a:t>
            </a:r>
            <a:r>
              <a:rPr lang="nl-NL" sz="2000" dirty="0" err="1">
                <a:latin typeface="+mj-lt"/>
              </a:rPr>
              <a:t>cached</a:t>
            </a:r>
            <a:endParaRPr lang="nl-NL" sz="20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b="1" dirty="0" err="1">
                <a:latin typeface="+mj-lt"/>
              </a:rPr>
              <a:t>Linked</a:t>
            </a:r>
            <a:r>
              <a:rPr lang="nl-NL" sz="2000" b="1" dirty="0">
                <a:latin typeface="+mj-lt"/>
              </a:rPr>
              <a:t> list</a:t>
            </a:r>
            <a:r>
              <a:rPr lang="nl-NL" sz="2000" dirty="0">
                <a:latin typeface="+mj-lt"/>
              </a:rPr>
              <a:t> node </a:t>
            </a:r>
            <a:r>
              <a:rPr lang="nl-NL" sz="2000" dirty="0" err="1">
                <a:latin typeface="+mj-lt"/>
              </a:rPr>
              <a:t>allocation</a:t>
            </a:r>
            <a:r>
              <a:rPr lang="nl-NL" sz="2000" dirty="0">
                <a:latin typeface="+mj-lt"/>
              </a:rPr>
              <a:t> </a:t>
            </a:r>
            <a:r>
              <a:rPr lang="nl-NL" sz="2000" dirty="0" err="1">
                <a:latin typeface="+mj-lt"/>
              </a:rPr>
              <a:t>can</a:t>
            </a:r>
            <a:r>
              <a:rPr lang="nl-NL" sz="2000" dirty="0">
                <a:latin typeface="+mj-lt"/>
              </a:rPr>
              <a:t> </a:t>
            </a:r>
            <a:r>
              <a:rPr lang="nl-NL" sz="2000" dirty="0" err="1">
                <a:latin typeface="+mj-lt"/>
              </a:rPr>
              <a:t>be</a:t>
            </a:r>
            <a:r>
              <a:rPr lang="nl-NL" sz="2000" dirty="0">
                <a:latin typeface="+mj-lt"/>
              </a:rPr>
              <a:t> </a:t>
            </a:r>
            <a:r>
              <a:rPr lang="nl-NL" sz="2000" dirty="0" err="1">
                <a:latin typeface="+mj-lt"/>
              </a:rPr>
              <a:t>optimized</a:t>
            </a:r>
            <a:r>
              <a:rPr lang="nl-NL" sz="2000" dirty="0">
                <a:latin typeface="+mj-lt"/>
              </a:rPr>
              <a:t> </a:t>
            </a:r>
            <a:r>
              <a:rPr lang="nl-NL" sz="2000" dirty="0" err="1">
                <a:latin typeface="+mj-lt"/>
              </a:rPr>
              <a:t>through</a:t>
            </a:r>
            <a:r>
              <a:rPr lang="nl-NL" sz="2000" dirty="0">
                <a:latin typeface="+mj-lt"/>
              </a:rPr>
              <a:t> clever </a:t>
            </a:r>
            <a:r>
              <a:rPr lang="nl-NL" sz="2000" dirty="0" err="1">
                <a:latin typeface="+mj-lt"/>
              </a:rPr>
              <a:t>allocation</a:t>
            </a:r>
            <a:endParaRPr lang="nl-NL" sz="2000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>
                <a:latin typeface="+mj-lt"/>
              </a:rPr>
              <a:t>…  </a:t>
            </a:r>
          </a:p>
        </p:txBody>
      </p:sp>
      <p:sp>
        <p:nvSpPr>
          <p:cNvPr id="8" name="Thought Bubble: Cloud 7">
            <a:extLst>
              <a:ext uri="{FF2B5EF4-FFF2-40B4-BE49-F238E27FC236}">
                <a16:creationId xmlns:a16="http://schemas.microsoft.com/office/drawing/2014/main" id="{64FD3135-E1E4-963C-593E-59D1D586887D}"/>
              </a:ext>
            </a:extLst>
          </p:cNvPr>
          <p:cNvSpPr/>
          <p:nvPr/>
        </p:nvSpPr>
        <p:spPr>
          <a:xfrm>
            <a:off x="9248774" y="1765460"/>
            <a:ext cx="2943226" cy="2017394"/>
          </a:xfrm>
          <a:prstGeom prst="cloudCallout">
            <a:avLst>
              <a:gd name="adj1" fmla="val -44004"/>
              <a:gd name="adj2" fmla="val 56834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400" dirty="0" err="1">
                <a:latin typeface="Aptos" panose="020B0004020202020204" pitchFamily="34" charset="0"/>
              </a:rPr>
              <a:t>This</a:t>
            </a:r>
            <a:r>
              <a:rPr lang="nl-NL" sz="2400" dirty="0">
                <a:latin typeface="Aptos" panose="020B0004020202020204" pitchFamily="34" charset="0"/>
              </a:rPr>
              <a:t> </a:t>
            </a:r>
            <a:r>
              <a:rPr lang="nl-NL" sz="2400" dirty="0" err="1">
                <a:latin typeface="Aptos" panose="020B0004020202020204" pitchFamily="34" charset="0"/>
              </a:rPr>
              <a:t>doesn’t</a:t>
            </a:r>
            <a:r>
              <a:rPr lang="nl-NL" sz="2400" dirty="0">
                <a:latin typeface="Aptos" panose="020B0004020202020204" pitchFamily="34" charset="0"/>
              </a:rPr>
              <a:t> </a:t>
            </a:r>
            <a:r>
              <a:rPr lang="nl-NL" sz="2400" dirty="0" err="1">
                <a:latin typeface="Aptos" panose="020B0004020202020204" pitchFamily="34" charset="0"/>
              </a:rPr>
              <a:t>mean</a:t>
            </a:r>
            <a:r>
              <a:rPr lang="nl-NL" sz="2400" dirty="0">
                <a:latin typeface="Aptos" panose="020B0004020202020204" pitchFamily="34" charset="0"/>
              </a:rPr>
              <a:t> </a:t>
            </a:r>
            <a:r>
              <a:rPr lang="nl-NL" sz="2400" dirty="0" err="1">
                <a:latin typeface="Aptos" panose="020B0004020202020204" pitchFamily="34" charset="0"/>
              </a:rPr>
              <a:t>they’re</a:t>
            </a:r>
            <a:r>
              <a:rPr lang="nl-NL" sz="2400" dirty="0">
                <a:latin typeface="Aptos" panose="020B0004020202020204" pitchFamily="34" charset="0"/>
              </a:rPr>
              <a:t> </a:t>
            </a:r>
            <a:r>
              <a:rPr lang="nl-NL" sz="2400" dirty="0" err="1">
                <a:latin typeface="Aptos" panose="020B0004020202020204" pitchFamily="34" charset="0"/>
              </a:rPr>
              <a:t>equally</a:t>
            </a:r>
            <a:r>
              <a:rPr lang="nl-NL" sz="2400" dirty="0">
                <a:latin typeface="Aptos" panose="020B0004020202020204" pitchFamily="34" charset="0"/>
              </a:rPr>
              <a:t> </a:t>
            </a:r>
            <a:r>
              <a:rPr lang="nl-NL" sz="2400" dirty="0" err="1">
                <a:latin typeface="Aptos" panose="020B0004020202020204" pitchFamily="34" charset="0"/>
              </a:rPr>
              <a:t>fast</a:t>
            </a:r>
            <a:r>
              <a:rPr lang="nl-NL" sz="2400" dirty="0">
                <a:latin typeface="Aptos" panose="020B00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2382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BCC4B-BC89-4B74-C1E8-B0B0971AB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945E-E4CD-D2AA-4F3E-237624D6E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From</a:t>
            </a:r>
            <a:r>
              <a:rPr lang="nl-NL" dirty="0"/>
              <a:t> Queue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Deque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B2239-7796-0F52-2B6D-3A6AE9744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0890928" cy="1755648"/>
          </a:xfrm>
        </p:spPr>
        <p:txBody>
          <a:bodyPr/>
          <a:lstStyle/>
          <a:p>
            <a:r>
              <a:rPr lang="nl-NL" dirty="0"/>
              <a:t>A queue </a:t>
            </a:r>
            <a:r>
              <a:rPr lang="nl-NL" dirty="0" err="1"/>
              <a:t>provides</a:t>
            </a:r>
            <a:r>
              <a:rPr lang="nl-NL" dirty="0"/>
              <a:t> access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its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ends</a:t>
            </a:r>
            <a:r>
              <a:rPr lang="nl-NL" dirty="0"/>
              <a:t>:</a:t>
            </a:r>
          </a:p>
          <a:p>
            <a:pPr lvl="1"/>
            <a:r>
              <a:rPr lang="nl-NL" dirty="0"/>
              <a:t>“</a:t>
            </a:r>
            <a:r>
              <a:rPr lang="nl-NL" dirty="0" err="1"/>
              <a:t>read</a:t>
            </a:r>
            <a:r>
              <a:rPr lang="nl-NL" dirty="0"/>
              <a:t>” access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end, “</a:t>
            </a:r>
            <a:r>
              <a:rPr lang="nl-NL" dirty="0" err="1"/>
              <a:t>write</a:t>
            </a:r>
            <a:r>
              <a:rPr lang="nl-NL" dirty="0"/>
              <a:t>” access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 end</a:t>
            </a:r>
          </a:p>
          <a:p>
            <a:pPr lvl="1"/>
            <a:endParaRPr lang="nl-NL" dirty="0"/>
          </a:p>
          <a:p>
            <a:r>
              <a:rPr lang="nl-NL" dirty="0"/>
              <a:t>A double-</a:t>
            </a:r>
            <a:r>
              <a:rPr lang="nl-NL" dirty="0" err="1"/>
              <a:t>ended</a:t>
            </a:r>
            <a:r>
              <a:rPr lang="nl-NL" dirty="0"/>
              <a:t> queue or </a:t>
            </a:r>
            <a:r>
              <a:rPr lang="nl-NL" b="1" dirty="0" err="1"/>
              <a:t>deque</a:t>
            </a:r>
            <a:r>
              <a:rPr lang="nl-NL" dirty="0"/>
              <a:t> </a:t>
            </a:r>
            <a:r>
              <a:rPr lang="nl-NL" dirty="0" err="1"/>
              <a:t>provides</a:t>
            </a:r>
            <a:r>
              <a:rPr lang="nl-NL" dirty="0"/>
              <a:t> </a:t>
            </a:r>
            <a:r>
              <a:rPr lang="nl-NL" dirty="0" err="1"/>
              <a:t>read</a:t>
            </a:r>
            <a:r>
              <a:rPr lang="nl-NL" dirty="0"/>
              <a:t> &amp; </a:t>
            </a:r>
            <a:r>
              <a:rPr lang="nl-NL" dirty="0" err="1"/>
              <a:t>write</a:t>
            </a:r>
            <a:r>
              <a:rPr lang="nl-NL" dirty="0"/>
              <a:t> access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both</a:t>
            </a:r>
            <a:r>
              <a:rPr lang="nl-NL" dirty="0"/>
              <a:t> of </a:t>
            </a:r>
            <a:r>
              <a:rPr lang="nl-NL" dirty="0" err="1"/>
              <a:t>its</a:t>
            </a:r>
            <a:r>
              <a:rPr lang="nl-NL" dirty="0"/>
              <a:t> </a:t>
            </a:r>
            <a:r>
              <a:rPr lang="nl-NL" dirty="0" err="1"/>
              <a:t>ends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16587CC-7B7E-DABE-C800-2756F22B34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7026774"/>
                  </p:ext>
                </p:extLst>
              </p:nvPr>
            </p:nvGraphicFramePr>
            <p:xfrm>
              <a:off x="2571659" y="4553711"/>
              <a:ext cx="7027767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94759">
                      <a:extLst>
                        <a:ext uri="{9D8B030D-6E8A-4147-A177-3AD203B41FA5}">
                          <a16:colId xmlns:a16="http://schemas.microsoft.com/office/drawing/2014/main" val="3751145843"/>
                        </a:ext>
                      </a:extLst>
                    </a:gridCol>
                    <a:gridCol w="2066504">
                      <a:extLst>
                        <a:ext uri="{9D8B030D-6E8A-4147-A177-3AD203B41FA5}">
                          <a16:colId xmlns:a16="http://schemas.microsoft.com/office/drawing/2014/main" val="2880970057"/>
                        </a:ext>
                      </a:extLst>
                    </a:gridCol>
                    <a:gridCol w="2066504">
                      <a:extLst>
                        <a:ext uri="{9D8B030D-6E8A-4147-A177-3AD203B41FA5}">
                          <a16:colId xmlns:a16="http://schemas.microsoft.com/office/drawing/2014/main" val="708521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/>
                            <a:t>Deque</a:t>
                          </a:r>
                          <a:r>
                            <a:rPr lang="nl-NL" dirty="0"/>
                            <a:t> </a:t>
                          </a:r>
                          <a:r>
                            <a:rPr lang="nl-NL" dirty="0" err="1"/>
                            <a:t>operation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 err="1"/>
                            <a:t>Linked</a:t>
                          </a:r>
                          <a:r>
                            <a:rPr lang="nl-NL" dirty="0"/>
                            <a:t>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 err="1"/>
                            <a:t>Circular</a:t>
                          </a:r>
                          <a:r>
                            <a:rPr lang="nl-NL" dirty="0"/>
                            <a:t> Buffer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30493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Remove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first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dirty="0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d>
                                  <m:dPr>
                                    <m:ctrlPr>
                                      <a:rPr lang="nl-NL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b="1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dirty="0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d>
                                  <m:dPr>
                                    <m:ctrlPr>
                                      <a:rPr lang="nl-NL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b="1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7788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Append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dirty="0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d>
                                  <m:dPr>
                                    <m:ctrlPr>
                                      <a:rPr lang="nl-NL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b="1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dirty="0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d>
                                  <m:dPr>
                                    <m:ctrlPr>
                                      <a:rPr lang="nl-NL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b="1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53623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Remove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last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nl-NL" b="1" i="1" dirty="0" smtClean="0"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  <m:d>
                                <m:dPr>
                                  <m:ctrlPr>
                                    <a:rPr lang="nl-NL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b="1" i="1" dirty="0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oMath>
                          </a14:m>
                          <a:r>
                            <a:rPr lang="nl-NL" b="1" dirty="0">
                              <a:latin typeface="Aptos" panose="020B0004020202020204" pitchFamily="34" charset="0"/>
                            </a:rPr>
                            <a:t> / </a:t>
                          </a:r>
                          <a14:m>
                            <m:oMath xmlns:m="http://schemas.openxmlformats.org/officeDocument/2006/math">
                              <m:r>
                                <a:rPr lang="nl-NL" sz="1800" b="1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𝑶</m:t>
                              </m:r>
                              <m:d>
                                <m:dPr>
                                  <m:ctrlPr>
                                    <a:rPr lang="nl-NL" sz="1800" b="1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nl-NL" sz="1800" b="1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𝒏</m:t>
                                  </m:r>
                                </m:e>
                              </m:d>
                            </m:oMath>
                          </a14:m>
                          <a:endParaRPr lang="nl-NL" sz="1800" b="1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dirty="0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d>
                                  <m:dPr>
                                    <m:ctrlPr>
                                      <a:rPr lang="nl-NL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b="1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8723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Prepend</a:t>
                          </a:r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dirty="0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d>
                                  <m:dPr>
                                    <m:ctrlPr>
                                      <a:rPr lang="nl-NL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b="1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b="1" i="1" dirty="0" smtClean="0">
                                    <a:latin typeface="Cambria Math" panose="02040503050406030204" pitchFamily="18" charset="0"/>
                                  </a:rPr>
                                  <m:t>𝑶</m:t>
                                </m:r>
                                <m:d>
                                  <m:dPr>
                                    <m:ctrlPr>
                                      <a:rPr lang="nl-NL" b="1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b="1" i="1" dirty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nl-NL" b="1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702009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16587CC-7B7E-DABE-C800-2756F22B34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7026774"/>
                  </p:ext>
                </p:extLst>
              </p:nvPr>
            </p:nvGraphicFramePr>
            <p:xfrm>
              <a:off x="2571659" y="4553711"/>
              <a:ext cx="7027767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94759">
                      <a:extLst>
                        <a:ext uri="{9D8B030D-6E8A-4147-A177-3AD203B41FA5}">
                          <a16:colId xmlns:a16="http://schemas.microsoft.com/office/drawing/2014/main" val="3751145843"/>
                        </a:ext>
                      </a:extLst>
                    </a:gridCol>
                    <a:gridCol w="2066504">
                      <a:extLst>
                        <a:ext uri="{9D8B030D-6E8A-4147-A177-3AD203B41FA5}">
                          <a16:colId xmlns:a16="http://schemas.microsoft.com/office/drawing/2014/main" val="2880970057"/>
                        </a:ext>
                      </a:extLst>
                    </a:gridCol>
                    <a:gridCol w="2066504">
                      <a:extLst>
                        <a:ext uri="{9D8B030D-6E8A-4147-A177-3AD203B41FA5}">
                          <a16:colId xmlns:a16="http://schemas.microsoft.com/office/drawing/2014/main" val="708521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/>
                            <a:t>Deque</a:t>
                          </a:r>
                          <a:r>
                            <a:rPr lang="nl-NL" dirty="0"/>
                            <a:t> </a:t>
                          </a:r>
                          <a:r>
                            <a:rPr lang="nl-NL" dirty="0" err="1"/>
                            <a:t>operation</a:t>
                          </a:r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 err="1"/>
                            <a:t>Linked</a:t>
                          </a:r>
                          <a:r>
                            <a:rPr lang="nl-NL" dirty="0"/>
                            <a:t>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dirty="0" err="1"/>
                            <a:t>Circular</a:t>
                          </a:r>
                          <a:r>
                            <a:rPr lang="nl-NL" dirty="0"/>
                            <a:t> Buffer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830493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Remove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first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140000" t="-106557" r="-100882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240708" t="-106557" r="-1180" b="-3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7788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Append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140000" t="-203226" r="-100882" b="-2209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240708" t="-203226" r="-1180" b="-2209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53623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Remove</a:t>
                          </a:r>
                          <a:r>
                            <a:rPr lang="nl-NL" dirty="0">
                              <a:latin typeface="Aptos" panose="020B0004020202020204" pitchFamily="34" charset="0"/>
                            </a:rPr>
                            <a:t> last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140000" t="-308197" r="-100882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240708" t="-308197" r="-1180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87236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nl-NL" dirty="0" err="1">
                              <a:latin typeface="Aptos" panose="020B0004020202020204" pitchFamily="34" charset="0"/>
                            </a:rPr>
                            <a:t>Prepend</a:t>
                          </a:r>
                          <a:endParaRPr lang="nl-NL" dirty="0">
                            <a:latin typeface="Aptos" panose="020B0004020202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140000" t="-408197" r="-10088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2"/>
                          <a:stretch>
                            <a:fillRect l="-240708" t="-408197" r="-1180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70200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963413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5448E-17CD-AC1B-EEC4-4D78DA306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4AC0F7-EF88-AD8B-2010-94FFF847D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Sliding </a:t>
            </a:r>
            <a:r>
              <a:rPr lang="nl-NL" dirty="0" err="1"/>
              <a:t>windows</a:t>
            </a:r>
            <a:endParaRPr lang="nl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E57BB-F505-F5D8-26F9-171CA76E6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The sliding </a:t>
            </a:r>
            <a:r>
              <a:rPr lang="nl-NL" dirty="0" err="1"/>
              <a:t>window</a:t>
            </a:r>
            <a:r>
              <a:rPr lang="nl-NL" dirty="0"/>
              <a:t> </a:t>
            </a:r>
            <a:r>
              <a:rPr lang="nl-NL" dirty="0" err="1"/>
              <a:t>programming</a:t>
            </a:r>
            <a:r>
              <a:rPr lang="nl-NL" dirty="0"/>
              <a:t> </a:t>
            </a:r>
            <a:r>
              <a:rPr lang="nl-NL" dirty="0" err="1"/>
              <a:t>technique</a:t>
            </a:r>
            <a:endParaRPr lang="nl-NL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44C9C9-D791-E56D-5A29-9882DAFEE680}"/>
              </a:ext>
            </a:extLst>
          </p:cNvPr>
          <p:cNvSpPr/>
          <p:nvPr/>
        </p:nvSpPr>
        <p:spPr>
          <a:xfrm>
            <a:off x="5438805" y="2084399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DBC579-EE8D-DB83-C467-9F3F2463D6B3}"/>
              </a:ext>
            </a:extLst>
          </p:cNvPr>
          <p:cNvSpPr/>
          <p:nvPr/>
        </p:nvSpPr>
        <p:spPr>
          <a:xfrm>
            <a:off x="6026481" y="2084399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AE577DD-A106-7708-F9B8-1754FE5A2420}"/>
              </a:ext>
            </a:extLst>
          </p:cNvPr>
          <p:cNvSpPr/>
          <p:nvPr/>
        </p:nvSpPr>
        <p:spPr>
          <a:xfrm>
            <a:off x="6614157" y="2084399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E9C6F4-F512-6C29-9E96-0ED669092692}"/>
              </a:ext>
            </a:extLst>
          </p:cNvPr>
          <p:cNvSpPr/>
          <p:nvPr/>
        </p:nvSpPr>
        <p:spPr>
          <a:xfrm>
            <a:off x="7201833" y="2084399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A300F9-5CE7-EEA9-05BA-5E5A1BD33462}"/>
              </a:ext>
            </a:extLst>
          </p:cNvPr>
          <p:cNvSpPr/>
          <p:nvPr/>
        </p:nvSpPr>
        <p:spPr>
          <a:xfrm>
            <a:off x="7789509" y="2084399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D2AF343-1473-1623-810D-4559493BF6DB}"/>
              </a:ext>
            </a:extLst>
          </p:cNvPr>
          <p:cNvSpPr/>
          <p:nvPr/>
        </p:nvSpPr>
        <p:spPr>
          <a:xfrm>
            <a:off x="8377185" y="2084399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7D0966-FC76-26E3-E406-B9A6783516A4}"/>
              </a:ext>
            </a:extLst>
          </p:cNvPr>
          <p:cNvSpPr/>
          <p:nvPr/>
        </p:nvSpPr>
        <p:spPr>
          <a:xfrm>
            <a:off x="8964861" y="2084399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24C00B1-13ED-BC38-6F4F-A1C75AA9DE2E}"/>
              </a:ext>
            </a:extLst>
          </p:cNvPr>
          <p:cNvSpPr/>
          <p:nvPr/>
        </p:nvSpPr>
        <p:spPr>
          <a:xfrm>
            <a:off x="9552537" y="2084399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4993382-8D45-D5EA-5E4E-DDF05F8F55D3}"/>
              </a:ext>
            </a:extLst>
          </p:cNvPr>
          <p:cNvSpPr/>
          <p:nvPr/>
        </p:nvSpPr>
        <p:spPr>
          <a:xfrm>
            <a:off x="10140213" y="2084399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5B540B9-2AA8-B242-ABF4-E7A568DC77C6}"/>
              </a:ext>
            </a:extLst>
          </p:cNvPr>
          <p:cNvSpPr/>
          <p:nvPr/>
        </p:nvSpPr>
        <p:spPr>
          <a:xfrm>
            <a:off x="10727889" y="2084399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6C7C44A-7078-3426-F03F-9E81B358916C}"/>
              </a:ext>
            </a:extLst>
          </p:cNvPr>
          <p:cNvSpPr/>
          <p:nvPr/>
        </p:nvSpPr>
        <p:spPr>
          <a:xfrm>
            <a:off x="10727889" y="2084399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AB62FE0-C8AF-72FF-BDF2-F77340274CC6}"/>
              </a:ext>
            </a:extLst>
          </p:cNvPr>
          <p:cNvSpPr/>
          <p:nvPr/>
        </p:nvSpPr>
        <p:spPr>
          <a:xfrm>
            <a:off x="-3121950" y="2010497"/>
            <a:ext cx="14551949" cy="705144"/>
          </a:xfrm>
          <a:custGeom>
            <a:avLst/>
            <a:gdLst>
              <a:gd name="connsiteX0" fmla="*/ 117477 w 11496675"/>
              <a:gd name="connsiteY0" fmla="*/ 294 h 705144"/>
              <a:gd name="connsiteX1" fmla="*/ 4776643 w 11496675"/>
              <a:gd name="connsiteY1" fmla="*/ 294 h 705144"/>
              <a:gd name="connsiteX2" fmla="*/ 4894120 w 11496675"/>
              <a:gd name="connsiteY2" fmla="*/ 117771 h 705144"/>
              <a:gd name="connsiteX3" fmla="*/ 4894120 w 11496675"/>
              <a:gd name="connsiteY3" fmla="*/ 587667 h 705144"/>
              <a:gd name="connsiteX4" fmla="*/ 4776643 w 11496675"/>
              <a:gd name="connsiteY4" fmla="*/ 705144 h 705144"/>
              <a:gd name="connsiteX5" fmla="*/ 117477 w 11496675"/>
              <a:gd name="connsiteY5" fmla="*/ 705144 h 705144"/>
              <a:gd name="connsiteX6" fmla="*/ 0 w 11496675"/>
              <a:gd name="connsiteY6" fmla="*/ 587667 h 705144"/>
              <a:gd name="connsiteX7" fmla="*/ 0 w 11496675"/>
              <a:gd name="connsiteY7" fmla="*/ 117771 h 705144"/>
              <a:gd name="connsiteX8" fmla="*/ 117477 w 11496675"/>
              <a:gd name="connsiteY8" fmla="*/ 294 h 705144"/>
              <a:gd name="connsiteX9" fmla="*/ 6798382 w 11496675"/>
              <a:gd name="connsiteY9" fmla="*/ 0 h 705144"/>
              <a:gd name="connsiteX10" fmla="*/ 11379198 w 11496675"/>
              <a:gd name="connsiteY10" fmla="*/ 0 h 705144"/>
              <a:gd name="connsiteX11" fmla="*/ 11496675 w 11496675"/>
              <a:gd name="connsiteY11" fmla="*/ 117477 h 705144"/>
              <a:gd name="connsiteX12" fmla="*/ 11496675 w 11496675"/>
              <a:gd name="connsiteY12" fmla="*/ 587373 h 705144"/>
              <a:gd name="connsiteX13" fmla="*/ 11379198 w 11496675"/>
              <a:gd name="connsiteY13" fmla="*/ 704850 h 705144"/>
              <a:gd name="connsiteX14" fmla="*/ 6798382 w 11496675"/>
              <a:gd name="connsiteY14" fmla="*/ 704850 h 705144"/>
              <a:gd name="connsiteX15" fmla="*/ 6680905 w 11496675"/>
              <a:gd name="connsiteY15" fmla="*/ 587373 h 705144"/>
              <a:gd name="connsiteX16" fmla="*/ 6680905 w 11496675"/>
              <a:gd name="connsiteY16" fmla="*/ 117477 h 705144"/>
              <a:gd name="connsiteX17" fmla="*/ 6798382 w 11496675"/>
              <a:gd name="connsiteY17" fmla="*/ 0 h 705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496675" h="705144">
                <a:moveTo>
                  <a:pt x="117477" y="294"/>
                </a:moveTo>
                <a:lnTo>
                  <a:pt x="4776643" y="294"/>
                </a:lnTo>
                <a:cubicBezTo>
                  <a:pt x="4841524" y="294"/>
                  <a:pt x="4894120" y="52890"/>
                  <a:pt x="4894120" y="117771"/>
                </a:cubicBezTo>
                <a:lnTo>
                  <a:pt x="4894120" y="587667"/>
                </a:lnTo>
                <a:cubicBezTo>
                  <a:pt x="4894120" y="652548"/>
                  <a:pt x="4841524" y="705144"/>
                  <a:pt x="4776643" y="705144"/>
                </a:cubicBezTo>
                <a:lnTo>
                  <a:pt x="117477" y="705144"/>
                </a:lnTo>
                <a:cubicBezTo>
                  <a:pt x="52596" y="705144"/>
                  <a:pt x="0" y="652548"/>
                  <a:pt x="0" y="587667"/>
                </a:cubicBezTo>
                <a:lnTo>
                  <a:pt x="0" y="117771"/>
                </a:lnTo>
                <a:cubicBezTo>
                  <a:pt x="0" y="52890"/>
                  <a:pt x="52596" y="294"/>
                  <a:pt x="117477" y="294"/>
                </a:cubicBezTo>
                <a:close/>
                <a:moveTo>
                  <a:pt x="6798382" y="0"/>
                </a:moveTo>
                <a:lnTo>
                  <a:pt x="11379198" y="0"/>
                </a:lnTo>
                <a:cubicBezTo>
                  <a:pt x="11444079" y="0"/>
                  <a:pt x="11496675" y="52596"/>
                  <a:pt x="11496675" y="117477"/>
                </a:cubicBezTo>
                <a:lnTo>
                  <a:pt x="11496675" y="587373"/>
                </a:lnTo>
                <a:cubicBezTo>
                  <a:pt x="11496675" y="652254"/>
                  <a:pt x="11444079" y="704850"/>
                  <a:pt x="11379198" y="704850"/>
                </a:cubicBezTo>
                <a:lnTo>
                  <a:pt x="6798382" y="704850"/>
                </a:lnTo>
                <a:cubicBezTo>
                  <a:pt x="6733501" y="704850"/>
                  <a:pt x="6680905" y="652254"/>
                  <a:pt x="6680905" y="587373"/>
                </a:cubicBezTo>
                <a:lnTo>
                  <a:pt x="6680905" y="117477"/>
                </a:lnTo>
                <a:cubicBezTo>
                  <a:pt x="6680905" y="52596"/>
                  <a:pt x="6733501" y="0"/>
                  <a:pt x="679838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1444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44444E-6 L 0.65938 -4.44444E-6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6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D9636-14C2-B08A-406E-846761071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Window 60s">
            <a:extLst>
              <a:ext uri="{FF2B5EF4-FFF2-40B4-BE49-F238E27FC236}">
                <a16:creationId xmlns:a16="http://schemas.microsoft.com/office/drawing/2014/main" id="{646E2C8B-E119-3CC5-AE25-C74593531540}"/>
              </a:ext>
            </a:extLst>
          </p:cNvPr>
          <p:cNvSpPr/>
          <p:nvPr/>
        </p:nvSpPr>
        <p:spPr>
          <a:xfrm>
            <a:off x="2352674" y="4810124"/>
            <a:ext cx="3440429" cy="1371599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nl-NL" dirty="0"/>
              <a:t>Queue(4): 60 </a:t>
            </a:r>
            <a:r>
              <a:rPr lang="nl-NL" dirty="0" err="1"/>
              <a:t>seconds</a:t>
            </a:r>
            <a:endParaRPr lang="nl-NL" dirty="0"/>
          </a:p>
        </p:txBody>
      </p:sp>
      <p:sp>
        <p:nvSpPr>
          <p:cNvPr id="41" name="Window 70s">
            <a:extLst>
              <a:ext uri="{FF2B5EF4-FFF2-40B4-BE49-F238E27FC236}">
                <a16:creationId xmlns:a16="http://schemas.microsoft.com/office/drawing/2014/main" id="{5DF20788-6648-E7A1-52B8-9FDAB8E7FA73}"/>
              </a:ext>
            </a:extLst>
          </p:cNvPr>
          <p:cNvSpPr/>
          <p:nvPr/>
        </p:nvSpPr>
        <p:spPr>
          <a:xfrm>
            <a:off x="1503042" y="4810124"/>
            <a:ext cx="4290062" cy="1371599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nl-NL" dirty="0"/>
              <a:t>Queue(5): 70 </a:t>
            </a:r>
            <a:r>
              <a:rPr lang="nl-NL" dirty="0" err="1"/>
              <a:t>seconds</a:t>
            </a:r>
            <a:endParaRPr lang="nl-NL" dirty="0"/>
          </a:p>
        </p:txBody>
      </p:sp>
      <p:sp>
        <p:nvSpPr>
          <p:cNvPr id="40" name="Window 40s (2)">
            <a:extLst>
              <a:ext uri="{FF2B5EF4-FFF2-40B4-BE49-F238E27FC236}">
                <a16:creationId xmlns:a16="http://schemas.microsoft.com/office/drawing/2014/main" id="{7C8AB530-1971-7A7F-397A-982CC0282F69}"/>
              </a:ext>
            </a:extLst>
          </p:cNvPr>
          <p:cNvSpPr/>
          <p:nvPr/>
        </p:nvSpPr>
        <p:spPr>
          <a:xfrm>
            <a:off x="1496693" y="4810124"/>
            <a:ext cx="3391536" cy="1371599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nl-NL" dirty="0"/>
              <a:t>Queue(4): 40 </a:t>
            </a:r>
            <a:r>
              <a:rPr lang="nl-NL" dirty="0" err="1"/>
              <a:t>seconds</a:t>
            </a:r>
            <a:endParaRPr lang="nl-NL" dirty="0"/>
          </a:p>
        </p:txBody>
      </p:sp>
      <p:sp>
        <p:nvSpPr>
          <p:cNvPr id="39" name="Window 35s">
            <a:extLst>
              <a:ext uri="{FF2B5EF4-FFF2-40B4-BE49-F238E27FC236}">
                <a16:creationId xmlns:a16="http://schemas.microsoft.com/office/drawing/2014/main" id="{7436F262-E06F-7671-DF82-3834112BC2DD}"/>
              </a:ext>
            </a:extLst>
          </p:cNvPr>
          <p:cNvSpPr/>
          <p:nvPr/>
        </p:nvSpPr>
        <p:spPr>
          <a:xfrm>
            <a:off x="1478278" y="4810124"/>
            <a:ext cx="2571750" cy="1371599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nl-NL" dirty="0"/>
              <a:t>Queue(3): 35 </a:t>
            </a:r>
            <a:r>
              <a:rPr lang="nl-NL" dirty="0" err="1"/>
              <a:t>seconds</a:t>
            </a:r>
            <a:endParaRPr lang="nl-NL" dirty="0"/>
          </a:p>
        </p:txBody>
      </p:sp>
      <p:sp>
        <p:nvSpPr>
          <p:cNvPr id="38" name="Window 65s">
            <a:extLst>
              <a:ext uri="{FF2B5EF4-FFF2-40B4-BE49-F238E27FC236}">
                <a16:creationId xmlns:a16="http://schemas.microsoft.com/office/drawing/2014/main" id="{1644A1B4-097F-FFF0-88BA-72F20781273D}"/>
              </a:ext>
            </a:extLst>
          </p:cNvPr>
          <p:cNvSpPr/>
          <p:nvPr/>
        </p:nvSpPr>
        <p:spPr>
          <a:xfrm>
            <a:off x="640079" y="4810125"/>
            <a:ext cx="3409950" cy="1371599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nl-NL" dirty="0"/>
              <a:t>Queue(4): 65 </a:t>
            </a:r>
            <a:r>
              <a:rPr lang="nl-NL" dirty="0" err="1"/>
              <a:t>seconds</a:t>
            </a:r>
            <a:endParaRPr lang="nl-NL" dirty="0"/>
          </a:p>
        </p:txBody>
      </p:sp>
      <p:sp>
        <p:nvSpPr>
          <p:cNvPr id="37" name="Q(3) 40s">
            <a:extLst>
              <a:ext uri="{FF2B5EF4-FFF2-40B4-BE49-F238E27FC236}">
                <a16:creationId xmlns:a16="http://schemas.microsoft.com/office/drawing/2014/main" id="{9314AD05-B2D5-6D15-6EFC-D2DAE133FD34}"/>
              </a:ext>
            </a:extLst>
          </p:cNvPr>
          <p:cNvSpPr/>
          <p:nvPr/>
        </p:nvSpPr>
        <p:spPr>
          <a:xfrm>
            <a:off x="640079" y="4810125"/>
            <a:ext cx="2571750" cy="1371599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nl-NL" dirty="0"/>
              <a:t>Q(3): 40 </a:t>
            </a:r>
            <a:r>
              <a:rPr lang="nl-NL" dirty="0" err="1"/>
              <a:t>seconds</a:t>
            </a:r>
            <a:endParaRPr lang="nl-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350F7-2E70-9687-8414-7EFF5BCF4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 Sliding </a:t>
            </a:r>
            <a:r>
              <a:rPr lang="nl-NL" dirty="0" err="1"/>
              <a:t>window</a:t>
            </a:r>
            <a:r>
              <a:rPr lang="nl-NL" dirty="0"/>
              <a:t> </a:t>
            </a:r>
            <a:r>
              <a:rPr lang="nl-NL" dirty="0" err="1"/>
              <a:t>problem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FF282-ACC2-4493-1B3C-106D0CB85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8789670" cy="2235964"/>
          </a:xfrm>
        </p:spPr>
        <p:txBody>
          <a:bodyPr>
            <a:normAutofit/>
          </a:bodyPr>
          <a:lstStyle/>
          <a:p>
            <a:r>
              <a:rPr lang="nl-NL" dirty="0" err="1"/>
              <a:t>Messages</a:t>
            </a:r>
            <a:r>
              <a:rPr lang="nl-NL" dirty="0"/>
              <a:t> </a:t>
            </a:r>
            <a:r>
              <a:rPr lang="nl-NL" dirty="0" err="1"/>
              <a:t>come</a:t>
            </a:r>
            <a:r>
              <a:rPr lang="nl-NL" dirty="0"/>
              <a:t> in, </a:t>
            </a:r>
            <a:r>
              <a:rPr lang="nl-NL" dirty="0" err="1"/>
              <a:t>timestamped</a:t>
            </a:r>
            <a:r>
              <a:rPr lang="nl-NL" dirty="0"/>
              <a:t> (in </a:t>
            </a:r>
            <a:r>
              <a:rPr lang="nl-NL" dirty="0" err="1"/>
              <a:t>seconds</a:t>
            </a:r>
            <a:r>
              <a:rPr lang="nl-NL" dirty="0"/>
              <a:t>)</a:t>
            </a:r>
          </a:p>
          <a:p>
            <a:r>
              <a:rPr lang="nl-NL" dirty="0" err="1"/>
              <a:t>What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highest</a:t>
            </a:r>
            <a:r>
              <a:rPr lang="nl-NL" dirty="0"/>
              <a:t> nr. of </a:t>
            </a:r>
            <a:r>
              <a:rPr lang="nl-NL" dirty="0" err="1"/>
              <a:t>messages</a:t>
            </a:r>
            <a:r>
              <a:rPr lang="nl-NL" dirty="0"/>
              <a:t> </a:t>
            </a:r>
            <a:r>
              <a:rPr lang="nl-NL" dirty="0" err="1"/>
              <a:t>received</a:t>
            </a:r>
            <a:r>
              <a:rPr lang="nl-NL" dirty="0"/>
              <a:t> </a:t>
            </a:r>
            <a:r>
              <a:rPr lang="nl-NL" dirty="0" err="1"/>
              <a:t>within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minute?</a:t>
            </a:r>
          </a:p>
          <a:p>
            <a:r>
              <a:rPr lang="nl-NL" dirty="0" err="1"/>
              <a:t>Solve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a </a:t>
            </a:r>
            <a:r>
              <a:rPr lang="nl-NL" b="1" dirty="0"/>
              <a:t>Queue</a:t>
            </a:r>
            <a:r>
              <a:rPr lang="nl-NL" dirty="0"/>
              <a:t>!</a:t>
            </a:r>
          </a:p>
          <a:p>
            <a:pPr lvl="1"/>
            <a:r>
              <a:rPr lang="nl-NL" dirty="0"/>
              <a:t>On </a:t>
            </a:r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enqueue</a:t>
            </a:r>
            <a:r>
              <a:rPr lang="nl-NL" dirty="0"/>
              <a:t>: </a:t>
            </a:r>
            <a:r>
              <a:rPr lang="nl-NL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dequeue</a:t>
            </a:r>
            <a:r>
              <a:rPr lang="nl-NL" dirty="0"/>
              <a:t> </a:t>
            </a:r>
            <a:r>
              <a:rPr lang="nl-NL" dirty="0" err="1"/>
              <a:t>elements</a:t>
            </a:r>
            <a:r>
              <a:rPr lang="nl-NL" dirty="0"/>
              <a:t> </a:t>
            </a:r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60</a:t>
            </a:r>
            <a:r>
              <a:rPr lang="nl-NL" dirty="0"/>
              <a:t> or more </a:t>
            </a:r>
            <a:r>
              <a:rPr lang="nl-NL" dirty="0" err="1"/>
              <a:t>seconds</a:t>
            </a:r>
            <a:r>
              <a:rPr lang="nl-NL" dirty="0"/>
              <a:t> </a:t>
            </a:r>
            <a:r>
              <a:rPr lang="nl-NL" dirty="0" err="1"/>
              <a:t>older</a:t>
            </a:r>
            <a:r>
              <a:rPr lang="nl-NL" dirty="0"/>
              <a:t> </a:t>
            </a:r>
            <a:r>
              <a:rPr lang="nl-NL" dirty="0" err="1"/>
              <a:t>than</a:t>
            </a:r>
            <a:r>
              <a:rPr lang="nl-NL" dirty="0"/>
              <a:t> </a:t>
            </a:r>
            <a:r>
              <a:rPr lang="nl-NL" dirty="0" err="1"/>
              <a:t>newest</a:t>
            </a:r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56FCA14-6C46-DFBF-9D3B-499A4E67429A}"/>
              </a:ext>
            </a:extLst>
          </p:cNvPr>
          <p:cNvGrpSpPr/>
          <p:nvPr/>
        </p:nvGrpSpPr>
        <p:grpSpPr>
          <a:xfrm>
            <a:off x="8943976" y="-18905572"/>
            <a:ext cx="2152650" cy="18829372"/>
            <a:chOff x="8943976" y="-18905572"/>
            <a:chExt cx="2152650" cy="1882937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4A465C0-E1D6-61C1-0C38-254CADFA57FE}"/>
                </a:ext>
              </a:extLst>
            </p:cNvPr>
            <p:cNvSpPr/>
            <p:nvPr/>
          </p:nvSpPr>
          <p:spPr>
            <a:xfrm>
              <a:off x="8943976" y="-15578474"/>
              <a:ext cx="2152650" cy="60959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YAAAWN 🥱🥱</a:t>
              </a:r>
            </a:p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(t = 191)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86351D1-C546-C8B6-F6B0-888460EDC071}"/>
                </a:ext>
              </a:extLst>
            </p:cNvPr>
            <p:cNvSpPr/>
            <p:nvPr/>
          </p:nvSpPr>
          <p:spPr>
            <a:xfrm>
              <a:off x="8943976" y="-14290681"/>
              <a:ext cx="2152650" cy="60959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Roger!</a:t>
              </a:r>
            </a:p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(t = 182)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9521B2D-14A4-113B-BAA0-0446B7A993C4}"/>
                </a:ext>
              </a:extLst>
            </p:cNvPr>
            <p:cNvSpPr/>
            <p:nvPr/>
          </p:nvSpPr>
          <p:spPr>
            <a:xfrm>
              <a:off x="8943976" y="-13158011"/>
              <a:ext cx="2152650" cy="60959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LOL no way!</a:t>
              </a:r>
            </a:p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(t = 163)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A655F8A-3FF3-2827-354E-56DA2AA14684}"/>
                </a:ext>
              </a:extLst>
            </p:cNvPr>
            <p:cNvSpPr/>
            <p:nvPr/>
          </p:nvSpPr>
          <p:spPr>
            <a:xfrm>
              <a:off x="8943976" y="-12006483"/>
              <a:ext cx="2152650" cy="60959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Linked</a:t>
              </a:r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array?</a:t>
              </a:r>
            </a:p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(t = 146)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77CE298-735B-6A4F-9705-35B0CFF8CFE9}"/>
                </a:ext>
              </a:extLst>
            </p:cNvPr>
            <p:cNvSpPr/>
            <p:nvPr/>
          </p:nvSpPr>
          <p:spPr>
            <a:xfrm>
              <a:off x="8943976" y="-10706322"/>
              <a:ext cx="2152650" cy="60959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What</a:t>
              </a:r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if</a:t>
              </a:r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...</a:t>
              </a:r>
            </a:p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(t = 125)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48FFCBC-0CF1-8B91-B747-8A31D821150A}"/>
                </a:ext>
              </a:extLst>
            </p:cNvPr>
            <p:cNvSpPr/>
            <p:nvPr/>
          </p:nvSpPr>
          <p:spPr>
            <a:xfrm>
              <a:off x="8943976" y="-9796648"/>
              <a:ext cx="2152650" cy="60959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big O </a:t>
              </a:r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what</a:t>
              </a:r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?</a:t>
              </a:r>
            </a:p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(t = 118)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4B857BA-FA76-0360-7F19-E564CC0DAA01}"/>
                </a:ext>
              </a:extLst>
            </p:cNvPr>
            <p:cNvSpPr/>
            <p:nvPr/>
          </p:nvSpPr>
          <p:spPr>
            <a:xfrm>
              <a:off x="8943976" y="-9018666"/>
              <a:ext cx="2152650" cy="60959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Sliding, eh?</a:t>
              </a:r>
            </a:p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(t = 105)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60ABC93-5371-7D8A-7FFE-C621F0AF7ABA}"/>
                </a:ext>
              </a:extLst>
            </p:cNvPr>
            <p:cNvSpPr/>
            <p:nvPr/>
          </p:nvSpPr>
          <p:spPr>
            <a:xfrm>
              <a:off x="8943976" y="-7153147"/>
              <a:ext cx="2152650" cy="60959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b="1" dirty="0" err="1"/>
                <a:t>omw</a:t>
              </a:r>
              <a:r>
                <a:rPr lang="nl-NL" b="1" dirty="0"/>
                <a:t> 🚗💨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(t = 75)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C71865E-05A8-28AB-8999-609084B3F169}"/>
                </a:ext>
              </a:extLst>
            </p:cNvPr>
            <p:cNvSpPr/>
            <p:nvPr/>
          </p:nvSpPr>
          <p:spPr>
            <a:xfrm>
              <a:off x="8943976" y="-6324975"/>
              <a:ext cx="2152650" cy="60959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b="1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brb</a:t>
              </a:r>
              <a:r>
                <a:rPr lang="nl-NL" b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, coffee☕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(t = 70)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EB8F25D-3733-BD51-AF6A-2CA6653904EB}"/>
                </a:ext>
              </a:extLst>
            </p:cNvPr>
            <p:cNvSpPr/>
            <p:nvPr/>
          </p:nvSpPr>
          <p:spPr>
            <a:xfrm>
              <a:off x="8943976" y="-3655312"/>
              <a:ext cx="2152650" cy="60959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afk</a:t>
              </a:r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?</a:t>
              </a:r>
            </a:p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(t = 45)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0346D1A6-17BF-8A18-BFCF-804FF75D1126}"/>
                </a:ext>
              </a:extLst>
            </p:cNvPr>
            <p:cNvSpPr/>
            <p:nvPr/>
          </p:nvSpPr>
          <p:spPr>
            <a:xfrm>
              <a:off x="8943976" y="-2827065"/>
              <a:ext cx="2152650" cy="60959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wyd</a:t>
              </a:r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rn</a:t>
              </a:r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? </a:t>
              </a:r>
              <a:b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</a:br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(t = 35)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270EB28-E13A-7172-E636-ADF577DAEAA9}"/>
                </a:ext>
              </a:extLst>
            </p:cNvPr>
            <p:cNvSpPr/>
            <p:nvPr/>
          </p:nvSpPr>
          <p:spPr>
            <a:xfrm>
              <a:off x="8943976" y="-685799"/>
              <a:ext cx="2152650" cy="60959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Hello</a:t>
              </a:r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, </a:t>
              </a:r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world</a:t>
              </a:r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!</a:t>
              </a:r>
            </a:p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(t = 5)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2305EF8-1D24-1BF6-8751-87EB1DD9C022}"/>
                </a:ext>
              </a:extLst>
            </p:cNvPr>
            <p:cNvSpPr/>
            <p:nvPr/>
          </p:nvSpPr>
          <p:spPr>
            <a:xfrm>
              <a:off x="8943976" y="-16358825"/>
              <a:ext cx="2152650" cy="60959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smh</a:t>
              </a:r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fr</a:t>
              </a:r>
              <a:endPara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(t = 203)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07BD3E1-27F8-7012-8C34-7AF6E07C9175}"/>
                </a:ext>
              </a:extLst>
            </p:cNvPr>
            <p:cNvSpPr/>
            <p:nvPr/>
          </p:nvSpPr>
          <p:spPr>
            <a:xfrm>
              <a:off x="8943976" y="-17118022"/>
              <a:ext cx="2152650" cy="60959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 + 1 = 10</a:t>
              </a:r>
            </a:p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(t = 217)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CD07047-DA39-4F08-F47C-5B2A3425EA2C}"/>
                </a:ext>
              </a:extLst>
            </p:cNvPr>
            <p:cNvSpPr/>
            <p:nvPr/>
          </p:nvSpPr>
          <p:spPr>
            <a:xfrm>
              <a:off x="8943976" y="-18234537"/>
              <a:ext cx="2152650" cy="60959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😴😴😴😴</a:t>
              </a:r>
            </a:p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(t = 230)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9D0512E-25EB-5599-8D58-F5A0B25C36D3}"/>
                </a:ext>
              </a:extLst>
            </p:cNvPr>
            <p:cNvSpPr/>
            <p:nvPr/>
          </p:nvSpPr>
          <p:spPr>
            <a:xfrm>
              <a:off x="8943976" y="-18905572"/>
              <a:ext cx="2152650" cy="60959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NL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Signing</a:t>
              </a:r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off</a:t>
              </a:r>
            </a:p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(t = 232)</a:t>
              </a:r>
            </a:p>
          </p:txBody>
        </p:sp>
      </p:grpSp>
      <p:sp>
        <p:nvSpPr>
          <p:cNvPr id="24" name="5s msg">
            <a:extLst>
              <a:ext uri="{FF2B5EF4-FFF2-40B4-BE49-F238E27FC236}">
                <a16:creationId xmlns:a16="http://schemas.microsoft.com/office/drawing/2014/main" id="{E3348EF3-C20E-F0A2-97ED-2934E60DB8B4}"/>
              </a:ext>
            </a:extLst>
          </p:cNvPr>
          <p:cNvSpPr/>
          <p:nvPr/>
        </p:nvSpPr>
        <p:spPr>
          <a:xfrm>
            <a:off x="689608" y="4943475"/>
            <a:ext cx="762000" cy="7620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5s</a:t>
            </a:r>
          </a:p>
        </p:txBody>
      </p:sp>
      <p:sp>
        <p:nvSpPr>
          <p:cNvPr id="25" name="35s msg">
            <a:extLst>
              <a:ext uri="{FF2B5EF4-FFF2-40B4-BE49-F238E27FC236}">
                <a16:creationId xmlns:a16="http://schemas.microsoft.com/office/drawing/2014/main" id="{CB273AAE-7F7B-E903-C867-20765B569AC7}"/>
              </a:ext>
            </a:extLst>
          </p:cNvPr>
          <p:cNvSpPr/>
          <p:nvPr/>
        </p:nvSpPr>
        <p:spPr>
          <a:xfrm>
            <a:off x="1537968" y="4943475"/>
            <a:ext cx="762000" cy="7620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35s</a:t>
            </a:r>
          </a:p>
        </p:txBody>
      </p:sp>
      <p:sp>
        <p:nvSpPr>
          <p:cNvPr id="26" name="45s msg">
            <a:extLst>
              <a:ext uri="{FF2B5EF4-FFF2-40B4-BE49-F238E27FC236}">
                <a16:creationId xmlns:a16="http://schemas.microsoft.com/office/drawing/2014/main" id="{1BE20FA4-02C5-35BF-9B8B-3F6B7337958B}"/>
              </a:ext>
            </a:extLst>
          </p:cNvPr>
          <p:cNvSpPr/>
          <p:nvPr/>
        </p:nvSpPr>
        <p:spPr>
          <a:xfrm>
            <a:off x="2386328" y="4943475"/>
            <a:ext cx="762000" cy="7620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45s</a:t>
            </a:r>
          </a:p>
        </p:txBody>
      </p:sp>
      <p:sp>
        <p:nvSpPr>
          <p:cNvPr id="27" name="70s msg">
            <a:extLst>
              <a:ext uri="{FF2B5EF4-FFF2-40B4-BE49-F238E27FC236}">
                <a16:creationId xmlns:a16="http://schemas.microsoft.com/office/drawing/2014/main" id="{28A5AD33-AF0B-FEB0-123C-B8D26093BA6E}"/>
              </a:ext>
            </a:extLst>
          </p:cNvPr>
          <p:cNvSpPr/>
          <p:nvPr/>
        </p:nvSpPr>
        <p:spPr>
          <a:xfrm>
            <a:off x="3234688" y="4943475"/>
            <a:ext cx="762000" cy="7620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70s</a:t>
            </a:r>
          </a:p>
        </p:txBody>
      </p:sp>
      <p:sp>
        <p:nvSpPr>
          <p:cNvPr id="28" name="75s msg">
            <a:extLst>
              <a:ext uri="{FF2B5EF4-FFF2-40B4-BE49-F238E27FC236}">
                <a16:creationId xmlns:a16="http://schemas.microsoft.com/office/drawing/2014/main" id="{52FE2D30-E84E-25B0-1128-516B41914233}"/>
              </a:ext>
            </a:extLst>
          </p:cNvPr>
          <p:cNvSpPr/>
          <p:nvPr/>
        </p:nvSpPr>
        <p:spPr>
          <a:xfrm>
            <a:off x="4083048" y="4943475"/>
            <a:ext cx="762000" cy="7620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75s</a:t>
            </a:r>
          </a:p>
        </p:txBody>
      </p:sp>
      <p:sp>
        <p:nvSpPr>
          <p:cNvPr id="29" name="105s msg">
            <a:extLst>
              <a:ext uri="{FF2B5EF4-FFF2-40B4-BE49-F238E27FC236}">
                <a16:creationId xmlns:a16="http://schemas.microsoft.com/office/drawing/2014/main" id="{B8905CD7-319E-EAD2-C1F4-AF7AAE6D836C}"/>
              </a:ext>
            </a:extLst>
          </p:cNvPr>
          <p:cNvSpPr/>
          <p:nvPr/>
        </p:nvSpPr>
        <p:spPr>
          <a:xfrm>
            <a:off x="4931408" y="4943475"/>
            <a:ext cx="762000" cy="7620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105s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223F4F-23E1-267A-E18A-8710CF68E377}"/>
              </a:ext>
            </a:extLst>
          </p:cNvPr>
          <p:cNvSpPr txBox="1"/>
          <p:nvPr/>
        </p:nvSpPr>
        <p:spPr>
          <a:xfrm>
            <a:off x="6096000" y="5117067"/>
            <a:ext cx="2105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latin typeface="Aptos" panose="020B0004020202020204" pitchFamily="34" charset="0"/>
              </a:rPr>
              <a:t>etc</a:t>
            </a:r>
            <a:r>
              <a:rPr lang="nl-NL" dirty="0">
                <a:latin typeface="Aptos" panose="020B0004020202020204" pitchFamily="34" charset="0"/>
              </a:rPr>
              <a:t>, </a:t>
            </a:r>
            <a:r>
              <a:rPr lang="nl-NL" dirty="0" err="1">
                <a:latin typeface="Aptos" panose="020B0004020202020204" pitchFamily="34" charset="0"/>
              </a:rPr>
              <a:t>etc</a:t>
            </a:r>
            <a:r>
              <a:rPr lang="nl-NL" dirty="0">
                <a:latin typeface="Aptos" panose="020B0004020202020204" pitchFamily="34" charset="0"/>
              </a:rPr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4016192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5E-6 -3.7037E-6 L 5E-6 3.76436 " pathEditMode="relative" rAng="0" ptsTypes="AA">
                                      <p:cBhvr>
                                        <p:cTn id="6" dur="12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8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1" grpId="0" animBg="1"/>
      <p:bldP spid="41" grpId="1" animBg="1"/>
      <p:bldP spid="40" grpId="0" animBg="1"/>
      <p:bldP spid="40" grpId="1" animBg="1"/>
      <p:bldP spid="39" grpId="0" animBg="1"/>
      <p:bldP spid="39" grpId="1" animBg="1"/>
      <p:bldP spid="38" grpId="0" animBg="1"/>
      <p:bldP spid="38" grpId="1" animBg="1"/>
      <p:bldP spid="37" grpId="0" animBg="1"/>
      <p:bldP spid="37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7" grpId="0" animBg="1"/>
      <p:bldP spid="28" grpId="0" animBg="1"/>
      <p:bldP spid="29" grpId="0" animBg="1"/>
      <p:bldP spid="4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337C-5E33-DFE2-DC9C-DCAE66978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B756097-466F-750F-3B81-C58179E32E52}"/>
              </a:ext>
            </a:extLst>
          </p:cNvPr>
          <p:cNvSpPr/>
          <p:nvPr/>
        </p:nvSpPr>
        <p:spPr>
          <a:xfrm>
            <a:off x="5377923" y="4210050"/>
            <a:ext cx="2381039" cy="109168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nl-NL" b="1" dirty="0">
                <a:latin typeface="Aptos" panose="020B0004020202020204" pitchFamily="34" charset="0"/>
              </a:rPr>
              <a:t>solution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45F135-3F30-52F1-AFB2-5FB59A2F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Sliding </a:t>
            </a:r>
            <a:r>
              <a:rPr lang="nl-NL" dirty="0" err="1"/>
              <a:t>windows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CA0DC-64D7-2C56-E886-33CDCE89A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10890928" cy="1097279"/>
          </a:xfrm>
        </p:spPr>
        <p:txBody>
          <a:bodyPr>
            <a:normAutofit/>
          </a:bodyPr>
          <a:lstStyle/>
          <a:p>
            <a:r>
              <a:rPr lang="nl-NL" dirty="0" err="1"/>
              <a:t>Instead</a:t>
            </a:r>
            <a:r>
              <a:rPr lang="nl-NL" dirty="0"/>
              <a:t> of </a:t>
            </a:r>
            <a:r>
              <a:rPr lang="nl-NL" dirty="0" err="1"/>
              <a:t>using</a:t>
            </a:r>
            <a:r>
              <a:rPr lang="nl-NL" dirty="0"/>
              <a:t> a queue, we </a:t>
            </a:r>
            <a:r>
              <a:rPr lang="nl-NL" dirty="0" err="1"/>
              <a:t>can</a:t>
            </a:r>
            <a:r>
              <a:rPr lang="nl-NL" dirty="0"/>
              <a:t> “slide” a “</a:t>
            </a:r>
            <a:r>
              <a:rPr lang="nl-NL" dirty="0" err="1"/>
              <a:t>window</a:t>
            </a:r>
            <a:r>
              <a:rPr lang="nl-NL" dirty="0"/>
              <a:t>“ over </a:t>
            </a:r>
            <a:r>
              <a:rPr lang="nl-NL" dirty="0" err="1"/>
              <a:t>an</a:t>
            </a:r>
            <a:r>
              <a:rPr lang="nl-NL" dirty="0"/>
              <a:t> array (or </a:t>
            </a:r>
            <a:r>
              <a:rPr lang="nl-NL" dirty="0" err="1"/>
              <a:t>linked</a:t>
            </a:r>
            <a:r>
              <a:rPr lang="nl-NL" dirty="0"/>
              <a:t> list)</a:t>
            </a:r>
          </a:p>
          <a:p>
            <a:r>
              <a:rPr lang="nl-NL" b="1" dirty="0" err="1"/>
              <a:t>Example</a:t>
            </a:r>
            <a:r>
              <a:rPr lang="nl-NL" dirty="0"/>
              <a:t>: </a:t>
            </a:r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longest</a:t>
            </a:r>
            <a:r>
              <a:rPr lang="nl-NL" dirty="0"/>
              <a:t> </a:t>
            </a:r>
            <a:r>
              <a:rPr lang="nl-NL" dirty="0" err="1"/>
              <a:t>sequence</a:t>
            </a:r>
            <a:r>
              <a:rPr lang="nl-NL" dirty="0"/>
              <a:t> of non-</a:t>
            </a:r>
            <a:r>
              <a:rPr lang="nl-NL" dirty="0" err="1"/>
              <a:t>repeating</a:t>
            </a:r>
            <a:r>
              <a:rPr lang="nl-NL" dirty="0"/>
              <a:t> </a:t>
            </a:r>
            <a:r>
              <a:rPr lang="nl-NL" dirty="0" err="1"/>
              <a:t>characters</a:t>
            </a:r>
            <a:r>
              <a:rPr lang="nl-NL" dirty="0"/>
              <a:t> in </a:t>
            </a:r>
            <a:r>
              <a:rPr lang="nl-NL" dirty="0" err="1"/>
              <a:t>an</a:t>
            </a:r>
            <a:r>
              <a:rPr lang="nl-NL" dirty="0"/>
              <a:t> array</a:t>
            </a:r>
          </a:p>
          <a:p>
            <a:endParaRPr lang="nl-NL" dirty="0"/>
          </a:p>
          <a:p>
            <a:pPr lvl="1"/>
            <a:endParaRPr lang="nl-NL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047C6C-E06B-41F0-A22D-DDF53E4EFEFA}"/>
              </a:ext>
            </a:extLst>
          </p:cNvPr>
          <p:cNvSpPr/>
          <p:nvPr/>
        </p:nvSpPr>
        <p:spPr>
          <a:xfrm>
            <a:off x="3057555" y="437992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0EF542-C248-2B9F-9F09-8BAC7AE57207}"/>
              </a:ext>
            </a:extLst>
          </p:cNvPr>
          <p:cNvSpPr/>
          <p:nvPr/>
        </p:nvSpPr>
        <p:spPr>
          <a:xfrm>
            <a:off x="3645231" y="437992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0E2591-B8E8-03FD-3AA1-A0245933DD69}"/>
              </a:ext>
            </a:extLst>
          </p:cNvPr>
          <p:cNvSpPr/>
          <p:nvPr/>
        </p:nvSpPr>
        <p:spPr>
          <a:xfrm>
            <a:off x="4232907" y="437992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BEDE2F-10E3-6A8B-4D23-77AE09BDA640}"/>
              </a:ext>
            </a:extLst>
          </p:cNvPr>
          <p:cNvSpPr/>
          <p:nvPr/>
        </p:nvSpPr>
        <p:spPr>
          <a:xfrm>
            <a:off x="4820583" y="437992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B8E62A5-DD49-FE68-13E4-27AD809A335B}"/>
              </a:ext>
            </a:extLst>
          </p:cNvPr>
          <p:cNvSpPr/>
          <p:nvPr/>
        </p:nvSpPr>
        <p:spPr>
          <a:xfrm>
            <a:off x="5408259" y="437992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922F69-FA85-D065-768C-064C750FD7F6}"/>
              </a:ext>
            </a:extLst>
          </p:cNvPr>
          <p:cNvSpPr/>
          <p:nvPr/>
        </p:nvSpPr>
        <p:spPr>
          <a:xfrm>
            <a:off x="5995935" y="437992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EF8958-8611-E8BF-5253-4EA56F8FE370}"/>
              </a:ext>
            </a:extLst>
          </p:cNvPr>
          <p:cNvSpPr/>
          <p:nvPr/>
        </p:nvSpPr>
        <p:spPr>
          <a:xfrm>
            <a:off x="6583611" y="437992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E71885-73BE-CA14-3245-D4DBE6ED616B}"/>
              </a:ext>
            </a:extLst>
          </p:cNvPr>
          <p:cNvSpPr/>
          <p:nvPr/>
        </p:nvSpPr>
        <p:spPr>
          <a:xfrm>
            <a:off x="7171287" y="437992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DA2B36E-DA30-1B60-3326-CD811AA4F04D}"/>
              </a:ext>
            </a:extLst>
          </p:cNvPr>
          <p:cNvSpPr/>
          <p:nvPr/>
        </p:nvSpPr>
        <p:spPr>
          <a:xfrm>
            <a:off x="7758963" y="437992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FD569FC-E332-8239-BCA2-D3C855FCBF3E}"/>
              </a:ext>
            </a:extLst>
          </p:cNvPr>
          <p:cNvSpPr/>
          <p:nvPr/>
        </p:nvSpPr>
        <p:spPr>
          <a:xfrm>
            <a:off x="8346639" y="437992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3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86FD1E6-5DE9-6DA5-C088-5F4E9F8F260D}"/>
              </a:ext>
            </a:extLst>
          </p:cNvPr>
          <p:cNvSpPr/>
          <p:nvPr/>
        </p:nvSpPr>
        <p:spPr>
          <a:xfrm>
            <a:off x="8346639" y="4379924"/>
            <a:ext cx="557341" cy="55734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nl-NL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</a:t>
            </a:r>
          </a:p>
        </p:txBody>
      </p:sp>
      <p:grpSp>
        <p:nvGrpSpPr>
          <p:cNvPr id="35" name="Nextptr">
            <a:extLst>
              <a:ext uri="{FF2B5EF4-FFF2-40B4-BE49-F238E27FC236}">
                <a16:creationId xmlns:a16="http://schemas.microsoft.com/office/drawing/2014/main" id="{4960303E-7B53-1003-9BD9-2ADB721C8D5C}"/>
              </a:ext>
            </a:extLst>
          </p:cNvPr>
          <p:cNvGrpSpPr/>
          <p:nvPr/>
        </p:nvGrpSpPr>
        <p:grpSpPr>
          <a:xfrm>
            <a:off x="3645231" y="5099495"/>
            <a:ext cx="723275" cy="576434"/>
            <a:chOff x="3645231" y="5099495"/>
            <a:chExt cx="723275" cy="576434"/>
          </a:xfrm>
        </p:grpSpPr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4CB9B396-EFCC-4857-C6B4-8116082C937A}"/>
                </a:ext>
              </a:extLst>
            </p:cNvPr>
            <p:cNvSpPr/>
            <p:nvPr/>
          </p:nvSpPr>
          <p:spPr>
            <a:xfrm>
              <a:off x="3802898" y="5099495"/>
              <a:ext cx="242006" cy="207102"/>
            </a:xfrm>
            <a:prstGeom prst="triangle">
              <a:avLst/>
            </a:prstGeom>
            <a:ln w="38100"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C8143D3-CCA4-7FF3-D66C-8FB0DCD616AC}"/>
                </a:ext>
              </a:extLst>
            </p:cNvPr>
            <p:cNvSpPr txBox="1"/>
            <p:nvPr/>
          </p:nvSpPr>
          <p:spPr>
            <a:xfrm>
              <a:off x="3645231" y="5306597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next</a:t>
              </a:r>
            </a:p>
          </p:txBody>
        </p:sp>
      </p:grpSp>
      <p:grpSp>
        <p:nvGrpSpPr>
          <p:cNvPr id="34" name="Lastptr">
            <a:extLst>
              <a:ext uri="{FF2B5EF4-FFF2-40B4-BE49-F238E27FC236}">
                <a16:creationId xmlns:a16="http://schemas.microsoft.com/office/drawing/2014/main" id="{B8B0C182-1B58-6A95-8490-FE2BD4AF9D20}"/>
              </a:ext>
            </a:extLst>
          </p:cNvPr>
          <p:cNvGrpSpPr/>
          <p:nvPr/>
        </p:nvGrpSpPr>
        <p:grpSpPr>
          <a:xfrm>
            <a:off x="2901059" y="5099495"/>
            <a:ext cx="723275" cy="571570"/>
            <a:chOff x="2901059" y="5099495"/>
            <a:chExt cx="723275" cy="571570"/>
          </a:xfrm>
        </p:grpSpPr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81522EE6-6BCE-BA10-60B2-FE1CEA001006}"/>
                </a:ext>
              </a:extLst>
            </p:cNvPr>
            <p:cNvSpPr/>
            <p:nvPr/>
          </p:nvSpPr>
          <p:spPr>
            <a:xfrm>
              <a:off x="3215222" y="5099495"/>
              <a:ext cx="242006" cy="207102"/>
            </a:xfrm>
            <a:prstGeom prst="triangle">
              <a:avLst/>
            </a:prstGeom>
            <a:ln w="38100"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C35138D-1E0E-C590-9B51-37FA75244CA8}"/>
                </a:ext>
              </a:extLst>
            </p:cNvPr>
            <p:cNvSpPr txBox="1"/>
            <p:nvPr/>
          </p:nvSpPr>
          <p:spPr>
            <a:xfrm>
              <a:off x="2901059" y="5301733"/>
              <a:ext cx="7232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last</a:t>
              </a:r>
            </a:p>
          </p:txBody>
        </p:sp>
      </p:grpSp>
      <p:sp>
        <p:nvSpPr>
          <p:cNvPr id="37" name="Hide1">
            <a:extLst>
              <a:ext uri="{FF2B5EF4-FFF2-40B4-BE49-F238E27FC236}">
                <a16:creationId xmlns:a16="http://schemas.microsoft.com/office/drawing/2014/main" id="{8CBD2D1F-ADFE-E541-E2AF-D8A36DCB50CC}"/>
              </a:ext>
            </a:extLst>
          </p:cNvPr>
          <p:cNvSpPr/>
          <p:nvPr/>
        </p:nvSpPr>
        <p:spPr>
          <a:xfrm>
            <a:off x="3645231" y="437992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nl-NL" sz="2000" dirty="0">
              <a:solidFill>
                <a:schemeClr val="lt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8" name="Hide2">
            <a:extLst>
              <a:ext uri="{FF2B5EF4-FFF2-40B4-BE49-F238E27FC236}">
                <a16:creationId xmlns:a16="http://schemas.microsoft.com/office/drawing/2014/main" id="{EB131682-711E-5E0E-04F9-C5774C71A431}"/>
              </a:ext>
            </a:extLst>
          </p:cNvPr>
          <p:cNvSpPr/>
          <p:nvPr/>
        </p:nvSpPr>
        <p:spPr>
          <a:xfrm>
            <a:off x="4232906" y="437992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nl-NL" sz="2000" dirty="0">
              <a:solidFill>
                <a:schemeClr val="lt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9" name="Hide3">
            <a:extLst>
              <a:ext uri="{FF2B5EF4-FFF2-40B4-BE49-F238E27FC236}">
                <a16:creationId xmlns:a16="http://schemas.microsoft.com/office/drawing/2014/main" id="{63E930DE-A542-0536-8D6C-A6B551E31569}"/>
              </a:ext>
            </a:extLst>
          </p:cNvPr>
          <p:cNvSpPr/>
          <p:nvPr/>
        </p:nvSpPr>
        <p:spPr>
          <a:xfrm>
            <a:off x="4820582" y="437992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nl-NL" sz="2000" dirty="0">
              <a:solidFill>
                <a:schemeClr val="lt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0" name="Hide4">
            <a:extLst>
              <a:ext uri="{FF2B5EF4-FFF2-40B4-BE49-F238E27FC236}">
                <a16:creationId xmlns:a16="http://schemas.microsoft.com/office/drawing/2014/main" id="{22917C11-DA47-3FB8-70DD-C2F4E7DB32B4}"/>
              </a:ext>
            </a:extLst>
          </p:cNvPr>
          <p:cNvSpPr/>
          <p:nvPr/>
        </p:nvSpPr>
        <p:spPr>
          <a:xfrm>
            <a:off x="5408258" y="437992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nl-NL" sz="2000" dirty="0">
              <a:solidFill>
                <a:schemeClr val="lt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1" name="Hide5">
            <a:extLst>
              <a:ext uri="{FF2B5EF4-FFF2-40B4-BE49-F238E27FC236}">
                <a16:creationId xmlns:a16="http://schemas.microsoft.com/office/drawing/2014/main" id="{C3A395A7-568A-7A46-5BE3-E65AC6D51505}"/>
              </a:ext>
            </a:extLst>
          </p:cNvPr>
          <p:cNvSpPr/>
          <p:nvPr/>
        </p:nvSpPr>
        <p:spPr>
          <a:xfrm>
            <a:off x="5995934" y="437992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nl-NL" sz="2000" dirty="0">
              <a:solidFill>
                <a:schemeClr val="lt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2" name="Hide6">
            <a:extLst>
              <a:ext uri="{FF2B5EF4-FFF2-40B4-BE49-F238E27FC236}">
                <a16:creationId xmlns:a16="http://schemas.microsoft.com/office/drawing/2014/main" id="{87F1BAF8-E620-3206-02E8-FEF3EB47A539}"/>
              </a:ext>
            </a:extLst>
          </p:cNvPr>
          <p:cNvSpPr/>
          <p:nvPr/>
        </p:nvSpPr>
        <p:spPr>
          <a:xfrm>
            <a:off x="6583610" y="437992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nl-NL" sz="2000" dirty="0">
              <a:solidFill>
                <a:schemeClr val="lt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3" name="Hide7">
            <a:extLst>
              <a:ext uri="{FF2B5EF4-FFF2-40B4-BE49-F238E27FC236}">
                <a16:creationId xmlns:a16="http://schemas.microsoft.com/office/drawing/2014/main" id="{14CC22E9-4E10-F872-E5EF-CD5107BBE32D}"/>
              </a:ext>
            </a:extLst>
          </p:cNvPr>
          <p:cNvSpPr/>
          <p:nvPr/>
        </p:nvSpPr>
        <p:spPr>
          <a:xfrm>
            <a:off x="7171286" y="437992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nl-NL" sz="2000" dirty="0">
              <a:solidFill>
                <a:schemeClr val="lt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4" name="Hide8">
            <a:extLst>
              <a:ext uri="{FF2B5EF4-FFF2-40B4-BE49-F238E27FC236}">
                <a16:creationId xmlns:a16="http://schemas.microsoft.com/office/drawing/2014/main" id="{15507373-7D96-EA76-1D8A-5A9FE7B2803A}"/>
              </a:ext>
            </a:extLst>
          </p:cNvPr>
          <p:cNvSpPr/>
          <p:nvPr/>
        </p:nvSpPr>
        <p:spPr>
          <a:xfrm>
            <a:off x="7758962" y="437992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nl-NL" sz="2000" dirty="0">
              <a:solidFill>
                <a:schemeClr val="lt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5" name="Hide9">
            <a:extLst>
              <a:ext uri="{FF2B5EF4-FFF2-40B4-BE49-F238E27FC236}">
                <a16:creationId xmlns:a16="http://schemas.microsoft.com/office/drawing/2014/main" id="{10345477-0BC7-CCAF-8F59-A726629FC314}"/>
              </a:ext>
            </a:extLst>
          </p:cNvPr>
          <p:cNvSpPr/>
          <p:nvPr/>
        </p:nvSpPr>
        <p:spPr>
          <a:xfrm>
            <a:off x="8346638" y="437992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nl-NL" sz="2000" dirty="0">
              <a:solidFill>
                <a:schemeClr val="lt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7" name="Hide0">
            <a:extLst>
              <a:ext uri="{FF2B5EF4-FFF2-40B4-BE49-F238E27FC236}">
                <a16:creationId xmlns:a16="http://schemas.microsoft.com/office/drawing/2014/main" id="{AF1EA896-8831-DD6A-2A07-BE8B7B74FC6A}"/>
              </a:ext>
            </a:extLst>
          </p:cNvPr>
          <p:cNvSpPr/>
          <p:nvPr/>
        </p:nvSpPr>
        <p:spPr>
          <a:xfrm>
            <a:off x="3057554" y="4379924"/>
            <a:ext cx="557341" cy="5573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nl-NL" sz="2000" dirty="0">
              <a:solidFill>
                <a:schemeClr val="lt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092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0.04948 3.33333E-6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948 3.33333E-6 L 0.10026 3.33333E-6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3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0.04948 3.33333E-6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026 3.33333E-6 L 0.14596 3.33333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948 3.33333E-6 L 0.10026 3.33333E-6 " pathEditMode="relative" rAng="0" ptsTypes="AA">
                                      <p:cBhvr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3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96 3.33333E-6 L 0.19544 3.33333E-6 " pathEditMode="relative" rAng="0" ptsTypes="AA">
                                      <p:cBhvr>
                                        <p:cTn id="5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44 3.33333E-6 L 0.2414 3.33333E-6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026 3.33333E-6 L 0.14596 3.33333E-6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96 3.33333E-6 L 0.19544 3.33333E-6 " pathEditMode="relative" rAng="0" ptsTypes="AA">
                                      <p:cBhvr>
                                        <p:cTn id="7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14 3.33333E-6 L 0.28919 3.33333E-6 " pathEditMode="relative" rAng="0" ptsTypes="AA">
                                      <p:cBhvr>
                                        <p:cTn id="8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919 3.33333E-6 L 0.33684 3.33333E-6 " pathEditMode="relative" rAng="0" ptsTypes="AA">
                                      <p:cBhvr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684 3.33333E-6 L 0.38463 3.33333E-6 " pathEditMode="relative" rAng="0" ptsTypes="AA">
                                      <p:cBhvr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544 3.33333E-6 L 0.2414 3.33333E-6 " pathEditMode="relative" rAng="0" ptsTypes="AA">
                                      <p:cBhvr>
                                        <p:cTn id="10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14 3.33333E-6 L 0.28919 3.33333E-6 " pathEditMode="relative" rAng="0" ptsTypes="AA">
                                      <p:cBhvr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919 3.33333E-6 L 0.33684 3.33333E-6 " pathEditMode="relative" rAng="0" ptsTypes="AA">
                                      <p:cBhvr>
                                        <p:cTn id="1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3684 3.33333E-6 L 0.38463 3.33333E-6 " pathEditMode="relative" rAng="0" ptsTypes="AA">
                                      <p:cBhvr>
                                        <p:cTn id="1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463 3.33333E-6 L 0.43698 3.33333E-6 " pathEditMode="relative" rAng="0" ptsTypes="AA">
                                      <p:cBhvr>
                                        <p:cTn id="1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37" grpId="0" animBg="1"/>
      <p:bldP spid="37" grpId="1" animBg="1"/>
      <p:bldP spid="37" grpId="2" animBg="1"/>
      <p:bldP spid="38" grpId="0" animBg="1"/>
      <p:bldP spid="38" grpId="1" animBg="1"/>
      <p:bldP spid="38" grpId="2" animBg="1"/>
      <p:bldP spid="39" grpId="0" animBg="1"/>
      <p:bldP spid="39" grpId="1" animBg="1"/>
      <p:bldP spid="39" grpId="2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5" grpId="0" animBg="1"/>
      <p:bldP spid="45" grpId="1" animBg="1"/>
      <p:bldP spid="67" grpId="0" animBg="1"/>
      <p:bldP spid="67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E132A-AA4C-A249-4D2A-B8813D719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DEFFC-458B-42BD-CD74-4BC81E9F8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Example</a:t>
            </a:r>
            <a:r>
              <a:rPr lang="nl-NL" dirty="0"/>
              <a:t> sliding </a:t>
            </a:r>
            <a:r>
              <a:rPr lang="nl-NL" dirty="0" err="1"/>
              <a:t>window</a:t>
            </a:r>
            <a:r>
              <a:rPr lang="nl-NL" dirty="0"/>
              <a:t> </a:t>
            </a:r>
            <a:r>
              <a:rPr lang="nl-NL" dirty="0" err="1"/>
              <a:t>problems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9179E-827A-D861-1421-4F578F030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longest</a:t>
            </a:r>
            <a:r>
              <a:rPr lang="nl-NL" dirty="0"/>
              <a:t> </a:t>
            </a:r>
            <a:r>
              <a:rPr lang="nl-NL" dirty="0" err="1"/>
              <a:t>substring</a:t>
            </a:r>
            <a:r>
              <a:rPr lang="nl-NL" dirty="0"/>
              <a:t> without </a:t>
            </a:r>
            <a:r>
              <a:rPr lang="nl-NL" dirty="0" err="1"/>
              <a:t>repeating</a:t>
            </a:r>
            <a:r>
              <a:rPr lang="nl-NL" dirty="0"/>
              <a:t> </a:t>
            </a:r>
            <a:r>
              <a:rPr lang="nl-NL" dirty="0" err="1"/>
              <a:t>characters</a:t>
            </a:r>
            <a:endParaRPr lang="nl-NL" dirty="0"/>
          </a:p>
          <a:p>
            <a:endParaRPr lang="nl-NL" dirty="0"/>
          </a:p>
          <a:p>
            <a:r>
              <a:rPr lang="nl-NL" dirty="0" err="1"/>
              <a:t>Find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indices in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text</a:t>
            </a:r>
            <a:r>
              <a:rPr lang="nl-NL" dirty="0"/>
              <a:t> at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anagram of </a:t>
            </a:r>
            <a:r>
              <a:rPr lang="nl-NL" dirty="0" err="1"/>
              <a:t>some</a:t>
            </a:r>
            <a:r>
              <a:rPr lang="nl-NL" dirty="0"/>
              <a:t> string </a:t>
            </a:r>
            <a:r>
              <a:rPr lang="nl-NL" dirty="0" err="1"/>
              <a:t>occurs</a:t>
            </a:r>
            <a:r>
              <a:rPr lang="nl-NL" dirty="0"/>
              <a:t> (</a:t>
            </a:r>
            <a:r>
              <a:rPr lang="nl-NL" dirty="0" err="1"/>
              <a:t>assignment</a:t>
            </a:r>
            <a:r>
              <a:rPr lang="nl-NL" dirty="0"/>
              <a:t>)</a:t>
            </a:r>
          </a:p>
          <a:p>
            <a:endParaRPr lang="nl-NL" dirty="0"/>
          </a:p>
          <a:p>
            <a:r>
              <a:rPr lang="nl-NL" dirty="0"/>
              <a:t>Filtering: </a:t>
            </a:r>
            <a:r>
              <a:rPr lang="nl-NL" dirty="0" err="1"/>
              <a:t>median</a:t>
            </a:r>
            <a:r>
              <a:rPr lang="nl-NL" dirty="0"/>
              <a:t> filter (e.g. of </a:t>
            </a:r>
            <a:r>
              <a:rPr lang="nl-NL" dirty="0" err="1"/>
              <a:t>width</a:t>
            </a:r>
            <a:r>
              <a:rPr lang="nl-NL" dirty="0"/>
              <a:t> 5)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remove</a:t>
            </a:r>
            <a:r>
              <a:rPr lang="nl-NL" dirty="0"/>
              <a:t> </a:t>
            </a:r>
            <a:r>
              <a:rPr lang="nl-NL" dirty="0" err="1"/>
              <a:t>noise</a:t>
            </a:r>
            <a:endParaRPr lang="nl-NL" dirty="0"/>
          </a:p>
          <a:p>
            <a:endParaRPr lang="nl-NL" dirty="0"/>
          </a:p>
          <a:p>
            <a:r>
              <a:rPr lang="en-US" dirty="0" err="1">
                <a:hlinkClick r:id="rId2"/>
              </a:rPr>
              <a:t>LeetCode</a:t>
            </a:r>
            <a:r>
              <a:rPr lang="en-US" dirty="0">
                <a:hlinkClick r:id="rId2"/>
              </a:rPr>
              <a:t> 933</a:t>
            </a:r>
            <a:r>
              <a:rPr lang="en-US" dirty="0"/>
              <a:t> – Number of Recent Calls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7FAC278-F808-8B82-D9F2-44A91C6BFB76}"/>
              </a:ext>
            </a:extLst>
          </p:cNvPr>
          <p:cNvGrpSpPr/>
          <p:nvPr/>
        </p:nvGrpSpPr>
        <p:grpSpPr>
          <a:xfrm>
            <a:off x="7058025" y="2728723"/>
            <a:ext cx="4867275" cy="338328"/>
            <a:chOff x="3057555" y="4379924"/>
            <a:chExt cx="5846425" cy="55734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1DAA72-35E5-A40A-3CAF-2668AF3F724A}"/>
                </a:ext>
              </a:extLst>
            </p:cNvPr>
            <p:cNvSpPr/>
            <p:nvPr/>
          </p:nvSpPr>
          <p:spPr>
            <a:xfrm>
              <a:off x="3057555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E9EB68E-C8EB-3A78-D393-0B750EEA8227}"/>
                </a:ext>
              </a:extLst>
            </p:cNvPr>
            <p:cNvSpPr/>
            <p:nvPr/>
          </p:nvSpPr>
          <p:spPr>
            <a:xfrm>
              <a:off x="3645231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41D4C26-936F-5CBA-795A-9322A81F9BD5}"/>
                </a:ext>
              </a:extLst>
            </p:cNvPr>
            <p:cNvSpPr/>
            <p:nvPr/>
          </p:nvSpPr>
          <p:spPr>
            <a:xfrm>
              <a:off x="4232907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7F71470-1FC8-7DE2-0C24-ADE49996B240}"/>
                </a:ext>
              </a:extLst>
            </p:cNvPr>
            <p:cNvSpPr/>
            <p:nvPr/>
          </p:nvSpPr>
          <p:spPr>
            <a:xfrm>
              <a:off x="4820583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FABE8BB-5094-4B4A-5DEB-382EA13EE08F}"/>
                </a:ext>
              </a:extLst>
            </p:cNvPr>
            <p:cNvSpPr/>
            <p:nvPr/>
          </p:nvSpPr>
          <p:spPr>
            <a:xfrm>
              <a:off x="5408259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E255996-F5F0-0BDC-C75E-DEE21887BAAE}"/>
                </a:ext>
              </a:extLst>
            </p:cNvPr>
            <p:cNvSpPr/>
            <p:nvPr/>
          </p:nvSpPr>
          <p:spPr>
            <a:xfrm>
              <a:off x="5995935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A068160D-3A8D-9F00-6BB4-2F2308556055}"/>
                </a:ext>
              </a:extLst>
            </p:cNvPr>
            <p:cNvSpPr/>
            <p:nvPr/>
          </p:nvSpPr>
          <p:spPr>
            <a:xfrm>
              <a:off x="6583611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2F51F35-8E13-59C5-5393-11E2DDDEF43A}"/>
                </a:ext>
              </a:extLst>
            </p:cNvPr>
            <p:cNvSpPr/>
            <p:nvPr/>
          </p:nvSpPr>
          <p:spPr>
            <a:xfrm>
              <a:off x="7171287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0A3F739-E20C-9755-8F4A-D72E4036D17D}"/>
                </a:ext>
              </a:extLst>
            </p:cNvPr>
            <p:cNvSpPr/>
            <p:nvPr/>
          </p:nvSpPr>
          <p:spPr>
            <a:xfrm>
              <a:off x="7758963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24B16123-5355-F946-2E20-6D607138AC25}"/>
                </a:ext>
              </a:extLst>
            </p:cNvPr>
            <p:cNvSpPr/>
            <p:nvPr/>
          </p:nvSpPr>
          <p:spPr>
            <a:xfrm>
              <a:off x="8346639" y="4379924"/>
              <a:ext cx="557341" cy="55734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FDCAAB8-1F26-70FC-83F5-98ADD1829642}"/>
                </a:ext>
              </a:extLst>
            </p:cNvPr>
            <p:cNvSpPr/>
            <p:nvPr/>
          </p:nvSpPr>
          <p:spPr>
            <a:xfrm>
              <a:off x="8346639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DB67859-66B2-D7DC-CA72-C2496CE8BBE3}"/>
              </a:ext>
            </a:extLst>
          </p:cNvPr>
          <p:cNvGrpSpPr/>
          <p:nvPr/>
        </p:nvGrpSpPr>
        <p:grpSpPr>
          <a:xfrm>
            <a:off x="1581150" y="5148071"/>
            <a:ext cx="4867275" cy="338328"/>
            <a:chOff x="3057555" y="4379924"/>
            <a:chExt cx="5846425" cy="557341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D1B57800-426A-79FB-89C0-2BDBA31E426A}"/>
                </a:ext>
              </a:extLst>
            </p:cNvPr>
            <p:cNvSpPr/>
            <p:nvPr/>
          </p:nvSpPr>
          <p:spPr>
            <a:xfrm>
              <a:off x="3057555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8D8B6D9-1D5E-26EE-774C-B4399BFBBFC2}"/>
                </a:ext>
              </a:extLst>
            </p:cNvPr>
            <p:cNvSpPr/>
            <p:nvPr/>
          </p:nvSpPr>
          <p:spPr>
            <a:xfrm>
              <a:off x="3645231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-1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FEAFD76-EB0D-D75F-ABC2-9E9816503BDF}"/>
                </a:ext>
              </a:extLst>
            </p:cNvPr>
            <p:cNvSpPr/>
            <p:nvPr/>
          </p:nvSpPr>
          <p:spPr>
            <a:xfrm>
              <a:off x="4232907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810EB2B1-8382-E365-F436-A76ED279AD68}"/>
                </a:ext>
              </a:extLst>
            </p:cNvPr>
            <p:cNvSpPr/>
            <p:nvPr/>
          </p:nvSpPr>
          <p:spPr>
            <a:xfrm>
              <a:off x="4820583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149F4E0-F1ED-1C44-B624-EE758449A3F1}"/>
                </a:ext>
              </a:extLst>
            </p:cNvPr>
            <p:cNvSpPr/>
            <p:nvPr/>
          </p:nvSpPr>
          <p:spPr>
            <a:xfrm>
              <a:off x="5408259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0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5B4F0986-D6A0-E394-ED17-2D3757DFA2A3}"/>
                </a:ext>
              </a:extLst>
            </p:cNvPr>
            <p:cNvSpPr/>
            <p:nvPr/>
          </p:nvSpPr>
          <p:spPr>
            <a:xfrm>
              <a:off x="5995935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9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F8EE6468-1C79-C8C5-EB60-DA7FE09D7CEB}"/>
                </a:ext>
              </a:extLst>
            </p:cNvPr>
            <p:cNvSpPr/>
            <p:nvPr/>
          </p:nvSpPr>
          <p:spPr>
            <a:xfrm>
              <a:off x="6583611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6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1E35728D-415E-629B-EA59-F3CFD5F469C0}"/>
                </a:ext>
              </a:extLst>
            </p:cNvPr>
            <p:cNvSpPr/>
            <p:nvPr/>
          </p:nvSpPr>
          <p:spPr>
            <a:xfrm>
              <a:off x="7171287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7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2987D296-7D54-809F-9383-4B96D0094104}"/>
                </a:ext>
              </a:extLst>
            </p:cNvPr>
            <p:cNvSpPr/>
            <p:nvPr/>
          </p:nvSpPr>
          <p:spPr>
            <a:xfrm>
              <a:off x="7758963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6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1ABA0920-937A-5C73-9039-3ADB450D261F}"/>
                </a:ext>
              </a:extLst>
            </p:cNvPr>
            <p:cNvSpPr/>
            <p:nvPr/>
          </p:nvSpPr>
          <p:spPr>
            <a:xfrm>
              <a:off x="8346639" y="4379924"/>
              <a:ext cx="557341" cy="55734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0A48F7CE-170E-7AC3-2F0C-C4E3133BCAA7}"/>
                </a:ext>
              </a:extLst>
            </p:cNvPr>
            <p:cNvSpPr/>
            <p:nvPr/>
          </p:nvSpPr>
          <p:spPr>
            <a:xfrm>
              <a:off x="8346639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7CD50EA-EE73-3829-01AA-3246496DE72A}"/>
              </a:ext>
            </a:extLst>
          </p:cNvPr>
          <p:cNvGrpSpPr/>
          <p:nvPr/>
        </p:nvGrpSpPr>
        <p:grpSpPr>
          <a:xfrm>
            <a:off x="7073676" y="5148071"/>
            <a:ext cx="4867275" cy="338328"/>
            <a:chOff x="3057555" y="4379924"/>
            <a:chExt cx="5846425" cy="557341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8105C82F-213D-8F68-01E1-318AF2FCFA57}"/>
                </a:ext>
              </a:extLst>
            </p:cNvPr>
            <p:cNvSpPr/>
            <p:nvPr/>
          </p:nvSpPr>
          <p:spPr>
            <a:xfrm>
              <a:off x="3057555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8717F9BB-FFA6-6859-6752-8F0E77DF33AE}"/>
                </a:ext>
              </a:extLst>
            </p:cNvPr>
            <p:cNvSpPr/>
            <p:nvPr/>
          </p:nvSpPr>
          <p:spPr>
            <a:xfrm>
              <a:off x="3645231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1.5</a:t>
              </a:r>
              <a:endParaRPr lang="nl-NL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D16B9CA9-F5B7-EAD6-9132-C6A167067D69}"/>
                </a:ext>
              </a:extLst>
            </p:cNvPr>
            <p:cNvSpPr/>
            <p:nvPr/>
          </p:nvSpPr>
          <p:spPr>
            <a:xfrm>
              <a:off x="4232907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1</a:t>
              </a:r>
              <a:endPara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5E3ED9C7-B369-79E0-ACD9-A6924DE6DC97}"/>
                </a:ext>
              </a:extLst>
            </p:cNvPr>
            <p:cNvSpPr/>
            <p:nvPr/>
          </p:nvSpPr>
          <p:spPr>
            <a:xfrm>
              <a:off x="4820583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2</a:t>
              </a:r>
              <a:endPara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3E333DFB-9C07-B665-70BA-382D4B6F3B7C}"/>
                </a:ext>
              </a:extLst>
            </p:cNvPr>
            <p:cNvSpPr/>
            <p:nvPr/>
          </p:nvSpPr>
          <p:spPr>
            <a:xfrm>
              <a:off x="5408259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5</a:t>
              </a:r>
              <a:endParaRPr lang="nl-NL" sz="2000" dirty="0">
                <a:solidFill>
                  <a:schemeClr val="lt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1598302F-9D8E-1537-AE25-380D1C2C4234}"/>
                </a:ext>
              </a:extLst>
            </p:cNvPr>
            <p:cNvSpPr/>
            <p:nvPr/>
          </p:nvSpPr>
          <p:spPr>
            <a:xfrm>
              <a:off x="5995935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6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CEE31788-E0BA-AD4C-F458-C0E2D77E0AA4}"/>
                </a:ext>
              </a:extLst>
            </p:cNvPr>
            <p:cNvSpPr/>
            <p:nvPr/>
          </p:nvSpPr>
          <p:spPr>
            <a:xfrm>
              <a:off x="6583611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6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BB3A9E09-594A-D95F-8B12-61F69E2BCA47}"/>
                </a:ext>
              </a:extLst>
            </p:cNvPr>
            <p:cNvSpPr/>
            <p:nvPr/>
          </p:nvSpPr>
          <p:spPr>
            <a:xfrm>
              <a:off x="7171287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6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07E59B5D-F06B-8C5E-3E8C-7AC86F01A588}"/>
                </a:ext>
              </a:extLst>
            </p:cNvPr>
            <p:cNvSpPr/>
            <p:nvPr/>
          </p:nvSpPr>
          <p:spPr>
            <a:xfrm>
              <a:off x="7758963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6</a:t>
              </a: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AB464677-245F-8077-C3AC-FE62C7D82E86}"/>
                </a:ext>
              </a:extLst>
            </p:cNvPr>
            <p:cNvSpPr/>
            <p:nvPr/>
          </p:nvSpPr>
          <p:spPr>
            <a:xfrm>
              <a:off x="8346639" y="4379924"/>
              <a:ext cx="557341" cy="55734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solidFill>
                    <a:schemeClr val="lt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3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3A7F6F5E-06C7-1763-BEEC-218B038CAF98}"/>
                </a:ext>
              </a:extLst>
            </p:cNvPr>
            <p:cNvSpPr/>
            <p:nvPr/>
          </p:nvSpPr>
          <p:spPr>
            <a:xfrm>
              <a:off x="8346639" y="4379924"/>
              <a:ext cx="557341" cy="55734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nl-NL" sz="20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6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71C7BA90-ED4F-013A-A039-5765BB1894F4}"/>
              </a:ext>
            </a:extLst>
          </p:cNvPr>
          <p:cNvSpPr txBox="1"/>
          <p:nvPr/>
        </p:nvSpPr>
        <p:spPr>
          <a:xfrm>
            <a:off x="4463108" y="4180569"/>
            <a:ext cx="7642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"parliament" </a:t>
            </a:r>
            <a:r>
              <a:rPr lang="en-US" b="1" dirty="0">
                <a:latin typeface="Aptos" panose="020B0004020202020204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US" b="1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1" i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"the debate was led by </a:t>
            </a:r>
            <a:r>
              <a:rPr lang="en-US" i="0" dirty="0">
                <a:solidFill>
                  <a:schemeClr val="bg2">
                    <a:lumMod val="50000"/>
                  </a:schemeClr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partial men</a:t>
            </a:r>
            <a:r>
              <a:rPr lang="en-US" b="1" i="0" dirty="0">
                <a:solidFill>
                  <a:srgbClr val="FF0000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</a:t>
            </a:r>
            <a:endParaRPr lang="nl-NL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7B14AE2C-171B-7D08-5056-AAD3D78CE020}"/>
              </a:ext>
            </a:extLst>
          </p:cNvPr>
          <p:cNvSpPr/>
          <p:nvPr/>
        </p:nvSpPr>
        <p:spPr>
          <a:xfrm>
            <a:off x="6551437" y="5215635"/>
            <a:ext cx="368221" cy="203199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28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D6889-F78A-E585-265E-8DEB02AB0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55348-5CC6-1CCD-0C17-1FBC262C6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Summary – </a:t>
            </a:r>
            <a:r>
              <a:rPr lang="nl-NL" dirty="0" err="1"/>
              <a:t>Linked</a:t>
            </a:r>
            <a:r>
              <a:rPr lang="nl-NL" dirty="0"/>
              <a:t> </a:t>
            </a:r>
            <a:r>
              <a:rPr lang="nl-NL" dirty="0" err="1"/>
              <a:t>lists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7C2033-DCC2-AF01-FF34-71ACD829C6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NL" dirty="0" err="1"/>
                  <a:t>Sequential</a:t>
                </a:r>
                <a:r>
                  <a:rPr lang="nl-NL" dirty="0"/>
                  <a:t> access (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nl-NL" dirty="0"/>
                  <a:t>) in </a:t>
                </a:r>
                <a:r>
                  <a:rPr lang="nl-NL" dirty="0" err="1"/>
                  <a:t>lists</a:t>
                </a:r>
                <a:r>
                  <a:rPr lang="nl-NL" dirty="0"/>
                  <a:t> </a:t>
                </a:r>
                <a:r>
                  <a:rPr lang="nl-NL" dirty="0" err="1"/>
                  <a:t>vs</a:t>
                </a:r>
                <a:r>
                  <a:rPr lang="nl-NL" dirty="0"/>
                  <a:t> random access (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nl-NL" dirty="0"/>
                  <a:t>) in arrays</a:t>
                </a:r>
              </a:p>
              <a:p>
                <a:r>
                  <a:rPr lang="nl-NL" dirty="0" err="1"/>
                  <a:t>Lists</a:t>
                </a:r>
                <a:r>
                  <a:rPr lang="nl-NL" dirty="0"/>
                  <a:t> </a:t>
                </a:r>
                <a:r>
                  <a:rPr lang="nl-NL" dirty="0" err="1"/>
                  <a:t>only</a:t>
                </a:r>
                <a:r>
                  <a:rPr lang="nl-NL" dirty="0"/>
                  <a:t> </a:t>
                </a:r>
                <a:r>
                  <a:rPr lang="nl-NL" dirty="0" err="1"/>
                  <a:t>use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memory </a:t>
                </a:r>
                <a:r>
                  <a:rPr lang="nl-NL" dirty="0" err="1"/>
                  <a:t>they</a:t>
                </a:r>
                <a:r>
                  <a:rPr lang="nl-NL" dirty="0"/>
                  <a:t> </a:t>
                </a:r>
                <a:r>
                  <a:rPr lang="nl-NL" dirty="0" err="1"/>
                  <a:t>need</a:t>
                </a:r>
                <a:endParaRPr lang="nl-NL" dirty="0"/>
              </a:p>
              <a:p>
                <a:r>
                  <a:rPr lang="nl-NL" dirty="0" err="1"/>
                  <a:t>Insertion</a:t>
                </a:r>
                <a:r>
                  <a:rPr lang="nl-NL" dirty="0"/>
                  <a:t> / </a:t>
                </a:r>
                <a:r>
                  <a:rPr lang="nl-NL" dirty="0" err="1"/>
                  <a:t>removal</a:t>
                </a:r>
                <a:r>
                  <a:rPr lang="nl-NL" dirty="0"/>
                  <a:t> is </a:t>
                </a:r>
                <a:r>
                  <a:rPr lang="nl-NL" dirty="0" err="1"/>
                  <a:t>just</a:t>
                </a:r>
                <a:r>
                  <a:rPr lang="nl-NL" dirty="0"/>
                  <a:t> a matter of updating pointers, </a:t>
                </a:r>
                <a:r>
                  <a:rPr lang="nl-NL" dirty="0" err="1"/>
                  <a:t>so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nl-NL" dirty="0"/>
              </a:p>
              <a:p>
                <a:r>
                  <a:rPr lang="nl-NL" dirty="0" err="1"/>
                  <a:t>Doubly</a:t>
                </a:r>
                <a:r>
                  <a:rPr lang="nl-NL" dirty="0"/>
                  <a:t> </a:t>
                </a:r>
                <a:r>
                  <a:rPr lang="nl-NL" dirty="0" err="1"/>
                  <a:t>linked</a:t>
                </a:r>
                <a:r>
                  <a:rPr lang="nl-NL" dirty="0"/>
                  <a:t> </a:t>
                </a:r>
                <a:r>
                  <a:rPr lang="nl-NL" dirty="0" err="1"/>
                  <a:t>lists</a:t>
                </a:r>
                <a:r>
                  <a:rPr lang="nl-NL" dirty="0"/>
                  <a:t> </a:t>
                </a:r>
                <a:r>
                  <a:rPr lang="nl-NL" dirty="0" err="1"/>
                  <a:t>allow</a:t>
                </a:r>
                <a:r>
                  <a:rPr lang="nl-NL" dirty="0"/>
                  <a:t> </a:t>
                </a:r>
                <a:r>
                  <a:rPr lang="nl-NL" dirty="0" err="1"/>
                  <a:t>insertion</a:t>
                </a:r>
                <a:r>
                  <a:rPr lang="nl-NL" dirty="0"/>
                  <a:t>/</a:t>
                </a:r>
                <a:r>
                  <a:rPr lang="nl-NL" dirty="0" err="1"/>
                  <a:t>removal</a:t>
                </a:r>
                <a:r>
                  <a:rPr lang="nl-NL" dirty="0"/>
                  <a:t> </a:t>
                </a:r>
                <a:r>
                  <a:rPr lang="nl-NL" dirty="0" err="1"/>
                  <a:t>anywhere</a:t>
                </a:r>
                <a:r>
                  <a:rPr lang="nl-NL" dirty="0"/>
                  <a:t>, </a:t>
                </a:r>
                <a:r>
                  <a:rPr lang="nl-NL" dirty="0" err="1"/>
                  <a:t>singly</a:t>
                </a:r>
                <a:r>
                  <a:rPr lang="nl-NL" dirty="0"/>
                  <a:t> </a:t>
                </a:r>
                <a:r>
                  <a:rPr lang="nl-NL" dirty="0" err="1"/>
                  <a:t>linked</a:t>
                </a:r>
                <a:r>
                  <a:rPr lang="nl-NL" dirty="0"/>
                  <a:t> is more </a:t>
                </a:r>
                <a:r>
                  <a:rPr lang="nl-NL" dirty="0" err="1"/>
                  <a:t>limited</a:t>
                </a:r>
                <a:endParaRPr lang="nl-NL" dirty="0"/>
              </a:p>
              <a:p>
                <a:r>
                  <a:rPr lang="nl-NL" dirty="0" err="1"/>
                  <a:t>Lists</a:t>
                </a:r>
                <a:r>
                  <a:rPr lang="nl-NL" dirty="0"/>
                  <a:t> in C++ Standard Template Library (STL):</a:t>
                </a:r>
              </a:p>
              <a:p>
                <a:pPr lvl="1"/>
                <a:r>
                  <a:rPr lang="nl-NL" dirty="0" err="1"/>
                  <a:t>Singly</a:t>
                </a:r>
                <a:r>
                  <a:rPr lang="nl-NL" dirty="0"/>
                  <a:t> </a:t>
                </a:r>
                <a:r>
                  <a:rPr lang="nl-NL" dirty="0" err="1"/>
                  <a:t>linked</a:t>
                </a:r>
                <a:r>
                  <a:rPr lang="nl-NL" dirty="0"/>
                  <a:t> list: </a:t>
                </a:r>
                <a:r>
                  <a:rPr lang="nl-NL" dirty="0" err="1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std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::</a:t>
                </a:r>
                <a:r>
                  <a:rPr lang="nl-NL" dirty="0" err="1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forward_list</a:t>
                </a:r>
                <a:r>
                  <a:rPr lang="nl-NL" dirty="0"/>
                  <a:t> (e.g. </a:t>
                </a:r>
                <a:r>
                  <a:rPr lang="nl-NL" dirty="0" err="1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std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::</a:t>
                </a:r>
                <a:r>
                  <a:rPr lang="nl-NL" dirty="0" err="1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forward_list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&lt;</a:t>
                </a:r>
                <a:r>
                  <a:rPr lang="nl-NL" dirty="0" err="1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std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::string&gt;</a:t>
                </a:r>
                <a:r>
                  <a:rPr lang="nl-NL" dirty="0"/>
                  <a:t>)</a:t>
                </a:r>
              </a:p>
              <a:p>
                <a:pPr lvl="1"/>
                <a:r>
                  <a:rPr lang="nl-NL" dirty="0" err="1"/>
                  <a:t>Doubly</a:t>
                </a:r>
                <a:r>
                  <a:rPr lang="nl-NL" dirty="0"/>
                  <a:t> </a:t>
                </a:r>
                <a:r>
                  <a:rPr lang="nl-NL" dirty="0" err="1"/>
                  <a:t>linked</a:t>
                </a:r>
                <a:r>
                  <a:rPr lang="nl-NL" dirty="0"/>
                  <a:t> list: </a:t>
                </a:r>
                <a:r>
                  <a:rPr lang="nl-NL" dirty="0" err="1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std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::list</a:t>
                </a:r>
                <a:r>
                  <a:rPr lang="nl-NL" dirty="0"/>
                  <a:t> (e.g. </a:t>
                </a:r>
                <a:r>
                  <a:rPr lang="nl-NL" dirty="0" err="1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std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::list&lt;double&gt;</a:t>
                </a:r>
                <a:r>
                  <a:rPr lang="nl-NL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7C2033-DCC2-AF01-FF34-71ACD829C6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 t="-17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8223E3B2-0473-4CA6-54F8-F9A945847D45}"/>
              </a:ext>
            </a:extLst>
          </p:cNvPr>
          <p:cNvSpPr/>
          <p:nvPr/>
        </p:nvSpPr>
        <p:spPr>
          <a:xfrm>
            <a:off x="8775404" y="1276350"/>
            <a:ext cx="2755604" cy="1895475"/>
          </a:xfrm>
          <a:prstGeom prst="wedgeEllipseCallout">
            <a:avLst>
              <a:gd name="adj1" fmla="val -56090"/>
              <a:gd name="adj2" fmla="val 3687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Aptos" panose="020B0004020202020204" pitchFamily="34" charset="0"/>
              </a:rPr>
              <a:t>Would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you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use</a:t>
            </a:r>
            <a:r>
              <a:rPr lang="nl-NL" dirty="0">
                <a:latin typeface="Aptos" panose="020B0004020202020204" pitchFamily="34" charset="0"/>
              </a:rPr>
              <a:t> a </a:t>
            </a:r>
            <a:r>
              <a:rPr lang="nl-NL" dirty="0" err="1">
                <a:latin typeface="Aptos" panose="020B0004020202020204" pitchFamily="34" charset="0"/>
              </a:rPr>
              <a:t>linked</a:t>
            </a:r>
            <a:r>
              <a:rPr lang="nl-NL" dirty="0">
                <a:latin typeface="Aptos" panose="020B0004020202020204" pitchFamily="34" charset="0"/>
              </a:rPr>
              <a:t> list </a:t>
            </a:r>
            <a:r>
              <a:rPr lang="nl-NL" dirty="0" err="1">
                <a:latin typeface="Aptos" panose="020B0004020202020204" pitchFamily="34" charset="0"/>
              </a:rPr>
              <a:t>to</a:t>
            </a:r>
            <a:r>
              <a:rPr lang="nl-NL" dirty="0">
                <a:latin typeface="Aptos" panose="020B0004020202020204" pitchFamily="34" charset="0"/>
              </a:rPr>
              <a:t> </a:t>
            </a:r>
            <a:r>
              <a:rPr lang="nl-NL" dirty="0" err="1">
                <a:latin typeface="Aptos" panose="020B0004020202020204" pitchFamily="34" charset="0"/>
              </a:rPr>
              <a:t>implement</a:t>
            </a:r>
            <a:r>
              <a:rPr lang="nl-NL" dirty="0">
                <a:latin typeface="Aptos" panose="020B0004020202020204" pitchFamily="34" charset="0"/>
              </a:rPr>
              <a:t> a </a:t>
            </a:r>
            <a:r>
              <a:rPr lang="nl-NL" sz="2000" b="1" dirty="0">
                <a:latin typeface="Aptos" panose="020B0004020202020204" pitchFamily="34" charset="0"/>
              </a:rPr>
              <a:t>set</a:t>
            </a:r>
            <a:r>
              <a:rPr lang="nl-NL" dirty="0">
                <a:latin typeface="Aptos" panose="020B0004020202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2112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47321-9709-4CBF-B38A-B8AC119FE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43996-AD7D-8ADE-39EB-F60108565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Summary – Queues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2B6AA9-B427-912D-677E-DECF78D5D7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nl-NL" dirty="0"/>
                  <a:t>Queues </a:t>
                </a:r>
                <a:r>
                  <a:rPr lang="nl-NL" dirty="0" err="1"/>
                  <a:t>provide</a:t>
                </a:r>
                <a:r>
                  <a:rPr lang="nl-NL" dirty="0"/>
                  <a:t> </a:t>
                </a:r>
                <a:r>
                  <a:rPr lang="nl-NL" b="1" dirty="0"/>
                  <a:t>FIFO</a:t>
                </a:r>
                <a:r>
                  <a:rPr lang="nl-NL" dirty="0"/>
                  <a:t> ordering – first in, first out</a:t>
                </a:r>
              </a:p>
              <a:p>
                <a:r>
                  <a:rPr lang="nl-NL" dirty="0" err="1"/>
                  <a:t>Circular</a:t>
                </a:r>
                <a:r>
                  <a:rPr lang="nl-NL" dirty="0"/>
                  <a:t> buffer &amp; (</a:t>
                </a:r>
                <a:r>
                  <a:rPr lang="nl-NL" dirty="0" err="1"/>
                  <a:t>singly</a:t>
                </a:r>
                <a:r>
                  <a:rPr lang="nl-NL" dirty="0"/>
                  <a:t>) </a:t>
                </a:r>
                <a:r>
                  <a:rPr lang="nl-NL" dirty="0" err="1"/>
                  <a:t>linked</a:t>
                </a:r>
                <a:r>
                  <a:rPr lang="nl-NL" dirty="0"/>
                  <a:t> list </a:t>
                </a:r>
                <a:r>
                  <a:rPr lang="nl-NL" dirty="0" err="1"/>
                  <a:t>both</a:t>
                </a:r>
                <a:r>
                  <a:rPr lang="nl-NL" dirty="0"/>
                  <a:t> </a:t>
                </a:r>
                <a:r>
                  <a:rPr lang="nl-NL" dirty="0" err="1"/>
                  <a:t>allow</a:t>
                </a:r>
                <a:r>
                  <a:rPr lang="nl-NL" dirty="0"/>
                  <a:t>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enqueue</a:t>
                </a:r>
                <a:r>
                  <a:rPr lang="nl-NL" dirty="0"/>
                  <a:t> &amp; </a:t>
                </a:r>
                <a:r>
                  <a:rPr lang="nl-NL" dirty="0" err="1"/>
                  <a:t>dequeue</a:t>
                </a:r>
                <a:r>
                  <a:rPr lang="nl-NL" dirty="0"/>
                  <a:t> in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nl-NL" dirty="0"/>
              </a:p>
              <a:p>
                <a:r>
                  <a:rPr lang="nl-NL" dirty="0"/>
                  <a:t>Sliding </a:t>
                </a:r>
                <a:r>
                  <a:rPr lang="nl-NL" dirty="0" err="1"/>
                  <a:t>window</a:t>
                </a:r>
                <a:r>
                  <a:rPr lang="nl-NL" dirty="0"/>
                  <a:t> is a </a:t>
                </a:r>
                <a:r>
                  <a:rPr lang="nl-NL" dirty="0" err="1"/>
                  <a:t>programming</a:t>
                </a:r>
                <a:r>
                  <a:rPr lang="nl-NL" dirty="0"/>
                  <a:t> </a:t>
                </a:r>
                <a:r>
                  <a:rPr lang="nl-NL" dirty="0" err="1"/>
                  <a:t>technique</a:t>
                </a:r>
                <a:r>
                  <a:rPr lang="nl-NL" dirty="0"/>
                  <a:t> </a:t>
                </a:r>
                <a:r>
                  <a:rPr lang="nl-NL" dirty="0" err="1"/>
                  <a:t>based</a:t>
                </a:r>
                <a:r>
                  <a:rPr lang="nl-NL" dirty="0"/>
                  <a:t> on queues</a:t>
                </a:r>
              </a:p>
              <a:p>
                <a:r>
                  <a:rPr lang="nl-NL" dirty="0"/>
                  <a:t>Double-</a:t>
                </a:r>
                <a:r>
                  <a:rPr lang="nl-NL" dirty="0" err="1"/>
                  <a:t>ended</a:t>
                </a:r>
                <a:r>
                  <a:rPr lang="nl-NL" dirty="0"/>
                  <a:t> queue </a:t>
                </a:r>
                <a:r>
                  <a:rPr lang="nl-NL" dirty="0" err="1"/>
                  <a:t>allows</a:t>
                </a:r>
                <a:r>
                  <a:rPr lang="nl-NL" dirty="0"/>
                  <a:t>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insertion</a:t>
                </a:r>
                <a:r>
                  <a:rPr lang="nl-NL" dirty="0"/>
                  <a:t>/</a:t>
                </a:r>
                <a:r>
                  <a:rPr lang="nl-NL" dirty="0" err="1"/>
                  <a:t>removal</a:t>
                </a:r>
                <a:r>
                  <a:rPr lang="nl-NL" dirty="0"/>
                  <a:t> at </a:t>
                </a:r>
                <a:r>
                  <a:rPr lang="nl-NL" b="1" dirty="0" err="1"/>
                  <a:t>both</a:t>
                </a:r>
                <a:r>
                  <a:rPr lang="nl-NL" dirty="0"/>
                  <a:t> </a:t>
                </a:r>
                <a:r>
                  <a:rPr lang="nl-NL" dirty="0" err="1"/>
                  <a:t>ends</a:t>
                </a:r>
                <a:endParaRPr lang="nl-NL" dirty="0"/>
              </a:p>
              <a:p>
                <a:pPr lvl="1"/>
                <a:r>
                  <a:rPr lang="nl-NL" dirty="0" err="1"/>
                  <a:t>Circular</a:t>
                </a:r>
                <a:r>
                  <a:rPr lang="nl-NL" dirty="0"/>
                  <a:t> buffer or </a:t>
                </a:r>
                <a:r>
                  <a:rPr lang="nl-NL" dirty="0" err="1"/>
                  <a:t>doubly</a:t>
                </a:r>
                <a:r>
                  <a:rPr lang="nl-NL" dirty="0"/>
                  <a:t> </a:t>
                </a:r>
                <a:r>
                  <a:rPr lang="nl-NL" dirty="0" err="1"/>
                  <a:t>linked</a:t>
                </a:r>
                <a:r>
                  <a:rPr lang="nl-NL" dirty="0"/>
                  <a:t> list </a:t>
                </a:r>
                <a:r>
                  <a:rPr lang="nl-NL" dirty="0" err="1"/>
                  <a:t>provides</a:t>
                </a:r>
                <a:r>
                  <a:rPr lang="nl-NL" dirty="0"/>
                  <a:t> these operations at 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nl-NL" dirty="0"/>
              </a:p>
              <a:p>
                <a:r>
                  <a:rPr lang="nl-NL" dirty="0"/>
                  <a:t>Queues in C++ STL:</a:t>
                </a:r>
              </a:p>
              <a:p>
                <a:pPr lvl="1"/>
                <a:r>
                  <a:rPr lang="nl-NL" dirty="0"/>
                  <a:t>Queue: </a:t>
                </a:r>
                <a:r>
                  <a:rPr lang="nl-NL" dirty="0" err="1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std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::queue</a:t>
                </a:r>
              </a:p>
              <a:p>
                <a:pPr lvl="1"/>
                <a:r>
                  <a:rPr lang="nl-NL" dirty="0"/>
                  <a:t>Double-</a:t>
                </a:r>
                <a:r>
                  <a:rPr lang="nl-NL" dirty="0" err="1"/>
                  <a:t>ended</a:t>
                </a:r>
                <a:r>
                  <a:rPr lang="nl-NL" dirty="0"/>
                  <a:t> queue: </a:t>
                </a:r>
                <a:r>
                  <a:rPr lang="nl-NL" dirty="0" err="1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std</a:t>
                </a:r>
                <a:r>
                  <a:rPr lang="nl-NL" dirty="0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::</a:t>
                </a:r>
                <a:r>
                  <a:rPr lang="nl-NL" dirty="0" err="1">
                    <a:solidFill>
                      <a:srgbClr val="7030A0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deque</a:t>
                </a:r>
                <a:r>
                  <a:rPr lang="nl-NL" dirty="0"/>
                  <a:t> (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not</a:t>
                </a:r>
                <a:r>
                  <a:rPr lang="nl-NL" dirty="0"/>
                  <a:t> confuse </a:t>
                </a:r>
                <a:r>
                  <a:rPr lang="nl-NL" dirty="0" err="1"/>
                  <a:t>it</a:t>
                </a:r>
                <a:r>
                  <a:rPr lang="nl-NL" dirty="0"/>
                  <a:t> </a:t>
                </a:r>
                <a:r>
                  <a:rPr lang="nl-NL" dirty="0" err="1"/>
                  <a:t>with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dequeue</a:t>
                </a:r>
                <a:r>
                  <a:rPr lang="nl-NL" dirty="0"/>
                  <a:t> </a:t>
                </a:r>
                <a:r>
                  <a:rPr lang="nl-NL" dirty="0" err="1"/>
                  <a:t>operation</a:t>
                </a:r>
                <a:r>
                  <a:rPr lang="nl-NL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2B6AA9-B427-912D-677E-DECF78D5D7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 t="-85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53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EAC06-B436-83DA-8DD7-F71266F1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B6139-BC69-0FC9-C086-1A6D42CE9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Labs of </a:t>
            </a:r>
            <a:r>
              <a:rPr lang="nl-NL" dirty="0" err="1"/>
              <a:t>this</a:t>
            </a:r>
            <a:r>
              <a:rPr lang="nl-NL" dirty="0"/>
              <a:t>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DE7F0-0476-6F4B-96D3-40BCCBDD6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Note</a:t>
            </a:r>
            <a:r>
              <a:rPr lang="nl-NL" dirty="0"/>
              <a:t>: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submit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assignments</a:t>
            </a:r>
            <a:r>
              <a:rPr lang="nl-NL" dirty="0"/>
              <a:t> of </a:t>
            </a:r>
            <a:r>
              <a:rPr lang="nl-NL" dirty="0" err="1"/>
              <a:t>this</a:t>
            </a:r>
            <a:r>
              <a:rPr lang="nl-NL" dirty="0"/>
              <a:t> week, </a:t>
            </a:r>
            <a:r>
              <a:rPr lang="nl-NL" dirty="0" err="1"/>
              <a:t>convert</a:t>
            </a:r>
            <a:r>
              <a:rPr lang="nl-NL" dirty="0"/>
              <a:t> </a:t>
            </a:r>
            <a:r>
              <a:rPr lang="nl-NL" dirty="0" err="1"/>
              <a:t>markdown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PDF</a:t>
            </a:r>
          </a:p>
          <a:p>
            <a:endParaRPr lang="nl-NL" dirty="0"/>
          </a:p>
          <a:p>
            <a:r>
              <a:rPr lang="nl-NL" dirty="0" err="1"/>
              <a:t>Why</a:t>
            </a:r>
            <a:r>
              <a:rPr lang="nl-NL" dirty="0"/>
              <a:t>? </a:t>
            </a:r>
            <a:r>
              <a:rPr lang="nl-NL" dirty="0" err="1"/>
              <a:t>Since</a:t>
            </a:r>
            <a:r>
              <a:rPr lang="nl-NL" dirty="0"/>
              <a:t>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annotate</a:t>
            </a:r>
            <a:r>
              <a:rPr lang="nl-NL" dirty="0"/>
              <a:t> PDF files, but </a:t>
            </a:r>
            <a:r>
              <a:rPr lang="nl-NL" dirty="0" err="1"/>
              <a:t>not</a:t>
            </a:r>
            <a:r>
              <a:rPr lang="nl-NL" dirty="0"/>
              <a:t> HTML</a:t>
            </a:r>
          </a:p>
          <a:p>
            <a:endParaRPr lang="nl-NL" dirty="0"/>
          </a:p>
          <a:p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pandoc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do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conversion</a:t>
            </a:r>
            <a:r>
              <a:rPr lang="nl-NL" dirty="0"/>
              <a:t> (</a:t>
            </a:r>
            <a:r>
              <a:rPr lang="nl-NL" dirty="0" err="1"/>
              <a:t>see</a:t>
            </a:r>
            <a:r>
              <a:rPr lang="nl-NL" dirty="0"/>
              <a:t> </a:t>
            </a:r>
            <a:r>
              <a:rPr lang="nl-NL" dirty="0" err="1"/>
              <a:t>assignment</a:t>
            </a:r>
            <a:r>
              <a:rPr lang="nl-N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61653155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ACC008-641B-4A31-9901-F8A4FB71BE33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2418</Words>
  <Application>Microsoft Office PowerPoint</Application>
  <PresentationFormat>Widescreen</PresentationFormat>
  <Paragraphs>745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Aptos</vt:lpstr>
      <vt:lpstr>Arial</vt:lpstr>
      <vt:lpstr>Cambria Math</vt:lpstr>
      <vt:lpstr>Cascadia Code</vt:lpstr>
      <vt:lpstr>Consolas</vt:lpstr>
      <vt:lpstr>Grandview Display</vt:lpstr>
      <vt:lpstr>DashVTI</vt:lpstr>
      <vt:lpstr>Algorithms &amp; Data Structures</vt:lpstr>
      <vt:lpstr>Last week we discussed…</vt:lpstr>
      <vt:lpstr>Chaining data together</vt:lpstr>
      <vt:lpstr>(Dis)advantages of arrays</vt:lpstr>
      <vt:lpstr>An alternative using pointers</vt:lpstr>
      <vt:lpstr>Singly linked lists</vt:lpstr>
      <vt:lpstr>Singly linked lists</vt:lpstr>
      <vt:lpstr>Singly linked lists</vt:lpstr>
      <vt:lpstr>Singly linked lists</vt:lpstr>
      <vt:lpstr>Singly linked lists</vt:lpstr>
      <vt:lpstr>Doubly linked list</vt:lpstr>
      <vt:lpstr>Doubly linked list</vt:lpstr>
      <vt:lpstr>Lists versus Arrays</vt:lpstr>
      <vt:lpstr>Linked lists – time complexities</vt:lpstr>
      <vt:lpstr>Queues</vt:lpstr>
      <vt:lpstr>Queues</vt:lpstr>
      <vt:lpstr>Queues – FIFO order</vt:lpstr>
      <vt:lpstr>Queues</vt:lpstr>
      <vt:lpstr>(Singly) linked lists as queues</vt:lpstr>
      <vt:lpstr>(Singly) linked lists as queues</vt:lpstr>
      <vt:lpstr>Arrays as queues</vt:lpstr>
      <vt:lpstr>Circular buffers</vt:lpstr>
      <vt:lpstr>Circular buffers</vt:lpstr>
      <vt:lpstr>Circular buffers – wrapping around the end</vt:lpstr>
      <vt:lpstr>Circular buffers – empty / full?</vt:lpstr>
      <vt:lpstr>Circular buffers vs linked lists: comparison</vt:lpstr>
      <vt:lpstr>From Queue to Deque</vt:lpstr>
      <vt:lpstr>Sliding windows</vt:lpstr>
      <vt:lpstr>A Sliding window problem</vt:lpstr>
      <vt:lpstr>Sliding windows using two pointers</vt:lpstr>
      <vt:lpstr>Example sliding window problems</vt:lpstr>
      <vt:lpstr>Summary – Linked lists</vt:lpstr>
      <vt:lpstr>Summary – Queues</vt:lpstr>
      <vt:lpstr>Labs of this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de Groote</dc:creator>
  <cp:lastModifiedBy>Robert de Groote</cp:lastModifiedBy>
  <cp:revision>1</cp:revision>
  <dcterms:created xsi:type="dcterms:W3CDTF">2025-07-16T13:01:43Z</dcterms:created>
  <dcterms:modified xsi:type="dcterms:W3CDTF">2025-09-08T17:27:19Z</dcterms:modified>
</cp:coreProperties>
</file>