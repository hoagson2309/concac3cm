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4"/>
    <p:sldMasterId id="2147483872" r:id="rId5"/>
    <p:sldMasterId id="2147483874" r:id="rId6"/>
    <p:sldMasterId id="2147483879" r:id="rId7"/>
    <p:sldMasterId id="2147483883" r:id="rId8"/>
  </p:sldMasterIdLst>
  <p:notesMasterIdLst>
    <p:notesMasterId r:id="rId16"/>
  </p:notesMasterIdLst>
  <p:handoutMasterIdLst>
    <p:handoutMasterId r:id="rId17"/>
  </p:handoutMasterIdLst>
  <p:sldIdLst>
    <p:sldId id="294" r:id="rId9"/>
    <p:sldId id="356" r:id="rId10"/>
    <p:sldId id="363" r:id="rId11"/>
    <p:sldId id="362" r:id="rId12"/>
    <p:sldId id="361" r:id="rId13"/>
    <p:sldId id="347" r:id="rId14"/>
    <p:sldId id="352" r:id="rId15"/>
  </p:sldIdLst>
  <p:sldSz cx="9144000" cy="5143500" type="screen16x9"/>
  <p:notesSz cx="9872663" cy="6742113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80BFA01C-CD74-7845-B021-672224978863}">
          <p14:sldIdLst>
            <p14:sldId id="294"/>
            <p14:sldId id="356"/>
            <p14:sldId id="363"/>
            <p14:sldId id="362"/>
            <p14:sldId id="361"/>
            <p14:sldId id="347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9C82"/>
    <a:srgbClr val="FFFFFF"/>
    <a:srgbClr val="63C2B3"/>
    <a:srgbClr val="C0504D"/>
    <a:srgbClr val="000000"/>
    <a:srgbClr val="FFFF00"/>
    <a:srgbClr val="008000"/>
    <a:srgbClr val="0000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8AA5A3-F952-4ADA-9271-6B0485F39F5C}" v="7" dt="2025-05-20T22:18:13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77" autoAdjust="0"/>
    <p:restoredTop sz="91395" autoAdjust="0"/>
  </p:normalViewPr>
  <p:slideViewPr>
    <p:cSldViewPr snapToGrid="0" snapToObjects="1">
      <p:cViewPr varScale="1">
        <p:scale>
          <a:sx n="129" d="100"/>
          <a:sy n="129" d="100"/>
        </p:scale>
        <p:origin x="624" y="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ld Hilderink" userId="b3cdae5091de7a84" providerId="LiveId" clId="{36535C5B-4734-47F7-9C1A-9088B7873A69}"/>
    <pc:docChg chg="undo redo custSel addSld delSld modSld modSection">
      <pc:chgData name="Gerald Hilderink" userId="b3cdae5091de7a84" providerId="LiveId" clId="{36535C5B-4734-47F7-9C1A-9088B7873A69}" dt="2021-02-08T11:47:05.414" v="4564" actId="20577"/>
      <pc:docMkLst>
        <pc:docMk/>
      </pc:docMkLst>
      <pc:sldChg chg="addSp modSp mod modNotesTx">
        <pc:chgData name="Gerald Hilderink" userId="b3cdae5091de7a84" providerId="LiveId" clId="{36535C5B-4734-47F7-9C1A-9088B7873A69}" dt="2021-02-02T10:36:57.632" v="334" actId="20577"/>
        <pc:sldMkLst>
          <pc:docMk/>
          <pc:sldMk cId="2834864203" sldId="291"/>
        </pc:sldMkLst>
      </pc:sldChg>
      <pc:sldChg chg="addSp modSp mod">
        <pc:chgData name="Gerald Hilderink" userId="b3cdae5091de7a84" providerId="LiveId" clId="{36535C5B-4734-47F7-9C1A-9088B7873A69}" dt="2021-02-02T10:34:54.235" v="209" actId="167"/>
        <pc:sldMkLst>
          <pc:docMk/>
          <pc:sldMk cId="3340398535" sldId="300"/>
        </pc:sldMkLst>
      </pc:sldChg>
      <pc:sldChg chg="del">
        <pc:chgData name="Gerald Hilderink" userId="b3cdae5091de7a84" providerId="LiveId" clId="{36535C5B-4734-47F7-9C1A-9088B7873A69}" dt="2021-02-02T10:03:21.798" v="178" actId="47"/>
        <pc:sldMkLst>
          <pc:docMk/>
          <pc:sldMk cId="1649707354" sldId="301"/>
        </pc:sldMkLst>
      </pc:sldChg>
      <pc:sldChg chg="modNotesTx">
        <pc:chgData name="Gerald Hilderink" userId="b3cdae5091de7a84" providerId="LiveId" clId="{36535C5B-4734-47F7-9C1A-9088B7873A69}" dt="2021-02-02T11:11:01.958" v="1879" actId="20577"/>
        <pc:sldMkLst>
          <pc:docMk/>
          <pc:sldMk cId="2178245261" sldId="304"/>
        </pc:sldMkLst>
      </pc:sldChg>
      <pc:sldChg chg="delSp modSp mod modNotesTx">
        <pc:chgData name="Gerald Hilderink" userId="b3cdae5091de7a84" providerId="LiveId" clId="{36535C5B-4734-47F7-9C1A-9088B7873A69}" dt="2021-02-08T11:27:00.868" v="4537" actId="14100"/>
        <pc:sldMkLst>
          <pc:docMk/>
          <pc:sldMk cId="1990980259" sldId="307"/>
        </pc:sldMkLst>
      </pc:sldChg>
      <pc:sldChg chg="addSp modSp mod">
        <pc:chgData name="Gerald Hilderink" userId="b3cdae5091de7a84" providerId="LiveId" clId="{36535C5B-4734-47F7-9C1A-9088B7873A69}" dt="2021-02-02T11:02:49.147" v="1358" actId="1036"/>
        <pc:sldMkLst>
          <pc:docMk/>
          <pc:sldMk cId="3737052441" sldId="308"/>
        </pc:sldMkLst>
      </pc:sldChg>
      <pc:sldChg chg="addSp modSp mod">
        <pc:chgData name="Gerald Hilderink" userId="b3cdae5091de7a84" providerId="LiveId" clId="{36535C5B-4734-47F7-9C1A-9088B7873A69}" dt="2021-02-02T11:02:00.953" v="1318" actId="403"/>
        <pc:sldMkLst>
          <pc:docMk/>
          <pc:sldMk cId="3864369882" sldId="309"/>
        </pc:sldMkLst>
      </pc:sldChg>
      <pc:sldChg chg="addSp modSp mod modNotesTx">
        <pc:chgData name="Gerald Hilderink" userId="b3cdae5091de7a84" providerId="LiveId" clId="{36535C5B-4734-47F7-9C1A-9088B7873A69}" dt="2021-02-02T12:32:43.531" v="2364" actId="20577"/>
        <pc:sldMkLst>
          <pc:docMk/>
          <pc:sldMk cId="4210513928" sldId="311"/>
        </pc:sldMkLst>
      </pc:sldChg>
      <pc:sldChg chg="addSp delSp modSp mod">
        <pc:chgData name="Gerald Hilderink" userId="b3cdae5091de7a84" providerId="LiveId" clId="{36535C5B-4734-47F7-9C1A-9088B7873A69}" dt="2021-02-02T12:30:42.654" v="2131" actId="20577"/>
        <pc:sldMkLst>
          <pc:docMk/>
          <pc:sldMk cId="928917943" sldId="314"/>
        </pc:sldMkLst>
      </pc:sldChg>
      <pc:sldChg chg="addSp modSp mod modNotesTx">
        <pc:chgData name="Gerald Hilderink" userId="b3cdae5091de7a84" providerId="LiveId" clId="{36535C5B-4734-47F7-9C1A-9088B7873A69}" dt="2021-02-02T13:19:36.942" v="4432" actId="1076"/>
        <pc:sldMkLst>
          <pc:docMk/>
          <pc:sldMk cId="1135114083" sldId="317"/>
        </pc:sldMkLst>
      </pc:sldChg>
      <pc:sldChg chg="addSp modSp mod modNotesTx">
        <pc:chgData name="Gerald Hilderink" userId="b3cdae5091de7a84" providerId="LiveId" clId="{36535C5B-4734-47F7-9C1A-9088B7873A69}" dt="2021-02-02T10:54:49.703" v="1265" actId="20577"/>
        <pc:sldMkLst>
          <pc:docMk/>
          <pc:sldMk cId="3388621270" sldId="319"/>
        </pc:sldMkLst>
      </pc:sldChg>
      <pc:sldChg chg="addSp modSp mod">
        <pc:chgData name="Gerald Hilderink" userId="b3cdae5091de7a84" providerId="LiveId" clId="{36535C5B-4734-47F7-9C1A-9088B7873A69}" dt="2021-02-02T10:34:29.543" v="201" actId="167"/>
        <pc:sldMkLst>
          <pc:docMk/>
          <pc:sldMk cId="3271614797" sldId="320"/>
        </pc:sldMkLst>
      </pc:sldChg>
      <pc:sldChg chg="addSp modSp mod">
        <pc:chgData name="Gerald Hilderink" userId="b3cdae5091de7a84" providerId="LiveId" clId="{36535C5B-4734-47F7-9C1A-9088B7873A69}" dt="2021-02-02T12:24:38.689" v="1993" actId="114"/>
        <pc:sldMkLst>
          <pc:docMk/>
          <pc:sldMk cId="3404387081" sldId="324"/>
        </pc:sldMkLst>
      </pc:sldChg>
      <pc:sldChg chg="addSp modSp mod">
        <pc:chgData name="Gerald Hilderink" userId="b3cdae5091de7a84" providerId="LiveId" clId="{36535C5B-4734-47F7-9C1A-9088B7873A69}" dt="2021-02-02T10:55:31.915" v="1280" actId="1038"/>
        <pc:sldMkLst>
          <pc:docMk/>
          <pc:sldMk cId="2825550449" sldId="325"/>
        </pc:sldMkLst>
      </pc:sldChg>
      <pc:sldChg chg="addSp modSp mod modNotesTx">
        <pc:chgData name="Gerald Hilderink" userId="b3cdae5091de7a84" providerId="LiveId" clId="{36535C5B-4734-47F7-9C1A-9088B7873A69}" dt="2021-02-02T13:31:05.730" v="4536" actId="20577"/>
        <pc:sldMkLst>
          <pc:docMk/>
          <pc:sldMk cId="310422495" sldId="326"/>
        </pc:sldMkLst>
      </pc:sldChg>
      <pc:sldChg chg="addSp modSp mod modNotesTx">
        <pc:chgData name="Gerald Hilderink" userId="b3cdae5091de7a84" providerId="LiveId" clId="{36535C5B-4734-47F7-9C1A-9088B7873A69}" dt="2021-02-02T10:48:58.519" v="1138" actId="6549"/>
        <pc:sldMkLst>
          <pc:docMk/>
          <pc:sldMk cId="226752577" sldId="328"/>
        </pc:sldMkLst>
      </pc:sldChg>
      <pc:sldChg chg="addSp modSp del mod">
        <pc:chgData name="Gerald Hilderink" userId="b3cdae5091de7a84" providerId="LiveId" clId="{36535C5B-4734-47F7-9C1A-9088B7873A69}" dt="2021-02-02T13:05:45.178" v="4405" actId="47"/>
        <pc:sldMkLst>
          <pc:docMk/>
          <pc:sldMk cId="1766569722" sldId="335"/>
        </pc:sldMkLst>
      </pc:sldChg>
      <pc:sldChg chg="addSp modSp del mod">
        <pc:chgData name="Gerald Hilderink" userId="b3cdae5091de7a84" providerId="LiveId" clId="{36535C5B-4734-47F7-9C1A-9088B7873A69}" dt="2021-02-02T13:05:45.178" v="4405" actId="47"/>
        <pc:sldMkLst>
          <pc:docMk/>
          <pc:sldMk cId="3554726273" sldId="336"/>
        </pc:sldMkLst>
      </pc:sldChg>
      <pc:sldChg chg="modNotesTx">
        <pc:chgData name="Gerald Hilderink" userId="b3cdae5091de7a84" providerId="LiveId" clId="{36535C5B-4734-47F7-9C1A-9088B7873A69}" dt="2021-02-02T13:03:18.691" v="4404" actId="20577"/>
        <pc:sldMkLst>
          <pc:docMk/>
          <pc:sldMk cId="3080267998" sldId="337"/>
        </pc:sldMkLst>
      </pc:sldChg>
      <pc:sldChg chg="addSp modSp mod">
        <pc:chgData name="Gerald Hilderink" userId="b3cdae5091de7a84" providerId="LiveId" clId="{36535C5B-4734-47F7-9C1A-9088B7873A69}" dt="2021-02-02T12:38:52.012" v="3161"/>
        <pc:sldMkLst>
          <pc:docMk/>
          <pc:sldMk cId="979770008" sldId="340"/>
        </pc:sldMkLst>
      </pc:sldChg>
      <pc:sldChg chg="addSp modSp mod modNotesTx">
        <pc:chgData name="Gerald Hilderink" userId="b3cdae5091de7a84" providerId="LiveId" clId="{36535C5B-4734-47F7-9C1A-9088B7873A69}" dt="2021-02-02T13:01:08.326" v="4214" actId="58"/>
        <pc:sldMkLst>
          <pc:docMk/>
          <pc:sldMk cId="1899216681" sldId="342"/>
        </pc:sldMkLst>
      </pc:sldChg>
      <pc:sldChg chg="addSp delSp modSp add mod modNotesTx">
        <pc:chgData name="Gerald Hilderink" userId="b3cdae5091de7a84" providerId="LiveId" clId="{36535C5B-4734-47F7-9C1A-9088B7873A69}" dt="2021-02-08T11:47:05.414" v="4564" actId="20577"/>
        <pc:sldMkLst>
          <pc:docMk/>
          <pc:sldMk cId="1249948987" sldId="343"/>
        </pc:sldMkLst>
      </pc:sldChg>
    </pc:docChg>
  </pc:docChgLst>
  <pc:docChgLst>
    <pc:chgData name="Gerald Hilderink" userId="b3cdae5091de7a84" providerId="LiveId" clId="{E9190120-A906-4E76-ADB7-2A0DE616FA80}"/>
    <pc:docChg chg="custSel modSld modNotesMaster modHandout">
      <pc:chgData name="Gerald Hilderink" userId="b3cdae5091de7a84" providerId="LiveId" clId="{E9190120-A906-4E76-ADB7-2A0DE616FA80}" dt="2022-04-19T15:45:13.619" v="49" actId="6549"/>
      <pc:docMkLst>
        <pc:docMk/>
      </pc:docMkLst>
      <pc:sldChg chg="delSp modSp mod">
        <pc:chgData name="Gerald Hilderink" userId="b3cdae5091de7a84" providerId="LiveId" clId="{E9190120-A906-4E76-ADB7-2A0DE616FA80}" dt="2022-04-19T15:44:48.228" v="41" actId="478"/>
        <pc:sldMkLst>
          <pc:docMk/>
          <pc:sldMk cId="3864369882" sldId="309"/>
        </pc:sldMkLst>
      </pc:sldChg>
      <pc:sldChg chg="modSp mod">
        <pc:chgData name="Gerald Hilderink" userId="b3cdae5091de7a84" providerId="LiveId" clId="{E9190120-A906-4E76-ADB7-2A0DE616FA80}" dt="2022-04-19T15:33:08.606" v="8" actId="167"/>
        <pc:sldMkLst>
          <pc:docMk/>
          <pc:sldMk cId="3271614797" sldId="320"/>
        </pc:sldMkLst>
      </pc:sldChg>
      <pc:sldChg chg="delSp modSp mod">
        <pc:chgData name="Gerald Hilderink" userId="b3cdae5091de7a84" providerId="LiveId" clId="{E9190120-A906-4E76-ADB7-2A0DE616FA80}" dt="2022-04-19T15:32:44.619" v="3" actId="478"/>
        <pc:sldMkLst>
          <pc:docMk/>
          <pc:sldMk cId="2825550449" sldId="325"/>
        </pc:sldMkLst>
      </pc:sldChg>
      <pc:sldChg chg="modSp mod">
        <pc:chgData name="Gerald Hilderink" userId="b3cdae5091de7a84" providerId="LiveId" clId="{E9190120-A906-4E76-ADB7-2A0DE616FA80}" dt="2022-04-19T15:45:13.619" v="49" actId="6549"/>
        <pc:sldMkLst>
          <pc:docMk/>
          <pc:sldMk cId="900862403" sldId="345"/>
        </pc:sldMkLst>
      </pc:sldChg>
    </pc:docChg>
  </pc:docChgLst>
  <pc:docChgLst>
    <pc:chgData name="Gerald Hilderink" userId="b3cdae5091de7a84" providerId="LiveId" clId="{125854BF-D377-404E-89D6-748851EA6867}"/>
    <pc:docChg chg="undo custSel modSld">
      <pc:chgData name="Gerald Hilderink" userId="b3cdae5091de7a84" providerId="LiveId" clId="{125854BF-D377-404E-89D6-748851EA6867}" dt="2023-03-23T10:03:24.674" v="271" actId="255"/>
      <pc:docMkLst>
        <pc:docMk/>
      </pc:docMkLst>
      <pc:sldChg chg="modSp mod">
        <pc:chgData name="Gerald Hilderink" userId="b3cdae5091de7a84" providerId="LiveId" clId="{125854BF-D377-404E-89D6-748851EA6867}" dt="2023-03-23T10:01:38.292" v="249" actId="27636"/>
        <pc:sldMkLst>
          <pc:docMk/>
          <pc:sldMk cId="3864369882" sldId="309"/>
        </pc:sldMkLst>
      </pc:sldChg>
      <pc:sldChg chg="modNotesTx">
        <pc:chgData name="Gerald Hilderink" userId="b3cdae5091de7a84" providerId="LiveId" clId="{125854BF-D377-404E-89D6-748851EA6867}" dt="2023-03-23T09:58:35.496" v="80" actId="6549"/>
        <pc:sldMkLst>
          <pc:docMk/>
          <pc:sldMk cId="1135114083" sldId="317"/>
        </pc:sldMkLst>
      </pc:sldChg>
      <pc:sldChg chg="modNotesTx">
        <pc:chgData name="Gerald Hilderink" userId="b3cdae5091de7a84" providerId="LiveId" clId="{125854BF-D377-404E-89D6-748851EA6867}" dt="2023-03-23T09:59:30.231" v="190" actId="6549"/>
        <pc:sldMkLst>
          <pc:docMk/>
          <pc:sldMk cId="226752577" sldId="328"/>
        </pc:sldMkLst>
      </pc:sldChg>
      <pc:sldChg chg="modSp mod">
        <pc:chgData name="Gerald Hilderink" userId="b3cdae5091de7a84" providerId="LiveId" clId="{125854BF-D377-404E-89D6-748851EA6867}" dt="2023-03-23T10:03:24.674" v="271" actId="255"/>
        <pc:sldMkLst>
          <pc:docMk/>
          <pc:sldMk cId="900862403" sldId="345"/>
        </pc:sldMkLst>
      </pc:sldChg>
    </pc:docChg>
  </pc:docChgLst>
  <pc:docChgLst>
    <pc:chgData name="Gerald Hilderink" userId="b3cdae5091de7a84" providerId="LiveId" clId="{D90B6B96-A5AD-4610-8C79-8377F6CABC95}"/>
    <pc:docChg chg="modSld">
      <pc:chgData name="Gerald Hilderink" userId="b3cdae5091de7a84" providerId="LiveId" clId="{D90B6B96-A5AD-4610-8C79-8377F6CABC95}" dt="2022-03-05T12:55:24.309" v="17" actId="20577"/>
      <pc:docMkLst>
        <pc:docMk/>
      </pc:docMkLst>
      <pc:sldChg chg="modSp mod">
        <pc:chgData name="Gerald Hilderink" userId="b3cdae5091de7a84" providerId="LiveId" clId="{D90B6B96-A5AD-4610-8C79-8377F6CABC95}" dt="2022-03-05T12:55:24.309" v="17" actId="20577"/>
        <pc:sldMkLst>
          <pc:docMk/>
          <pc:sldMk cId="1595373044" sldId="294"/>
        </pc:sldMkLst>
      </pc:sldChg>
    </pc:docChg>
  </pc:docChgLst>
  <pc:docChgLst>
    <pc:chgData name="Gerald Hilderink" userId="6f0fe397-f0fe-4be0-a214-dd6cd0d55b6d" providerId="ADAL" clId="{6377530A-4481-4839-B43A-431DBADAC2D7}"/>
    <pc:docChg chg="undo redo custSel addSld delSld modSld sldOrd modSection">
      <pc:chgData name="Gerald Hilderink" userId="6f0fe397-f0fe-4be0-a214-dd6cd0d55b6d" providerId="ADAL" clId="{6377530A-4481-4839-B43A-431DBADAC2D7}" dt="2024-06-26T14:00:29.491" v="1457" actId="21"/>
      <pc:docMkLst>
        <pc:docMk/>
      </pc:docMkLst>
      <pc:sldChg chg="del">
        <pc:chgData name="Gerald Hilderink" userId="6f0fe397-f0fe-4be0-a214-dd6cd0d55b6d" providerId="ADAL" clId="{6377530A-4481-4839-B43A-431DBADAC2D7}" dt="2024-06-19T09:35:18.593" v="1167" actId="47"/>
        <pc:sldMkLst>
          <pc:docMk/>
          <pc:sldMk cId="3476377668" sldId="265"/>
        </pc:sldMkLst>
      </pc:sldChg>
      <pc:sldChg chg="addSp delSp modSp mod modClrScheme chgLayout">
        <pc:chgData name="Gerald Hilderink" userId="6f0fe397-f0fe-4be0-a214-dd6cd0d55b6d" providerId="ADAL" clId="{6377530A-4481-4839-B43A-431DBADAC2D7}" dt="2024-06-26T14:00:29.491" v="1457" actId="21"/>
        <pc:sldMkLst>
          <pc:docMk/>
          <pc:sldMk cId="1595373044" sldId="294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1990980259" sldId="307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3737052441" sldId="308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3864369882" sldId="309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1135114083" sldId="317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3388621270" sldId="319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3271614797" sldId="320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2825550449" sldId="325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226752577" sldId="328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2346961866" sldId="332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1249948987" sldId="343"/>
        </pc:sldMkLst>
      </pc:sldChg>
      <pc:sldChg chg="del">
        <pc:chgData name="Gerald Hilderink" userId="6f0fe397-f0fe-4be0-a214-dd6cd0d55b6d" providerId="ADAL" clId="{6377530A-4481-4839-B43A-431DBADAC2D7}" dt="2024-06-19T09:34:41.815" v="1153" actId="47"/>
        <pc:sldMkLst>
          <pc:docMk/>
          <pc:sldMk cId="900862403" sldId="345"/>
        </pc:sldMkLst>
      </pc:sldChg>
      <pc:sldChg chg="addSp delSp modSp new mod">
        <pc:chgData name="Gerald Hilderink" userId="6f0fe397-f0fe-4be0-a214-dd6cd0d55b6d" providerId="ADAL" clId="{6377530A-4481-4839-B43A-431DBADAC2D7}" dt="2024-06-25T19:03:37.255" v="1437"/>
        <pc:sldMkLst>
          <pc:docMk/>
          <pc:sldMk cId="2172724495" sldId="346"/>
        </pc:sldMkLst>
      </pc:sldChg>
      <pc:sldChg chg="modSp new mod">
        <pc:chgData name="Gerald Hilderink" userId="6f0fe397-f0fe-4be0-a214-dd6cd0d55b6d" providerId="ADAL" clId="{6377530A-4481-4839-B43A-431DBADAC2D7}" dt="2024-06-26T14:00:18.337" v="1456" actId="313"/>
        <pc:sldMkLst>
          <pc:docMk/>
          <pc:sldMk cId="355900479" sldId="347"/>
        </pc:sldMkLst>
      </pc:sldChg>
      <pc:sldChg chg="modSp add mod">
        <pc:chgData name="Gerald Hilderink" userId="6f0fe397-f0fe-4be0-a214-dd6cd0d55b6d" providerId="ADAL" clId="{6377530A-4481-4839-B43A-431DBADAC2D7}" dt="2024-06-19T09:32:03.541" v="845" actId="20577"/>
        <pc:sldMkLst>
          <pc:docMk/>
          <pc:sldMk cId="1345600328" sldId="348"/>
        </pc:sldMkLst>
      </pc:sldChg>
      <pc:sldChg chg="modSp add mod ord">
        <pc:chgData name="Gerald Hilderink" userId="6f0fe397-f0fe-4be0-a214-dd6cd0d55b6d" providerId="ADAL" clId="{6377530A-4481-4839-B43A-431DBADAC2D7}" dt="2024-06-26T13:59:58.225" v="1446" actId="20577"/>
        <pc:sldMkLst>
          <pc:docMk/>
          <pc:sldMk cId="1142269172" sldId="349"/>
        </pc:sldMkLst>
      </pc:sldChg>
      <pc:sldChg chg="modSp add mod">
        <pc:chgData name="Gerald Hilderink" userId="6f0fe397-f0fe-4be0-a214-dd6cd0d55b6d" providerId="ADAL" clId="{6377530A-4481-4839-B43A-431DBADAC2D7}" dt="2024-06-19T09:33:26.085" v="1084" actId="20577"/>
        <pc:sldMkLst>
          <pc:docMk/>
          <pc:sldMk cId="3839727771" sldId="350"/>
        </pc:sldMkLst>
      </pc:sldChg>
      <pc:sldChg chg="modSp add mod">
        <pc:chgData name="Gerald Hilderink" userId="6f0fe397-f0fe-4be0-a214-dd6cd0d55b6d" providerId="ADAL" clId="{6377530A-4481-4839-B43A-431DBADAC2D7}" dt="2024-06-19T09:34:23.104" v="1152" actId="20577"/>
        <pc:sldMkLst>
          <pc:docMk/>
          <pc:sldMk cId="1677531067" sldId="351"/>
        </pc:sldMkLst>
      </pc:sldChg>
      <pc:sldChg chg="addSp delSp modSp new mod">
        <pc:chgData name="Gerald Hilderink" userId="6f0fe397-f0fe-4be0-a214-dd6cd0d55b6d" providerId="ADAL" clId="{6377530A-4481-4839-B43A-431DBADAC2D7}" dt="2024-06-19T09:35:16.266" v="1166" actId="1076"/>
        <pc:sldMkLst>
          <pc:docMk/>
          <pc:sldMk cId="2122264535" sldId="352"/>
        </pc:sldMkLst>
      </pc:sldChg>
      <pc:sldMasterChg chg="delSldLayout">
        <pc:chgData name="Gerald Hilderink" userId="6f0fe397-f0fe-4be0-a214-dd6cd0d55b6d" providerId="ADAL" clId="{6377530A-4481-4839-B43A-431DBADAC2D7}" dt="2024-06-19T09:35:18.593" v="1167" actId="47"/>
        <pc:sldMasterMkLst>
          <pc:docMk/>
          <pc:sldMasterMk cId="973826063" sldId="2147483862"/>
        </pc:sldMasterMkLst>
        <pc:sldLayoutChg chg="del">
          <pc:chgData name="Gerald Hilderink" userId="6f0fe397-f0fe-4be0-a214-dd6cd0d55b6d" providerId="ADAL" clId="{6377530A-4481-4839-B43A-431DBADAC2D7}" dt="2024-06-19T09:35:18.593" v="1167" actId="47"/>
          <pc:sldLayoutMkLst>
            <pc:docMk/>
            <pc:sldMasterMk cId="973826063" sldId="2147483862"/>
            <pc:sldLayoutMk cId="1049905821" sldId="2147483865"/>
          </pc:sldLayoutMkLst>
        </pc:sldLayoutChg>
        <pc:sldLayoutChg chg="del">
          <pc:chgData name="Gerald Hilderink" userId="6f0fe397-f0fe-4be0-a214-dd6cd0d55b6d" providerId="ADAL" clId="{6377530A-4481-4839-B43A-431DBADAC2D7}" dt="2024-06-19T09:34:41.815" v="1153" actId="47"/>
          <pc:sldLayoutMkLst>
            <pc:docMk/>
            <pc:sldMasterMk cId="973826063" sldId="2147483862"/>
            <pc:sldLayoutMk cId="1741449135" sldId="2147483868"/>
          </pc:sldLayoutMkLst>
        </pc:sldLayoutChg>
        <pc:sldLayoutChg chg="del">
          <pc:chgData name="Gerald Hilderink" userId="6f0fe397-f0fe-4be0-a214-dd6cd0d55b6d" providerId="ADAL" clId="{6377530A-4481-4839-B43A-431DBADAC2D7}" dt="2024-06-19T09:34:41.815" v="1153" actId="47"/>
          <pc:sldLayoutMkLst>
            <pc:docMk/>
            <pc:sldMasterMk cId="973826063" sldId="2147483862"/>
            <pc:sldLayoutMk cId="3633066656" sldId="2147483870"/>
          </pc:sldLayoutMkLst>
        </pc:sldLayoutChg>
      </pc:sldMasterChg>
    </pc:docChg>
  </pc:docChgLst>
  <pc:docChgLst>
    <pc:chgData name="Gerald Hilderink" userId="6f0fe397-f0fe-4be0-a214-dd6cd0d55b6d" providerId="ADAL" clId="{864471AC-8EA8-4656-B67E-8C5D24D7A27B}"/>
    <pc:docChg chg="undo redo custSel addSld delSld modSld sldOrd modSection">
      <pc:chgData name="Gerald Hilderink" userId="6f0fe397-f0fe-4be0-a214-dd6cd0d55b6d" providerId="ADAL" clId="{864471AC-8EA8-4656-B67E-8C5D24D7A27B}" dt="2024-11-18T08:45:40.875" v="15217" actId="207"/>
      <pc:docMkLst>
        <pc:docMk/>
      </pc:docMkLst>
      <pc:sldChg chg="modSp mod">
        <pc:chgData name="Gerald Hilderink" userId="6f0fe397-f0fe-4be0-a214-dd6cd0d55b6d" providerId="ADAL" clId="{864471AC-8EA8-4656-B67E-8C5D24D7A27B}" dt="2024-11-18T08:45:40.875" v="15217" actId="207"/>
        <pc:sldMkLst>
          <pc:docMk/>
          <pc:sldMk cId="1595373044" sldId="294"/>
        </pc:sldMkLst>
      </pc:sldChg>
      <pc:sldChg chg="addSp delSp modSp mod">
        <pc:chgData name="Gerald Hilderink" userId="6f0fe397-f0fe-4be0-a214-dd6cd0d55b6d" providerId="ADAL" clId="{864471AC-8EA8-4656-B67E-8C5D24D7A27B}" dt="2024-11-07T13:47:10.850" v="5125" actId="1038"/>
        <pc:sldMkLst>
          <pc:docMk/>
          <pc:sldMk cId="2172724495" sldId="346"/>
        </pc:sldMkLst>
      </pc:sldChg>
      <pc:sldChg chg="modSp mod">
        <pc:chgData name="Gerald Hilderink" userId="6f0fe397-f0fe-4be0-a214-dd6cd0d55b6d" providerId="ADAL" clId="{864471AC-8EA8-4656-B67E-8C5D24D7A27B}" dt="2024-11-10T10:50:35.525" v="15025" actId="20577"/>
        <pc:sldMkLst>
          <pc:docMk/>
          <pc:sldMk cId="355900479" sldId="347"/>
        </pc:sldMkLst>
      </pc:sldChg>
      <pc:sldChg chg="modSp mod ord modNotesTx">
        <pc:chgData name="Gerald Hilderink" userId="6f0fe397-f0fe-4be0-a214-dd6cd0d55b6d" providerId="ADAL" clId="{864471AC-8EA8-4656-B67E-8C5D24D7A27B}" dt="2024-11-10T11:01:02.790" v="15211" actId="20577"/>
        <pc:sldMkLst>
          <pc:docMk/>
          <pc:sldMk cId="1345600328" sldId="348"/>
        </pc:sldMkLst>
      </pc:sldChg>
      <pc:sldChg chg="modSp del mod">
        <pc:chgData name="Gerald Hilderink" userId="6f0fe397-f0fe-4be0-a214-dd6cd0d55b6d" providerId="ADAL" clId="{864471AC-8EA8-4656-B67E-8C5D24D7A27B}" dt="2024-11-10T09:04:53.352" v="10764" actId="47"/>
        <pc:sldMkLst>
          <pc:docMk/>
          <pc:sldMk cId="1142269172" sldId="349"/>
        </pc:sldMkLst>
      </pc:sldChg>
      <pc:sldChg chg="modSp mod ord">
        <pc:chgData name="Gerald Hilderink" userId="6f0fe397-f0fe-4be0-a214-dd6cd0d55b6d" providerId="ADAL" clId="{864471AC-8EA8-4656-B67E-8C5D24D7A27B}" dt="2024-11-10T10:55:40.766" v="15088" actId="20577"/>
        <pc:sldMkLst>
          <pc:docMk/>
          <pc:sldMk cId="3839727771" sldId="350"/>
        </pc:sldMkLst>
      </pc:sldChg>
      <pc:sldChg chg="del ord">
        <pc:chgData name="Gerald Hilderink" userId="6f0fe397-f0fe-4be0-a214-dd6cd0d55b6d" providerId="ADAL" clId="{864471AC-8EA8-4656-B67E-8C5D24D7A27B}" dt="2024-11-10T10:36:03.978" v="14735" actId="47"/>
        <pc:sldMkLst>
          <pc:docMk/>
          <pc:sldMk cId="1677531067" sldId="351"/>
        </pc:sldMkLst>
      </pc:sldChg>
      <pc:sldChg chg="modSp add del mod ord">
        <pc:chgData name="Gerald Hilderink" userId="6f0fe397-f0fe-4be0-a214-dd6cd0d55b6d" providerId="ADAL" clId="{864471AC-8EA8-4656-B67E-8C5D24D7A27B}" dt="2024-11-10T10:36:03.978" v="14735" actId="47"/>
        <pc:sldMkLst>
          <pc:docMk/>
          <pc:sldMk cId="3460653819" sldId="353"/>
        </pc:sldMkLst>
      </pc:sldChg>
      <pc:sldChg chg="add del mod ord modShow">
        <pc:chgData name="Gerald Hilderink" userId="6f0fe397-f0fe-4be0-a214-dd6cd0d55b6d" providerId="ADAL" clId="{864471AC-8EA8-4656-B67E-8C5D24D7A27B}" dt="2024-11-10T10:36:03.978" v="14735" actId="47"/>
        <pc:sldMkLst>
          <pc:docMk/>
          <pc:sldMk cId="1708485548" sldId="354"/>
        </pc:sldMkLst>
      </pc:sldChg>
      <pc:sldChg chg="modSp add mod">
        <pc:chgData name="Gerald Hilderink" userId="6f0fe397-f0fe-4be0-a214-dd6cd0d55b6d" providerId="ADAL" clId="{864471AC-8EA8-4656-B67E-8C5D24D7A27B}" dt="2024-11-10T10:58:00.750" v="15094" actId="20577"/>
        <pc:sldMkLst>
          <pc:docMk/>
          <pc:sldMk cId="310775432" sldId="355"/>
        </pc:sldMkLst>
      </pc:sldChg>
      <pc:sldChg chg="modSp add mod modNotesTx">
        <pc:chgData name="Gerald Hilderink" userId="6f0fe397-f0fe-4be0-a214-dd6cd0d55b6d" providerId="ADAL" clId="{864471AC-8EA8-4656-B67E-8C5D24D7A27B}" dt="2024-11-10T10:47:52.957" v="15010" actId="27636"/>
        <pc:sldMkLst>
          <pc:docMk/>
          <pc:sldMk cId="2808502477" sldId="356"/>
        </pc:sldMkLst>
      </pc:sldChg>
      <pc:sldChg chg="modSp add mod">
        <pc:chgData name="Gerald Hilderink" userId="6f0fe397-f0fe-4be0-a214-dd6cd0d55b6d" providerId="ADAL" clId="{864471AC-8EA8-4656-B67E-8C5D24D7A27B}" dt="2024-11-10T10:01:13.771" v="12791" actId="6549"/>
        <pc:sldMkLst>
          <pc:docMk/>
          <pc:sldMk cId="4157073223" sldId="357"/>
        </pc:sldMkLst>
      </pc:sldChg>
      <pc:sldChg chg="add del">
        <pc:chgData name="Gerald Hilderink" userId="6f0fe397-f0fe-4be0-a214-dd6cd0d55b6d" providerId="ADAL" clId="{864471AC-8EA8-4656-B67E-8C5D24D7A27B}" dt="2024-11-10T10:24:38.561" v="14460" actId="47"/>
        <pc:sldMkLst>
          <pc:docMk/>
          <pc:sldMk cId="1025999009" sldId="358"/>
        </pc:sldMkLst>
      </pc:sldChg>
      <pc:sldChg chg="modSp add mod ord">
        <pc:chgData name="Gerald Hilderink" userId="6f0fe397-f0fe-4be0-a214-dd6cd0d55b6d" providerId="ADAL" clId="{864471AC-8EA8-4656-B67E-8C5D24D7A27B}" dt="2024-11-10T19:11:35.599" v="15212" actId="20577"/>
        <pc:sldMkLst>
          <pc:docMk/>
          <pc:sldMk cId="1751330880" sldId="359"/>
        </pc:sldMkLst>
      </pc:sldChg>
      <pc:sldChg chg="delSp modSp add mod modNotesTx">
        <pc:chgData name="Gerald Hilderink" userId="6f0fe397-f0fe-4be0-a214-dd6cd0d55b6d" providerId="ADAL" clId="{864471AC-8EA8-4656-B67E-8C5D24D7A27B}" dt="2024-11-10T10:39:18.867" v="14927" actId="6549"/>
        <pc:sldMkLst>
          <pc:docMk/>
          <pc:sldMk cId="1847029037" sldId="360"/>
        </pc:sldMkLst>
      </pc:sldChg>
    </pc:docChg>
  </pc:docChgLst>
  <pc:docChgLst>
    <pc:chgData name="Gerald Hilderink" userId="6f0fe397-f0fe-4be0-a214-dd6cd0d55b6d" providerId="ADAL" clId="{768AA5A3-F952-4ADA-9271-6B0485F39F5C}"/>
    <pc:docChg chg="undo custSel addSld delSld modSld modSection">
      <pc:chgData name="Gerald Hilderink" userId="6f0fe397-f0fe-4be0-a214-dd6cd0d55b6d" providerId="ADAL" clId="{768AA5A3-F952-4ADA-9271-6B0485F39F5C}" dt="2025-05-20T22:22:24.310" v="4246" actId="6549"/>
      <pc:docMkLst>
        <pc:docMk/>
      </pc:docMkLst>
      <pc:sldChg chg="delSp modSp mod">
        <pc:chgData name="Gerald Hilderink" userId="6f0fe397-f0fe-4be0-a214-dd6cd0d55b6d" providerId="ADAL" clId="{768AA5A3-F952-4ADA-9271-6B0485F39F5C}" dt="2025-05-20T21:09:54.598" v="1336" actId="478"/>
        <pc:sldMkLst>
          <pc:docMk/>
          <pc:sldMk cId="1595373044" sldId="294"/>
        </pc:sldMkLst>
        <pc:spChg chg="mod">
          <ac:chgData name="Gerald Hilderink" userId="6f0fe397-f0fe-4be0-a214-dd6cd0d55b6d" providerId="ADAL" clId="{768AA5A3-F952-4ADA-9271-6B0485F39F5C}" dt="2025-05-20T20:50:38.517" v="745" actId="20577"/>
          <ac:spMkLst>
            <pc:docMk/>
            <pc:sldMk cId="1595373044" sldId="294"/>
            <ac:spMk id="2" creationId="{00000000-0000-0000-0000-000000000000}"/>
          </ac:spMkLst>
        </pc:spChg>
        <pc:spChg chg="mod">
          <ac:chgData name="Gerald Hilderink" userId="6f0fe397-f0fe-4be0-a214-dd6cd0d55b6d" providerId="ADAL" clId="{768AA5A3-F952-4ADA-9271-6B0485F39F5C}" dt="2025-05-20T20:41:40.428" v="84" actId="27636"/>
          <ac:spMkLst>
            <pc:docMk/>
            <pc:sldMk cId="1595373044" sldId="294"/>
            <ac:spMk id="3" creationId="{9215B6F8-9860-A879-DE97-606E22ACEF40}"/>
          </ac:spMkLst>
        </pc:spChg>
        <pc:spChg chg="mod">
          <ac:chgData name="Gerald Hilderink" userId="6f0fe397-f0fe-4be0-a214-dd6cd0d55b6d" providerId="ADAL" clId="{768AA5A3-F952-4ADA-9271-6B0485F39F5C}" dt="2025-05-20T21:09:33.554" v="1332" actId="14100"/>
          <ac:spMkLst>
            <pc:docMk/>
            <pc:sldMk cId="1595373044" sldId="294"/>
            <ac:spMk id="4" creationId="{B8614625-AD98-4FC1-BD72-3781B7C12E48}"/>
          </ac:spMkLst>
        </pc:spChg>
        <pc:spChg chg="del mod">
          <ac:chgData name="Gerald Hilderink" userId="6f0fe397-f0fe-4be0-a214-dd6cd0d55b6d" providerId="ADAL" clId="{768AA5A3-F952-4ADA-9271-6B0485F39F5C}" dt="2025-05-20T21:09:54.598" v="1336" actId="478"/>
          <ac:spMkLst>
            <pc:docMk/>
            <pc:sldMk cId="1595373044" sldId="294"/>
            <ac:spMk id="5" creationId="{C320C705-66DD-8F8D-D2D3-FBDF069FFC5D}"/>
          </ac:spMkLst>
        </pc:spChg>
      </pc:sldChg>
      <pc:sldChg chg="delSp modSp del mod">
        <pc:chgData name="Gerald Hilderink" userId="6f0fe397-f0fe-4be0-a214-dd6cd0d55b6d" providerId="ADAL" clId="{768AA5A3-F952-4ADA-9271-6B0485F39F5C}" dt="2025-05-20T20:43:06.192" v="209" actId="47"/>
        <pc:sldMkLst>
          <pc:docMk/>
          <pc:sldMk cId="2172724495" sldId="346"/>
        </pc:sldMkLst>
        <pc:spChg chg="mod">
          <ac:chgData name="Gerald Hilderink" userId="6f0fe397-f0fe-4be0-a214-dd6cd0d55b6d" providerId="ADAL" clId="{768AA5A3-F952-4ADA-9271-6B0485F39F5C}" dt="2025-05-20T20:43:02.839" v="208" actId="20577"/>
          <ac:spMkLst>
            <pc:docMk/>
            <pc:sldMk cId="2172724495" sldId="346"/>
            <ac:spMk id="2" creationId="{6B38B85F-F720-92A2-7148-72246DA035E9}"/>
          </ac:spMkLst>
        </pc:spChg>
        <pc:spChg chg="del">
          <ac:chgData name="Gerald Hilderink" userId="6f0fe397-f0fe-4be0-a214-dd6cd0d55b6d" providerId="ADAL" clId="{768AA5A3-F952-4ADA-9271-6B0485F39F5C}" dt="2025-05-20T20:42:51.329" v="193" actId="478"/>
          <ac:spMkLst>
            <pc:docMk/>
            <pc:sldMk cId="2172724495" sldId="346"/>
            <ac:spMk id="4" creationId="{8730A3CC-D05A-7C25-90B8-FEC263017997}"/>
          </ac:spMkLst>
        </pc:spChg>
        <pc:spChg chg="del">
          <ac:chgData name="Gerald Hilderink" userId="6f0fe397-f0fe-4be0-a214-dd6cd0d55b6d" providerId="ADAL" clId="{768AA5A3-F952-4ADA-9271-6B0485F39F5C}" dt="2025-05-20T20:42:51.329" v="193" actId="478"/>
          <ac:spMkLst>
            <pc:docMk/>
            <pc:sldMk cId="2172724495" sldId="346"/>
            <ac:spMk id="6" creationId="{F49F426D-2E7A-939C-52A7-809A36EA13F2}"/>
          </ac:spMkLst>
        </pc:spChg>
        <pc:picChg chg="del">
          <ac:chgData name="Gerald Hilderink" userId="6f0fe397-f0fe-4be0-a214-dd6cd0d55b6d" providerId="ADAL" clId="{768AA5A3-F952-4ADA-9271-6B0485F39F5C}" dt="2025-05-20T20:42:51.329" v="193" actId="478"/>
          <ac:picMkLst>
            <pc:docMk/>
            <pc:sldMk cId="2172724495" sldId="346"/>
            <ac:picMk id="12" creationId="{CAA5B82E-E38C-8E82-0F97-30D88BF00AB7}"/>
          </ac:picMkLst>
        </pc:picChg>
        <pc:picChg chg="del">
          <ac:chgData name="Gerald Hilderink" userId="6f0fe397-f0fe-4be0-a214-dd6cd0d55b6d" providerId="ADAL" clId="{768AA5A3-F952-4ADA-9271-6B0485F39F5C}" dt="2025-05-20T20:42:51.329" v="193" actId="478"/>
          <ac:picMkLst>
            <pc:docMk/>
            <pc:sldMk cId="2172724495" sldId="346"/>
            <ac:picMk id="13" creationId="{E2CA4EDA-FC82-DF0B-0A7D-2C65FC550CB0}"/>
          </ac:picMkLst>
        </pc:picChg>
      </pc:sldChg>
      <pc:sldChg chg="addSp delSp modSp mod">
        <pc:chgData name="Gerald Hilderink" userId="6f0fe397-f0fe-4be0-a214-dd6cd0d55b6d" providerId="ADAL" clId="{768AA5A3-F952-4ADA-9271-6B0485F39F5C}" dt="2025-05-20T22:18:13.462" v="4233"/>
        <pc:sldMkLst>
          <pc:docMk/>
          <pc:sldMk cId="355900479" sldId="347"/>
        </pc:sldMkLst>
        <pc:spChg chg="mod">
          <ac:chgData name="Gerald Hilderink" userId="6f0fe397-f0fe-4be0-a214-dd6cd0d55b6d" providerId="ADAL" clId="{768AA5A3-F952-4ADA-9271-6B0485F39F5C}" dt="2025-05-20T21:58:16.520" v="3594" actId="20577"/>
          <ac:spMkLst>
            <pc:docMk/>
            <pc:sldMk cId="355900479" sldId="347"/>
            <ac:spMk id="2" creationId="{B6FB023D-6671-C371-D7C5-6FC0EE8BE8D9}"/>
          </ac:spMkLst>
        </pc:spChg>
        <pc:spChg chg="mod">
          <ac:chgData name="Gerald Hilderink" userId="6f0fe397-f0fe-4be0-a214-dd6cd0d55b6d" providerId="ADAL" clId="{768AA5A3-F952-4ADA-9271-6B0485F39F5C}" dt="2025-05-20T22:17:16.721" v="4232" actId="404"/>
          <ac:spMkLst>
            <pc:docMk/>
            <pc:sldMk cId="355900479" sldId="347"/>
            <ac:spMk id="3" creationId="{739DE4B8-7FC6-C43E-2BDC-A8E932483EB1}"/>
          </ac:spMkLst>
        </pc:spChg>
        <pc:spChg chg="del">
          <ac:chgData name="Gerald Hilderink" userId="6f0fe397-f0fe-4be0-a214-dd6cd0d55b6d" providerId="ADAL" clId="{768AA5A3-F952-4ADA-9271-6B0485F39F5C}" dt="2025-05-20T21:45:04.077" v="3186" actId="478"/>
          <ac:spMkLst>
            <pc:docMk/>
            <pc:sldMk cId="355900479" sldId="347"/>
            <ac:spMk id="4" creationId="{76DCFED3-2BA9-8FEB-7959-2188A9424A20}"/>
          </ac:spMkLst>
        </pc:spChg>
        <pc:spChg chg="add mod">
          <ac:chgData name="Gerald Hilderink" userId="6f0fe397-f0fe-4be0-a214-dd6cd0d55b6d" providerId="ADAL" clId="{768AA5A3-F952-4ADA-9271-6B0485F39F5C}" dt="2025-05-20T22:15:04.895" v="4224" actId="1076"/>
          <ac:spMkLst>
            <pc:docMk/>
            <pc:sldMk cId="355900479" sldId="347"/>
            <ac:spMk id="6" creationId="{7952C1D1-7EA7-22C9-BA60-75F60B17011F}"/>
          </ac:spMkLst>
        </pc:spChg>
        <pc:spChg chg="add mod">
          <ac:chgData name="Gerald Hilderink" userId="6f0fe397-f0fe-4be0-a214-dd6cd0d55b6d" providerId="ADAL" clId="{768AA5A3-F952-4ADA-9271-6B0485F39F5C}" dt="2025-05-20T22:18:13.462" v="4233"/>
          <ac:spMkLst>
            <pc:docMk/>
            <pc:sldMk cId="355900479" sldId="347"/>
            <ac:spMk id="7" creationId="{4C2868DE-AB91-F941-FE82-850277FAF9F4}"/>
          </ac:spMkLst>
        </pc:spChg>
      </pc:sldChg>
      <pc:sldChg chg="del">
        <pc:chgData name="Gerald Hilderink" userId="6f0fe397-f0fe-4be0-a214-dd6cd0d55b6d" providerId="ADAL" clId="{768AA5A3-F952-4ADA-9271-6B0485F39F5C}" dt="2025-05-20T21:59:40.956" v="3648" actId="47"/>
        <pc:sldMkLst>
          <pc:docMk/>
          <pc:sldMk cId="1345600328" sldId="348"/>
        </pc:sldMkLst>
      </pc:sldChg>
      <pc:sldChg chg="del">
        <pc:chgData name="Gerald Hilderink" userId="6f0fe397-f0fe-4be0-a214-dd6cd0d55b6d" providerId="ADAL" clId="{768AA5A3-F952-4ADA-9271-6B0485F39F5C}" dt="2025-05-20T21:59:40.956" v="3648" actId="47"/>
        <pc:sldMkLst>
          <pc:docMk/>
          <pc:sldMk cId="3839727771" sldId="350"/>
        </pc:sldMkLst>
      </pc:sldChg>
      <pc:sldChg chg="del">
        <pc:chgData name="Gerald Hilderink" userId="6f0fe397-f0fe-4be0-a214-dd6cd0d55b6d" providerId="ADAL" clId="{768AA5A3-F952-4ADA-9271-6B0485F39F5C}" dt="2025-05-20T21:59:40.956" v="3648" actId="47"/>
        <pc:sldMkLst>
          <pc:docMk/>
          <pc:sldMk cId="310775432" sldId="355"/>
        </pc:sldMkLst>
      </pc:sldChg>
      <pc:sldChg chg="addSp delSp modSp mod modNotesTx">
        <pc:chgData name="Gerald Hilderink" userId="6f0fe397-f0fe-4be0-a214-dd6cd0d55b6d" providerId="ADAL" clId="{768AA5A3-F952-4ADA-9271-6B0485F39F5C}" dt="2025-05-20T21:13:44.772" v="1434" actId="115"/>
        <pc:sldMkLst>
          <pc:docMk/>
          <pc:sldMk cId="2808502477" sldId="356"/>
        </pc:sldMkLst>
        <pc:spChg chg="mod">
          <ac:chgData name="Gerald Hilderink" userId="6f0fe397-f0fe-4be0-a214-dd6cd0d55b6d" providerId="ADAL" clId="{768AA5A3-F952-4ADA-9271-6B0485F39F5C}" dt="2025-05-20T21:07:22.165" v="1324" actId="20577"/>
          <ac:spMkLst>
            <pc:docMk/>
            <pc:sldMk cId="2808502477" sldId="356"/>
            <ac:spMk id="2" creationId="{B6FB023D-6671-C371-D7C5-6FC0EE8BE8D9}"/>
          </ac:spMkLst>
        </pc:spChg>
        <pc:spChg chg="mod">
          <ac:chgData name="Gerald Hilderink" userId="6f0fe397-f0fe-4be0-a214-dd6cd0d55b6d" providerId="ADAL" clId="{768AA5A3-F952-4ADA-9271-6B0485F39F5C}" dt="2025-05-20T21:13:44.772" v="1434" actId="115"/>
          <ac:spMkLst>
            <pc:docMk/>
            <pc:sldMk cId="2808502477" sldId="356"/>
            <ac:spMk id="3" creationId="{739DE4B8-7FC6-C43E-2BDC-A8E932483EB1}"/>
          </ac:spMkLst>
        </pc:spChg>
        <pc:spChg chg="del mod">
          <ac:chgData name="Gerald Hilderink" userId="6f0fe397-f0fe-4be0-a214-dd6cd0d55b6d" providerId="ADAL" clId="{768AA5A3-F952-4ADA-9271-6B0485F39F5C}" dt="2025-05-20T21:10:22.038" v="1338" actId="478"/>
          <ac:spMkLst>
            <pc:docMk/>
            <pc:sldMk cId="2808502477" sldId="356"/>
            <ac:spMk id="4" creationId="{ED5CF7F7-F2DA-8FB2-AA0E-3D23B183FDED}"/>
          </ac:spMkLst>
        </pc:spChg>
        <pc:spChg chg="add">
          <ac:chgData name="Gerald Hilderink" userId="6f0fe397-f0fe-4be0-a214-dd6cd0d55b6d" providerId="ADAL" clId="{768AA5A3-F952-4ADA-9271-6B0485F39F5C}" dt="2025-05-20T20:59:46.946" v="1155"/>
          <ac:spMkLst>
            <pc:docMk/>
            <pc:sldMk cId="2808502477" sldId="356"/>
            <ac:spMk id="6" creationId="{38D7EF15-E875-560F-90C5-E043C91FB49C}"/>
          </ac:spMkLst>
        </pc:spChg>
        <pc:spChg chg="add del mod">
          <ac:chgData name="Gerald Hilderink" userId="6f0fe397-f0fe-4be0-a214-dd6cd0d55b6d" providerId="ADAL" clId="{768AA5A3-F952-4ADA-9271-6B0485F39F5C}" dt="2025-05-20T21:13:36.702" v="1433" actId="478"/>
          <ac:spMkLst>
            <pc:docMk/>
            <pc:sldMk cId="2808502477" sldId="356"/>
            <ac:spMk id="8" creationId="{299BFC16-710C-BB50-E689-5E79B587299A}"/>
          </ac:spMkLst>
        </pc:spChg>
      </pc:sldChg>
      <pc:sldChg chg="del">
        <pc:chgData name="Gerald Hilderink" userId="6f0fe397-f0fe-4be0-a214-dd6cd0d55b6d" providerId="ADAL" clId="{768AA5A3-F952-4ADA-9271-6B0485F39F5C}" dt="2025-05-20T21:59:40.956" v="3648" actId="47"/>
        <pc:sldMkLst>
          <pc:docMk/>
          <pc:sldMk cId="4157073223" sldId="357"/>
        </pc:sldMkLst>
      </pc:sldChg>
      <pc:sldChg chg="del">
        <pc:chgData name="Gerald Hilderink" userId="6f0fe397-f0fe-4be0-a214-dd6cd0d55b6d" providerId="ADAL" clId="{768AA5A3-F952-4ADA-9271-6B0485F39F5C}" dt="2025-05-20T21:59:40.956" v="3648" actId="47"/>
        <pc:sldMkLst>
          <pc:docMk/>
          <pc:sldMk cId="1751330880" sldId="359"/>
        </pc:sldMkLst>
      </pc:sldChg>
      <pc:sldChg chg="del">
        <pc:chgData name="Gerald Hilderink" userId="6f0fe397-f0fe-4be0-a214-dd6cd0d55b6d" providerId="ADAL" clId="{768AA5A3-F952-4ADA-9271-6B0485F39F5C}" dt="2025-05-20T21:59:40.956" v="3648" actId="47"/>
        <pc:sldMkLst>
          <pc:docMk/>
          <pc:sldMk cId="1847029037" sldId="360"/>
        </pc:sldMkLst>
      </pc:sldChg>
      <pc:sldChg chg="addSp modSp add mod modNotesTx">
        <pc:chgData name="Gerald Hilderink" userId="6f0fe397-f0fe-4be0-a214-dd6cd0d55b6d" providerId="ADAL" clId="{768AA5A3-F952-4ADA-9271-6B0485F39F5C}" dt="2025-05-20T22:16:23.300" v="4225" actId="6549"/>
        <pc:sldMkLst>
          <pc:docMk/>
          <pc:sldMk cId="2761511934" sldId="361"/>
        </pc:sldMkLst>
        <pc:spChg chg="mod">
          <ac:chgData name="Gerald Hilderink" userId="6f0fe397-f0fe-4be0-a214-dd6cd0d55b6d" providerId="ADAL" clId="{768AA5A3-F952-4ADA-9271-6B0485F39F5C}" dt="2025-05-20T22:07:08.848" v="3856" actId="6549"/>
          <ac:spMkLst>
            <pc:docMk/>
            <pc:sldMk cId="2761511934" sldId="361"/>
            <ac:spMk id="3" creationId="{F152AA7C-A975-3F4C-3E16-E189592837EB}"/>
          </ac:spMkLst>
        </pc:spChg>
        <pc:spChg chg="add mod">
          <ac:chgData name="Gerald Hilderink" userId="6f0fe397-f0fe-4be0-a214-dd6cd0d55b6d" providerId="ADAL" clId="{768AA5A3-F952-4ADA-9271-6B0485F39F5C}" dt="2025-05-20T21:58:05.280" v="3584" actId="20577"/>
          <ac:spMkLst>
            <pc:docMk/>
            <pc:sldMk cId="2761511934" sldId="361"/>
            <ac:spMk id="7" creationId="{DCE8ABA2-A9F4-38C0-621D-F79C71C69891}"/>
          </ac:spMkLst>
        </pc:spChg>
        <pc:spChg chg="add mod">
          <ac:chgData name="Gerald Hilderink" userId="6f0fe397-f0fe-4be0-a214-dd6cd0d55b6d" providerId="ADAL" clId="{768AA5A3-F952-4ADA-9271-6B0485F39F5C}" dt="2025-05-20T21:57:16.920" v="3562" actId="14100"/>
          <ac:spMkLst>
            <pc:docMk/>
            <pc:sldMk cId="2761511934" sldId="361"/>
            <ac:spMk id="9" creationId="{1ABF819D-D77F-517F-2190-FB0E1623CE27}"/>
          </ac:spMkLst>
        </pc:spChg>
      </pc:sldChg>
      <pc:sldChg chg="modSp add mod modNotesTx">
        <pc:chgData name="Gerald Hilderink" userId="6f0fe397-f0fe-4be0-a214-dd6cd0d55b6d" providerId="ADAL" clId="{768AA5A3-F952-4ADA-9271-6B0485F39F5C}" dt="2025-05-20T22:22:24.310" v="4246" actId="6549"/>
        <pc:sldMkLst>
          <pc:docMk/>
          <pc:sldMk cId="3953003451" sldId="362"/>
        </pc:sldMkLst>
        <pc:spChg chg="mod">
          <ac:chgData name="Gerald Hilderink" userId="6f0fe397-f0fe-4be0-a214-dd6cd0d55b6d" providerId="ADAL" clId="{768AA5A3-F952-4ADA-9271-6B0485F39F5C}" dt="2025-05-20T22:22:24.310" v="4246" actId="6549"/>
          <ac:spMkLst>
            <pc:docMk/>
            <pc:sldMk cId="3953003451" sldId="362"/>
            <ac:spMk id="3" creationId="{8EA090D4-974B-DFC3-AECF-F870DD1F5CE8}"/>
          </ac:spMkLst>
        </pc:spChg>
        <pc:spChg chg="mod">
          <ac:chgData name="Gerald Hilderink" userId="6f0fe397-f0fe-4be0-a214-dd6cd0d55b6d" providerId="ADAL" clId="{768AA5A3-F952-4ADA-9271-6B0485F39F5C}" dt="2025-05-20T21:10:02.626" v="1337"/>
          <ac:spMkLst>
            <pc:docMk/>
            <pc:sldMk cId="3953003451" sldId="362"/>
            <ac:spMk id="4" creationId="{B59A19E4-7A9A-DCA5-291E-CAE8303FA3CC}"/>
          </ac:spMkLst>
        </pc:spChg>
      </pc:sldChg>
      <pc:sldChg chg="modSp add mod modNotesTx">
        <pc:chgData name="Gerald Hilderink" userId="6f0fe397-f0fe-4be0-a214-dd6cd0d55b6d" providerId="ADAL" clId="{768AA5A3-F952-4ADA-9271-6B0485F39F5C}" dt="2025-05-20T22:16:32.911" v="4227" actId="5793"/>
        <pc:sldMkLst>
          <pc:docMk/>
          <pc:sldMk cId="3718475749" sldId="363"/>
        </pc:sldMkLst>
        <pc:spChg chg="mod">
          <ac:chgData name="Gerald Hilderink" userId="6f0fe397-f0fe-4be0-a214-dd6cd0d55b6d" providerId="ADAL" clId="{768AA5A3-F952-4ADA-9271-6B0485F39F5C}" dt="2025-05-20T21:15:13.531" v="1445" actId="207"/>
          <ac:spMkLst>
            <pc:docMk/>
            <pc:sldMk cId="3718475749" sldId="363"/>
            <ac:spMk id="3" creationId="{A235BF68-182C-6979-001C-323A7BF0B097}"/>
          </ac:spMkLst>
        </pc:spChg>
        <pc:spChg chg="mod">
          <ac:chgData name="Gerald Hilderink" userId="6f0fe397-f0fe-4be0-a214-dd6cd0d55b6d" providerId="ADAL" clId="{768AA5A3-F952-4ADA-9271-6B0485F39F5C}" dt="2025-05-20T22:03:18.906" v="3713" actId="20577"/>
          <ac:spMkLst>
            <pc:docMk/>
            <pc:sldMk cId="3718475749" sldId="363"/>
            <ac:spMk id="8" creationId="{9D23A9EA-08D3-E34D-5B42-A953FB89258F}"/>
          </ac:spMkLst>
        </pc:spChg>
      </pc:sldChg>
    </pc:docChg>
  </pc:docChgLst>
  <pc:docChgLst>
    <pc:chgData name="Gerald Hilderink" userId="b3cdae5091de7a84" providerId="LiveId" clId="{F137EE99-066C-4B6E-8FB9-56D86BCC5B9D}"/>
    <pc:docChg chg="undo custSel addSld delSld modSld sldOrd delMainMaster modMainMaster modSection">
      <pc:chgData name="Gerald Hilderink" userId="b3cdae5091de7a84" providerId="LiveId" clId="{F137EE99-066C-4B6E-8FB9-56D86BCC5B9D}" dt="2022-02-17T15:15:42.532" v="792" actId="47"/>
      <pc:docMkLst>
        <pc:docMk/>
      </pc:docMkLst>
      <pc:sldChg chg="add">
        <pc:chgData name="Gerald Hilderink" userId="b3cdae5091de7a84" providerId="LiveId" clId="{F137EE99-066C-4B6E-8FB9-56D86BCC5B9D}" dt="2022-02-17T15:14:23.554" v="791"/>
        <pc:sldMkLst>
          <pc:docMk/>
          <pc:sldMk cId="3476377668" sldId="265"/>
        </pc:sldMkLst>
      </pc:sldChg>
      <pc:sldChg chg="addSp delSp modSp mod modClrScheme chgLayout">
        <pc:chgData name="Gerald Hilderink" userId="b3cdae5091de7a84" providerId="LiveId" clId="{F137EE99-066C-4B6E-8FB9-56D86BCC5B9D}" dt="2022-02-17T13:10:34.979" v="110" actId="27636"/>
        <pc:sldMkLst>
          <pc:docMk/>
          <pc:sldMk cId="1595373044" sldId="294"/>
        </pc:sldMkLst>
      </pc:sldChg>
      <pc:sldChg chg="modSp del">
        <pc:chgData name="Gerald Hilderink" userId="b3cdae5091de7a84" providerId="LiveId" clId="{F137EE99-066C-4B6E-8FB9-56D86BCC5B9D}" dt="2022-02-17T15:15:42.532" v="792" actId="47"/>
        <pc:sldMkLst>
          <pc:docMk/>
          <pc:sldMk cId="3340398535" sldId="300"/>
        </pc:sldMkLst>
      </pc:sldChg>
      <pc:sldChg chg="modSp del">
        <pc:chgData name="Gerald Hilderink" userId="b3cdae5091de7a84" providerId="LiveId" clId="{F137EE99-066C-4B6E-8FB9-56D86BCC5B9D}" dt="2022-02-17T15:15:42.532" v="792" actId="47"/>
        <pc:sldMkLst>
          <pc:docMk/>
          <pc:sldMk cId="2178245261" sldId="304"/>
        </pc:sldMkLst>
      </pc:sldChg>
      <pc:sldChg chg="modSp mod">
        <pc:chgData name="Gerald Hilderink" userId="b3cdae5091de7a84" providerId="LiveId" clId="{F137EE99-066C-4B6E-8FB9-56D86BCC5B9D}" dt="2022-02-17T13:07:31.954" v="70" actId="1076"/>
        <pc:sldMkLst>
          <pc:docMk/>
          <pc:sldMk cId="1990980259" sldId="307"/>
        </pc:sldMkLst>
      </pc:sldChg>
      <pc:sldChg chg="delSp modSp mod modClrScheme chgLayout">
        <pc:chgData name="Gerald Hilderink" userId="b3cdae5091de7a84" providerId="LiveId" clId="{F137EE99-066C-4B6E-8FB9-56D86BCC5B9D}" dt="2022-02-17T15:09:20.119" v="764" actId="1037"/>
        <pc:sldMkLst>
          <pc:docMk/>
          <pc:sldMk cId="3737052441" sldId="308"/>
        </pc:sldMkLst>
      </pc:sldChg>
      <pc:sldChg chg="addSp delSp modSp mod modClrScheme chgLayout">
        <pc:chgData name="Gerald Hilderink" userId="b3cdae5091de7a84" providerId="LiveId" clId="{F137EE99-066C-4B6E-8FB9-56D86BCC5B9D}" dt="2022-02-17T15:05:52.230" v="690" actId="1076"/>
        <pc:sldMkLst>
          <pc:docMk/>
          <pc:sldMk cId="3864369882" sldId="309"/>
        </pc:sldMkLst>
      </pc:sldChg>
      <pc:sldChg chg="modSp del mod">
        <pc:chgData name="Gerald Hilderink" userId="b3cdae5091de7a84" providerId="LiveId" clId="{F137EE99-066C-4B6E-8FB9-56D86BCC5B9D}" dt="2022-02-17T15:15:42.532" v="792" actId="47"/>
        <pc:sldMkLst>
          <pc:docMk/>
          <pc:sldMk cId="4210513928" sldId="311"/>
        </pc:sldMkLst>
      </pc:sldChg>
      <pc:sldChg chg="modSp del mod">
        <pc:chgData name="Gerald Hilderink" userId="b3cdae5091de7a84" providerId="LiveId" clId="{F137EE99-066C-4B6E-8FB9-56D86BCC5B9D}" dt="2022-02-17T15:15:42.532" v="792" actId="47"/>
        <pc:sldMkLst>
          <pc:docMk/>
          <pc:sldMk cId="928917943" sldId="314"/>
        </pc:sldMkLst>
      </pc:sldChg>
      <pc:sldChg chg="addSp delSp modSp mod modClrScheme chgLayout">
        <pc:chgData name="Gerald Hilderink" userId="b3cdae5091de7a84" providerId="LiveId" clId="{F137EE99-066C-4B6E-8FB9-56D86BCC5B9D}" dt="2022-02-17T13:13:25.382" v="174" actId="948"/>
        <pc:sldMkLst>
          <pc:docMk/>
          <pc:sldMk cId="1135114083" sldId="317"/>
        </pc:sldMkLst>
      </pc:sldChg>
      <pc:sldChg chg="delSp modSp mod modClrScheme chgLayout">
        <pc:chgData name="Gerald Hilderink" userId="b3cdae5091de7a84" providerId="LiveId" clId="{F137EE99-066C-4B6E-8FB9-56D86BCC5B9D}" dt="2022-02-17T13:35:31.400" v="276" actId="20577"/>
        <pc:sldMkLst>
          <pc:docMk/>
          <pc:sldMk cId="3388621270" sldId="319"/>
        </pc:sldMkLst>
      </pc:sldChg>
      <pc:sldChg chg="addSp delSp modSp mod modClrScheme chgLayout">
        <pc:chgData name="Gerald Hilderink" userId="b3cdae5091de7a84" providerId="LiveId" clId="{F137EE99-066C-4B6E-8FB9-56D86BCC5B9D}" dt="2022-02-17T14:51:24.774" v="305" actId="6549"/>
        <pc:sldMkLst>
          <pc:docMk/>
          <pc:sldMk cId="3271614797" sldId="320"/>
        </pc:sldMkLst>
      </pc:sldChg>
      <pc:sldChg chg="modSp del">
        <pc:chgData name="Gerald Hilderink" userId="b3cdae5091de7a84" providerId="LiveId" clId="{F137EE99-066C-4B6E-8FB9-56D86BCC5B9D}" dt="2022-02-17T15:15:42.532" v="792" actId="47"/>
        <pc:sldMkLst>
          <pc:docMk/>
          <pc:sldMk cId="3404387081" sldId="324"/>
        </pc:sldMkLst>
      </pc:sldChg>
      <pc:sldChg chg="modSp mod ord modClrScheme chgLayout">
        <pc:chgData name="Gerald Hilderink" userId="b3cdae5091de7a84" providerId="LiveId" clId="{F137EE99-066C-4B6E-8FB9-56D86BCC5B9D}" dt="2022-02-17T14:50:56.450" v="289"/>
        <pc:sldMkLst>
          <pc:docMk/>
          <pc:sldMk cId="2825550449" sldId="325"/>
        </pc:sldMkLst>
      </pc:sldChg>
      <pc:sldChg chg="modSp del mod">
        <pc:chgData name="Gerald Hilderink" userId="b3cdae5091de7a84" providerId="LiveId" clId="{F137EE99-066C-4B6E-8FB9-56D86BCC5B9D}" dt="2022-02-17T15:15:42.532" v="792" actId="47"/>
        <pc:sldMkLst>
          <pc:docMk/>
          <pc:sldMk cId="310422495" sldId="326"/>
        </pc:sldMkLst>
      </pc:sldChg>
      <pc:sldChg chg="addSp delSp modSp mod modClrScheme modAnim chgLayout">
        <pc:chgData name="Gerald Hilderink" userId="b3cdae5091de7a84" providerId="LiveId" clId="{F137EE99-066C-4B6E-8FB9-56D86BCC5B9D}" dt="2022-02-17T13:33:39.137" v="237" actId="1076"/>
        <pc:sldMkLst>
          <pc:docMk/>
          <pc:sldMk cId="226752577" sldId="328"/>
        </pc:sldMkLst>
      </pc:sldChg>
      <pc:sldChg chg="modSp del">
        <pc:chgData name="Gerald Hilderink" userId="b3cdae5091de7a84" providerId="LiveId" clId="{F137EE99-066C-4B6E-8FB9-56D86BCC5B9D}" dt="2022-02-17T15:15:42.532" v="792" actId="47"/>
        <pc:sldMkLst>
          <pc:docMk/>
          <pc:sldMk cId="979770008" sldId="340"/>
        </pc:sldMkLst>
      </pc:sldChg>
      <pc:sldChg chg="modSp del">
        <pc:chgData name="Gerald Hilderink" userId="b3cdae5091de7a84" providerId="LiveId" clId="{F137EE99-066C-4B6E-8FB9-56D86BCC5B9D}" dt="2022-02-17T15:15:42.532" v="792" actId="47"/>
        <pc:sldMkLst>
          <pc:docMk/>
          <pc:sldMk cId="1899216681" sldId="342"/>
        </pc:sldMkLst>
      </pc:sldChg>
      <pc:sldChg chg="delSp modSp mod modClrScheme chgLayout">
        <pc:chgData name="Gerald Hilderink" userId="b3cdae5091de7a84" providerId="LiveId" clId="{F137EE99-066C-4B6E-8FB9-56D86BCC5B9D}" dt="2022-02-17T15:14:11.424" v="790" actId="478"/>
        <pc:sldMkLst>
          <pc:docMk/>
          <pc:sldMk cId="1249948987" sldId="343"/>
        </pc:sldMkLst>
      </pc:sldChg>
      <pc:sldChg chg="modSp del">
        <pc:chgData name="Gerald Hilderink" userId="b3cdae5091de7a84" providerId="LiveId" clId="{F137EE99-066C-4B6E-8FB9-56D86BCC5B9D}" dt="2022-02-17T15:15:42.532" v="792" actId="47"/>
        <pc:sldMkLst>
          <pc:docMk/>
          <pc:sldMk cId="2581163260" sldId="344"/>
        </pc:sldMkLst>
      </pc:sldChg>
      <pc:sldChg chg="delSp modSp mod modClrScheme chgLayout">
        <pc:chgData name="Gerald Hilderink" userId="b3cdae5091de7a84" providerId="LiveId" clId="{F137EE99-066C-4B6E-8FB9-56D86BCC5B9D}" dt="2022-02-17T15:08:00.472" v="694" actId="948"/>
        <pc:sldMkLst>
          <pc:docMk/>
          <pc:sldMk cId="900862403" sldId="345"/>
        </pc:sldMkLst>
      </pc:sldChg>
      <pc:sldChg chg="modSp del mod">
        <pc:chgData name="Gerald Hilderink" userId="b3cdae5091de7a84" providerId="LiveId" clId="{F137EE99-066C-4B6E-8FB9-56D86BCC5B9D}" dt="2022-02-17T15:15:42.532" v="792" actId="47"/>
        <pc:sldMkLst>
          <pc:docMk/>
          <pc:sldMk cId="2348108847" sldId="346"/>
        </pc:sldMkLst>
      </pc:sldChg>
      <pc:sldChg chg="modSp del">
        <pc:chgData name="Gerald Hilderink" userId="b3cdae5091de7a84" providerId="LiveId" clId="{F137EE99-066C-4B6E-8FB9-56D86BCC5B9D}" dt="2022-02-17T15:15:42.532" v="792" actId="47"/>
        <pc:sldMkLst>
          <pc:docMk/>
          <pc:sldMk cId="844302234" sldId="347"/>
        </pc:sldMkLst>
      </pc:sldChg>
      <pc:sldMasterChg chg="addSp delSldLayout">
        <pc:chgData name="Gerald Hilderink" userId="b3cdae5091de7a84" providerId="LiveId" clId="{F137EE99-066C-4B6E-8FB9-56D86BCC5B9D}" dt="2022-02-17T13:09:37.521" v="84" actId="2696"/>
        <pc:sldMasterMkLst>
          <pc:docMk/>
          <pc:sldMasterMk cId="2689373006" sldId="2147483833"/>
        </pc:sldMasterMkLst>
        <pc:sldLayoutChg chg="del">
          <pc:chgData name="Gerald Hilderink" userId="b3cdae5091de7a84" providerId="LiveId" clId="{F137EE99-066C-4B6E-8FB9-56D86BCC5B9D}" dt="2022-02-17T13:09:37.378" v="83" actId="2696"/>
          <pc:sldLayoutMkLst>
            <pc:docMk/>
            <pc:sldMasterMk cId="2689373006" sldId="2147483833"/>
            <pc:sldLayoutMk cId="259953943" sldId="2147483837"/>
          </pc:sldLayoutMkLst>
        </pc:sldLayoutChg>
        <pc:sldLayoutChg chg="del">
          <pc:chgData name="Gerald Hilderink" userId="b3cdae5091de7a84" providerId="LiveId" clId="{F137EE99-066C-4B6E-8FB9-56D86BCC5B9D}" dt="2022-02-17T13:09:37.521" v="84" actId="2696"/>
          <pc:sldLayoutMkLst>
            <pc:docMk/>
            <pc:sldMasterMk cId="2689373006" sldId="2147483833"/>
            <pc:sldLayoutMk cId="3153865763" sldId="2147483838"/>
          </pc:sldLayoutMkLst>
        </pc:sldLayoutChg>
      </pc:sldMasterChg>
      <pc:sldMasterChg chg="addSp">
        <pc:chgData name="Gerald Hilderink" userId="b3cdae5091de7a84" providerId="LiveId" clId="{F137EE99-066C-4B6E-8FB9-56D86BCC5B9D}" dt="2022-02-17T13:08:39.119" v="80"/>
        <pc:sldMasterMkLst>
          <pc:docMk/>
          <pc:sldMasterMk cId="3994874755" sldId="2147483845"/>
        </pc:sldMasterMkLst>
      </pc:sldMasterChg>
      <pc:sldMasterChg chg="del delSldLayout">
        <pc:chgData name="Gerald Hilderink" userId="b3cdae5091de7a84" providerId="LiveId" clId="{F137EE99-066C-4B6E-8FB9-56D86BCC5B9D}" dt="2022-02-17T13:10:25.026" v="108" actId="2696"/>
        <pc:sldMasterMkLst>
          <pc:docMk/>
          <pc:sldMasterMk cId="276287246" sldId="2147483854"/>
        </pc:sldMasterMkLst>
        <pc:sldLayoutChg chg="del">
          <pc:chgData name="Gerald Hilderink" userId="b3cdae5091de7a84" providerId="LiveId" clId="{F137EE99-066C-4B6E-8FB9-56D86BCC5B9D}" dt="2022-02-17T13:10:25.020" v="104" actId="2696"/>
          <pc:sldLayoutMkLst>
            <pc:docMk/>
            <pc:sldMasterMk cId="276287246" sldId="2147483854"/>
            <pc:sldLayoutMk cId="1771836499" sldId="2147483855"/>
          </pc:sldLayoutMkLst>
        </pc:sldLayoutChg>
        <pc:sldLayoutChg chg="del">
          <pc:chgData name="Gerald Hilderink" userId="b3cdae5091de7a84" providerId="LiveId" clId="{F137EE99-066C-4B6E-8FB9-56D86BCC5B9D}" dt="2022-02-17T13:10:25.022" v="105" actId="2696"/>
          <pc:sldLayoutMkLst>
            <pc:docMk/>
            <pc:sldMasterMk cId="276287246" sldId="2147483854"/>
            <pc:sldLayoutMk cId="3852775502" sldId="2147483859"/>
          </pc:sldLayoutMkLst>
        </pc:sldLayoutChg>
        <pc:sldLayoutChg chg="del">
          <pc:chgData name="Gerald Hilderink" userId="b3cdae5091de7a84" providerId="LiveId" clId="{F137EE99-066C-4B6E-8FB9-56D86BCC5B9D}" dt="2022-02-17T13:10:25.023" v="106" actId="2696"/>
          <pc:sldLayoutMkLst>
            <pc:docMk/>
            <pc:sldMasterMk cId="276287246" sldId="2147483854"/>
            <pc:sldLayoutMk cId="4185625449" sldId="2147483860"/>
          </pc:sldLayoutMkLst>
        </pc:sldLayoutChg>
        <pc:sldLayoutChg chg="del">
          <pc:chgData name="Gerald Hilderink" userId="b3cdae5091de7a84" providerId="LiveId" clId="{F137EE99-066C-4B6E-8FB9-56D86BCC5B9D}" dt="2022-02-17T13:10:25.024" v="107" actId="2696"/>
          <pc:sldLayoutMkLst>
            <pc:docMk/>
            <pc:sldMasterMk cId="276287246" sldId="2147483854"/>
            <pc:sldLayoutMk cId="2243850633" sldId="2147483861"/>
          </pc:sldLayoutMkLst>
        </pc:sldLayoutChg>
      </pc:sldMasterChg>
      <pc:sldMasterChg chg="delSldLayout">
        <pc:chgData name="Gerald Hilderink" userId="b3cdae5091de7a84" providerId="LiveId" clId="{F137EE99-066C-4B6E-8FB9-56D86BCC5B9D}" dt="2022-02-17T15:15:42.532" v="792" actId="47"/>
        <pc:sldMasterMkLst>
          <pc:docMk/>
          <pc:sldMasterMk cId="973826063" sldId="2147483862"/>
        </pc:sldMasterMkLst>
        <pc:sldLayoutChg chg="del">
          <pc:chgData name="Gerald Hilderink" userId="b3cdae5091de7a84" providerId="LiveId" clId="{F137EE99-066C-4B6E-8FB9-56D86BCC5B9D}" dt="2022-02-17T15:15:42.532" v="792" actId="47"/>
          <pc:sldLayoutMkLst>
            <pc:docMk/>
            <pc:sldMasterMk cId="973826063" sldId="2147483862"/>
            <pc:sldLayoutMk cId="3970567777" sldId="2147483871"/>
          </pc:sldLayoutMkLst>
        </pc:sldLayoutChg>
      </pc:sldMasterChg>
    </pc:docChg>
  </pc:docChgLst>
  <pc:docChgLst>
    <pc:chgData name="Gerald Hilderink" userId="b3cdae5091de7a84" providerId="LiveId" clId="{6CA6A6FB-2623-4A0D-BC3B-2C1275FC863A}"/>
    <pc:docChg chg="undo custSel addSld delSld modSld sldOrd modSection">
      <pc:chgData name="Gerald Hilderink" userId="b3cdae5091de7a84" providerId="LiveId" clId="{6CA6A6FB-2623-4A0D-BC3B-2C1275FC863A}" dt="2021-07-06T08:45:01.034" v="2463" actId="47"/>
      <pc:docMkLst>
        <pc:docMk/>
      </pc:docMkLst>
      <pc:sldChg chg="modSp del mod ord modNotesTx">
        <pc:chgData name="Gerald Hilderink" userId="b3cdae5091de7a84" providerId="LiveId" clId="{6CA6A6FB-2623-4A0D-BC3B-2C1275FC863A}" dt="2021-07-06T08:45:01.034" v="2463" actId="47"/>
        <pc:sldMkLst>
          <pc:docMk/>
          <pc:sldMk cId="2834864203" sldId="291"/>
        </pc:sldMkLst>
      </pc:sldChg>
      <pc:sldChg chg="modSp ord modNotesTx">
        <pc:chgData name="Gerald Hilderink" userId="b3cdae5091de7a84" providerId="LiveId" clId="{6CA6A6FB-2623-4A0D-BC3B-2C1275FC863A}" dt="2021-07-05T11:53:56.218" v="132" actId="14100"/>
        <pc:sldMkLst>
          <pc:docMk/>
          <pc:sldMk cId="1990980259" sldId="307"/>
        </pc:sldMkLst>
      </pc:sldChg>
      <pc:sldChg chg="modSp mod">
        <pc:chgData name="Gerald Hilderink" userId="b3cdae5091de7a84" providerId="LiveId" clId="{6CA6A6FB-2623-4A0D-BC3B-2C1275FC863A}" dt="2021-07-05T12:29:21.711" v="563" actId="6549"/>
        <pc:sldMkLst>
          <pc:docMk/>
          <pc:sldMk cId="3864369882" sldId="309"/>
        </pc:sldMkLst>
      </pc:sldChg>
      <pc:sldChg chg="modSp mod">
        <pc:chgData name="Gerald Hilderink" userId="b3cdae5091de7a84" providerId="LiveId" clId="{6CA6A6FB-2623-4A0D-BC3B-2C1275FC863A}" dt="2021-07-05T13:51:06.725" v="1074" actId="21"/>
        <pc:sldMkLst>
          <pc:docMk/>
          <pc:sldMk cId="4210513928" sldId="311"/>
        </pc:sldMkLst>
      </pc:sldChg>
      <pc:sldChg chg="modNotesTx">
        <pc:chgData name="Gerald Hilderink" userId="b3cdae5091de7a84" providerId="LiveId" clId="{6CA6A6FB-2623-4A0D-BC3B-2C1275FC863A}" dt="2021-07-05T12:09:44.558" v="229" actId="12"/>
        <pc:sldMkLst>
          <pc:docMk/>
          <pc:sldMk cId="1135114083" sldId="317"/>
        </pc:sldMkLst>
      </pc:sldChg>
      <pc:sldChg chg="addSp modSp mod">
        <pc:chgData name="Gerald Hilderink" userId="b3cdae5091de7a84" providerId="LiveId" clId="{6CA6A6FB-2623-4A0D-BC3B-2C1275FC863A}" dt="2021-07-05T12:17:16.541" v="240" actId="1076"/>
        <pc:sldMkLst>
          <pc:docMk/>
          <pc:sldMk cId="3388621270" sldId="319"/>
        </pc:sldMkLst>
      </pc:sldChg>
      <pc:sldChg chg="modSp mod">
        <pc:chgData name="Gerald Hilderink" userId="b3cdae5091de7a84" providerId="LiveId" clId="{6CA6A6FB-2623-4A0D-BC3B-2C1275FC863A}" dt="2021-07-05T12:18:43.253" v="243" actId="14100"/>
        <pc:sldMkLst>
          <pc:docMk/>
          <pc:sldMk cId="3271614797" sldId="320"/>
        </pc:sldMkLst>
      </pc:sldChg>
      <pc:sldChg chg="modSp mod">
        <pc:chgData name="Gerald Hilderink" userId="b3cdae5091de7a84" providerId="LiveId" clId="{6CA6A6FB-2623-4A0D-BC3B-2C1275FC863A}" dt="2021-07-06T08:44:11.036" v="2462" actId="14100"/>
        <pc:sldMkLst>
          <pc:docMk/>
          <pc:sldMk cId="3404387081" sldId="324"/>
        </pc:sldMkLst>
      </pc:sldChg>
      <pc:sldChg chg="del">
        <pc:chgData name="Gerald Hilderink" userId="b3cdae5091de7a84" providerId="LiveId" clId="{6CA6A6FB-2623-4A0D-BC3B-2C1275FC863A}" dt="2021-07-05T14:11:26.182" v="1729" actId="47"/>
        <pc:sldMkLst>
          <pc:docMk/>
          <pc:sldMk cId="3080267998" sldId="337"/>
        </pc:sldMkLst>
      </pc:sldChg>
      <pc:sldChg chg="del">
        <pc:chgData name="Gerald Hilderink" userId="b3cdae5091de7a84" providerId="LiveId" clId="{6CA6A6FB-2623-4A0D-BC3B-2C1275FC863A}" dt="2021-07-05T14:09:30.979" v="1726" actId="47"/>
        <pc:sldMkLst>
          <pc:docMk/>
          <pc:sldMk cId="534105696" sldId="341"/>
        </pc:sldMkLst>
      </pc:sldChg>
      <pc:sldChg chg="delSp modSp mod">
        <pc:chgData name="Gerald Hilderink" userId="b3cdae5091de7a84" providerId="LiveId" clId="{6CA6A6FB-2623-4A0D-BC3B-2C1275FC863A}" dt="2021-07-05T12:50:39.825" v="1066" actId="1036"/>
        <pc:sldMkLst>
          <pc:docMk/>
          <pc:sldMk cId="1249948987" sldId="343"/>
        </pc:sldMkLst>
      </pc:sldChg>
      <pc:sldChg chg="add ord">
        <pc:chgData name="Gerald Hilderink" userId="b3cdae5091de7a84" providerId="LiveId" clId="{6CA6A6FB-2623-4A0D-BC3B-2C1275FC863A}" dt="2021-07-05T12:16:17.154" v="236"/>
        <pc:sldMkLst>
          <pc:docMk/>
          <pc:sldMk cId="2581163260" sldId="344"/>
        </pc:sldMkLst>
      </pc:sldChg>
      <pc:sldChg chg="addSp delSp modSp add mod">
        <pc:chgData name="Gerald Hilderink" userId="b3cdae5091de7a84" providerId="LiveId" clId="{6CA6A6FB-2623-4A0D-BC3B-2C1275FC863A}" dt="2021-07-05T12:47:52.248" v="945" actId="20577"/>
        <pc:sldMkLst>
          <pc:docMk/>
          <pc:sldMk cId="900862403" sldId="345"/>
        </pc:sldMkLst>
      </pc:sldChg>
      <pc:sldChg chg="delSp modSp add mod ord">
        <pc:chgData name="Gerald Hilderink" userId="b3cdae5091de7a84" providerId="LiveId" clId="{6CA6A6FB-2623-4A0D-BC3B-2C1275FC863A}" dt="2021-07-05T14:08:58.447" v="1725" actId="14100"/>
        <pc:sldMkLst>
          <pc:docMk/>
          <pc:sldMk cId="2348108847" sldId="346"/>
        </pc:sldMkLst>
      </pc:sldChg>
      <pc:sldChg chg="addSp delSp modSp add mod delAnim modAnim">
        <pc:chgData name="Gerald Hilderink" userId="b3cdae5091de7a84" providerId="LiveId" clId="{6CA6A6FB-2623-4A0D-BC3B-2C1275FC863A}" dt="2021-07-05T16:44:40.042" v="2461" actId="1036"/>
        <pc:sldMkLst>
          <pc:docMk/>
          <pc:sldMk cId="844302234" sldId="3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5592224" y="0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5046B-E3A6-4E43-9D24-8C38ABDF8202}" type="datetimeFigureOut">
              <a:t>05/21/2025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6403837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5592224" y="6403837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2CFB6-CBE2-1D40-B0FD-77D0D9479B87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425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224" y="0"/>
            <a:ext cx="4278154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12D3C-7461-4ADE-8845-61BDFF734A98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42963"/>
            <a:ext cx="4043363" cy="2274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244642"/>
            <a:ext cx="7898130" cy="26547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03837"/>
            <a:ext cx="4278154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224" y="6403837"/>
            <a:ext cx="4278154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20465-08FB-42B7-AB3A-8AD2F0194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3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Problem-Solving &amp; Critical Thinking</a:t>
            </a:r>
            <a:r>
              <a:rPr lang="en-US" dirty="0"/>
              <a:t> – Understanding complex problems and finding efficient solutions is crucial.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System Design &amp; Architecture</a:t>
            </a:r>
            <a:r>
              <a:rPr lang="en-US" dirty="0"/>
              <a:t> – Learning how to design scalable, maintainable systems is key for long-term success.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Communication &amp; Collaboration</a:t>
            </a:r>
            <a:r>
              <a:rPr lang="en-US" dirty="0"/>
              <a:t> – Engineers often work in teams, so clear communication and teamwork are essential.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Project Management</a:t>
            </a:r>
            <a:r>
              <a:rPr lang="en-US" dirty="0"/>
              <a:t> – Understanding Agile methodologies, version control, and workflow management helps streamline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Cybersecurity Awareness</a:t>
            </a:r>
            <a:r>
              <a:rPr lang="en-US" dirty="0"/>
              <a:t> – Knowing security best practices ensures safe and reliable software.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Cloud Computing &amp; DevOps</a:t>
            </a:r>
            <a:r>
              <a:rPr lang="en-US" dirty="0"/>
              <a:t> – Familiarity with cloud platforms (AWS, Azure, GCP) and DevOps practices improves deployment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Structures &amp; Algorithms</a:t>
            </a:r>
            <a:r>
              <a:rPr lang="en-US" dirty="0"/>
              <a:t> – Strong foundational knowledge helps optimize performance and scalability.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&amp; Product Understanding</a:t>
            </a:r>
            <a:r>
              <a:rPr lang="en-US" dirty="0"/>
              <a:t> – Knowing how software impacts business goals makes engineers more valuable.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Adaptability &amp; Continuous Learning</a:t>
            </a:r>
            <a:r>
              <a:rPr lang="en-US" dirty="0"/>
              <a:t> – Staying updated with new technologies and trends is essential in a fast-changing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20465-08FB-42B7-AB3A-8AD2F01945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89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F43C1-9F72-5C5D-3796-7086E41A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2E188-C548-D8CE-67AD-6C851B9F5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55346-BA37-7B74-C0B9-EBB98BB8D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499A8-B435-85BB-B87D-5B118457F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20465-08FB-42B7-AB3A-8AD2F01945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15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0260-1B02-9163-BEB9-05FF145D8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B3A0C-1B07-49C7-2ECD-E1B75AB99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7B3C4-41E2-7F61-7F17-8F4032B9B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07533-CBDB-6883-4EDA-ADA223FD7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20465-08FB-42B7-AB3A-8AD2F01945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88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2718E-7B8E-4038-FEFA-36A0809C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E329E-A7AC-6D45-1840-81D8CC020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61883-2A6B-2304-5090-45ECA982D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4F9E6-00A6-C5DC-DC7A-3EE522A03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20465-08FB-42B7-AB3A-8AD2F01945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56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DC00E-8D22-48E2-AE3C-57A4BDD8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0275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19E90C-B23D-4635-BB90-2993F18D35E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 smtClean="0"/>
              <a:t>‹#›</a:t>
            </a:fld>
            <a:endParaRPr lang="nl"/>
          </a:p>
        </p:txBody>
      </p:sp>
    </p:spTree>
    <p:extLst>
      <p:ext uri="{BB962C8B-B14F-4D97-AF65-F5344CB8AC3E}">
        <p14:creationId xmlns:p14="http://schemas.microsoft.com/office/powerpoint/2010/main" val="166430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 hasCustomPrompt="1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600" b="1">
                <a:solidFill>
                  <a:srgbClr val="683265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 dirty="0"/>
              <a:t>Title Arial 36 Bold</a:t>
            </a:r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 hasCustomPrompt="1"/>
          </p:nvPr>
        </p:nvSpPr>
        <p:spPr>
          <a:xfrm>
            <a:off x="311700" y="2834124"/>
            <a:ext cx="8520600" cy="14579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 dirty="0"/>
              <a:t>Subtitle Arial 28 Bold</a:t>
            </a:r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38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>
  <p:cSld name="1_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184C84-0720-4A4F-91D2-2DEB18C25E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83590"/>
            <a:ext cx="8520600" cy="54551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683265"/>
                </a:solidFill>
              </a:defRPr>
            </a:lvl1pPr>
          </a:lstStyle>
          <a:p>
            <a:r>
              <a:rPr lang="en-US" dirty="0"/>
              <a:t>Title – Arial 30 Bold</a:t>
            </a:r>
          </a:p>
        </p:txBody>
      </p:sp>
    </p:spTree>
    <p:extLst>
      <p:ext uri="{BB962C8B-B14F-4D97-AF65-F5344CB8AC3E}">
        <p14:creationId xmlns:p14="http://schemas.microsoft.com/office/powerpoint/2010/main" val="253157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>
  <p:cSld name="1_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F0A462C1-B580-4E6E-B3DB-42160CF4C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83590"/>
            <a:ext cx="8520600" cy="54551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683265"/>
                </a:solidFill>
              </a:defRPr>
            </a:lvl1pPr>
          </a:lstStyle>
          <a:p>
            <a:r>
              <a:rPr lang="en-US" dirty="0"/>
              <a:t>Title – Arial 30 Bold</a:t>
            </a:r>
          </a:p>
        </p:txBody>
      </p:sp>
    </p:spTree>
    <p:extLst>
      <p:ext uri="{BB962C8B-B14F-4D97-AF65-F5344CB8AC3E}">
        <p14:creationId xmlns:p14="http://schemas.microsoft.com/office/powerpoint/2010/main" val="93332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77894CA-7661-40BA-AA9E-2B2667EE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5861" y="1345210"/>
            <a:ext cx="6080125" cy="569316"/>
          </a:xfrm>
          <a:prstGeom prst="rect">
            <a:avLst/>
          </a:prstGeom>
        </p:spPr>
        <p:txBody>
          <a:bodyPr/>
          <a:lstStyle>
            <a:lvl1pPr algn="r">
              <a:defRPr sz="3200" b="1">
                <a:solidFill>
                  <a:srgbClr val="65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CA6529C-0416-484F-9328-C137E922F3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5860" y="1921022"/>
            <a:ext cx="6080125" cy="4152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800">
                <a:solidFill>
                  <a:srgbClr val="65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7FDC11D-A3CA-4B92-8199-89836AD715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95860" y="2723276"/>
            <a:ext cx="6080125" cy="4152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302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77894CA-7661-40BA-AA9E-2B2667EE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5861" y="1345210"/>
            <a:ext cx="6080125" cy="569316"/>
          </a:xfrm>
          <a:prstGeom prst="rect">
            <a:avLst/>
          </a:prstGeom>
        </p:spPr>
        <p:txBody>
          <a:bodyPr/>
          <a:lstStyle>
            <a:lvl1pPr algn="r">
              <a:defRPr sz="3200" b="1">
                <a:solidFill>
                  <a:srgbClr val="65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CA6529C-0416-484F-9328-C137E922F3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5860" y="1921022"/>
            <a:ext cx="6080125" cy="4152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800">
                <a:solidFill>
                  <a:srgbClr val="65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7FDC11D-A3CA-4B92-8199-89836AD715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95860" y="2723276"/>
            <a:ext cx="6080125" cy="4152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304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xion 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7CC11-4313-DB7E-D9F5-757039C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712" y="580768"/>
            <a:ext cx="5713515" cy="625463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767C3-3A85-08A6-E472-B5F122E2C5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Software Design Report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535E9-4ED5-B20E-D030-20D6114193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‹#›</a:t>
            </a:fld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5FACA-3094-6B31-A574-D4995FB95F8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170712" y="2236573"/>
            <a:ext cx="5713514" cy="2443887"/>
          </a:xfrm>
        </p:spPr>
        <p:txBody>
          <a:bodyPr/>
          <a:lstStyle>
            <a:lvl1pPr marL="0" indent="0" algn="r">
              <a:buNone/>
              <a:defRPr/>
            </a:lvl1pPr>
            <a:lvl2pPr marL="342900" indent="0" algn="r">
              <a:buNone/>
              <a:defRPr/>
            </a:lvl2pPr>
            <a:lvl3pPr marL="685800" indent="0" algn="r">
              <a:buNone/>
              <a:defRPr/>
            </a:lvl3pPr>
            <a:lvl4pPr marL="1028700" indent="0" algn="r">
              <a:buNone/>
              <a:defRPr/>
            </a:lvl4pPr>
            <a:lvl5pPr marL="13716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2D7D03-5859-AC11-EF8F-447DBD0962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0711" y="1218892"/>
            <a:ext cx="5713809" cy="399844"/>
          </a:xfrm>
        </p:spPr>
        <p:txBody>
          <a:bodyPr/>
          <a:lstStyle>
            <a:lvl1pPr marL="0" indent="0" algn="r">
              <a:buNone/>
              <a:defRPr>
                <a:latin typeface="Aptos Light" panose="020F0502020204030204" pitchFamily="34" charset="0"/>
              </a:defRPr>
            </a:lvl1pPr>
            <a:lvl2pPr>
              <a:defRPr>
                <a:latin typeface="Aptos Light" panose="020F0502020204030204" pitchFamily="34" charset="0"/>
              </a:defRPr>
            </a:lvl2pPr>
          </a:lstStyle>
          <a:p>
            <a:pPr lvl="0"/>
            <a:r>
              <a:rPr lang="en-US" dirty="0"/>
              <a:t>Click to edit Sub title styles</a:t>
            </a:r>
          </a:p>
        </p:txBody>
      </p:sp>
    </p:spTree>
    <p:extLst>
      <p:ext uri="{BB962C8B-B14F-4D97-AF65-F5344CB8AC3E}">
        <p14:creationId xmlns:p14="http://schemas.microsoft.com/office/powerpoint/2010/main" val="658310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xio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7CC11-4313-DB7E-D9F5-757039C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039" y="273844"/>
            <a:ext cx="5523188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767C3-3A85-08A6-E472-B5F122E2C5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Software Design Report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535E9-4ED5-B20E-D030-20D6114193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‹#›</a:t>
            </a:fld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5FACA-3094-6B31-A574-D4995FB95F8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61038" y="1497250"/>
            <a:ext cx="5523188" cy="31832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4479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xion 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9EE0B92A-A73A-4C1F-A960-EBEE0651E7E5}"/>
              </a:ext>
            </a:extLst>
          </p:cNvPr>
          <p:cNvSpPr/>
          <p:nvPr/>
        </p:nvSpPr>
        <p:spPr>
          <a:xfrm>
            <a:off x="3037114" y="0"/>
            <a:ext cx="6106886" cy="5143500"/>
          </a:xfrm>
          <a:prstGeom prst="rect">
            <a:avLst/>
          </a:prstGeom>
          <a:solidFill>
            <a:srgbClr val="009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</p:spTree>
    <p:extLst>
      <p:ext uri="{BB962C8B-B14F-4D97-AF65-F5344CB8AC3E}">
        <p14:creationId xmlns:p14="http://schemas.microsoft.com/office/powerpoint/2010/main" val="2033293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77894CA-7661-40BA-AA9E-2B2667EE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5861" y="1345210"/>
            <a:ext cx="6080125" cy="569316"/>
          </a:xfrm>
          <a:prstGeom prst="rect">
            <a:avLst/>
          </a:prstGeom>
        </p:spPr>
        <p:txBody>
          <a:bodyPr/>
          <a:lstStyle>
            <a:lvl1pPr algn="r">
              <a:defRPr sz="3200" b="1">
                <a:solidFill>
                  <a:srgbClr val="65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CA6529C-0416-484F-9328-C137E922F3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5860" y="1921022"/>
            <a:ext cx="6080125" cy="4152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800">
                <a:solidFill>
                  <a:srgbClr val="6533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7FDC11D-A3CA-4B92-8199-89836AD715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95860" y="2723276"/>
            <a:ext cx="6080125" cy="4152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070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axion Firs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A382-27B7-E922-C03C-9CD018C28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109" y="841772"/>
            <a:ext cx="7403242" cy="1790700"/>
          </a:xfrm>
        </p:spPr>
        <p:txBody>
          <a:bodyPr anchor="b"/>
          <a:lstStyle>
            <a:lvl1pPr algn="ctr">
              <a:defRPr sz="4500">
                <a:solidFill>
                  <a:srgbClr val="009C8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12136-C7BC-A6C6-FAD2-399D80378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109" y="2701528"/>
            <a:ext cx="7403242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AA17C-865A-A8E6-F6B9-27082E4B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2109" y="4767263"/>
            <a:ext cx="6926003" cy="273844"/>
          </a:xfrm>
        </p:spPr>
        <p:txBody>
          <a:bodyPr/>
          <a:lstStyle/>
          <a:p>
            <a:r>
              <a:rPr lang="en-US"/>
              <a:t>Software Design Report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243CF-CF32-1829-6CE1-D2EDDAAB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91549" y="4767263"/>
            <a:ext cx="423801" cy="273844"/>
          </a:xfrm>
        </p:spPr>
        <p:txBody>
          <a:bodyPr/>
          <a:lstStyle/>
          <a:p>
            <a:fld id="{5380974E-FF91-4B28-852F-D3CD07969B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7261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xion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7CC11-4313-DB7E-D9F5-757039C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859" y="273844"/>
            <a:ext cx="7815368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767C3-3A85-08A6-E472-B5F122E2C5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Software Design Report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535E9-4ED5-B20E-D030-20D6114193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‹#›</a:t>
            </a:fld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5FACA-3094-6B31-A574-D4995FB95F8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64196" y="1497250"/>
            <a:ext cx="7820030" cy="31832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5589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xion Las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613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axion Firs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A382-27B7-E922-C03C-9CD018C28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268" y="841772"/>
            <a:ext cx="7874083" cy="1790700"/>
          </a:xfrm>
        </p:spPr>
        <p:txBody>
          <a:bodyPr anchor="b"/>
          <a:lstStyle>
            <a:lvl1pPr algn="ctr">
              <a:defRPr sz="4500">
                <a:solidFill>
                  <a:srgbClr val="009C8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12136-C7BC-A6C6-FAD2-399D80378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268" y="2701528"/>
            <a:ext cx="7874083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AA17C-865A-A8E6-F6B9-27082E4B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87384" y="4767263"/>
            <a:ext cx="6550727" cy="273844"/>
          </a:xfrm>
        </p:spPr>
        <p:txBody>
          <a:bodyPr/>
          <a:lstStyle/>
          <a:p>
            <a:r>
              <a:rPr lang="en-US"/>
              <a:t>Software Design Report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243CF-CF32-1829-6CE1-D2EDDAAB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91549" y="4767263"/>
            <a:ext cx="423801" cy="273844"/>
          </a:xfrm>
        </p:spPr>
        <p:txBody>
          <a:bodyPr/>
          <a:lstStyle/>
          <a:p>
            <a:fld id="{5380974E-FF91-4B28-852F-D3CD07969B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0650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xion 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1726F7-A1D1-4F7D-A6A9-F4BE37A8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00" y="375213"/>
            <a:ext cx="8322358" cy="580030"/>
          </a:xfrm>
        </p:spPr>
        <p:txBody>
          <a:bodyPr/>
          <a:lstStyle>
            <a:lvl1pPr algn="l">
              <a:defRPr sz="3000">
                <a:solidFill>
                  <a:srgbClr val="009C8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01B3125-4D60-4C8B-8468-32E19AAC16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000" y="1255816"/>
            <a:ext cx="8310563" cy="3126179"/>
          </a:xfrm>
        </p:spPr>
        <p:txBody>
          <a:bodyPr/>
          <a:lstStyle>
            <a:lvl1pPr algn="l"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4F031-CDB8-BE5D-E054-9D9AADFD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Design Report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1E45D-BAA9-B972-7E8B-D66EBE9E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60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xion Las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98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5" name="Rechthoek 8">
            <a:extLst>
              <a:ext uri="{FF2B5EF4-FFF2-40B4-BE49-F238E27FC236}">
                <a16:creationId xmlns:a16="http://schemas.microsoft.com/office/drawing/2014/main" id="{04AE44F9-DC43-40DB-8265-09D6BE6513CD}"/>
              </a:ext>
            </a:extLst>
          </p:cNvPr>
          <p:cNvSpPr/>
          <p:nvPr/>
        </p:nvSpPr>
        <p:spPr>
          <a:xfrm>
            <a:off x="0" y="4514258"/>
            <a:ext cx="5037992" cy="45719"/>
          </a:xfrm>
          <a:prstGeom prst="rect">
            <a:avLst/>
          </a:prstGeom>
          <a:solidFill>
            <a:srgbClr val="7A4779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26" name="Picture 2" descr="OrientaLazio 2020 :: Chi Partecipa">
            <a:extLst>
              <a:ext uri="{FF2B5EF4-FFF2-40B4-BE49-F238E27FC236}">
                <a16:creationId xmlns:a16="http://schemas.microsoft.com/office/drawing/2014/main" id="{FFED4835-0506-4CCE-9AFD-CE2ED6AB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4" y="4607841"/>
            <a:ext cx="973143" cy="4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F00E233-3B97-4B0B-971E-690EB8C892C9}"/>
              </a:ext>
            </a:extLst>
          </p:cNvPr>
          <p:cNvSpPr/>
          <p:nvPr/>
        </p:nvSpPr>
        <p:spPr>
          <a:xfrm>
            <a:off x="93134" y="4607841"/>
            <a:ext cx="1013923" cy="471600"/>
          </a:xfrm>
          <a:prstGeom prst="rect">
            <a:avLst/>
          </a:prstGeom>
          <a:noFill/>
          <a:ln w="6350">
            <a:solidFill>
              <a:srgbClr val="6832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8260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6" r:id="rId3"/>
    <p:sldLayoutId id="2147483867" r:id="rId4"/>
    <p:sldLayoutId id="2147483869" r:id="rId5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63C447-E279-4140-9ED3-EE72523A3F03}"/>
              </a:ext>
            </a:extLst>
          </p:cNvPr>
          <p:cNvSpPr/>
          <p:nvPr/>
        </p:nvSpPr>
        <p:spPr>
          <a:xfrm>
            <a:off x="0" y="0"/>
            <a:ext cx="1653486" cy="5143499"/>
          </a:xfrm>
          <a:prstGeom prst="rect">
            <a:avLst/>
          </a:prstGeom>
          <a:solidFill>
            <a:srgbClr val="65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CC7648-C824-42B5-AF5B-DFA10CB2716B}"/>
              </a:ext>
            </a:extLst>
          </p:cNvPr>
          <p:cNvSpPr/>
          <p:nvPr/>
        </p:nvSpPr>
        <p:spPr>
          <a:xfrm>
            <a:off x="198093" y="0"/>
            <a:ext cx="1257300" cy="1254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FC2A3C3-FDF1-4F77-BC63-A3874B1A9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680" y="115495"/>
            <a:ext cx="979213" cy="5880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A5DEAB-7127-48E0-9364-F4699E3DAAF8}"/>
              </a:ext>
            </a:extLst>
          </p:cNvPr>
          <p:cNvSpPr txBox="1"/>
          <p:nvPr/>
        </p:nvSpPr>
        <p:spPr>
          <a:xfrm>
            <a:off x="369144" y="740671"/>
            <a:ext cx="979214" cy="32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700" b="1" dirty="0">
                <a:solidFill>
                  <a:srgbClr val="653366"/>
                </a:solidFill>
              </a:rPr>
              <a:t>University of</a:t>
            </a:r>
            <a:br>
              <a:rPr lang="en-US" sz="700" b="1" dirty="0">
                <a:solidFill>
                  <a:srgbClr val="653366"/>
                </a:solidFill>
              </a:rPr>
            </a:br>
            <a:r>
              <a:rPr lang="en-US" sz="700" b="1" dirty="0">
                <a:solidFill>
                  <a:srgbClr val="653366"/>
                </a:solidFill>
              </a:rPr>
              <a:t>Applied Sciences</a:t>
            </a:r>
          </a:p>
        </p:txBody>
      </p:sp>
    </p:spTree>
    <p:extLst>
      <p:ext uri="{BB962C8B-B14F-4D97-AF65-F5344CB8AC3E}">
        <p14:creationId xmlns:p14="http://schemas.microsoft.com/office/powerpoint/2010/main" val="176443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13">
            <a:extLst>
              <a:ext uri="{FF2B5EF4-FFF2-40B4-BE49-F238E27FC236}">
                <a16:creationId xmlns:a16="http://schemas.microsoft.com/office/drawing/2014/main" id="{43A02532-AFB4-8245-5791-55E77A78B6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000" y="4354691"/>
            <a:ext cx="1128600" cy="411484"/>
          </a:xfrm>
          <a:prstGeom prst="rect">
            <a:avLst/>
          </a:prstGeom>
        </p:spPr>
      </p:pic>
      <p:sp>
        <p:nvSpPr>
          <p:cNvPr id="7" name="Rechthoek 8">
            <a:extLst>
              <a:ext uri="{FF2B5EF4-FFF2-40B4-BE49-F238E27FC236}">
                <a16:creationId xmlns:a16="http://schemas.microsoft.com/office/drawing/2014/main" id="{2A7828AD-BEE6-0A33-A5E2-2256CAAEF959}"/>
              </a:ext>
            </a:extLst>
          </p:cNvPr>
          <p:cNvSpPr/>
          <p:nvPr/>
        </p:nvSpPr>
        <p:spPr>
          <a:xfrm>
            <a:off x="4" y="0"/>
            <a:ext cx="3045600" cy="5143500"/>
          </a:xfrm>
          <a:prstGeom prst="rect">
            <a:avLst/>
          </a:prstGeom>
          <a:solidFill>
            <a:srgbClr val="009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27996-25F1-6496-1C19-92351A165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712" y="273844"/>
            <a:ext cx="5713515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D5A96-BC97-309F-1C77-1C7ACD94E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0712" y="1353787"/>
            <a:ext cx="5713515" cy="327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07941-1EBD-43FC-DCA5-201DEB89A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0712" y="4767263"/>
            <a:ext cx="52949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Software Design Report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A5888-D9C3-1A71-F891-950F8CB44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3945" y="4767263"/>
            <a:ext cx="3302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 smtClean="0"/>
              <a:t>‹#›</a:t>
            </a:fld>
            <a:endParaRPr lang="nl"/>
          </a:p>
        </p:txBody>
      </p:sp>
      <p:pic>
        <p:nvPicPr>
          <p:cNvPr id="9" name="Afbeelding 13">
            <a:extLst>
              <a:ext uri="{FF2B5EF4-FFF2-40B4-BE49-F238E27FC236}">
                <a16:creationId xmlns:a16="http://schemas.microsoft.com/office/drawing/2014/main" id="{BC3D03F0-957E-3CDA-432B-FCDBF33A78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00" y="4468991"/>
            <a:ext cx="1128600" cy="41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009C8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13">
            <a:extLst>
              <a:ext uri="{FF2B5EF4-FFF2-40B4-BE49-F238E27FC236}">
                <a16:creationId xmlns:a16="http://schemas.microsoft.com/office/drawing/2014/main" id="{43A02532-AFB4-8245-5791-55E77A78B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00" y="4354691"/>
            <a:ext cx="1128600" cy="411484"/>
          </a:xfrm>
          <a:prstGeom prst="rect">
            <a:avLst/>
          </a:prstGeom>
        </p:spPr>
      </p:pic>
      <p:sp>
        <p:nvSpPr>
          <p:cNvPr id="7" name="Rechthoek 8">
            <a:extLst>
              <a:ext uri="{FF2B5EF4-FFF2-40B4-BE49-F238E27FC236}">
                <a16:creationId xmlns:a16="http://schemas.microsoft.com/office/drawing/2014/main" id="{2A7828AD-BEE6-0A33-A5E2-2256CAAEF959}"/>
              </a:ext>
            </a:extLst>
          </p:cNvPr>
          <p:cNvSpPr/>
          <p:nvPr/>
        </p:nvSpPr>
        <p:spPr>
          <a:xfrm>
            <a:off x="5" y="0"/>
            <a:ext cx="788373" cy="5143500"/>
          </a:xfrm>
          <a:prstGeom prst="rect">
            <a:avLst/>
          </a:prstGeom>
          <a:solidFill>
            <a:srgbClr val="009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13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27996-25F1-6496-1C19-92351A165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124" y="273844"/>
            <a:ext cx="7958104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D5A96-BC97-309F-1C77-1C7ACD94E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124" y="1383958"/>
            <a:ext cx="7958104" cy="3248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07941-1EBD-43FC-DCA5-201DEB89A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1373" y="4767263"/>
            <a:ext cx="75442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Software Design Report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A5888-D9C3-1A71-F891-950F8CB44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3945" y="4767263"/>
            <a:ext cx="3302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0974E-FF91-4B28-852F-D3CD07969BCB}" type="slidenum">
              <a:rPr lang="nl-NL" smtClean="0"/>
              <a:t>‹#›</a:t>
            </a:fld>
            <a:endParaRPr lang="nl-NL"/>
          </a:p>
        </p:txBody>
      </p:sp>
      <p:pic>
        <p:nvPicPr>
          <p:cNvPr id="9" name="Afbeelding 13">
            <a:extLst>
              <a:ext uri="{FF2B5EF4-FFF2-40B4-BE49-F238E27FC236}">
                <a16:creationId xmlns:a16="http://schemas.microsoft.com/office/drawing/2014/main" id="{BC3D03F0-957E-3CDA-432B-FCDBF33A7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960" y="4746402"/>
            <a:ext cx="500419" cy="18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009C8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>
            <a:extLst>
              <a:ext uri="{FF2B5EF4-FFF2-40B4-BE49-F238E27FC236}">
                <a16:creationId xmlns:a16="http://schemas.microsoft.com/office/drawing/2014/main" id="{82D7232F-6567-4478-A980-A756C72F9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32" y="4544647"/>
            <a:ext cx="1038289" cy="378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27996-25F1-6496-1C19-92351A165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139793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D5A96-BC97-309F-1C77-1C7ACD94E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8139792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07941-1EBD-43FC-DCA5-201DEB89A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87384" y="4767263"/>
            <a:ext cx="682682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Software Design Report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A5888-D9C3-1A71-F891-950F8CB44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0346" y="4767263"/>
            <a:ext cx="3525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0974E-FF91-4B28-852F-D3CD07969B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3056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Design Report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14625-AD98-4FC1-BD72-3781B7C12E4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170712" y="2871710"/>
            <a:ext cx="5713514" cy="1500848"/>
          </a:xfrm>
        </p:spPr>
        <p:txBody>
          <a:bodyPr>
            <a:normAutofit/>
          </a:bodyPr>
          <a:lstStyle/>
          <a:p>
            <a:r>
              <a:rPr lang="en-US" sz="1800" dirty="0"/>
              <a:t>System Context Diagrams</a:t>
            </a:r>
          </a:p>
          <a:p>
            <a:r>
              <a:rPr lang="en-US" sz="1800" dirty="0"/>
              <a:t>Class Diagrams</a:t>
            </a:r>
          </a:p>
          <a:p>
            <a:r>
              <a:rPr lang="en-US" sz="1800" dirty="0"/>
              <a:t>Markdown and </a:t>
            </a:r>
            <a:r>
              <a:rPr lang="en-US" sz="1800" dirty="0" err="1"/>
              <a:t>PlantUML</a:t>
            </a:r>
            <a:endParaRPr lang="en-US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5B6F8-9860-A879-DE97-606E22ACE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0711" y="1218892"/>
            <a:ext cx="5713809" cy="807616"/>
          </a:xfrm>
        </p:spPr>
        <p:txBody>
          <a:bodyPr>
            <a:normAutofit/>
          </a:bodyPr>
          <a:lstStyle/>
          <a:p>
            <a:r>
              <a:rPr lang="en-US" dirty="0"/>
              <a:t>Home Groups</a:t>
            </a:r>
          </a:p>
          <a:p>
            <a:r>
              <a:rPr lang="en-US" dirty="0"/>
              <a:t>Project Autonomous Systems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46C7E-6A86-ABD5-76D2-A375E6737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1</a:t>
            </a:fld>
            <a:endParaRPr lang="nl-NL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4CDFA6-D7FA-A05A-D1FA-18976A62D0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Software Design Report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95373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023D-6671-C371-D7C5-6FC0EE8BE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programming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DE4B8-7FC6-C43E-2BDC-A8E932483EB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64196" y="1003370"/>
            <a:ext cx="7884090" cy="403773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/>
              <a:t>Software engineers need a diverse skill set beyond programming to excel in their careers, such as: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Problem-Solving &amp; Critical Thinking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System Design &amp; Architecture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Communication &amp; Collaboration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Project Management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Cybersecurity Awareness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Cloud Computing &amp; DevOps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Data Structures &amp; Algorithms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Business &amp; Product Understanding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Adaptability &amp; Continuous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05DF0-84AF-ECFB-7F00-DFE73E23C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850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D2392-15C7-DAF8-43BE-7190A704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7CE5-839B-5087-1A8B-412308B3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programming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5BF68-182C-6979-001C-323A7BF0B0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64196" y="1003370"/>
            <a:ext cx="7884090" cy="403773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/>
              <a:t>Software engineers need a diverse skill set beyond programming to excel in their careers, such as: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Problem-Solving</a:t>
            </a:r>
            <a:r>
              <a:rPr lang="en-US" sz="1800" b="1" dirty="0"/>
              <a:t> </a:t>
            </a:r>
            <a:r>
              <a:rPr lang="en-US" sz="1800" dirty="0"/>
              <a:t>&amp; Critical Thinking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b="1" u="sng" dirty="0">
                <a:solidFill>
                  <a:schemeClr val="accent3">
                    <a:lumMod val="75000"/>
                  </a:schemeClr>
                </a:solidFill>
              </a:rPr>
              <a:t>System Design </a:t>
            </a:r>
            <a:r>
              <a:rPr lang="en-US" sz="1800" dirty="0"/>
              <a:t>&amp; Architecture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Communication &amp; Collaboration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Project Management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Cybersecurity Awareness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Cloud Computing &amp; DevOps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Data Structures &amp; Algorithms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dirty="0"/>
              <a:t>Business &amp;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Product Understanding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Adaptability &amp; Continuous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03383-F8A8-5197-A8EA-70BD75F9EA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3</a:t>
            </a:fld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23A9EA-08D3-E34D-5B42-A953FB89258F}"/>
              </a:ext>
            </a:extLst>
          </p:cNvPr>
          <p:cNvSpPr txBox="1"/>
          <p:nvPr/>
        </p:nvSpPr>
        <p:spPr>
          <a:xfrm>
            <a:off x="6003352" y="2568629"/>
            <a:ext cx="25505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Skills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 comes together in the </a:t>
            </a:r>
            <a:b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Project Autonomous Systems !</a:t>
            </a:r>
            <a:b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</a:br>
            <a:b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Here we fo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cus on System Design!</a:t>
            </a:r>
            <a:endParaRPr lang="en-US" sz="18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475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20D36-151B-98FB-51D3-82CB6FF6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9AFF-603F-6F87-A8FD-1F16AEB7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Experiencing software design (1</a:t>
            </a:r>
            <a:r>
              <a:rPr lang="en-US" baseline="30000" dirty="0"/>
              <a:t>st</a:t>
            </a:r>
            <a:r>
              <a:rPr lang="en-US" dirty="0"/>
              <a:t> year)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090D4-974B-DFC3-AECF-F870DD1F5C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64196" y="1350744"/>
            <a:ext cx="8010606" cy="349397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sz="2000" dirty="0"/>
              <a:t>You must make a </a:t>
            </a:r>
            <a:r>
              <a:rPr lang="en-US" sz="2000" b="1" dirty="0"/>
              <a:t>software design report</a:t>
            </a:r>
            <a:r>
              <a:rPr lang="en-US" sz="2000" dirty="0"/>
              <a:t> in VS Code and </a:t>
            </a:r>
            <a:br>
              <a:rPr lang="en-US" sz="2000" dirty="0"/>
            </a:br>
            <a:r>
              <a:rPr lang="en-US" sz="2000" dirty="0"/>
              <a:t>submit on Brightspace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800" dirty="0"/>
              <a:t>based on a user story (sprint backlog tasks) you have worked on in the project, </a:t>
            </a:r>
            <a:br>
              <a:rPr lang="en-US" sz="1800" dirty="0"/>
            </a:br>
            <a:r>
              <a:rPr lang="en-US" sz="1800" dirty="0"/>
              <a:t>each team members must choose a different user story.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800" dirty="0"/>
              <a:t>you show that you can design one or more System Context Diagrams and one or more Class Diagrams,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800" dirty="0"/>
              <a:t>report must be written as a Markdown file (.md) file using </a:t>
            </a:r>
            <a:r>
              <a:rPr lang="en-US" sz="1800" dirty="0" err="1"/>
              <a:t>PlantUML</a:t>
            </a:r>
            <a:r>
              <a:rPr lang="en-US" sz="1800" dirty="0"/>
              <a:t>,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800" dirty="0"/>
              <a:t>you must use the reader “</a:t>
            </a:r>
            <a:r>
              <a:rPr lang="en-US" sz="1800" i="1" u="sng" dirty="0"/>
              <a:t>SoftwareDesignTutorial.md”</a:t>
            </a:r>
            <a:r>
              <a:rPr lang="en-US" sz="1800" i="1" dirty="0"/>
              <a:t> in VS Code!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A19E4-7A9A-DCA5-291E-CAE8303FA3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 dirty="0"/>
              <a:t>Software Design Report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32F19-E05E-0B8E-5915-078FAF6265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3003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83AA6-F56D-6F9F-E062-CFE99E16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4B03-2742-6B30-3C11-8FD94EF7B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Experiencing software design (1</a:t>
            </a:r>
            <a:r>
              <a:rPr lang="en-US" baseline="30000" dirty="0"/>
              <a:t>st</a:t>
            </a:r>
            <a:r>
              <a:rPr lang="en-US" dirty="0"/>
              <a:t> year)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2AA7C-A975-3F4C-3E16-E189592837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64196" y="1350744"/>
            <a:ext cx="7884090" cy="3493971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sz="2000" dirty="0"/>
              <a:t>Submission in Brightspace per team member.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800" dirty="0"/>
              <a:t>At submission point, 4 design reports must be submitted</a:t>
            </a:r>
            <a:endParaRPr lang="en-US" sz="1800" b="1" dirty="0"/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800" b="1" dirty="0"/>
              <a:t>Pass/No-pass </a:t>
            </a:r>
            <a:r>
              <a:rPr lang="en-US" sz="1800" dirty="0"/>
              <a:t>with PUSGO indicator and feedback, in Brightspace</a:t>
            </a:r>
            <a:br>
              <a:rPr lang="en-US" sz="1800" dirty="0"/>
            </a:br>
            <a:r>
              <a:rPr lang="en-US" sz="1800" dirty="0"/>
              <a:t>(PU = No-pass, SGO = Pass)</a:t>
            </a:r>
          </a:p>
          <a:p>
            <a:pPr>
              <a:lnSpc>
                <a:spcPct val="130000"/>
              </a:lnSpc>
              <a:spcBef>
                <a:spcPts val="1200"/>
              </a:spcBef>
              <a:buFont typeface="Wingdings 3" panose="05040102010807070707" pitchFamily="18" charset="2"/>
              <a:buChar char="_"/>
            </a:pPr>
            <a:r>
              <a:rPr lang="en-US" sz="1800" dirty="0"/>
              <a:t>Portfolio assignment for Home Groups</a:t>
            </a:r>
          </a:p>
          <a:p>
            <a:pPr>
              <a:lnSpc>
                <a:spcPct val="130000"/>
              </a:lnSpc>
              <a:spcBef>
                <a:spcPts val="1200"/>
              </a:spcBef>
              <a:buFont typeface="Wingdings 3" panose="05040102010807070707" pitchFamily="18" charset="2"/>
              <a:buChar char="_"/>
            </a:pPr>
            <a:r>
              <a:rPr lang="en-US" sz="1800" dirty="0"/>
              <a:t>Competence indicator for Project</a:t>
            </a:r>
          </a:p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sz="1800" dirty="0">
                <a:sym typeface="Wingdings 3" panose="05040102010807070707" pitchFamily="18" charset="2"/>
              </a:rPr>
              <a:t></a:t>
            </a:r>
            <a:r>
              <a:rPr lang="en-US" sz="1800" dirty="0"/>
              <a:t>Prior knowledge for next year courses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2D62C-710D-EF15-0E6E-84748B8DC6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 dirty="0"/>
              <a:t>Software Design Report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C9091-86A3-DE74-5D0C-7DB2C4984C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5</a:t>
            </a:fld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8ABA2-A9F4-38C0-621D-F79C71C69891}"/>
              </a:ext>
            </a:extLst>
          </p:cNvPr>
          <p:cNvSpPr txBox="1"/>
          <p:nvPr/>
        </p:nvSpPr>
        <p:spPr>
          <a:xfrm>
            <a:off x="5664214" y="2972255"/>
            <a:ext cx="3220013" cy="1754326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i="1" dirty="0"/>
              <a:t>Expert judgement based 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value,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level of completeness,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consistency and care,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tutorial and structure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BF819D-D77F-517F-2190-FB0E1623CE27}"/>
              </a:ext>
            </a:extLst>
          </p:cNvPr>
          <p:cNvSpPr txBox="1"/>
          <p:nvPr/>
        </p:nvSpPr>
        <p:spPr>
          <a:xfrm>
            <a:off x="7119965" y="4403391"/>
            <a:ext cx="18806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Teacher is the expert.</a:t>
            </a:r>
          </a:p>
        </p:txBody>
      </p:sp>
    </p:spTree>
    <p:extLst>
      <p:ext uri="{BB962C8B-B14F-4D97-AF65-F5344CB8AC3E}">
        <p14:creationId xmlns:p14="http://schemas.microsoft.com/office/powerpoint/2010/main" val="2761511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023D-6671-C371-D7C5-6FC0EE8BE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Report Structure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DE4B8-7FC6-C43E-2BDC-A8E932483EB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86652" y="1148615"/>
            <a:ext cx="7820030" cy="389249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800" b="1" dirty="0"/>
              <a:t>Title, name, number, email, date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800" b="1" dirty="0"/>
              <a:t>Introduction</a:t>
            </a:r>
            <a:br>
              <a:rPr lang="en-US" sz="1800" dirty="0"/>
            </a:br>
            <a:r>
              <a:rPr lang="en-US" sz="1400" i="1" dirty="0"/>
              <a:t>Briefly introduce the report. Describe the user story you have worked on during the project, and you have used for the designs.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nl-NL" sz="1800" b="1" dirty="0"/>
              <a:t>Designs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nl-NL" sz="1600" b="1" dirty="0"/>
              <a:t>System Context </a:t>
            </a:r>
            <a:r>
              <a:rPr lang="nl-NL" sz="1600" b="1" dirty="0" err="1"/>
              <a:t>Diagrams</a:t>
            </a:r>
            <a:br>
              <a:rPr lang="nl-NL" sz="1600" dirty="0"/>
            </a:br>
            <a:r>
              <a:rPr lang="nl-NL" sz="1400" i="1" dirty="0"/>
              <a:t>Show </a:t>
            </a:r>
            <a:r>
              <a:rPr lang="nl-NL" sz="1400" i="1" dirty="0" err="1"/>
              <a:t>the</a:t>
            </a:r>
            <a:r>
              <a:rPr lang="nl-NL" sz="1400" i="1" dirty="0"/>
              <a:t> </a:t>
            </a:r>
            <a:r>
              <a:rPr lang="nl-NL" sz="1400" i="1" dirty="0" err="1"/>
              <a:t>diagrams</a:t>
            </a:r>
            <a:r>
              <a:rPr lang="nl-NL" sz="1400" i="1" dirty="0"/>
              <a:t> </a:t>
            </a:r>
            <a:r>
              <a:rPr lang="nl-NL" sz="1400" i="1" dirty="0" err="1"/>
              <a:t>and</a:t>
            </a:r>
            <a:r>
              <a:rPr lang="nl-NL" sz="1400" i="1" dirty="0"/>
              <a:t> </a:t>
            </a:r>
            <a:r>
              <a:rPr lang="nl-NL" sz="1400" i="1" u="sng" dirty="0" err="1"/>
              <a:t>explain</a:t>
            </a:r>
            <a:r>
              <a:rPr lang="nl-NL" sz="1400" i="1" dirty="0"/>
              <a:t> </a:t>
            </a:r>
            <a:r>
              <a:rPr lang="nl-NL" sz="1400" i="1" dirty="0" err="1"/>
              <a:t>the</a:t>
            </a:r>
            <a:r>
              <a:rPr lang="nl-NL" sz="1400" i="1" dirty="0"/>
              <a:t> </a:t>
            </a:r>
            <a:r>
              <a:rPr lang="nl-NL" sz="1400" i="1" dirty="0" err="1"/>
              <a:t>diagrams</a:t>
            </a:r>
            <a:r>
              <a:rPr lang="nl-NL" sz="1400" i="1" dirty="0"/>
              <a:t>. </a:t>
            </a:r>
            <a:r>
              <a:rPr lang="nl-NL" sz="1400" i="1" dirty="0" err="1"/>
              <a:t>Use</a:t>
            </a:r>
            <a:r>
              <a:rPr lang="nl-NL" sz="1400" i="1" dirty="0"/>
              <a:t> </a:t>
            </a:r>
            <a:r>
              <a:rPr lang="nl-NL" sz="1400" i="1" dirty="0" err="1"/>
              <a:t>captions</a:t>
            </a:r>
            <a:r>
              <a:rPr lang="nl-NL" sz="1400" i="1" dirty="0"/>
              <a:t> </a:t>
            </a:r>
            <a:r>
              <a:rPr lang="nl-NL" sz="1400" i="1" dirty="0" err="1"/>
              <a:t>and</a:t>
            </a:r>
            <a:r>
              <a:rPr lang="nl-NL" sz="1400" i="1" dirty="0"/>
              <a:t> </a:t>
            </a:r>
            <a:r>
              <a:rPr lang="nl-NL" sz="1400" i="1" dirty="0" err="1"/>
              <a:t>citations</a:t>
            </a:r>
            <a:r>
              <a:rPr lang="nl-NL" sz="1400" i="1" dirty="0"/>
              <a:t>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nl-NL" sz="1600" b="1" dirty="0"/>
              <a:t>Class </a:t>
            </a:r>
            <a:r>
              <a:rPr lang="nl-NL" sz="1600" b="1" dirty="0" err="1"/>
              <a:t>Diagrams</a:t>
            </a:r>
            <a:br>
              <a:rPr lang="nl-NL" sz="1600" dirty="0"/>
            </a:br>
            <a:r>
              <a:rPr lang="nl-NL" sz="1400" i="1" dirty="0"/>
              <a:t>Show </a:t>
            </a:r>
            <a:r>
              <a:rPr lang="nl-NL" sz="1400" i="1" dirty="0" err="1"/>
              <a:t>the</a:t>
            </a:r>
            <a:r>
              <a:rPr lang="nl-NL" sz="1400" i="1" dirty="0"/>
              <a:t> </a:t>
            </a:r>
            <a:r>
              <a:rPr lang="nl-NL" sz="1400" i="1" dirty="0" err="1"/>
              <a:t>diagrams</a:t>
            </a:r>
            <a:r>
              <a:rPr lang="nl-NL" sz="1400" i="1" dirty="0"/>
              <a:t> </a:t>
            </a:r>
            <a:r>
              <a:rPr lang="nl-NL" sz="1400" i="1" dirty="0" err="1"/>
              <a:t>and</a:t>
            </a:r>
            <a:r>
              <a:rPr lang="nl-NL" sz="1400" i="1" dirty="0"/>
              <a:t> </a:t>
            </a:r>
            <a:r>
              <a:rPr lang="nl-NL" sz="1400" i="1" u="sng" dirty="0" err="1"/>
              <a:t>explain</a:t>
            </a:r>
            <a:r>
              <a:rPr lang="nl-NL" sz="1400" i="1" dirty="0"/>
              <a:t> </a:t>
            </a:r>
            <a:r>
              <a:rPr lang="nl-NL" sz="1400" i="1" dirty="0" err="1"/>
              <a:t>the</a:t>
            </a:r>
            <a:r>
              <a:rPr lang="nl-NL" sz="1400" i="1" dirty="0"/>
              <a:t> </a:t>
            </a:r>
            <a:r>
              <a:rPr lang="nl-NL" sz="1400" i="1" dirty="0" err="1"/>
              <a:t>diagrams</a:t>
            </a:r>
            <a:r>
              <a:rPr lang="nl-NL" sz="1400" i="1" dirty="0"/>
              <a:t>. </a:t>
            </a:r>
            <a:r>
              <a:rPr lang="nl-NL" sz="1400" i="1" dirty="0" err="1"/>
              <a:t>Use</a:t>
            </a:r>
            <a:r>
              <a:rPr lang="nl-NL" sz="1400" i="1" dirty="0"/>
              <a:t> </a:t>
            </a:r>
            <a:r>
              <a:rPr lang="nl-NL" sz="1400" i="1" dirty="0" err="1"/>
              <a:t>captions</a:t>
            </a:r>
            <a:r>
              <a:rPr lang="nl-NL" sz="1400" i="1" dirty="0"/>
              <a:t> </a:t>
            </a:r>
            <a:r>
              <a:rPr lang="nl-NL" sz="1400" i="1" dirty="0" err="1"/>
              <a:t>and</a:t>
            </a:r>
            <a:r>
              <a:rPr lang="nl-NL" sz="1400" i="1" dirty="0"/>
              <a:t> </a:t>
            </a:r>
            <a:r>
              <a:rPr lang="nl-NL" sz="1400" i="1" dirty="0" err="1"/>
              <a:t>citations</a:t>
            </a:r>
            <a:r>
              <a:rPr lang="nl-NL" sz="1400" i="1" dirty="0"/>
              <a:t>.</a:t>
            </a:r>
            <a:endParaRPr lang="nl-NL" sz="14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nl-NL" sz="1800" b="1" dirty="0" err="1"/>
              <a:t>Conclusions</a:t>
            </a:r>
            <a:br>
              <a:rPr lang="nl-NL" sz="1800" b="1" dirty="0"/>
            </a:br>
            <a:r>
              <a:rPr lang="en-US" sz="1400" i="1" dirty="0"/>
              <a:t>Provide conclusions based on the completed designs, highlighting key insights gained throughout the design process. These may include a deeper understanding of complexities, identifying raised issues, refining existing requirements, or even introducing new ones.</a:t>
            </a:r>
            <a:endParaRPr lang="nl-NL" sz="1800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918C0-8CF3-CA57-04B6-DB0313F1BF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6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52C1D1-7EA7-22C9-BA60-75F60B17011F}"/>
              </a:ext>
            </a:extLst>
          </p:cNvPr>
          <p:cNvSpPr txBox="1"/>
          <p:nvPr/>
        </p:nvSpPr>
        <p:spPr>
          <a:xfrm>
            <a:off x="6191690" y="1010003"/>
            <a:ext cx="2692537" cy="64633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Create a new Markdown</a:t>
            </a:r>
            <a:br>
              <a:rPr lang="en-US" i="1" dirty="0"/>
            </a:br>
            <a:r>
              <a:rPr lang="en-US" i="1" dirty="0"/>
              <a:t>document (.md)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C2868DE-AB91-F941-FE82-850277FAF9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21373" y="4767263"/>
            <a:ext cx="7544249" cy="273844"/>
          </a:xfrm>
        </p:spPr>
        <p:txBody>
          <a:bodyPr/>
          <a:lstStyle/>
          <a:p>
            <a:r>
              <a:rPr lang="nl-NL" dirty="0"/>
              <a:t>Software Design Report</a:t>
            </a:r>
          </a:p>
        </p:txBody>
      </p:sp>
    </p:spTree>
    <p:extLst>
      <p:ext uri="{BB962C8B-B14F-4D97-AF65-F5344CB8AC3E}">
        <p14:creationId xmlns:p14="http://schemas.microsoft.com/office/powerpoint/2010/main" val="35590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3E6E5-860C-821C-E935-F18CA281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  <a:endParaRPr lang="nl-NL" dirty="0"/>
          </a:p>
        </p:txBody>
      </p:sp>
      <p:pic>
        <p:nvPicPr>
          <p:cNvPr id="4" name="Picture 2" descr="question mark character - ECHA Microbiology">
            <a:extLst>
              <a:ext uri="{FF2B5EF4-FFF2-40B4-BE49-F238E27FC236}">
                <a16:creationId xmlns:a16="http://schemas.microsoft.com/office/drawing/2014/main" id="{1EDF9B6B-9F01-254F-A82F-371C71E0D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770" y="1492874"/>
            <a:ext cx="2606040" cy="260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20F1B-AC8E-7D88-0443-9C18F6616B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Software Design Report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2F2D5-5C51-0B35-8F00-6BF4159C96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80974E-FF91-4B28-852F-D3CD07969BCB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226453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ntys_template_CB_ProfSkills.potx" id="{928C159E-C595-4CF2-880B-18E08A3BA51B}" vid="{406E0EA1-4BF4-4172-84D4-D480726EE4BC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ntys_template_CB_ProfSkills.potx" id="{928C159E-C595-4CF2-880B-18E08A3BA51B}" vid="{3003AAEA-C271-49EE-8C13-16E1D92147EA}"/>
    </a:ext>
  </a:extLst>
</a:theme>
</file>

<file path=ppt/theme/theme3.xml><?xml version="1.0" encoding="utf-8"?>
<a:theme xmlns:a="http://schemas.openxmlformats.org/drawingml/2006/main" name="Saxion Mai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Saxion Slide 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Saxion Slide 2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8C8FA53F524F4B9A77423524BE0D9C" ma:contentTypeVersion="1" ma:contentTypeDescription="Create a new document." ma:contentTypeScope="" ma:versionID="81abae34243988b7c0d95c15bd0bc0b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6e4863383729cb444416dcdc8f5e0b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746031-01A2-4115-9946-436590971A4E}">
  <ds:schemaRefs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E7E5108-A946-48AE-9358-28B58793E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0529B60-DD64-431D-A359-D347F548DB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Words>627</Words>
  <Application>Microsoft Office PowerPoint</Application>
  <PresentationFormat>On-screen Show (16:9)</PresentationFormat>
  <Paragraphs>82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Aptos</vt:lpstr>
      <vt:lpstr>Aptos Display</vt:lpstr>
      <vt:lpstr>Aptos Light</vt:lpstr>
      <vt:lpstr>Arial</vt:lpstr>
      <vt:lpstr>Calibri</vt:lpstr>
      <vt:lpstr>Wingdings 3</vt:lpstr>
      <vt:lpstr>Simple Light</vt:lpstr>
      <vt:lpstr>Custom Design</vt:lpstr>
      <vt:lpstr>Saxion Main</vt:lpstr>
      <vt:lpstr>Saxion Slide 1</vt:lpstr>
      <vt:lpstr>Saxion Slide 2</vt:lpstr>
      <vt:lpstr>Software Design Report</vt:lpstr>
      <vt:lpstr>Beyond programming</vt:lpstr>
      <vt:lpstr>Beyond programming</vt:lpstr>
      <vt:lpstr>Experiencing software design (1st year)</vt:lpstr>
      <vt:lpstr>Experiencing software design (1st year)</vt:lpstr>
      <vt:lpstr>Software Design Report Structure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g.h.hilderink@saxion.nl</dc:creator>
  <cp:lastModifiedBy>Gerald Hilderink</cp:lastModifiedBy>
  <cp:revision>380</cp:revision>
  <cp:lastPrinted>2022-04-19T15:10:19Z</cp:lastPrinted>
  <dcterms:created xsi:type="dcterms:W3CDTF">2014-08-06T13:54:14Z</dcterms:created>
  <dcterms:modified xsi:type="dcterms:W3CDTF">2025-05-20T22:22:33Z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0x0101008C8C8FA53F524F4B9A77423524BE0D9C</vt:lpwstr>
  </property>
</Properties>
</file>