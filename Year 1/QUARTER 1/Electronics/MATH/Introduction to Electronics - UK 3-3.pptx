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56" r:id="rId5"/>
    <p:sldId id="277" r:id="rId6"/>
    <p:sldId id="274" r:id="rId7"/>
    <p:sldId id="275" r:id="rId8"/>
    <p:sldId id="279" r:id="rId9"/>
    <p:sldId id="280" r:id="rId10"/>
    <p:sldId id="281" r:id="rId11"/>
    <p:sldId id="278" r:id="rId12"/>
    <p:sldId id="282" r:id="rId13"/>
    <p:sldId id="283" r:id="rId14"/>
    <p:sldId id="276" r:id="rId1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E37A"/>
    <a:srgbClr val="F08B80"/>
    <a:srgbClr val="C49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BDEC25-E098-4C5F-A0ED-60FE173EEE15}" v="12" dt="2024-10-04T09:57:53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26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lo Millonzi" userId="4c40bab1-fbbe-468b-822e-62310dadebca" providerId="ADAL" clId="{179A1B7C-0036-4127-81F9-2F4C640C7BD6}"/>
    <pc:docChg chg="undo custSel addSld delSld modSld">
      <pc:chgData name="Marcello Millonzi" userId="4c40bab1-fbbe-468b-822e-62310dadebca" providerId="ADAL" clId="{179A1B7C-0036-4127-81F9-2F4C640C7BD6}" dt="2024-09-24T12:32:59.777" v="2403" actId="20577"/>
      <pc:docMkLst>
        <pc:docMk/>
      </pc:docMkLst>
      <pc:sldChg chg="modSp mod">
        <pc:chgData name="Marcello Millonzi" userId="4c40bab1-fbbe-468b-822e-62310dadebca" providerId="ADAL" clId="{179A1B7C-0036-4127-81F9-2F4C640C7BD6}" dt="2024-09-23T17:09:05.639" v="16" actId="20577"/>
        <pc:sldMkLst>
          <pc:docMk/>
          <pc:sldMk cId="2376157199" sldId="256"/>
        </pc:sldMkLst>
        <pc:spChg chg="mod">
          <ac:chgData name="Marcello Millonzi" userId="4c40bab1-fbbe-468b-822e-62310dadebca" providerId="ADAL" clId="{179A1B7C-0036-4127-81F9-2F4C640C7BD6}" dt="2024-09-23T17:09:05.639" v="16" actId="20577"/>
          <ac:spMkLst>
            <pc:docMk/>
            <pc:sldMk cId="2376157199" sldId="256"/>
            <ac:spMk id="2" creationId="{8C6B75C5-34BC-4511-B8F6-EDDFBB2ADF5A}"/>
          </ac:spMkLst>
        </pc:spChg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1699185345" sldId="257"/>
        </pc:sldMkLst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2316661297" sldId="258"/>
        </pc:sldMkLst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2567236888" sldId="259"/>
        </pc:sldMkLst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3695049120" sldId="260"/>
        </pc:sldMkLst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509840033" sldId="261"/>
        </pc:sldMkLst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132022735" sldId="262"/>
        </pc:sldMkLst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3554352757" sldId="263"/>
        </pc:sldMkLst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2399073550" sldId="264"/>
        </pc:sldMkLst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3708812364" sldId="265"/>
        </pc:sldMkLst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2967547216" sldId="266"/>
        </pc:sldMkLst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2766959317" sldId="267"/>
        </pc:sldMkLst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4132629586" sldId="268"/>
        </pc:sldMkLst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3070918313" sldId="270"/>
        </pc:sldMkLst>
      </pc:sldChg>
      <pc:sldChg chg="modSp add mod">
        <pc:chgData name="Marcello Millonzi" userId="4c40bab1-fbbe-468b-822e-62310dadebca" providerId="ADAL" clId="{179A1B7C-0036-4127-81F9-2F4C640C7BD6}" dt="2024-09-23T17:15:26.589" v="117" actId="14100"/>
        <pc:sldMkLst>
          <pc:docMk/>
          <pc:sldMk cId="3295266876" sldId="274"/>
        </pc:sldMkLst>
        <pc:spChg chg="mod">
          <ac:chgData name="Marcello Millonzi" userId="4c40bab1-fbbe-468b-822e-62310dadebca" providerId="ADAL" clId="{179A1B7C-0036-4127-81F9-2F4C640C7BD6}" dt="2024-09-23T17:15:26.589" v="117" actId="14100"/>
          <ac:spMkLst>
            <pc:docMk/>
            <pc:sldMk cId="3295266876" sldId="274"/>
            <ac:spMk id="3" creationId="{00000000-0000-0000-0000-000000000000}"/>
          </ac:spMkLst>
        </pc:spChg>
        <pc:spChg chg="mod">
          <ac:chgData name="Marcello Millonzi" userId="4c40bab1-fbbe-468b-822e-62310dadebca" providerId="ADAL" clId="{179A1B7C-0036-4127-81F9-2F4C640C7BD6}" dt="2024-09-23T17:15:15.210" v="115"/>
          <ac:spMkLst>
            <pc:docMk/>
            <pc:sldMk cId="3295266876" sldId="274"/>
            <ac:spMk id="4" creationId="{00000000-0000-0000-0000-000000000000}"/>
          </ac:spMkLst>
        </pc:spChg>
      </pc:sldChg>
      <pc:sldChg chg="modSp add">
        <pc:chgData name="Marcello Millonzi" userId="4c40bab1-fbbe-468b-822e-62310dadebca" providerId="ADAL" clId="{179A1B7C-0036-4127-81F9-2F4C640C7BD6}" dt="2024-09-23T17:15:15.210" v="115"/>
        <pc:sldMkLst>
          <pc:docMk/>
          <pc:sldMk cId="3264252158" sldId="275"/>
        </pc:sldMkLst>
        <pc:spChg chg="mod">
          <ac:chgData name="Marcello Millonzi" userId="4c40bab1-fbbe-468b-822e-62310dadebca" providerId="ADAL" clId="{179A1B7C-0036-4127-81F9-2F4C640C7BD6}" dt="2024-09-23T17:15:15.210" v="115"/>
          <ac:spMkLst>
            <pc:docMk/>
            <pc:sldMk cId="3264252158" sldId="275"/>
            <ac:spMk id="4" creationId="{00000000-0000-0000-0000-000000000000}"/>
          </ac:spMkLst>
        </pc:spChg>
      </pc:sldChg>
      <pc:sldChg chg="addSp delSp modSp new mod modClrScheme modAnim chgLayout">
        <pc:chgData name="Marcello Millonzi" userId="4c40bab1-fbbe-468b-822e-62310dadebca" providerId="ADAL" clId="{179A1B7C-0036-4127-81F9-2F4C640C7BD6}" dt="2024-09-24T12:32:59.777" v="2403" actId="20577"/>
        <pc:sldMkLst>
          <pc:docMk/>
          <pc:sldMk cId="3698926947" sldId="277"/>
        </pc:sldMkLst>
        <pc:spChg chg="del">
          <ac:chgData name="Marcello Millonzi" userId="4c40bab1-fbbe-468b-822e-62310dadebca" providerId="ADAL" clId="{179A1B7C-0036-4127-81F9-2F4C640C7BD6}" dt="2024-09-23T17:12:51.150" v="18" actId="700"/>
          <ac:spMkLst>
            <pc:docMk/>
            <pc:sldMk cId="3698926947" sldId="277"/>
            <ac:spMk id="2" creationId="{EAD1AEDD-FA16-8A5C-108F-002F8DAFDBDA}"/>
          </ac:spMkLst>
        </pc:spChg>
        <pc:spChg chg="del mod ord">
          <ac:chgData name="Marcello Millonzi" userId="4c40bab1-fbbe-468b-822e-62310dadebca" providerId="ADAL" clId="{179A1B7C-0036-4127-81F9-2F4C640C7BD6}" dt="2024-09-23T17:12:51.150" v="18" actId="700"/>
          <ac:spMkLst>
            <pc:docMk/>
            <pc:sldMk cId="3698926947" sldId="277"/>
            <ac:spMk id="3" creationId="{C80843BC-AB4D-47A6-AFAA-2F6102FB167E}"/>
          </ac:spMkLst>
        </pc:spChg>
        <pc:spChg chg="del mod ord">
          <ac:chgData name="Marcello Millonzi" userId="4c40bab1-fbbe-468b-822e-62310dadebca" providerId="ADAL" clId="{179A1B7C-0036-4127-81F9-2F4C640C7BD6}" dt="2024-09-23T17:12:51.150" v="18" actId="700"/>
          <ac:spMkLst>
            <pc:docMk/>
            <pc:sldMk cId="3698926947" sldId="277"/>
            <ac:spMk id="4" creationId="{DBBB4861-A094-BF76-493E-73EF2033B775}"/>
          </ac:spMkLst>
        </pc:spChg>
        <pc:spChg chg="del">
          <ac:chgData name="Marcello Millonzi" userId="4c40bab1-fbbe-468b-822e-62310dadebca" providerId="ADAL" clId="{179A1B7C-0036-4127-81F9-2F4C640C7BD6}" dt="2024-09-23T17:12:51.150" v="18" actId="700"/>
          <ac:spMkLst>
            <pc:docMk/>
            <pc:sldMk cId="3698926947" sldId="277"/>
            <ac:spMk id="5" creationId="{1716BE1F-AF12-B2DF-CA2B-A284371B63A5}"/>
          </ac:spMkLst>
        </pc:spChg>
        <pc:spChg chg="del">
          <ac:chgData name="Marcello Millonzi" userId="4c40bab1-fbbe-468b-822e-62310dadebca" providerId="ADAL" clId="{179A1B7C-0036-4127-81F9-2F4C640C7BD6}" dt="2024-09-23T17:12:51.150" v="18" actId="700"/>
          <ac:spMkLst>
            <pc:docMk/>
            <pc:sldMk cId="3698926947" sldId="277"/>
            <ac:spMk id="6" creationId="{3677DA3D-FD6F-8766-8665-01473CB40D34}"/>
          </ac:spMkLst>
        </pc:spChg>
        <pc:spChg chg="add mod ord">
          <ac:chgData name="Marcello Millonzi" userId="4c40bab1-fbbe-468b-822e-62310dadebca" providerId="ADAL" clId="{179A1B7C-0036-4127-81F9-2F4C640C7BD6}" dt="2024-09-23T17:13:04.009" v="49" actId="20577"/>
          <ac:spMkLst>
            <pc:docMk/>
            <pc:sldMk cId="3698926947" sldId="277"/>
            <ac:spMk id="7" creationId="{00BE13BE-2AF1-4C52-F737-A79BA09D3E10}"/>
          </ac:spMkLst>
        </pc:spChg>
        <pc:spChg chg="add mod ord">
          <ac:chgData name="Marcello Millonzi" userId="4c40bab1-fbbe-468b-822e-62310dadebca" providerId="ADAL" clId="{179A1B7C-0036-4127-81F9-2F4C640C7BD6}" dt="2024-09-24T12:32:59.777" v="2403" actId="20577"/>
          <ac:spMkLst>
            <pc:docMk/>
            <pc:sldMk cId="3698926947" sldId="277"/>
            <ac:spMk id="8" creationId="{D76B3D5E-A61F-A20A-133C-D9F0C2416F7A}"/>
          </ac:spMkLst>
        </pc:spChg>
      </pc:sldChg>
      <pc:sldChg chg="addSp delSp modSp new mod modAnim">
        <pc:chgData name="Marcello Millonzi" userId="4c40bab1-fbbe-468b-822e-62310dadebca" providerId="ADAL" clId="{179A1B7C-0036-4127-81F9-2F4C640C7BD6}" dt="2024-09-24T11:34:22.059" v="2392" actId="1035"/>
        <pc:sldMkLst>
          <pc:docMk/>
          <pc:sldMk cId="1027975412" sldId="278"/>
        </pc:sldMkLst>
        <pc:spChg chg="del mod">
          <ac:chgData name="Marcello Millonzi" userId="4c40bab1-fbbe-468b-822e-62310dadebca" providerId="ADAL" clId="{179A1B7C-0036-4127-81F9-2F4C640C7BD6}" dt="2024-09-24T10:29:13.687" v="1849" actId="478"/>
          <ac:spMkLst>
            <pc:docMk/>
            <pc:sldMk cId="1027975412" sldId="278"/>
            <ac:spMk id="2" creationId="{48082070-9997-601B-35B4-AE71FF452FD0}"/>
          </ac:spMkLst>
        </pc:spChg>
        <pc:spChg chg="mod">
          <ac:chgData name="Marcello Millonzi" userId="4c40bab1-fbbe-468b-822e-62310dadebca" providerId="ADAL" clId="{179A1B7C-0036-4127-81F9-2F4C640C7BD6}" dt="2024-09-24T11:34:22.059" v="2392" actId="1035"/>
          <ac:spMkLst>
            <pc:docMk/>
            <pc:sldMk cId="1027975412" sldId="278"/>
            <ac:spMk id="3" creationId="{282EB6E8-DA40-9AA7-2BC0-5A858EBBC882}"/>
          </ac:spMkLst>
        </pc:spChg>
        <pc:spChg chg="add mod">
          <ac:chgData name="Marcello Millonzi" userId="4c40bab1-fbbe-468b-822e-62310dadebca" providerId="ADAL" clId="{179A1B7C-0036-4127-81F9-2F4C640C7BD6}" dt="2024-09-24T10:29:08.896" v="1846"/>
          <ac:spMkLst>
            <pc:docMk/>
            <pc:sldMk cId="1027975412" sldId="278"/>
            <ac:spMk id="5" creationId="{E385F63F-573B-B87F-A939-AFD1FBAD12AC}"/>
          </ac:spMkLst>
        </pc:spChg>
        <pc:spChg chg="add mod">
          <ac:chgData name="Marcello Millonzi" userId="4c40bab1-fbbe-468b-822e-62310dadebca" providerId="ADAL" clId="{179A1B7C-0036-4127-81F9-2F4C640C7BD6}" dt="2024-09-24T10:29:12.270" v="1848"/>
          <ac:spMkLst>
            <pc:docMk/>
            <pc:sldMk cId="1027975412" sldId="278"/>
            <ac:spMk id="6" creationId="{8DC52AB4-BAE6-6579-5829-7E2997836489}"/>
          </ac:spMkLst>
        </pc:spChg>
        <pc:spChg chg="add del mod">
          <ac:chgData name="Marcello Millonzi" userId="4c40bab1-fbbe-468b-822e-62310dadebca" providerId="ADAL" clId="{179A1B7C-0036-4127-81F9-2F4C640C7BD6}" dt="2024-09-24T10:29:16.632" v="1852" actId="478"/>
          <ac:spMkLst>
            <pc:docMk/>
            <pc:sldMk cId="1027975412" sldId="278"/>
            <ac:spMk id="8" creationId="{9B2D60FE-0BC4-C11B-B77F-BE1DC936DFAC}"/>
          </ac:spMkLst>
        </pc:spChg>
        <pc:spChg chg="add mod">
          <ac:chgData name="Marcello Millonzi" userId="4c40bab1-fbbe-468b-822e-62310dadebca" providerId="ADAL" clId="{179A1B7C-0036-4127-81F9-2F4C640C7BD6}" dt="2024-09-24T10:29:15.331" v="1851"/>
          <ac:spMkLst>
            <pc:docMk/>
            <pc:sldMk cId="1027975412" sldId="278"/>
            <ac:spMk id="9" creationId="{5C893FCF-91D5-FF9D-5BE6-3D18B203EA00}"/>
          </ac:spMkLst>
        </pc:spChg>
        <pc:spChg chg="add mod">
          <ac:chgData name="Marcello Millonzi" userId="4c40bab1-fbbe-468b-822e-62310dadebca" providerId="ADAL" clId="{179A1B7C-0036-4127-81F9-2F4C640C7BD6}" dt="2024-09-24T10:29:17.528" v="1853"/>
          <ac:spMkLst>
            <pc:docMk/>
            <pc:sldMk cId="1027975412" sldId="278"/>
            <ac:spMk id="10" creationId="{C4222F2A-BE3F-7836-DAC6-68AD3EB2530D}"/>
          </ac:spMkLst>
        </pc:spChg>
      </pc:sldChg>
      <pc:sldChg chg="modSp new mod modAnim">
        <pc:chgData name="Marcello Millonzi" userId="4c40bab1-fbbe-468b-822e-62310dadebca" providerId="ADAL" clId="{179A1B7C-0036-4127-81F9-2F4C640C7BD6}" dt="2024-09-24T08:43:12.280" v="1512"/>
        <pc:sldMkLst>
          <pc:docMk/>
          <pc:sldMk cId="495135211" sldId="279"/>
        </pc:sldMkLst>
        <pc:spChg chg="mod">
          <ac:chgData name="Marcello Millonzi" userId="4c40bab1-fbbe-468b-822e-62310dadebca" providerId="ADAL" clId="{179A1B7C-0036-4127-81F9-2F4C640C7BD6}" dt="2024-09-23T17:22:09.479" v="373" actId="20577"/>
          <ac:spMkLst>
            <pc:docMk/>
            <pc:sldMk cId="495135211" sldId="279"/>
            <ac:spMk id="2" creationId="{46D7E9FF-A998-9633-5C4D-3FBBD384576D}"/>
          </ac:spMkLst>
        </pc:spChg>
        <pc:spChg chg="mod">
          <ac:chgData name="Marcello Millonzi" userId="4c40bab1-fbbe-468b-822e-62310dadebca" providerId="ADAL" clId="{179A1B7C-0036-4127-81F9-2F4C640C7BD6}" dt="2024-09-24T08:42:37.973" v="1508" actId="113"/>
          <ac:spMkLst>
            <pc:docMk/>
            <pc:sldMk cId="495135211" sldId="279"/>
            <ac:spMk id="3" creationId="{19F09B1E-8F0C-FE24-72A8-F1467AFFE67E}"/>
          </ac:spMkLst>
        </pc:spChg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1311232678" sldId="279"/>
        </pc:sldMkLst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2139407408" sldId="280"/>
        </pc:sldMkLst>
      </pc:sldChg>
      <pc:sldChg chg="modSp new mod modAnim">
        <pc:chgData name="Marcello Millonzi" userId="4c40bab1-fbbe-468b-822e-62310dadebca" providerId="ADAL" clId="{179A1B7C-0036-4127-81F9-2F4C640C7BD6}" dt="2024-09-24T10:54:09.182" v="2204"/>
        <pc:sldMkLst>
          <pc:docMk/>
          <pc:sldMk cId="3762154480" sldId="280"/>
        </pc:sldMkLst>
        <pc:spChg chg="mod">
          <ac:chgData name="Marcello Millonzi" userId="4c40bab1-fbbe-468b-822e-62310dadebca" providerId="ADAL" clId="{179A1B7C-0036-4127-81F9-2F4C640C7BD6}" dt="2024-09-24T10:54:09.182" v="2204"/>
          <ac:spMkLst>
            <pc:docMk/>
            <pc:sldMk cId="3762154480" sldId="280"/>
            <ac:spMk id="2" creationId="{FF02B29F-4D1E-BA19-E152-9EF28B088BDC}"/>
          </ac:spMkLst>
        </pc:spChg>
        <pc:spChg chg="mod">
          <ac:chgData name="Marcello Millonzi" userId="4c40bab1-fbbe-468b-822e-62310dadebca" providerId="ADAL" clId="{179A1B7C-0036-4127-81F9-2F4C640C7BD6}" dt="2024-09-24T08:44:52.686" v="1519" actId="20577"/>
          <ac:spMkLst>
            <pc:docMk/>
            <pc:sldMk cId="3762154480" sldId="280"/>
            <ac:spMk id="3" creationId="{82C592D3-6454-E41F-D291-2F64041EB9D8}"/>
          </ac:spMkLst>
        </pc:spChg>
      </pc:sldChg>
      <pc:sldChg chg="modSp new mod modAnim">
        <pc:chgData name="Marcello Millonzi" userId="4c40bab1-fbbe-468b-822e-62310dadebca" providerId="ADAL" clId="{179A1B7C-0036-4127-81F9-2F4C640C7BD6}" dt="2024-09-24T11:30:57.261" v="2345"/>
        <pc:sldMkLst>
          <pc:docMk/>
          <pc:sldMk cId="128297673" sldId="281"/>
        </pc:sldMkLst>
        <pc:spChg chg="mod">
          <ac:chgData name="Marcello Millonzi" userId="4c40bab1-fbbe-468b-822e-62310dadebca" providerId="ADAL" clId="{179A1B7C-0036-4127-81F9-2F4C640C7BD6}" dt="2024-09-24T10:29:02.077" v="1844" actId="20577"/>
          <ac:spMkLst>
            <pc:docMk/>
            <pc:sldMk cId="128297673" sldId="281"/>
            <ac:spMk id="2" creationId="{41695646-CCD6-0093-56A5-61718A7C08B0}"/>
          </ac:spMkLst>
        </pc:spChg>
        <pc:spChg chg="mod">
          <ac:chgData name="Marcello Millonzi" userId="4c40bab1-fbbe-468b-822e-62310dadebca" providerId="ADAL" clId="{179A1B7C-0036-4127-81F9-2F4C640C7BD6}" dt="2024-09-24T08:57:11.789" v="1840" actId="207"/>
          <ac:spMkLst>
            <pc:docMk/>
            <pc:sldMk cId="128297673" sldId="281"/>
            <ac:spMk id="3" creationId="{DA55E590-54AB-F3F2-4830-8CC231F15AF9}"/>
          </ac:spMkLst>
        </pc:spChg>
      </pc:sldChg>
      <pc:sldChg chg="modSp new mod modAnim">
        <pc:chgData name="Marcello Millonzi" userId="4c40bab1-fbbe-468b-822e-62310dadebca" providerId="ADAL" clId="{179A1B7C-0036-4127-81F9-2F4C640C7BD6}" dt="2024-09-24T12:32:17.553" v="2399" actId="27636"/>
        <pc:sldMkLst>
          <pc:docMk/>
          <pc:sldMk cId="2910897674" sldId="282"/>
        </pc:sldMkLst>
        <pc:spChg chg="mod">
          <ac:chgData name="Marcello Millonzi" userId="4c40bab1-fbbe-468b-822e-62310dadebca" providerId="ADAL" clId="{179A1B7C-0036-4127-81F9-2F4C640C7BD6}" dt="2024-09-24T10:53:51.926" v="2203"/>
          <ac:spMkLst>
            <pc:docMk/>
            <pc:sldMk cId="2910897674" sldId="282"/>
            <ac:spMk id="2" creationId="{863C1CC3-631B-C7D4-27B1-9D7EB7B30865}"/>
          </ac:spMkLst>
        </pc:spChg>
        <pc:spChg chg="mod">
          <ac:chgData name="Marcello Millonzi" userId="4c40bab1-fbbe-468b-822e-62310dadebca" providerId="ADAL" clId="{179A1B7C-0036-4127-81F9-2F4C640C7BD6}" dt="2024-09-24T12:32:17.553" v="2399" actId="27636"/>
          <ac:spMkLst>
            <pc:docMk/>
            <pc:sldMk cId="2910897674" sldId="282"/>
            <ac:spMk id="3" creationId="{FED42CD9-E739-4879-7047-70C84C85C717}"/>
          </ac:spMkLst>
        </pc:spChg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3489490141" sldId="282"/>
        </pc:sldMkLst>
      </pc:sldChg>
      <pc:sldChg chg="modSp new mod">
        <pc:chgData name="Marcello Millonzi" userId="4c40bab1-fbbe-468b-822e-62310dadebca" providerId="ADAL" clId="{179A1B7C-0036-4127-81F9-2F4C640C7BD6}" dt="2024-09-24T11:35:51.086" v="2393" actId="20577"/>
        <pc:sldMkLst>
          <pc:docMk/>
          <pc:sldMk cId="2236232626" sldId="283"/>
        </pc:sldMkLst>
        <pc:spChg chg="mod">
          <ac:chgData name="Marcello Millonzi" userId="4c40bab1-fbbe-468b-822e-62310dadebca" providerId="ADAL" clId="{179A1B7C-0036-4127-81F9-2F4C640C7BD6}" dt="2024-09-24T10:55:27.100" v="2223" actId="20577"/>
          <ac:spMkLst>
            <pc:docMk/>
            <pc:sldMk cId="2236232626" sldId="283"/>
            <ac:spMk id="2" creationId="{3DC85340-4498-B8F3-1561-88D80F49E4EA}"/>
          </ac:spMkLst>
        </pc:spChg>
        <pc:spChg chg="mod">
          <ac:chgData name="Marcello Millonzi" userId="4c40bab1-fbbe-468b-822e-62310dadebca" providerId="ADAL" clId="{179A1B7C-0036-4127-81F9-2F4C640C7BD6}" dt="2024-09-24T11:35:51.086" v="2393" actId="20577"/>
          <ac:spMkLst>
            <pc:docMk/>
            <pc:sldMk cId="2236232626" sldId="283"/>
            <ac:spMk id="3" creationId="{197DCA79-1C07-ADE8-875C-3B55D16691D6}"/>
          </ac:spMkLst>
        </pc:spChg>
      </pc:sldChg>
      <pc:sldChg chg="del">
        <pc:chgData name="Marcello Millonzi" userId="4c40bab1-fbbe-468b-822e-62310dadebca" providerId="ADAL" clId="{179A1B7C-0036-4127-81F9-2F4C640C7BD6}" dt="2024-09-23T17:08:49.920" v="0" actId="47"/>
        <pc:sldMkLst>
          <pc:docMk/>
          <pc:sldMk cId="4190370274" sldId="283"/>
        </pc:sldMkLst>
      </pc:sldChg>
    </pc:docChg>
  </pc:docChgLst>
  <pc:docChgLst>
    <pc:chgData name="Marcello Millonzi" userId="4c40bab1-fbbe-468b-822e-62310dadebca" providerId="ADAL" clId="{F4856088-6BD9-4326-9AA9-FC531DFEF34F}"/>
    <pc:docChg chg="undo redo custSel addSld delSld modSld sldOrd">
      <pc:chgData name="Marcello Millonzi" userId="4c40bab1-fbbe-468b-822e-62310dadebca" providerId="ADAL" clId="{F4856088-6BD9-4326-9AA9-FC531DFEF34F}" dt="2024-09-10T11:03:21.742" v="622" actId="20577"/>
      <pc:docMkLst>
        <pc:docMk/>
      </pc:docMkLst>
      <pc:sldChg chg="addSp modSp mod modClrScheme chgLayout">
        <pc:chgData name="Marcello Millonzi" userId="4c40bab1-fbbe-468b-822e-62310dadebca" providerId="ADAL" clId="{F4856088-6BD9-4326-9AA9-FC531DFEF34F}" dt="2024-09-04T08:26:36.386" v="2" actId="700"/>
        <pc:sldMkLst>
          <pc:docMk/>
          <pc:sldMk cId="2376157199" sldId="256"/>
        </pc:sldMkLst>
        <pc:spChg chg="mod ord">
          <ac:chgData name="Marcello Millonzi" userId="4c40bab1-fbbe-468b-822e-62310dadebca" providerId="ADAL" clId="{F4856088-6BD9-4326-9AA9-FC531DFEF34F}" dt="2024-09-04T08:26:36.386" v="2" actId="700"/>
          <ac:spMkLst>
            <pc:docMk/>
            <pc:sldMk cId="2376157199" sldId="256"/>
            <ac:spMk id="2" creationId="{8C6B75C5-34BC-4511-B8F6-EDDFBB2ADF5A}"/>
          </ac:spMkLst>
        </pc:spChg>
        <pc:spChg chg="mod ord">
          <ac:chgData name="Marcello Millonzi" userId="4c40bab1-fbbe-468b-822e-62310dadebca" providerId="ADAL" clId="{F4856088-6BD9-4326-9AA9-FC531DFEF34F}" dt="2024-09-04T08:26:36.386" v="2" actId="700"/>
          <ac:spMkLst>
            <pc:docMk/>
            <pc:sldMk cId="2376157199" sldId="256"/>
            <ac:spMk id="3" creationId="{5207E71A-0F6C-4491-8878-D8B4E61DC366}"/>
          </ac:spMkLst>
        </pc:spChg>
        <pc:spChg chg="add mod ord">
          <ac:chgData name="Marcello Millonzi" userId="4c40bab1-fbbe-468b-822e-62310dadebca" providerId="ADAL" clId="{F4856088-6BD9-4326-9AA9-FC531DFEF34F}" dt="2024-09-04T08:26:36.386" v="2" actId="700"/>
          <ac:spMkLst>
            <pc:docMk/>
            <pc:sldMk cId="2376157199" sldId="256"/>
            <ac:spMk id="4" creationId="{537409C2-8123-A65B-C028-5EC375AFBA8F}"/>
          </ac:spMkLst>
        </pc:spChg>
        <pc:spChg chg="add mod ord">
          <ac:chgData name="Marcello Millonzi" userId="4c40bab1-fbbe-468b-822e-62310dadebca" providerId="ADAL" clId="{F4856088-6BD9-4326-9AA9-FC531DFEF34F}" dt="2024-09-04T08:26:36.386" v="2" actId="700"/>
          <ac:spMkLst>
            <pc:docMk/>
            <pc:sldMk cId="2376157199" sldId="256"/>
            <ac:spMk id="5" creationId="{EFFCF2BF-E13B-D614-CB31-94B7EEE03403}"/>
          </ac:spMkLst>
        </pc:spChg>
        <pc:spChg chg="add mod ord">
          <ac:chgData name="Marcello Millonzi" userId="4c40bab1-fbbe-468b-822e-62310dadebca" providerId="ADAL" clId="{F4856088-6BD9-4326-9AA9-FC531DFEF34F}" dt="2024-09-04T08:26:36.386" v="2" actId="700"/>
          <ac:spMkLst>
            <pc:docMk/>
            <pc:sldMk cId="2376157199" sldId="256"/>
            <ac:spMk id="6" creationId="{07EAC0EF-AF9E-239E-CFD2-98AA9CEDE9DE}"/>
          </ac:spMkLst>
        </pc:spChg>
      </pc:sldChg>
      <pc:sldChg chg="delSp modSp add mod modAnim">
        <pc:chgData name="Marcello Millonzi" userId="4c40bab1-fbbe-468b-822e-62310dadebca" providerId="ADAL" clId="{F4856088-6BD9-4326-9AA9-FC531DFEF34F}" dt="2024-09-04T08:53:35.615" v="372" actId="478"/>
        <pc:sldMkLst>
          <pc:docMk/>
          <pc:sldMk cId="2322028151" sldId="257"/>
        </pc:sldMkLst>
        <pc:spChg chg="del mod">
          <ac:chgData name="Marcello Millonzi" userId="4c40bab1-fbbe-468b-822e-62310dadebca" providerId="ADAL" clId="{F4856088-6BD9-4326-9AA9-FC531DFEF34F}" dt="2024-09-04T08:53:35.615" v="372" actId="478"/>
          <ac:spMkLst>
            <pc:docMk/>
            <pc:sldMk cId="2322028151" sldId="257"/>
            <ac:spMk id="2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29:56.658" v="39" actId="20577"/>
          <ac:spMkLst>
            <pc:docMk/>
            <pc:sldMk cId="2322028151" sldId="257"/>
            <ac:spMk id="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0:08.053" v="42" actId="20577"/>
          <ac:spMkLst>
            <pc:docMk/>
            <pc:sldMk cId="2322028151" sldId="257"/>
            <ac:spMk id="10" creationId="{00000000-0000-0000-0000-000000000000}"/>
          </ac:spMkLst>
        </pc:spChg>
        <pc:picChg chg="mod">
          <ac:chgData name="Marcello Millonzi" userId="4c40bab1-fbbe-468b-822e-62310dadebca" providerId="ADAL" clId="{F4856088-6BD9-4326-9AA9-FC531DFEF34F}" dt="2024-09-04T08:29:42.501" v="27" actId="1076"/>
          <ac:picMkLst>
            <pc:docMk/>
            <pc:sldMk cId="2322028151" sldId="257"/>
            <ac:picMk id="11" creationId="{00000000-0000-0000-0000-000000000000}"/>
          </ac:picMkLst>
        </pc:picChg>
      </pc:sldChg>
      <pc:sldChg chg="del ord">
        <pc:chgData name="Marcello Millonzi" userId="4c40bab1-fbbe-468b-822e-62310dadebca" providerId="ADAL" clId="{F4856088-6BD9-4326-9AA9-FC531DFEF34F}" dt="2024-09-04T08:29:19.244" v="23" actId="47"/>
        <pc:sldMkLst>
          <pc:docMk/>
          <pc:sldMk cId="3404311347" sldId="257"/>
        </pc:sldMkLst>
      </pc:sldChg>
      <pc:sldChg chg="delSp modSp mod">
        <pc:chgData name="Marcello Millonzi" userId="4c40bab1-fbbe-468b-822e-62310dadebca" providerId="ADAL" clId="{F4856088-6BD9-4326-9AA9-FC531DFEF34F}" dt="2024-09-04T08:54:02.783" v="385" actId="478"/>
        <pc:sldMkLst>
          <pc:docMk/>
          <pc:sldMk cId="2317761887" sldId="258"/>
        </pc:sldMkLst>
        <pc:spChg chg="mod">
          <ac:chgData name="Marcello Millonzi" userId="4c40bab1-fbbe-468b-822e-62310dadebca" providerId="ADAL" clId="{F4856088-6BD9-4326-9AA9-FC531DFEF34F}" dt="2024-09-04T08:49:49.224" v="294" actId="403"/>
          <ac:spMkLst>
            <pc:docMk/>
            <pc:sldMk cId="2317761887" sldId="258"/>
            <ac:spMk id="3" creationId="{00000000-0000-0000-0000-000000000000}"/>
          </ac:spMkLst>
        </pc:spChg>
        <pc:spChg chg="del">
          <ac:chgData name="Marcello Millonzi" userId="4c40bab1-fbbe-468b-822e-62310dadebca" providerId="ADAL" clId="{F4856088-6BD9-4326-9AA9-FC531DFEF34F}" dt="2024-09-04T08:54:02.783" v="385" actId="478"/>
          <ac:spMkLst>
            <pc:docMk/>
            <pc:sldMk cId="2317761887" sldId="258"/>
            <ac:spMk id="7" creationId="{00000000-0000-0000-0000-000000000000}"/>
          </ac:spMkLst>
        </pc:spChg>
      </pc:sldChg>
      <pc:sldChg chg="addSp delSp modSp add mod delAnim modAnim">
        <pc:chgData name="Marcello Millonzi" userId="4c40bab1-fbbe-468b-822e-62310dadebca" providerId="ADAL" clId="{F4856088-6BD9-4326-9AA9-FC531DFEF34F}" dt="2024-09-04T08:53:39.086" v="374" actId="478"/>
        <pc:sldMkLst>
          <pc:docMk/>
          <pc:sldMk cId="2620237809" sldId="259"/>
        </pc:sldMkLst>
        <pc:spChg chg="del mod">
          <ac:chgData name="Marcello Millonzi" userId="4c40bab1-fbbe-468b-822e-62310dadebca" providerId="ADAL" clId="{F4856088-6BD9-4326-9AA9-FC531DFEF34F}" dt="2024-09-04T08:53:39.086" v="374" actId="478"/>
          <ac:spMkLst>
            <pc:docMk/>
            <pc:sldMk cId="2620237809" sldId="259"/>
            <ac:spMk id="2" creationId="{00000000-0000-0000-0000-000000000000}"/>
          </ac:spMkLst>
        </pc:spChg>
        <pc:spChg chg="add mod">
          <ac:chgData name="Marcello Millonzi" userId="4c40bab1-fbbe-468b-822e-62310dadebca" providerId="ADAL" clId="{F4856088-6BD9-4326-9AA9-FC531DFEF34F}" dt="2024-09-04T08:40:18.266" v="161" actId="14100"/>
          <ac:spMkLst>
            <pc:docMk/>
            <pc:sldMk cId="2620237809" sldId="259"/>
            <ac:spMk id="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1:40.692" v="50" actId="20577"/>
          <ac:spMkLst>
            <pc:docMk/>
            <pc:sldMk cId="2620237809" sldId="259"/>
            <ac:spMk id="10" creationId="{00000000-0000-0000-0000-000000000000}"/>
          </ac:spMkLst>
        </pc:spChg>
        <pc:graphicFrameChg chg="del mod replId">
          <ac:chgData name="Marcello Millonzi" userId="4c40bab1-fbbe-468b-822e-62310dadebca" providerId="ADAL" clId="{F4856088-6BD9-4326-9AA9-FC531DFEF34F}" dt="2024-09-04T08:35:04.910" v="79"/>
          <ac:graphicFrameMkLst>
            <pc:docMk/>
            <pc:sldMk cId="2620237809" sldId="259"/>
            <ac:graphicFrameMk id="4" creationId="{00000000-0000-0000-0000-000000000000}"/>
          </ac:graphicFrameMkLst>
        </pc:graphicFrameChg>
      </pc:sldChg>
      <pc:sldChg chg="delSp modSp add mod modAnim">
        <pc:chgData name="Marcello Millonzi" userId="4c40bab1-fbbe-468b-822e-62310dadebca" providerId="ADAL" clId="{F4856088-6BD9-4326-9AA9-FC531DFEF34F}" dt="2024-09-04T08:53:41.938" v="376" actId="478"/>
        <pc:sldMkLst>
          <pc:docMk/>
          <pc:sldMk cId="1142870997" sldId="260"/>
        </pc:sldMkLst>
        <pc:spChg chg="mod">
          <ac:chgData name="Marcello Millonzi" userId="4c40bab1-fbbe-468b-822e-62310dadebca" providerId="ADAL" clId="{F4856088-6BD9-4326-9AA9-FC531DFEF34F}" dt="2024-09-04T08:40:45.531" v="166" actId="20577"/>
          <ac:spMkLst>
            <pc:docMk/>
            <pc:sldMk cId="1142870997" sldId="260"/>
            <ac:spMk id="3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3:41.938" v="376" actId="478"/>
          <ac:spMkLst>
            <pc:docMk/>
            <pc:sldMk cId="1142870997" sldId="260"/>
            <ac:spMk id="4" creationId="{00000000-0000-0000-0000-000000000000}"/>
          </ac:spMkLst>
        </pc:spChg>
      </pc:sldChg>
      <pc:sldChg chg="delSp mod">
        <pc:chgData name="Marcello Millonzi" userId="4c40bab1-fbbe-468b-822e-62310dadebca" providerId="ADAL" clId="{F4856088-6BD9-4326-9AA9-FC531DFEF34F}" dt="2024-09-04T08:53:37.166" v="373" actId="478"/>
        <pc:sldMkLst>
          <pc:docMk/>
          <pc:sldMk cId="805587237" sldId="261"/>
        </pc:sldMkLst>
        <pc:spChg chg="del">
          <ac:chgData name="Marcello Millonzi" userId="4c40bab1-fbbe-468b-822e-62310dadebca" providerId="ADAL" clId="{F4856088-6BD9-4326-9AA9-FC531DFEF34F}" dt="2024-09-04T08:53:37.166" v="373" actId="478"/>
          <ac:spMkLst>
            <pc:docMk/>
            <pc:sldMk cId="805587237" sldId="261"/>
            <ac:spMk id="2" creationId="{00000000-0000-0000-0000-000000000000}"/>
          </ac:spMkLst>
        </pc:spChg>
      </pc:sldChg>
      <pc:sldChg chg="delSp modSp add mod">
        <pc:chgData name="Marcello Millonzi" userId="4c40bab1-fbbe-468b-822e-62310dadebca" providerId="ADAL" clId="{F4856088-6BD9-4326-9AA9-FC531DFEF34F}" dt="2024-09-04T08:54:19.808" v="392" actId="478"/>
        <pc:sldMkLst>
          <pc:docMk/>
          <pc:sldMk cId="3863949457" sldId="262"/>
        </pc:sldMkLst>
        <pc:spChg chg="del mod">
          <ac:chgData name="Marcello Millonzi" userId="4c40bab1-fbbe-468b-822e-62310dadebca" providerId="ADAL" clId="{F4856088-6BD9-4326-9AA9-FC531DFEF34F}" dt="2024-09-04T08:54:19.808" v="392" actId="478"/>
          <ac:spMkLst>
            <pc:docMk/>
            <pc:sldMk cId="3863949457" sldId="262"/>
            <ac:spMk id="4" creationId="{00000000-0000-0000-0000-000000000000}"/>
          </ac:spMkLst>
        </pc:spChg>
      </pc:sldChg>
      <pc:sldChg chg="delSp modSp add mod">
        <pc:chgData name="Marcello Millonzi" userId="4c40bab1-fbbe-468b-822e-62310dadebca" providerId="ADAL" clId="{F4856088-6BD9-4326-9AA9-FC531DFEF34F}" dt="2024-09-04T08:53:40.481" v="375" actId="478"/>
        <pc:sldMkLst>
          <pc:docMk/>
          <pc:sldMk cId="1806157594" sldId="263"/>
        </pc:sldMkLst>
        <pc:spChg chg="del mod">
          <ac:chgData name="Marcello Millonzi" userId="4c40bab1-fbbe-468b-822e-62310dadebca" providerId="ADAL" clId="{F4856088-6BD9-4326-9AA9-FC531DFEF34F}" dt="2024-09-04T08:53:40.481" v="375" actId="478"/>
          <ac:spMkLst>
            <pc:docMk/>
            <pc:sldMk cId="1806157594" sldId="263"/>
            <ac:spMk id="4" creationId="{00000000-0000-0000-0000-000000000000}"/>
          </ac:spMkLst>
        </pc:spChg>
      </pc:sldChg>
      <pc:sldChg chg="addSp delSp modSp add mod delAnim modAnim">
        <pc:chgData name="Marcello Millonzi" userId="4c40bab1-fbbe-468b-822e-62310dadebca" providerId="ADAL" clId="{F4856088-6BD9-4326-9AA9-FC531DFEF34F}" dt="2024-09-04T08:53:47.134" v="379" actId="478"/>
        <pc:sldMkLst>
          <pc:docMk/>
          <pc:sldMk cId="3727643118" sldId="265"/>
        </pc:sldMkLst>
        <pc:spChg chg="mod">
          <ac:chgData name="Marcello Millonzi" userId="4c40bab1-fbbe-468b-822e-62310dadebca" providerId="ADAL" clId="{F4856088-6BD9-4326-9AA9-FC531DFEF34F}" dt="2024-09-04T08:44:53.095" v="198" actId="20577"/>
          <ac:spMkLst>
            <pc:docMk/>
            <pc:sldMk cId="3727643118" sldId="265"/>
            <ac:spMk id="3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3:47.134" v="379" actId="478"/>
          <ac:spMkLst>
            <pc:docMk/>
            <pc:sldMk cId="3727643118" sldId="265"/>
            <ac:spMk id="4" creationId="{00000000-0000-0000-0000-000000000000}"/>
          </ac:spMkLst>
        </pc:spChg>
        <pc:spChg chg="add mod">
          <ac:chgData name="Marcello Millonzi" userId="4c40bab1-fbbe-468b-822e-62310dadebca" providerId="ADAL" clId="{F4856088-6BD9-4326-9AA9-FC531DFEF34F}" dt="2024-09-04T08:44:57.336" v="199" actId="1076"/>
          <ac:spMkLst>
            <pc:docMk/>
            <pc:sldMk cId="3727643118" sldId="265"/>
            <ac:spMk id="5" creationId="{00000000-0000-0000-0000-000000000000}"/>
          </ac:spMkLst>
        </pc:spChg>
        <pc:graphicFrameChg chg="del mod replId">
          <ac:chgData name="Marcello Millonzi" userId="4c40bab1-fbbe-468b-822e-62310dadebca" providerId="ADAL" clId="{F4856088-6BD9-4326-9AA9-FC531DFEF34F}" dt="2024-09-04T08:35:04.910" v="79"/>
          <ac:graphicFrameMkLst>
            <pc:docMk/>
            <pc:sldMk cId="3727643118" sldId="265"/>
            <ac:graphicFrameMk id="6" creationId="{00000000-0000-0000-0000-000000000000}"/>
          </ac:graphicFrameMkLst>
        </pc:graphicFrameChg>
      </pc:sldChg>
      <pc:sldChg chg="delSp modSp mod">
        <pc:chgData name="Marcello Millonzi" userId="4c40bab1-fbbe-468b-822e-62310dadebca" providerId="ADAL" clId="{F4856088-6BD9-4326-9AA9-FC531DFEF34F}" dt="2024-09-04T08:53:59.995" v="384" actId="478"/>
        <pc:sldMkLst>
          <pc:docMk/>
          <pc:sldMk cId="3270105732" sldId="266"/>
        </pc:sldMkLst>
        <pc:spChg chg="del">
          <ac:chgData name="Marcello Millonzi" userId="4c40bab1-fbbe-468b-822e-62310dadebca" providerId="ADAL" clId="{F4856088-6BD9-4326-9AA9-FC531DFEF34F}" dt="2024-09-04T08:53:59.995" v="384" actId="478"/>
          <ac:spMkLst>
            <pc:docMk/>
            <pc:sldMk cId="3270105732" sldId="266"/>
            <ac:spMk id="4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55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5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57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58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5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0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1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2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4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5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7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8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70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71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72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19.454" v="292" actId="1038"/>
          <ac:spMkLst>
            <pc:docMk/>
            <pc:sldMk cId="3270105732" sldId="266"/>
            <ac:spMk id="7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74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76" creationId="{00000000-0000-0000-0000-000000000000}"/>
          </ac:spMkLst>
        </pc:spChg>
      </pc:sldChg>
      <pc:sldChg chg="delSp modSp add mod">
        <pc:chgData name="Marcello Millonzi" userId="4c40bab1-fbbe-468b-822e-62310dadebca" providerId="ADAL" clId="{F4856088-6BD9-4326-9AA9-FC531DFEF34F}" dt="2024-09-04T08:54:32.176" v="396" actId="478"/>
        <pc:sldMkLst>
          <pc:docMk/>
          <pc:sldMk cId="4054907620" sldId="267"/>
        </pc:sldMkLst>
        <pc:spChg chg="del mod">
          <ac:chgData name="Marcello Millonzi" userId="4c40bab1-fbbe-468b-822e-62310dadebca" providerId="ADAL" clId="{F4856088-6BD9-4326-9AA9-FC531DFEF34F}" dt="2024-09-04T08:54:32.176" v="396" actId="478"/>
          <ac:spMkLst>
            <pc:docMk/>
            <pc:sldMk cId="4054907620" sldId="267"/>
            <ac:spMk id="3" creationId="{00000000-0000-0000-0000-000000000000}"/>
          </ac:spMkLst>
        </pc:spChg>
      </pc:sldChg>
      <pc:sldChg chg="addSp delSp modSp add mod delAnim modAnim">
        <pc:chgData name="Marcello Millonzi" userId="4c40bab1-fbbe-468b-822e-62310dadebca" providerId="ADAL" clId="{F4856088-6BD9-4326-9AA9-FC531DFEF34F}" dt="2024-09-04T08:53:48.783" v="380" actId="478"/>
        <pc:sldMkLst>
          <pc:docMk/>
          <pc:sldMk cId="656335364" sldId="268"/>
        </pc:sldMkLst>
        <pc:spChg chg="mod">
          <ac:chgData name="Marcello Millonzi" userId="4c40bab1-fbbe-468b-822e-62310dadebca" providerId="ADAL" clId="{F4856088-6BD9-4326-9AA9-FC531DFEF34F}" dt="2024-09-04T08:45:21.700" v="200" actId="14100"/>
          <ac:spMkLst>
            <pc:docMk/>
            <pc:sldMk cId="656335364" sldId="268"/>
            <ac:spMk id="3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3:48.783" v="380" actId="478"/>
          <ac:spMkLst>
            <pc:docMk/>
            <pc:sldMk cId="656335364" sldId="268"/>
            <ac:spMk id="4" creationId="{00000000-0000-0000-0000-000000000000}"/>
          </ac:spMkLst>
        </pc:spChg>
        <pc:spChg chg="add mod">
          <ac:chgData name="Marcello Millonzi" userId="4c40bab1-fbbe-468b-822e-62310dadebca" providerId="ADAL" clId="{F4856088-6BD9-4326-9AA9-FC531DFEF34F}" dt="2024-09-04T08:35:18.210" v="86" actId="404"/>
          <ac:spMkLst>
            <pc:docMk/>
            <pc:sldMk cId="656335364" sldId="268"/>
            <ac:spMk id="7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4:40.109" v="72" actId="108"/>
          <ac:spMkLst>
            <pc:docMk/>
            <pc:sldMk cId="656335364" sldId="268"/>
            <ac:spMk id="8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5:24.109" v="201" actId="14100"/>
          <ac:spMkLst>
            <pc:docMk/>
            <pc:sldMk cId="656335364" sldId="268"/>
            <ac:spMk id="9" creationId="{00000000-0000-0000-0000-000000000000}"/>
          </ac:spMkLst>
        </pc:spChg>
        <pc:spChg chg="add mod">
          <ac:chgData name="Marcello Millonzi" userId="4c40bab1-fbbe-468b-822e-62310dadebca" providerId="ADAL" clId="{F4856088-6BD9-4326-9AA9-FC531DFEF34F}" dt="2024-09-04T08:35:44.435" v="90" actId="1076"/>
          <ac:spMkLst>
            <pc:docMk/>
            <pc:sldMk cId="656335364" sldId="268"/>
            <ac:spMk id="10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3:34.678" v="60" actId="14100"/>
          <ac:spMkLst>
            <pc:docMk/>
            <pc:sldMk cId="656335364" sldId="268"/>
            <ac:spMk id="11" creationId="{00000000-0000-0000-0000-000000000000}"/>
          </ac:spMkLst>
        </pc:spChg>
        <pc:graphicFrameChg chg="del mod replId">
          <ac:chgData name="Marcello Millonzi" userId="4c40bab1-fbbe-468b-822e-62310dadebca" providerId="ADAL" clId="{F4856088-6BD9-4326-9AA9-FC531DFEF34F}" dt="2024-09-04T08:35:04.910" v="79"/>
          <ac:graphicFrameMkLst>
            <pc:docMk/>
            <pc:sldMk cId="656335364" sldId="268"/>
            <ac:graphicFrameMk id="5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F4856088-6BD9-4326-9AA9-FC531DFEF34F}" dt="2024-09-04T08:35:04.910" v="79"/>
          <ac:graphicFrameMkLst>
            <pc:docMk/>
            <pc:sldMk cId="656335364" sldId="268"/>
            <ac:graphicFrameMk id="12" creationId="{00000000-0000-0000-0000-000000000000}"/>
          </ac:graphicFrameMkLst>
        </pc:graphicFrameChg>
      </pc:sldChg>
      <pc:sldChg chg="delSp modSp add mod modAnim">
        <pc:chgData name="Marcello Millonzi" userId="4c40bab1-fbbe-468b-822e-62310dadebca" providerId="ADAL" clId="{F4856088-6BD9-4326-9AA9-FC531DFEF34F}" dt="2024-09-04T08:53:50.173" v="381" actId="478"/>
        <pc:sldMkLst>
          <pc:docMk/>
          <pc:sldMk cId="2471935256" sldId="269"/>
        </pc:sldMkLst>
        <pc:spChg chg="mod">
          <ac:chgData name="Marcello Millonzi" userId="4c40bab1-fbbe-468b-822e-62310dadebca" providerId="ADAL" clId="{F4856088-6BD9-4326-9AA9-FC531DFEF34F}" dt="2024-09-04T08:45:43.830" v="206" actId="6549"/>
          <ac:spMkLst>
            <pc:docMk/>
            <pc:sldMk cId="2471935256" sldId="269"/>
            <ac:spMk id="3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3:50.173" v="381" actId="478"/>
          <ac:spMkLst>
            <pc:docMk/>
            <pc:sldMk cId="2471935256" sldId="269"/>
            <ac:spMk id="4" creationId="{00000000-0000-0000-0000-000000000000}"/>
          </ac:spMkLst>
        </pc:spChg>
      </pc:sldChg>
      <pc:sldChg chg="addSp delSp modSp add mod delAnim modAnim">
        <pc:chgData name="Marcello Millonzi" userId="4c40bab1-fbbe-468b-822e-62310dadebca" providerId="ADAL" clId="{F4856088-6BD9-4326-9AA9-FC531DFEF34F}" dt="2024-09-04T08:53:43.873" v="377" actId="478"/>
        <pc:sldMkLst>
          <pc:docMk/>
          <pc:sldMk cId="480533612" sldId="271"/>
        </pc:sldMkLst>
        <pc:spChg chg="del mod">
          <ac:chgData name="Marcello Millonzi" userId="4c40bab1-fbbe-468b-822e-62310dadebca" providerId="ADAL" clId="{F4856088-6BD9-4326-9AA9-FC531DFEF34F}" dt="2024-09-04T08:53:43.873" v="377" actId="478"/>
          <ac:spMkLst>
            <pc:docMk/>
            <pc:sldMk cId="480533612" sldId="271"/>
            <ac:spMk id="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2:58.543" v="179" actId="14100"/>
          <ac:spMkLst>
            <pc:docMk/>
            <pc:sldMk cId="480533612" sldId="271"/>
            <ac:spMk id="4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3:02.223" v="180" actId="14100"/>
          <ac:spMkLst>
            <pc:docMk/>
            <pc:sldMk cId="480533612" sldId="271"/>
            <ac:spMk id="5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8:10.395" v="113" actId="1076"/>
          <ac:spMkLst>
            <pc:docMk/>
            <pc:sldMk cId="480533612" sldId="271"/>
            <ac:spMk id="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7:46.236" v="110" actId="108"/>
          <ac:spMkLst>
            <pc:docMk/>
            <pc:sldMk cId="480533612" sldId="271"/>
            <ac:spMk id="7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7:00.736" v="107" actId="108"/>
          <ac:spMkLst>
            <pc:docMk/>
            <pc:sldMk cId="480533612" sldId="271"/>
            <ac:spMk id="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7:57.708" v="111" actId="14100"/>
          <ac:spMkLst>
            <pc:docMk/>
            <pc:sldMk cId="480533612" sldId="271"/>
            <ac:spMk id="10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8:04.328" v="112" actId="14100"/>
          <ac:spMkLst>
            <pc:docMk/>
            <pc:sldMk cId="480533612" sldId="271"/>
            <ac:spMk id="11" creationId="{00000000-0000-0000-0000-000000000000}"/>
          </ac:spMkLst>
        </pc:spChg>
        <pc:spChg chg="add del mod">
          <ac:chgData name="Marcello Millonzi" userId="4c40bab1-fbbe-468b-822e-62310dadebca" providerId="ADAL" clId="{F4856088-6BD9-4326-9AA9-FC531DFEF34F}" dt="2024-09-04T08:43:07.339" v="181" actId="478"/>
          <ac:spMkLst>
            <pc:docMk/>
            <pc:sldMk cId="480533612" sldId="271"/>
            <ac:spMk id="12" creationId="{CC1D90A5-A8F5-B21B-5AE4-B6166C0A22A9}"/>
          </ac:spMkLst>
        </pc:spChg>
      </pc:sldChg>
      <pc:sldChg chg="addSp delSp modSp add mod delAnim modAnim">
        <pc:chgData name="Marcello Millonzi" userId="4c40bab1-fbbe-468b-822e-62310dadebca" providerId="ADAL" clId="{F4856088-6BD9-4326-9AA9-FC531DFEF34F}" dt="2024-09-04T08:53:45.361" v="378" actId="478"/>
        <pc:sldMkLst>
          <pc:docMk/>
          <pc:sldMk cId="720184265" sldId="272"/>
        </pc:sldMkLst>
        <pc:spChg chg="del mod">
          <ac:chgData name="Marcello Millonzi" userId="4c40bab1-fbbe-468b-822e-62310dadebca" providerId="ADAL" clId="{F4856088-6BD9-4326-9AA9-FC531DFEF34F}" dt="2024-09-04T08:53:45.361" v="378" actId="478"/>
          <ac:spMkLst>
            <pc:docMk/>
            <pc:sldMk cId="720184265" sldId="272"/>
            <ac:spMk id="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4:15.959" v="186" actId="14100"/>
          <ac:spMkLst>
            <pc:docMk/>
            <pc:sldMk cId="720184265" sldId="272"/>
            <ac:spMk id="5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1:53.110" v="174" actId="1076"/>
          <ac:spMkLst>
            <pc:docMk/>
            <pc:sldMk cId="720184265" sldId="272"/>
            <ac:spMk id="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4:05.592" v="184" actId="108"/>
          <ac:spMkLst>
            <pc:docMk/>
            <pc:sldMk cId="720184265" sldId="272"/>
            <ac:spMk id="7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1:28.436" v="170" actId="108"/>
          <ac:spMkLst>
            <pc:docMk/>
            <pc:sldMk cId="720184265" sldId="272"/>
            <ac:spMk id="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1:42.044" v="172" actId="14100"/>
          <ac:spMkLst>
            <pc:docMk/>
            <pc:sldMk cId="720184265" sldId="272"/>
            <ac:spMk id="10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1:46.958" v="173" actId="14100"/>
          <ac:spMkLst>
            <pc:docMk/>
            <pc:sldMk cId="720184265" sldId="272"/>
            <ac:spMk id="11" creationId="{00000000-0000-0000-0000-000000000000}"/>
          </ac:spMkLst>
        </pc:spChg>
        <pc:spChg chg="add del mod">
          <ac:chgData name="Marcello Millonzi" userId="4c40bab1-fbbe-468b-822e-62310dadebca" providerId="ADAL" clId="{F4856088-6BD9-4326-9AA9-FC531DFEF34F}" dt="2024-09-04T08:44:18.520" v="187" actId="478"/>
          <ac:spMkLst>
            <pc:docMk/>
            <pc:sldMk cId="720184265" sldId="272"/>
            <ac:spMk id="12" creationId="{78C35788-78E3-22A9-808F-C5AC3338E953}"/>
          </ac:spMkLst>
        </pc:spChg>
        <pc:spChg chg="del">
          <ac:chgData name="Marcello Millonzi" userId="4c40bab1-fbbe-468b-822e-62310dadebca" providerId="ADAL" clId="{F4856088-6BD9-4326-9AA9-FC531DFEF34F}" dt="2024-09-04T08:42:08.613" v="175" actId="478"/>
          <ac:spMkLst>
            <pc:docMk/>
            <pc:sldMk cId="720184265" sldId="272"/>
            <ac:spMk id="13" creationId="{00000000-0000-0000-0000-000000000000}"/>
          </ac:spMkLst>
        </pc:spChg>
        <pc:spChg chg="add mod">
          <ac:chgData name="Marcello Millonzi" userId="4c40bab1-fbbe-468b-822e-62310dadebca" providerId="ADAL" clId="{F4856088-6BD9-4326-9AA9-FC531DFEF34F}" dt="2024-09-04T08:44:08.620" v="185" actId="1076"/>
          <ac:spMkLst>
            <pc:docMk/>
            <pc:sldMk cId="720184265" sldId="272"/>
            <ac:spMk id="15" creationId="{AB5C446A-D1AD-76F8-75B1-2E0AB380C830}"/>
          </ac:spMkLst>
        </pc:spChg>
      </pc:sldChg>
      <pc:sldChg chg="delSp modSp mod modAnim">
        <pc:chgData name="Marcello Millonzi" userId="4c40bab1-fbbe-468b-822e-62310dadebca" providerId="ADAL" clId="{F4856088-6BD9-4326-9AA9-FC531DFEF34F}" dt="2024-09-10T11:03:21.742" v="622" actId="20577"/>
        <pc:sldMkLst>
          <pc:docMk/>
          <pc:sldMk cId="2436024591" sldId="273"/>
        </pc:sldMkLst>
        <pc:spChg chg="mod">
          <ac:chgData name="Marcello Millonzi" userId="4c40bab1-fbbe-468b-822e-62310dadebca" providerId="ADAL" clId="{F4856088-6BD9-4326-9AA9-FC531DFEF34F}" dt="2024-09-10T11:03:21.742" v="622" actId="20577"/>
          <ac:spMkLst>
            <pc:docMk/>
            <pc:sldMk cId="2436024591" sldId="273"/>
            <ac:spMk id="3" creationId="{00000000-0000-0000-0000-000000000000}"/>
          </ac:spMkLst>
        </pc:spChg>
        <pc:spChg chg="del">
          <ac:chgData name="Marcello Millonzi" userId="4c40bab1-fbbe-468b-822e-62310dadebca" providerId="ADAL" clId="{F4856088-6BD9-4326-9AA9-FC531DFEF34F}" dt="2024-09-04T08:53:23.466" v="370" actId="478"/>
          <ac:spMkLst>
            <pc:docMk/>
            <pc:sldMk cId="2436024591" sldId="273"/>
            <ac:spMk id="4" creationId="{00000000-0000-0000-0000-000000000000}"/>
          </ac:spMkLst>
        </pc:spChg>
      </pc:sldChg>
      <pc:sldChg chg="delSp modSp mod modAnim">
        <pc:chgData name="Marcello Millonzi" userId="4c40bab1-fbbe-468b-822e-62310dadebca" providerId="ADAL" clId="{F4856088-6BD9-4326-9AA9-FC531DFEF34F}" dt="2024-09-04T08:53:33.277" v="371" actId="478"/>
        <pc:sldMkLst>
          <pc:docMk/>
          <pc:sldMk cId="3376167965" sldId="274"/>
        </pc:sldMkLst>
        <pc:spChg chg="mod">
          <ac:chgData name="Marcello Millonzi" userId="4c40bab1-fbbe-468b-822e-62310dadebca" providerId="ADAL" clId="{F4856088-6BD9-4326-9AA9-FC531DFEF34F}" dt="2024-09-04T08:39:13.919" v="144" actId="20577"/>
          <ac:spMkLst>
            <pc:docMk/>
            <pc:sldMk cId="3376167965" sldId="274"/>
            <ac:spMk id="2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9:20.929" v="155" actId="20577"/>
          <ac:spMkLst>
            <pc:docMk/>
            <pc:sldMk cId="3376167965" sldId="274"/>
            <ac:spMk id="3" creationId="{00000000-0000-0000-0000-000000000000}"/>
          </ac:spMkLst>
        </pc:spChg>
        <pc:spChg chg="del">
          <ac:chgData name="Marcello Millonzi" userId="4c40bab1-fbbe-468b-822e-62310dadebca" providerId="ADAL" clId="{F4856088-6BD9-4326-9AA9-FC531DFEF34F}" dt="2024-09-04T08:53:33.277" v="371" actId="478"/>
          <ac:spMkLst>
            <pc:docMk/>
            <pc:sldMk cId="3376167965" sldId="274"/>
            <ac:spMk id="4" creationId="{00000000-0000-0000-0000-000000000000}"/>
          </ac:spMkLst>
        </pc:spChg>
      </pc:sldChg>
      <pc:sldChg chg="delSp modSp add mod">
        <pc:chgData name="Marcello Millonzi" userId="4c40bab1-fbbe-468b-822e-62310dadebca" providerId="ADAL" clId="{F4856088-6BD9-4326-9AA9-FC531DFEF34F}" dt="2024-09-04T08:53:54.121" v="382" actId="478"/>
        <pc:sldMkLst>
          <pc:docMk/>
          <pc:sldMk cId="1534568551" sldId="275"/>
        </pc:sldMkLst>
        <pc:spChg chg="del mod">
          <ac:chgData name="Marcello Millonzi" userId="4c40bab1-fbbe-468b-822e-62310dadebca" providerId="ADAL" clId="{F4856088-6BD9-4326-9AA9-FC531DFEF34F}" dt="2024-09-04T08:53:54.121" v="382" actId="478"/>
          <ac:spMkLst>
            <pc:docMk/>
            <pc:sldMk cId="1534568551" sldId="275"/>
            <ac:spMk id="4" creationId="{00000000-0000-0000-0000-000000000000}"/>
          </ac:spMkLst>
        </pc:spChg>
      </pc:sldChg>
      <pc:sldChg chg="modSp add mod">
        <pc:chgData name="Marcello Millonzi" userId="4c40bab1-fbbe-468b-822e-62310dadebca" providerId="ADAL" clId="{F4856088-6BD9-4326-9AA9-FC531DFEF34F}" dt="2024-09-04T08:36:30.710" v="101" actId="20577"/>
        <pc:sldMkLst>
          <pc:docMk/>
          <pc:sldMk cId="1891475233" sldId="276"/>
        </pc:sldMkLst>
        <pc:spChg chg="mod">
          <ac:chgData name="Marcello Millonzi" userId="4c40bab1-fbbe-468b-822e-62310dadebca" providerId="ADAL" clId="{F4856088-6BD9-4326-9AA9-FC531DFEF34F}" dt="2024-09-04T08:36:30.710" v="101" actId="20577"/>
          <ac:spMkLst>
            <pc:docMk/>
            <pc:sldMk cId="1891475233" sldId="276"/>
            <ac:spMk id="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2:27.037" v="51"/>
          <ac:spMkLst>
            <pc:docMk/>
            <pc:sldMk cId="1891475233" sldId="276"/>
            <ac:spMk id="4" creationId="{00000000-0000-0000-0000-000000000000}"/>
          </ac:spMkLst>
        </pc:spChg>
      </pc:sldChg>
      <pc:sldChg chg="delSp mod">
        <pc:chgData name="Marcello Millonzi" userId="4c40bab1-fbbe-468b-822e-62310dadebca" providerId="ADAL" clId="{F4856088-6BD9-4326-9AA9-FC531DFEF34F}" dt="2024-09-04T08:53:56.287" v="383" actId="478"/>
        <pc:sldMkLst>
          <pc:docMk/>
          <pc:sldMk cId="3513678753" sldId="277"/>
        </pc:sldMkLst>
        <pc:spChg chg="del">
          <ac:chgData name="Marcello Millonzi" userId="4c40bab1-fbbe-468b-822e-62310dadebca" providerId="ADAL" clId="{F4856088-6BD9-4326-9AA9-FC531DFEF34F}" dt="2024-09-04T08:53:56.287" v="383" actId="478"/>
          <ac:spMkLst>
            <pc:docMk/>
            <pc:sldMk cId="3513678753" sldId="277"/>
            <ac:spMk id="4" creationId="{00000000-0000-0000-0000-000000000000}"/>
          </ac:spMkLst>
        </pc:spChg>
      </pc:sldChg>
      <pc:sldChg chg="delSp mod">
        <pc:chgData name="Marcello Millonzi" userId="4c40bab1-fbbe-468b-822e-62310dadebca" providerId="ADAL" clId="{F4856088-6BD9-4326-9AA9-FC531DFEF34F}" dt="2024-09-04T08:54:04.301" v="386" actId="478"/>
        <pc:sldMkLst>
          <pc:docMk/>
          <pc:sldMk cId="3733448847" sldId="278"/>
        </pc:sldMkLst>
        <pc:spChg chg="del">
          <ac:chgData name="Marcello Millonzi" userId="4c40bab1-fbbe-468b-822e-62310dadebca" providerId="ADAL" clId="{F4856088-6BD9-4326-9AA9-FC531DFEF34F}" dt="2024-09-04T08:54:04.301" v="386" actId="478"/>
          <ac:spMkLst>
            <pc:docMk/>
            <pc:sldMk cId="3733448847" sldId="278"/>
            <ac:spMk id="8" creationId="{00000000-0000-0000-0000-000000000000}"/>
          </ac:spMkLst>
        </pc:spChg>
      </pc:sldChg>
      <pc:sldChg chg="delSp modSp add mod modAnim">
        <pc:chgData name="Marcello Millonzi" userId="4c40bab1-fbbe-468b-822e-62310dadebca" providerId="ADAL" clId="{F4856088-6BD9-4326-9AA9-FC531DFEF34F}" dt="2024-09-04T08:54:05.891" v="387" actId="478"/>
        <pc:sldMkLst>
          <pc:docMk/>
          <pc:sldMk cId="2567236888" sldId="279"/>
        </pc:sldMkLst>
        <pc:spChg chg="mod">
          <ac:chgData name="Marcello Millonzi" userId="4c40bab1-fbbe-468b-822e-62310dadebca" providerId="ADAL" clId="{F4856088-6BD9-4326-9AA9-FC531DFEF34F}" dt="2024-09-04T08:52:11.191" v="343" actId="20577"/>
          <ac:spMkLst>
            <pc:docMk/>
            <pc:sldMk cId="2567236888" sldId="279"/>
            <ac:spMk id="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2:42.055" v="365" actId="14100"/>
          <ac:spMkLst>
            <pc:docMk/>
            <pc:sldMk cId="2567236888" sldId="279"/>
            <ac:spMk id="18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2:57.361" v="368" actId="1076"/>
          <ac:spMkLst>
            <pc:docMk/>
            <pc:sldMk cId="2567236888" sldId="279"/>
            <ac:spMk id="21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4:05.891" v="387" actId="478"/>
          <ac:spMkLst>
            <pc:docMk/>
            <pc:sldMk cId="2567236888" sldId="279"/>
            <ac:spMk id="22" creationId="{00000000-0000-0000-0000-000000000000}"/>
          </ac:spMkLst>
        </pc:spChg>
        <pc:graphicFrameChg chg="mod">
          <ac:chgData name="Marcello Millonzi" userId="4c40bab1-fbbe-468b-822e-62310dadebca" providerId="ADAL" clId="{F4856088-6BD9-4326-9AA9-FC531DFEF34F}" dt="2024-09-04T08:51:52.306" v="309" actId="1038"/>
          <ac:graphicFrameMkLst>
            <pc:docMk/>
            <pc:sldMk cId="2567236888" sldId="279"/>
            <ac:graphicFrameMk id="12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1:57.239" v="332" actId="1038"/>
          <ac:graphicFrameMkLst>
            <pc:docMk/>
            <pc:sldMk cId="2567236888" sldId="279"/>
            <ac:graphicFrameMk id="13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2:19.594" v="359" actId="1038"/>
          <ac:graphicFrameMkLst>
            <pc:docMk/>
            <pc:sldMk cId="2567236888" sldId="279"/>
            <ac:graphicFrameMk id="17" creationId="{00000000-0000-0000-0000-000000000000}"/>
          </ac:graphicFrameMkLst>
        </pc:graphicFrameChg>
      </pc:sldChg>
      <pc:sldChg chg="delSp modSp add mod">
        <pc:chgData name="Marcello Millonzi" userId="4c40bab1-fbbe-468b-822e-62310dadebca" providerId="ADAL" clId="{F4856088-6BD9-4326-9AA9-FC531DFEF34F}" dt="2024-09-04T08:54:08.027" v="388" actId="478"/>
        <pc:sldMkLst>
          <pc:docMk/>
          <pc:sldMk cId="3695049120" sldId="280"/>
        </pc:sldMkLst>
        <pc:spChg chg="del mod">
          <ac:chgData name="Marcello Millonzi" userId="4c40bab1-fbbe-468b-822e-62310dadebca" providerId="ADAL" clId="{F4856088-6BD9-4326-9AA9-FC531DFEF34F}" dt="2024-09-04T08:54:08.027" v="388" actId="478"/>
          <ac:spMkLst>
            <pc:docMk/>
            <pc:sldMk cId="3695049120" sldId="280"/>
            <ac:spMk id="9" creationId="{00000000-0000-0000-0000-000000000000}"/>
          </ac:spMkLst>
        </pc:spChg>
        <pc:graphicFrameChg chg="mod">
          <ac:chgData name="Marcello Millonzi" userId="4c40bab1-fbbe-468b-822e-62310dadebca" providerId="ADAL" clId="{F4856088-6BD9-4326-9AA9-FC531DFEF34F}" dt="2024-09-04T08:53:08.520" v="369" actId="1076"/>
          <ac:graphicFrameMkLst>
            <pc:docMk/>
            <pc:sldMk cId="3695049120" sldId="280"/>
            <ac:graphicFrameMk id="4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3:08.520" v="369" actId="1076"/>
          <ac:graphicFrameMkLst>
            <pc:docMk/>
            <pc:sldMk cId="3695049120" sldId="280"/>
            <ac:graphicFrameMk id="5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3:08.520" v="369" actId="1076"/>
          <ac:graphicFrameMkLst>
            <pc:docMk/>
            <pc:sldMk cId="3695049120" sldId="280"/>
            <ac:graphicFrameMk id="6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3:08.520" v="369" actId="1076"/>
          <ac:graphicFrameMkLst>
            <pc:docMk/>
            <pc:sldMk cId="3695049120" sldId="280"/>
            <ac:graphicFrameMk id="7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3:08.520" v="369" actId="1076"/>
          <ac:graphicFrameMkLst>
            <pc:docMk/>
            <pc:sldMk cId="3695049120" sldId="280"/>
            <ac:graphicFrameMk id="8" creationId="{00000000-0000-0000-0000-000000000000}"/>
          </ac:graphicFrameMkLst>
        </pc:graphicFrameChg>
      </pc:sldChg>
      <pc:sldChg chg="delSp modSp add mod">
        <pc:chgData name="Marcello Millonzi" userId="4c40bab1-fbbe-468b-822e-62310dadebca" providerId="ADAL" clId="{F4856088-6BD9-4326-9AA9-FC531DFEF34F}" dt="2024-09-04T08:59:10.258" v="456" actId="692"/>
        <pc:sldMkLst>
          <pc:docMk/>
          <pc:sldMk cId="509840033" sldId="281"/>
        </pc:sldMkLst>
        <pc:spChg chg="mod">
          <ac:chgData name="Marcello Millonzi" userId="4c40bab1-fbbe-468b-822e-62310dadebca" providerId="ADAL" clId="{F4856088-6BD9-4326-9AA9-FC531DFEF34F}" dt="2024-09-04T08:57:37.793" v="451" actId="207"/>
          <ac:spMkLst>
            <pc:docMk/>
            <pc:sldMk cId="509840033" sldId="281"/>
            <ac:spMk id="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8:32.852" v="455" actId="207"/>
          <ac:spMkLst>
            <pc:docMk/>
            <pc:sldMk cId="509840033" sldId="281"/>
            <ac:spMk id="4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7:08.022" v="450" actId="207"/>
          <ac:spMkLst>
            <pc:docMk/>
            <pc:sldMk cId="509840033" sldId="281"/>
            <ac:spMk id="5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6:44.104" v="449" actId="207"/>
          <ac:spMkLst>
            <pc:docMk/>
            <pc:sldMk cId="509840033" sldId="281"/>
            <ac:spMk id="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14.479" v="391" actId="14100"/>
          <ac:spMkLst>
            <pc:docMk/>
            <pc:sldMk cId="509840033" sldId="281"/>
            <ac:spMk id="2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8:03.904" v="452" actId="692"/>
          <ac:spMkLst>
            <pc:docMk/>
            <pc:sldMk cId="509840033" sldId="281"/>
            <ac:spMk id="31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9:10.258" v="456" actId="692"/>
          <ac:spMkLst>
            <pc:docMk/>
            <pc:sldMk cId="509840033" sldId="281"/>
            <ac:spMk id="35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4:10.541" v="389" actId="478"/>
          <ac:spMkLst>
            <pc:docMk/>
            <pc:sldMk cId="509840033" sldId="281"/>
            <ac:spMk id="41" creationId="{00000000-0000-0000-0000-000000000000}"/>
          </ac:spMkLst>
        </pc:spChg>
        <pc:graphicFrameChg chg="mod">
          <ac:chgData name="Marcello Millonzi" userId="4c40bab1-fbbe-468b-822e-62310dadebca" providerId="ADAL" clId="{F4856088-6BD9-4326-9AA9-FC531DFEF34F}" dt="2024-09-04T08:56:00.119" v="448" actId="1038"/>
          <ac:graphicFrameMkLst>
            <pc:docMk/>
            <pc:sldMk cId="509840033" sldId="281"/>
            <ac:graphicFrameMk id="12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6:00.119" v="448" actId="1038"/>
          <ac:graphicFrameMkLst>
            <pc:docMk/>
            <pc:sldMk cId="509840033" sldId="281"/>
            <ac:graphicFrameMk id="13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6:00.119" v="448" actId="1038"/>
          <ac:graphicFrameMkLst>
            <pc:docMk/>
            <pc:sldMk cId="509840033" sldId="281"/>
            <ac:graphicFrameMk id="17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6:00.119" v="448" actId="1038"/>
          <ac:graphicFrameMkLst>
            <pc:docMk/>
            <pc:sldMk cId="509840033" sldId="281"/>
            <ac:graphicFrameMk id="20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6:00.119" v="448" actId="1038"/>
          <ac:graphicFrameMkLst>
            <pc:docMk/>
            <pc:sldMk cId="509840033" sldId="281"/>
            <ac:graphicFrameMk id="24" creationId="{00000000-0000-0000-0000-000000000000}"/>
          </ac:graphicFrameMkLst>
        </pc:graphicFrameChg>
      </pc:sldChg>
      <pc:sldChg chg="delSp modSp add mod modShow">
        <pc:chgData name="Marcello Millonzi" userId="4c40bab1-fbbe-468b-822e-62310dadebca" providerId="ADAL" clId="{F4856088-6BD9-4326-9AA9-FC531DFEF34F}" dt="2024-09-04T09:00:04.460" v="457" actId="729"/>
        <pc:sldMkLst>
          <pc:docMk/>
          <pc:sldMk cId="2868963727" sldId="282"/>
        </pc:sldMkLst>
        <pc:spChg chg="del mod">
          <ac:chgData name="Marcello Millonzi" userId="4c40bab1-fbbe-468b-822e-62310dadebca" providerId="ADAL" clId="{F4856088-6BD9-4326-9AA9-FC531DFEF34F}" dt="2024-09-04T08:54:21.696" v="393" actId="478"/>
          <ac:spMkLst>
            <pc:docMk/>
            <pc:sldMk cId="2868963727" sldId="282"/>
            <ac:spMk id="41" creationId="{00000000-0000-0000-0000-000000000000}"/>
          </ac:spMkLst>
        </pc:spChg>
      </pc:sldChg>
      <pc:sldChg chg="delSp modSp add mod">
        <pc:chgData name="Marcello Millonzi" userId="4c40bab1-fbbe-468b-822e-62310dadebca" providerId="ADAL" clId="{F4856088-6BD9-4326-9AA9-FC531DFEF34F}" dt="2024-09-04T08:54:26.911" v="395" actId="14100"/>
        <pc:sldMkLst>
          <pc:docMk/>
          <pc:sldMk cId="1421143550" sldId="283"/>
        </pc:sldMkLst>
        <pc:spChg chg="mod">
          <ac:chgData name="Marcello Millonzi" userId="4c40bab1-fbbe-468b-822e-62310dadebca" providerId="ADAL" clId="{F4856088-6BD9-4326-9AA9-FC531DFEF34F}" dt="2024-09-04T08:54:26.911" v="395" actId="14100"/>
          <ac:spMkLst>
            <pc:docMk/>
            <pc:sldMk cId="1421143550" sldId="283"/>
            <ac:spMk id="2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4:23.758" v="394" actId="478"/>
          <ac:spMkLst>
            <pc:docMk/>
            <pc:sldMk cId="1421143550" sldId="283"/>
            <ac:spMk id="3" creationId="{00000000-0000-0000-0000-000000000000}"/>
          </ac:spMkLst>
        </pc:spChg>
      </pc:sldChg>
      <pc:sldChg chg="delSp modSp add mod">
        <pc:chgData name="Marcello Millonzi" userId="4c40bab1-fbbe-468b-822e-62310dadebca" providerId="ADAL" clId="{F4856088-6BD9-4326-9AA9-FC531DFEF34F}" dt="2024-09-04T08:54:43.875" v="426" actId="1036"/>
        <pc:sldMkLst>
          <pc:docMk/>
          <pc:sldMk cId="2399803530" sldId="284"/>
        </pc:sldMkLst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2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4:35.485" v="397" actId="478"/>
          <ac:spMkLst>
            <pc:docMk/>
            <pc:sldMk cId="2399803530" sldId="284"/>
            <ac:spMk id="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5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7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8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10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11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13" creationId="{00000000-0000-0000-0000-000000000000}"/>
          </ac:spMkLst>
        </pc:spChg>
        <pc:graphicFrameChg chg="mod">
          <ac:chgData name="Marcello Millonzi" userId="4c40bab1-fbbe-468b-822e-62310dadebca" providerId="ADAL" clId="{F4856088-6BD9-4326-9AA9-FC531DFEF34F}" dt="2024-09-04T08:54:43.875" v="426" actId="1036"/>
          <ac:graphicFrameMkLst>
            <pc:docMk/>
            <pc:sldMk cId="2399803530" sldId="284"/>
            <ac:graphicFrameMk id="4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4:43.875" v="426" actId="1036"/>
          <ac:graphicFrameMkLst>
            <pc:docMk/>
            <pc:sldMk cId="2399803530" sldId="284"/>
            <ac:graphicFrameMk id="12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4:43.875" v="426" actId="1036"/>
          <ac:graphicFrameMkLst>
            <pc:docMk/>
            <pc:sldMk cId="2399803530" sldId="284"/>
            <ac:graphicFrameMk id="14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4:43.875" v="426" actId="1036"/>
          <ac:graphicFrameMkLst>
            <pc:docMk/>
            <pc:sldMk cId="2399803530" sldId="284"/>
            <ac:graphicFrameMk id="15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4:43.875" v="426" actId="1036"/>
          <ac:graphicFrameMkLst>
            <pc:docMk/>
            <pc:sldMk cId="2399803530" sldId="284"/>
            <ac:graphicFrameMk id="16" creationId="{00000000-0000-0000-0000-000000000000}"/>
          </ac:graphicFrameMkLst>
        </pc:graphicFrameChg>
      </pc:sldChg>
    </pc:docChg>
  </pc:docChgLst>
  <pc:docChgLst>
    <pc:chgData name="Marcello Millonzi" userId="4c40bab1-fbbe-468b-822e-62310dadebca" providerId="ADAL" clId="{9FBDEC25-E098-4C5F-A0ED-60FE173EEE15}"/>
    <pc:docChg chg="modSld">
      <pc:chgData name="Marcello Millonzi" userId="4c40bab1-fbbe-468b-822e-62310dadebca" providerId="ADAL" clId="{9FBDEC25-E098-4C5F-A0ED-60FE173EEE15}" dt="2024-10-04T09:57:53.283" v="42"/>
      <pc:docMkLst>
        <pc:docMk/>
      </pc:docMkLst>
      <pc:sldChg chg="modSp mod">
        <pc:chgData name="Marcello Millonzi" userId="4c40bab1-fbbe-468b-822e-62310dadebca" providerId="ADAL" clId="{9FBDEC25-E098-4C5F-A0ED-60FE173EEE15}" dt="2024-10-04T09:56:35.900" v="28" actId="20577"/>
        <pc:sldMkLst>
          <pc:docMk/>
          <pc:sldMk cId="3295266876" sldId="274"/>
        </pc:sldMkLst>
        <pc:spChg chg="mod">
          <ac:chgData name="Marcello Millonzi" userId="4c40bab1-fbbe-468b-822e-62310dadebca" providerId="ADAL" clId="{9FBDEC25-E098-4C5F-A0ED-60FE173EEE15}" dt="2024-10-04T09:56:35.900" v="28" actId="20577"/>
          <ac:spMkLst>
            <pc:docMk/>
            <pc:sldMk cId="3295266876" sldId="274"/>
            <ac:spMk id="2" creationId="{00000000-0000-0000-0000-000000000000}"/>
          </ac:spMkLst>
        </pc:spChg>
      </pc:sldChg>
      <pc:sldChg chg="modSp mod">
        <pc:chgData name="Marcello Millonzi" userId="4c40bab1-fbbe-468b-822e-62310dadebca" providerId="ADAL" clId="{9FBDEC25-E098-4C5F-A0ED-60FE173EEE15}" dt="2024-10-04T09:57:07.771" v="37" actId="20577"/>
        <pc:sldMkLst>
          <pc:docMk/>
          <pc:sldMk cId="495135211" sldId="279"/>
        </pc:sldMkLst>
        <pc:spChg chg="mod">
          <ac:chgData name="Marcello Millonzi" userId="4c40bab1-fbbe-468b-822e-62310dadebca" providerId="ADAL" clId="{9FBDEC25-E098-4C5F-A0ED-60FE173EEE15}" dt="2024-10-04T09:57:07.771" v="37" actId="20577"/>
          <ac:spMkLst>
            <pc:docMk/>
            <pc:sldMk cId="495135211" sldId="279"/>
            <ac:spMk id="2" creationId="{46D7E9FF-A998-9633-5C4D-3FBBD384576D}"/>
          </ac:spMkLst>
        </pc:spChg>
      </pc:sldChg>
      <pc:sldChg chg="modSp modAnim">
        <pc:chgData name="Marcello Millonzi" userId="4c40bab1-fbbe-468b-822e-62310dadebca" providerId="ADAL" clId="{9FBDEC25-E098-4C5F-A0ED-60FE173EEE15}" dt="2024-10-04T09:57:53.283" v="42"/>
        <pc:sldMkLst>
          <pc:docMk/>
          <pc:sldMk cId="3762154480" sldId="280"/>
        </pc:sldMkLst>
        <pc:spChg chg="mod">
          <ac:chgData name="Marcello Millonzi" userId="4c40bab1-fbbe-468b-822e-62310dadebca" providerId="ADAL" clId="{9FBDEC25-E098-4C5F-A0ED-60FE173EEE15}" dt="2024-10-02T12:22:39.118" v="6" actId="20577"/>
          <ac:spMkLst>
            <pc:docMk/>
            <pc:sldMk cId="3762154480" sldId="280"/>
            <ac:spMk id="3" creationId="{82C592D3-6454-E41F-D291-2F64041EB9D8}"/>
          </ac:spMkLst>
        </pc:spChg>
      </pc:sldChg>
    </pc:docChg>
  </pc:docChgLst>
  <pc:docChgLst>
    <pc:chgData name="Marcello Millonzi" userId="4c40bab1-fbbe-468b-822e-62310dadebca" providerId="ADAL" clId="{AE1BFADF-C2AB-4CA5-ACB5-D78C8E996BE1}"/>
    <pc:docChg chg="undo custSel addSld delSld modSld">
      <pc:chgData name="Marcello Millonzi" userId="4c40bab1-fbbe-468b-822e-62310dadebca" providerId="ADAL" clId="{AE1BFADF-C2AB-4CA5-ACB5-D78C8E996BE1}" dt="2024-09-20T09:08:57.447" v="351" actId="47"/>
      <pc:docMkLst>
        <pc:docMk/>
      </pc:docMkLst>
      <pc:sldChg chg="modSp mod">
        <pc:chgData name="Marcello Millonzi" userId="4c40bab1-fbbe-468b-822e-62310dadebca" providerId="ADAL" clId="{AE1BFADF-C2AB-4CA5-ACB5-D78C8E996BE1}" dt="2024-09-20T08:57:00.253" v="203" actId="20577"/>
        <pc:sldMkLst>
          <pc:docMk/>
          <pc:sldMk cId="2376157199" sldId="256"/>
        </pc:sldMkLst>
        <pc:spChg chg="mod">
          <ac:chgData name="Marcello Millonzi" userId="4c40bab1-fbbe-468b-822e-62310dadebca" providerId="ADAL" clId="{AE1BFADF-C2AB-4CA5-ACB5-D78C8E996BE1}" dt="2024-09-20T08:57:00.253" v="203" actId="20577"/>
          <ac:spMkLst>
            <pc:docMk/>
            <pc:sldMk cId="2376157199" sldId="256"/>
            <ac:spMk id="2" creationId="{8C6B75C5-34BC-4511-B8F6-EDDFBB2ADF5A}"/>
          </ac:spMkLst>
        </pc:spChg>
      </pc:sldChg>
      <pc:sldChg chg="modSp add">
        <pc:chgData name="Marcello Millonzi" userId="4c40bab1-fbbe-468b-822e-62310dadebca" providerId="ADAL" clId="{AE1BFADF-C2AB-4CA5-ACB5-D78C8E996BE1}" dt="2024-09-20T08:51:12.650" v="5"/>
        <pc:sldMkLst>
          <pc:docMk/>
          <pc:sldMk cId="1699185345" sldId="257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1699185345" sldId="257"/>
            <ac:spMk id="4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322028151" sldId="257"/>
        </pc:sldMkLst>
      </pc:sldChg>
      <pc:sldChg chg="modSp add">
        <pc:chgData name="Marcello Millonzi" userId="4c40bab1-fbbe-468b-822e-62310dadebca" providerId="ADAL" clId="{AE1BFADF-C2AB-4CA5-ACB5-D78C8E996BE1}" dt="2024-09-20T08:51:12.650" v="5"/>
        <pc:sldMkLst>
          <pc:docMk/>
          <pc:sldMk cId="2316661297" sldId="258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2316661297" sldId="258"/>
            <ac:spMk id="2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317761887" sldId="258"/>
        </pc:sldMkLst>
      </pc:sldChg>
      <pc:sldChg chg="modSp add mod modAnim">
        <pc:chgData name="Marcello Millonzi" userId="4c40bab1-fbbe-468b-822e-62310dadebca" providerId="ADAL" clId="{AE1BFADF-C2AB-4CA5-ACB5-D78C8E996BE1}" dt="2024-09-20T08:58:03.995" v="206"/>
        <pc:sldMkLst>
          <pc:docMk/>
          <pc:sldMk cId="2567236888" sldId="259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2567236888" sldId="259"/>
            <ac:spMk id="2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1:27.489" v="6" actId="14100"/>
          <ac:spMkLst>
            <pc:docMk/>
            <pc:sldMk cId="2567236888" sldId="259"/>
            <ac:spMk id="7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620237809" sldId="259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1142870997" sldId="260"/>
        </pc:sldMkLst>
      </pc:sldChg>
      <pc:sldChg chg="addSp delSp modSp add mod delAnim modAnim">
        <pc:chgData name="Marcello Millonzi" userId="4c40bab1-fbbe-468b-822e-62310dadebca" providerId="ADAL" clId="{AE1BFADF-C2AB-4CA5-ACB5-D78C8E996BE1}" dt="2024-09-20T08:57:43.690" v="205" actId="208"/>
        <pc:sldMkLst>
          <pc:docMk/>
          <pc:sldMk cId="3695049120" sldId="260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3695049120" sldId="260"/>
            <ac:spMk id="2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7:43.690" v="205" actId="208"/>
          <ac:spMkLst>
            <pc:docMk/>
            <pc:sldMk cId="3695049120" sldId="260"/>
            <ac:spMk id="3" creationId="{00000000-0000-0000-0000-000000000000}"/>
          </ac:spMkLst>
        </pc:spChg>
        <pc:spChg chg="add">
          <ac:chgData name="Marcello Millonzi" userId="4c40bab1-fbbe-468b-822e-62310dadebca" providerId="ADAL" clId="{AE1BFADF-C2AB-4CA5-ACB5-D78C8E996BE1}" dt="2024-09-20T08:53:15.852" v="105"/>
          <ac:spMkLst>
            <pc:docMk/>
            <pc:sldMk cId="3695049120" sldId="260"/>
            <ac:spMk id="4" creationId="{00000000-0000-0000-0000-000000000000}"/>
          </ac:spMkLst>
        </pc:spChg>
        <pc:spChg chg="add">
          <ac:chgData name="Marcello Millonzi" userId="4c40bab1-fbbe-468b-822e-62310dadebca" providerId="ADAL" clId="{AE1BFADF-C2AB-4CA5-ACB5-D78C8E996BE1}" dt="2024-09-20T08:53:15.852" v="105"/>
          <ac:spMkLst>
            <pc:docMk/>
            <pc:sldMk cId="3695049120" sldId="260"/>
            <ac:spMk id="5" creationId="{00000000-0000-0000-0000-000000000000}"/>
          </ac:spMkLst>
        </pc:sp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695049120" sldId="260"/>
            <ac:graphicFrameMk id="6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695049120" sldId="260"/>
            <ac:graphicFrameMk id="8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695049120" sldId="260"/>
            <ac:graphicFrameMk id="11" creationId="{00000000-0000-0000-0000-000000000000}"/>
          </ac:graphicFrameMkLst>
        </pc:graphicFrameChg>
      </pc:sldChg>
      <pc:sldChg chg="modSp add">
        <pc:chgData name="Marcello Millonzi" userId="4c40bab1-fbbe-468b-822e-62310dadebca" providerId="ADAL" clId="{AE1BFADF-C2AB-4CA5-ACB5-D78C8E996BE1}" dt="2024-09-20T08:51:12.650" v="5"/>
        <pc:sldMkLst>
          <pc:docMk/>
          <pc:sldMk cId="509840033" sldId="261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509840033" sldId="261"/>
            <ac:spMk id="2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805587237" sldId="261"/>
        </pc:sldMkLst>
      </pc:sldChg>
      <pc:sldChg chg="addSp delSp modSp add mod delAnim modAnim">
        <pc:chgData name="Marcello Millonzi" userId="4c40bab1-fbbe-468b-822e-62310dadebca" providerId="ADAL" clId="{AE1BFADF-C2AB-4CA5-ACB5-D78C8E996BE1}" dt="2024-09-20T08:53:15.852" v="105"/>
        <pc:sldMkLst>
          <pc:docMk/>
          <pc:sldMk cId="132022735" sldId="262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132022735" sldId="262"/>
            <ac:spMk id="2" creationId="{00000000-0000-0000-0000-000000000000}"/>
          </ac:spMkLst>
        </pc:spChg>
        <pc:spChg chg="add">
          <ac:chgData name="Marcello Millonzi" userId="4c40bab1-fbbe-468b-822e-62310dadebca" providerId="ADAL" clId="{AE1BFADF-C2AB-4CA5-ACB5-D78C8E996BE1}" dt="2024-09-20T08:53:15.852" v="105"/>
          <ac:spMkLst>
            <pc:docMk/>
            <pc:sldMk cId="132022735" sldId="262"/>
            <ac:spMk id="3" creationId="{00000000-0000-0000-0000-000000000000}"/>
          </ac:spMkLst>
        </pc:spChg>
        <pc:spChg chg="add">
          <ac:chgData name="Marcello Millonzi" userId="4c40bab1-fbbe-468b-822e-62310dadebca" providerId="ADAL" clId="{AE1BFADF-C2AB-4CA5-ACB5-D78C8E996BE1}" dt="2024-09-20T08:53:15.852" v="105"/>
          <ac:spMkLst>
            <pc:docMk/>
            <pc:sldMk cId="132022735" sldId="262"/>
            <ac:spMk id="4" creationId="{00000000-0000-0000-0000-000000000000}"/>
          </ac:spMkLst>
        </pc:spChg>
        <pc:spChg chg="add">
          <ac:chgData name="Marcello Millonzi" userId="4c40bab1-fbbe-468b-822e-62310dadebca" providerId="ADAL" clId="{AE1BFADF-C2AB-4CA5-ACB5-D78C8E996BE1}" dt="2024-09-20T08:53:15.852" v="105"/>
          <ac:spMkLst>
            <pc:docMk/>
            <pc:sldMk cId="132022735" sldId="262"/>
            <ac:spMk id="5" creationId="{00000000-0000-0000-0000-000000000000}"/>
          </ac:spMkLst>
        </pc:sp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132022735" sldId="262"/>
            <ac:graphicFrameMk id="6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132022735" sldId="262"/>
            <ac:graphicFrameMk id="8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132022735" sldId="262"/>
            <ac:graphicFrameMk id="11" creationId="{00000000-0000-0000-0000-000000000000}"/>
          </ac:graphicFrameMkLst>
        </pc:graphicFrame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863949457" sldId="262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1806157594" sldId="263"/>
        </pc:sldMkLst>
      </pc:sldChg>
      <pc:sldChg chg="addSp delSp modSp add mod delAnim modAnim">
        <pc:chgData name="Marcello Millonzi" userId="4c40bab1-fbbe-468b-822e-62310dadebca" providerId="ADAL" clId="{AE1BFADF-C2AB-4CA5-ACB5-D78C8E996BE1}" dt="2024-09-20T08:58:33.796" v="207" actId="208"/>
        <pc:sldMkLst>
          <pc:docMk/>
          <pc:sldMk cId="3554352757" sldId="263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3554352757" sldId="263"/>
            <ac:spMk id="2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8:33.796" v="207" actId="208"/>
          <ac:spMkLst>
            <pc:docMk/>
            <pc:sldMk cId="3554352757" sldId="263"/>
            <ac:spMk id="3" creationId="{00000000-0000-0000-0000-000000000000}"/>
          </ac:spMkLst>
        </pc:spChg>
        <pc:spChg chg="add">
          <ac:chgData name="Marcello Millonzi" userId="4c40bab1-fbbe-468b-822e-62310dadebca" providerId="ADAL" clId="{AE1BFADF-C2AB-4CA5-ACB5-D78C8E996BE1}" dt="2024-09-20T08:53:15.852" v="105"/>
          <ac:spMkLst>
            <pc:docMk/>
            <pc:sldMk cId="3554352757" sldId="263"/>
            <ac:spMk id="4" creationId="{00000000-0000-0000-0000-000000000000}"/>
          </ac:spMkLst>
        </pc:sp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554352757" sldId="263"/>
            <ac:graphicFrameMk id="5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554352757" sldId="263"/>
            <ac:graphicFrameMk id="7" creationId="{00000000-0000-0000-0000-000000000000}"/>
          </ac:graphicFrameMkLst>
        </pc:graphicFrameChg>
      </pc:sldChg>
      <pc:sldChg chg="modSp add modAnim">
        <pc:chgData name="Marcello Millonzi" userId="4c40bab1-fbbe-468b-822e-62310dadebca" providerId="ADAL" clId="{AE1BFADF-C2AB-4CA5-ACB5-D78C8E996BE1}" dt="2024-09-20T08:59:12.850" v="243" actId="20577"/>
        <pc:sldMkLst>
          <pc:docMk/>
          <pc:sldMk cId="2399073550" sldId="264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2399073550" sldId="264"/>
            <ac:spMk id="2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9:12.850" v="243" actId="20577"/>
          <ac:spMkLst>
            <pc:docMk/>
            <pc:sldMk cId="2399073550" sldId="264"/>
            <ac:spMk id="3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8:45.995" v="208" actId="207"/>
          <ac:spMkLst>
            <pc:docMk/>
            <pc:sldMk cId="2399073550" sldId="264"/>
            <ac:spMk id="9" creationId="{00000000-0000-0000-0000-000000000000}"/>
          </ac:spMkLst>
        </pc:spChg>
      </pc:sldChg>
      <pc:sldChg chg="addSp delSp modSp add mod delAnim modAnim">
        <pc:chgData name="Marcello Millonzi" userId="4c40bab1-fbbe-468b-822e-62310dadebca" providerId="ADAL" clId="{AE1BFADF-C2AB-4CA5-ACB5-D78C8E996BE1}" dt="2024-09-20T09:01:42.354" v="257"/>
        <pc:sldMkLst>
          <pc:docMk/>
          <pc:sldMk cId="3708812364" sldId="265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3708812364" sldId="265"/>
            <ac:spMk id="2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5:52.649" v="148" actId="1076"/>
          <ac:spMkLst>
            <pc:docMk/>
            <pc:sldMk cId="3708812364" sldId="265"/>
            <ac:spMk id="4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2:16.198" v="50" actId="14100"/>
          <ac:spMkLst>
            <pc:docMk/>
            <pc:sldMk cId="3708812364" sldId="265"/>
            <ac:spMk id="5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5:20.736" v="122" actId="14100"/>
          <ac:spMkLst>
            <pc:docMk/>
            <pc:sldMk cId="3708812364" sldId="265"/>
            <ac:spMk id="6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5:28.403" v="129" actId="27636"/>
          <ac:spMkLst>
            <pc:docMk/>
            <pc:sldMk cId="3708812364" sldId="265"/>
            <ac:spMk id="10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5:32.632" v="141" actId="1035"/>
          <ac:spMkLst>
            <pc:docMk/>
            <pc:sldMk cId="3708812364" sldId="265"/>
            <ac:spMk id="11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5:28.343" v="127" actId="14100"/>
          <ac:spMkLst>
            <pc:docMk/>
            <pc:sldMk cId="3708812364" sldId="265"/>
            <ac:spMk id="12" creationId="{00000000-0000-0000-0000-000000000000}"/>
          </ac:spMkLst>
        </pc:sp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708812364" sldId="265"/>
            <ac:graphicFrameMk id="7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708812364" sldId="265"/>
            <ac:graphicFrameMk id="13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708812364" sldId="265"/>
            <ac:graphicFrameMk id="15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708812364" sldId="265"/>
            <ac:graphicFrameMk id="17" creationId="{00000000-0000-0000-0000-000000000000}"/>
          </ac:graphicFrameMkLst>
        </pc:graphicFrameChg>
        <pc:graphicFrameChg chg="del mod or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708812364" sldId="265"/>
            <ac:graphicFrameMk id="19" creationId="{00000000-0000-0000-0000-000000000000}"/>
          </ac:graphicFrameMkLst>
        </pc:graphicFrameChg>
        <pc:picChg chg="mod">
          <ac:chgData name="Marcello Millonzi" userId="4c40bab1-fbbe-468b-822e-62310dadebca" providerId="ADAL" clId="{AE1BFADF-C2AB-4CA5-ACB5-D78C8E996BE1}" dt="2024-09-20T08:55:41.685" v="143" actId="1076"/>
          <ac:picMkLst>
            <pc:docMk/>
            <pc:sldMk cId="3708812364" sldId="265"/>
            <ac:picMk id="9225" creationId="{00000000-0000-0000-0000-000000000000}"/>
          </ac:picMkLst>
        </pc:pic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727643118" sldId="265"/>
        </pc:sldMkLst>
      </pc:sldChg>
      <pc:sldChg chg="addSp delSp modSp add mod delAnim modAnim">
        <pc:chgData name="Marcello Millonzi" userId="4c40bab1-fbbe-468b-822e-62310dadebca" providerId="ADAL" clId="{AE1BFADF-C2AB-4CA5-ACB5-D78C8E996BE1}" dt="2024-09-20T09:02:55.698" v="278"/>
        <pc:sldMkLst>
          <pc:docMk/>
          <pc:sldMk cId="2967547216" sldId="266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2967547216" sldId="266"/>
            <ac:spMk id="2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9:02:22.513" v="264" actId="14100"/>
          <ac:spMkLst>
            <pc:docMk/>
            <pc:sldMk cId="2967547216" sldId="266"/>
            <ac:spMk id="4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2:48.214" v="80" actId="14100"/>
          <ac:spMkLst>
            <pc:docMk/>
            <pc:sldMk cId="2967547216" sldId="266"/>
            <ac:spMk id="5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9:02:08.820" v="260" actId="14100"/>
          <ac:spMkLst>
            <pc:docMk/>
            <pc:sldMk cId="2967547216" sldId="266"/>
            <ac:spMk id="6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9:02:29.563" v="268" actId="14100"/>
          <ac:spMkLst>
            <pc:docMk/>
            <pc:sldMk cId="2967547216" sldId="266"/>
            <ac:spMk id="12" creationId="{00000000-0000-0000-0000-000000000000}"/>
          </ac:spMkLst>
        </pc:sp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2967547216" sldId="266"/>
            <ac:graphicFrameMk id="7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2967547216" sldId="266"/>
            <ac:graphicFrameMk id="10" creationId="{00000000-0000-0000-0000-000000000000}"/>
          </ac:graphicFrameMkLst>
        </pc:graphicFrameChg>
        <pc:graphicFrameChg chg="del mod or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2967547216" sldId="266"/>
            <ac:graphicFrameMk id="13" creationId="{00000000-0000-0000-0000-000000000000}"/>
          </ac:graphicFrameMkLst>
        </pc:graphicFrame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270105732" sldId="266"/>
        </pc:sldMkLst>
      </pc:sldChg>
      <pc:sldChg chg="addSp delSp modSp add mod delAnim modAnim">
        <pc:chgData name="Marcello Millonzi" userId="4c40bab1-fbbe-468b-822e-62310dadebca" providerId="ADAL" clId="{AE1BFADF-C2AB-4CA5-ACB5-D78C8E996BE1}" dt="2024-09-20T09:04:40.833" v="311" actId="14100"/>
        <pc:sldMkLst>
          <pc:docMk/>
          <pc:sldMk cId="2766959317" sldId="267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2766959317" sldId="267"/>
            <ac:spMk id="2" creationId="{00000000-0000-0000-0000-000000000000}"/>
          </ac:spMkLst>
        </pc:spChg>
        <pc:spChg chg="add del mod">
          <ac:chgData name="Marcello Millonzi" userId="4c40bab1-fbbe-468b-822e-62310dadebca" providerId="ADAL" clId="{AE1BFADF-C2AB-4CA5-ACB5-D78C8E996BE1}" dt="2024-09-20T09:03:40.749" v="298" actId="313"/>
          <ac:spMkLst>
            <pc:docMk/>
            <pc:sldMk cId="2766959317" sldId="267"/>
            <ac:spMk id="4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9:04:40.833" v="311" actId="14100"/>
          <ac:spMkLst>
            <pc:docMk/>
            <pc:sldMk cId="2766959317" sldId="267"/>
            <ac:spMk id="5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3:33.790" v="114" actId="404"/>
          <ac:spMkLst>
            <pc:docMk/>
            <pc:sldMk cId="2766959317" sldId="267"/>
            <ac:spMk id="6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3:41.362" v="119" actId="14100"/>
          <ac:spMkLst>
            <pc:docMk/>
            <pc:sldMk cId="2766959317" sldId="267"/>
            <ac:spMk id="11" creationId="{00000000-0000-0000-0000-000000000000}"/>
          </ac:spMkLst>
        </pc:sp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2766959317" sldId="267"/>
            <ac:graphicFrameMk id="7" creationId="{00000000-0000-0000-0000-000000000000}"/>
          </ac:graphicFrameMkLst>
        </pc:graphicFrameChg>
        <pc:graphicFrameChg chg="del mod or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2766959317" sldId="267"/>
            <ac:graphicFrameMk id="10" creationId="{00000000-0000-0000-0000-000000000000}"/>
          </ac:graphicFrameMkLst>
        </pc:graphicFrameChg>
        <pc:graphicFrameChg chg="del mod or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2766959317" sldId="267"/>
            <ac:graphicFrameMk id="13" creationId="{00000000-0000-0000-0000-000000000000}"/>
          </ac:graphicFrameMkLst>
        </pc:graphicFrame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4054907620" sldId="267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656335364" sldId="268"/>
        </pc:sldMkLst>
      </pc:sldChg>
      <pc:sldChg chg="addSp modSp add mod">
        <pc:chgData name="Marcello Millonzi" userId="4c40bab1-fbbe-468b-822e-62310dadebca" providerId="ADAL" clId="{AE1BFADF-C2AB-4CA5-ACB5-D78C8E996BE1}" dt="2024-09-20T09:07:36.672" v="336" actId="20577"/>
        <pc:sldMkLst>
          <pc:docMk/>
          <pc:sldMk cId="4132629586" sldId="268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4132629586" sldId="268"/>
            <ac:spMk id="3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9:07:21.637" v="323" actId="1076"/>
          <ac:spMkLst>
            <pc:docMk/>
            <pc:sldMk cId="4132629586" sldId="268"/>
            <ac:spMk id="5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9:05:48.276" v="317" actId="20577"/>
          <ac:spMkLst>
            <pc:docMk/>
            <pc:sldMk cId="4132629586" sldId="268"/>
            <ac:spMk id="6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9:07:36.672" v="336" actId="20577"/>
          <ac:spMkLst>
            <pc:docMk/>
            <pc:sldMk cId="4132629586" sldId="268"/>
            <ac:spMk id="7" creationId="{5C68D8A1-F35F-1A05-D970-976C66AA6BE5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471935256" sldId="269"/>
        </pc:sldMkLst>
      </pc:sldChg>
      <pc:sldChg chg="modSp add del mod">
        <pc:chgData name="Marcello Millonzi" userId="4c40bab1-fbbe-468b-822e-62310dadebca" providerId="ADAL" clId="{AE1BFADF-C2AB-4CA5-ACB5-D78C8E996BE1}" dt="2024-09-20T09:06:33.821" v="320" actId="2696"/>
        <pc:sldMkLst>
          <pc:docMk/>
          <pc:sldMk cId="4117337741" sldId="269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4117337741" sldId="269"/>
            <ac:spMk id="3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9:06:01.896" v="318" actId="14100"/>
          <ac:spMkLst>
            <pc:docMk/>
            <pc:sldMk cId="4117337741" sldId="269"/>
            <ac:spMk id="5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9:06:19.716" v="319" actId="14100"/>
          <ac:spMkLst>
            <pc:docMk/>
            <pc:sldMk cId="4117337741" sldId="269"/>
            <ac:spMk id="16" creationId="{00000000-0000-0000-0000-000000000000}"/>
          </ac:spMkLst>
        </pc:spChg>
      </pc:sldChg>
      <pc:sldChg chg="modSp add mod">
        <pc:chgData name="Marcello Millonzi" userId="4c40bab1-fbbe-468b-822e-62310dadebca" providerId="ADAL" clId="{AE1BFADF-C2AB-4CA5-ACB5-D78C8E996BE1}" dt="2024-09-20T08:56:32.194" v="164" actId="1036"/>
        <pc:sldMkLst>
          <pc:docMk/>
          <pc:sldMk cId="3070918313" sldId="270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3070918313" sldId="270"/>
            <ac:spMk id="3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6:32.194" v="164" actId="1036"/>
          <ac:spMkLst>
            <pc:docMk/>
            <pc:sldMk cId="3070918313" sldId="270"/>
            <ac:spMk id="5" creationId="{00000000-0000-0000-0000-000000000000}"/>
          </ac:spMkLst>
        </pc:spChg>
      </pc:sldChg>
      <pc:sldChg chg="modSp add del">
        <pc:chgData name="Marcello Millonzi" userId="4c40bab1-fbbe-468b-822e-62310dadebca" providerId="ADAL" clId="{AE1BFADF-C2AB-4CA5-ACB5-D78C8E996BE1}" dt="2024-09-20T09:06:33.821" v="320" actId="2696"/>
        <pc:sldMkLst>
          <pc:docMk/>
          <pc:sldMk cId="383404681" sldId="271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383404681" sldId="271"/>
            <ac:spMk id="3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480533612" sldId="271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720184265" sldId="272"/>
        </pc:sldMkLst>
      </pc:sldChg>
      <pc:sldChg chg="del mod modShow">
        <pc:chgData name="Marcello Millonzi" userId="4c40bab1-fbbe-468b-822e-62310dadebca" providerId="ADAL" clId="{AE1BFADF-C2AB-4CA5-ACB5-D78C8E996BE1}" dt="2024-09-20T09:08:57.447" v="351" actId="47"/>
        <pc:sldMkLst>
          <pc:docMk/>
          <pc:sldMk cId="2436024591" sldId="273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376167965" sldId="274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1534568551" sldId="275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513678753" sldId="277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733448847" sldId="278"/>
        </pc:sldMkLst>
      </pc:sldChg>
      <pc:sldChg chg="modSp add mod">
        <pc:chgData name="Marcello Millonzi" userId="4c40bab1-fbbe-468b-822e-62310dadebca" providerId="ADAL" clId="{AE1BFADF-C2AB-4CA5-ACB5-D78C8E996BE1}" dt="2024-09-20T09:08:14.958" v="350" actId="20577"/>
        <pc:sldMkLst>
          <pc:docMk/>
          <pc:sldMk cId="1311232678" sldId="279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1311232678" sldId="279"/>
            <ac:spMk id="4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9:08:14.958" v="350" actId="20577"/>
          <ac:spMkLst>
            <pc:docMk/>
            <pc:sldMk cId="1311232678" sldId="279"/>
            <ac:spMk id="15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567236888" sldId="279"/>
        </pc:sldMkLst>
      </pc:sldChg>
      <pc:sldChg chg="modSp add mod">
        <pc:chgData name="Marcello Millonzi" userId="4c40bab1-fbbe-468b-822e-62310dadebca" providerId="ADAL" clId="{AE1BFADF-C2AB-4CA5-ACB5-D78C8E996BE1}" dt="2024-09-20T08:56:23.264" v="150" actId="27636"/>
        <pc:sldMkLst>
          <pc:docMk/>
          <pc:sldMk cId="2139407408" sldId="280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2139407408" sldId="280"/>
            <ac:spMk id="3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6:23.264" v="150" actId="27636"/>
          <ac:spMkLst>
            <pc:docMk/>
            <pc:sldMk cId="2139407408" sldId="280"/>
            <ac:spMk id="4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695049120" sldId="280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509840033" sldId="281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868963727" sldId="282"/>
        </pc:sldMkLst>
      </pc:sldChg>
      <pc:sldChg chg="modSp add">
        <pc:chgData name="Marcello Millonzi" userId="4c40bab1-fbbe-468b-822e-62310dadebca" providerId="ADAL" clId="{AE1BFADF-C2AB-4CA5-ACB5-D78C8E996BE1}" dt="2024-09-20T08:56:23.144" v="149"/>
        <pc:sldMkLst>
          <pc:docMk/>
          <pc:sldMk cId="3489490141" sldId="282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3489490141" sldId="282"/>
            <ac:spMk id="3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1421143550" sldId="283"/>
        </pc:sldMkLst>
      </pc:sldChg>
      <pc:sldChg chg="modSp add">
        <pc:chgData name="Marcello Millonzi" userId="4c40bab1-fbbe-468b-822e-62310dadebca" providerId="ADAL" clId="{AE1BFADF-C2AB-4CA5-ACB5-D78C8E996BE1}" dt="2024-09-20T08:56:23.144" v="149"/>
        <pc:sldMkLst>
          <pc:docMk/>
          <pc:sldMk cId="4190370274" sldId="283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4190370274" sldId="283"/>
            <ac:spMk id="3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399803530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BBE67-375B-4F99-BBB3-BCE631393A80}" type="datetimeFigureOut">
              <a:rPr lang="nl-NL" smtClean="0"/>
              <a:t>4-10-2024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C61AE-670B-4DF8-A041-3E70DE1772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099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" y="3"/>
            <a:ext cx="12191996" cy="6857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8356" y="1296000"/>
            <a:ext cx="6840000" cy="2376000"/>
          </a:xfrm>
        </p:spPr>
        <p:txBody>
          <a:bodyPr anchor="t" anchorCtr="0">
            <a:no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een titel te maken</a:t>
            </a:r>
            <a:endParaRPr lang="en-US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478356" y="288000"/>
            <a:ext cx="6840000" cy="7920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200" i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voor de ondertitel</a:t>
            </a:r>
            <a:endParaRPr lang="en-US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287665F-62CD-4131-9BD9-8FAAA949A596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TITELDIA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12CF3485-17FB-471E-8577-1BDF378BC7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708" y="5460765"/>
            <a:ext cx="2844000" cy="110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11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- gro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3"/>
            <a:ext cx="822491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131127" y="0"/>
            <a:ext cx="406603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8800" y="1296000"/>
            <a:ext cx="6840000" cy="2376000"/>
          </a:xfrm>
        </p:spPr>
        <p:txBody>
          <a:bodyPr anchor="t" anchorCtr="0">
            <a:no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een titel te maken</a:t>
            </a:r>
            <a:endParaRPr lang="en-US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478800" y="288000"/>
            <a:ext cx="6840000" cy="7920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20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voor de ondertitel</a:t>
            </a:r>
            <a:endParaRPr lang="en-US" dirty="0"/>
          </a:p>
        </p:txBody>
      </p:sp>
      <p:sp>
        <p:nvSpPr>
          <p:cNvPr id="7" name="Tijdelijke aanduiding voor tekst 7">
            <a:extLst>
              <a:ext uri="{FF2B5EF4-FFF2-40B4-BE49-F238E27FC236}">
                <a16:creationId xmlns:a16="http://schemas.microsoft.com/office/drawing/2014/main" id="{B2EEF6AA-5177-E343-981A-EA1DF6E43F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800" y="4107320"/>
            <a:ext cx="6840000" cy="298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Voor- en achternaam</a:t>
            </a:r>
          </a:p>
        </p:txBody>
      </p:sp>
      <p:sp>
        <p:nvSpPr>
          <p:cNvPr id="8" name="Tijdelijke aanduiding voor tekst 12">
            <a:extLst>
              <a:ext uri="{FF2B5EF4-FFF2-40B4-BE49-F238E27FC236}">
                <a16:creationId xmlns:a16="http://schemas.microsoft.com/office/drawing/2014/main" id="{D4220856-237A-504F-92B2-5ECE87CB73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800" y="4467095"/>
            <a:ext cx="6839347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Datum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F62E955-F76A-4DE8-A1BB-8B59F2C0B567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TITELDIA-GROEN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B1A9597E-956D-4D57-9D06-941C499C51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559" y="5461202"/>
            <a:ext cx="2842299" cy="110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6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3"/>
            <a:ext cx="8203476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131200" y="0"/>
            <a:ext cx="40608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8800" y="1296000"/>
            <a:ext cx="6840000" cy="2376000"/>
          </a:xfrm>
        </p:spPr>
        <p:txBody>
          <a:bodyPr anchor="t" anchorCtr="0">
            <a:no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een titel te maken</a:t>
            </a:r>
            <a:endParaRPr lang="en-US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478800" y="288000"/>
            <a:ext cx="6840000" cy="7920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200" i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voor de ondertitel</a:t>
            </a:r>
            <a:endParaRPr lang="en-US" dirty="0"/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B2EEF6AA-5177-E343-981A-EA1DF6E43F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800" y="4107320"/>
            <a:ext cx="6840653" cy="298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rgbClr val="009C82"/>
                </a:solidFill>
              </a:defRPr>
            </a:lvl1pPr>
          </a:lstStyle>
          <a:p>
            <a:r>
              <a:rPr lang="nl-NL" dirty="0"/>
              <a:t>Voor- en achternaam</a:t>
            </a:r>
          </a:p>
        </p:txBody>
      </p:sp>
      <p:sp>
        <p:nvSpPr>
          <p:cNvPr id="10" name="Tijdelijke aanduiding voor tekst 12">
            <a:extLst>
              <a:ext uri="{FF2B5EF4-FFF2-40B4-BE49-F238E27FC236}">
                <a16:creationId xmlns:a16="http://schemas.microsoft.com/office/drawing/2014/main" id="{D4220856-237A-504F-92B2-5ECE87CB73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800" y="4467095"/>
            <a:ext cx="6840000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rgbClr val="009C82"/>
                </a:solidFill>
              </a:defRPr>
            </a:lvl1pPr>
          </a:lstStyle>
          <a:p>
            <a:r>
              <a:rPr lang="nl-NL" dirty="0"/>
              <a:t>Datum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CCE6B724-6B58-4515-B463-84D4E794F73B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TITELDIA MET FOTO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A8F674CA-F8DA-462E-A15C-CDBF6BC504E2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A8A007AA-B55B-4E9D-A2F8-666B46E41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8AFAFDC3-00F9-47CD-8BCB-D1616EBC9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5C8AFDF8-1E85-4372-95AE-14A33EA12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DCC2A9E9-C804-4EB0-B3AD-C5402F1A15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708" y="5460765"/>
            <a:ext cx="2844000" cy="110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05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3CAAD80-5083-4E39-80FC-83B1EBE8A588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</a:t>
            </a:r>
          </a:p>
        </p:txBody>
      </p:sp>
    </p:spTree>
    <p:extLst>
      <p:ext uri="{BB962C8B-B14F-4D97-AF65-F5344CB8AC3E}">
        <p14:creationId xmlns:p14="http://schemas.microsoft.com/office/powerpoint/2010/main" val="725959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(w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0" y="-1"/>
            <a:ext cx="12192000" cy="59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E631A57E-AFC2-43F7-8E0B-1D68531D3ABF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(wit)</a:t>
            </a:r>
          </a:p>
        </p:txBody>
      </p:sp>
    </p:spTree>
    <p:extLst>
      <p:ext uri="{BB962C8B-B14F-4D97-AF65-F5344CB8AC3E}">
        <p14:creationId xmlns:p14="http://schemas.microsoft.com/office/powerpoint/2010/main" val="3839750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 (wit+1/3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>
          <a:xfrm>
            <a:off x="0" y="-1"/>
            <a:ext cx="12192000" cy="59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6892B8C9-9FB2-4773-A4FB-95DC8AA474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31200" y="0"/>
            <a:ext cx="40608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0986" y="1026000"/>
            <a:ext cx="7122865" cy="666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70986" y="1764000"/>
            <a:ext cx="7122865" cy="41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7A595EE6-BDA6-43DD-955F-79046DE607D5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(wit+1/3 foto)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C029E682-A8BB-47FD-A325-4DFA43453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38D7D234-8261-4EA0-B56C-D8D99B2E3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489B0BBB-4ADE-4546-9C32-E55E68427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A4CF239C-5E61-4154-A6FE-1FDBBAB3A7B9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</p:spTree>
    <p:extLst>
      <p:ext uri="{BB962C8B-B14F-4D97-AF65-F5344CB8AC3E}">
        <p14:creationId xmlns:p14="http://schemas.microsoft.com/office/powerpoint/2010/main" val="2574509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 (wit+2/3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0" y="-1"/>
            <a:ext cx="12192000" cy="59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4080000" y="0"/>
            <a:ext cx="8112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E4520427-BA8E-4D38-95EF-C9120025EE09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(wit+2/3 foto)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45BB2FBE-FC88-42C6-9174-5B42C6FFF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DFF4EBA5-603A-445C-8AD1-3851C6AF8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5842EA36-C2FD-4BE7-A75F-AF0D84996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8B6077C4-AF02-4848-AD0D-4DD038E4E57A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72574B8-641E-4642-A1D6-57EB1E59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00" y="1026000"/>
            <a:ext cx="3121374" cy="666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41D107AE-6AC5-4E94-825B-476C4EB5A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987" y="1764000"/>
            <a:ext cx="3121374" cy="41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17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86EBFDE8-B5CE-401E-8469-26933AAE4F33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(groen)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25D200E-0D89-4918-8FEC-8C4416C12C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910" y="6201364"/>
            <a:ext cx="1151315" cy="44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44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 (groen+1/3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0986" y="1026000"/>
            <a:ext cx="7122865" cy="66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70986" y="1764000"/>
            <a:ext cx="7122865" cy="414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225369" y="0"/>
            <a:ext cx="3966633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4C1CB270-3104-4523-AB85-86B0C678E631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(groen+1/3 foto)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44AFC8A0-D9D9-4FDC-AA0B-3AC152C58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27B4DFB2-E726-48CA-BF58-470D84AEE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78BF8541-7B2F-4AF1-98D2-F872725BD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8" name="Tekstvak 17">
            <a:extLst>
              <a:ext uri="{FF2B5EF4-FFF2-40B4-BE49-F238E27FC236}">
                <a16:creationId xmlns:a16="http://schemas.microsoft.com/office/drawing/2014/main" id="{5024C2AF-5528-434F-92BD-EC588604F841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26F5C812-23F5-4050-AC64-729B0E4821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910" y="6201364"/>
            <a:ext cx="1151315" cy="44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19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 (groen+2/3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4080000" y="0"/>
            <a:ext cx="8112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F710D2C9-CBE6-4CD7-81BB-91DEE2FE3712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(groen+2/3 foto)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AD136605-3DEF-465E-8B56-319FC4B68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40250544-D823-418F-966E-C7D8943C2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2968F752-43C6-425E-9342-5E238901A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8" name="Tekstvak 17">
            <a:extLst>
              <a:ext uri="{FF2B5EF4-FFF2-40B4-BE49-F238E27FC236}">
                <a16:creationId xmlns:a16="http://schemas.microsoft.com/office/drawing/2014/main" id="{46267936-07FE-4EFB-8513-36D661469332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14" name="Titel 2">
            <a:extLst>
              <a:ext uri="{FF2B5EF4-FFF2-40B4-BE49-F238E27FC236}">
                <a16:creationId xmlns:a16="http://schemas.microsoft.com/office/drawing/2014/main" id="{E59E2A4A-E906-40C2-9FE4-8D70A8B6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00" y="1026000"/>
            <a:ext cx="3121374" cy="66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3439CB3E-A9D4-4E2D-922F-65E21A0AF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987" y="1764000"/>
            <a:ext cx="3121374" cy="414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37035787-6F0F-49E5-9360-6DDB5D5A46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910" y="6201364"/>
            <a:ext cx="1151315" cy="44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51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in.</a:t>
            </a:r>
          </a:p>
          <a:p>
            <a:endParaRPr lang="nl-NL" dirty="0"/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afbeelding 7"/>
          <p:cNvSpPr>
            <a:spLocks noGrp="1"/>
          </p:cNvSpPr>
          <p:nvPr>
            <p:ph type="pic" sz="quarter" idx="11" hasCustomPrompt="1"/>
          </p:nvPr>
        </p:nvSpPr>
        <p:spPr>
          <a:xfrm>
            <a:off x="302400" y="6202800"/>
            <a:ext cx="1152000" cy="4464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 dirty="0"/>
              <a:t> 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A817D2C3-502A-4EA4-8566-1A465E14F8A4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Grote foto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648CED8D-9F18-460A-A1D9-D9742331D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C95B1336-E4CD-4D66-9B53-2E2B09B43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734EEF8F-C0DB-44F7-80E9-6F24D5F4C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7488985C-F0AB-45E1-B334-177AE6C9DAD3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</p:spTree>
    <p:extLst>
      <p:ext uri="{BB962C8B-B14F-4D97-AF65-F5344CB8AC3E}">
        <p14:creationId xmlns:p14="http://schemas.microsoft.com/office/powerpoint/2010/main" val="2747402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0900" y="4406903"/>
            <a:ext cx="1041831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70985" y="2906713"/>
            <a:ext cx="104170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39D60296-2A65-4A38-BB67-4A38E7380A8E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sectiekop</a:t>
            </a:r>
          </a:p>
        </p:txBody>
      </p:sp>
    </p:spTree>
    <p:extLst>
      <p:ext uri="{BB962C8B-B14F-4D97-AF65-F5344CB8AC3E}">
        <p14:creationId xmlns:p14="http://schemas.microsoft.com/office/powerpoint/2010/main" val="2487162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70983" y="1736728"/>
            <a:ext cx="4992000" cy="4176713"/>
          </a:xfrm>
        </p:spPr>
        <p:txBody>
          <a:bodyPr>
            <a:normAutofit/>
          </a:bodyPr>
          <a:lstStyle>
            <a:lvl1pPr marL="288000"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096002" y="1736728"/>
            <a:ext cx="4993217" cy="4176713"/>
          </a:xfrm>
        </p:spPr>
        <p:txBody>
          <a:bodyPr>
            <a:normAutofit/>
          </a:bodyPr>
          <a:lstStyle>
            <a:lvl1pPr marL="288000"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70984" y="1026000"/>
            <a:ext cx="10417016" cy="666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C5EE97F-CAC9-44A7-ACC8-8F1AF103AAD4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Inhoud van twee</a:t>
            </a:r>
          </a:p>
        </p:txBody>
      </p:sp>
    </p:spTree>
    <p:extLst>
      <p:ext uri="{BB962C8B-B14F-4D97-AF65-F5344CB8AC3E}">
        <p14:creationId xmlns:p14="http://schemas.microsoft.com/office/powerpoint/2010/main" val="3296585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672000" y="1736725"/>
            <a:ext cx="4992000" cy="438150"/>
          </a:xfrm>
        </p:spPr>
        <p:txBody>
          <a:bodyPr anchor="b">
            <a:normAutofit/>
          </a:bodyPr>
          <a:lstStyle>
            <a:lvl1pPr marL="0" indent="0">
              <a:buNone/>
              <a:defRPr sz="2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 voor </a:t>
            </a:r>
            <a:r>
              <a:rPr lang="nl-NL" dirty="0" err="1"/>
              <a:t>subkop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72000" y="2174878"/>
            <a:ext cx="4992000" cy="3738563"/>
          </a:xfrm>
        </p:spPr>
        <p:txBody>
          <a:bodyPr>
            <a:normAutofit/>
          </a:bodyPr>
          <a:lstStyle>
            <a:lvl1pPr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1736725"/>
            <a:ext cx="4993216" cy="438150"/>
          </a:xfrm>
        </p:spPr>
        <p:txBody>
          <a:bodyPr anchor="b">
            <a:normAutofit/>
          </a:bodyPr>
          <a:lstStyle>
            <a:lvl1pPr marL="0" indent="0">
              <a:buNone/>
              <a:defRPr sz="2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 voor </a:t>
            </a:r>
            <a:r>
              <a:rPr lang="nl-NL" dirty="0" err="1"/>
              <a:t>subkop</a:t>
            </a:r>
            <a:endParaRPr lang="nl-NL" dirty="0"/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096001" y="2174878"/>
            <a:ext cx="4993216" cy="3738563"/>
          </a:xfrm>
        </p:spPr>
        <p:txBody>
          <a:bodyPr>
            <a:normAutofit/>
          </a:bodyPr>
          <a:lstStyle>
            <a:lvl1pPr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10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DF31D87E-EA1A-432A-AFBF-FF7B5E69CE19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vergelijking</a:t>
            </a:r>
          </a:p>
        </p:txBody>
      </p:sp>
    </p:spTree>
    <p:extLst>
      <p:ext uri="{BB962C8B-B14F-4D97-AF65-F5344CB8AC3E}">
        <p14:creationId xmlns:p14="http://schemas.microsoft.com/office/powerpoint/2010/main" val="2683264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670984" y="1026000"/>
            <a:ext cx="10417016" cy="666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5DADD9A8-7A38-4589-B5A1-997790D855A2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Alleen titel</a:t>
            </a:r>
          </a:p>
        </p:txBody>
      </p:sp>
    </p:spTree>
    <p:extLst>
      <p:ext uri="{BB962C8B-B14F-4D97-AF65-F5344CB8AC3E}">
        <p14:creationId xmlns:p14="http://schemas.microsoft.com/office/powerpoint/2010/main" val="3080615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26814762-C25A-44C2-B67B-1AC52F962445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leeg</a:t>
            </a:r>
          </a:p>
        </p:txBody>
      </p:sp>
    </p:spTree>
    <p:extLst>
      <p:ext uri="{BB962C8B-B14F-4D97-AF65-F5344CB8AC3E}">
        <p14:creationId xmlns:p14="http://schemas.microsoft.com/office/powerpoint/2010/main" val="4013091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0986" y="1016002"/>
            <a:ext cx="3949700" cy="7207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766735" y="1016001"/>
            <a:ext cx="6322484" cy="4897439"/>
          </a:xfrm>
        </p:spPr>
        <p:txBody>
          <a:bodyPr>
            <a:normAutofit/>
          </a:bodyPr>
          <a:lstStyle>
            <a:lvl1pPr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70986" y="1736725"/>
            <a:ext cx="3949700" cy="42189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06A9401F-A3DE-42D3-875C-47649ABF2D48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Inhoud met bijschrift</a:t>
            </a:r>
          </a:p>
        </p:txBody>
      </p:sp>
    </p:spTree>
    <p:extLst>
      <p:ext uri="{BB962C8B-B14F-4D97-AF65-F5344CB8AC3E}">
        <p14:creationId xmlns:p14="http://schemas.microsoft.com/office/powerpoint/2010/main" val="944590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389717" y="568411"/>
            <a:ext cx="7315200" cy="41591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546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9C40B75-09AC-4745-A84A-CD342AFBE385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Afbeelding met bijschrift</a:t>
            </a:r>
          </a:p>
        </p:txBody>
      </p:sp>
    </p:spTree>
    <p:extLst>
      <p:ext uri="{BB962C8B-B14F-4D97-AF65-F5344CB8AC3E}">
        <p14:creationId xmlns:p14="http://schemas.microsoft.com/office/powerpoint/2010/main" val="204768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573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72000" y="1026000"/>
            <a:ext cx="10416000" cy="666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Click to edit the style</a:t>
            </a:r>
            <a:endParaRPr lang="en-US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72000" y="1764000"/>
            <a:ext cx="10416000" cy="414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Click to edit the model styles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/>
              <a:t>Third level</a:t>
            </a:r>
          </a:p>
          <a:p>
            <a:pPr lvl="3"/>
            <a:r>
              <a:rPr lang="nl-NL" dirty="0"/>
              <a:t>Fourth level</a:t>
            </a:r>
          </a:p>
          <a:p>
            <a:pPr lvl="4"/>
            <a:r>
              <a:rPr lang="nl-NL" dirty="0"/>
              <a:t>Fifth level</a:t>
            </a:r>
            <a:endParaRPr lang="en-US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401359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92809271-3493-466D-AB40-73FA581AA587}"/>
              </a:ext>
            </a:extLst>
          </p:cNvPr>
          <p:cNvSpPr txBox="1"/>
          <p:nvPr/>
        </p:nvSpPr>
        <p:spPr>
          <a:xfrm>
            <a:off x="-2241155" y="-36000"/>
            <a:ext cx="2088000" cy="6505099"/>
          </a:xfrm>
          <a:prstGeom prst="roundRect">
            <a:avLst>
              <a:gd name="adj" fmla="val 5780"/>
            </a:avLst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50673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TAB START</a:t>
            </a: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 NEW DIA</a:t>
            </a:r>
          </a:p>
          <a:p>
            <a:pPr marL="536575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the lower part of the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New Slide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 and choose the desired slide format.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900" b="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OTHER DIA-INDEling </a:t>
            </a:r>
          </a:p>
          <a:p>
            <a:pPr marL="107950" indent="-10795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slide whose slide format you want to change.</a:t>
            </a:r>
          </a:p>
          <a:p>
            <a:pPr marL="107950" indent="-10795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the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Layout 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button.</a:t>
            </a:r>
            <a:endParaRPr lang="nl-NL" sz="900" b="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7950" indent="-10795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the desired layout.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RESTORE SLIDE FORMAT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may have accidentally moved the text or photo boxes, so they are no longer in the correct position.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Restore it by 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clicking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nl-NL" sz="900" b="1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Reset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button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COPYING FROM AN OLD PRESENTATION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cannot copy entire slides from presentations with </a:t>
            </a:r>
            <a:r>
              <a:rPr lang="nl-NL" sz="900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different 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format. In that case, insert a new slide and copy the text from the 'old' presentation to the new slide. To do so, use the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Paste 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 and choose the </a:t>
            </a:r>
            <a:r>
              <a:rPr lang="nl-NL" sz="900" b="1" kern="1200" baseline="0" noProof="1">
                <a:solidFill>
                  <a:srgbClr val="515F67"/>
                </a:solidFill>
                <a:latin typeface="Arial Black" panose="020B0A04020102020204" pitchFamily="34" charset="0"/>
                <a:ea typeface="+mn-ea"/>
                <a:cs typeface="Arial" panose="020B0604020202020204" pitchFamily="34" charset="0"/>
              </a:rPr>
              <a:t>Keep text only 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option.</a:t>
            </a:r>
            <a:endParaRPr lang="nl-NL" sz="900" kern="1200" baseline="0" noProof="1">
              <a:solidFill>
                <a:srgbClr val="515F6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F7FC3243-A215-4B96-80E1-7A8F51022F7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5503" y="1359789"/>
            <a:ext cx="428625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9145B82A-63CF-4418-B553-F6D182D4133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5503" y="6262927"/>
            <a:ext cx="1457325" cy="523875"/>
          </a:xfrm>
          <a:prstGeom prst="rect">
            <a:avLst/>
          </a:prstGeom>
        </p:spPr>
      </p:pic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F0B69D13-0C64-4DE5-AB3D-E65F4DC77D34}"/>
              </a:ext>
            </a:extLst>
          </p:cNvPr>
          <p:cNvCxnSpPr>
            <a:cxnSpLocks/>
          </p:cNvCxnSpPr>
          <p:nvPr/>
        </p:nvCxnSpPr>
        <p:spPr>
          <a:xfrm>
            <a:off x="-1121089" y="6162675"/>
            <a:ext cx="1" cy="318374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C7DD53AD-8525-4F8C-8FB3-F370DA4EA80D}"/>
              </a:ext>
            </a:extLst>
          </p:cNvPr>
          <p:cNvCxnSpPr>
            <a:cxnSpLocks/>
          </p:cNvCxnSpPr>
          <p:nvPr/>
        </p:nvCxnSpPr>
        <p:spPr>
          <a:xfrm flipH="1" flipV="1">
            <a:off x="-1709737" y="1941012"/>
            <a:ext cx="166686" cy="133152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8560EC97-28E4-4A9A-9F83-8C1BE5FCD106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58" t="26168" r="1250" b="15996"/>
          <a:stretch/>
        </p:blipFill>
        <p:spPr>
          <a:xfrm>
            <a:off x="-2115503" y="235998"/>
            <a:ext cx="1691640" cy="677602"/>
          </a:xfrm>
          <a:prstGeom prst="rect">
            <a:avLst/>
          </a:prstGeom>
        </p:spPr>
      </p:pic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AC804CAC-6109-47DC-BF9B-6C26568C72F0}"/>
              </a:ext>
            </a:extLst>
          </p:cNvPr>
          <p:cNvCxnSpPr>
            <a:cxnSpLocks/>
          </p:cNvCxnSpPr>
          <p:nvPr/>
        </p:nvCxnSpPr>
        <p:spPr>
          <a:xfrm>
            <a:off x="-1121089" y="6162675"/>
            <a:ext cx="1" cy="318374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11667B06-528D-450B-B054-CD570D304754}"/>
              </a:ext>
            </a:extLst>
          </p:cNvPr>
          <p:cNvCxnSpPr>
            <a:cxnSpLocks/>
          </p:cNvCxnSpPr>
          <p:nvPr/>
        </p:nvCxnSpPr>
        <p:spPr>
          <a:xfrm flipH="1" flipV="1">
            <a:off x="-1709737" y="1941012"/>
            <a:ext cx="166686" cy="133152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Rechte verbindingslijn met pijl 28">
            <a:extLst>
              <a:ext uri="{FF2B5EF4-FFF2-40B4-BE49-F238E27FC236}">
                <a16:creationId xmlns:a16="http://schemas.microsoft.com/office/drawing/2014/main" id="{24492C2B-39AA-43E6-AF2B-8DB99405E983}"/>
              </a:ext>
            </a:extLst>
          </p:cNvPr>
          <p:cNvCxnSpPr>
            <a:cxnSpLocks/>
          </p:cNvCxnSpPr>
          <p:nvPr/>
        </p:nvCxnSpPr>
        <p:spPr>
          <a:xfrm>
            <a:off x="-1121089" y="6162675"/>
            <a:ext cx="1" cy="318374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Rechte verbindingslijn met pijl 29">
            <a:extLst>
              <a:ext uri="{FF2B5EF4-FFF2-40B4-BE49-F238E27FC236}">
                <a16:creationId xmlns:a16="http://schemas.microsoft.com/office/drawing/2014/main" id="{0A400A29-A2B3-477A-96E7-AE601DB050B4}"/>
              </a:ext>
            </a:extLst>
          </p:cNvPr>
          <p:cNvCxnSpPr>
            <a:cxnSpLocks/>
          </p:cNvCxnSpPr>
          <p:nvPr/>
        </p:nvCxnSpPr>
        <p:spPr>
          <a:xfrm flipH="1" flipV="1">
            <a:off x="-1709737" y="1941012"/>
            <a:ext cx="166686" cy="133152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Rechte verbindingslijn met pijl 34">
            <a:extLst>
              <a:ext uri="{FF2B5EF4-FFF2-40B4-BE49-F238E27FC236}">
                <a16:creationId xmlns:a16="http://schemas.microsoft.com/office/drawing/2014/main" id="{A087A102-250D-4D0A-8FAA-3CBE70080871}"/>
              </a:ext>
            </a:extLst>
          </p:cNvPr>
          <p:cNvCxnSpPr>
            <a:cxnSpLocks/>
          </p:cNvCxnSpPr>
          <p:nvPr/>
        </p:nvCxnSpPr>
        <p:spPr>
          <a:xfrm>
            <a:off x="-1121089" y="6162675"/>
            <a:ext cx="1" cy="318374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BFD25CAE-7A58-4396-BBBD-B9DBB084F6D9}"/>
              </a:ext>
            </a:extLst>
          </p:cNvPr>
          <p:cNvCxnSpPr>
            <a:cxnSpLocks/>
          </p:cNvCxnSpPr>
          <p:nvPr/>
        </p:nvCxnSpPr>
        <p:spPr>
          <a:xfrm flipH="1" flipV="1">
            <a:off x="-1709737" y="1941012"/>
            <a:ext cx="166686" cy="133152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97B2E086-A9F6-44E6-B37D-A28331CB99EB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568" y="6201364"/>
            <a:ext cx="1152000" cy="44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64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52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0">
          <p15:clr>
            <a:srgbClr val="F26B43"/>
          </p15:clr>
        </p15:guide>
        <p15:guide id="2" pos="2880">
          <p15:clr>
            <a:srgbClr val="F26B43"/>
          </p15:clr>
        </p15:guide>
        <p15:guide id="3" pos="415">
          <p15:clr>
            <a:srgbClr val="F26B43"/>
          </p15:clr>
        </p15:guide>
        <p15:guide id="4" pos="5239">
          <p15:clr>
            <a:srgbClr val="F26B43"/>
          </p15:clr>
        </p15:guide>
        <p15:guide id="5" orient="horz" pos="3725">
          <p15:clr>
            <a:srgbClr val="F26B43"/>
          </p15:clr>
        </p15:guide>
        <p15:guide id="6" orient="horz" pos="109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37409C2-8123-A65B-C028-5EC375AFBA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6B75C5-34BC-4511-B8F6-EDDFBB2ADF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NL" sz="4800" dirty="0"/>
              <a:t>Lesson 3: systems of linear equations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207E71A-0F6C-4491-8878-D8B4E61DC3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Introduction</a:t>
            </a:r>
            <a:r>
              <a:rPr lang="nl-NL" dirty="0"/>
              <a:t> </a:t>
            </a:r>
            <a:r>
              <a:rPr lang="nl-NL" dirty="0" err="1"/>
              <a:t>to </a:t>
            </a:r>
            <a:r>
              <a:rPr lang="nl-NL" dirty="0"/>
              <a:t>Electronics - mathematics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CF2BF-E13B-D614-CB31-94B7EEE034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EAC0EF-AF9E-239E-CFD2-98AA9CEDE9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6157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0BE13BE-2AF1-4C52-F737-A79BA09D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Linear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76B3D5E-A61F-A20A-133C-D9F0C2416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2000" y="1764000"/>
                <a:ext cx="11172242" cy="4140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nl-NL" dirty="0"/>
                  <a:t>1 equation with 1 unknown we solve by </a:t>
                </a:r>
                <a:r>
                  <a:rPr lang="nl-NL" dirty="0" err="1"/>
                  <a:t>addition</a:t>
                </a:r>
                <a:r>
                  <a:rPr lang="nl-NL" dirty="0"/>
                  <a:t>/</a:t>
                </a:r>
                <a:r>
                  <a:rPr lang="en-GB" dirty="0"/>
                  <a:t>subtraction</a:t>
                </a:r>
                <a:r>
                  <a:rPr lang="nl-NL" dirty="0"/>
                  <a:t>/</a:t>
                </a:r>
                <a:r>
                  <a:rPr lang="en-GB" dirty="0"/>
                  <a:t>multiplication</a:t>
                </a:r>
                <a:r>
                  <a:rPr lang="nl-NL" dirty="0"/>
                  <a:t>/</a:t>
                </a:r>
                <a:r>
                  <a:rPr lang="nl-NL" dirty="0" err="1"/>
                  <a:t>division</a:t>
                </a:r>
                <a:endParaRPr lang="nl-NL" dirty="0"/>
              </a:p>
              <a:p>
                <a:pPr marL="288000" lvl="1" indent="0">
                  <a:buNone/>
                </a:pPr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2880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+8=−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nl-NL" b="0" dirty="0"/>
              </a:p>
              <a:p>
                <a:pPr marL="2880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=−11</m:t>
                      </m:r>
                    </m:oMath>
                  </m:oMathPara>
                </a14:m>
                <a:endParaRPr lang="nl-NL" b="0" dirty="0"/>
              </a:p>
              <a:p>
                <a:pPr marL="2880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r>
                            <m:rPr>
                              <m:brk m:alnAt="63"/>
                            </m:rPr>
                            <a:rPr lang="nl-N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nl-NL" b="0" dirty="0"/>
              </a:p>
              <a:p>
                <a:pPr marL="0" indent="0">
                  <a:buNone/>
                </a:pPr>
                <a:endParaRPr lang="nl-NL" dirty="0"/>
              </a:p>
              <a:p>
                <a:pPr marL="0" indent="0">
                  <a:buNone/>
                </a:pPr>
                <a:r>
                  <a:rPr lang="nl-NL" dirty="0"/>
                  <a:t>If we have more equations with more unknowns, how do you tackle this?</a:t>
                </a:r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76B3D5E-A61F-A20A-133C-D9F0C2416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2000" y="1764000"/>
                <a:ext cx="11172242" cy="4140000"/>
              </a:xfrm>
              <a:blipFill>
                <a:blip r:embed="rId2"/>
                <a:stretch>
                  <a:fillRect l="-1364" t="-17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92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hoek 28"/>
          <p:cNvSpPr/>
          <p:nvPr/>
        </p:nvSpPr>
        <p:spPr>
          <a:xfrm>
            <a:off x="6224676" y="3056537"/>
            <a:ext cx="2275551" cy="9372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kstvak 29"/>
              <p:cNvSpPr txBox="1"/>
              <p:nvPr/>
            </p:nvSpPr>
            <p:spPr>
              <a:xfrm>
                <a:off x="6224677" y="3056537"/>
                <a:ext cx="21682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2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−3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30" name="Tekstvak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677" y="3056537"/>
                <a:ext cx="216822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hthoek 5"/>
          <p:cNvSpPr/>
          <p:nvPr/>
        </p:nvSpPr>
        <p:spPr>
          <a:xfrm>
            <a:off x="2359650" y="3056537"/>
            <a:ext cx="2275551" cy="9372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/>
              <p:cNvSpPr txBox="1"/>
              <p:nvPr/>
            </p:nvSpPr>
            <p:spPr>
              <a:xfrm>
                <a:off x="2359651" y="3056537"/>
                <a:ext cx="21682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2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−3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7" name="Tekstvak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651" y="3056537"/>
                <a:ext cx="216822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/>
              <p:cNvSpPr txBox="1"/>
              <p:nvPr/>
            </p:nvSpPr>
            <p:spPr>
              <a:xfrm>
                <a:off x="2475418" y="4209909"/>
                <a:ext cx="27645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10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−15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=20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11" name="Tekstvak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418" y="4209909"/>
                <a:ext cx="276453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lines</a:t>
            </a:r>
            <a:r>
              <a:rPr lang="nl-NL" dirty="0"/>
              <a:t> </a:t>
            </a:r>
            <a:r>
              <a:rPr lang="nl-NL" dirty="0" err="1"/>
              <a:t>intersecting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3</a:t>
            </a:fld>
            <a:endParaRPr lang="en-US"/>
          </a:p>
        </p:txBody>
      </p:sp>
      <p:sp>
        <p:nvSpPr>
          <p:cNvPr id="3" name="Tekstvak 2"/>
          <p:cNvSpPr txBox="1"/>
          <p:nvPr/>
        </p:nvSpPr>
        <p:spPr>
          <a:xfrm>
            <a:off x="895989" y="1543402"/>
            <a:ext cx="109052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If the equations of the lines are implicit, you quickly end up with fractions, with a high probability of calculation errors.</a:t>
            </a:r>
          </a:p>
          <a:p>
            <a:r>
              <a:rPr lang="nl-NL" sz="2800" dirty="0"/>
              <a:t>The safe way: elimination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/>
              <p:cNvSpPr txBox="1"/>
              <p:nvPr/>
            </p:nvSpPr>
            <p:spPr>
              <a:xfrm>
                <a:off x="2359650" y="3470547"/>
                <a:ext cx="23669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3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+5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=25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8" name="Tekstvak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650" y="3470547"/>
                <a:ext cx="236699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kstvak 11"/>
              <p:cNvSpPr txBox="1"/>
              <p:nvPr/>
            </p:nvSpPr>
            <p:spPr>
              <a:xfrm>
                <a:off x="4635201" y="3056537"/>
                <a:ext cx="7357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∗5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12" name="Tekstvak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201" y="3056537"/>
                <a:ext cx="73571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vak 12"/>
              <p:cNvSpPr txBox="1"/>
              <p:nvPr/>
            </p:nvSpPr>
            <p:spPr>
              <a:xfrm>
                <a:off x="4635201" y="3531483"/>
                <a:ext cx="7357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∗3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13" name="Tekstvak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201" y="3531483"/>
                <a:ext cx="73571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kstvak 13"/>
              <p:cNvSpPr txBox="1"/>
              <p:nvPr/>
            </p:nvSpPr>
            <p:spPr>
              <a:xfrm>
                <a:off x="2384535" y="4623919"/>
                <a:ext cx="29023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   9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+15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=75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14" name="Tekstvak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535" y="4623919"/>
                <a:ext cx="290239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Rechte verbindingslijn 8"/>
          <p:cNvCxnSpPr/>
          <p:nvPr/>
        </p:nvCxnSpPr>
        <p:spPr>
          <a:xfrm>
            <a:off x="2384535" y="5288785"/>
            <a:ext cx="2880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vak 21"/>
              <p:cNvSpPr txBox="1"/>
              <p:nvPr/>
            </p:nvSpPr>
            <p:spPr>
              <a:xfrm>
                <a:off x="2517450" y="5432801"/>
                <a:ext cx="26804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19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            =95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22" name="Tekstvak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450" y="5432801"/>
                <a:ext cx="268047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Rechte verbindingslijn 23"/>
          <p:cNvCxnSpPr/>
          <p:nvPr/>
        </p:nvCxnSpPr>
        <p:spPr>
          <a:xfrm>
            <a:off x="5552887" y="5147139"/>
            <a:ext cx="0" cy="2856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Rechte verbindingslijn 25"/>
          <p:cNvCxnSpPr/>
          <p:nvPr/>
        </p:nvCxnSpPr>
        <p:spPr>
          <a:xfrm>
            <a:off x="5408871" y="5288786"/>
            <a:ext cx="288032" cy="11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kstvak 26"/>
              <p:cNvSpPr txBox="1"/>
              <p:nvPr/>
            </p:nvSpPr>
            <p:spPr>
              <a:xfrm>
                <a:off x="3843873" y="5846811"/>
                <a:ext cx="115922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27" name="Tekstvak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873" y="5846811"/>
                <a:ext cx="115922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kstvak 27"/>
              <p:cNvSpPr txBox="1"/>
              <p:nvPr/>
            </p:nvSpPr>
            <p:spPr>
              <a:xfrm>
                <a:off x="6182444" y="4211142"/>
                <a:ext cx="25240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6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 − 9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=12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28" name="Tekstvak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444" y="4211142"/>
                <a:ext cx="2524088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kstvak 30"/>
              <p:cNvSpPr txBox="1"/>
              <p:nvPr/>
            </p:nvSpPr>
            <p:spPr>
              <a:xfrm>
                <a:off x="6224676" y="3470547"/>
                <a:ext cx="23669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3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+5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=25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31" name="Tekstvak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676" y="3470547"/>
                <a:ext cx="2366994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kstvak 31"/>
              <p:cNvSpPr txBox="1"/>
              <p:nvPr/>
            </p:nvSpPr>
            <p:spPr>
              <a:xfrm>
                <a:off x="8500227" y="3056537"/>
                <a:ext cx="7357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∗3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32" name="Tekstvak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227" y="3056537"/>
                <a:ext cx="73571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kstvak 32"/>
              <p:cNvSpPr txBox="1"/>
              <p:nvPr/>
            </p:nvSpPr>
            <p:spPr>
              <a:xfrm>
                <a:off x="8500228" y="3531483"/>
                <a:ext cx="130157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∗(−2)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33" name="Tekstvak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228" y="3531483"/>
                <a:ext cx="1301575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kstvak 33"/>
              <p:cNvSpPr txBox="1"/>
              <p:nvPr/>
            </p:nvSpPr>
            <p:spPr>
              <a:xfrm>
                <a:off x="5695681" y="4634361"/>
                <a:ext cx="33368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   −6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−10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=−50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34" name="Tekstvak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681" y="4634361"/>
                <a:ext cx="333681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Rechte verbindingslijn 34"/>
          <p:cNvCxnSpPr/>
          <p:nvPr/>
        </p:nvCxnSpPr>
        <p:spPr>
          <a:xfrm>
            <a:off x="6023992" y="5290018"/>
            <a:ext cx="2880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kstvak 35"/>
              <p:cNvSpPr txBox="1"/>
              <p:nvPr/>
            </p:nvSpPr>
            <p:spPr>
              <a:xfrm>
                <a:off x="6766487" y="5432468"/>
                <a:ext cx="22660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−19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=−38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36" name="Tekstvak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487" y="5432468"/>
                <a:ext cx="2266005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Rechte verbindingslijn 36"/>
          <p:cNvCxnSpPr/>
          <p:nvPr/>
        </p:nvCxnSpPr>
        <p:spPr>
          <a:xfrm>
            <a:off x="9192344" y="5148372"/>
            <a:ext cx="0" cy="2856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Rechte verbindingslijn 37"/>
          <p:cNvCxnSpPr/>
          <p:nvPr/>
        </p:nvCxnSpPr>
        <p:spPr>
          <a:xfrm>
            <a:off x="9048328" y="5290019"/>
            <a:ext cx="288032" cy="11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kstvak 38"/>
              <p:cNvSpPr txBox="1"/>
              <p:nvPr/>
            </p:nvSpPr>
            <p:spPr>
              <a:xfrm>
                <a:off x="7444494" y="5848044"/>
                <a:ext cx="11519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39" name="Tekstvak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494" y="5848044"/>
                <a:ext cx="1151918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26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  <p:bldP spid="6" grpId="0" animBg="1"/>
      <p:bldP spid="7" grpId="0"/>
      <p:bldP spid="11" grpId="0"/>
      <p:bldP spid="8" grpId="0"/>
      <p:bldP spid="12" grpId="0"/>
      <p:bldP spid="13" grpId="0"/>
      <p:bldP spid="14" grpId="0"/>
      <p:bldP spid="22" grpId="0"/>
      <p:bldP spid="27" grpId="0"/>
      <p:bldP spid="28" grpId="0"/>
      <p:bldP spid="31" grpId="0"/>
      <p:bldP spid="32" grpId="0"/>
      <p:bldP spid="33" grpId="0"/>
      <p:bldP spid="34" grpId="0"/>
      <p:bldP spid="36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/>
              <p:cNvSpPr txBox="1"/>
              <p:nvPr/>
            </p:nvSpPr>
            <p:spPr>
              <a:xfrm>
                <a:off x="2362653" y="2247276"/>
                <a:ext cx="21682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2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−4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5" name="Tekstvak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653" y="2247276"/>
                <a:ext cx="216822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hthoek 5"/>
          <p:cNvSpPr/>
          <p:nvPr/>
        </p:nvSpPr>
        <p:spPr>
          <a:xfrm>
            <a:off x="2337767" y="1093904"/>
            <a:ext cx="2153410" cy="9372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/>
              <p:cNvSpPr txBox="1"/>
              <p:nvPr/>
            </p:nvSpPr>
            <p:spPr>
              <a:xfrm>
                <a:off x="2337767" y="1093904"/>
                <a:ext cx="21682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2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−4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7" name="Tekstvak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767" y="1093904"/>
                <a:ext cx="216822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/>
              <p:cNvSpPr txBox="1"/>
              <p:nvPr/>
            </p:nvSpPr>
            <p:spPr>
              <a:xfrm>
                <a:off x="2337768" y="1507914"/>
                <a:ext cx="21682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3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+2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8" name="Tekstvak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768" y="1507914"/>
                <a:ext cx="21682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vak 8"/>
              <p:cNvSpPr txBox="1"/>
              <p:nvPr/>
            </p:nvSpPr>
            <p:spPr>
              <a:xfrm>
                <a:off x="4613318" y="1093904"/>
                <a:ext cx="7357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∗1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9" name="Tekstvak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318" y="1093904"/>
                <a:ext cx="73571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vak 9"/>
              <p:cNvSpPr txBox="1"/>
              <p:nvPr/>
            </p:nvSpPr>
            <p:spPr>
              <a:xfrm>
                <a:off x="4613318" y="1568850"/>
                <a:ext cx="7357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∗2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10" name="Tekstvak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318" y="1568850"/>
                <a:ext cx="73571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/>
              <p:cNvSpPr txBox="1"/>
              <p:nvPr/>
            </p:nvSpPr>
            <p:spPr>
              <a:xfrm>
                <a:off x="2171473" y="2671728"/>
                <a:ext cx="24038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   6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+4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=6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11" name="Tekstvak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473" y="2671728"/>
                <a:ext cx="240386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Rechte verbindingslijn 11"/>
          <p:cNvCxnSpPr/>
          <p:nvPr/>
        </p:nvCxnSpPr>
        <p:spPr>
          <a:xfrm flipV="1">
            <a:off x="2362653" y="3325092"/>
            <a:ext cx="2283239" cy="10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vak 12"/>
              <p:cNvSpPr txBox="1"/>
              <p:nvPr/>
            </p:nvSpPr>
            <p:spPr>
              <a:xfrm>
                <a:off x="2511810" y="3471401"/>
                <a:ext cx="224606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8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         =11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13" name="Tekstvak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810" y="3471401"/>
                <a:ext cx="224606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Rechte verbindingslijn 13"/>
          <p:cNvCxnSpPr/>
          <p:nvPr/>
        </p:nvCxnSpPr>
        <p:spPr>
          <a:xfrm>
            <a:off x="5004388" y="3182260"/>
            <a:ext cx="0" cy="2856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Rechte verbindingslijn 14"/>
          <p:cNvCxnSpPr/>
          <p:nvPr/>
        </p:nvCxnSpPr>
        <p:spPr>
          <a:xfrm>
            <a:off x="4860372" y="3323907"/>
            <a:ext cx="288032" cy="11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kstvak 15"/>
              <p:cNvSpPr txBox="1"/>
              <p:nvPr/>
            </p:nvSpPr>
            <p:spPr>
              <a:xfrm>
                <a:off x="3338959" y="3957738"/>
                <a:ext cx="1358000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nl-NL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800" i="1"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nl-NL" sz="2800" i="1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16" name="Tekstvak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959" y="3957738"/>
                <a:ext cx="1358000" cy="9017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kstvak 16"/>
              <p:cNvSpPr txBox="1"/>
              <p:nvPr/>
            </p:nvSpPr>
            <p:spPr>
              <a:xfrm>
                <a:off x="5695683" y="2252955"/>
                <a:ext cx="31011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−6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+12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=−15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17" name="Tekstvak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683" y="2252955"/>
                <a:ext cx="310117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hoek 17"/>
          <p:cNvSpPr/>
          <p:nvPr/>
        </p:nvSpPr>
        <p:spPr>
          <a:xfrm>
            <a:off x="5977224" y="1095137"/>
            <a:ext cx="2153410" cy="9372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kstvak 18"/>
              <p:cNvSpPr txBox="1"/>
              <p:nvPr/>
            </p:nvSpPr>
            <p:spPr>
              <a:xfrm>
                <a:off x="5977225" y="1095137"/>
                <a:ext cx="21682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2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−4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19" name="Tekstvak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225" y="1095137"/>
                <a:ext cx="2168221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kstvak 19"/>
              <p:cNvSpPr txBox="1"/>
              <p:nvPr/>
            </p:nvSpPr>
            <p:spPr>
              <a:xfrm>
                <a:off x="5977225" y="1509147"/>
                <a:ext cx="21682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3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+2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20" name="Tekstvak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225" y="1509147"/>
                <a:ext cx="2168221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kstvak 20"/>
              <p:cNvSpPr txBox="1"/>
              <p:nvPr/>
            </p:nvSpPr>
            <p:spPr>
              <a:xfrm>
                <a:off x="8252776" y="1046863"/>
                <a:ext cx="130157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∗(−3)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21" name="Tekstvak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776" y="1046863"/>
                <a:ext cx="130157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vak 21"/>
              <p:cNvSpPr txBox="1"/>
              <p:nvPr/>
            </p:nvSpPr>
            <p:spPr>
              <a:xfrm>
                <a:off x="8293555" y="1519957"/>
                <a:ext cx="7357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∗2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22" name="Tekstvak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555" y="1519957"/>
                <a:ext cx="73571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kstvak 22"/>
              <p:cNvSpPr txBox="1"/>
              <p:nvPr/>
            </p:nvSpPr>
            <p:spPr>
              <a:xfrm>
                <a:off x="5710028" y="2680155"/>
                <a:ext cx="25609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   6</m:t>
                      </m:r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 + 4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=6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23" name="Tekstvak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028" y="2680155"/>
                <a:ext cx="256095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Rechte verbindingslijn 23"/>
          <p:cNvCxnSpPr/>
          <p:nvPr/>
        </p:nvCxnSpPr>
        <p:spPr>
          <a:xfrm>
            <a:off x="6002109" y="3327385"/>
            <a:ext cx="2880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kstvak 24"/>
              <p:cNvSpPr txBox="1"/>
              <p:nvPr/>
            </p:nvSpPr>
            <p:spPr>
              <a:xfrm>
                <a:off x="6812283" y="3466450"/>
                <a:ext cx="181716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16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=−9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25" name="Tekstvak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283" y="3466450"/>
                <a:ext cx="1817164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Rechte verbindingslijn 25"/>
          <p:cNvCxnSpPr/>
          <p:nvPr/>
        </p:nvCxnSpPr>
        <p:spPr>
          <a:xfrm>
            <a:off x="9170461" y="3185739"/>
            <a:ext cx="0" cy="2856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Rechte verbindingslijn 26"/>
          <p:cNvCxnSpPr/>
          <p:nvPr/>
        </p:nvCxnSpPr>
        <p:spPr>
          <a:xfrm>
            <a:off x="9026445" y="3327386"/>
            <a:ext cx="288032" cy="11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kstvak 27"/>
              <p:cNvSpPr txBox="1"/>
              <p:nvPr/>
            </p:nvSpPr>
            <p:spPr>
              <a:xfrm>
                <a:off x="6951233" y="3945403"/>
                <a:ext cx="1678215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nl-NL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800" i="1"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lang="nl-NL" sz="2800" i="1">
                              <a:latin typeface="Cambria Math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nl-NL" sz="2800" dirty="0"/>
              </a:p>
            </p:txBody>
          </p:sp>
        </mc:Choice>
        <mc:Fallback xmlns:p14="http://schemas.microsoft.com/office/powerpoint/2010/main" xmlns="">
          <p:sp>
            <p:nvSpPr>
              <p:cNvPr id="28" name="Tekstvak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233" y="3945403"/>
                <a:ext cx="1678215" cy="90178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425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3" grpId="0"/>
      <p:bldP spid="16" grpId="0"/>
      <p:bldP spid="17" grpId="0"/>
      <p:bldP spid="18" grpId="0" animBg="1"/>
      <p:bldP spid="19" grpId="0"/>
      <p:bldP spid="20" grpId="0"/>
      <p:bldP spid="21" grpId="0"/>
      <p:bldP spid="22" grpId="0"/>
      <p:bldP spid="23" grpId="0"/>
      <p:bldP spid="25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E9FF-A998-9633-5C4D-3FBBD384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System of 3 equations with 3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F09B1E-8F0C-FE24-72A8-F1467AFFE6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nl-NL" dirty="0"/>
                  <a:t>For this, we are going to </a:t>
                </a:r>
                <a:r>
                  <a:rPr lang="nl-NL" dirty="0" err="1"/>
                  <a:t>use</a:t>
                </a:r>
                <a:r>
                  <a:rPr lang="nl-NL" dirty="0"/>
                  <a:t> Gauss elimination:</a:t>
                </a:r>
              </a:p>
              <a:p>
                <a:pPr marL="0" indent="0">
                  <a:buNone/>
                </a:pPr>
                <a:endParaRPr lang="nl-NL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nl-NL" dirty="0"/>
                  <a:t>Write the system of equations in the following form: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nl-NL" b="0" dirty="0"/>
              </a:p>
              <a:p>
                <a:pPr marL="288000" lvl="1" indent="0">
                  <a:buNone/>
                </a:pPr>
                <a:r>
                  <a:rPr lang="nl-NL" dirty="0"/>
                  <a:t>Where </a:t>
                </a:r>
                <a14:m>
                  <m:oMath xmlns:m="http://schemas.openxmlformats.org/officeDocument/2006/math">
                    <m:r>
                      <a:rPr lang="nl-NL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nl-NL" dirty="0"/>
                  <a:t>, </a:t>
                </a:r>
                <a14:m>
                  <m:oMath xmlns:m="http://schemas.openxmlformats.org/officeDocument/2006/math">
                    <m:r>
                      <a:rPr lang="nl-NL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nl-NL" dirty="0"/>
                  <a:t> and </a:t>
                </a:r>
                <a14:m>
                  <m:oMath xmlns:m="http://schemas.openxmlformats.org/officeDocument/2006/math">
                    <m:r>
                      <a:rPr lang="nl-NL" b="1" i="1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nl-NL" dirty="0"/>
                  <a:t> are the variables and</a:t>
                </a:r>
                <a:r>
                  <a:rPr lang="nl-NL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l-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l-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l-NL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l-NL" dirty="0"/>
                  <a:t> are </a:t>
                </a:r>
                <a:r>
                  <a:rPr lang="nl-NL" b="0" dirty="0"/>
                  <a:t>numbers (coefficients</a:t>
                </a:r>
                <a:r>
                  <a:rPr lang="nl-NL" dirty="0"/>
                  <a:t>).</a:t>
                </a:r>
              </a:p>
              <a:p>
                <a:pPr marL="288000" lvl="1" indent="0">
                  <a:buNone/>
                </a:pPr>
                <a:endParaRPr lang="nl-NL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nl-NL" dirty="0"/>
                  <a:t>Divide the first equation left and right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nl-NL" dirty="0"/>
                  <a:t> (</a:t>
                </a:r>
                <a:r>
                  <a:rPr lang="nl-NL" dirty="0" err="1"/>
                  <a:t>provided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nl-NL" dirty="0"/>
                  <a:t>)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nl-NL" dirty="0" err="1"/>
                  <a:t>Subtract</a:t>
                </a:r>
                <a:r>
                  <a:rPr lang="nl-NL" dirty="0"/>
                  <a:t> from the</a:t>
                </a:r>
              </a:p>
              <a:p>
                <a:pPr marL="745200" lvl="1" indent="-457200">
                  <a:buFont typeface="+mj-lt"/>
                  <a:buAutoNum type="alphaLcPeriod"/>
                </a:pPr>
                <a:r>
                  <a:rPr lang="nl-NL" dirty="0"/>
                  <a:t>2</a:t>
                </a:r>
                <a:r>
                  <a:rPr lang="nl-NL" baseline="30000" dirty="0"/>
                  <a:t>nd</a:t>
                </a:r>
                <a:r>
                  <a:rPr lang="nl-NL" dirty="0"/>
                  <a:t> </a:t>
                </a:r>
                <a:r>
                  <a:rPr lang="nl-NL" dirty="0" err="1"/>
                  <a:t>equation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NL" dirty="0"/>
                  <a:t>* (new first equation)</a:t>
                </a:r>
              </a:p>
              <a:p>
                <a:pPr marL="745200" lvl="1" indent="-457200">
                  <a:buFont typeface="+mj-lt"/>
                  <a:buAutoNum type="alphaLcPeriod"/>
                </a:pPr>
                <a:r>
                  <a:rPr lang="nl-NL" dirty="0"/>
                  <a:t>3</a:t>
                </a:r>
                <a:r>
                  <a:rPr lang="nl-NL" baseline="30000" dirty="0"/>
                  <a:t>rd</a:t>
                </a:r>
                <a:r>
                  <a:rPr lang="nl-NL" dirty="0"/>
                  <a:t> equation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NL" dirty="0"/>
                  <a:t>* (new first equation) off</a:t>
                </a:r>
                <a:br>
                  <a:rPr lang="nl-NL" dirty="0"/>
                </a:br>
                <a:r>
                  <a:rPr lang="nl-NL" dirty="0"/>
                  <a:t>The new 2</a:t>
                </a:r>
                <a:r>
                  <a:rPr lang="nl-NL" baseline="30000" dirty="0"/>
                  <a:t>nd</a:t>
                </a:r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3</a:t>
                </a:r>
                <a:r>
                  <a:rPr lang="nl-NL" baseline="30000" dirty="0"/>
                  <a:t>rd</a:t>
                </a:r>
                <a:r>
                  <a:rPr lang="nl-NL" dirty="0"/>
                  <a:t> equations no longer contain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nl-NL" dirty="0"/>
              </a:p>
              <a:p>
                <a:pPr marL="288000" lvl="1" indent="0">
                  <a:buNone/>
                </a:pPr>
                <a:endParaRPr lang="nl-NL" dirty="0"/>
              </a:p>
              <a:p>
                <a:pPr marL="0" indent="0">
                  <a:buNone/>
                </a:pPr>
                <a:endParaRPr lang="nl-NL" b="0" dirty="0"/>
              </a:p>
              <a:p>
                <a:pPr marL="0" indent="0">
                  <a:buNone/>
                </a:pPr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F09B1E-8F0C-FE24-72A8-F1467AFFE6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63" t="-17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158AD-C584-3F37-BFBB-8D6694987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513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B29F-4D1E-BA19-E152-9EF28B088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System of 3 equations with 3 unknowns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C592D3-6454-E41F-D291-2F64041EB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nl-NL" dirty="0"/>
                  <a:t>New system has the shape: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nl-NL" b="0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nl-NL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nl-NL" dirty="0"/>
                  <a:t>Divide </a:t>
                </a:r>
                <a:r>
                  <a:rPr lang="nl-NL" dirty="0" err="1"/>
                  <a:t>the</a:t>
                </a:r>
                <a:r>
                  <a:rPr lang="nl-NL" dirty="0"/>
                  <a:t> 2</a:t>
                </a:r>
                <a:r>
                  <a:rPr lang="nl-NL" baseline="30000" dirty="0"/>
                  <a:t>nd</a:t>
                </a:r>
                <a:r>
                  <a:rPr lang="nl-NL" dirty="0"/>
                  <a:t> equation left and right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nl-NL" dirty="0"/>
                  <a:t> (provided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nl-NL" dirty="0"/>
                  <a:t>)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nl-NL" dirty="0"/>
                  <a:t>Subtract from </a:t>
                </a:r>
                <a:r>
                  <a:rPr lang="nl-NL" dirty="0" err="1"/>
                  <a:t>the</a:t>
                </a:r>
                <a:r>
                  <a:rPr lang="nl-NL" dirty="0"/>
                  <a:t> 3</a:t>
                </a:r>
                <a:r>
                  <a:rPr lang="nl-NL" baseline="30000" dirty="0"/>
                  <a:t>rd</a:t>
                </a:r>
                <a:r>
                  <a:rPr lang="nl-NL" dirty="0"/>
                  <a:t> equation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NL" dirty="0"/>
                  <a:t>* (new 2</a:t>
                </a:r>
                <a:r>
                  <a:rPr lang="nl-NL" baseline="30000" dirty="0"/>
                  <a:t>nd</a:t>
                </a:r>
                <a:r>
                  <a:rPr lang="nl-NL" dirty="0"/>
                  <a:t> equation)</a:t>
                </a:r>
                <a:br>
                  <a:rPr lang="nl-NL" dirty="0"/>
                </a:br>
                <a:r>
                  <a:rPr lang="nl-NL" dirty="0"/>
                  <a:t>The new 3</a:t>
                </a:r>
                <a:r>
                  <a:rPr lang="nl-NL" baseline="30000" dirty="0"/>
                  <a:t>rd</a:t>
                </a:r>
                <a:r>
                  <a:rPr lang="nl-NL" dirty="0"/>
                  <a:t> equation also no longer contains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nl-NL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nl-NL" b="0" dirty="0"/>
                  <a:t>The new 3</a:t>
                </a:r>
                <a:r>
                  <a:rPr lang="nl-NL" baseline="30000" dirty="0"/>
                  <a:t>rd</a:t>
                </a:r>
                <a:r>
                  <a:rPr lang="nl-NL" b="0" dirty="0"/>
                  <a:t> equation has the form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:r>
                  <a:rPr lang="nl-NL" dirty="0" err="1"/>
                  <a:t>thus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nl-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r>
                  <a:rPr lang="nl-NL" dirty="0"/>
                  <a:t> </a:t>
                </a:r>
                <a:endParaRPr lang="nl-NL" b="0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nl-NL" dirty="0"/>
                  <a:t>Enter the found value of</a:t>
                </a:r>
                <a:r>
                  <a:rPr lang="nl-NL" b="0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NL" b="0" dirty="0"/>
                  <a:t>into </a:t>
                </a:r>
                <a:r>
                  <a:rPr lang="nl-NL" b="0" dirty="0" err="1"/>
                  <a:t>the</a:t>
                </a:r>
                <a:r>
                  <a:rPr lang="nl-NL" b="0" dirty="0"/>
                  <a:t> 2</a:t>
                </a:r>
                <a:r>
                  <a:rPr lang="nl-NL" baseline="30000" dirty="0"/>
                  <a:t>nd</a:t>
                </a:r>
                <a:r>
                  <a:rPr lang="nl-NL" b="0" dirty="0"/>
                  <a:t> equation to determine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nl-NL" b="0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nl-NL" dirty="0"/>
                  <a:t>Enter the found value of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NL" dirty="0" err="1"/>
                  <a:t>and</a:t>
                </a:r>
                <a:r>
                  <a:rPr lang="nl-NL" b="0" dirty="0"/>
                  <a:t> </a:t>
                </a:r>
                <a:r>
                  <a:rPr lang="nl-NL" b="0" dirty="0" err="1"/>
                  <a:t>into</a:t>
                </a:r>
                <a:r>
                  <a:rPr lang="nl-NL" b="0" dirty="0"/>
                  <a:t> </a:t>
                </a:r>
                <a:r>
                  <a:rPr lang="nl-NL" b="0" dirty="0" err="1"/>
                  <a:t>the</a:t>
                </a:r>
                <a:r>
                  <a:rPr lang="nl-NL" b="0" dirty="0"/>
                  <a:t> </a:t>
                </a:r>
                <a:r>
                  <a:rPr lang="nl-NL" dirty="0"/>
                  <a:t>1</a:t>
                </a:r>
                <a:r>
                  <a:rPr lang="nl-NL" baseline="30000" dirty="0"/>
                  <a:t>st</a:t>
                </a:r>
                <a:r>
                  <a:rPr lang="nl-NL" b="0" dirty="0"/>
                  <a:t> equation to determine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nl-NL" b="0" dirty="0"/>
              </a:p>
              <a:p>
                <a:pPr marL="0" indent="0">
                  <a:buNone/>
                </a:pPr>
                <a:endParaRPr lang="nl-NL" dirty="0"/>
              </a:p>
              <a:p>
                <a:pPr marL="0" indent="0">
                  <a:buNone/>
                </a:pPr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C592D3-6454-E41F-D291-2F64041EB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63" t="-17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D3244-BC61-4644-D5F8-39FC35DA5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215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5646-CCD6-0093-56A5-61718A7C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Example 1 Gauss elimination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55E590-54AB-F3F2-4830-8CC231F15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nl-NL" dirty="0"/>
                  <a:t>Solve the following system of equations:</a:t>
                </a:r>
              </a:p>
              <a:p>
                <a:pPr marL="0" indent="0">
                  <a:buNone/>
                </a:pPr>
                <a:endParaRPr lang="nl-NL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NL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nl-NL" b="0" dirty="0"/>
                  <a:t>Divide the 1</a:t>
                </a:r>
                <a:r>
                  <a:rPr lang="nl-NL" b="0" baseline="30000" dirty="0"/>
                  <a:t>e</a:t>
                </a:r>
                <a:r>
                  <a:rPr lang="nl-NL" b="0" dirty="0"/>
                  <a:t> equation by </a:t>
                </a:r>
                <a:r>
                  <a:rPr lang="nl-NL" b="0" dirty="0">
                    <a:solidFill>
                      <a:srgbClr val="FF0000"/>
                    </a:solidFill>
                  </a:rPr>
                  <a:t>3 </a:t>
                </a:r>
                <a:r>
                  <a:rPr lang="nl-NL" b="0" dirty="0"/>
                  <a:t>(coefficient of </a:t>
                </a:r>
                <a14:m>
                  <m:oMath xmlns:m="http://schemas.openxmlformats.org/officeDocument/2006/math">
                    <m:r>
                      <a:rPr lang="nl-NL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nl-NL" b="0" dirty="0"/>
                  <a:t>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box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NL" b="0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nl-NL" b="0" dirty="0" err="1"/>
                  <a:t>Subtract</a:t>
                </a:r>
                <a:r>
                  <a:rPr lang="nl-NL" b="0" dirty="0"/>
                  <a:t> </a:t>
                </a:r>
                <a:r>
                  <a:rPr lang="nl-NL" b="0" dirty="0" err="1"/>
                  <a:t>from</a:t>
                </a:r>
                <a:r>
                  <a:rPr lang="nl-NL" b="0" dirty="0"/>
                  <a:t> </a:t>
                </a:r>
                <a:r>
                  <a:rPr lang="nl-NL" b="0" dirty="0" err="1"/>
                  <a:t>the</a:t>
                </a:r>
                <a:endParaRPr lang="nl-NL" b="0" dirty="0"/>
              </a:p>
              <a:p>
                <a:pPr marL="745200" lvl="1" indent="-457200">
                  <a:buFont typeface="+mj-lt"/>
                  <a:buAutoNum type="alphaLcParenR"/>
                </a:pPr>
                <a:r>
                  <a:rPr lang="nl-NL" b="0" dirty="0"/>
                  <a:t>2</a:t>
                </a:r>
                <a:r>
                  <a:rPr lang="nl-NL" baseline="30000" dirty="0"/>
                  <a:t>nd</a:t>
                </a:r>
                <a:r>
                  <a:rPr lang="nl-NL" b="0" dirty="0"/>
                  <a:t> equation </a:t>
                </a:r>
                <a14:m>
                  <m:oMath xmlns:m="http://schemas.openxmlformats.org/officeDocument/2006/math">
                    <m:r>
                      <a:rPr lang="nl-NL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−</m:t>
                    </m:r>
                    <m:box>
                      <m:box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  <m:r>
                      <a:rPr lang="nl-NL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  <m:r>
                      <a:rPr lang="nl-N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dirty="0"/>
                  <a:t> </a:t>
                </a:r>
                <a:endParaRPr lang="nl-NL" b="0" dirty="0"/>
              </a:p>
              <a:p>
                <a:pPr marL="745200" lvl="1" indent="-457200">
                  <a:buFont typeface="+mj-lt"/>
                  <a:buAutoNum type="alphaLcParenR"/>
                </a:pPr>
                <a:r>
                  <a:rPr lang="nl-NL" dirty="0"/>
                  <a:t>3</a:t>
                </a:r>
                <a:r>
                  <a:rPr lang="nl-NL" baseline="30000" dirty="0"/>
                  <a:t>rd</a:t>
                </a:r>
                <a:r>
                  <a:rPr lang="nl-NL" b="0" dirty="0"/>
                  <a:t> </a:t>
                </a:r>
                <a:r>
                  <a:rPr lang="nl-NL" dirty="0" err="1"/>
                  <a:t>equation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nl-NL" dirty="0"/>
                  <a:t>(</a:t>
                </a:r>
                <a14:m>
                  <m:oMath xmlns:m="http://schemas.openxmlformats.org/officeDocument/2006/math">
                    <m:r>
                      <a:rPr lang="nl-NL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−</m:t>
                    </m:r>
                    <m:box>
                      <m:box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  <m:r>
                      <a:rPr lang="nl-NL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lang="nl-NL" dirty="0"/>
                  <a:t>)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nl-NL" b="0" dirty="0"/>
              </a:p>
              <a:p>
                <a:pPr marL="0" indent="0">
                  <a:buNone/>
                </a:pPr>
                <a:endParaRPr lang="nl-NL" b="0" dirty="0"/>
              </a:p>
              <a:p>
                <a:pPr marL="0" indent="0">
                  <a:buNone/>
                </a:pPr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55E590-54AB-F3F2-4830-8CC231F15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63" t="-17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F209D-3A30-5B43-C316-3254FD1A6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8297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2EB6E8-DA40-9AA7-2BC0-5A858EBBC8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2000" y="1637000"/>
                <a:ext cx="10416000" cy="4420900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nl-NL" dirty="0"/>
                  <a:t>New form of system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box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nl-NL" b="0" dirty="0"/>
                  <a:t>     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  <m:r>
                      <a:rPr lang="nl-NL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nl-NL" b="0" dirty="0"/>
                  <a:t>     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nl-NL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nl-NL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endParaRPr lang="nl-NL" b="0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nl-NL" b="0" dirty="0"/>
                  <a:t>Divide </a:t>
                </a:r>
                <a:r>
                  <a:rPr lang="nl-NL" b="0" dirty="0" err="1"/>
                  <a:t>the</a:t>
                </a:r>
                <a:r>
                  <a:rPr lang="nl-NL" b="0" dirty="0"/>
                  <a:t> 2</a:t>
                </a:r>
                <a:r>
                  <a:rPr lang="nl-NL" baseline="30000" dirty="0"/>
                  <a:t>nd</a:t>
                </a:r>
                <a:r>
                  <a:rPr lang="nl-NL" b="0" dirty="0"/>
                  <a:t> equation by </a:t>
                </a:r>
                <a:r>
                  <a:rPr lang="nl-NL" dirty="0">
                    <a:solidFill>
                      <a:srgbClr val="FF0000"/>
                    </a:solidFill>
                  </a:rPr>
                  <a:t>6 </a:t>
                </a:r>
                <a:r>
                  <a:rPr lang="nl-NL" b="0" dirty="0"/>
                  <a:t>(coefficient of </a:t>
                </a:r>
                <a14:m>
                  <m:oMath xmlns:m="http://schemas.openxmlformats.org/officeDocument/2006/math">
                    <m:r>
                      <a:rPr lang="nl-NL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nl-NL" b="0" dirty="0"/>
                  <a:t>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box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nl-NL" b="0" dirty="0"/>
                  <a:t>     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box>
                    <m:r>
                      <a:rPr lang="nl-NL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</m:e>
                    </m:box>
                  </m:oMath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nl-NL" b="0" dirty="0"/>
                  <a:t>     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nl-NL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nl-NL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endParaRPr lang="nl-NL" b="0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nl-NL" b="0" dirty="0"/>
                  <a:t>Subtract </a:t>
                </a:r>
                <a14:m>
                  <m:oMath xmlns:m="http://schemas.openxmlformats.org/officeDocument/2006/math">
                    <m:r>
                      <a:rPr lang="nl-NL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box>
                    <m:r>
                      <a:rPr lang="nl-NL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</m:e>
                    </m:box>
                    <m:r>
                      <a:rPr lang="nl-N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dirty="0"/>
                  <a:t> </a:t>
                </a:r>
                <a:r>
                  <a:rPr lang="nl-NL" b="0" dirty="0"/>
                  <a:t>from </a:t>
                </a:r>
                <a:r>
                  <a:rPr lang="nl-NL" b="0" dirty="0" err="1"/>
                  <a:t>the</a:t>
                </a:r>
                <a:r>
                  <a:rPr lang="nl-NL" b="0" dirty="0"/>
                  <a:t> 3</a:t>
                </a:r>
                <a:r>
                  <a:rPr lang="nl-NL" baseline="30000" dirty="0"/>
                  <a:t>rd</a:t>
                </a:r>
                <a:r>
                  <a:rPr lang="nl-NL" b="0" dirty="0"/>
                  <a:t> equation 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box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nl-NL" b="0" dirty="0"/>
                  <a:t>       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box>
                    <m:r>
                      <a:rPr lang="nl-NL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</m:e>
                    </m:box>
                  </m:oMath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nl-NL" b="0" dirty="0"/>
                  <a:t>             </a:t>
                </a:r>
                <a14:m>
                  <m:oMath xmlns:m="http://schemas.openxmlformats.org/officeDocument/2006/math">
                    <m:r>
                      <a:rPr lang="nl-NL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endParaRPr lang="nl-NL" b="0" dirty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nl-NL" dirty="0"/>
                  <a:t>And with that: </a:t>
                </a:r>
                <a14:m>
                  <m:oMath xmlns:m="http://schemas.openxmlformats.org/officeDocument/2006/math">
                    <m:r>
                      <a:rPr lang="nl-NL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</m:oMath>
                </a14:m>
                <a:endParaRPr lang="nl-NL" b="0" dirty="0"/>
              </a:p>
              <a:p>
                <a:pPr marL="457200" indent="-457200">
                  <a:buFont typeface="+mj-lt"/>
                  <a:buAutoNum type="arabicPeriod" startAt="5"/>
                </a:pPr>
                <a:endParaRPr lang="nl-NL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2EB6E8-DA40-9AA7-2BC0-5A858EBBC8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2000" y="1637000"/>
                <a:ext cx="10416000" cy="4420900"/>
              </a:xfrm>
              <a:blipFill>
                <a:blip r:embed="rId2"/>
                <a:stretch>
                  <a:fillRect l="-1404" t="-1655" b="-606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7A0E7-C972-D7F1-A784-294E9BBF9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8</a:t>
            </a:fld>
            <a:endParaRPr lang="nl-NL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4222F2A-BE3F-7836-DAC6-68AD3EB2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00" y="1026000"/>
            <a:ext cx="10416000" cy="666000"/>
          </a:xfrm>
        </p:spPr>
        <p:txBody>
          <a:bodyPr/>
          <a:lstStyle/>
          <a:p>
            <a:r>
              <a:rPr lang="nl-NL" dirty="0"/>
              <a:t>Example 1 Gauss elimination</a:t>
            </a:r>
          </a:p>
        </p:txBody>
      </p:sp>
    </p:spTree>
    <p:extLst>
      <p:ext uri="{BB962C8B-B14F-4D97-AF65-F5344CB8AC3E}">
        <p14:creationId xmlns:p14="http://schemas.microsoft.com/office/powerpoint/2010/main" val="102797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C1CC3-631B-C7D4-27B1-9D7EB7B3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Example 1 Gauss elimination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D42CD9-E739-4879-7047-70C84C85C7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457200" indent="-457200">
                  <a:buFont typeface="+mj-lt"/>
                  <a:buAutoNum type="arabicPeriod" startAt="7"/>
                </a:pPr>
                <a:r>
                  <a:rPr lang="nl-NL" dirty="0"/>
                  <a:t>Enter the found value of</a:t>
                </a:r>
                <a:r>
                  <a:rPr lang="nl-NL" b="0" dirty="0"/>
                  <a:t> </a:t>
                </a:r>
                <a14:m>
                  <m:oMath xmlns:m="http://schemas.openxmlformats.org/officeDocument/2006/math">
                    <m:r>
                      <a:rPr lang="nl-NL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nl-NL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NL" b="0" dirty="0" err="1"/>
                  <a:t>into</a:t>
                </a:r>
                <a:r>
                  <a:rPr lang="nl-NL" b="0" dirty="0"/>
                  <a:t> </a:t>
                </a:r>
                <a:r>
                  <a:rPr lang="nl-NL" b="0" dirty="0" err="1"/>
                  <a:t>the</a:t>
                </a:r>
                <a:r>
                  <a:rPr lang="nl-NL" b="0" dirty="0"/>
                  <a:t> 2</a:t>
                </a:r>
                <a:r>
                  <a:rPr lang="nl-NL" baseline="30000" dirty="0"/>
                  <a:t>nd</a:t>
                </a:r>
                <a:r>
                  <a:rPr lang="nl-NL" b="0" dirty="0"/>
                  <a:t> equation to determine </a:t>
                </a:r>
                <a14:m>
                  <m:oMath xmlns:m="http://schemas.openxmlformats.org/officeDocument/2006/math">
                    <m:r>
                      <a:rPr lang="nl-NL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nl-NL" b="0" dirty="0"/>
                  <a:t>:</a:t>
                </a:r>
              </a:p>
              <a:p>
                <a:pPr marL="0" indent="0">
                  <a:buNone/>
                </a:pPr>
                <a:endParaRPr lang="nl-NL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box>
                        <m:boxPr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box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ox>
                            <m:box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box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den>
                          </m:f>
                        </m:e>
                      </m:box>
                      <m:r>
                        <a:rPr lang="nl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nl-NL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nl-NL" dirty="0"/>
              </a:p>
              <a:p>
                <a:pPr marL="0" indent="0">
                  <a:buNone/>
                </a:pPr>
                <a:endParaRPr lang="nl-NL" dirty="0"/>
              </a:p>
              <a:p>
                <a:pPr marL="457200" indent="-457200">
                  <a:buFont typeface="+mj-lt"/>
                  <a:buAutoNum type="arabicPeriod" startAt="8"/>
                </a:pPr>
                <a:r>
                  <a:rPr lang="nl-NL" dirty="0"/>
                  <a:t>Enter the found value of </a:t>
                </a:r>
                <a14:m>
                  <m:oMath xmlns:m="http://schemas.openxmlformats.org/officeDocument/2006/math">
                    <m:r>
                      <a:rPr lang="nl-NL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nl-NL" dirty="0"/>
                  <a:t> and </a:t>
                </a:r>
                <a14:m>
                  <m:oMath xmlns:m="http://schemas.openxmlformats.org/officeDocument/2006/math">
                    <m:r>
                      <a:rPr lang="nl-NL" b="1" i="1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nl-NL" b="0" dirty="0"/>
                  <a:t> </a:t>
                </a:r>
                <a:r>
                  <a:rPr lang="nl-NL" b="0" dirty="0" err="1"/>
                  <a:t>into</a:t>
                </a:r>
                <a:r>
                  <a:rPr lang="nl-NL" b="0" dirty="0"/>
                  <a:t> </a:t>
                </a:r>
                <a:r>
                  <a:rPr lang="nl-NL" b="0" dirty="0" err="1"/>
                  <a:t>the</a:t>
                </a:r>
                <a:r>
                  <a:rPr lang="nl-NL" b="0" dirty="0"/>
                  <a:t> </a:t>
                </a:r>
                <a:r>
                  <a:rPr lang="nl-NL" dirty="0"/>
                  <a:t>1</a:t>
                </a:r>
                <a:r>
                  <a:rPr lang="nl-NL" baseline="30000" dirty="0"/>
                  <a:t>st</a:t>
                </a:r>
                <a:r>
                  <a:rPr lang="nl-NL" b="0" dirty="0"/>
                  <a:t> equation to determine </a:t>
                </a:r>
                <a14:m>
                  <m:oMath xmlns:m="http://schemas.openxmlformats.org/officeDocument/2006/math">
                    <m:r>
                      <a:rPr lang="nl-NL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nl-NL" b="0" dirty="0"/>
                  <a:t>:</a:t>
                </a:r>
              </a:p>
              <a:p>
                <a:pPr marL="0" indent="0">
                  <a:buNone/>
                </a:pPr>
                <a:endParaRPr lang="nl-NL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box>
                        <m:boxPr>
                          <m:ctrlPr>
                            <a:rPr lang="nl-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nl-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box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box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(</m:t>
                      </m:r>
                      <m:box>
                        <m:box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box>
                      <m:r>
                        <a:rPr lang="nl-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nl-NL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nl-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nl-N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nl-NL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13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l-NL" dirty="0"/>
              </a:p>
              <a:p>
                <a:pPr marL="0" indent="0">
                  <a:buNone/>
                </a:pPr>
                <a:endParaRPr lang="nl-NL" dirty="0"/>
              </a:p>
              <a:p>
                <a:pPr marL="0" indent="0">
                  <a:buNone/>
                </a:pPr>
                <a:r>
                  <a:rPr lang="nl-NL" dirty="0"/>
                  <a:t>This makes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nl-NL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nl-NL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nl-NL" i="1">
                        <a:latin typeface="Cambria Math" panose="02040503050406030204" pitchFamily="18" charset="0"/>
                      </a:rPr>
                      <m:t>=(</m:t>
                    </m:r>
                    <m:box>
                      <m:box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e>
                    </m:box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dirty="0"/>
                  <a:t> the solution for the system: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NL" b="0" dirty="0"/>
              </a:p>
              <a:p>
                <a:pPr marL="0" indent="0">
                  <a:buNone/>
                </a:pPr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D42CD9-E739-4879-7047-70C84C85C7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63" t="-250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F5CD3-7FAD-7FAD-0E18-712163050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089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85340-4498-B8F3-1561-88D80F49E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7DCA79-1C07-ADE8-875C-3B55D16691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nl-NL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nl-NL" b="0" dirty="0"/>
              </a:p>
              <a:p>
                <a:pPr marL="0" indent="0" algn="ctr">
                  <a:buNone/>
                </a:pPr>
                <a:endParaRPr lang="nl-NL" dirty="0"/>
              </a:p>
              <a:p>
                <a:pPr marL="0" indent="0">
                  <a:buNone/>
                </a:pPr>
                <a:endParaRPr lang="nl-NL" b="0" dirty="0"/>
              </a:p>
              <a:p>
                <a:pPr marL="0" indent="0">
                  <a:buNone/>
                </a:pPr>
                <a:r>
                  <a:rPr lang="nl-NL" dirty="0"/>
                  <a:t>Your move!</a:t>
                </a: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7DCA79-1C07-ADE8-875C-3B55D16691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6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009FE-197A-3474-0511-72781C5A5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6232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Need more explanation and practice?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Go </a:t>
            </a:r>
            <a:r>
              <a:rPr lang="en-US" sz="2800" dirty="0" err="1"/>
              <a:t>to </a:t>
            </a:r>
            <a:r>
              <a:rPr lang="en-US" sz="2800" dirty="0"/>
              <a:t>the course on Brightspace</a:t>
            </a:r>
          </a:p>
          <a:p>
            <a:endParaRPr lang="en-US" sz="280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114137-FC67-423F-8161-657E83EC3F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75233"/>
      </p:ext>
    </p:extLst>
  </p:cSld>
  <p:clrMapOvr>
    <a:masterClrMapping/>
  </p:clrMapOvr>
</p:sld>
</file>

<file path=ppt/theme/theme1.xml><?xml version="1.0" encoding="utf-8"?>
<a:theme xmlns:a="http://schemas.openxmlformats.org/drawingml/2006/main" name="Saxion_16-9-NL">
  <a:themeElements>
    <a:clrScheme name="Saxion">
      <a:dk1>
        <a:sysClr val="windowText" lastClr="000000"/>
      </a:dk1>
      <a:lt1>
        <a:sysClr val="window" lastClr="FFFFFF"/>
      </a:lt1>
      <a:dk2>
        <a:srgbClr val="009C82"/>
      </a:dk2>
      <a:lt2>
        <a:srgbClr val="F2F2F2"/>
      </a:lt2>
      <a:accent1>
        <a:srgbClr val="009C82"/>
      </a:accent1>
      <a:accent2>
        <a:srgbClr val="C6C5BF"/>
      </a:accent2>
      <a:accent3>
        <a:srgbClr val="85CEE4"/>
      </a:accent3>
      <a:accent4>
        <a:srgbClr val="009C82"/>
      </a:accent4>
      <a:accent5>
        <a:srgbClr val="C6C5BF"/>
      </a:accent5>
      <a:accent6>
        <a:srgbClr val="85CEE4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xion_16-9_NL.pptx" id="{3DE55923-7B04-482F-A470-1E6DC09B5858}" vid="{D504D239-ABB6-4121-9366-3253B968F0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6664f9864b54a78bdf9e6230de1c78b xmlns="6c73e52c-07d4-4617-ab67-464747257e8d">
      <Terms xmlns="http://schemas.microsoft.com/office/infopath/2007/PartnerControls"/>
    </c6664f9864b54a78bdf9e6230de1c78b>
    <lcf76f155ced4ddcb4097134ff3c332f xmlns="db6c94ed-1c5a-4e80-b43f-1a581438473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8C4348C9359840B1BE688802E7FA66" ma:contentTypeVersion="19" ma:contentTypeDescription="Een nieuw document maken." ma:contentTypeScope="" ma:versionID="c6db7bb80fd28392ea350cf600b6c8c2">
  <xsd:schema xmlns:xsd="http://www.w3.org/2001/XMLSchema" xmlns:xs="http://www.w3.org/2001/XMLSchema" xmlns:p="http://schemas.microsoft.com/office/2006/metadata/properties" xmlns:ns2="45f6ce90-ba85-4ef2-b43f-c64448cd95eb" xmlns:ns3="6311a401-7a08-4527-8788-494121fc770f" xmlns:ns4="6c73e52c-07d4-4617-ab67-464747257e8d" xmlns:ns5="db6c94ed-1c5a-4e80-b43f-1a581438473c" targetNamespace="http://schemas.microsoft.com/office/2006/metadata/properties" ma:root="true" ma:fieldsID="83d724239d2fe1867618af9ef9ba325d" ns2:_="" ns3:_="" ns4:_="" ns5:_="">
    <xsd:import namespace="45f6ce90-ba85-4ef2-b43f-c64448cd95eb"/>
    <xsd:import namespace="6311a401-7a08-4527-8788-494121fc770f"/>
    <xsd:import namespace="6c73e52c-07d4-4617-ab67-464747257e8d"/>
    <xsd:import namespace="db6c94ed-1c5a-4e80-b43f-1a581438473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4:c6664f9864b54a78bdf9e6230de1c78b" minOccurs="0"/>
                <xsd:element ref="ns5:MediaServiceMetadata" minOccurs="0"/>
                <xsd:element ref="ns5:MediaServiceFastMetadata" minOccurs="0"/>
                <xsd:element ref="ns3:SharedWithDetails" minOccurs="0"/>
                <xsd:element ref="ns5:MediaServiceAutoTags" minOccurs="0"/>
                <xsd:element ref="ns5:MediaServiceOCR" minOccurs="0"/>
                <xsd:element ref="ns5:MediaServiceGenerationTime" minOccurs="0"/>
                <xsd:element ref="ns5:MediaServiceEventHashCode" minOccurs="0"/>
                <xsd:element ref="ns5:MediaServiceDateTaken" minOccurs="0"/>
                <xsd:element ref="ns5:MediaServiceLocation" minOccurs="0"/>
                <xsd:element ref="ns5:MediaServiceAutoKeyPoints" minOccurs="0"/>
                <xsd:element ref="ns5:MediaServiceKeyPoints" minOccurs="0"/>
                <xsd:element ref="ns5:MediaLengthInSeconds" minOccurs="0"/>
                <xsd:element ref="ns5:lcf76f155ced4ddcb4097134ff3c332f" minOccurs="0"/>
                <xsd:element ref="ns5:MediaServiceObjectDetectorVersions" minOccurs="0"/>
                <xsd:element ref="ns5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f6ce90-ba85-4ef2-b43f-c64448cd95e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1a401-7a08-4527-8788-494121fc770f" elementFormDefault="qualified">
    <xsd:import namespace="http://schemas.microsoft.com/office/2006/documentManagement/types"/>
    <xsd:import namespace="http://schemas.microsoft.com/office/infopath/2007/PartnerControls"/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73e52c-07d4-4617-ab67-464747257e8d" elementFormDefault="qualified">
    <xsd:import namespace="http://schemas.microsoft.com/office/2006/documentManagement/types"/>
    <xsd:import namespace="http://schemas.microsoft.com/office/infopath/2007/PartnerControls"/>
    <xsd:element name="c6664f9864b54a78bdf9e6230de1c78b" ma:index="10" nillable="true" ma:taxonomy="true" ma:internalName="c6664f9864b54a78bdf9e6230de1c78b" ma:taxonomyFieldName="Saxion_Organisatie" ma:displayName="Organisatie" ma:fieldId="{c6664f98-64b5-4a78-bdf9-e6230de1c78b}" ma:sspId="ea23b583-fc58-4aef-a739-6987dbfb3358" ma:termSetId="f5ce510c-de11-4010-8708-f2f2dfd0e37c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6c94ed-1c5a-4e80-b43f-1a58143847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Afbeeldingtags" ma:readOnly="false" ma:fieldId="{5cf76f15-5ced-4ddc-b409-7134ff3c332f}" ma:taxonomyMulti="true" ma:sspId="ea23b583-fc58-4aef-a739-6987dbfb33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CCE4B5-8CFF-4CD0-BF93-7C545FD699E7}">
  <ds:schemaRefs>
    <ds:schemaRef ds:uri="http://schemas.microsoft.com/office/2006/metadata/properties"/>
    <ds:schemaRef ds:uri="http://purl.org/dc/terms/"/>
    <ds:schemaRef ds:uri="6311a401-7a08-4527-8788-494121fc770f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db6c94ed-1c5a-4e80-b43f-1a581438473c"/>
    <ds:schemaRef ds:uri="6c73e52c-07d4-4617-ab67-464747257e8d"/>
    <ds:schemaRef ds:uri="45f6ce90-ba85-4ef2-b43f-c64448cd95eb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61F3E18-8454-4FF3-B463-0EDEBDFDDF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1A8541-C179-4F14-B373-DA92881F9A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f6ce90-ba85-4ef2-b43f-c64448cd95eb"/>
    <ds:schemaRef ds:uri="6311a401-7a08-4527-8788-494121fc770f"/>
    <ds:schemaRef ds:uri="6c73e52c-07d4-4617-ab67-464747257e8d"/>
    <ds:schemaRef ds:uri="db6c94ed-1c5a-4e80-b43f-1a58143847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Saxion_16-9_NL</Template>
  <TotalTime>0</TotalTime>
  <Words>894</Words>
  <Application>Microsoft Office PowerPoint</Application>
  <PresentationFormat>Widescreen</PresentationFormat>
  <Paragraphs>129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Arial Black</vt:lpstr>
      <vt:lpstr>Cambria Math</vt:lpstr>
      <vt:lpstr>Saxion_16-9-NL</vt:lpstr>
      <vt:lpstr>Lesson 3: systems of linear equations</vt:lpstr>
      <vt:lpstr>Linear equations</vt:lpstr>
      <vt:lpstr>Two lines intersecting</vt:lpstr>
      <vt:lpstr>PowerPoint Presentation</vt:lpstr>
      <vt:lpstr>System of 3 equations with 3 variables</vt:lpstr>
      <vt:lpstr>System of 3 equations with 3 unknowns</vt:lpstr>
      <vt:lpstr>Example 1 Gauss elimination</vt:lpstr>
      <vt:lpstr>Example 1 Gauss elimination</vt:lpstr>
      <vt:lpstr>Example 1 Gauss elimination</vt:lpstr>
      <vt:lpstr>Example 2</vt:lpstr>
      <vt:lpstr>Need more explanation and practice?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Millonzi</dc:creator>
  <cp:keywords>, docId:08B89138402265A5ED22CF78BCBCB120</cp:keywords>
  <cp:lastModifiedBy>Marcello Millonzi</cp:lastModifiedBy>
  <cp:revision>2</cp:revision>
  <dcterms:created xsi:type="dcterms:W3CDTF">2024-09-04T08:23:10Z</dcterms:created>
  <dcterms:modified xsi:type="dcterms:W3CDTF">2024-10-04T09:57:57Z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0x010100AD8C4348C9359840B1BE688802E7FA66</vt:lpwstr>
  </property>
  <property fmtid="{D5CDD505-2E9C-101B-9397-08002B2CF9AE}" pid="3" name="Saxion_Organisatie">
    <vt:lpwstr/>
  </property>
  <property fmtid="{D5CDD505-2E9C-101B-9397-08002B2CF9AE}" pid="4" name="MediaServiceImageTags">
    <vt:lpwstr/>
  </property>
</Properties>
</file>