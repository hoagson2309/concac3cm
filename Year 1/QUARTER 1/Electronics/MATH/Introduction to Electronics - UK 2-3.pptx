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sldIdLst>
    <p:sldId id="256" r:id="rId5"/>
    <p:sldId id="257" r:id="rId6"/>
    <p:sldId id="258" r:id="rId7"/>
    <p:sldId id="260" r:id="rId8"/>
    <p:sldId id="259" r:id="rId9"/>
    <p:sldId id="262" r:id="rId10"/>
    <p:sldId id="261" r:id="rId11"/>
    <p:sldId id="263" r:id="rId12"/>
    <p:sldId id="264" r:id="rId13"/>
    <p:sldId id="265" r:id="rId14"/>
    <p:sldId id="266" r:id="rId15"/>
    <p:sldId id="267" r:id="rId16"/>
    <p:sldId id="270" r:id="rId17"/>
    <p:sldId id="268" r:id="rId18"/>
    <p:sldId id="280" r:id="rId19"/>
    <p:sldId id="282" r:id="rId20"/>
    <p:sldId id="279" r:id="rId21"/>
    <p:sldId id="283" r:id="rId22"/>
    <p:sldId id="276" r:id="rId2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E37A"/>
    <a:srgbClr val="F08B80"/>
    <a:srgbClr val="C499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3F361B-D0A7-4A99-A5EE-4A9E7BE1133F}" v="271" dt="2024-09-20T14:23:45.005"/>
    <p1510:client id="{AE1BFADF-C2AB-4CA5-ACB5-D78C8E996BE1}" v="121" dt="2024-09-20T09:05:48.2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426" y="18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ello Millonzi" userId="4c40bab1-fbbe-468b-822e-62310dadebca" providerId="ADAL" clId="{3D3F361B-D0A7-4A99-A5EE-4A9E7BE1133F}"/>
    <pc:docChg chg="custSel modSld">
      <pc:chgData name="Marcello Millonzi" userId="4c40bab1-fbbe-468b-822e-62310dadebca" providerId="ADAL" clId="{3D3F361B-D0A7-4A99-A5EE-4A9E7BE1133F}" dt="2024-09-20T14:24:33.568" v="334" actId="20577"/>
      <pc:docMkLst>
        <pc:docMk/>
      </pc:docMkLst>
      <pc:sldChg chg="modSp mod">
        <pc:chgData name="Marcello Millonzi" userId="4c40bab1-fbbe-468b-822e-62310dadebca" providerId="ADAL" clId="{3D3F361B-D0A7-4A99-A5EE-4A9E7BE1133F}" dt="2024-09-20T14:07:16.906" v="10" actId="20577"/>
        <pc:sldMkLst>
          <pc:docMk/>
          <pc:sldMk cId="2376157199" sldId="256"/>
        </pc:sldMkLst>
        <pc:spChg chg="mod">
          <ac:chgData name="Marcello Millonzi" userId="4c40bab1-fbbe-468b-822e-62310dadebca" providerId="ADAL" clId="{3D3F361B-D0A7-4A99-A5EE-4A9E7BE1133F}" dt="2024-09-20T14:07:16.906" v="10" actId="20577"/>
          <ac:spMkLst>
            <pc:docMk/>
            <pc:sldMk cId="2376157199" sldId="256"/>
            <ac:spMk id="2" creationId="{8C6B75C5-34BC-4511-B8F6-EDDFBB2ADF5A}"/>
          </ac:spMkLst>
        </pc:spChg>
      </pc:sldChg>
      <pc:sldChg chg="modSp modAnim">
        <pc:chgData name="Marcello Millonzi" userId="4c40bab1-fbbe-468b-822e-62310dadebca" providerId="ADAL" clId="{3D3F361B-D0A7-4A99-A5EE-4A9E7BE1133F}" dt="2024-09-20T14:23:45.005" v="318"/>
        <pc:sldMkLst>
          <pc:docMk/>
          <pc:sldMk cId="1699185345" sldId="257"/>
        </pc:sldMkLst>
        <pc:spChg chg="mod">
          <ac:chgData name="Marcello Millonzi" userId="4c40bab1-fbbe-468b-822e-62310dadebca" providerId="ADAL" clId="{3D3F361B-D0A7-4A99-A5EE-4A9E7BE1133F}" dt="2024-09-20T14:08:38.507" v="28" actId="20577"/>
          <ac:spMkLst>
            <pc:docMk/>
            <pc:sldMk cId="1699185345" sldId="257"/>
            <ac:spMk id="3" creationId="{00000000-0000-0000-0000-000000000000}"/>
          </ac:spMkLst>
        </pc:spChg>
      </pc:sldChg>
      <pc:sldChg chg="modSp mod modAnim">
        <pc:chgData name="Marcello Millonzi" userId="4c40bab1-fbbe-468b-822e-62310dadebca" providerId="ADAL" clId="{3D3F361B-D0A7-4A99-A5EE-4A9E7BE1133F}" dt="2024-09-20T14:24:03.889" v="323" actId="20577"/>
        <pc:sldMkLst>
          <pc:docMk/>
          <pc:sldMk cId="2567236888" sldId="259"/>
        </pc:sldMkLst>
        <pc:spChg chg="mod">
          <ac:chgData name="Marcello Millonzi" userId="4c40bab1-fbbe-468b-822e-62310dadebca" providerId="ADAL" clId="{3D3F361B-D0A7-4A99-A5EE-4A9E7BE1133F}" dt="2024-09-20T14:24:03.889" v="323" actId="20577"/>
          <ac:spMkLst>
            <pc:docMk/>
            <pc:sldMk cId="2567236888" sldId="259"/>
            <ac:spMk id="3" creationId="{00000000-0000-0000-0000-000000000000}"/>
          </ac:spMkLst>
        </pc:spChg>
        <pc:spChg chg="mod">
          <ac:chgData name="Marcello Millonzi" userId="4c40bab1-fbbe-468b-822e-62310dadebca" providerId="ADAL" clId="{3D3F361B-D0A7-4A99-A5EE-4A9E7BE1133F}" dt="2024-09-20T14:11:20.147" v="123" actId="20577"/>
          <ac:spMkLst>
            <pc:docMk/>
            <pc:sldMk cId="2567236888" sldId="259"/>
            <ac:spMk id="4" creationId="{00000000-0000-0000-0000-000000000000}"/>
          </ac:spMkLst>
        </pc:spChg>
        <pc:spChg chg="mod">
          <ac:chgData name="Marcello Millonzi" userId="4c40bab1-fbbe-468b-822e-62310dadebca" providerId="ADAL" clId="{3D3F361B-D0A7-4A99-A5EE-4A9E7BE1133F}" dt="2024-09-20T14:10:18.287" v="64" actId="14100"/>
          <ac:spMkLst>
            <pc:docMk/>
            <pc:sldMk cId="2567236888" sldId="259"/>
            <ac:spMk id="7" creationId="{00000000-0000-0000-0000-000000000000}"/>
          </ac:spMkLst>
        </pc:spChg>
      </pc:sldChg>
      <pc:sldChg chg="modSp mod">
        <pc:chgData name="Marcello Millonzi" userId="4c40bab1-fbbe-468b-822e-62310dadebca" providerId="ADAL" clId="{3D3F361B-D0A7-4A99-A5EE-4A9E7BE1133F}" dt="2024-09-20T14:24:33.568" v="334" actId="20577"/>
        <pc:sldMkLst>
          <pc:docMk/>
          <pc:sldMk cId="509840033" sldId="261"/>
        </pc:sldMkLst>
        <pc:spChg chg="mod">
          <ac:chgData name="Marcello Millonzi" userId="4c40bab1-fbbe-468b-822e-62310dadebca" providerId="ADAL" clId="{3D3F361B-D0A7-4A99-A5EE-4A9E7BE1133F}" dt="2024-09-20T14:24:33.568" v="334" actId="20577"/>
          <ac:spMkLst>
            <pc:docMk/>
            <pc:sldMk cId="509840033" sldId="261"/>
            <ac:spMk id="3" creationId="{00000000-0000-0000-0000-000000000000}"/>
          </ac:spMkLst>
        </pc:spChg>
        <pc:spChg chg="mod">
          <ac:chgData name="Marcello Millonzi" userId="4c40bab1-fbbe-468b-822e-62310dadebca" providerId="ADAL" clId="{3D3F361B-D0A7-4A99-A5EE-4A9E7BE1133F}" dt="2024-09-20T14:12:07.120" v="133" actId="20577"/>
          <ac:spMkLst>
            <pc:docMk/>
            <pc:sldMk cId="509840033" sldId="261"/>
            <ac:spMk id="5" creationId="{00000000-0000-0000-0000-000000000000}"/>
          </ac:spMkLst>
        </pc:spChg>
        <pc:spChg chg="mod">
          <ac:chgData name="Marcello Millonzi" userId="4c40bab1-fbbe-468b-822e-62310dadebca" providerId="ADAL" clId="{3D3F361B-D0A7-4A99-A5EE-4A9E7BE1133F}" dt="2024-09-20T14:12:28.745" v="136"/>
          <ac:spMkLst>
            <pc:docMk/>
            <pc:sldMk cId="509840033" sldId="261"/>
            <ac:spMk id="7" creationId="{00000000-0000-0000-0000-000000000000}"/>
          </ac:spMkLst>
        </pc:spChg>
        <pc:spChg chg="mod">
          <ac:chgData name="Marcello Millonzi" userId="4c40bab1-fbbe-468b-822e-62310dadebca" providerId="ADAL" clId="{3D3F361B-D0A7-4A99-A5EE-4A9E7BE1133F}" dt="2024-09-20T14:12:50.741" v="152" actId="20577"/>
          <ac:spMkLst>
            <pc:docMk/>
            <pc:sldMk cId="509840033" sldId="261"/>
            <ac:spMk id="9" creationId="{00000000-0000-0000-0000-000000000000}"/>
          </ac:spMkLst>
        </pc:spChg>
      </pc:sldChg>
      <pc:sldChg chg="modSp mod modAnim">
        <pc:chgData name="Marcello Millonzi" userId="4c40bab1-fbbe-468b-822e-62310dadebca" providerId="ADAL" clId="{3D3F361B-D0A7-4A99-A5EE-4A9E7BE1133F}" dt="2024-09-20T14:15:23.459" v="186" actId="20577"/>
        <pc:sldMkLst>
          <pc:docMk/>
          <pc:sldMk cId="2399073550" sldId="264"/>
        </pc:sldMkLst>
        <pc:spChg chg="mod">
          <ac:chgData name="Marcello Millonzi" userId="4c40bab1-fbbe-468b-822e-62310dadebca" providerId="ADAL" clId="{3D3F361B-D0A7-4A99-A5EE-4A9E7BE1133F}" dt="2024-09-20T14:15:23.459" v="186" actId="20577"/>
          <ac:spMkLst>
            <pc:docMk/>
            <pc:sldMk cId="2399073550" sldId="264"/>
            <ac:spMk id="3" creationId="{00000000-0000-0000-0000-000000000000}"/>
          </ac:spMkLst>
        </pc:spChg>
        <pc:spChg chg="mod">
          <ac:chgData name="Marcello Millonzi" userId="4c40bab1-fbbe-468b-822e-62310dadebca" providerId="ADAL" clId="{3D3F361B-D0A7-4A99-A5EE-4A9E7BE1133F}" dt="2024-09-20T14:13:36.537" v="157" actId="20577"/>
          <ac:spMkLst>
            <pc:docMk/>
            <pc:sldMk cId="2399073550" sldId="264"/>
            <ac:spMk id="5" creationId="{00000000-0000-0000-0000-000000000000}"/>
          </ac:spMkLst>
        </pc:spChg>
      </pc:sldChg>
      <pc:sldChg chg="modSp mod">
        <pc:chgData name="Marcello Millonzi" userId="4c40bab1-fbbe-468b-822e-62310dadebca" providerId="ADAL" clId="{3D3F361B-D0A7-4A99-A5EE-4A9E7BE1133F}" dt="2024-09-20T14:14:41.647" v="168" actId="14100"/>
        <pc:sldMkLst>
          <pc:docMk/>
          <pc:sldMk cId="3708812364" sldId="265"/>
        </pc:sldMkLst>
        <pc:spChg chg="mod">
          <ac:chgData name="Marcello Millonzi" userId="4c40bab1-fbbe-468b-822e-62310dadebca" providerId="ADAL" clId="{3D3F361B-D0A7-4A99-A5EE-4A9E7BE1133F}" dt="2024-09-20T14:14:41.647" v="168" actId="14100"/>
          <ac:spMkLst>
            <pc:docMk/>
            <pc:sldMk cId="3708812364" sldId="265"/>
            <ac:spMk id="5" creationId="{00000000-0000-0000-0000-000000000000}"/>
          </ac:spMkLst>
        </pc:spChg>
      </pc:sldChg>
      <pc:sldChg chg="modSp mod">
        <pc:chgData name="Marcello Millonzi" userId="4c40bab1-fbbe-468b-822e-62310dadebca" providerId="ADAL" clId="{3D3F361B-D0A7-4A99-A5EE-4A9E7BE1133F}" dt="2024-09-20T14:14:59.855" v="173" actId="20577"/>
        <pc:sldMkLst>
          <pc:docMk/>
          <pc:sldMk cId="2967547216" sldId="266"/>
        </pc:sldMkLst>
        <pc:spChg chg="mod">
          <ac:chgData name="Marcello Millonzi" userId="4c40bab1-fbbe-468b-822e-62310dadebca" providerId="ADAL" clId="{3D3F361B-D0A7-4A99-A5EE-4A9E7BE1133F}" dt="2024-09-20T14:14:59.855" v="173" actId="20577"/>
          <ac:spMkLst>
            <pc:docMk/>
            <pc:sldMk cId="2967547216" sldId="266"/>
            <ac:spMk id="5" creationId="{00000000-0000-0000-0000-000000000000}"/>
          </ac:spMkLst>
        </pc:spChg>
      </pc:sldChg>
      <pc:sldChg chg="addSp delSp modSp mod delAnim modAnim">
        <pc:chgData name="Marcello Millonzi" userId="4c40bab1-fbbe-468b-822e-62310dadebca" providerId="ADAL" clId="{3D3F361B-D0A7-4A99-A5EE-4A9E7BE1133F}" dt="2024-09-20T14:16:50.511" v="246"/>
        <pc:sldMkLst>
          <pc:docMk/>
          <pc:sldMk cId="2766959317" sldId="267"/>
        </pc:sldMkLst>
        <pc:spChg chg="del mod">
          <ac:chgData name="Marcello Millonzi" userId="4c40bab1-fbbe-468b-822e-62310dadebca" providerId="ADAL" clId="{3D3F361B-D0A7-4A99-A5EE-4A9E7BE1133F}" dt="2024-09-20T14:16:04.345" v="193" actId="478"/>
          <ac:spMkLst>
            <pc:docMk/>
            <pc:sldMk cId="2766959317" sldId="267"/>
            <ac:spMk id="4" creationId="{00000000-0000-0000-0000-000000000000}"/>
          </ac:spMkLst>
        </pc:spChg>
        <pc:spChg chg="mod">
          <ac:chgData name="Marcello Millonzi" userId="4c40bab1-fbbe-468b-822e-62310dadebca" providerId="ADAL" clId="{3D3F361B-D0A7-4A99-A5EE-4A9E7BE1133F}" dt="2024-09-20T14:15:48.655" v="191" actId="20577"/>
          <ac:spMkLst>
            <pc:docMk/>
            <pc:sldMk cId="2766959317" sldId="267"/>
            <ac:spMk id="5" creationId="{00000000-0000-0000-0000-000000000000}"/>
          </ac:spMkLst>
        </pc:spChg>
        <pc:spChg chg="mod">
          <ac:chgData name="Marcello Millonzi" userId="4c40bab1-fbbe-468b-822e-62310dadebca" providerId="ADAL" clId="{3D3F361B-D0A7-4A99-A5EE-4A9E7BE1133F}" dt="2024-09-20T14:16:30.436" v="239" actId="1076"/>
          <ac:spMkLst>
            <pc:docMk/>
            <pc:sldMk cId="2766959317" sldId="267"/>
            <ac:spMk id="6" creationId="{00000000-0000-0000-0000-000000000000}"/>
          </ac:spMkLst>
        </pc:spChg>
        <pc:spChg chg="add mod">
          <ac:chgData name="Marcello Millonzi" userId="4c40bab1-fbbe-468b-822e-62310dadebca" providerId="ADAL" clId="{3D3F361B-D0A7-4A99-A5EE-4A9E7BE1133F}" dt="2024-09-20T14:16:41.804" v="243" actId="1076"/>
          <ac:spMkLst>
            <pc:docMk/>
            <pc:sldMk cId="2766959317" sldId="267"/>
            <ac:spMk id="7" creationId="{E0F4B0CB-6DD5-4C32-2ECC-24858B9901A8}"/>
          </ac:spMkLst>
        </pc:spChg>
      </pc:sldChg>
      <pc:sldChg chg="modSp mod">
        <pc:chgData name="Marcello Millonzi" userId="4c40bab1-fbbe-468b-822e-62310dadebca" providerId="ADAL" clId="{3D3F361B-D0A7-4A99-A5EE-4A9E7BE1133F}" dt="2024-09-20T14:20:57.264" v="302" actId="1076"/>
        <pc:sldMkLst>
          <pc:docMk/>
          <pc:sldMk cId="1311232678" sldId="279"/>
        </pc:sldMkLst>
        <pc:spChg chg="mod">
          <ac:chgData name="Marcello Millonzi" userId="4c40bab1-fbbe-468b-822e-62310dadebca" providerId="ADAL" clId="{3D3F361B-D0A7-4A99-A5EE-4A9E7BE1133F}" dt="2024-09-20T14:20:57.264" v="302" actId="1076"/>
          <ac:spMkLst>
            <pc:docMk/>
            <pc:sldMk cId="1311232678" sldId="279"/>
            <ac:spMk id="18" creationId="{00000000-0000-0000-0000-000000000000}"/>
          </ac:spMkLst>
        </pc:spChg>
      </pc:sldChg>
      <pc:sldChg chg="modSp modAnim">
        <pc:chgData name="Marcello Millonzi" userId="4c40bab1-fbbe-468b-822e-62310dadebca" providerId="ADAL" clId="{3D3F361B-D0A7-4A99-A5EE-4A9E7BE1133F}" dt="2024-09-20T14:18:54.871" v="273"/>
        <pc:sldMkLst>
          <pc:docMk/>
          <pc:sldMk cId="2139407408" sldId="280"/>
        </pc:sldMkLst>
        <pc:spChg chg="mod">
          <ac:chgData name="Marcello Millonzi" userId="4c40bab1-fbbe-468b-822e-62310dadebca" providerId="ADAL" clId="{3D3F361B-D0A7-4A99-A5EE-4A9E7BE1133F}" dt="2024-09-20T14:18:54.871" v="273"/>
          <ac:spMkLst>
            <pc:docMk/>
            <pc:sldMk cId="2139407408" sldId="280"/>
            <ac:spMk id="4" creationId="{00000000-0000-0000-0000-000000000000}"/>
          </ac:spMkLst>
        </pc:spChg>
      </pc:sldChg>
      <pc:sldChg chg="modSp">
        <pc:chgData name="Marcello Millonzi" userId="4c40bab1-fbbe-468b-822e-62310dadebca" providerId="ADAL" clId="{3D3F361B-D0A7-4A99-A5EE-4A9E7BE1133F}" dt="2024-09-20T14:20:19.784" v="295"/>
        <pc:sldMkLst>
          <pc:docMk/>
          <pc:sldMk cId="3489490141" sldId="282"/>
        </pc:sldMkLst>
        <pc:spChg chg="mod">
          <ac:chgData name="Marcello Millonzi" userId="4c40bab1-fbbe-468b-822e-62310dadebca" providerId="ADAL" clId="{3D3F361B-D0A7-4A99-A5EE-4A9E7BE1133F}" dt="2024-09-20T14:20:19.784" v="295"/>
          <ac:spMkLst>
            <pc:docMk/>
            <pc:sldMk cId="3489490141" sldId="282"/>
            <ac:spMk id="4" creationId="{00000000-0000-0000-0000-000000000000}"/>
          </ac:spMkLst>
        </pc:spChg>
      </pc:sldChg>
      <pc:sldChg chg="modSp mod">
        <pc:chgData name="Marcello Millonzi" userId="4c40bab1-fbbe-468b-822e-62310dadebca" providerId="ADAL" clId="{3D3F361B-D0A7-4A99-A5EE-4A9E7BE1133F}" dt="2024-09-20T14:22:17.547" v="314" actId="20577"/>
        <pc:sldMkLst>
          <pc:docMk/>
          <pc:sldMk cId="4190370274" sldId="283"/>
        </pc:sldMkLst>
        <pc:spChg chg="mod">
          <ac:chgData name="Marcello Millonzi" userId="4c40bab1-fbbe-468b-822e-62310dadebca" providerId="ADAL" clId="{3D3F361B-D0A7-4A99-A5EE-4A9E7BE1133F}" dt="2024-09-20T14:22:17.547" v="314" actId="20577"/>
          <ac:spMkLst>
            <pc:docMk/>
            <pc:sldMk cId="4190370274" sldId="283"/>
            <ac:spMk id="5" creationId="{00000000-0000-0000-0000-000000000000}"/>
          </ac:spMkLst>
        </pc:spChg>
        <pc:spChg chg="mod">
          <ac:chgData name="Marcello Millonzi" userId="4c40bab1-fbbe-468b-822e-62310dadebca" providerId="ADAL" clId="{3D3F361B-D0A7-4A99-A5EE-4A9E7BE1133F}" dt="2024-09-20T14:22:08.899" v="309" actId="1076"/>
          <ac:spMkLst>
            <pc:docMk/>
            <pc:sldMk cId="4190370274" sldId="283"/>
            <ac:spMk id="13" creationId="{00000000-0000-0000-0000-000000000000}"/>
          </ac:spMkLst>
        </pc:spChg>
        <pc:spChg chg="mod">
          <ac:chgData name="Marcello Millonzi" userId="4c40bab1-fbbe-468b-822e-62310dadebca" providerId="ADAL" clId="{3D3F361B-D0A7-4A99-A5EE-4A9E7BE1133F}" dt="2024-09-20T14:22:03.877" v="308" actId="14100"/>
          <ac:spMkLst>
            <pc:docMk/>
            <pc:sldMk cId="4190370274" sldId="283"/>
            <ac:spMk id="14" creationId="{00000000-0000-0000-0000-000000000000}"/>
          </ac:spMkLst>
        </pc:spChg>
      </pc:sldChg>
    </pc:docChg>
  </pc:docChgLst>
  <pc:docChgLst>
    <pc:chgData name="Marcello Millonzi" userId="4c40bab1-fbbe-468b-822e-62310dadebca" providerId="ADAL" clId="{F4856088-6BD9-4326-9AA9-FC531DFEF34F}"/>
    <pc:docChg chg="undo redo custSel addSld delSld modSld sldOrd">
      <pc:chgData name="Marcello Millonzi" userId="4c40bab1-fbbe-468b-822e-62310dadebca" providerId="ADAL" clId="{F4856088-6BD9-4326-9AA9-FC531DFEF34F}" dt="2024-09-10T11:03:21.742" v="622" actId="20577"/>
      <pc:docMkLst>
        <pc:docMk/>
      </pc:docMkLst>
      <pc:sldChg chg="addSp modSp mod modClrScheme chgLayout">
        <pc:chgData name="Marcello Millonzi" userId="4c40bab1-fbbe-468b-822e-62310dadebca" providerId="ADAL" clId="{F4856088-6BD9-4326-9AA9-FC531DFEF34F}" dt="2024-09-04T08:26:36.386" v="2" actId="700"/>
        <pc:sldMkLst>
          <pc:docMk/>
          <pc:sldMk cId="2376157199" sldId="256"/>
        </pc:sldMkLst>
        <pc:spChg chg="mod ord">
          <ac:chgData name="Marcello Millonzi" userId="4c40bab1-fbbe-468b-822e-62310dadebca" providerId="ADAL" clId="{F4856088-6BD9-4326-9AA9-FC531DFEF34F}" dt="2024-09-04T08:26:36.386" v="2" actId="700"/>
          <ac:spMkLst>
            <pc:docMk/>
            <pc:sldMk cId="2376157199" sldId="256"/>
            <ac:spMk id="2" creationId="{8C6B75C5-34BC-4511-B8F6-EDDFBB2ADF5A}"/>
          </ac:spMkLst>
        </pc:spChg>
        <pc:spChg chg="mod ord">
          <ac:chgData name="Marcello Millonzi" userId="4c40bab1-fbbe-468b-822e-62310dadebca" providerId="ADAL" clId="{F4856088-6BD9-4326-9AA9-FC531DFEF34F}" dt="2024-09-04T08:26:36.386" v="2" actId="700"/>
          <ac:spMkLst>
            <pc:docMk/>
            <pc:sldMk cId="2376157199" sldId="256"/>
            <ac:spMk id="3" creationId="{5207E71A-0F6C-4491-8878-D8B4E61DC366}"/>
          </ac:spMkLst>
        </pc:spChg>
        <pc:spChg chg="add mod ord">
          <ac:chgData name="Marcello Millonzi" userId="4c40bab1-fbbe-468b-822e-62310dadebca" providerId="ADAL" clId="{F4856088-6BD9-4326-9AA9-FC531DFEF34F}" dt="2024-09-04T08:26:36.386" v="2" actId="700"/>
          <ac:spMkLst>
            <pc:docMk/>
            <pc:sldMk cId="2376157199" sldId="256"/>
            <ac:spMk id="4" creationId="{537409C2-8123-A65B-C028-5EC375AFBA8F}"/>
          </ac:spMkLst>
        </pc:spChg>
        <pc:spChg chg="add mod ord">
          <ac:chgData name="Marcello Millonzi" userId="4c40bab1-fbbe-468b-822e-62310dadebca" providerId="ADAL" clId="{F4856088-6BD9-4326-9AA9-FC531DFEF34F}" dt="2024-09-04T08:26:36.386" v="2" actId="700"/>
          <ac:spMkLst>
            <pc:docMk/>
            <pc:sldMk cId="2376157199" sldId="256"/>
            <ac:spMk id="5" creationId="{EFFCF2BF-E13B-D614-CB31-94B7EEE03403}"/>
          </ac:spMkLst>
        </pc:spChg>
        <pc:spChg chg="add mod ord">
          <ac:chgData name="Marcello Millonzi" userId="4c40bab1-fbbe-468b-822e-62310dadebca" providerId="ADAL" clId="{F4856088-6BD9-4326-9AA9-FC531DFEF34F}" dt="2024-09-04T08:26:36.386" v="2" actId="700"/>
          <ac:spMkLst>
            <pc:docMk/>
            <pc:sldMk cId="2376157199" sldId="256"/>
            <ac:spMk id="6" creationId="{07EAC0EF-AF9E-239E-CFD2-98AA9CEDE9DE}"/>
          </ac:spMkLst>
        </pc:spChg>
      </pc:sldChg>
      <pc:sldChg chg="delSp modSp add mod modAnim">
        <pc:chgData name="Marcello Millonzi" userId="4c40bab1-fbbe-468b-822e-62310dadebca" providerId="ADAL" clId="{F4856088-6BD9-4326-9AA9-FC531DFEF34F}" dt="2024-09-04T08:53:35.615" v="372" actId="478"/>
        <pc:sldMkLst>
          <pc:docMk/>
          <pc:sldMk cId="2322028151" sldId="257"/>
        </pc:sldMkLst>
        <pc:spChg chg="del mod">
          <ac:chgData name="Marcello Millonzi" userId="4c40bab1-fbbe-468b-822e-62310dadebca" providerId="ADAL" clId="{F4856088-6BD9-4326-9AA9-FC531DFEF34F}" dt="2024-09-04T08:53:35.615" v="372" actId="478"/>
          <ac:spMkLst>
            <pc:docMk/>
            <pc:sldMk cId="2322028151" sldId="257"/>
            <ac:spMk id="2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29:56.658" v="39" actId="20577"/>
          <ac:spMkLst>
            <pc:docMk/>
            <pc:sldMk cId="2322028151" sldId="257"/>
            <ac:spMk id="9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30:08.053" v="42" actId="20577"/>
          <ac:spMkLst>
            <pc:docMk/>
            <pc:sldMk cId="2322028151" sldId="257"/>
            <ac:spMk id="10" creationId="{00000000-0000-0000-0000-000000000000}"/>
          </ac:spMkLst>
        </pc:spChg>
        <pc:picChg chg="mod">
          <ac:chgData name="Marcello Millonzi" userId="4c40bab1-fbbe-468b-822e-62310dadebca" providerId="ADAL" clId="{F4856088-6BD9-4326-9AA9-FC531DFEF34F}" dt="2024-09-04T08:29:42.501" v="27" actId="1076"/>
          <ac:picMkLst>
            <pc:docMk/>
            <pc:sldMk cId="2322028151" sldId="257"/>
            <ac:picMk id="11" creationId="{00000000-0000-0000-0000-000000000000}"/>
          </ac:picMkLst>
        </pc:picChg>
      </pc:sldChg>
      <pc:sldChg chg="del ord">
        <pc:chgData name="Marcello Millonzi" userId="4c40bab1-fbbe-468b-822e-62310dadebca" providerId="ADAL" clId="{F4856088-6BD9-4326-9AA9-FC531DFEF34F}" dt="2024-09-04T08:29:19.244" v="23" actId="47"/>
        <pc:sldMkLst>
          <pc:docMk/>
          <pc:sldMk cId="3404311347" sldId="257"/>
        </pc:sldMkLst>
      </pc:sldChg>
      <pc:sldChg chg="delSp modSp mod">
        <pc:chgData name="Marcello Millonzi" userId="4c40bab1-fbbe-468b-822e-62310dadebca" providerId="ADAL" clId="{F4856088-6BD9-4326-9AA9-FC531DFEF34F}" dt="2024-09-04T08:54:02.783" v="385" actId="478"/>
        <pc:sldMkLst>
          <pc:docMk/>
          <pc:sldMk cId="2317761887" sldId="258"/>
        </pc:sldMkLst>
        <pc:spChg chg="mod">
          <ac:chgData name="Marcello Millonzi" userId="4c40bab1-fbbe-468b-822e-62310dadebca" providerId="ADAL" clId="{F4856088-6BD9-4326-9AA9-FC531DFEF34F}" dt="2024-09-04T08:49:49.224" v="294" actId="403"/>
          <ac:spMkLst>
            <pc:docMk/>
            <pc:sldMk cId="2317761887" sldId="258"/>
            <ac:spMk id="3" creationId="{00000000-0000-0000-0000-000000000000}"/>
          </ac:spMkLst>
        </pc:spChg>
        <pc:spChg chg="del">
          <ac:chgData name="Marcello Millonzi" userId="4c40bab1-fbbe-468b-822e-62310dadebca" providerId="ADAL" clId="{F4856088-6BD9-4326-9AA9-FC531DFEF34F}" dt="2024-09-04T08:54:02.783" v="385" actId="478"/>
          <ac:spMkLst>
            <pc:docMk/>
            <pc:sldMk cId="2317761887" sldId="258"/>
            <ac:spMk id="7" creationId="{00000000-0000-0000-0000-000000000000}"/>
          </ac:spMkLst>
        </pc:spChg>
      </pc:sldChg>
      <pc:sldChg chg="addSp delSp modSp add mod delAnim modAnim">
        <pc:chgData name="Marcello Millonzi" userId="4c40bab1-fbbe-468b-822e-62310dadebca" providerId="ADAL" clId="{F4856088-6BD9-4326-9AA9-FC531DFEF34F}" dt="2024-09-04T08:53:39.086" v="374" actId="478"/>
        <pc:sldMkLst>
          <pc:docMk/>
          <pc:sldMk cId="2620237809" sldId="259"/>
        </pc:sldMkLst>
        <pc:spChg chg="del mod">
          <ac:chgData name="Marcello Millonzi" userId="4c40bab1-fbbe-468b-822e-62310dadebca" providerId="ADAL" clId="{F4856088-6BD9-4326-9AA9-FC531DFEF34F}" dt="2024-09-04T08:53:39.086" v="374" actId="478"/>
          <ac:spMkLst>
            <pc:docMk/>
            <pc:sldMk cId="2620237809" sldId="259"/>
            <ac:spMk id="2" creationId="{00000000-0000-0000-0000-000000000000}"/>
          </ac:spMkLst>
        </pc:spChg>
        <pc:spChg chg="add mod">
          <ac:chgData name="Marcello Millonzi" userId="4c40bab1-fbbe-468b-822e-62310dadebca" providerId="ADAL" clId="{F4856088-6BD9-4326-9AA9-FC531DFEF34F}" dt="2024-09-04T08:40:18.266" v="161" actId="14100"/>
          <ac:spMkLst>
            <pc:docMk/>
            <pc:sldMk cId="2620237809" sldId="259"/>
            <ac:spMk id="3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31:40.692" v="50" actId="20577"/>
          <ac:spMkLst>
            <pc:docMk/>
            <pc:sldMk cId="2620237809" sldId="259"/>
            <ac:spMk id="10" creationId="{00000000-0000-0000-0000-000000000000}"/>
          </ac:spMkLst>
        </pc:spChg>
        <pc:graphicFrameChg chg="del mod replId">
          <ac:chgData name="Marcello Millonzi" userId="4c40bab1-fbbe-468b-822e-62310dadebca" providerId="ADAL" clId="{F4856088-6BD9-4326-9AA9-FC531DFEF34F}" dt="2024-09-04T08:35:04.910" v="79"/>
          <ac:graphicFrameMkLst>
            <pc:docMk/>
            <pc:sldMk cId="2620237809" sldId="259"/>
            <ac:graphicFrameMk id="4" creationId="{00000000-0000-0000-0000-000000000000}"/>
          </ac:graphicFrameMkLst>
        </pc:graphicFrameChg>
      </pc:sldChg>
      <pc:sldChg chg="delSp modSp add mod modAnim">
        <pc:chgData name="Marcello Millonzi" userId="4c40bab1-fbbe-468b-822e-62310dadebca" providerId="ADAL" clId="{F4856088-6BD9-4326-9AA9-FC531DFEF34F}" dt="2024-09-04T08:53:41.938" v="376" actId="478"/>
        <pc:sldMkLst>
          <pc:docMk/>
          <pc:sldMk cId="1142870997" sldId="260"/>
        </pc:sldMkLst>
        <pc:spChg chg="mod">
          <ac:chgData name="Marcello Millonzi" userId="4c40bab1-fbbe-468b-822e-62310dadebca" providerId="ADAL" clId="{F4856088-6BD9-4326-9AA9-FC531DFEF34F}" dt="2024-09-04T08:40:45.531" v="166" actId="20577"/>
          <ac:spMkLst>
            <pc:docMk/>
            <pc:sldMk cId="1142870997" sldId="260"/>
            <ac:spMk id="3" creationId="{00000000-0000-0000-0000-000000000000}"/>
          </ac:spMkLst>
        </pc:spChg>
        <pc:spChg chg="del mod">
          <ac:chgData name="Marcello Millonzi" userId="4c40bab1-fbbe-468b-822e-62310dadebca" providerId="ADAL" clId="{F4856088-6BD9-4326-9AA9-FC531DFEF34F}" dt="2024-09-04T08:53:41.938" v="376" actId="478"/>
          <ac:spMkLst>
            <pc:docMk/>
            <pc:sldMk cId="1142870997" sldId="260"/>
            <ac:spMk id="4" creationId="{00000000-0000-0000-0000-000000000000}"/>
          </ac:spMkLst>
        </pc:spChg>
      </pc:sldChg>
      <pc:sldChg chg="delSp mod">
        <pc:chgData name="Marcello Millonzi" userId="4c40bab1-fbbe-468b-822e-62310dadebca" providerId="ADAL" clId="{F4856088-6BD9-4326-9AA9-FC531DFEF34F}" dt="2024-09-04T08:53:37.166" v="373" actId="478"/>
        <pc:sldMkLst>
          <pc:docMk/>
          <pc:sldMk cId="805587237" sldId="261"/>
        </pc:sldMkLst>
        <pc:spChg chg="del">
          <ac:chgData name="Marcello Millonzi" userId="4c40bab1-fbbe-468b-822e-62310dadebca" providerId="ADAL" clId="{F4856088-6BD9-4326-9AA9-FC531DFEF34F}" dt="2024-09-04T08:53:37.166" v="373" actId="478"/>
          <ac:spMkLst>
            <pc:docMk/>
            <pc:sldMk cId="805587237" sldId="261"/>
            <ac:spMk id="2" creationId="{00000000-0000-0000-0000-000000000000}"/>
          </ac:spMkLst>
        </pc:spChg>
      </pc:sldChg>
      <pc:sldChg chg="delSp modSp add mod">
        <pc:chgData name="Marcello Millonzi" userId="4c40bab1-fbbe-468b-822e-62310dadebca" providerId="ADAL" clId="{F4856088-6BD9-4326-9AA9-FC531DFEF34F}" dt="2024-09-04T08:54:19.808" v="392" actId="478"/>
        <pc:sldMkLst>
          <pc:docMk/>
          <pc:sldMk cId="3863949457" sldId="262"/>
        </pc:sldMkLst>
        <pc:spChg chg="del mod">
          <ac:chgData name="Marcello Millonzi" userId="4c40bab1-fbbe-468b-822e-62310dadebca" providerId="ADAL" clId="{F4856088-6BD9-4326-9AA9-FC531DFEF34F}" dt="2024-09-04T08:54:19.808" v="392" actId="478"/>
          <ac:spMkLst>
            <pc:docMk/>
            <pc:sldMk cId="3863949457" sldId="262"/>
            <ac:spMk id="4" creationId="{00000000-0000-0000-0000-000000000000}"/>
          </ac:spMkLst>
        </pc:spChg>
      </pc:sldChg>
      <pc:sldChg chg="delSp modSp add mod">
        <pc:chgData name="Marcello Millonzi" userId="4c40bab1-fbbe-468b-822e-62310dadebca" providerId="ADAL" clId="{F4856088-6BD9-4326-9AA9-FC531DFEF34F}" dt="2024-09-04T08:53:40.481" v="375" actId="478"/>
        <pc:sldMkLst>
          <pc:docMk/>
          <pc:sldMk cId="1806157594" sldId="263"/>
        </pc:sldMkLst>
        <pc:spChg chg="del mod">
          <ac:chgData name="Marcello Millonzi" userId="4c40bab1-fbbe-468b-822e-62310dadebca" providerId="ADAL" clId="{F4856088-6BD9-4326-9AA9-FC531DFEF34F}" dt="2024-09-04T08:53:40.481" v="375" actId="478"/>
          <ac:spMkLst>
            <pc:docMk/>
            <pc:sldMk cId="1806157594" sldId="263"/>
            <ac:spMk id="4" creationId="{00000000-0000-0000-0000-000000000000}"/>
          </ac:spMkLst>
        </pc:spChg>
      </pc:sldChg>
      <pc:sldChg chg="addSp delSp modSp add mod delAnim modAnim">
        <pc:chgData name="Marcello Millonzi" userId="4c40bab1-fbbe-468b-822e-62310dadebca" providerId="ADAL" clId="{F4856088-6BD9-4326-9AA9-FC531DFEF34F}" dt="2024-09-04T08:53:47.134" v="379" actId="478"/>
        <pc:sldMkLst>
          <pc:docMk/>
          <pc:sldMk cId="3727643118" sldId="265"/>
        </pc:sldMkLst>
        <pc:spChg chg="mod">
          <ac:chgData name="Marcello Millonzi" userId="4c40bab1-fbbe-468b-822e-62310dadebca" providerId="ADAL" clId="{F4856088-6BD9-4326-9AA9-FC531DFEF34F}" dt="2024-09-04T08:44:53.095" v="198" actId="20577"/>
          <ac:spMkLst>
            <pc:docMk/>
            <pc:sldMk cId="3727643118" sldId="265"/>
            <ac:spMk id="3" creationId="{00000000-0000-0000-0000-000000000000}"/>
          </ac:spMkLst>
        </pc:spChg>
        <pc:spChg chg="del mod">
          <ac:chgData name="Marcello Millonzi" userId="4c40bab1-fbbe-468b-822e-62310dadebca" providerId="ADAL" clId="{F4856088-6BD9-4326-9AA9-FC531DFEF34F}" dt="2024-09-04T08:53:47.134" v="379" actId="478"/>
          <ac:spMkLst>
            <pc:docMk/>
            <pc:sldMk cId="3727643118" sldId="265"/>
            <ac:spMk id="4" creationId="{00000000-0000-0000-0000-000000000000}"/>
          </ac:spMkLst>
        </pc:spChg>
        <pc:spChg chg="add mod">
          <ac:chgData name="Marcello Millonzi" userId="4c40bab1-fbbe-468b-822e-62310dadebca" providerId="ADAL" clId="{F4856088-6BD9-4326-9AA9-FC531DFEF34F}" dt="2024-09-04T08:44:57.336" v="199" actId="1076"/>
          <ac:spMkLst>
            <pc:docMk/>
            <pc:sldMk cId="3727643118" sldId="265"/>
            <ac:spMk id="5" creationId="{00000000-0000-0000-0000-000000000000}"/>
          </ac:spMkLst>
        </pc:spChg>
        <pc:graphicFrameChg chg="del mod replId">
          <ac:chgData name="Marcello Millonzi" userId="4c40bab1-fbbe-468b-822e-62310dadebca" providerId="ADAL" clId="{F4856088-6BD9-4326-9AA9-FC531DFEF34F}" dt="2024-09-04T08:35:04.910" v="79"/>
          <ac:graphicFrameMkLst>
            <pc:docMk/>
            <pc:sldMk cId="3727643118" sldId="265"/>
            <ac:graphicFrameMk id="6" creationId="{00000000-0000-0000-0000-000000000000}"/>
          </ac:graphicFrameMkLst>
        </pc:graphicFrameChg>
      </pc:sldChg>
      <pc:sldChg chg="delSp modSp mod">
        <pc:chgData name="Marcello Millonzi" userId="4c40bab1-fbbe-468b-822e-62310dadebca" providerId="ADAL" clId="{F4856088-6BD9-4326-9AA9-FC531DFEF34F}" dt="2024-09-04T08:53:59.995" v="384" actId="478"/>
        <pc:sldMkLst>
          <pc:docMk/>
          <pc:sldMk cId="3270105732" sldId="266"/>
        </pc:sldMkLst>
        <pc:spChg chg="del">
          <ac:chgData name="Marcello Millonzi" userId="4c40bab1-fbbe-468b-822e-62310dadebca" providerId="ADAL" clId="{F4856088-6BD9-4326-9AA9-FC531DFEF34F}" dt="2024-09-04T08:53:59.995" v="384" actId="478"/>
          <ac:spMkLst>
            <pc:docMk/>
            <pc:sldMk cId="3270105732" sldId="266"/>
            <ac:spMk id="4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55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56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57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58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59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60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61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62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63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64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65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66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67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68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69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70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71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72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19.454" v="292" actId="1038"/>
          <ac:spMkLst>
            <pc:docMk/>
            <pc:sldMk cId="3270105732" sldId="266"/>
            <ac:spMk id="73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74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9:05.474" v="247" actId="1038"/>
          <ac:spMkLst>
            <pc:docMk/>
            <pc:sldMk cId="3270105732" sldId="266"/>
            <ac:spMk id="76" creationId="{00000000-0000-0000-0000-000000000000}"/>
          </ac:spMkLst>
        </pc:spChg>
      </pc:sldChg>
      <pc:sldChg chg="delSp modSp add mod">
        <pc:chgData name="Marcello Millonzi" userId="4c40bab1-fbbe-468b-822e-62310dadebca" providerId="ADAL" clId="{F4856088-6BD9-4326-9AA9-FC531DFEF34F}" dt="2024-09-04T08:54:32.176" v="396" actId="478"/>
        <pc:sldMkLst>
          <pc:docMk/>
          <pc:sldMk cId="4054907620" sldId="267"/>
        </pc:sldMkLst>
        <pc:spChg chg="del mod">
          <ac:chgData name="Marcello Millonzi" userId="4c40bab1-fbbe-468b-822e-62310dadebca" providerId="ADAL" clId="{F4856088-6BD9-4326-9AA9-FC531DFEF34F}" dt="2024-09-04T08:54:32.176" v="396" actId="478"/>
          <ac:spMkLst>
            <pc:docMk/>
            <pc:sldMk cId="4054907620" sldId="267"/>
            <ac:spMk id="3" creationId="{00000000-0000-0000-0000-000000000000}"/>
          </ac:spMkLst>
        </pc:spChg>
      </pc:sldChg>
      <pc:sldChg chg="addSp delSp modSp add mod delAnim modAnim">
        <pc:chgData name="Marcello Millonzi" userId="4c40bab1-fbbe-468b-822e-62310dadebca" providerId="ADAL" clId="{F4856088-6BD9-4326-9AA9-FC531DFEF34F}" dt="2024-09-04T08:53:48.783" v="380" actId="478"/>
        <pc:sldMkLst>
          <pc:docMk/>
          <pc:sldMk cId="656335364" sldId="268"/>
        </pc:sldMkLst>
        <pc:spChg chg="mod">
          <ac:chgData name="Marcello Millonzi" userId="4c40bab1-fbbe-468b-822e-62310dadebca" providerId="ADAL" clId="{F4856088-6BD9-4326-9AA9-FC531DFEF34F}" dt="2024-09-04T08:45:21.700" v="200" actId="14100"/>
          <ac:spMkLst>
            <pc:docMk/>
            <pc:sldMk cId="656335364" sldId="268"/>
            <ac:spMk id="3" creationId="{00000000-0000-0000-0000-000000000000}"/>
          </ac:spMkLst>
        </pc:spChg>
        <pc:spChg chg="del mod">
          <ac:chgData name="Marcello Millonzi" userId="4c40bab1-fbbe-468b-822e-62310dadebca" providerId="ADAL" clId="{F4856088-6BD9-4326-9AA9-FC531DFEF34F}" dt="2024-09-04T08:53:48.783" v="380" actId="478"/>
          <ac:spMkLst>
            <pc:docMk/>
            <pc:sldMk cId="656335364" sldId="268"/>
            <ac:spMk id="4" creationId="{00000000-0000-0000-0000-000000000000}"/>
          </ac:spMkLst>
        </pc:spChg>
        <pc:spChg chg="add mod">
          <ac:chgData name="Marcello Millonzi" userId="4c40bab1-fbbe-468b-822e-62310dadebca" providerId="ADAL" clId="{F4856088-6BD9-4326-9AA9-FC531DFEF34F}" dt="2024-09-04T08:35:18.210" v="86" actId="404"/>
          <ac:spMkLst>
            <pc:docMk/>
            <pc:sldMk cId="656335364" sldId="268"/>
            <ac:spMk id="7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34:40.109" v="72" actId="108"/>
          <ac:spMkLst>
            <pc:docMk/>
            <pc:sldMk cId="656335364" sldId="268"/>
            <ac:spMk id="8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5:24.109" v="201" actId="14100"/>
          <ac:spMkLst>
            <pc:docMk/>
            <pc:sldMk cId="656335364" sldId="268"/>
            <ac:spMk id="9" creationId="{00000000-0000-0000-0000-000000000000}"/>
          </ac:spMkLst>
        </pc:spChg>
        <pc:spChg chg="add mod">
          <ac:chgData name="Marcello Millonzi" userId="4c40bab1-fbbe-468b-822e-62310dadebca" providerId="ADAL" clId="{F4856088-6BD9-4326-9AA9-FC531DFEF34F}" dt="2024-09-04T08:35:44.435" v="90" actId="1076"/>
          <ac:spMkLst>
            <pc:docMk/>
            <pc:sldMk cId="656335364" sldId="268"/>
            <ac:spMk id="10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33:34.678" v="60" actId="14100"/>
          <ac:spMkLst>
            <pc:docMk/>
            <pc:sldMk cId="656335364" sldId="268"/>
            <ac:spMk id="11" creationId="{00000000-0000-0000-0000-000000000000}"/>
          </ac:spMkLst>
        </pc:spChg>
        <pc:graphicFrameChg chg="del mod replId">
          <ac:chgData name="Marcello Millonzi" userId="4c40bab1-fbbe-468b-822e-62310dadebca" providerId="ADAL" clId="{F4856088-6BD9-4326-9AA9-FC531DFEF34F}" dt="2024-09-04T08:35:04.910" v="79"/>
          <ac:graphicFrameMkLst>
            <pc:docMk/>
            <pc:sldMk cId="656335364" sldId="268"/>
            <ac:graphicFrameMk id="5" creationId="{00000000-0000-0000-0000-000000000000}"/>
          </ac:graphicFrameMkLst>
        </pc:graphicFrameChg>
        <pc:graphicFrameChg chg="del mod replId">
          <ac:chgData name="Marcello Millonzi" userId="4c40bab1-fbbe-468b-822e-62310dadebca" providerId="ADAL" clId="{F4856088-6BD9-4326-9AA9-FC531DFEF34F}" dt="2024-09-04T08:35:04.910" v="79"/>
          <ac:graphicFrameMkLst>
            <pc:docMk/>
            <pc:sldMk cId="656335364" sldId="268"/>
            <ac:graphicFrameMk id="12" creationId="{00000000-0000-0000-0000-000000000000}"/>
          </ac:graphicFrameMkLst>
        </pc:graphicFrameChg>
      </pc:sldChg>
      <pc:sldChg chg="delSp modSp add mod modAnim">
        <pc:chgData name="Marcello Millonzi" userId="4c40bab1-fbbe-468b-822e-62310dadebca" providerId="ADAL" clId="{F4856088-6BD9-4326-9AA9-FC531DFEF34F}" dt="2024-09-04T08:53:50.173" v="381" actId="478"/>
        <pc:sldMkLst>
          <pc:docMk/>
          <pc:sldMk cId="2471935256" sldId="269"/>
        </pc:sldMkLst>
        <pc:spChg chg="mod">
          <ac:chgData name="Marcello Millonzi" userId="4c40bab1-fbbe-468b-822e-62310dadebca" providerId="ADAL" clId="{F4856088-6BD9-4326-9AA9-FC531DFEF34F}" dt="2024-09-04T08:45:43.830" v="206" actId="6549"/>
          <ac:spMkLst>
            <pc:docMk/>
            <pc:sldMk cId="2471935256" sldId="269"/>
            <ac:spMk id="3" creationId="{00000000-0000-0000-0000-000000000000}"/>
          </ac:spMkLst>
        </pc:spChg>
        <pc:spChg chg="del mod">
          <ac:chgData name="Marcello Millonzi" userId="4c40bab1-fbbe-468b-822e-62310dadebca" providerId="ADAL" clId="{F4856088-6BD9-4326-9AA9-FC531DFEF34F}" dt="2024-09-04T08:53:50.173" v="381" actId="478"/>
          <ac:spMkLst>
            <pc:docMk/>
            <pc:sldMk cId="2471935256" sldId="269"/>
            <ac:spMk id="4" creationId="{00000000-0000-0000-0000-000000000000}"/>
          </ac:spMkLst>
        </pc:spChg>
      </pc:sldChg>
      <pc:sldChg chg="addSp delSp modSp add mod delAnim modAnim">
        <pc:chgData name="Marcello Millonzi" userId="4c40bab1-fbbe-468b-822e-62310dadebca" providerId="ADAL" clId="{F4856088-6BD9-4326-9AA9-FC531DFEF34F}" dt="2024-09-04T08:53:43.873" v="377" actId="478"/>
        <pc:sldMkLst>
          <pc:docMk/>
          <pc:sldMk cId="480533612" sldId="271"/>
        </pc:sldMkLst>
        <pc:spChg chg="del mod">
          <ac:chgData name="Marcello Millonzi" userId="4c40bab1-fbbe-468b-822e-62310dadebca" providerId="ADAL" clId="{F4856088-6BD9-4326-9AA9-FC531DFEF34F}" dt="2024-09-04T08:53:43.873" v="377" actId="478"/>
          <ac:spMkLst>
            <pc:docMk/>
            <pc:sldMk cId="480533612" sldId="271"/>
            <ac:spMk id="3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2:58.543" v="179" actId="14100"/>
          <ac:spMkLst>
            <pc:docMk/>
            <pc:sldMk cId="480533612" sldId="271"/>
            <ac:spMk id="4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3:02.223" v="180" actId="14100"/>
          <ac:spMkLst>
            <pc:docMk/>
            <pc:sldMk cId="480533612" sldId="271"/>
            <ac:spMk id="5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38:10.395" v="113" actId="1076"/>
          <ac:spMkLst>
            <pc:docMk/>
            <pc:sldMk cId="480533612" sldId="271"/>
            <ac:spMk id="6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37:46.236" v="110" actId="108"/>
          <ac:spMkLst>
            <pc:docMk/>
            <pc:sldMk cId="480533612" sldId="271"/>
            <ac:spMk id="7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37:00.736" v="107" actId="108"/>
          <ac:spMkLst>
            <pc:docMk/>
            <pc:sldMk cId="480533612" sldId="271"/>
            <ac:spMk id="9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37:57.708" v="111" actId="14100"/>
          <ac:spMkLst>
            <pc:docMk/>
            <pc:sldMk cId="480533612" sldId="271"/>
            <ac:spMk id="10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38:04.328" v="112" actId="14100"/>
          <ac:spMkLst>
            <pc:docMk/>
            <pc:sldMk cId="480533612" sldId="271"/>
            <ac:spMk id="11" creationId="{00000000-0000-0000-0000-000000000000}"/>
          </ac:spMkLst>
        </pc:spChg>
        <pc:spChg chg="add del mod">
          <ac:chgData name="Marcello Millonzi" userId="4c40bab1-fbbe-468b-822e-62310dadebca" providerId="ADAL" clId="{F4856088-6BD9-4326-9AA9-FC531DFEF34F}" dt="2024-09-04T08:43:07.339" v="181" actId="478"/>
          <ac:spMkLst>
            <pc:docMk/>
            <pc:sldMk cId="480533612" sldId="271"/>
            <ac:spMk id="12" creationId="{CC1D90A5-A8F5-B21B-5AE4-B6166C0A22A9}"/>
          </ac:spMkLst>
        </pc:spChg>
      </pc:sldChg>
      <pc:sldChg chg="addSp delSp modSp add mod delAnim modAnim">
        <pc:chgData name="Marcello Millonzi" userId="4c40bab1-fbbe-468b-822e-62310dadebca" providerId="ADAL" clId="{F4856088-6BD9-4326-9AA9-FC531DFEF34F}" dt="2024-09-04T08:53:45.361" v="378" actId="478"/>
        <pc:sldMkLst>
          <pc:docMk/>
          <pc:sldMk cId="720184265" sldId="272"/>
        </pc:sldMkLst>
        <pc:spChg chg="del mod">
          <ac:chgData name="Marcello Millonzi" userId="4c40bab1-fbbe-468b-822e-62310dadebca" providerId="ADAL" clId="{F4856088-6BD9-4326-9AA9-FC531DFEF34F}" dt="2024-09-04T08:53:45.361" v="378" actId="478"/>
          <ac:spMkLst>
            <pc:docMk/>
            <pc:sldMk cId="720184265" sldId="272"/>
            <ac:spMk id="3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4:15.959" v="186" actId="14100"/>
          <ac:spMkLst>
            <pc:docMk/>
            <pc:sldMk cId="720184265" sldId="272"/>
            <ac:spMk id="5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1:53.110" v="174" actId="1076"/>
          <ac:spMkLst>
            <pc:docMk/>
            <pc:sldMk cId="720184265" sldId="272"/>
            <ac:spMk id="6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4:05.592" v="184" actId="108"/>
          <ac:spMkLst>
            <pc:docMk/>
            <pc:sldMk cId="720184265" sldId="272"/>
            <ac:spMk id="7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1:28.436" v="170" actId="108"/>
          <ac:spMkLst>
            <pc:docMk/>
            <pc:sldMk cId="720184265" sldId="272"/>
            <ac:spMk id="9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1:42.044" v="172" actId="14100"/>
          <ac:spMkLst>
            <pc:docMk/>
            <pc:sldMk cId="720184265" sldId="272"/>
            <ac:spMk id="10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41:46.958" v="173" actId="14100"/>
          <ac:spMkLst>
            <pc:docMk/>
            <pc:sldMk cId="720184265" sldId="272"/>
            <ac:spMk id="11" creationId="{00000000-0000-0000-0000-000000000000}"/>
          </ac:spMkLst>
        </pc:spChg>
        <pc:spChg chg="add del mod">
          <ac:chgData name="Marcello Millonzi" userId="4c40bab1-fbbe-468b-822e-62310dadebca" providerId="ADAL" clId="{F4856088-6BD9-4326-9AA9-FC531DFEF34F}" dt="2024-09-04T08:44:18.520" v="187" actId="478"/>
          <ac:spMkLst>
            <pc:docMk/>
            <pc:sldMk cId="720184265" sldId="272"/>
            <ac:spMk id="12" creationId="{78C35788-78E3-22A9-808F-C5AC3338E953}"/>
          </ac:spMkLst>
        </pc:spChg>
        <pc:spChg chg="del">
          <ac:chgData name="Marcello Millonzi" userId="4c40bab1-fbbe-468b-822e-62310dadebca" providerId="ADAL" clId="{F4856088-6BD9-4326-9AA9-FC531DFEF34F}" dt="2024-09-04T08:42:08.613" v="175" actId="478"/>
          <ac:spMkLst>
            <pc:docMk/>
            <pc:sldMk cId="720184265" sldId="272"/>
            <ac:spMk id="13" creationId="{00000000-0000-0000-0000-000000000000}"/>
          </ac:spMkLst>
        </pc:spChg>
        <pc:spChg chg="add mod">
          <ac:chgData name="Marcello Millonzi" userId="4c40bab1-fbbe-468b-822e-62310dadebca" providerId="ADAL" clId="{F4856088-6BD9-4326-9AA9-FC531DFEF34F}" dt="2024-09-04T08:44:08.620" v="185" actId="1076"/>
          <ac:spMkLst>
            <pc:docMk/>
            <pc:sldMk cId="720184265" sldId="272"/>
            <ac:spMk id="15" creationId="{AB5C446A-D1AD-76F8-75B1-2E0AB380C830}"/>
          </ac:spMkLst>
        </pc:spChg>
      </pc:sldChg>
      <pc:sldChg chg="delSp modSp mod modAnim">
        <pc:chgData name="Marcello Millonzi" userId="4c40bab1-fbbe-468b-822e-62310dadebca" providerId="ADAL" clId="{F4856088-6BD9-4326-9AA9-FC531DFEF34F}" dt="2024-09-10T11:03:21.742" v="622" actId="20577"/>
        <pc:sldMkLst>
          <pc:docMk/>
          <pc:sldMk cId="2436024591" sldId="273"/>
        </pc:sldMkLst>
        <pc:spChg chg="mod">
          <ac:chgData name="Marcello Millonzi" userId="4c40bab1-fbbe-468b-822e-62310dadebca" providerId="ADAL" clId="{F4856088-6BD9-4326-9AA9-FC531DFEF34F}" dt="2024-09-10T11:03:21.742" v="622" actId="20577"/>
          <ac:spMkLst>
            <pc:docMk/>
            <pc:sldMk cId="2436024591" sldId="273"/>
            <ac:spMk id="3" creationId="{00000000-0000-0000-0000-000000000000}"/>
          </ac:spMkLst>
        </pc:spChg>
        <pc:spChg chg="del">
          <ac:chgData name="Marcello Millonzi" userId="4c40bab1-fbbe-468b-822e-62310dadebca" providerId="ADAL" clId="{F4856088-6BD9-4326-9AA9-FC531DFEF34F}" dt="2024-09-04T08:53:23.466" v="370" actId="478"/>
          <ac:spMkLst>
            <pc:docMk/>
            <pc:sldMk cId="2436024591" sldId="273"/>
            <ac:spMk id="4" creationId="{00000000-0000-0000-0000-000000000000}"/>
          </ac:spMkLst>
        </pc:spChg>
      </pc:sldChg>
      <pc:sldChg chg="delSp modSp mod modAnim">
        <pc:chgData name="Marcello Millonzi" userId="4c40bab1-fbbe-468b-822e-62310dadebca" providerId="ADAL" clId="{F4856088-6BD9-4326-9AA9-FC531DFEF34F}" dt="2024-09-04T08:53:33.277" v="371" actId="478"/>
        <pc:sldMkLst>
          <pc:docMk/>
          <pc:sldMk cId="3376167965" sldId="274"/>
        </pc:sldMkLst>
        <pc:spChg chg="mod">
          <ac:chgData name="Marcello Millonzi" userId="4c40bab1-fbbe-468b-822e-62310dadebca" providerId="ADAL" clId="{F4856088-6BD9-4326-9AA9-FC531DFEF34F}" dt="2024-09-04T08:39:13.919" v="144" actId="20577"/>
          <ac:spMkLst>
            <pc:docMk/>
            <pc:sldMk cId="3376167965" sldId="274"/>
            <ac:spMk id="2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39:20.929" v="155" actId="20577"/>
          <ac:spMkLst>
            <pc:docMk/>
            <pc:sldMk cId="3376167965" sldId="274"/>
            <ac:spMk id="3" creationId="{00000000-0000-0000-0000-000000000000}"/>
          </ac:spMkLst>
        </pc:spChg>
        <pc:spChg chg="del">
          <ac:chgData name="Marcello Millonzi" userId="4c40bab1-fbbe-468b-822e-62310dadebca" providerId="ADAL" clId="{F4856088-6BD9-4326-9AA9-FC531DFEF34F}" dt="2024-09-04T08:53:33.277" v="371" actId="478"/>
          <ac:spMkLst>
            <pc:docMk/>
            <pc:sldMk cId="3376167965" sldId="274"/>
            <ac:spMk id="4" creationId="{00000000-0000-0000-0000-000000000000}"/>
          </ac:spMkLst>
        </pc:spChg>
      </pc:sldChg>
      <pc:sldChg chg="delSp modSp add mod">
        <pc:chgData name="Marcello Millonzi" userId="4c40bab1-fbbe-468b-822e-62310dadebca" providerId="ADAL" clId="{F4856088-6BD9-4326-9AA9-FC531DFEF34F}" dt="2024-09-04T08:53:54.121" v="382" actId="478"/>
        <pc:sldMkLst>
          <pc:docMk/>
          <pc:sldMk cId="1534568551" sldId="275"/>
        </pc:sldMkLst>
        <pc:spChg chg="del mod">
          <ac:chgData name="Marcello Millonzi" userId="4c40bab1-fbbe-468b-822e-62310dadebca" providerId="ADAL" clId="{F4856088-6BD9-4326-9AA9-FC531DFEF34F}" dt="2024-09-04T08:53:54.121" v="382" actId="478"/>
          <ac:spMkLst>
            <pc:docMk/>
            <pc:sldMk cId="1534568551" sldId="275"/>
            <ac:spMk id="4" creationId="{00000000-0000-0000-0000-000000000000}"/>
          </ac:spMkLst>
        </pc:spChg>
      </pc:sldChg>
      <pc:sldChg chg="modSp add mod">
        <pc:chgData name="Marcello Millonzi" userId="4c40bab1-fbbe-468b-822e-62310dadebca" providerId="ADAL" clId="{F4856088-6BD9-4326-9AA9-FC531DFEF34F}" dt="2024-09-04T08:36:30.710" v="101" actId="20577"/>
        <pc:sldMkLst>
          <pc:docMk/>
          <pc:sldMk cId="1891475233" sldId="276"/>
        </pc:sldMkLst>
        <pc:spChg chg="mod">
          <ac:chgData name="Marcello Millonzi" userId="4c40bab1-fbbe-468b-822e-62310dadebca" providerId="ADAL" clId="{F4856088-6BD9-4326-9AA9-FC531DFEF34F}" dt="2024-09-04T08:36:30.710" v="101" actId="20577"/>
          <ac:spMkLst>
            <pc:docMk/>
            <pc:sldMk cId="1891475233" sldId="276"/>
            <ac:spMk id="3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32:27.037" v="51"/>
          <ac:spMkLst>
            <pc:docMk/>
            <pc:sldMk cId="1891475233" sldId="276"/>
            <ac:spMk id="4" creationId="{00000000-0000-0000-0000-000000000000}"/>
          </ac:spMkLst>
        </pc:spChg>
      </pc:sldChg>
      <pc:sldChg chg="delSp mod">
        <pc:chgData name="Marcello Millonzi" userId="4c40bab1-fbbe-468b-822e-62310dadebca" providerId="ADAL" clId="{F4856088-6BD9-4326-9AA9-FC531DFEF34F}" dt="2024-09-04T08:53:56.287" v="383" actId="478"/>
        <pc:sldMkLst>
          <pc:docMk/>
          <pc:sldMk cId="3513678753" sldId="277"/>
        </pc:sldMkLst>
        <pc:spChg chg="del">
          <ac:chgData name="Marcello Millonzi" userId="4c40bab1-fbbe-468b-822e-62310dadebca" providerId="ADAL" clId="{F4856088-6BD9-4326-9AA9-FC531DFEF34F}" dt="2024-09-04T08:53:56.287" v="383" actId="478"/>
          <ac:spMkLst>
            <pc:docMk/>
            <pc:sldMk cId="3513678753" sldId="277"/>
            <ac:spMk id="4" creationId="{00000000-0000-0000-0000-000000000000}"/>
          </ac:spMkLst>
        </pc:spChg>
      </pc:sldChg>
      <pc:sldChg chg="delSp mod">
        <pc:chgData name="Marcello Millonzi" userId="4c40bab1-fbbe-468b-822e-62310dadebca" providerId="ADAL" clId="{F4856088-6BD9-4326-9AA9-FC531DFEF34F}" dt="2024-09-04T08:54:04.301" v="386" actId="478"/>
        <pc:sldMkLst>
          <pc:docMk/>
          <pc:sldMk cId="3733448847" sldId="278"/>
        </pc:sldMkLst>
        <pc:spChg chg="del">
          <ac:chgData name="Marcello Millonzi" userId="4c40bab1-fbbe-468b-822e-62310dadebca" providerId="ADAL" clId="{F4856088-6BD9-4326-9AA9-FC531DFEF34F}" dt="2024-09-04T08:54:04.301" v="386" actId="478"/>
          <ac:spMkLst>
            <pc:docMk/>
            <pc:sldMk cId="3733448847" sldId="278"/>
            <ac:spMk id="8" creationId="{00000000-0000-0000-0000-000000000000}"/>
          </ac:spMkLst>
        </pc:spChg>
      </pc:sldChg>
      <pc:sldChg chg="delSp modSp add mod modAnim">
        <pc:chgData name="Marcello Millonzi" userId="4c40bab1-fbbe-468b-822e-62310dadebca" providerId="ADAL" clId="{F4856088-6BD9-4326-9AA9-FC531DFEF34F}" dt="2024-09-04T08:54:05.891" v="387" actId="478"/>
        <pc:sldMkLst>
          <pc:docMk/>
          <pc:sldMk cId="2567236888" sldId="279"/>
        </pc:sldMkLst>
        <pc:spChg chg="mod">
          <ac:chgData name="Marcello Millonzi" userId="4c40bab1-fbbe-468b-822e-62310dadebca" providerId="ADAL" clId="{F4856088-6BD9-4326-9AA9-FC531DFEF34F}" dt="2024-09-04T08:52:11.191" v="343" actId="20577"/>
          <ac:spMkLst>
            <pc:docMk/>
            <pc:sldMk cId="2567236888" sldId="279"/>
            <ac:spMk id="9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52:42.055" v="365" actId="14100"/>
          <ac:spMkLst>
            <pc:docMk/>
            <pc:sldMk cId="2567236888" sldId="279"/>
            <ac:spMk id="18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52:57.361" v="368" actId="1076"/>
          <ac:spMkLst>
            <pc:docMk/>
            <pc:sldMk cId="2567236888" sldId="279"/>
            <ac:spMk id="21" creationId="{00000000-0000-0000-0000-000000000000}"/>
          </ac:spMkLst>
        </pc:spChg>
        <pc:spChg chg="del mod">
          <ac:chgData name="Marcello Millonzi" userId="4c40bab1-fbbe-468b-822e-62310dadebca" providerId="ADAL" clId="{F4856088-6BD9-4326-9AA9-FC531DFEF34F}" dt="2024-09-04T08:54:05.891" v="387" actId="478"/>
          <ac:spMkLst>
            <pc:docMk/>
            <pc:sldMk cId="2567236888" sldId="279"/>
            <ac:spMk id="22" creationId="{00000000-0000-0000-0000-000000000000}"/>
          </ac:spMkLst>
        </pc:spChg>
        <pc:graphicFrameChg chg="mod">
          <ac:chgData name="Marcello Millonzi" userId="4c40bab1-fbbe-468b-822e-62310dadebca" providerId="ADAL" clId="{F4856088-6BD9-4326-9AA9-FC531DFEF34F}" dt="2024-09-04T08:51:52.306" v="309" actId="1038"/>
          <ac:graphicFrameMkLst>
            <pc:docMk/>
            <pc:sldMk cId="2567236888" sldId="279"/>
            <ac:graphicFrameMk id="12" creationId="{00000000-0000-0000-0000-000000000000}"/>
          </ac:graphicFrameMkLst>
        </pc:graphicFrameChg>
        <pc:graphicFrameChg chg="mod">
          <ac:chgData name="Marcello Millonzi" userId="4c40bab1-fbbe-468b-822e-62310dadebca" providerId="ADAL" clId="{F4856088-6BD9-4326-9AA9-FC531DFEF34F}" dt="2024-09-04T08:51:57.239" v="332" actId="1038"/>
          <ac:graphicFrameMkLst>
            <pc:docMk/>
            <pc:sldMk cId="2567236888" sldId="279"/>
            <ac:graphicFrameMk id="13" creationId="{00000000-0000-0000-0000-000000000000}"/>
          </ac:graphicFrameMkLst>
        </pc:graphicFrameChg>
        <pc:graphicFrameChg chg="mod">
          <ac:chgData name="Marcello Millonzi" userId="4c40bab1-fbbe-468b-822e-62310dadebca" providerId="ADAL" clId="{F4856088-6BD9-4326-9AA9-FC531DFEF34F}" dt="2024-09-04T08:52:19.594" v="359" actId="1038"/>
          <ac:graphicFrameMkLst>
            <pc:docMk/>
            <pc:sldMk cId="2567236888" sldId="279"/>
            <ac:graphicFrameMk id="17" creationId="{00000000-0000-0000-0000-000000000000}"/>
          </ac:graphicFrameMkLst>
        </pc:graphicFrameChg>
      </pc:sldChg>
      <pc:sldChg chg="delSp modSp add mod">
        <pc:chgData name="Marcello Millonzi" userId="4c40bab1-fbbe-468b-822e-62310dadebca" providerId="ADAL" clId="{F4856088-6BD9-4326-9AA9-FC531DFEF34F}" dt="2024-09-04T08:54:08.027" v="388" actId="478"/>
        <pc:sldMkLst>
          <pc:docMk/>
          <pc:sldMk cId="3695049120" sldId="280"/>
        </pc:sldMkLst>
        <pc:spChg chg="del mod">
          <ac:chgData name="Marcello Millonzi" userId="4c40bab1-fbbe-468b-822e-62310dadebca" providerId="ADAL" clId="{F4856088-6BD9-4326-9AA9-FC531DFEF34F}" dt="2024-09-04T08:54:08.027" v="388" actId="478"/>
          <ac:spMkLst>
            <pc:docMk/>
            <pc:sldMk cId="3695049120" sldId="280"/>
            <ac:spMk id="9" creationId="{00000000-0000-0000-0000-000000000000}"/>
          </ac:spMkLst>
        </pc:spChg>
        <pc:graphicFrameChg chg="mod">
          <ac:chgData name="Marcello Millonzi" userId="4c40bab1-fbbe-468b-822e-62310dadebca" providerId="ADAL" clId="{F4856088-6BD9-4326-9AA9-FC531DFEF34F}" dt="2024-09-04T08:53:08.520" v="369" actId="1076"/>
          <ac:graphicFrameMkLst>
            <pc:docMk/>
            <pc:sldMk cId="3695049120" sldId="280"/>
            <ac:graphicFrameMk id="4" creationId="{00000000-0000-0000-0000-000000000000}"/>
          </ac:graphicFrameMkLst>
        </pc:graphicFrameChg>
        <pc:graphicFrameChg chg="mod">
          <ac:chgData name="Marcello Millonzi" userId="4c40bab1-fbbe-468b-822e-62310dadebca" providerId="ADAL" clId="{F4856088-6BD9-4326-9AA9-FC531DFEF34F}" dt="2024-09-04T08:53:08.520" v="369" actId="1076"/>
          <ac:graphicFrameMkLst>
            <pc:docMk/>
            <pc:sldMk cId="3695049120" sldId="280"/>
            <ac:graphicFrameMk id="5" creationId="{00000000-0000-0000-0000-000000000000}"/>
          </ac:graphicFrameMkLst>
        </pc:graphicFrameChg>
        <pc:graphicFrameChg chg="mod">
          <ac:chgData name="Marcello Millonzi" userId="4c40bab1-fbbe-468b-822e-62310dadebca" providerId="ADAL" clId="{F4856088-6BD9-4326-9AA9-FC531DFEF34F}" dt="2024-09-04T08:53:08.520" v="369" actId="1076"/>
          <ac:graphicFrameMkLst>
            <pc:docMk/>
            <pc:sldMk cId="3695049120" sldId="280"/>
            <ac:graphicFrameMk id="6" creationId="{00000000-0000-0000-0000-000000000000}"/>
          </ac:graphicFrameMkLst>
        </pc:graphicFrameChg>
        <pc:graphicFrameChg chg="mod">
          <ac:chgData name="Marcello Millonzi" userId="4c40bab1-fbbe-468b-822e-62310dadebca" providerId="ADAL" clId="{F4856088-6BD9-4326-9AA9-FC531DFEF34F}" dt="2024-09-04T08:53:08.520" v="369" actId="1076"/>
          <ac:graphicFrameMkLst>
            <pc:docMk/>
            <pc:sldMk cId="3695049120" sldId="280"/>
            <ac:graphicFrameMk id="7" creationId="{00000000-0000-0000-0000-000000000000}"/>
          </ac:graphicFrameMkLst>
        </pc:graphicFrameChg>
        <pc:graphicFrameChg chg="mod">
          <ac:chgData name="Marcello Millonzi" userId="4c40bab1-fbbe-468b-822e-62310dadebca" providerId="ADAL" clId="{F4856088-6BD9-4326-9AA9-FC531DFEF34F}" dt="2024-09-04T08:53:08.520" v="369" actId="1076"/>
          <ac:graphicFrameMkLst>
            <pc:docMk/>
            <pc:sldMk cId="3695049120" sldId="280"/>
            <ac:graphicFrameMk id="8" creationId="{00000000-0000-0000-0000-000000000000}"/>
          </ac:graphicFrameMkLst>
        </pc:graphicFrameChg>
      </pc:sldChg>
      <pc:sldChg chg="delSp modSp add mod">
        <pc:chgData name="Marcello Millonzi" userId="4c40bab1-fbbe-468b-822e-62310dadebca" providerId="ADAL" clId="{F4856088-6BD9-4326-9AA9-FC531DFEF34F}" dt="2024-09-04T08:59:10.258" v="456" actId="692"/>
        <pc:sldMkLst>
          <pc:docMk/>
          <pc:sldMk cId="509840033" sldId="281"/>
        </pc:sldMkLst>
        <pc:spChg chg="mod">
          <ac:chgData name="Marcello Millonzi" userId="4c40bab1-fbbe-468b-822e-62310dadebca" providerId="ADAL" clId="{F4856088-6BD9-4326-9AA9-FC531DFEF34F}" dt="2024-09-04T08:57:37.793" v="451" actId="207"/>
          <ac:spMkLst>
            <pc:docMk/>
            <pc:sldMk cId="509840033" sldId="281"/>
            <ac:spMk id="3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58:32.852" v="455" actId="207"/>
          <ac:spMkLst>
            <pc:docMk/>
            <pc:sldMk cId="509840033" sldId="281"/>
            <ac:spMk id="4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57:08.022" v="450" actId="207"/>
          <ac:spMkLst>
            <pc:docMk/>
            <pc:sldMk cId="509840033" sldId="281"/>
            <ac:spMk id="5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56:44.104" v="449" actId="207"/>
          <ac:spMkLst>
            <pc:docMk/>
            <pc:sldMk cId="509840033" sldId="281"/>
            <ac:spMk id="6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54:14.479" v="391" actId="14100"/>
          <ac:spMkLst>
            <pc:docMk/>
            <pc:sldMk cId="509840033" sldId="281"/>
            <ac:spMk id="26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58:03.904" v="452" actId="692"/>
          <ac:spMkLst>
            <pc:docMk/>
            <pc:sldMk cId="509840033" sldId="281"/>
            <ac:spMk id="31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59:10.258" v="456" actId="692"/>
          <ac:spMkLst>
            <pc:docMk/>
            <pc:sldMk cId="509840033" sldId="281"/>
            <ac:spMk id="35" creationId="{00000000-0000-0000-0000-000000000000}"/>
          </ac:spMkLst>
        </pc:spChg>
        <pc:spChg chg="del mod">
          <ac:chgData name="Marcello Millonzi" userId="4c40bab1-fbbe-468b-822e-62310dadebca" providerId="ADAL" clId="{F4856088-6BD9-4326-9AA9-FC531DFEF34F}" dt="2024-09-04T08:54:10.541" v="389" actId="478"/>
          <ac:spMkLst>
            <pc:docMk/>
            <pc:sldMk cId="509840033" sldId="281"/>
            <ac:spMk id="41" creationId="{00000000-0000-0000-0000-000000000000}"/>
          </ac:spMkLst>
        </pc:spChg>
        <pc:graphicFrameChg chg="mod">
          <ac:chgData name="Marcello Millonzi" userId="4c40bab1-fbbe-468b-822e-62310dadebca" providerId="ADAL" clId="{F4856088-6BD9-4326-9AA9-FC531DFEF34F}" dt="2024-09-04T08:56:00.119" v="448" actId="1038"/>
          <ac:graphicFrameMkLst>
            <pc:docMk/>
            <pc:sldMk cId="509840033" sldId="281"/>
            <ac:graphicFrameMk id="12" creationId="{00000000-0000-0000-0000-000000000000}"/>
          </ac:graphicFrameMkLst>
        </pc:graphicFrameChg>
        <pc:graphicFrameChg chg="mod">
          <ac:chgData name="Marcello Millonzi" userId="4c40bab1-fbbe-468b-822e-62310dadebca" providerId="ADAL" clId="{F4856088-6BD9-4326-9AA9-FC531DFEF34F}" dt="2024-09-04T08:56:00.119" v="448" actId="1038"/>
          <ac:graphicFrameMkLst>
            <pc:docMk/>
            <pc:sldMk cId="509840033" sldId="281"/>
            <ac:graphicFrameMk id="13" creationId="{00000000-0000-0000-0000-000000000000}"/>
          </ac:graphicFrameMkLst>
        </pc:graphicFrameChg>
        <pc:graphicFrameChg chg="mod">
          <ac:chgData name="Marcello Millonzi" userId="4c40bab1-fbbe-468b-822e-62310dadebca" providerId="ADAL" clId="{F4856088-6BD9-4326-9AA9-FC531DFEF34F}" dt="2024-09-04T08:56:00.119" v="448" actId="1038"/>
          <ac:graphicFrameMkLst>
            <pc:docMk/>
            <pc:sldMk cId="509840033" sldId="281"/>
            <ac:graphicFrameMk id="17" creationId="{00000000-0000-0000-0000-000000000000}"/>
          </ac:graphicFrameMkLst>
        </pc:graphicFrameChg>
        <pc:graphicFrameChg chg="mod">
          <ac:chgData name="Marcello Millonzi" userId="4c40bab1-fbbe-468b-822e-62310dadebca" providerId="ADAL" clId="{F4856088-6BD9-4326-9AA9-FC531DFEF34F}" dt="2024-09-04T08:56:00.119" v="448" actId="1038"/>
          <ac:graphicFrameMkLst>
            <pc:docMk/>
            <pc:sldMk cId="509840033" sldId="281"/>
            <ac:graphicFrameMk id="20" creationId="{00000000-0000-0000-0000-000000000000}"/>
          </ac:graphicFrameMkLst>
        </pc:graphicFrameChg>
        <pc:graphicFrameChg chg="mod">
          <ac:chgData name="Marcello Millonzi" userId="4c40bab1-fbbe-468b-822e-62310dadebca" providerId="ADAL" clId="{F4856088-6BD9-4326-9AA9-FC531DFEF34F}" dt="2024-09-04T08:56:00.119" v="448" actId="1038"/>
          <ac:graphicFrameMkLst>
            <pc:docMk/>
            <pc:sldMk cId="509840033" sldId="281"/>
            <ac:graphicFrameMk id="24" creationId="{00000000-0000-0000-0000-000000000000}"/>
          </ac:graphicFrameMkLst>
        </pc:graphicFrameChg>
      </pc:sldChg>
      <pc:sldChg chg="delSp modSp add mod modShow">
        <pc:chgData name="Marcello Millonzi" userId="4c40bab1-fbbe-468b-822e-62310dadebca" providerId="ADAL" clId="{F4856088-6BD9-4326-9AA9-FC531DFEF34F}" dt="2024-09-04T09:00:04.460" v="457" actId="729"/>
        <pc:sldMkLst>
          <pc:docMk/>
          <pc:sldMk cId="2868963727" sldId="282"/>
        </pc:sldMkLst>
        <pc:spChg chg="del mod">
          <ac:chgData name="Marcello Millonzi" userId="4c40bab1-fbbe-468b-822e-62310dadebca" providerId="ADAL" clId="{F4856088-6BD9-4326-9AA9-FC531DFEF34F}" dt="2024-09-04T08:54:21.696" v="393" actId="478"/>
          <ac:spMkLst>
            <pc:docMk/>
            <pc:sldMk cId="2868963727" sldId="282"/>
            <ac:spMk id="41" creationId="{00000000-0000-0000-0000-000000000000}"/>
          </ac:spMkLst>
        </pc:spChg>
      </pc:sldChg>
      <pc:sldChg chg="delSp modSp add mod">
        <pc:chgData name="Marcello Millonzi" userId="4c40bab1-fbbe-468b-822e-62310dadebca" providerId="ADAL" clId="{F4856088-6BD9-4326-9AA9-FC531DFEF34F}" dt="2024-09-04T08:54:26.911" v="395" actId="14100"/>
        <pc:sldMkLst>
          <pc:docMk/>
          <pc:sldMk cId="1421143550" sldId="283"/>
        </pc:sldMkLst>
        <pc:spChg chg="mod">
          <ac:chgData name="Marcello Millonzi" userId="4c40bab1-fbbe-468b-822e-62310dadebca" providerId="ADAL" clId="{F4856088-6BD9-4326-9AA9-FC531DFEF34F}" dt="2024-09-04T08:54:26.911" v="395" actId="14100"/>
          <ac:spMkLst>
            <pc:docMk/>
            <pc:sldMk cId="1421143550" sldId="283"/>
            <ac:spMk id="2" creationId="{00000000-0000-0000-0000-000000000000}"/>
          </ac:spMkLst>
        </pc:spChg>
        <pc:spChg chg="del mod">
          <ac:chgData name="Marcello Millonzi" userId="4c40bab1-fbbe-468b-822e-62310dadebca" providerId="ADAL" clId="{F4856088-6BD9-4326-9AA9-FC531DFEF34F}" dt="2024-09-04T08:54:23.758" v="394" actId="478"/>
          <ac:spMkLst>
            <pc:docMk/>
            <pc:sldMk cId="1421143550" sldId="283"/>
            <ac:spMk id="3" creationId="{00000000-0000-0000-0000-000000000000}"/>
          </ac:spMkLst>
        </pc:spChg>
      </pc:sldChg>
      <pc:sldChg chg="delSp modSp add mod">
        <pc:chgData name="Marcello Millonzi" userId="4c40bab1-fbbe-468b-822e-62310dadebca" providerId="ADAL" clId="{F4856088-6BD9-4326-9AA9-FC531DFEF34F}" dt="2024-09-04T08:54:43.875" v="426" actId="1036"/>
        <pc:sldMkLst>
          <pc:docMk/>
          <pc:sldMk cId="2399803530" sldId="284"/>
        </pc:sldMkLst>
        <pc:spChg chg="mod">
          <ac:chgData name="Marcello Millonzi" userId="4c40bab1-fbbe-468b-822e-62310dadebca" providerId="ADAL" clId="{F4856088-6BD9-4326-9AA9-FC531DFEF34F}" dt="2024-09-04T08:54:43.875" v="426" actId="1036"/>
          <ac:spMkLst>
            <pc:docMk/>
            <pc:sldMk cId="2399803530" sldId="284"/>
            <ac:spMk id="2" creationId="{00000000-0000-0000-0000-000000000000}"/>
          </ac:spMkLst>
        </pc:spChg>
        <pc:spChg chg="del mod">
          <ac:chgData name="Marcello Millonzi" userId="4c40bab1-fbbe-468b-822e-62310dadebca" providerId="ADAL" clId="{F4856088-6BD9-4326-9AA9-FC531DFEF34F}" dt="2024-09-04T08:54:35.485" v="397" actId="478"/>
          <ac:spMkLst>
            <pc:docMk/>
            <pc:sldMk cId="2399803530" sldId="284"/>
            <ac:spMk id="3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54:43.875" v="426" actId="1036"/>
          <ac:spMkLst>
            <pc:docMk/>
            <pc:sldMk cId="2399803530" sldId="284"/>
            <ac:spMk id="5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54:43.875" v="426" actId="1036"/>
          <ac:spMkLst>
            <pc:docMk/>
            <pc:sldMk cId="2399803530" sldId="284"/>
            <ac:spMk id="6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54:43.875" v="426" actId="1036"/>
          <ac:spMkLst>
            <pc:docMk/>
            <pc:sldMk cId="2399803530" sldId="284"/>
            <ac:spMk id="7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54:43.875" v="426" actId="1036"/>
          <ac:spMkLst>
            <pc:docMk/>
            <pc:sldMk cId="2399803530" sldId="284"/>
            <ac:spMk id="8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54:43.875" v="426" actId="1036"/>
          <ac:spMkLst>
            <pc:docMk/>
            <pc:sldMk cId="2399803530" sldId="284"/>
            <ac:spMk id="9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54:43.875" v="426" actId="1036"/>
          <ac:spMkLst>
            <pc:docMk/>
            <pc:sldMk cId="2399803530" sldId="284"/>
            <ac:spMk id="10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54:43.875" v="426" actId="1036"/>
          <ac:spMkLst>
            <pc:docMk/>
            <pc:sldMk cId="2399803530" sldId="284"/>
            <ac:spMk id="11" creationId="{00000000-0000-0000-0000-000000000000}"/>
          </ac:spMkLst>
        </pc:spChg>
        <pc:spChg chg="mod">
          <ac:chgData name="Marcello Millonzi" userId="4c40bab1-fbbe-468b-822e-62310dadebca" providerId="ADAL" clId="{F4856088-6BD9-4326-9AA9-FC531DFEF34F}" dt="2024-09-04T08:54:43.875" v="426" actId="1036"/>
          <ac:spMkLst>
            <pc:docMk/>
            <pc:sldMk cId="2399803530" sldId="284"/>
            <ac:spMk id="13" creationId="{00000000-0000-0000-0000-000000000000}"/>
          </ac:spMkLst>
        </pc:spChg>
        <pc:graphicFrameChg chg="mod">
          <ac:chgData name="Marcello Millonzi" userId="4c40bab1-fbbe-468b-822e-62310dadebca" providerId="ADAL" clId="{F4856088-6BD9-4326-9AA9-FC531DFEF34F}" dt="2024-09-04T08:54:43.875" v="426" actId="1036"/>
          <ac:graphicFrameMkLst>
            <pc:docMk/>
            <pc:sldMk cId="2399803530" sldId="284"/>
            <ac:graphicFrameMk id="4" creationId="{00000000-0000-0000-0000-000000000000}"/>
          </ac:graphicFrameMkLst>
        </pc:graphicFrameChg>
        <pc:graphicFrameChg chg="mod">
          <ac:chgData name="Marcello Millonzi" userId="4c40bab1-fbbe-468b-822e-62310dadebca" providerId="ADAL" clId="{F4856088-6BD9-4326-9AA9-FC531DFEF34F}" dt="2024-09-04T08:54:43.875" v="426" actId="1036"/>
          <ac:graphicFrameMkLst>
            <pc:docMk/>
            <pc:sldMk cId="2399803530" sldId="284"/>
            <ac:graphicFrameMk id="12" creationId="{00000000-0000-0000-0000-000000000000}"/>
          </ac:graphicFrameMkLst>
        </pc:graphicFrameChg>
        <pc:graphicFrameChg chg="mod">
          <ac:chgData name="Marcello Millonzi" userId="4c40bab1-fbbe-468b-822e-62310dadebca" providerId="ADAL" clId="{F4856088-6BD9-4326-9AA9-FC531DFEF34F}" dt="2024-09-04T08:54:43.875" v="426" actId="1036"/>
          <ac:graphicFrameMkLst>
            <pc:docMk/>
            <pc:sldMk cId="2399803530" sldId="284"/>
            <ac:graphicFrameMk id="14" creationId="{00000000-0000-0000-0000-000000000000}"/>
          </ac:graphicFrameMkLst>
        </pc:graphicFrameChg>
        <pc:graphicFrameChg chg="mod">
          <ac:chgData name="Marcello Millonzi" userId="4c40bab1-fbbe-468b-822e-62310dadebca" providerId="ADAL" clId="{F4856088-6BD9-4326-9AA9-FC531DFEF34F}" dt="2024-09-04T08:54:43.875" v="426" actId="1036"/>
          <ac:graphicFrameMkLst>
            <pc:docMk/>
            <pc:sldMk cId="2399803530" sldId="284"/>
            <ac:graphicFrameMk id="15" creationId="{00000000-0000-0000-0000-000000000000}"/>
          </ac:graphicFrameMkLst>
        </pc:graphicFrameChg>
        <pc:graphicFrameChg chg="mod">
          <ac:chgData name="Marcello Millonzi" userId="4c40bab1-fbbe-468b-822e-62310dadebca" providerId="ADAL" clId="{F4856088-6BD9-4326-9AA9-FC531DFEF34F}" dt="2024-09-04T08:54:43.875" v="426" actId="1036"/>
          <ac:graphicFrameMkLst>
            <pc:docMk/>
            <pc:sldMk cId="2399803530" sldId="284"/>
            <ac:graphicFrameMk id="16" creationId="{00000000-0000-0000-0000-000000000000}"/>
          </ac:graphicFrameMkLst>
        </pc:graphicFrameChg>
      </pc:sldChg>
    </pc:docChg>
  </pc:docChgLst>
  <pc:docChgLst>
    <pc:chgData name="Marcello Millonzi" userId="4c40bab1-fbbe-468b-822e-62310dadebca" providerId="ADAL" clId="{AE1BFADF-C2AB-4CA5-ACB5-D78C8E996BE1}"/>
    <pc:docChg chg="undo custSel addSld delSld modSld">
      <pc:chgData name="Marcello Millonzi" userId="4c40bab1-fbbe-468b-822e-62310dadebca" providerId="ADAL" clId="{AE1BFADF-C2AB-4CA5-ACB5-D78C8E996BE1}" dt="2024-09-20T09:08:57.447" v="351" actId="47"/>
      <pc:docMkLst>
        <pc:docMk/>
      </pc:docMkLst>
      <pc:sldChg chg="modSp mod">
        <pc:chgData name="Marcello Millonzi" userId="4c40bab1-fbbe-468b-822e-62310dadebca" providerId="ADAL" clId="{AE1BFADF-C2AB-4CA5-ACB5-D78C8E996BE1}" dt="2024-09-20T08:57:00.253" v="203" actId="20577"/>
        <pc:sldMkLst>
          <pc:docMk/>
          <pc:sldMk cId="2376157199" sldId="256"/>
        </pc:sldMkLst>
        <pc:spChg chg="mod">
          <ac:chgData name="Marcello Millonzi" userId="4c40bab1-fbbe-468b-822e-62310dadebca" providerId="ADAL" clId="{AE1BFADF-C2AB-4CA5-ACB5-D78C8E996BE1}" dt="2024-09-20T08:57:00.253" v="203" actId="20577"/>
          <ac:spMkLst>
            <pc:docMk/>
            <pc:sldMk cId="2376157199" sldId="256"/>
            <ac:spMk id="2" creationId="{8C6B75C5-34BC-4511-B8F6-EDDFBB2ADF5A}"/>
          </ac:spMkLst>
        </pc:spChg>
      </pc:sldChg>
      <pc:sldChg chg="modSp add">
        <pc:chgData name="Marcello Millonzi" userId="4c40bab1-fbbe-468b-822e-62310dadebca" providerId="ADAL" clId="{AE1BFADF-C2AB-4CA5-ACB5-D78C8E996BE1}" dt="2024-09-20T08:51:12.650" v="5"/>
        <pc:sldMkLst>
          <pc:docMk/>
          <pc:sldMk cId="1699185345" sldId="257"/>
        </pc:sldMkLst>
        <pc:spChg chg="mod">
          <ac:chgData name="Marcello Millonzi" userId="4c40bab1-fbbe-468b-822e-62310dadebca" providerId="ADAL" clId="{AE1BFADF-C2AB-4CA5-ACB5-D78C8E996BE1}" dt="2024-09-20T08:51:12.650" v="5"/>
          <ac:spMkLst>
            <pc:docMk/>
            <pc:sldMk cId="1699185345" sldId="257"/>
            <ac:spMk id="4" creationId="{00000000-0000-0000-0000-000000000000}"/>
          </ac:spMkLst>
        </pc:spChg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2322028151" sldId="257"/>
        </pc:sldMkLst>
      </pc:sldChg>
      <pc:sldChg chg="modSp add">
        <pc:chgData name="Marcello Millonzi" userId="4c40bab1-fbbe-468b-822e-62310dadebca" providerId="ADAL" clId="{AE1BFADF-C2AB-4CA5-ACB5-D78C8E996BE1}" dt="2024-09-20T08:51:12.650" v="5"/>
        <pc:sldMkLst>
          <pc:docMk/>
          <pc:sldMk cId="2316661297" sldId="258"/>
        </pc:sldMkLst>
        <pc:spChg chg="mod">
          <ac:chgData name="Marcello Millonzi" userId="4c40bab1-fbbe-468b-822e-62310dadebca" providerId="ADAL" clId="{AE1BFADF-C2AB-4CA5-ACB5-D78C8E996BE1}" dt="2024-09-20T08:51:12.650" v="5"/>
          <ac:spMkLst>
            <pc:docMk/>
            <pc:sldMk cId="2316661297" sldId="258"/>
            <ac:spMk id="2" creationId="{00000000-0000-0000-0000-000000000000}"/>
          </ac:spMkLst>
        </pc:spChg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2317761887" sldId="258"/>
        </pc:sldMkLst>
      </pc:sldChg>
      <pc:sldChg chg="modSp add mod modAnim">
        <pc:chgData name="Marcello Millonzi" userId="4c40bab1-fbbe-468b-822e-62310dadebca" providerId="ADAL" clId="{AE1BFADF-C2AB-4CA5-ACB5-D78C8E996BE1}" dt="2024-09-20T08:58:03.995" v="206"/>
        <pc:sldMkLst>
          <pc:docMk/>
          <pc:sldMk cId="2567236888" sldId="259"/>
        </pc:sldMkLst>
        <pc:spChg chg="mod">
          <ac:chgData name="Marcello Millonzi" userId="4c40bab1-fbbe-468b-822e-62310dadebca" providerId="ADAL" clId="{AE1BFADF-C2AB-4CA5-ACB5-D78C8E996BE1}" dt="2024-09-20T08:51:12.650" v="5"/>
          <ac:spMkLst>
            <pc:docMk/>
            <pc:sldMk cId="2567236888" sldId="259"/>
            <ac:spMk id="2" creationId="{00000000-0000-0000-0000-000000000000}"/>
          </ac:spMkLst>
        </pc:spChg>
        <pc:spChg chg="mod">
          <ac:chgData name="Marcello Millonzi" userId="4c40bab1-fbbe-468b-822e-62310dadebca" providerId="ADAL" clId="{AE1BFADF-C2AB-4CA5-ACB5-D78C8E996BE1}" dt="2024-09-20T08:51:27.489" v="6" actId="14100"/>
          <ac:spMkLst>
            <pc:docMk/>
            <pc:sldMk cId="2567236888" sldId="259"/>
            <ac:spMk id="7" creationId="{00000000-0000-0000-0000-000000000000}"/>
          </ac:spMkLst>
        </pc:spChg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2620237809" sldId="259"/>
        </pc:sldMkLst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1142870997" sldId="260"/>
        </pc:sldMkLst>
      </pc:sldChg>
      <pc:sldChg chg="addSp delSp modSp add mod delAnim modAnim">
        <pc:chgData name="Marcello Millonzi" userId="4c40bab1-fbbe-468b-822e-62310dadebca" providerId="ADAL" clId="{AE1BFADF-C2AB-4CA5-ACB5-D78C8E996BE1}" dt="2024-09-20T08:57:43.690" v="205" actId="208"/>
        <pc:sldMkLst>
          <pc:docMk/>
          <pc:sldMk cId="3695049120" sldId="260"/>
        </pc:sldMkLst>
        <pc:spChg chg="mod">
          <ac:chgData name="Marcello Millonzi" userId="4c40bab1-fbbe-468b-822e-62310dadebca" providerId="ADAL" clId="{AE1BFADF-C2AB-4CA5-ACB5-D78C8E996BE1}" dt="2024-09-20T08:51:12.650" v="5"/>
          <ac:spMkLst>
            <pc:docMk/>
            <pc:sldMk cId="3695049120" sldId="260"/>
            <ac:spMk id="2" creationId="{00000000-0000-0000-0000-000000000000}"/>
          </ac:spMkLst>
        </pc:spChg>
        <pc:spChg chg="add mod">
          <ac:chgData name="Marcello Millonzi" userId="4c40bab1-fbbe-468b-822e-62310dadebca" providerId="ADAL" clId="{AE1BFADF-C2AB-4CA5-ACB5-D78C8E996BE1}" dt="2024-09-20T08:57:43.690" v="205" actId="208"/>
          <ac:spMkLst>
            <pc:docMk/>
            <pc:sldMk cId="3695049120" sldId="260"/>
            <ac:spMk id="3" creationId="{00000000-0000-0000-0000-000000000000}"/>
          </ac:spMkLst>
        </pc:spChg>
        <pc:spChg chg="add">
          <ac:chgData name="Marcello Millonzi" userId="4c40bab1-fbbe-468b-822e-62310dadebca" providerId="ADAL" clId="{AE1BFADF-C2AB-4CA5-ACB5-D78C8E996BE1}" dt="2024-09-20T08:53:15.852" v="105"/>
          <ac:spMkLst>
            <pc:docMk/>
            <pc:sldMk cId="3695049120" sldId="260"/>
            <ac:spMk id="4" creationId="{00000000-0000-0000-0000-000000000000}"/>
          </ac:spMkLst>
        </pc:spChg>
        <pc:spChg chg="add">
          <ac:chgData name="Marcello Millonzi" userId="4c40bab1-fbbe-468b-822e-62310dadebca" providerId="ADAL" clId="{AE1BFADF-C2AB-4CA5-ACB5-D78C8E996BE1}" dt="2024-09-20T08:53:15.852" v="105"/>
          <ac:spMkLst>
            <pc:docMk/>
            <pc:sldMk cId="3695049120" sldId="260"/>
            <ac:spMk id="5" creationId="{00000000-0000-0000-0000-000000000000}"/>
          </ac:spMkLst>
        </pc:spChg>
        <pc:graphicFrameChg chg="del mo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3695049120" sldId="260"/>
            <ac:graphicFrameMk id="6" creationId="{00000000-0000-0000-0000-000000000000}"/>
          </ac:graphicFrameMkLst>
        </pc:graphicFrameChg>
        <pc:graphicFrameChg chg="del mo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3695049120" sldId="260"/>
            <ac:graphicFrameMk id="8" creationId="{00000000-0000-0000-0000-000000000000}"/>
          </ac:graphicFrameMkLst>
        </pc:graphicFrameChg>
        <pc:graphicFrameChg chg="del mo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3695049120" sldId="260"/>
            <ac:graphicFrameMk id="11" creationId="{00000000-0000-0000-0000-000000000000}"/>
          </ac:graphicFrameMkLst>
        </pc:graphicFrameChg>
      </pc:sldChg>
      <pc:sldChg chg="modSp add">
        <pc:chgData name="Marcello Millonzi" userId="4c40bab1-fbbe-468b-822e-62310dadebca" providerId="ADAL" clId="{AE1BFADF-C2AB-4CA5-ACB5-D78C8E996BE1}" dt="2024-09-20T08:51:12.650" v="5"/>
        <pc:sldMkLst>
          <pc:docMk/>
          <pc:sldMk cId="509840033" sldId="261"/>
        </pc:sldMkLst>
        <pc:spChg chg="mod">
          <ac:chgData name="Marcello Millonzi" userId="4c40bab1-fbbe-468b-822e-62310dadebca" providerId="ADAL" clId="{AE1BFADF-C2AB-4CA5-ACB5-D78C8E996BE1}" dt="2024-09-20T08:51:12.650" v="5"/>
          <ac:spMkLst>
            <pc:docMk/>
            <pc:sldMk cId="509840033" sldId="261"/>
            <ac:spMk id="2" creationId="{00000000-0000-0000-0000-000000000000}"/>
          </ac:spMkLst>
        </pc:spChg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805587237" sldId="261"/>
        </pc:sldMkLst>
      </pc:sldChg>
      <pc:sldChg chg="addSp delSp modSp add mod delAnim modAnim">
        <pc:chgData name="Marcello Millonzi" userId="4c40bab1-fbbe-468b-822e-62310dadebca" providerId="ADAL" clId="{AE1BFADF-C2AB-4CA5-ACB5-D78C8E996BE1}" dt="2024-09-20T08:53:15.852" v="105"/>
        <pc:sldMkLst>
          <pc:docMk/>
          <pc:sldMk cId="132022735" sldId="262"/>
        </pc:sldMkLst>
        <pc:spChg chg="mod">
          <ac:chgData name="Marcello Millonzi" userId="4c40bab1-fbbe-468b-822e-62310dadebca" providerId="ADAL" clId="{AE1BFADF-C2AB-4CA5-ACB5-D78C8E996BE1}" dt="2024-09-20T08:51:12.650" v="5"/>
          <ac:spMkLst>
            <pc:docMk/>
            <pc:sldMk cId="132022735" sldId="262"/>
            <ac:spMk id="2" creationId="{00000000-0000-0000-0000-000000000000}"/>
          </ac:spMkLst>
        </pc:spChg>
        <pc:spChg chg="add">
          <ac:chgData name="Marcello Millonzi" userId="4c40bab1-fbbe-468b-822e-62310dadebca" providerId="ADAL" clId="{AE1BFADF-C2AB-4CA5-ACB5-D78C8E996BE1}" dt="2024-09-20T08:53:15.852" v="105"/>
          <ac:spMkLst>
            <pc:docMk/>
            <pc:sldMk cId="132022735" sldId="262"/>
            <ac:spMk id="3" creationId="{00000000-0000-0000-0000-000000000000}"/>
          </ac:spMkLst>
        </pc:spChg>
        <pc:spChg chg="add">
          <ac:chgData name="Marcello Millonzi" userId="4c40bab1-fbbe-468b-822e-62310dadebca" providerId="ADAL" clId="{AE1BFADF-C2AB-4CA5-ACB5-D78C8E996BE1}" dt="2024-09-20T08:53:15.852" v="105"/>
          <ac:spMkLst>
            <pc:docMk/>
            <pc:sldMk cId="132022735" sldId="262"/>
            <ac:spMk id="4" creationId="{00000000-0000-0000-0000-000000000000}"/>
          </ac:spMkLst>
        </pc:spChg>
        <pc:spChg chg="add">
          <ac:chgData name="Marcello Millonzi" userId="4c40bab1-fbbe-468b-822e-62310dadebca" providerId="ADAL" clId="{AE1BFADF-C2AB-4CA5-ACB5-D78C8E996BE1}" dt="2024-09-20T08:53:15.852" v="105"/>
          <ac:spMkLst>
            <pc:docMk/>
            <pc:sldMk cId="132022735" sldId="262"/>
            <ac:spMk id="5" creationId="{00000000-0000-0000-0000-000000000000}"/>
          </ac:spMkLst>
        </pc:spChg>
        <pc:graphicFrameChg chg="del mo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132022735" sldId="262"/>
            <ac:graphicFrameMk id="6" creationId="{00000000-0000-0000-0000-000000000000}"/>
          </ac:graphicFrameMkLst>
        </pc:graphicFrameChg>
        <pc:graphicFrameChg chg="del mo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132022735" sldId="262"/>
            <ac:graphicFrameMk id="8" creationId="{00000000-0000-0000-0000-000000000000}"/>
          </ac:graphicFrameMkLst>
        </pc:graphicFrameChg>
        <pc:graphicFrameChg chg="del mo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132022735" sldId="262"/>
            <ac:graphicFrameMk id="11" creationId="{00000000-0000-0000-0000-000000000000}"/>
          </ac:graphicFrameMkLst>
        </pc:graphicFrameChg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3863949457" sldId="262"/>
        </pc:sldMkLst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1806157594" sldId="263"/>
        </pc:sldMkLst>
      </pc:sldChg>
      <pc:sldChg chg="addSp delSp modSp add mod delAnim modAnim">
        <pc:chgData name="Marcello Millonzi" userId="4c40bab1-fbbe-468b-822e-62310dadebca" providerId="ADAL" clId="{AE1BFADF-C2AB-4CA5-ACB5-D78C8E996BE1}" dt="2024-09-20T08:58:33.796" v="207" actId="208"/>
        <pc:sldMkLst>
          <pc:docMk/>
          <pc:sldMk cId="3554352757" sldId="263"/>
        </pc:sldMkLst>
        <pc:spChg chg="mod">
          <ac:chgData name="Marcello Millonzi" userId="4c40bab1-fbbe-468b-822e-62310dadebca" providerId="ADAL" clId="{AE1BFADF-C2AB-4CA5-ACB5-D78C8E996BE1}" dt="2024-09-20T08:51:12.650" v="5"/>
          <ac:spMkLst>
            <pc:docMk/>
            <pc:sldMk cId="3554352757" sldId="263"/>
            <ac:spMk id="2" creationId="{00000000-0000-0000-0000-000000000000}"/>
          </ac:spMkLst>
        </pc:spChg>
        <pc:spChg chg="add mod">
          <ac:chgData name="Marcello Millonzi" userId="4c40bab1-fbbe-468b-822e-62310dadebca" providerId="ADAL" clId="{AE1BFADF-C2AB-4CA5-ACB5-D78C8E996BE1}" dt="2024-09-20T08:58:33.796" v="207" actId="208"/>
          <ac:spMkLst>
            <pc:docMk/>
            <pc:sldMk cId="3554352757" sldId="263"/>
            <ac:spMk id="3" creationId="{00000000-0000-0000-0000-000000000000}"/>
          </ac:spMkLst>
        </pc:spChg>
        <pc:spChg chg="add">
          <ac:chgData name="Marcello Millonzi" userId="4c40bab1-fbbe-468b-822e-62310dadebca" providerId="ADAL" clId="{AE1BFADF-C2AB-4CA5-ACB5-D78C8E996BE1}" dt="2024-09-20T08:53:15.852" v="105"/>
          <ac:spMkLst>
            <pc:docMk/>
            <pc:sldMk cId="3554352757" sldId="263"/>
            <ac:spMk id="4" creationId="{00000000-0000-0000-0000-000000000000}"/>
          </ac:spMkLst>
        </pc:spChg>
        <pc:graphicFrameChg chg="del mo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3554352757" sldId="263"/>
            <ac:graphicFrameMk id="5" creationId="{00000000-0000-0000-0000-000000000000}"/>
          </ac:graphicFrameMkLst>
        </pc:graphicFrameChg>
        <pc:graphicFrameChg chg="del mo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3554352757" sldId="263"/>
            <ac:graphicFrameMk id="7" creationId="{00000000-0000-0000-0000-000000000000}"/>
          </ac:graphicFrameMkLst>
        </pc:graphicFrameChg>
      </pc:sldChg>
      <pc:sldChg chg="modSp add modAnim">
        <pc:chgData name="Marcello Millonzi" userId="4c40bab1-fbbe-468b-822e-62310dadebca" providerId="ADAL" clId="{AE1BFADF-C2AB-4CA5-ACB5-D78C8E996BE1}" dt="2024-09-20T08:59:12.850" v="243" actId="20577"/>
        <pc:sldMkLst>
          <pc:docMk/>
          <pc:sldMk cId="2399073550" sldId="264"/>
        </pc:sldMkLst>
        <pc:spChg chg="mod">
          <ac:chgData name="Marcello Millonzi" userId="4c40bab1-fbbe-468b-822e-62310dadebca" providerId="ADAL" clId="{AE1BFADF-C2AB-4CA5-ACB5-D78C8E996BE1}" dt="2024-09-20T08:51:12.650" v="5"/>
          <ac:spMkLst>
            <pc:docMk/>
            <pc:sldMk cId="2399073550" sldId="264"/>
            <ac:spMk id="2" creationId="{00000000-0000-0000-0000-000000000000}"/>
          </ac:spMkLst>
        </pc:spChg>
        <pc:spChg chg="mod">
          <ac:chgData name="Marcello Millonzi" userId="4c40bab1-fbbe-468b-822e-62310dadebca" providerId="ADAL" clId="{AE1BFADF-C2AB-4CA5-ACB5-D78C8E996BE1}" dt="2024-09-20T08:59:12.850" v="243" actId="20577"/>
          <ac:spMkLst>
            <pc:docMk/>
            <pc:sldMk cId="2399073550" sldId="264"/>
            <ac:spMk id="3" creationId="{00000000-0000-0000-0000-000000000000}"/>
          </ac:spMkLst>
        </pc:spChg>
        <pc:spChg chg="mod">
          <ac:chgData name="Marcello Millonzi" userId="4c40bab1-fbbe-468b-822e-62310dadebca" providerId="ADAL" clId="{AE1BFADF-C2AB-4CA5-ACB5-D78C8E996BE1}" dt="2024-09-20T08:58:45.995" v="208" actId="207"/>
          <ac:spMkLst>
            <pc:docMk/>
            <pc:sldMk cId="2399073550" sldId="264"/>
            <ac:spMk id="9" creationId="{00000000-0000-0000-0000-000000000000}"/>
          </ac:spMkLst>
        </pc:spChg>
      </pc:sldChg>
      <pc:sldChg chg="addSp delSp modSp add mod delAnim modAnim">
        <pc:chgData name="Marcello Millonzi" userId="4c40bab1-fbbe-468b-822e-62310dadebca" providerId="ADAL" clId="{AE1BFADF-C2AB-4CA5-ACB5-D78C8E996BE1}" dt="2024-09-20T09:01:42.354" v="257"/>
        <pc:sldMkLst>
          <pc:docMk/>
          <pc:sldMk cId="3708812364" sldId="265"/>
        </pc:sldMkLst>
        <pc:spChg chg="mod">
          <ac:chgData name="Marcello Millonzi" userId="4c40bab1-fbbe-468b-822e-62310dadebca" providerId="ADAL" clId="{AE1BFADF-C2AB-4CA5-ACB5-D78C8E996BE1}" dt="2024-09-20T08:51:12.650" v="5"/>
          <ac:spMkLst>
            <pc:docMk/>
            <pc:sldMk cId="3708812364" sldId="265"/>
            <ac:spMk id="2" creationId="{00000000-0000-0000-0000-000000000000}"/>
          </ac:spMkLst>
        </pc:spChg>
        <pc:spChg chg="add mod">
          <ac:chgData name="Marcello Millonzi" userId="4c40bab1-fbbe-468b-822e-62310dadebca" providerId="ADAL" clId="{AE1BFADF-C2AB-4CA5-ACB5-D78C8E996BE1}" dt="2024-09-20T08:55:52.649" v="148" actId="1076"/>
          <ac:spMkLst>
            <pc:docMk/>
            <pc:sldMk cId="3708812364" sldId="265"/>
            <ac:spMk id="4" creationId="{00000000-0000-0000-0000-000000000000}"/>
          </ac:spMkLst>
        </pc:spChg>
        <pc:spChg chg="mod">
          <ac:chgData name="Marcello Millonzi" userId="4c40bab1-fbbe-468b-822e-62310dadebca" providerId="ADAL" clId="{AE1BFADF-C2AB-4CA5-ACB5-D78C8E996BE1}" dt="2024-09-20T08:52:16.198" v="50" actId="14100"/>
          <ac:spMkLst>
            <pc:docMk/>
            <pc:sldMk cId="3708812364" sldId="265"/>
            <ac:spMk id="5" creationId="{00000000-0000-0000-0000-000000000000}"/>
          </ac:spMkLst>
        </pc:spChg>
        <pc:spChg chg="add mod">
          <ac:chgData name="Marcello Millonzi" userId="4c40bab1-fbbe-468b-822e-62310dadebca" providerId="ADAL" clId="{AE1BFADF-C2AB-4CA5-ACB5-D78C8E996BE1}" dt="2024-09-20T08:55:20.736" v="122" actId="14100"/>
          <ac:spMkLst>
            <pc:docMk/>
            <pc:sldMk cId="3708812364" sldId="265"/>
            <ac:spMk id="6" creationId="{00000000-0000-0000-0000-000000000000}"/>
          </ac:spMkLst>
        </pc:spChg>
        <pc:spChg chg="add mod">
          <ac:chgData name="Marcello Millonzi" userId="4c40bab1-fbbe-468b-822e-62310dadebca" providerId="ADAL" clId="{AE1BFADF-C2AB-4CA5-ACB5-D78C8E996BE1}" dt="2024-09-20T08:55:28.403" v="129" actId="27636"/>
          <ac:spMkLst>
            <pc:docMk/>
            <pc:sldMk cId="3708812364" sldId="265"/>
            <ac:spMk id="10" creationId="{00000000-0000-0000-0000-000000000000}"/>
          </ac:spMkLst>
        </pc:spChg>
        <pc:spChg chg="add mod">
          <ac:chgData name="Marcello Millonzi" userId="4c40bab1-fbbe-468b-822e-62310dadebca" providerId="ADAL" clId="{AE1BFADF-C2AB-4CA5-ACB5-D78C8E996BE1}" dt="2024-09-20T08:55:32.632" v="141" actId="1035"/>
          <ac:spMkLst>
            <pc:docMk/>
            <pc:sldMk cId="3708812364" sldId="265"/>
            <ac:spMk id="11" creationId="{00000000-0000-0000-0000-000000000000}"/>
          </ac:spMkLst>
        </pc:spChg>
        <pc:spChg chg="add mod">
          <ac:chgData name="Marcello Millonzi" userId="4c40bab1-fbbe-468b-822e-62310dadebca" providerId="ADAL" clId="{AE1BFADF-C2AB-4CA5-ACB5-D78C8E996BE1}" dt="2024-09-20T08:55:28.343" v="127" actId="14100"/>
          <ac:spMkLst>
            <pc:docMk/>
            <pc:sldMk cId="3708812364" sldId="265"/>
            <ac:spMk id="12" creationId="{00000000-0000-0000-0000-000000000000}"/>
          </ac:spMkLst>
        </pc:spChg>
        <pc:graphicFrameChg chg="del mo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3708812364" sldId="265"/>
            <ac:graphicFrameMk id="7" creationId="{00000000-0000-0000-0000-000000000000}"/>
          </ac:graphicFrameMkLst>
        </pc:graphicFrameChg>
        <pc:graphicFrameChg chg="del mo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3708812364" sldId="265"/>
            <ac:graphicFrameMk id="13" creationId="{00000000-0000-0000-0000-000000000000}"/>
          </ac:graphicFrameMkLst>
        </pc:graphicFrameChg>
        <pc:graphicFrameChg chg="del mo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3708812364" sldId="265"/>
            <ac:graphicFrameMk id="15" creationId="{00000000-0000-0000-0000-000000000000}"/>
          </ac:graphicFrameMkLst>
        </pc:graphicFrameChg>
        <pc:graphicFrameChg chg="del mo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3708812364" sldId="265"/>
            <ac:graphicFrameMk id="17" creationId="{00000000-0000-0000-0000-000000000000}"/>
          </ac:graphicFrameMkLst>
        </pc:graphicFrameChg>
        <pc:graphicFrameChg chg="del mod or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3708812364" sldId="265"/>
            <ac:graphicFrameMk id="19" creationId="{00000000-0000-0000-0000-000000000000}"/>
          </ac:graphicFrameMkLst>
        </pc:graphicFrameChg>
        <pc:picChg chg="mod">
          <ac:chgData name="Marcello Millonzi" userId="4c40bab1-fbbe-468b-822e-62310dadebca" providerId="ADAL" clId="{AE1BFADF-C2AB-4CA5-ACB5-D78C8E996BE1}" dt="2024-09-20T08:55:41.685" v="143" actId="1076"/>
          <ac:picMkLst>
            <pc:docMk/>
            <pc:sldMk cId="3708812364" sldId="265"/>
            <ac:picMk id="9225" creationId="{00000000-0000-0000-0000-000000000000}"/>
          </ac:picMkLst>
        </pc:picChg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3727643118" sldId="265"/>
        </pc:sldMkLst>
      </pc:sldChg>
      <pc:sldChg chg="addSp delSp modSp add mod delAnim modAnim">
        <pc:chgData name="Marcello Millonzi" userId="4c40bab1-fbbe-468b-822e-62310dadebca" providerId="ADAL" clId="{AE1BFADF-C2AB-4CA5-ACB5-D78C8E996BE1}" dt="2024-09-20T09:02:55.698" v="278"/>
        <pc:sldMkLst>
          <pc:docMk/>
          <pc:sldMk cId="2967547216" sldId="266"/>
        </pc:sldMkLst>
        <pc:spChg chg="mod">
          <ac:chgData name="Marcello Millonzi" userId="4c40bab1-fbbe-468b-822e-62310dadebca" providerId="ADAL" clId="{AE1BFADF-C2AB-4CA5-ACB5-D78C8E996BE1}" dt="2024-09-20T08:51:12.650" v="5"/>
          <ac:spMkLst>
            <pc:docMk/>
            <pc:sldMk cId="2967547216" sldId="266"/>
            <ac:spMk id="2" creationId="{00000000-0000-0000-0000-000000000000}"/>
          </ac:spMkLst>
        </pc:spChg>
        <pc:spChg chg="add mod">
          <ac:chgData name="Marcello Millonzi" userId="4c40bab1-fbbe-468b-822e-62310dadebca" providerId="ADAL" clId="{AE1BFADF-C2AB-4CA5-ACB5-D78C8E996BE1}" dt="2024-09-20T09:02:22.513" v="264" actId="14100"/>
          <ac:spMkLst>
            <pc:docMk/>
            <pc:sldMk cId="2967547216" sldId="266"/>
            <ac:spMk id="4" creationId="{00000000-0000-0000-0000-000000000000}"/>
          </ac:spMkLst>
        </pc:spChg>
        <pc:spChg chg="mod">
          <ac:chgData name="Marcello Millonzi" userId="4c40bab1-fbbe-468b-822e-62310dadebca" providerId="ADAL" clId="{AE1BFADF-C2AB-4CA5-ACB5-D78C8E996BE1}" dt="2024-09-20T08:52:48.214" v="80" actId="14100"/>
          <ac:spMkLst>
            <pc:docMk/>
            <pc:sldMk cId="2967547216" sldId="266"/>
            <ac:spMk id="5" creationId="{00000000-0000-0000-0000-000000000000}"/>
          </ac:spMkLst>
        </pc:spChg>
        <pc:spChg chg="add mod">
          <ac:chgData name="Marcello Millonzi" userId="4c40bab1-fbbe-468b-822e-62310dadebca" providerId="ADAL" clId="{AE1BFADF-C2AB-4CA5-ACB5-D78C8E996BE1}" dt="2024-09-20T09:02:08.820" v="260" actId="14100"/>
          <ac:spMkLst>
            <pc:docMk/>
            <pc:sldMk cId="2967547216" sldId="266"/>
            <ac:spMk id="6" creationId="{00000000-0000-0000-0000-000000000000}"/>
          </ac:spMkLst>
        </pc:spChg>
        <pc:spChg chg="add mod">
          <ac:chgData name="Marcello Millonzi" userId="4c40bab1-fbbe-468b-822e-62310dadebca" providerId="ADAL" clId="{AE1BFADF-C2AB-4CA5-ACB5-D78C8E996BE1}" dt="2024-09-20T09:02:29.563" v="268" actId="14100"/>
          <ac:spMkLst>
            <pc:docMk/>
            <pc:sldMk cId="2967547216" sldId="266"/>
            <ac:spMk id="12" creationId="{00000000-0000-0000-0000-000000000000}"/>
          </ac:spMkLst>
        </pc:spChg>
        <pc:graphicFrameChg chg="del mo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2967547216" sldId="266"/>
            <ac:graphicFrameMk id="7" creationId="{00000000-0000-0000-0000-000000000000}"/>
          </ac:graphicFrameMkLst>
        </pc:graphicFrameChg>
        <pc:graphicFrameChg chg="del mo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2967547216" sldId="266"/>
            <ac:graphicFrameMk id="10" creationId="{00000000-0000-0000-0000-000000000000}"/>
          </ac:graphicFrameMkLst>
        </pc:graphicFrameChg>
        <pc:graphicFrameChg chg="del mod or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2967547216" sldId="266"/>
            <ac:graphicFrameMk id="13" creationId="{00000000-0000-0000-0000-000000000000}"/>
          </ac:graphicFrameMkLst>
        </pc:graphicFrameChg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3270105732" sldId="266"/>
        </pc:sldMkLst>
      </pc:sldChg>
      <pc:sldChg chg="addSp delSp modSp add mod delAnim modAnim">
        <pc:chgData name="Marcello Millonzi" userId="4c40bab1-fbbe-468b-822e-62310dadebca" providerId="ADAL" clId="{AE1BFADF-C2AB-4CA5-ACB5-D78C8E996BE1}" dt="2024-09-20T09:04:40.833" v="311" actId="14100"/>
        <pc:sldMkLst>
          <pc:docMk/>
          <pc:sldMk cId="2766959317" sldId="267"/>
        </pc:sldMkLst>
        <pc:spChg chg="mod">
          <ac:chgData name="Marcello Millonzi" userId="4c40bab1-fbbe-468b-822e-62310dadebca" providerId="ADAL" clId="{AE1BFADF-C2AB-4CA5-ACB5-D78C8E996BE1}" dt="2024-09-20T08:51:12.650" v="5"/>
          <ac:spMkLst>
            <pc:docMk/>
            <pc:sldMk cId="2766959317" sldId="267"/>
            <ac:spMk id="2" creationId="{00000000-0000-0000-0000-000000000000}"/>
          </ac:spMkLst>
        </pc:spChg>
        <pc:spChg chg="add del mod">
          <ac:chgData name="Marcello Millonzi" userId="4c40bab1-fbbe-468b-822e-62310dadebca" providerId="ADAL" clId="{AE1BFADF-C2AB-4CA5-ACB5-D78C8E996BE1}" dt="2024-09-20T09:03:40.749" v="298" actId="313"/>
          <ac:spMkLst>
            <pc:docMk/>
            <pc:sldMk cId="2766959317" sldId="267"/>
            <ac:spMk id="4" creationId="{00000000-0000-0000-0000-000000000000}"/>
          </ac:spMkLst>
        </pc:spChg>
        <pc:spChg chg="mod">
          <ac:chgData name="Marcello Millonzi" userId="4c40bab1-fbbe-468b-822e-62310dadebca" providerId="ADAL" clId="{AE1BFADF-C2AB-4CA5-ACB5-D78C8E996BE1}" dt="2024-09-20T09:04:40.833" v="311" actId="14100"/>
          <ac:spMkLst>
            <pc:docMk/>
            <pc:sldMk cId="2766959317" sldId="267"/>
            <ac:spMk id="5" creationId="{00000000-0000-0000-0000-000000000000}"/>
          </ac:spMkLst>
        </pc:spChg>
        <pc:spChg chg="add mod">
          <ac:chgData name="Marcello Millonzi" userId="4c40bab1-fbbe-468b-822e-62310dadebca" providerId="ADAL" clId="{AE1BFADF-C2AB-4CA5-ACB5-D78C8E996BE1}" dt="2024-09-20T08:53:33.790" v="114" actId="404"/>
          <ac:spMkLst>
            <pc:docMk/>
            <pc:sldMk cId="2766959317" sldId="267"/>
            <ac:spMk id="6" creationId="{00000000-0000-0000-0000-000000000000}"/>
          </ac:spMkLst>
        </pc:spChg>
        <pc:spChg chg="add mod">
          <ac:chgData name="Marcello Millonzi" userId="4c40bab1-fbbe-468b-822e-62310dadebca" providerId="ADAL" clId="{AE1BFADF-C2AB-4CA5-ACB5-D78C8E996BE1}" dt="2024-09-20T08:53:41.362" v="119" actId="14100"/>
          <ac:spMkLst>
            <pc:docMk/>
            <pc:sldMk cId="2766959317" sldId="267"/>
            <ac:spMk id="11" creationId="{00000000-0000-0000-0000-000000000000}"/>
          </ac:spMkLst>
        </pc:spChg>
        <pc:graphicFrameChg chg="del mo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2766959317" sldId="267"/>
            <ac:graphicFrameMk id="7" creationId="{00000000-0000-0000-0000-000000000000}"/>
          </ac:graphicFrameMkLst>
        </pc:graphicFrameChg>
        <pc:graphicFrameChg chg="del mod or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2766959317" sldId="267"/>
            <ac:graphicFrameMk id="10" creationId="{00000000-0000-0000-0000-000000000000}"/>
          </ac:graphicFrameMkLst>
        </pc:graphicFrameChg>
        <pc:graphicFrameChg chg="del mod ord replId">
          <ac:chgData name="Marcello Millonzi" userId="4c40bab1-fbbe-468b-822e-62310dadebca" providerId="ADAL" clId="{AE1BFADF-C2AB-4CA5-ACB5-D78C8E996BE1}" dt="2024-09-20T08:53:15.852" v="105"/>
          <ac:graphicFrameMkLst>
            <pc:docMk/>
            <pc:sldMk cId="2766959317" sldId="267"/>
            <ac:graphicFrameMk id="13" creationId="{00000000-0000-0000-0000-000000000000}"/>
          </ac:graphicFrameMkLst>
        </pc:graphicFrameChg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4054907620" sldId="267"/>
        </pc:sldMkLst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656335364" sldId="268"/>
        </pc:sldMkLst>
      </pc:sldChg>
      <pc:sldChg chg="addSp modSp add mod">
        <pc:chgData name="Marcello Millonzi" userId="4c40bab1-fbbe-468b-822e-62310dadebca" providerId="ADAL" clId="{AE1BFADF-C2AB-4CA5-ACB5-D78C8E996BE1}" dt="2024-09-20T09:07:36.672" v="336" actId="20577"/>
        <pc:sldMkLst>
          <pc:docMk/>
          <pc:sldMk cId="4132629586" sldId="268"/>
        </pc:sldMkLst>
        <pc:spChg chg="mod">
          <ac:chgData name="Marcello Millonzi" userId="4c40bab1-fbbe-468b-822e-62310dadebca" providerId="ADAL" clId="{AE1BFADF-C2AB-4CA5-ACB5-D78C8E996BE1}" dt="2024-09-20T08:56:23.144" v="149"/>
          <ac:spMkLst>
            <pc:docMk/>
            <pc:sldMk cId="4132629586" sldId="268"/>
            <ac:spMk id="3" creationId="{00000000-0000-0000-0000-000000000000}"/>
          </ac:spMkLst>
        </pc:spChg>
        <pc:spChg chg="mod">
          <ac:chgData name="Marcello Millonzi" userId="4c40bab1-fbbe-468b-822e-62310dadebca" providerId="ADAL" clId="{AE1BFADF-C2AB-4CA5-ACB5-D78C8E996BE1}" dt="2024-09-20T09:07:21.637" v="323" actId="1076"/>
          <ac:spMkLst>
            <pc:docMk/>
            <pc:sldMk cId="4132629586" sldId="268"/>
            <ac:spMk id="5" creationId="{00000000-0000-0000-0000-000000000000}"/>
          </ac:spMkLst>
        </pc:spChg>
        <pc:spChg chg="mod">
          <ac:chgData name="Marcello Millonzi" userId="4c40bab1-fbbe-468b-822e-62310dadebca" providerId="ADAL" clId="{AE1BFADF-C2AB-4CA5-ACB5-D78C8E996BE1}" dt="2024-09-20T09:05:48.276" v="317" actId="20577"/>
          <ac:spMkLst>
            <pc:docMk/>
            <pc:sldMk cId="4132629586" sldId="268"/>
            <ac:spMk id="6" creationId="{00000000-0000-0000-0000-000000000000}"/>
          </ac:spMkLst>
        </pc:spChg>
        <pc:spChg chg="add mod">
          <ac:chgData name="Marcello Millonzi" userId="4c40bab1-fbbe-468b-822e-62310dadebca" providerId="ADAL" clId="{AE1BFADF-C2AB-4CA5-ACB5-D78C8E996BE1}" dt="2024-09-20T09:07:36.672" v="336" actId="20577"/>
          <ac:spMkLst>
            <pc:docMk/>
            <pc:sldMk cId="4132629586" sldId="268"/>
            <ac:spMk id="7" creationId="{5C68D8A1-F35F-1A05-D970-976C66AA6BE5}"/>
          </ac:spMkLst>
        </pc:spChg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2471935256" sldId="269"/>
        </pc:sldMkLst>
      </pc:sldChg>
      <pc:sldChg chg="modSp add del mod">
        <pc:chgData name="Marcello Millonzi" userId="4c40bab1-fbbe-468b-822e-62310dadebca" providerId="ADAL" clId="{AE1BFADF-C2AB-4CA5-ACB5-D78C8E996BE1}" dt="2024-09-20T09:06:33.821" v="320" actId="2696"/>
        <pc:sldMkLst>
          <pc:docMk/>
          <pc:sldMk cId="4117337741" sldId="269"/>
        </pc:sldMkLst>
        <pc:spChg chg="mod">
          <ac:chgData name="Marcello Millonzi" userId="4c40bab1-fbbe-468b-822e-62310dadebca" providerId="ADAL" clId="{AE1BFADF-C2AB-4CA5-ACB5-D78C8E996BE1}" dt="2024-09-20T08:56:23.144" v="149"/>
          <ac:spMkLst>
            <pc:docMk/>
            <pc:sldMk cId="4117337741" sldId="269"/>
            <ac:spMk id="3" creationId="{00000000-0000-0000-0000-000000000000}"/>
          </ac:spMkLst>
        </pc:spChg>
        <pc:spChg chg="mod">
          <ac:chgData name="Marcello Millonzi" userId="4c40bab1-fbbe-468b-822e-62310dadebca" providerId="ADAL" clId="{AE1BFADF-C2AB-4CA5-ACB5-D78C8E996BE1}" dt="2024-09-20T09:06:01.896" v="318" actId="14100"/>
          <ac:spMkLst>
            <pc:docMk/>
            <pc:sldMk cId="4117337741" sldId="269"/>
            <ac:spMk id="5" creationId="{00000000-0000-0000-0000-000000000000}"/>
          </ac:spMkLst>
        </pc:spChg>
        <pc:spChg chg="mod">
          <ac:chgData name="Marcello Millonzi" userId="4c40bab1-fbbe-468b-822e-62310dadebca" providerId="ADAL" clId="{AE1BFADF-C2AB-4CA5-ACB5-D78C8E996BE1}" dt="2024-09-20T09:06:19.716" v="319" actId="14100"/>
          <ac:spMkLst>
            <pc:docMk/>
            <pc:sldMk cId="4117337741" sldId="269"/>
            <ac:spMk id="16" creationId="{00000000-0000-0000-0000-000000000000}"/>
          </ac:spMkLst>
        </pc:spChg>
      </pc:sldChg>
      <pc:sldChg chg="modSp add mod">
        <pc:chgData name="Marcello Millonzi" userId="4c40bab1-fbbe-468b-822e-62310dadebca" providerId="ADAL" clId="{AE1BFADF-C2AB-4CA5-ACB5-D78C8E996BE1}" dt="2024-09-20T08:56:32.194" v="164" actId="1036"/>
        <pc:sldMkLst>
          <pc:docMk/>
          <pc:sldMk cId="3070918313" sldId="270"/>
        </pc:sldMkLst>
        <pc:spChg chg="mod">
          <ac:chgData name="Marcello Millonzi" userId="4c40bab1-fbbe-468b-822e-62310dadebca" providerId="ADAL" clId="{AE1BFADF-C2AB-4CA5-ACB5-D78C8E996BE1}" dt="2024-09-20T08:56:23.144" v="149"/>
          <ac:spMkLst>
            <pc:docMk/>
            <pc:sldMk cId="3070918313" sldId="270"/>
            <ac:spMk id="3" creationId="{00000000-0000-0000-0000-000000000000}"/>
          </ac:spMkLst>
        </pc:spChg>
        <pc:spChg chg="mod">
          <ac:chgData name="Marcello Millonzi" userId="4c40bab1-fbbe-468b-822e-62310dadebca" providerId="ADAL" clId="{AE1BFADF-C2AB-4CA5-ACB5-D78C8E996BE1}" dt="2024-09-20T08:56:32.194" v="164" actId="1036"/>
          <ac:spMkLst>
            <pc:docMk/>
            <pc:sldMk cId="3070918313" sldId="270"/>
            <ac:spMk id="5" creationId="{00000000-0000-0000-0000-000000000000}"/>
          </ac:spMkLst>
        </pc:spChg>
      </pc:sldChg>
      <pc:sldChg chg="modSp add del">
        <pc:chgData name="Marcello Millonzi" userId="4c40bab1-fbbe-468b-822e-62310dadebca" providerId="ADAL" clId="{AE1BFADF-C2AB-4CA5-ACB5-D78C8E996BE1}" dt="2024-09-20T09:06:33.821" v="320" actId="2696"/>
        <pc:sldMkLst>
          <pc:docMk/>
          <pc:sldMk cId="383404681" sldId="271"/>
        </pc:sldMkLst>
        <pc:spChg chg="mod">
          <ac:chgData name="Marcello Millonzi" userId="4c40bab1-fbbe-468b-822e-62310dadebca" providerId="ADAL" clId="{AE1BFADF-C2AB-4CA5-ACB5-D78C8E996BE1}" dt="2024-09-20T08:56:23.144" v="149"/>
          <ac:spMkLst>
            <pc:docMk/>
            <pc:sldMk cId="383404681" sldId="271"/>
            <ac:spMk id="3" creationId="{00000000-0000-0000-0000-000000000000}"/>
          </ac:spMkLst>
        </pc:spChg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480533612" sldId="271"/>
        </pc:sldMkLst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720184265" sldId="272"/>
        </pc:sldMkLst>
      </pc:sldChg>
      <pc:sldChg chg="del mod modShow">
        <pc:chgData name="Marcello Millonzi" userId="4c40bab1-fbbe-468b-822e-62310dadebca" providerId="ADAL" clId="{AE1BFADF-C2AB-4CA5-ACB5-D78C8E996BE1}" dt="2024-09-20T09:08:57.447" v="351" actId="47"/>
        <pc:sldMkLst>
          <pc:docMk/>
          <pc:sldMk cId="2436024591" sldId="273"/>
        </pc:sldMkLst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3376167965" sldId="274"/>
        </pc:sldMkLst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1534568551" sldId="275"/>
        </pc:sldMkLst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3513678753" sldId="277"/>
        </pc:sldMkLst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3733448847" sldId="278"/>
        </pc:sldMkLst>
      </pc:sldChg>
      <pc:sldChg chg="modSp add mod">
        <pc:chgData name="Marcello Millonzi" userId="4c40bab1-fbbe-468b-822e-62310dadebca" providerId="ADAL" clId="{AE1BFADF-C2AB-4CA5-ACB5-D78C8E996BE1}" dt="2024-09-20T09:08:14.958" v="350" actId="20577"/>
        <pc:sldMkLst>
          <pc:docMk/>
          <pc:sldMk cId="1311232678" sldId="279"/>
        </pc:sldMkLst>
        <pc:spChg chg="mod">
          <ac:chgData name="Marcello Millonzi" userId="4c40bab1-fbbe-468b-822e-62310dadebca" providerId="ADAL" clId="{AE1BFADF-C2AB-4CA5-ACB5-D78C8E996BE1}" dt="2024-09-20T08:56:23.144" v="149"/>
          <ac:spMkLst>
            <pc:docMk/>
            <pc:sldMk cId="1311232678" sldId="279"/>
            <ac:spMk id="4" creationId="{00000000-0000-0000-0000-000000000000}"/>
          </ac:spMkLst>
        </pc:spChg>
        <pc:spChg chg="mod">
          <ac:chgData name="Marcello Millonzi" userId="4c40bab1-fbbe-468b-822e-62310dadebca" providerId="ADAL" clId="{AE1BFADF-C2AB-4CA5-ACB5-D78C8E996BE1}" dt="2024-09-20T09:08:14.958" v="350" actId="20577"/>
          <ac:spMkLst>
            <pc:docMk/>
            <pc:sldMk cId="1311232678" sldId="279"/>
            <ac:spMk id="15" creationId="{00000000-0000-0000-0000-000000000000}"/>
          </ac:spMkLst>
        </pc:spChg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2567236888" sldId="279"/>
        </pc:sldMkLst>
      </pc:sldChg>
      <pc:sldChg chg="modSp add mod">
        <pc:chgData name="Marcello Millonzi" userId="4c40bab1-fbbe-468b-822e-62310dadebca" providerId="ADAL" clId="{AE1BFADF-C2AB-4CA5-ACB5-D78C8E996BE1}" dt="2024-09-20T08:56:23.264" v="150" actId="27636"/>
        <pc:sldMkLst>
          <pc:docMk/>
          <pc:sldMk cId="2139407408" sldId="280"/>
        </pc:sldMkLst>
        <pc:spChg chg="mod">
          <ac:chgData name="Marcello Millonzi" userId="4c40bab1-fbbe-468b-822e-62310dadebca" providerId="ADAL" clId="{AE1BFADF-C2AB-4CA5-ACB5-D78C8E996BE1}" dt="2024-09-20T08:56:23.144" v="149"/>
          <ac:spMkLst>
            <pc:docMk/>
            <pc:sldMk cId="2139407408" sldId="280"/>
            <ac:spMk id="3" creationId="{00000000-0000-0000-0000-000000000000}"/>
          </ac:spMkLst>
        </pc:spChg>
        <pc:spChg chg="mod">
          <ac:chgData name="Marcello Millonzi" userId="4c40bab1-fbbe-468b-822e-62310dadebca" providerId="ADAL" clId="{AE1BFADF-C2AB-4CA5-ACB5-D78C8E996BE1}" dt="2024-09-20T08:56:23.264" v="150" actId="27636"/>
          <ac:spMkLst>
            <pc:docMk/>
            <pc:sldMk cId="2139407408" sldId="280"/>
            <ac:spMk id="4" creationId="{00000000-0000-0000-0000-000000000000}"/>
          </ac:spMkLst>
        </pc:spChg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3695049120" sldId="280"/>
        </pc:sldMkLst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509840033" sldId="281"/>
        </pc:sldMkLst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2868963727" sldId="282"/>
        </pc:sldMkLst>
      </pc:sldChg>
      <pc:sldChg chg="modSp add">
        <pc:chgData name="Marcello Millonzi" userId="4c40bab1-fbbe-468b-822e-62310dadebca" providerId="ADAL" clId="{AE1BFADF-C2AB-4CA5-ACB5-D78C8E996BE1}" dt="2024-09-20T08:56:23.144" v="149"/>
        <pc:sldMkLst>
          <pc:docMk/>
          <pc:sldMk cId="3489490141" sldId="282"/>
        </pc:sldMkLst>
        <pc:spChg chg="mod">
          <ac:chgData name="Marcello Millonzi" userId="4c40bab1-fbbe-468b-822e-62310dadebca" providerId="ADAL" clId="{AE1BFADF-C2AB-4CA5-ACB5-D78C8E996BE1}" dt="2024-09-20T08:56:23.144" v="149"/>
          <ac:spMkLst>
            <pc:docMk/>
            <pc:sldMk cId="3489490141" sldId="282"/>
            <ac:spMk id="3" creationId="{00000000-0000-0000-0000-000000000000}"/>
          </ac:spMkLst>
        </pc:spChg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1421143550" sldId="283"/>
        </pc:sldMkLst>
      </pc:sldChg>
      <pc:sldChg chg="modSp add">
        <pc:chgData name="Marcello Millonzi" userId="4c40bab1-fbbe-468b-822e-62310dadebca" providerId="ADAL" clId="{AE1BFADF-C2AB-4CA5-ACB5-D78C8E996BE1}" dt="2024-09-20T08:56:23.144" v="149"/>
        <pc:sldMkLst>
          <pc:docMk/>
          <pc:sldMk cId="4190370274" sldId="283"/>
        </pc:sldMkLst>
        <pc:spChg chg="mod">
          <ac:chgData name="Marcello Millonzi" userId="4c40bab1-fbbe-468b-822e-62310dadebca" providerId="ADAL" clId="{AE1BFADF-C2AB-4CA5-ACB5-D78C8E996BE1}" dt="2024-09-20T08:56:23.144" v="149"/>
          <ac:spMkLst>
            <pc:docMk/>
            <pc:sldMk cId="4190370274" sldId="283"/>
            <ac:spMk id="3" creationId="{00000000-0000-0000-0000-000000000000}"/>
          </ac:spMkLst>
        </pc:spChg>
      </pc:sldChg>
      <pc:sldChg chg="del">
        <pc:chgData name="Marcello Millonzi" userId="4c40bab1-fbbe-468b-822e-62310dadebca" providerId="ADAL" clId="{AE1BFADF-C2AB-4CA5-ACB5-D78C8E996BE1}" dt="2024-09-20T08:37:40.117" v="4" actId="47"/>
        <pc:sldMkLst>
          <pc:docMk/>
          <pc:sldMk cId="2399803530" sldId="28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3BBE67-375B-4F99-BBB3-BCE631393A80}" type="datetimeFigureOut">
              <a:rPr lang="nl-NL" smtClean="0"/>
              <a:t>20-9-2024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2C61AE-670B-4DF8-A041-3E70DE1772F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0994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37306C-F93C-4066-81C7-B40DEE1A4A38}" type="slidenum">
              <a:rPr lang="en-US" smtClean="0"/>
              <a:t>7</a:t>
            </a:fld>
            <a:endParaRPr lang="en-US"/>
          </a:p>
        </p:txBody>
      </p:sp>
      <p:sp>
        <p:nvSpPr>
          <p:cNvPr id="5" name="Tijdelijke aanduiding voor koptekst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1025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37306C-F93C-4066-81C7-B40DEE1A4A38}" type="slidenum">
              <a:rPr lang="en-US" smtClean="0"/>
              <a:t>9</a:t>
            </a:fld>
            <a:endParaRPr lang="en-US"/>
          </a:p>
        </p:txBody>
      </p:sp>
      <p:sp>
        <p:nvSpPr>
          <p:cNvPr id="5" name="Tijdelijke aanduiding voor koptekst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102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37306C-F93C-4066-81C7-B40DEE1A4A38}" type="slidenum">
              <a:rPr lang="en-US" smtClean="0"/>
              <a:t>10</a:t>
            </a:fld>
            <a:endParaRPr lang="en-US"/>
          </a:p>
        </p:txBody>
      </p:sp>
      <p:sp>
        <p:nvSpPr>
          <p:cNvPr id="5" name="Tijdelijke aanduiding voor koptekst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102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37306C-F93C-4066-81C7-B40DEE1A4A38}" type="slidenum">
              <a:rPr lang="en-US" smtClean="0"/>
              <a:t>11</a:t>
            </a:fld>
            <a:endParaRPr lang="en-US"/>
          </a:p>
        </p:txBody>
      </p:sp>
      <p:sp>
        <p:nvSpPr>
          <p:cNvPr id="5" name="Tijdelijke aanduiding voor koptekst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102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37306C-F93C-4066-81C7-B40DEE1A4A38}" type="slidenum">
              <a:rPr lang="en-US" smtClean="0"/>
              <a:t>12</a:t>
            </a:fld>
            <a:endParaRPr lang="en-US"/>
          </a:p>
        </p:txBody>
      </p:sp>
      <p:sp>
        <p:nvSpPr>
          <p:cNvPr id="5" name="Tijdelijke aanduiding voor koptekst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102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" y="3"/>
            <a:ext cx="12191996" cy="6857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78356" y="1296000"/>
            <a:ext cx="6840000" cy="2376000"/>
          </a:xfrm>
        </p:spPr>
        <p:txBody>
          <a:bodyPr anchor="t" anchorCtr="0">
            <a:noAutofit/>
          </a:bodyPr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een titel te maken</a:t>
            </a:r>
            <a:endParaRPr lang="en-US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478356" y="288000"/>
            <a:ext cx="6840000" cy="7920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200" i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voor de ondertitel</a:t>
            </a:r>
            <a:endParaRPr lang="en-US" dirty="0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9287665F-62CD-4131-9BD9-8FAAA949A596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TITELDIA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12CF3485-17FB-471E-8577-1BDF378BC7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0708" y="5460765"/>
            <a:ext cx="2844000" cy="110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511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- gro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" y="3"/>
            <a:ext cx="822491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131127" y="0"/>
            <a:ext cx="406603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78800" y="1296000"/>
            <a:ext cx="6840000" cy="2376000"/>
          </a:xfrm>
        </p:spPr>
        <p:txBody>
          <a:bodyPr anchor="t" anchorCtr="0">
            <a:noAutofit/>
          </a:bodyPr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een titel te maken</a:t>
            </a:r>
            <a:endParaRPr lang="en-US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478800" y="288000"/>
            <a:ext cx="6840000" cy="7920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200" i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voor de ondertitel</a:t>
            </a:r>
            <a:endParaRPr lang="en-US" dirty="0"/>
          </a:p>
        </p:txBody>
      </p:sp>
      <p:sp>
        <p:nvSpPr>
          <p:cNvPr id="7" name="Tijdelijke aanduiding voor tekst 7">
            <a:extLst>
              <a:ext uri="{FF2B5EF4-FFF2-40B4-BE49-F238E27FC236}">
                <a16:creationId xmlns:a16="http://schemas.microsoft.com/office/drawing/2014/main" id="{B2EEF6AA-5177-E343-981A-EA1DF6E43F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800" y="4107320"/>
            <a:ext cx="6840000" cy="29822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Voor- en achternaam</a:t>
            </a:r>
          </a:p>
        </p:txBody>
      </p:sp>
      <p:sp>
        <p:nvSpPr>
          <p:cNvPr id="8" name="Tijdelijke aanduiding voor tekst 12">
            <a:extLst>
              <a:ext uri="{FF2B5EF4-FFF2-40B4-BE49-F238E27FC236}">
                <a16:creationId xmlns:a16="http://schemas.microsoft.com/office/drawing/2014/main" id="{D4220856-237A-504F-92B2-5ECE87CB73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8800" y="4467095"/>
            <a:ext cx="6839347" cy="3048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Datum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CF62E955-F76A-4DE8-A1BB-8B59F2C0B567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TITELDIA-GROEN</a:t>
            </a:r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B1A9597E-956D-4D57-9D06-941C499C51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1559" y="5461202"/>
            <a:ext cx="2842299" cy="110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268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met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3"/>
            <a:ext cx="8203476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8131200" y="0"/>
            <a:ext cx="40608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nl-NL" dirty="0"/>
              <a:t>Klik op het </a:t>
            </a:r>
            <a:br>
              <a:rPr lang="nl-NL" dirty="0"/>
            </a:br>
            <a:r>
              <a:rPr lang="nl-NL" dirty="0"/>
              <a:t>afbeeldingspictogram en </a:t>
            </a:r>
            <a:br>
              <a:rPr lang="nl-NL" dirty="0"/>
            </a:br>
            <a:r>
              <a:rPr lang="nl-NL" dirty="0"/>
              <a:t>voeg je eigen foto in</a:t>
            </a:r>
            <a:r>
              <a:rPr lang="nl-NL" noProof="0" dirty="0"/>
              <a:t>.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78800" y="1296000"/>
            <a:ext cx="6840000" cy="2376000"/>
          </a:xfrm>
        </p:spPr>
        <p:txBody>
          <a:bodyPr anchor="t" anchorCtr="0">
            <a:noAutofit/>
          </a:bodyPr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een titel te maken</a:t>
            </a:r>
            <a:endParaRPr lang="en-US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478800" y="288000"/>
            <a:ext cx="6840000" cy="7920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200" i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voor de ondertitel</a:t>
            </a:r>
            <a:endParaRPr lang="en-US" dirty="0"/>
          </a:p>
        </p:txBody>
      </p:sp>
      <p:sp>
        <p:nvSpPr>
          <p:cNvPr id="9" name="Tijdelijke aanduiding voor tekst 7">
            <a:extLst>
              <a:ext uri="{FF2B5EF4-FFF2-40B4-BE49-F238E27FC236}">
                <a16:creationId xmlns:a16="http://schemas.microsoft.com/office/drawing/2014/main" id="{B2EEF6AA-5177-E343-981A-EA1DF6E43F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800" y="4107320"/>
            <a:ext cx="6840653" cy="29822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600" baseline="0">
                <a:solidFill>
                  <a:srgbClr val="009C82"/>
                </a:solidFill>
              </a:defRPr>
            </a:lvl1pPr>
          </a:lstStyle>
          <a:p>
            <a:r>
              <a:rPr lang="nl-NL" dirty="0"/>
              <a:t>Voor- en achternaam</a:t>
            </a:r>
          </a:p>
        </p:txBody>
      </p:sp>
      <p:sp>
        <p:nvSpPr>
          <p:cNvPr id="10" name="Tijdelijke aanduiding voor tekst 12">
            <a:extLst>
              <a:ext uri="{FF2B5EF4-FFF2-40B4-BE49-F238E27FC236}">
                <a16:creationId xmlns:a16="http://schemas.microsoft.com/office/drawing/2014/main" id="{D4220856-237A-504F-92B2-5ECE87CB73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8800" y="4467095"/>
            <a:ext cx="6840000" cy="3048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600" baseline="0">
                <a:solidFill>
                  <a:srgbClr val="009C82"/>
                </a:solidFill>
              </a:defRPr>
            </a:lvl1pPr>
          </a:lstStyle>
          <a:p>
            <a:r>
              <a:rPr lang="nl-NL" dirty="0"/>
              <a:t>Datum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CCE6B724-6B58-4515-B463-84D4E794F73B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TITELDIA MET FOTO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A8F674CA-F8DA-462E-A15C-CDBF6BC504E2}"/>
              </a:ext>
            </a:extLst>
          </p:cNvPr>
          <p:cNvSpPr txBox="1"/>
          <p:nvPr/>
        </p:nvSpPr>
        <p:spPr>
          <a:xfrm>
            <a:off x="12478626" y="-36000"/>
            <a:ext cx="2088000" cy="491102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900" b="0" u="none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900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  <a:b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tab ‘Afbeeldingsopmaak’ verschijnt.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onderste deel van de knop </a:t>
            </a:r>
            <a:r>
              <a:rPr lang="nl-NL" sz="90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Bijsnijden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optie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Opvullen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A8A007AA-B55B-4E9D-A2F8-666B46E418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8AFAFDC3-00F9-47CD-8BCB-D1616EBC9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5C8AFDF8-1E85-4372-95AE-14A33EA12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DCC2A9E9-C804-4EB0-B3AD-C5402F1A15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0708" y="5460765"/>
            <a:ext cx="2844000" cy="110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205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83CAAD80-5083-4E39-80FC-83B1EBE8A588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TITEL en OBJECT</a:t>
            </a:r>
          </a:p>
        </p:txBody>
      </p:sp>
    </p:spTree>
    <p:extLst>
      <p:ext uri="{BB962C8B-B14F-4D97-AF65-F5344CB8AC3E}">
        <p14:creationId xmlns:p14="http://schemas.microsoft.com/office/powerpoint/2010/main" val="725959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 (wi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4" name="Rechthoek 3"/>
          <p:cNvSpPr/>
          <p:nvPr/>
        </p:nvSpPr>
        <p:spPr>
          <a:xfrm>
            <a:off x="0" y="-1"/>
            <a:ext cx="12192000" cy="591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E631A57E-AFC2-43F7-8E0B-1D68531D3ABF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TITEL en object (wit)</a:t>
            </a:r>
          </a:p>
        </p:txBody>
      </p:sp>
    </p:spTree>
    <p:extLst>
      <p:ext uri="{BB962C8B-B14F-4D97-AF65-F5344CB8AC3E}">
        <p14:creationId xmlns:p14="http://schemas.microsoft.com/office/powerpoint/2010/main" val="3839750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 (wit+1/3 f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/>
          <p:cNvSpPr/>
          <p:nvPr/>
        </p:nvSpPr>
        <p:spPr>
          <a:xfrm>
            <a:off x="0" y="-1"/>
            <a:ext cx="12192000" cy="591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6892B8C9-9FB2-4773-A4FB-95DC8AA474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131200" y="0"/>
            <a:ext cx="40608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nl-NL" dirty="0"/>
              <a:t>Klik op het </a:t>
            </a:r>
            <a:br>
              <a:rPr lang="nl-NL" dirty="0"/>
            </a:br>
            <a:r>
              <a:rPr lang="nl-NL" dirty="0"/>
              <a:t>afbeeldingspictogram en </a:t>
            </a:r>
            <a:br>
              <a:rPr lang="nl-NL" dirty="0"/>
            </a:br>
            <a:r>
              <a:rPr lang="nl-NL" dirty="0"/>
              <a:t>voeg je eigen foto in</a:t>
            </a:r>
            <a:r>
              <a:rPr lang="nl-NL" noProof="0" dirty="0"/>
              <a:t>.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0986" y="1026000"/>
            <a:ext cx="7122865" cy="666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70986" y="1764000"/>
            <a:ext cx="7122865" cy="4140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7A595EE6-BDA6-43DD-955F-79046DE607D5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TITEL en object (wit+1/3 foto)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C029E682-A8BB-47FD-A325-4DFA434539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38D7D234-8261-4EA0-B56C-D8D99B2E3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489B0BBB-4ADE-4546-9C32-E55E68427B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sp>
        <p:nvSpPr>
          <p:cNvPr id="15" name="Tekstvak 14">
            <a:extLst>
              <a:ext uri="{FF2B5EF4-FFF2-40B4-BE49-F238E27FC236}">
                <a16:creationId xmlns:a16="http://schemas.microsoft.com/office/drawing/2014/main" id="{A4CF239C-5E61-4154-A6FE-1FDBBAB3A7B9}"/>
              </a:ext>
            </a:extLst>
          </p:cNvPr>
          <p:cNvSpPr txBox="1"/>
          <p:nvPr/>
        </p:nvSpPr>
        <p:spPr>
          <a:xfrm>
            <a:off x="12478626" y="-36000"/>
            <a:ext cx="2088000" cy="491102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900" b="0" u="none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900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  <a:b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tab ‘Afbeeldingsopmaak’ verschijnt.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onderste deel van de knop </a:t>
            </a:r>
            <a:r>
              <a:rPr lang="nl-NL" sz="90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Bijsnijden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optie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Opvullen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</p:spTree>
    <p:extLst>
      <p:ext uri="{BB962C8B-B14F-4D97-AF65-F5344CB8AC3E}">
        <p14:creationId xmlns:p14="http://schemas.microsoft.com/office/powerpoint/2010/main" val="2574509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 (wit+2/3 f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4" name="Rechthoek 3"/>
          <p:cNvSpPr/>
          <p:nvPr/>
        </p:nvSpPr>
        <p:spPr>
          <a:xfrm>
            <a:off x="0" y="-1"/>
            <a:ext cx="12192000" cy="591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4080000" y="0"/>
            <a:ext cx="8112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nl-NL" dirty="0"/>
              <a:t>Klik op het </a:t>
            </a:r>
            <a:br>
              <a:rPr lang="nl-NL" dirty="0"/>
            </a:br>
            <a:r>
              <a:rPr lang="nl-NL" dirty="0"/>
              <a:t>afbeeldingspictogram en </a:t>
            </a:r>
            <a:br>
              <a:rPr lang="nl-NL" dirty="0"/>
            </a:br>
            <a:r>
              <a:rPr lang="nl-NL" dirty="0"/>
              <a:t>voeg je eigen foto in</a:t>
            </a:r>
            <a:r>
              <a:rPr lang="nl-NL" noProof="0" dirty="0"/>
              <a:t>.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E4520427-BA8E-4D38-95EF-C9120025EE09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TITEL en object (wit+2/3 foto)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45BB2FBE-FC88-42C6-9174-5B42C6FFF5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DFF4EBA5-603A-445C-8AD1-3851C6AF8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5842EA36-C2FD-4BE7-A75F-AF0D84996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sp>
        <p:nvSpPr>
          <p:cNvPr id="16" name="Tekstvak 15">
            <a:extLst>
              <a:ext uri="{FF2B5EF4-FFF2-40B4-BE49-F238E27FC236}">
                <a16:creationId xmlns:a16="http://schemas.microsoft.com/office/drawing/2014/main" id="{8B6077C4-AF02-4848-AD0D-4DD038E4E57A}"/>
              </a:ext>
            </a:extLst>
          </p:cNvPr>
          <p:cNvSpPr txBox="1"/>
          <p:nvPr/>
        </p:nvSpPr>
        <p:spPr>
          <a:xfrm>
            <a:off x="12478626" y="-36000"/>
            <a:ext cx="2088000" cy="491102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900" b="0" u="none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900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  <a:b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tab ‘Afbeeldingsopmaak’ verschijnt.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onderste deel van de knop </a:t>
            </a:r>
            <a:r>
              <a:rPr lang="nl-NL" sz="90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Bijsnijden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optie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Opvullen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72574B8-641E-4642-A1D6-57EB1E59F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000" y="1026000"/>
            <a:ext cx="3121374" cy="6660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41D107AE-6AC5-4E94-825B-476C4EB5A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987" y="1764000"/>
            <a:ext cx="3121374" cy="4140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417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 (gro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86EBFDE8-B5CE-401E-8469-26933AAE4F33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TITEL en object (groen)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D25D200E-0D89-4918-8FEC-8C4416C12C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3910" y="6201364"/>
            <a:ext cx="1151315" cy="44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744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 (groen+1/3 f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0986" y="1026000"/>
            <a:ext cx="7122865" cy="66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70986" y="1764000"/>
            <a:ext cx="7122865" cy="414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8225369" y="0"/>
            <a:ext cx="3966633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nl-NL" dirty="0"/>
              <a:t>Klik op het </a:t>
            </a:r>
            <a:br>
              <a:rPr lang="nl-NL" dirty="0"/>
            </a:br>
            <a:r>
              <a:rPr lang="nl-NL" dirty="0"/>
              <a:t>afbeeldingspictogram en </a:t>
            </a:r>
            <a:br>
              <a:rPr lang="nl-NL" dirty="0"/>
            </a:br>
            <a:r>
              <a:rPr lang="nl-NL" dirty="0"/>
              <a:t>voeg je eigen foto in</a:t>
            </a:r>
            <a:r>
              <a:rPr lang="nl-NL" noProof="0" dirty="0"/>
              <a:t>.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4C1CB270-3104-4523-AB85-86B0C678E631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TITEL en object (groen+1/3 foto)</a:t>
            </a:r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44AFC8A0-D9D9-4FDC-AA0B-3AC152C58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27B4DFB2-E726-48CA-BF58-470D84AEE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78BF8541-7B2F-4AF1-98D2-F872725BD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sp>
        <p:nvSpPr>
          <p:cNvPr id="18" name="Tekstvak 17">
            <a:extLst>
              <a:ext uri="{FF2B5EF4-FFF2-40B4-BE49-F238E27FC236}">
                <a16:creationId xmlns:a16="http://schemas.microsoft.com/office/drawing/2014/main" id="{5024C2AF-5528-434F-92BD-EC588604F841}"/>
              </a:ext>
            </a:extLst>
          </p:cNvPr>
          <p:cNvSpPr txBox="1"/>
          <p:nvPr/>
        </p:nvSpPr>
        <p:spPr>
          <a:xfrm>
            <a:off x="12478626" y="-36000"/>
            <a:ext cx="2088000" cy="491102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900" b="0" u="none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900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  <a:b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tab ‘Afbeeldingsopmaak’ verschijnt.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onderste deel van de knop </a:t>
            </a:r>
            <a:r>
              <a:rPr lang="nl-NL" sz="90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Bijsnijden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optie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Opvullen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26F5C812-23F5-4050-AC64-729B0E4821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3910" y="6201364"/>
            <a:ext cx="1151315" cy="44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519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 (groen+2/3 f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4080000" y="0"/>
            <a:ext cx="8112000" cy="685800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nl-NL" dirty="0"/>
              <a:t>Klik op het </a:t>
            </a:r>
            <a:br>
              <a:rPr lang="nl-NL" dirty="0"/>
            </a:br>
            <a:r>
              <a:rPr lang="nl-NL" dirty="0"/>
              <a:t>afbeeldingspictogram en </a:t>
            </a:r>
            <a:br>
              <a:rPr lang="nl-NL" dirty="0"/>
            </a:br>
            <a:r>
              <a:rPr lang="nl-NL" dirty="0"/>
              <a:t>voeg je eigen foto in</a:t>
            </a:r>
            <a:r>
              <a:rPr lang="nl-NL" noProof="0" dirty="0"/>
              <a:t>.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F710D2C9-CBE6-4CD7-81BB-91DEE2FE3712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TITEL en object (groen+2/3 foto)</a:t>
            </a:r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AD136605-3DEF-465E-8B56-319FC4B68D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40250544-D823-418F-966E-C7D8943C20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2968F752-43C6-425E-9342-5E238901A7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sp>
        <p:nvSpPr>
          <p:cNvPr id="18" name="Tekstvak 17">
            <a:extLst>
              <a:ext uri="{FF2B5EF4-FFF2-40B4-BE49-F238E27FC236}">
                <a16:creationId xmlns:a16="http://schemas.microsoft.com/office/drawing/2014/main" id="{46267936-07FE-4EFB-8513-36D661469332}"/>
              </a:ext>
            </a:extLst>
          </p:cNvPr>
          <p:cNvSpPr txBox="1"/>
          <p:nvPr/>
        </p:nvSpPr>
        <p:spPr>
          <a:xfrm>
            <a:off x="12478626" y="-36000"/>
            <a:ext cx="2088000" cy="491102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900" b="0" u="none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900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  <a:b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tab ‘Afbeeldingsopmaak’ verschijnt.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onderste deel van de knop </a:t>
            </a:r>
            <a:r>
              <a:rPr lang="nl-NL" sz="90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Bijsnijden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optie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Opvullen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14" name="Titel 2">
            <a:extLst>
              <a:ext uri="{FF2B5EF4-FFF2-40B4-BE49-F238E27FC236}">
                <a16:creationId xmlns:a16="http://schemas.microsoft.com/office/drawing/2014/main" id="{E59E2A4A-E906-40C2-9FE4-8D70A8B6A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000" y="1026000"/>
            <a:ext cx="3121374" cy="66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20" name="Tijdelijke aanduiding voor inhoud 2">
            <a:extLst>
              <a:ext uri="{FF2B5EF4-FFF2-40B4-BE49-F238E27FC236}">
                <a16:creationId xmlns:a16="http://schemas.microsoft.com/office/drawing/2014/main" id="{3439CB3E-A9D4-4E2D-922F-65E21A0AF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987" y="1764000"/>
            <a:ext cx="3121374" cy="414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22" name="Afbeelding 21">
            <a:extLst>
              <a:ext uri="{FF2B5EF4-FFF2-40B4-BE49-F238E27FC236}">
                <a16:creationId xmlns:a16="http://schemas.microsoft.com/office/drawing/2014/main" id="{37035787-6F0F-49E5-9360-6DDB5D5A46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3910" y="6201364"/>
            <a:ext cx="1151315" cy="44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251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nl-NL" dirty="0"/>
              <a:t>Klik op het </a:t>
            </a:r>
            <a:br>
              <a:rPr lang="nl-NL" dirty="0"/>
            </a:br>
            <a:r>
              <a:rPr lang="nl-NL" dirty="0"/>
              <a:t>afbeeldingspictogram en </a:t>
            </a:r>
            <a:br>
              <a:rPr lang="nl-NL" dirty="0"/>
            </a:br>
            <a:r>
              <a:rPr lang="nl-NL" dirty="0"/>
              <a:t>voeg je eigen foto in.</a:t>
            </a:r>
          </a:p>
          <a:p>
            <a:endParaRPr lang="nl-NL" dirty="0"/>
          </a:p>
        </p:txBody>
      </p:sp>
      <p:sp>
        <p:nvSpPr>
          <p:cNvPr id="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8" name="Tijdelijke aanduiding voor afbeelding 7"/>
          <p:cNvSpPr>
            <a:spLocks noGrp="1"/>
          </p:cNvSpPr>
          <p:nvPr>
            <p:ph type="pic" sz="quarter" idx="11" hasCustomPrompt="1"/>
          </p:nvPr>
        </p:nvSpPr>
        <p:spPr>
          <a:xfrm>
            <a:off x="302400" y="6202800"/>
            <a:ext cx="1152000" cy="4464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l-NL" dirty="0"/>
              <a:t> 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A817D2C3-502A-4EA4-8566-1A465E14F8A4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Grote foto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648CED8D-9F18-460A-A1D9-D9742331D7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C95B1336-E4CD-4D66-9B53-2E2B09B439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734EEF8F-C0DB-44F7-80E9-6F24D5F4CA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655719" y="3048112"/>
            <a:ext cx="533400" cy="657225"/>
          </a:xfrm>
          <a:prstGeom prst="rect">
            <a:avLst/>
          </a:prstGeom>
        </p:spPr>
      </p:pic>
      <p:sp>
        <p:nvSpPr>
          <p:cNvPr id="10" name="Tekstvak 9">
            <a:extLst>
              <a:ext uri="{FF2B5EF4-FFF2-40B4-BE49-F238E27FC236}">
                <a16:creationId xmlns:a16="http://schemas.microsoft.com/office/drawing/2014/main" id="{7488985C-F0AB-45E1-B334-177AE6C9DAD3}"/>
              </a:ext>
            </a:extLst>
          </p:cNvPr>
          <p:cNvSpPr txBox="1"/>
          <p:nvPr/>
        </p:nvSpPr>
        <p:spPr>
          <a:xfrm>
            <a:off x="12478626" y="-36000"/>
            <a:ext cx="2088000" cy="491102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900" b="0" u="none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900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  <a:b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tab ‘Afbeeldingsopmaak’ verschijnt.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onderste deel van de knop </a:t>
            </a:r>
            <a:r>
              <a:rPr lang="nl-NL" sz="90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Bijsnijden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optie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Opvullen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8000" indent="-10800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</p:spTree>
    <p:extLst>
      <p:ext uri="{BB962C8B-B14F-4D97-AF65-F5344CB8AC3E}">
        <p14:creationId xmlns:p14="http://schemas.microsoft.com/office/powerpoint/2010/main" val="27474028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0900" y="4406903"/>
            <a:ext cx="1041831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70985" y="2906713"/>
            <a:ext cx="10417016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39D60296-2A65-4A38-BB67-4A38E7380A8E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sectiekop</a:t>
            </a:r>
          </a:p>
        </p:txBody>
      </p:sp>
    </p:spTree>
    <p:extLst>
      <p:ext uri="{BB962C8B-B14F-4D97-AF65-F5344CB8AC3E}">
        <p14:creationId xmlns:p14="http://schemas.microsoft.com/office/powerpoint/2010/main" val="24871620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70983" y="1736728"/>
            <a:ext cx="4992000" cy="4176713"/>
          </a:xfrm>
        </p:spPr>
        <p:txBody>
          <a:bodyPr>
            <a:normAutofit/>
          </a:bodyPr>
          <a:lstStyle>
            <a:lvl1pPr marL="288000">
              <a:defRPr sz="2300"/>
            </a:lvl1pPr>
            <a:lvl2pPr>
              <a:defRPr sz="2300"/>
            </a:lvl2pPr>
            <a:lvl3pPr>
              <a:defRPr sz="2300"/>
            </a:lvl3pPr>
            <a:lvl4pPr>
              <a:defRPr sz="2300"/>
            </a:lvl4pPr>
            <a:lvl5pPr>
              <a:defRPr sz="2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096002" y="1736728"/>
            <a:ext cx="4993217" cy="4176713"/>
          </a:xfrm>
        </p:spPr>
        <p:txBody>
          <a:bodyPr>
            <a:normAutofit/>
          </a:bodyPr>
          <a:lstStyle>
            <a:lvl1pPr marL="288000">
              <a:defRPr sz="2300"/>
            </a:lvl1pPr>
            <a:lvl2pPr>
              <a:defRPr sz="2300"/>
            </a:lvl2pPr>
            <a:lvl3pPr>
              <a:defRPr sz="2300"/>
            </a:lvl3pPr>
            <a:lvl4pPr>
              <a:defRPr sz="2300"/>
            </a:lvl4pPr>
            <a:lvl5pPr>
              <a:defRPr sz="2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670984" y="1026000"/>
            <a:ext cx="10417016" cy="666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CC5EE97F-CAC9-44A7-ACC8-8F1AF103AAD4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Inhoud van twee</a:t>
            </a:r>
          </a:p>
        </p:txBody>
      </p:sp>
    </p:spTree>
    <p:extLst>
      <p:ext uri="{BB962C8B-B14F-4D97-AF65-F5344CB8AC3E}">
        <p14:creationId xmlns:p14="http://schemas.microsoft.com/office/powerpoint/2010/main" val="3296585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 hasCustomPrompt="1"/>
          </p:nvPr>
        </p:nvSpPr>
        <p:spPr>
          <a:xfrm>
            <a:off x="672000" y="1736725"/>
            <a:ext cx="4992000" cy="438150"/>
          </a:xfrm>
        </p:spPr>
        <p:txBody>
          <a:bodyPr anchor="b">
            <a:normAutofit/>
          </a:bodyPr>
          <a:lstStyle>
            <a:lvl1pPr marL="0" indent="0">
              <a:buNone/>
              <a:defRPr sz="2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/>
              <a:t>Klik voor </a:t>
            </a:r>
            <a:r>
              <a:rPr lang="nl-NL" dirty="0" err="1"/>
              <a:t>subkop</a:t>
            </a:r>
            <a:endParaRPr lang="nl-NL" dirty="0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72000" y="2174878"/>
            <a:ext cx="4992000" cy="3738563"/>
          </a:xfrm>
        </p:spPr>
        <p:txBody>
          <a:bodyPr>
            <a:normAutofit/>
          </a:bodyPr>
          <a:lstStyle>
            <a:lvl1pPr>
              <a:defRPr sz="2300"/>
            </a:lvl1pPr>
            <a:lvl2pPr>
              <a:defRPr sz="2300"/>
            </a:lvl2pPr>
            <a:lvl3pPr>
              <a:defRPr sz="2300"/>
            </a:lvl3pPr>
            <a:lvl4pPr>
              <a:defRPr sz="2300"/>
            </a:lvl4pPr>
            <a:lvl5pPr>
              <a:defRPr sz="23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1736725"/>
            <a:ext cx="4993216" cy="438150"/>
          </a:xfrm>
        </p:spPr>
        <p:txBody>
          <a:bodyPr anchor="b">
            <a:normAutofit/>
          </a:bodyPr>
          <a:lstStyle>
            <a:lvl1pPr marL="0" indent="0">
              <a:buNone/>
              <a:defRPr sz="23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/>
              <a:t>Klik voor </a:t>
            </a:r>
            <a:r>
              <a:rPr lang="nl-NL" dirty="0" err="1"/>
              <a:t>subkop</a:t>
            </a:r>
            <a:endParaRPr lang="nl-NL" dirty="0"/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096001" y="2174878"/>
            <a:ext cx="4993216" cy="3738563"/>
          </a:xfrm>
        </p:spPr>
        <p:txBody>
          <a:bodyPr>
            <a:normAutofit/>
          </a:bodyPr>
          <a:lstStyle>
            <a:lvl1pPr>
              <a:defRPr sz="2300"/>
            </a:lvl1pPr>
            <a:lvl2pPr>
              <a:defRPr sz="2300"/>
            </a:lvl2pPr>
            <a:lvl3pPr>
              <a:defRPr sz="2300"/>
            </a:lvl3pPr>
            <a:lvl4pPr>
              <a:defRPr sz="2300"/>
            </a:lvl4pPr>
            <a:lvl5pPr>
              <a:defRPr sz="23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Tijdelijke aanduiding voor dianummer 5"/>
          <p:cNvSpPr>
            <a:spLocks noGrp="1"/>
          </p:cNvSpPr>
          <p:nvPr>
            <p:ph type="sldNum" sz="quarter" idx="10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DF31D87E-EA1A-432A-AFBF-FF7B5E69CE19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vergelijking</a:t>
            </a:r>
          </a:p>
        </p:txBody>
      </p:sp>
    </p:spTree>
    <p:extLst>
      <p:ext uri="{BB962C8B-B14F-4D97-AF65-F5344CB8AC3E}">
        <p14:creationId xmlns:p14="http://schemas.microsoft.com/office/powerpoint/2010/main" val="26832645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/>
          </p:nvPr>
        </p:nvSpPr>
        <p:spPr>
          <a:xfrm>
            <a:off x="670984" y="1026000"/>
            <a:ext cx="10417016" cy="666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5DADD9A8-7A38-4589-B5A1-997790D855A2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Alleen titel</a:t>
            </a:r>
          </a:p>
        </p:txBody>
      </p:sp>
    </p:spTree>
    <p:extLst>
      <p:ext uri="{BB962C8B-B14F-4D97-AF65-F5344CB8AC3E}">
        <p14:creationId xmlns:p14="http://schemas.microsoft.com/office/powerpoint/2010/main" val="30806159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26814762-C25A-44C2-B67B-1AC52F962445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leeg</a:t>
            </a:r>
          </a:p>
        </p:txBody>
      </p:sp>
    </p:spTree>
    <p:extLst>
      <p:ext uri="{BB962C8B-B14F-4D97-AF65-F5344CB8AC3E}">
        <p14:creationId xmlns:p14="http://schemas.microsoft.com/office/powerpoint/2010/main" val="40130916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0986" y="1016002"/>
            <a:ext cx="3949700" cy="7207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766735" y="1016001"/>
            <a:ext cx="6322484" cy="4897439"/>
          </a:xfrm>
        </p:spPr>
        <p:txBody>
          <a:bodyPr>
            <a:normAutofit/>
          </a:bodyPr>
          <a:lstStyle>
            <a:lvl1pPr>
              <a:defRPr sz="2300"/>
            </a:lvl1pPr>
            <a:lvl2pPr>
              <a:defRPr sz="2300"/>
            </a:lvl2pPr>
            <a:lvl3pPr>
              <a:defRPr sz="2300"/>
            </a:lvl3pPr>
            <a:lvl4pPr>
              <a:defRPr sz="2300"/>
            </a:lvl4pPr>
            <a:lvl5pPr>
              <a:defRPr sz="2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70986" y="1736725"/>
            <a:ext cx="3949700" cy="42189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06A9401F-A3DE-42D3-875C-47649ABF2D48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Inhoud met bijschrift</a:t>
            </a:r>
          </a:p>
        </p:txBody>
      </p:sp>
    </p:spTree>
    <p:extLst>
      <p:ext uri="{BB962C8B-B14F-4D97-AF65-F5344CB8AC3E}">
        <p14:creationId xmlns:p14="http://schemas.microsoft.com/office/powerpoint/2010/main" val="9445909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2389717" y="568411"/>
            <a:ext cx="7315200" cy="41591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5461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338054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59C40B75-09AC-4745-A84A-CD342AFBE385}"/>
              </a:ext>
            </a:extLst>
          </p:cNvPr>
          <p:cNvSpPr txBox="1"/>
          <p:nvPr/>
        </p:nvSpPr>
        <p:spPr>
          <a:xfrm>
            <a:off x="4377875" y="-237020"/>
            <a:ext cx="3455485" cy="21884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673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Afbeelding met bijschrift</a:t>
            </a:r>
          </a:p>
        </p:txBody>
      </p:sp>
    </p:spTree>
    <p:extLst>
      <p:ext uri="{BB962C8B-B14F-4D97-AF65-F5344CB8AC3E}">
        <p14:creationId xmlns:p14="http://schemas.microsoft.com/office/powerpoint/2010/main" val="2047686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3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12192000" cy="573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672000" y="1026000"/>
            <a:ext cx="10416000" cy="666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Click to edit the style</a:t>
            </a:r>
            <a:endParaRPr lang="en-US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72000" y="1764000"/>
            <a:ext cx="10416000" cy="414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Click to edit the model styles</a:t>
            </a:r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/>
              <a:t>Third level</a:t>
            </a:r>
          </a:p>
          <a:p>
            <a:pPr lvl="3"/>
            <a:r>
              <a:rPr lang="nl-NL" dirty="0"/>
              <a:t>Fourth level</a:t>
            </a:r>
          </a:p>
          <a:p>
            <a:pPr lvl="4"/>
            <a:r>
              <a:rPr lang="nl-NL" dirty="0"/>
              <a:t>Fifth level</a:t>
            </a:r>
            <a:endParaRPr lang="en-US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40000" y="6401359"/>
            <a:ext cx="24480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fld id="{599E526D-4EE9-4B34-A88B-21A2F2C001B2}" type="slidenum">
              <a:rPr lang="nl-NL" smtClean="0"/>
              <a:t>‹#›</a:t>
            </a:fld>
            <a:endParaRPr lang="nl-NL"/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92809271-3493-466D-AB40-73FA581AA587}"/>
              </a:ext>
            </a:extLst>
          </p:cNvPr>
          <p:cNvSpPr txBox="1"/>
          <p:nvPr/>
        </p:nvSpPr>
        <p:spPr>
          <a:xfrm>
            <a:off x="-2241155" y="-36000"/>
            <a:ext cx="2088000" cy="6505099"/>
          </a:xfrm>
          <a:prstGeom prst="roundRect">
            <a:avLst>
              <a:gd name="adj" fmla="val 5780"/>
            </a:avLst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50673" bIns="50673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TAB START</a:t>
            </a:r>
          </a:p>
          <a:p>
            <a:pPr>
              <a:lnSpc>
                <a:spcPct val="120000"/>
              </a:lnSpc>
            </a:pPr>
            <a:endParaRPr lang="nl-NL" sz="1000" b="1" kern="1200" cap="all" baseline="0" noProof="1">
              <a:solidFill>
                <a:schemeClr val="tx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1000" b="1" kern="1200" cap="all" baseline="0" noProof="1">
              <a:solidFill>
                <a:schemeClr val="tx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1000" b="1" kern="1200" cap="all" baseline="0" noProof="1">
              <a:solidFill>
                <a:schemeClr val="tx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1000" b="1" kern="1200" cap="all" baseline="0" noProof="1">
              <a:solidFill>
                <a:schemeClr val="tx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1000" b="1" kern="1200" cap="all" baseline="0" noProof="1">
              <a:solidFill>
                <a:schemeClr val="tx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ADD NEW DIA</a:t>
            </a:r>
          </a:p>
          <a:p>
            <a:pPr marL="536575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the lower part of the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New Slide </a:t>
            </a: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button and choose the desired slide format. 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sz="900" b="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OTHER DIA-INDEling </a:t>
            </a:r>
          </a:p>
          <a:p>
            <a:pPr marL="107950" indent="-10795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on the slide whose slide format you want to change.</a:t>
            </a:r>
          </a:p>
          <a:p>
            <a:pPr marL="107950" indent="-107950">
              <a:lnSpc>
                <a:spcPct val="120000"/>
              </a:lnSpc>
              <a:buFont typeface="+mj-lt"/>
              <a:buAutoNum type="arabicPeriod"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on the </a:t>
            </a:r>
            <a:r>
              <a:rPr lang="nl-NL" sz="900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Layout 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button.</a:t>
            </a:r>
            <a:endParaRPr lang="nl-NL" sz="900" b="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7950" indent="-107950">
              <a:lnSpc>
                <a:spcPct val="120000"/>
              </a:lnSpc>
              <a:buFont typeface="+mj-lt"/>
              <a:buAutoNum type="arabicPeriod"/>
            </a:pP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Choose the desired layout.</a:t>
            </a:r>
            <a:endParaRPr lang="nl-NL" sz="900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nl-NL" sz="900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RESTORE SLIDE FORMAT</a:t>
            </a:r>
          </a:p>
          <a:p>
            <a:pPr marL="0" indent="0">
              <a:lnSpc>
                <a:spcPct val="120000"/>
              </a:lnSpc>
              <a:buFont typeface="+mj-lt"/>
              <a:buNone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may have accidentally moved the text or photo boxes, so they are no longer in the correct position.</a:t>
            </a:r>
          </a:p>
          <a:p>
            <a:pPr marL="0" indent="0">
              <a:lnSpc>
                <a:spcPct val="120000"/>
              </a:lnSpc>
              <a:buFont typeface="+mj-lt"/>
              <a:buNone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Restore it by </a:t>
            </a:r>
            <a:r>
              <a:rPr lang="nl-NL" sz="900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clicking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nl-NL" sz="900" b="1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Reset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button</a:t>
            </a:r>
            <a:r>
              <a:rPr lang="nl-NL" sz="900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buFont typeface="+mj-lt"/>
              <a:buNone/>
            </a:pPr>
            <a:endParaRPr lang="nl-NL" sz="900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nl-NL" sz="1000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COPYING FROM AN OLD PRESENTATION</a:t>
            </a:r>
          </a:p>
          <a:p>
            <a:pPr marL="0" indent="0">
              <a:lnSpc>
                <a:spcPct val="120000"/>
              </a:lnSpc>
              <a:buFont typeface="+mj-lt"/>
              <a:buNone/>
            </a:pP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cannot copy entire slides from presentations with </a:t>
            </a:r>
            <a:r>
              <a:rPr lang="nl-NL" sz="900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different 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format. In that case, insert a new slide and copy the text from the 'old' presentation to the new slide. To do so, use the </a:t>
            </a:r>
            <a:r>
              <a:rPr lang="nl-NL" sz="90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Paste 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button and choose the </a:t>
            </a:r>
            <a:r>
              <a:rPr lang="nl-NL" sz="900" b="1" kern="1200" baseline="0" noProof="1">
                <a:solidFill>
                  <a:srgbClr val="515F67"/>
                </a:solidFill>
                <a:latin typeface="Arial Black" panose="020B0A04020102020204" pitchFamily="34" charset="0"/>
                <a:ea typeface="+mn-ea"/>
                <a:cs typeface="Arial" panose="020B0604020202020204" pitchFamily="34" charset="0"/>
              </a:rPr>
              <a:t>Keep text only </a:t>
            </a:r>
            <a:r>
              <a:rPr lang="nl-NL" sz="90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option.</a:t>
            </a:r>
            <a:endParaRPr lang="nl-NL" sz="900" kern="1200" baseline="0" noProof="1">
              <a:solidFill>
                <a:srgbClr val="515F67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F7FC3243-A215-4B96-80E1-7A8F51022F7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15503" y="1359789"/>
            <a:ext cx="428625" cy="657225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9145B82A-63CF-4418-B553-F6D182D4133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15503" y="6262927"/>
            <a:ext cx="1457325" cy="523875"/>
          </a:xfrm>
          <a:prstGeom prst="rect">
            <a:avLst/>
          </a:prstGeom>
        </p:spPr>
      </p:pic>
      <p:cxnSp>
        <p:nvCxnSpPr>
          <p:cNvPr id="17" name="Rechte verbindingslijn met pijl 16">
            <a:extLst>
              <a:ext uri="{FF2B5EF4-FFF2-40B4-BE49-F238E27FC236}">
                <a16:creationId xmlns:a16="http://schemas.microsoft.com/office/drawing/2014/main" id="{F0B69D13-0C64-4DE5-AB3D-E65F4DC77D34}"/>
              </a:ext>
            </a:extLst>
          </p:cNvPr>
          <p:cNvCxnSpPr>
            <a:cxnSpLocks/>
          </p:cNvCxnSpPr>
          <p:nvPr/>
        </p:nvCxnSpPr>
        <p:spPr>
          <a:xfrm>
            <a:off x="-1121089" y="6162675"/>
            <a:ext cx="1" cy="318374"/>
          </a:xfrm>
          <a:prstGeom prst="straightConnector1">
            <a:avLst/>
          </a:prstGeom>
          <a:ln>
            <a:solidFill>
              <a:srgbClr val="515F67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Rechte verbindingslijn met pijl 17">
            <a:extLst>
              <a:ext uri="{FF2B5EF4-FFF2-40B4-BE49-F238E27FC236}">
                <a16:creationId xmlns:a16="http://schemas.microsoft.com/office/drawing/2014/main" id="{C7DD53AD-8525-4F8C-8FB3-F370DA4EA80D}"/>
              </a:ext>
            </a:extLst>
          </p:cNvPr>
          <p:cNvCxnSpPr>
            <a:cxnSpLocks/>
          </p:cNvCxnSpPr>
          <p:nvPr/>
        </p:nvCxnSpPr>
        <p:spPr>
          <a:xfrm flipH="1" flipV="1">
            <a:off x="-1709737" y="1941012"/>
            <a:ext cx="166686" cy="133152"/>
          </a:xfrm>
          <a:prstGeom prst="straightConnector1">
            <a:avLst/>
          </a:prstGeom>
          <a:ln>
            <a:solidFill>
              <a:srgbClr val="515F67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8560EC97-28E4-4A9A-9F83-8C1BE5FCD106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58" t="26168" r="1250" b="15996"/>
          <a:stretch/>
        </p:blipFill>
        <p:spPr>
          <a:xfrm>
            <a:off x="-2115503" y="235998"/>
            <a:ext cx="1691640" cy="677602"/>
          </a:xfrm>
          <a:prstGeom prst="rect">
            <a:avLst/>
          </a:prstGeom>
        </p:spPr>
      </p:pic>
      <p:cxnSp>
        <p:nvCxnSpPr>
          <p:cNvPr id="23" name="Rechte verbindingslijn met pijl 22">
            <a:extLst>
              <a:ext uri="{FF2B5EF4-FFF2-40B4-BE49-F238E27FC236}">
                <a16:creationId xmlns:a16="http://schemas.microsoft.com/office/drawing/2014/main" id="{AC804CAC-6109-47DC-BF9B-6C26568C72F0}"/>
              </a:ext>
            </a:extLst>
          </p:cNvPr>
          <p:cNvCxnSpPr>
            <a:cxnSpLocks/>
          </p:cNvCxnSpPr>
          <p:nvPr/>
        </p:nvCxnSpPr>
        <p:spPr>
          <a:xfrm>
            <a:off x="-1121089" y="6162675"/>
            <a:ext cx="1" cy="318374"/>
          </a:xfrm>
          <a:prstGeom prst="straightConnector1">
            <a:avLst/>
          </a:prstGeom>
          <a:ln>
            <a:solidFill>
              <a:srgbClr val="515F67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Rechte verbindingslijn met pijl 23">
            <a:extLst>
              <a:ext uri="{FF2B5EF4-FFF2-40B4-BE49-F238E27FC236}">
                <a16:creationId xmlns:a16="http://schemas.microsoft.com/office/drawing/2014/main" id="{11667B06-528D-450B-B054-CD570D304754}"/>
              </a:ext>
            </a:extLst>
          </p:cNvPr>
          <p:cNvCxnSpPr>
            <a:cxnSpLocks/>
          </p:cNvCxnSpPr>
          <p:nvPr/>
        </p:nvCxnSpPr>
        <p:spPr>
          <a:xfrm flipH="1" flipV="1">
            <a:off x="-1709737" y="1941012"/>
            <a:ext cx="166686" cy="133152"/>
          </a:xfrm>
          <a:prstGeom prst="straightConnector1">
            <a:avLst/>
          </a:prstGeom>
          <a:ln>
            <a:solidFill>
              <a:srgbClr val="515F67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Rechte verbindingslijn met pijl 28">
            <a:extLst>
              <a:ext uri="{FF2B5EF4-FFF2-40B4-BE49-F238E27FC236}">
                <a16:creationId xmlns:a16="http://schemas.microsoft.com/office/drawing/2014/main" id="{24492C2B-39AA-43E6-AF2B-8DB99405E983}"/>
              </a:ext>
            </a:extLst>
          </p:cNvPr>
          <p:cNvCxnSpPr>
            <a:cxnSpLocks/>
          </p:cNvCxnSpPr>
          <p:nvPr/>
        </p:nvCxnSpPr>
        <p:spPr>
          <a:xfrm>
            <a:off x="-1121089" y="6162675"/>
            <a:ext cx="1" cy="318374"/>
          </a:xfrm>
          <a:prstGeom prst="straightConnector1">
            <a:avLst/>
          </a:prstGeom>
          <a:ln>
            <a:solidFill>
              <a:srgbClr val="515F67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Rechte verbindingslijn met pijl 29">
            <a:extLst>
              <a:ext uri="{FF2B5EF4-FFF2-40B4-BE49-F238E27FC236}">
                <a16:creationId xmlns:a16="http://schemas.microsoft.com/office/drawing/2014/main" id="{0A400A29-A2B3-477A-96E7-AE601DB050B4}"/>
              </a:ext>
            </a:extLst>
          </p:cNvPr>
          <p:cNvCxnSpPr>
            <a:cxnSpLocks/>
          </p:cNvCxnSpPr>
          <p:nvPr/>
        </p:nvCxnSpPr>
        <p:spPr>
          <a:xfrm flipH="1" flipV="1">
            <a:off x="-1709737" y="1941012"/>
            <a:ext cx="166686" cy="133152"/>
          </a:xfrm>
          <a:prstGeom prst="straightConnector1">
            <a:avLst/>
          </a:prstGeom>
          <a:ln>
            <a:solidFill>
              <a:srgbClr val="515F67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Rechte verbindingslijn met pijl 34">
            <a:extLst>
              <a:ext uri="{FF2B5EF4-FFF2-40B4-BE49-F238E27FC236}">
                <a16:creationId xmlns:a16="http://schemas.microsoft.com/office/drawing/2014/main" id="{A087A102-250D-4D0A-8FAA-3CBE70080871}"/>
              </a:ext>
            </a:extLst>
          </p:cNvPr>
          <p:cNvCxnSpPr>
            <a:cxnSpLocks/>
          </p:cNvCxnSpPr>
          <p:nvPr/>
        </p:nvCxnSpPr>
        <p:spPr>
          <a:xfrm>
            <a:off x="-1121089" y="6162675"/>
            <a:ext cx="1" cy="318374"/>
          </a:xfrm>
          <a:prstGeom prst="straightConnector1">
            <a:avLst/>
          </a:prstGeom>
          <a:ln>
            <a:solidFill>
              <a:srgbClr val="515F67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Rechte verbindingslijn met pijl 35">
            <a:extLst>
              <a:ext uri="{FF2B5EF4-FFF2-40B4-BE49-F238E27FC236}">
                <a16:creationId xmlns:a16="http://schemas.microsoft.com/office/drawing/2014/main" id="{BFD25CAE-7A58-4396-BBBD-B9DBB084F6D9}"/>
              </a:ext>
            </a:extLst>
          </p:cNvPr>
          <p:cNvCxnSpPr>
            <a:cxnSpLocks/>
          </p:cNvCxnSpPr>
          <p:nvPr/>
        </p:nvCxnSpPr>
        <p:spPr>
          <a:xfrm flipH="1" flipV="1">
            <a:off x="-1709737" y="1941012"/>
            <a:ext cx="166686" cy="133152"/>
          </a:xfrm>
          <a:prstGeom prst="straightConnector1">
            <a:avLst/>
          </a:prstGeom>
          <a:ln>
            <a:solidFill>
              <a:srgbClr val="515F67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97B2E086-A9F6-44E6-B37D-A28331CB99EB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3568" y="6201364"/>
            <a:ext cx="1152000" cy="44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464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88000" indent="-288000" algn="l" defTabSz="914400" rtl="0" eaLnBrk="1" latinLnBrk="0" hangingPunct="1">
        <a:lnSpc>
          <a:spcPct val="100000"/>
        </a:lnSpc>
        <a:spcBef>
          <a:spcPts val="0"/>
        </a:spcBef>
        <a:buFont typeface="Arial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00" indent="-288000" algn="l" defTabSz="914400" rtl="0" eaLnBrk="1" latinLnBrk="0" hangingPunct="1">
        <a:lnSpc>
          <a:spcPct val="100000"/>
        </a:lnSpc>
        <a:spcBef>
          <a:spcPts val="0"/>
        </a:spcBef>
        <a:buFont typeface="Arial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64000" indent="-288000" algn="l" defTabSz="914400" rtl="0" eaLnBrk="1" latinLnBrk="0" hangingPunct="1">
        <a:lnSpc>
          <a:spcPct val="100000"/>
        </a:lnSpc>
        <a:spcBef>
          <a:spcPts val="0"/>
        </a:spcBef>
        <a:buFont typeface="Arial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52000" indent="-288000" algn="l" defTabSz="914400" rtl="0" eaLnBrk="1" latinLnBrk="0" hangingPunct="1">
        <a:lnSpc>
          <a:spcPct val="100000"/>
        </a:lnSpc>
        <a:spcBef>
          <a:spcPts val="0"/>
        </a:spcBef>
        <a:buFont typeface="Arial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40000" indent="-288000" algn="l" defTabSz="914400" rtl="0" eaLnBrk="1" latinLnBrk="0" hangingPunct="1">
        <a:lnSpc>
          <a:spcPct val="100000"/>
        </a:lnSpc>
        <a:spcBef>
          <a:spcPts val="0"/>
        </a:spcBef>
        <a:buFont typeface="Arial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40">
          <p15:clr>
            <a:srgbClr val="F26B43"/>
          </p15:clr>
        </p15:guide>
        <p15:guide id="2" pos="2880">
          <p15:clr>
            <a:srgbClr val="F26B43"/>
          </p15:clr>
        </p15:guide>
        <p15:guide id="3" pos="415">
          <p15:clr>
            <a:srgbClr val="F26B43"/>
          </p15:clr>
        </p15:guide>
        <p15:guide id="4" pos="5239">
          <p15:clr>
            <a:srgbClr val="F26B43"/>
          </p15:clr>
        </p15:guide>
        <p15:guide id="5" orient="horz" pos="3725">
          <p15:clr>
            <a:srgbClr val="F26B43"/>
          </p15:clr>
        </p15:guide>
        <p15:guide id="6" orient="horz" pos="109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5.jp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5.jp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6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0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8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5.png"/><Relationship Id="rId5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47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55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54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1.png"/><Relationship Id="rId11" Type="http://schemas.openxmlformats.org/officeDocument/2006/relationships/image" Target="../media/image47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37409C2-8123-A65B-C028-5EC375AFBA8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C6B75C5-34BC-4511-B8F6-EDDFBB2ADF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nl-NL" sz="4800" dirty="0"/>
              <a:t>Lesson 2: </a:t>
            </a:r>
            <a:r>
              <a:rPr lang="nl-NL" sz="4800" dirty="0" err="1"/>
              <a:t>linear</a:t>
            </a:r>
            <a:r>
              <a:rPr lang="nl-NL" sz="4800" dirty="0"/>
              <a:t> </a:t>
            </a:r>
            <a:r>
              <a:rPr lang="nl-NL" sz="4800" dirty="0" err="1"/>
              <a:t>expressions</a:t>
            </a:r>
            <a:r>
              <a:rPr lang="nl-NL" sz="4800" dirty="0"/>
              <a:t> and equations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207E71A-0F6C-4491-8878-D8B4E61DC3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Introduction to </a:t>
            </a:r>
            <a:r>
              <a:rPr lang="nl-NL" dirty="0"/>
              <a:t>Electronics - mathematics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FCF2BF-E13B-D614-CB31-94B7EEE034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EAC0EF-AF9E-239E-CFD2-98AA9CEDE9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76157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kstvak 2"/>
              <p:cNvSpPr txBox="1"/>
              <p:nvPr/>
            </p:nvSpPr>
            <p:spPr>
              <a:xfrm>
                <a:off x="1919536" y="1576091"/>
                <a:ext cx="8136904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2800" dirty="0"/>
                  <a:t>A fast walker runs 2 metres per second.</a:t>
                </a:r>
              </a:p>
              <a:p>
                <a:r>
                  <a:rPr lang="nl-NL" sz="2800" dirty="0"/>
                  <a:t>After 1 second, 2 metres have been covered</a:t>
                </a:r>
              </a:p>
              <a:p>
                <a:r>
                  <a:rPr lang="nl-NL" sz="2800" dirty="0"/>
                  <a:t>After 2 seconds, 4 metres have been covered</a:t>
                </a:r>
              </a:p>
              <a:p>
                <a:r>
                  <a:rPr lang="nl-NL" sz="2800" dirty="0"/>
                  <a:t>After 3 seconds, 6 metres have been covered</a:t>
                </a:r>
              </a:p>
              <a:p>
                <a:r>
                  <a:rPr lang="nl-NL" sz="2800" dirty="0"/>
                  <a:t>Let </a:t>
                </a:r>
                <a14:m>
                  <m:oMath xmlns:m="http://schemas.openxmlformats.org/officeDocument/2006/math">
                    <m:r>
                      <a:rPr lang="nl-NL" sz="2800" i="1" dirty="0">
                        <a:latin typeface="Cambria Math"/>
                      </a:rPr>
                      <m:t>𝑥</m:t>
                    </m:r>
                    <m:r>
                      <a:rPr lang="nl-NL" sz="2800" i="1" dirty="0">
                        <a:latin typeface="Cambria Math"/>
                      </a:rPr>
                      <m:t> </m:t>
                    </m:r>
                  </m:oMath>
                </a14:m>
                <a:r>
                  <a:rPr lang="nl-NL" sz="2800" dirty="0"/>
                  <a:t>be the number of seconds</a:t>
                </a:r>
              </a:p>
              <a:p>
                <a:r>
                  <a:rPr lang="nl-NL" sz="2800" dirty="0"/>
                  <a:t>After </a:t>
                </a:r>
                <a14:m>
                  <m:oMath xmlns:m="http://schemas.openxmlformats.org/officeDocument/2006/math">
                    <m:r>
                      <a:rPr lang="nl-NL" sz="2800" i="1" dirty="0">
                        <a:latin typeface="Cambria Math"/>
                      </a:rPr>
                      <m:t>𝑥</m:t>
                    </m:r>
                    <m:r>
                      <a:rPr lang="nl-NL" sz="2800" i="1" dirty="0">
                        <a:latin typeface="Cambria Math"/>
                      </a:rPr>
                      <m:t> </m:t>
                    </m:r>
                  </m:oMath>
                </a14:m>
                <a:r>
                  <a:rPr lang="nl-NL" sz="2800" dirty="0"/>
                  <a:t>seconds, </a:t>
                </a:r>
                <a14:m>
                  <m:oMath xmlns:m="http://schemas.openxmlformats.org/officeDocument/2006/math">
                    <m:r>
                      <a:rPr lang="nl-NL" sz="2800" b="0" i="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nl-NL" sz="2800" i="1" dirty="0">
                        <a:latin typeface="Cambria Math"/>
                      </a:rPr>
                      <m:t>𝑥</m:t>
                    </m:r>
                    <m:r>
                      <a:rPr lang="nl-NL" sz="2800" i="1" dirty="0">
                        <a:latin typeface="Cambria Math"/>
                      </a:rPr>
                      <m:t> </m:t>
                    </m:r>
                  </m:oMath>
                </a14:m>
                <a:r>
                  <a:rPr lang="nl-NL" sz="2800" dirty="0"/>
                  <a:t>metres have been covered</a:t>
                </a:r>
              </a:p>
              <a:p>
                <a:r>
                  <a:rPr lang="nl-NL" sz="2800" dirty="0"/>
                  <a:t>Let </a:t>
                </a:r>
                <a14:m>
                  <m:oMath xmlns:m="http://schemas.openxmlformats.org/officeDocument/2006/math">
                    <m:r>
                      <a:rPr lang="nl-NL" sz="2800" i="1" dirty="0">
                        <a:latin typeface="Cambria Math"/>
                      </a:rPr>
                      <m:t>𝑦</m:t>
                    </m:r>
                    <m:r>
                      <a:rPr lang="nl-NL" sz="2800" i="1" dirty="0">
                        <a:latin typeface="Cambria Math"/>
                      </a:rPr>
                      <m:t> </m:t>
                    </m:r>
                  </m:oMath>
                </a14:m>
                <a:r>
                  <a:rPr lang="nl-NL" sz="2800" dirty="0"/>
                  <a:t>be the number of metres covered in seconds.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𝑦</m:t>
                      </m:r>
                      <m:r>
                        <a:rPr lang="nl-NL" sz="2800" i="1">
                          <a:latin typeface="Cambria Math"/>
                        </a:rPr>
                        <m:t>=2</m:t>
                      </m:r>
                      <m:r>
                        <a:rPr lang="nl-NL" sz="2800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kstvak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536" y="1576091"/>
                <a:ext cx="8136904" cy="3970318"/>
              </a:xfrm>
              <a:prstGeom prst="rect">
                <a:avLst/>
              </a:prstGeom>
              <a:blipFill>
                <a:blip r:embed="rId2"/>
                <a:stretch>
                  <a:fillRect l="-1573" t="-169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Linear relationship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9A636E-4AB8-4A53-8F6C-ED20FA8E906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185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9A636E-4AB8-4A53-8F6C-ED20FA8E9067}" type="slidenum">
              <a:rPr lang="en-US" smtClean="0"/>
              <a:t>3</a:t>
            </a:fld>
            <a:endParaRPr lang="en-US"/>
          </a:p>
        </p:txBody>
      </p:sp>
      <p:pic>
        <p:nvPicPr>
          <p:cNvPr id="3" name="Afbeelding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47" t="8921" r="43884" b="13318"/>
          <a:stretch/>
        </p:blipFill>
        <p:spPr>
          <a:xfrm>
            <a:off x="5054100" y="863874"/>
            <a:ext cx="4642300" cy="4581351"/>
          </a:xfrm>
          <a:prstGeom prst="rect">
            <a:avLst/>
          </a:prstGeom>
        </p:spPr>
      </p:pic>
      <p:graphicFrame>
        <p:nvGraphicFramePr>
          <p:cNvPr id="5" name="Tabel 4"/>
          <p:cNvGraphicFramePr>
            <a:graphicFrameLocks noGrp="1"/>
          </p:cNvGraphicFramePr>
          <p:nvPr/>
        </p:nvGraphicFramePr>
        <p:xfrm>
          <a:off x="2567608" y="1077638"/>
          <a:ext cx="2155304" cy="4362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7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76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0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x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y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2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1</a:t>
                      </a:r>
                      <a:endParaRPr lang="en-US" sz="2800" b="0" i="0" u="none" strike="noStrike" dirty="0">
                        <a:solidFill>
                          <a:srgbClr val="C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2</a:t>
                      </a:r>
                      <a:endParaRPr lang="en-US" sz="2800" b="0" i="0" u="none" strike="noStrike" dirty="0">
                        <a:solidFill>
                          <a:srgbClr val="C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2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solidFill>
                            <a:srgbClr val="92D050"/>
                          </a:solidFill>
                          <a:effectLst/>
                        </a:rPr>
                        <a:t>2</a:t>
                      </a:r>
                      <a:endParaRPr lang="en-US" sz="2800" b="0" i="0" u="none" strike="noStrike" dirty="0">
                        <a:solidFill>
                          <a:srgbClr val="92D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solidFill>
                            <a:srgbClr val="92D050"/>
                          </a:solidFill>
                          <a:effectLst/>
                        </a:rPr>
                        <a:t>4</a:t>
                      </a:r>
                      <a:endParaRPr lang="en-US" sz="2800" b="0" i="0" u="none" strike="noStrike" dirty="0">
                        <a:solidFill>
                          <a:srgbClr val="92D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2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3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6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2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4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8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2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5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10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2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6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12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2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0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0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2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-1</a:t>
                      </a:r>
                      <a:endParaRPr lang="en-US" sz="2800" b="0" i="0" u="none" strike="noStrik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-2</a:t>
                      </a:r>
                      <a:endParaRPr lang="en-US" sz="2800" b="0" i="0" u="none" strike="noStrike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2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-2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-4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8" name="Rechte verbindingslijn met pijl 7"/>
          <p:cNvCxnSpPr/>
          <p:nvPr/>
        </p:nvCxnSpPr>
        <p:spPr>
          <a:xfrm>
            <a:off x="4727848" y="1700808"/>
            <a:ext cx="2952328" cy="17281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Rechte verbindingslijn met pijl 10"/>
          <p:cNvCxnSpPr/>
          <p:nvPr/>
        </p:nvCxnSpPr>
        <p:spPr>
          <a:xfrm>
            <a:off x="4727848" y="2204864"/>
            <a:ext cx="3384376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" name="Tekstvak 11"/>
          <p:cNvSpPr txBox="1"/>
          <p:nvPr/>
        </p:nvSpPr>
        <p:spPr>
          <a:xfrm>
            <a:off x="7529333" y="422108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rgbClr val="C00000"/>
                </a:solidFill>
              </a:rPr>
              <a:t>1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3" name="Tekstvak 12"/>
          <p:cNvSpPr txBox="1"/>
          <p:nvPr/>
        </p:nvSpPr>
        <p:spPr>
          <a:xfrm>
            <a:off x="6960096" y="328498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rgbClr val="C00000"/>
                </a:solidFill>
              </a:rPr>
              <a:t>2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4" name="Tekstvak 13"/>
          <p:cNvSpPr txBox="1"/>
          <p:nvPr/>
        </p:nvSpPr>
        <p:spPr>
          <a:xfrm>
            <a:off x="7983419" y="422108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rgbClr val="92D050"/>
                </a:solidFill>
              </a:rPr>
              <a:t>2</a:t>
            </a:r>
            <a:endParaRPr lang="en-US" dirty="0">
              <a:solidFill>
                <a:srgbClr val="92D050"/>
              </a:solidFill>
            </a:endParaRPr>
          </a:p>
        </p:txBody>
      </p:sp>
      <p:sp>
        <p:nvSpPr>
          <p:cNvPr id="16" name="Tekstvak 15"/>
          <p:cNvSpPr txBox="1"/>
          <p:nvPr/>
        </p:nvSpPr>
        <p:spPr>
          <a:xfrm>
            <a:off x="6960096" y="245224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rgbClr val="92D050"/>
                </a:solidFill>
              </a:rPr>
              <a:t>4</a:t>
            </a:r>
            <a:endParaRPr lang="en-US" dirty="0">
              <a:solidFill>
                <a:srgbClr val="92D050"/>
              </a:solidFill>
            </a:endParaRPr>
          </a:p>
        </p:txBody>
      </p:sp>
      <p:cxnSp>
        <p:nvCxnSpPr>
          <p:cNvPr id="22" name="Rechte verbindingslijn met pijl 21"/>
          <p:cNvCxnSpPr/>
          <p:nvPr/>
        </p:nvCxnSpPr>
        <p:spPr>
          <a:xfrm>
            <a:off x="4727848" y="4797152"/>
            <a:ext cx="216024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kstvak 22"/>
          <p:cNvSpPr txBox="1"/>
          <p:nvPr/>
        </p:nvSpPr>
        <p:spPr>
          <a:xfrm>
            <a:off x="6960096" y="4900518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-2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Tekstvak 23"/>
          <p:cNvSpPr txBox="1"/>
          <p:nvPr/>
        </p:nvSpPr>
        <p:spPr>
          <a:xfrm>
            <a:off x="6737245" y="4221088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chemeClr val="tx2">
                    <a:lumMod val="60000"/>
                    <a:lumOff val="40000"/>
                  </a:schemeClr>
                </a:solidFill>
              </a:rPr>
              <a:t>-1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661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6" grpId="0"/>
      <p:bldP spid="23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9A636E-4AB8-4A53-8F6C-ED20FA8E9067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2"/>
              <p:cNvSpPr txBox="1"/>
              <p:nvPr/>
            </p:nvSpPr>
            <p:spPr bwMode="auto">
              <a:xfrm>
                <a:off x="2783633" y="1196752"/>
                <a:ext cx="942975" cy="387350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nl-NL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nl-NL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nl-NL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nl-NL"/>
              </a:p>
            </p:txBody>
          </p:sp>
        </mc:Choice>
        <mc:Fallback xmlns="" xmlns:p14="http://schemas.microsoft.com/office/powerpoint/2010/main">
          <p:sp>
            <p:nvSpPr>
              <p:cNvPr id="3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83633" y="1196752"/>
                <a:ext cx="942975" cy="3873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"/>
              <p:cNvSpPr txBox="1"/>
              <p:nvPr/>
            </p:nvSpPr>
            <p:spPr bwMode="auto">
              <a:xfrm>
                <a:off x="2665414" y="2674939"/>
                <a:ext cx="1036637" cy="885825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nl-NL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nl-NL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nl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nl-NL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nl-NL"/>
              </a:p>
            </p:txBody>
          </p:sp>
        </mc:Choice>
        <mc:Fallback xmlns="" xmlns:p14="http://schemas.microsoft.com/office/powerpoint/2010/main">
          <p:sp>
            <p:nvSpPr>
              <p:cNvPr id="4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65414" y="2674939"/>
                <a:ext cx="1036637" cy="8858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/>
              <p:cNvSpPr txBox="1"/>
              <p:nvPr/>
            </p:nvSpPr>
            <p:spPr bwMode="auto">
              <a:xfrm>
                <a:off x="2528889" y="4724400"/>
                <a:ext cx="1165225" cy="387350"/>
              </a:xfrm>
              <a:prstGeom prst="rect">
                <a:avLst/>
              </a:prstGeom>
              <a:noFill/>
              <a:ln w="28575">
                <a:solidFill>
                  <a:srgbClr val="92D050"/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nl-NL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nl-NL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=−2</m:t>
                      </m:r>
                      <m:r>
                        <a:rPr lang="nl-NL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nl-NL"/>
              </a:p>
            </p:txBody>
          </p:sp>
        </mc:Choice>
        <mc:Fallback xmlns="" xmlns:p14="http://schemas.microsoft.com/office/powerpoint/2010/main">
          <p:sp>
            <p:nvSpPr>
              <p:cNvPr id="5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28889" y="4724400"/>
                <a:ext cx="1165225" cy="3873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Afbeelding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90" y="732995"/>
            <a:ext cx="5568916" cy="5268246"/>
          </a:xfrm>
          <a:prstGeom prst="rect">
            <a:avLst/>
          </a:prstGeom>
        </p:spPr>
      </p:pic>
      <p:cxnSp>
        <p:nvCxnSpPr>
          <p:cNvPr id="14" name="Rechte verbindingslijn 13"/>
          <p:cNvCxnSpPr/>
          <p:nvPr/>
        </p:nvCxnSpPr>
        <p:spPr>
          <a:xfrm flipV="1">
            <a:off x="4329690" y="1916832"/>
            <a:ext cx="5438718" cy="3600400"/>
          </a:xfrm>
          <a:prstGeom prst="line">
            <a:avLst/>
          </a:prstGeom>
          <a:ln>
            <a:solidFill>
              <a:srgbClr val="FF0000"/>
            </a:solidFill>
          </a:ln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Rechte verbindingslijn 16"/>
          <p:cNvCxnSpPr>
            <a:endCxn id="10" idx="2"/>
          </p:cNvCxnSpPr>
          <p:nvPr/>
        </p:nvCxnSpPr>
        <p:spPr>
          <a:xfrm>
            <a:off x="4545362" y="784853"/>
            <a:ext cx="2568786" cy="5216388"/>
          </a:xfrm>
          <a:prstGeom prst="line">
            <a:avLst/>
          </a:prstGeom>
          <a:ln>
            <a:solidFill>
              <a:srgbClr val="92D050"/>
            </a:solidFill>
          </a:ln>
          <a:effectLst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5049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Slope</a:t>
            </a:r>
            <a:endParaRPr lang="en-US" dirty="0"/>
          </a:p>
        </p:txBody>
      </p:sp>
      <p:sp>
        <p:nvSpPr>
          <p:cNvPr id="2" name="Tijdelijke aanduiding voor dianumm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9A636E-4AB8-4A53-8F6C-ED20FA8E9067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vak 3"/>
              <p:cNvSpPr txBox="1"/>
              <p:nvPr/>
            </p:nvSpPr>
            <p:spPr>
              <a:xfrm>
                <a:off x="1991544" y="1484785"/>
                <a:ext cx="8136904" cy="39993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 smtClean="0">
                          <a:latin typeface="Cambria Math"/>
                        </a:rPr>
                        <m:t>𝑦</m:t>
                      </m:r>
                      <m:r>
                        <a:rPr lang="nl-NL" sz="2800" i="1" smtClean="0">
                          <a:latin typeface="Cambria Math"/>
                        </a:rPr>
                        <m:t>=</m:t>
                      </m:r>
                      <m:r>
                        <a:rPr lang="nl-NL" sz="2800" i="1" smtClean="0">
                          <a:latin typeface="Cambria Math"/>
                        </a:rPr>
                        <m:t>𝑎𝑥</m:t>
                      </m:r>
                    </m:oMath>
                  </m:oMathPara>
                </a14:m>
                <a:endParaRPr lang="nl-NL" sz="2800" dirty="0"/>
              </a:p>
              <a:p>
                <a:r>
                  <a:rPr lang="nl-NL" sz="2800" dirty="0"/>
                  <a:t>The coefficient of </a:t>
                </a:r>
                <a14:m>
                  <m:oMath xmlns:m="http://schemas.openxmlformats.org/officeDocument/2006/math">
                    <m:r>
                      <a:rPr lang="nl-NL" sz="2800" i="1" dirty="0">
                        <a:latin typeface="Cambria Math"/>
                      </a:rPr>
                      <m:t>𝑥</m:t>
                    </m:r>
                  </m:oMath>
                </a14:m>
                <a:r>
                  <a:rPr lang="nl-NL" sz="2800" dirty="0"/>
                  <a:t> (</a:t>
                </a:r>
                <a:r>
                  <a:rPr lang="nl-NL" sz="2800" dirty="0" err="1"/>
                  <a:t>the</a:t>
                </a:r>
                <a:r>
                  <a:rPr lang="nl-NL" sz="2800" dirty="0"/>
                  <a:t> </a:t>
                </a:r>
                <a:r>
                  <a:rPr lang="nl-NL" sz="2800" dirty="0" err="1"/>
                  <a:t>number</a:t>
                </a:r>
                <a:r>
                  <a:rPr lang="nl-NL" sz="2800" dirty="0"/>
                  <a:t> </a:t>
                </a:r>
                <a14:m>
                  <m:oMath xmlns:m="http://schemas.openxmlformats.org/officeDocument/2006/math">
                    <m:r>
                      <a:rPr lang="nl-NL" sz="2800" i="1" dirty="0">
                        <a:latin typeface="Cambria Math"/>
                      </a:rPr>
                      <m:t>𝑎</m:t>
                    </m:r>
                  </m:oMath>
                </a14:m>
                <a:r>
                  <a:rPr lang="nl-NL" sz="2800" dirty="0"/>
                  <a:t>) indicates how steep the slope of the graph is.</a:t>
                </a:r>
              </a:p>
              <a:p>
                <a:r>
                  <a:rPr lang="nl-NL" sz="2800" dirty="0"/>
                  <a:t>The larger </a:t>
                </a:r>
                <a14:m>
                  <m:oMath xmlns:m="http://schemas.openxmlformats.org/officeDocument/2006/math">
                    <m:r>
                      <a:rPr lang="nl-NL" sz="2800" i="1" dirty="0">
                        <a:latin typeface="Cambria Math"/>
                      </a:rPr>
                      <m:t>𝑎</m:t>
                    </m:r>
                  </m:oMath>
                </a14:m>
                <a:r>
                  <a:rPr lang="nl-NL" sz="2800" dirty="0"/>
                  <a:t>, the steeper the slope of the graph</a:t>
                </a:r>
              </a:p>
              <a:p>
                <a:r>
                  <a:rPr lang="nl-NL" sz="2800" dirty="0"/>
                  <a:t>If </a:t>
                </a:r>
                <a14:m>
                  <m:oMath xmlns:m="http://schemas.openxmlformats.org/officeDocument/2006/math">
                    <m:r>
                      <a:rPr lang="nl-NL" sz="2800" i="1" dirty="0">
                        <a:latin typeface="Cambria Math"/>
                      </a:rPr>
                      <m:t>𝑎</m:t>
                    </m:r>
                    <m:r>
                      <a:rPr lang="nl-NL" sz="2800" i="1" dirty="0">
                        <a:latin typeface="Cambria Math"/>
                      </a:rPr>
                      <m:t> = 0</m:t>
                    </m:r>
                  </m:oMath>
                </a14:m>
                <a:r>
                  <a:rPr lang="nl-NL" sz="2800" dirty="0"/>
                  <a:t>, then the graph is horizontal</a:t>
                </a:r>
              </a:p>
              <a:p>
                <a:r>
                  <a:rPr lang="nl-NL" sz="2800" dirty="0"/>
                  <a:t>If </a:t>
                </a:r>
                <a14:m>
                  <m:oMath xmlns:m="http://schemas.openxmlformats.org/officeDocument/2006/math">
                    <m:r>
                      <a:rPr lang="nl-NL" sz="2800" i="1" dirty="0">
                        <a:latin typeface="Cambria Math"/>
                      </a:rPr>
                      <m:t>𝑎</m:t>
                    </m:r>
                    <m:r>
                      <a:rPr lang="nl-NL" sz="2800" i="1" dirty="0">
                        <a:latin typeface="Cambria Math"/>
                      </a:rPr>
                      <m:t> &lt; 0</m:t>
                    </m:r>
                  </m:oMath>
                </a14:m>
                <a:r>
                  <a:rPr lang="nl-NL" sz="2800" dirty="0"/>
                  <a:t>, then the graph is decreasing</a:t>
                </a:r>
              </a:p>
              <a:p>
                <a:endParaRPr lang="nl-NL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𝑎</m:t>
                      </m:r>
                      <m:r>
                        <a:rPr lang="nl-NL" sz="28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nl-NL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nl-NL" sz="2800" b="0" i="0" smtClean="0">
                              <a:latin typeface="Cambria Math" panose="02040503050406030204" pitchFamily="18" charset="0"/>
                            </a:rPr>
                            <m:t>vertical</m:t>
                          </m:r>
                          <m:r>
                            <a:rPr lang="nl-NL" sz="28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nl-NL" sz="2800" b="0" i="0" smtClean="0">
                              <a:latin typeface="Cambria Math" panose="02040503050406030204" pitchFamily="18" charset="0"/>
                            </a:rPr>
                            <m:t>increment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nl-NL" sz="2800" b="0" i="0" smtClean="0">
                              <a:latin typeface="Cambria Math" panose="02040503050406030204" pitchFamily="18" charset="0"/>
                            </a:rPr>
                            <m:t>horizontal</m:t>
                          </m:r>
                          <m:r>
                            <a:rPr lang="nl-NL" sz="28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nl-NL" sz="2800">
                              <a:latin typeface="Cambria Math" panose="02040503050406030204" pitchFamily="18" charset="0"/>
                            </a:rPr>
                            <m:t>increment</m:t>
                          </m:r>
                        </m:den>
                      </m:f>
                      <m:r>
                        <a:rPr lang="nl-NL" sz="28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nl-NL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nl-NL" sz="2800" i="1">
                              <a:latin typeface="Cambria Math"/>
                              <a:ea typeface="Cambria Math"/>
                            </a:rPr>
                            <m:t>∆</m:t>
                          </m:r>
                          <m:r>
                            <a:rPr lang="nl-NL" sz="2800" i="1">
                              <a:latin typeface="Cambria Math"/>
                              <a:ea typeface="Cambria Math"/>
                            </a:rPr>
                            <m:t>𝑦</m:t>
                          </m:r>
                        </m:num>
                        <m:den>
                          <m:r>
                            <a:rPr lang="nl-NL" sz="2800" i="1">
                              <a:latin typeface="Cambria Math"/>
                              <a:ea typeface="Cambria Math"/>
                            </a:rPr>
                            <m:t>∆</m:t>
                          </m:r>
                          <m:r>
                            <a:rPr lang="nl-NL" sz="2800" i="1">
                              <a:latin typeface="Cambria Math"/>
                              <a:ea typeface="Cambria Math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nl-NL" sz="2800" dirty="0"/>
              </a:p>
            </p:txBody>
          </p:sp>
        </mc:Choice>
        <mc:Fallback xmlns="">
          <p:sp>
            <p:nvSpPr>
              <p:cNvPr id="4" name="Tekstvak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1484785"/>
                <a:ext cx="8136904" cy="3999365"/>
              </a:xfrm>
              <a:prstGeom prst="rect">
                <a:avLst/>
              </a:prstGeom>
              <a:blipFill>
                <a:blip r:embed="rId2"/>
                <a:stretch>
                  <a:fillRect l="-157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kstvak 6"/>
          <p:cNvSpPr txBox="1"/>
          <p:nvPr/>
        </p:nvSpPr>
        <p:spPr>
          <a:xfrm>
            <a:off x="4889866" y="5536397"/>
            <a:ext cx="3796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2800" b="1" dirty="0" err="1">
                <a:solidFill>
                  <a:srgbClr val="FF0000"/>
                </a:solidFill>
              </a:rPr>
              <a:t>Counting</a:t>
            </a:r>
            <a:r>
              <a:rPr lang="nl-NL" sz="2800" b="1" dirty="0">
                <a:solidFill>
                  <a:srgbClr val="FF0000"/>
                </a:solidFill>
              </a:rPr>
              <a:t> </a:t>
            </a:r>
            <a:r>
              <a:rPr lang="nl-NL" sz="2800" b="1" dirty="0" err="1">
                <a:solidFill>
                  <a:srgbClr val="FF0000"/>
                </a:solidFill>
              </a:rPr>
              <a:t>grid</a:t>
            </a:r>
            <a:r>
              <a:rPr lang="nl-NL" sz="2800" b="1" dirty="0">
                <a:solidFill>
                  <a:srgbClr val="FF0000"/>
                </a:solidFill>
              </a:rPr>
              <a:t> </a:t>
            </a:r>
            <a:r>
              <a:rPr lang="nl-NL" sz="2800" b="1" dirty="0" err="1">
                <a:solidFill>
                  <a:srgbClr val="FF0000"/>
                </a:solidFill>
              </a:rPr>
              <a:t>boxes</a:t>
            </a:r>
            <a:r>
              <a:rPr lang="nl-NL" sz="2800" b="1" dirty="0">
                <a:solidFill>
                  <a:srgbClr val="FF0000"/>
                </a:solidFill>
              </a:rPr>
              <a:t>!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236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9A636E-4AB8-4A53-8F6C-ED20FA8E9067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2"/>
              <p:cNvSpPr txBox="1"/>
              <p:nvPr/>
            </p:nvSpPr>
            <p:spPr bwMode="auto">
              <a:xfrm>
                <a:off x="2783633" y="1196752"/>
                <a:ext cx="942975" cy="387350"/>
              </a:xfrm>
              <a:prstGeom prst="rect">
                <a:avLst/>
              </a:prstGeom>
              <a:noFill/>
              <a:ln w="28575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nl-NL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nl-NL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nl-NL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nl-NL"/>
              </a:p>
            </p:txBody>
          </p:sp>
        </mc:Choice>
        <mc:Fallback xmlns="" xmlns:p14="http://schemas.microsoft.com/office/powerpoint/2010/main">
          <p:sp>
            <p:nvSpPr>
              <p:cNvPr id="3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83633" y="1196752"/>
                <a:ext cx="942975" cy="3873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"/>
              <p:cNvSpPr txBox="1"/>
              <p:nvPr/>
            </p:nvSpPr>
            <p:spPr bwMode="auto">
              <a:xfrm>
                <a:off x="2665414" y="2674939"/>
                <a:ext cx="1036637" cy="885825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nl-NL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nl-NL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nl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nl-NL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nl-NL"/>
              </a:p>
            </p:txBody>
          </p:sp>
        </mc:Choice>
        <mc:Fallback xmlns="" xmlns:p14="http://schemas.microsoft.com/office/powerpoint/2010/main">
          <p:sp>
            <p:nvSpPr>
              <p:cNvPr id="4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65414" y="2674939"/>
                <a:ext cx="1036637" cy="8858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/>
              <p:cNvSpPr txBox="1"/>
              <p:nvPr/>
            </p:nvSpPr>
            <p:spPr bwMode="auto">
              <a:xfrm>
                <a:off x="2473325" y="4475164"/>
                <a:ext cx="1276350" cy="885825"/>
              </a:xfrm>
              <a:prstGeom prst="rect">
                <a:avLst/>
              </a:prstGeom>
              <a:noFill/>
              <a:ln w="28575">
                <a:solidFill>
                  <a:srgbClr val="92D050"/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nl-NL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nl-NL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nl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nl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nl-NL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nl-NL"/>
              </a:p>
            </p:txBody>
          </p:sp>
        </mc:Choice>
        <mc:Fallback xmlns="" xmlns:p14="http://schemas.microsoft.com/office/powerpoint/2010/main">
          <p:sp>
            <p:nvSpPr>
              <p:cNvPr id="5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73325" y="4475164"/>
                <a:ext cx="1276350" cy="8858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Afbeelding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90" y="732995"/>
            <a:ext cx="5568916" cy="5268246"/>
          </a:xfrm>
          <a:prstGeom prst="rect">
            <a:avLst/>
          </a:prstGeom>
        </p:spPr>
      </p:pic>
      <p:cxnSp>
        <p:nvCxnSpPr>
          <p:cNvPr id="14" name="Rechte verbindingslijn 13"/>
          <p:cNvCxnSpPr/>
          <p:nvPr/>
        </p:nvCxnSpPr>
        <p:spPr>
          <a:xfrm flipV="1">
            <a:off x="4295800" y="2924944"/>
            <a:ext cx="5904656" cy="2016224"/>
          </a:xfrm>
          <a:prstGeom prst="line">
            <a:avLst/>
          </a:prstGeom>
          <a:ln>
            <a:solidFill>
              <a:srgbClr val="FF0000"/>
            </a:solidFill>
          </a:ln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Rechte verbindingslijn 16"/>
          <p:cNvCxnSpPr/>
          <p:nvPr/>
        </p:nvCxnSpPr>
        <p:spPr>
          <a:xfrm>
            <a:off x="4545362" y="1628801"/>
            <a:ext cx="2918790" cy="4372441"/>
          </a:xfrm>
          <a:prstGeom prst="line">
            <a:avLst/>
          </a:prstGeom>
          <a:ln>
            <a:solidFill>
              <a:srgbClr val="92D050"/>
            </a:solidFill>
          </a:ln>
          <a:effectLst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22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Translation</a:t>
            </a:r>
            <a:r>
              <a:rPr lang="nl-NL" dirty="0"/>
              <a:t> </a:t>
            </a:r>
            <a:endParaRPr lang="en-US" dirty="0"/>
          </a:p>
        </p:txBody>
      </p:sp>
      <p:sp>
        <p:nvSpPr>
          <p:cNvPr id="2" name="Tijdelijke aanduiding voor dianumm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9A636E-4AB8-4A53-8F6C-ED20FA8E9067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vak 4"/>
              <p:cNvSpPr txBox="1"/>
              <p:nvPr/>
            </p:nvSpPr>
            <p:spPr>
              <a:xfrm>
                <a:off x="2492640" y="2420889"/>
                <a:ext cx="851191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nl-NL" sz="2800" i="1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nl-NL" sz="2800" dirty="0"/>
                  <a:t> is the slope of the line</a:t>
                </a:r>
              </a:p>
              <a:p>
                <a14:m>
                  <m:oMath xmlns:m="http://schemas.openxmlformats.org/officeDocument/2006/math">
                    <m:r>
                      <a:rPr lang="nl-NL" sz="2800" i="1" dirty="0">
                        <a:latin typeface="Cambria Math"/>
                      </a:rPr>
                      <m:t>𝑏</m:t>
                    </m:r>
                  </m:oMath>
                </a14:m>
                <a:r>
                  <a:rPr lang="nl-NL" sz="2800" dirty="0"/>
                  <a:t> is the number where the line intersects </a:t>
                </a:r>
                <a:r>
                  <a:rPr lang="nl-NL" sz="2800" dirty="0" err="1"/>
                  <a:t>the</a:t>
                </a:r>
                <a:r>
                  <a:rPr lang="nl-NL" sz="2800" dirty="0"/>
                  <a:t> </a:t>
                </a:r>
                <a14:m>
                  <m:oMath xmlns:m="http://schemas.openxmlformats.org/officeDocument/2006/math">
                    <m:r>
                      <a:rPr lang="nl-NL" sz="28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nl-NL" sz="2800" dirty="0"/>
                  <a:t>-</a:t>
                </a:r>
                <a:r>
                  <a:rPr lang="nl-NL" sz="2800" dirty="0" err="1"/>
                  <a:t>axis</a:t>
                </a:r>
                <a:r>
                  <a:rPr lang="nl-NL" sz="2800" dirty="0"/>
                  <a:t> </a:t>
                </a:r>
                <a:endParaRPr lang="en-US" sz="2800" dirty="0"/>
              </a:p>
            </p:txBody>
          </p:sp>
        </mc:Choice>
        <mc:Fallback xmlns="">
          <p:sp>
            <p:nvSpPr>
              <p:cNvPr id="5" name="Tekstvak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2640" y="2420889"/>
                <a:ext cx="8511910" cy="954107"/>
              </a:xfrm>
              <a:prstGeom prst="rect">
                <a:avLst/>
              </a:prstGeom>
              <a:blipFill>
                <a:blip r:embed="rId3"/>
                <a:stretch>
                  <a:fillRect t="-6369" b="-1656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vak 6"/>
              <p:cNvSpPr txBox="1"/>
              <p:nvPr/>
            </p:nvSpPr>
            <p:spPr>
              <a:xfrm>
                <a:off x="2492640" y="3789040"/>
                <a:ext cx="641167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nl-NL" sz="2800" i="1">
                        <a:latin typeface="Cambria Math"/>
                      </a:rPr>
                      <m:t>𝑦</m:t>
                    </m:r>
                    <m:r>
                      <a:rPr lang="nl-NL" sz="2800" i="1">
                        <a:latin typeface="Cambria Math"/>
                      </a:rPr>
                      <m:t>=</m:t>
                    </m:r>
                    <m:r>
                      <a:rPr lang="nl-NL" sz="2800" i="1">
                        <a:latin typeface="Cambria Math"/>
                      </a:rPr>
                      <m:t>𝑎𝑥</m:t>
                    </m:r>
                    <m:r>
                      <a:rPr lang="nl-NL" sz="2800" i="1">
                        <a:latin typeface="Cambria Math"/>
                      </a:rPr>
                      <m:t>+</m:t>
                    </m:r>
                    <m:r>
                      <a:rPr lang="nl-NL" sz="2800" i="1">
                        <a:latin typeface="Cambria Math"/>
                      </a:rPr>
                      <m:t>𝑏</m:t>
                    </m:r>
                  </m:oMath>
                </a14:m>
                <a:r>
                  <a:rPr lang="nl-NL" sz="2800" dirty="0"/>
                  <a:t> arises from </a:t>
                </a:r>
                <a14:m>
                  <m:oMath xmlns:m="http://schemas.openxmlformats.org/officeDocument/2006/math">
                    <m:r>
                      <a:rPr lang="nl-NL" sz="2800" i="1">
                        <a:latin typeface="Cambria Math"/>
                      </a:rPr>
                      <m:t>𝑦</m:t>
                    </m:r>
                    <m:r>
                      <a:rPr lang="nl-NL" sz="2800" i="1">
                        <a:latin typeface="Cambria Math"/>
                      </a:rPr>
                      <m:t>=</m:t>
                    </m:r>
                    <m:r>
                      <a:rPr lang="nl-NL" sz="2800" i="1">
                        <a:latin typeface="Cambria Math"/>
                      </a:rPr>
                      <m:t>𝑎𝑥</m:t>
                    </m:r>
                  </m:oMath>
                </a14:m>
                <a:r>
                  <a:rPr lang="nl-NL" sz="2800" dirty="0"/>
                  <a:t> </a:t>
                </a:r>
                <a:endParaRPr lang="en-US" sz="2800" dirty="0"/>
              </a:p>
            </p:txBody>
          </p:sp>
        </mc:Choice>
        <mc:Fallback xmlns="">
          <p:sp>
            <p:nvSpPr>
              <p:cNvPr id="7" name="Tekstvak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2640" y="3789040"/>
                <a:ext cx="6411672" cy="523220"/>
              </a:xfrm>
              <a:prstGeom prst="rect">
                <a:avLst/>
              </a:prstGeom>
              <a:blipFill>
                <a:blip r:embed="rId4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kstvak 8"/>
              <p:cNvSpPr txBox="1"/>
              <p:nvPr/>
            </p:nvSpPr>
            <p:spPr>
              <a:xfrm>
                <a:off x="2492640" y="4509121"/>
                <a:ext cx="78518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2800" dirty="0" err="1"/>
                  <a:t>by</a:t>
                </a:r>
                <a:r>
                  <a:rPr lang="nl-NL" sz="2800" dirty="0"/>
                  <a:t> translating it up over a distance </a:t>
                </a:r>
                <a14:m>
                  <m:oMath xmlns:m="http://schemas.openxmlformats.org/officeDocument/2006/math">
                    <m:r>
                      <a:rPr lang="nl-NL" sz="2800" i="1" dirty="0">
                        <a:latin typeface="Cambria Math"/>
                      </a:rPr>
                      <m:t>𝑏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kstvak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2640" y="4509121"/>
                <a:ext cx="7851832" cy="523220"/>
              </a:xfrm>
              <a:prstGeom prst="rect">
                <a:avLst/>
              </a:prstGeom>
              <a:blipFill>
                <a:blip r:embed="rId5"/>
                <a:stretch>
                  <a:fillRect l="-1630" t="-12791" b="-3139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hthoek 9"/>
              <p:cNvSpPr/>
              <p:nvPr/>
            </p:nvSpPr>
            <p:spPr>
              <a:xfrm>
                <a:off x="2547878" y="1700808"/>
                <a:ext cx="197130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nl-NL" sz="2800" i="1">
                        <a:latin typeface="Cambria Math"/>
                      </a:rPr>
                      <m:t>𝑦</m:t>
                    </m:r>
                    <m:r>
                      <a:rPr lang="nl-NL" sz="2800" i="1">
                        <a:latin typeface="Cambria Math"/>
                      </a:rPr>
                      <m:t>=</m:t>
                    </m:r>
                    <m:r>
                      <a:rPr lang="nl-NL" sz="2800" i="1">
                        <a:latin typeface="Cambria Math"/>
                      </a:rPr>
                      <m:t>𝑎𝑥</m:t>
                    </m:r>
                    <m:r>
                      <a:rPr lang="nl-NL" sz="2800" i="1">
                        <a:latin typeface="Cambria Math"/>
                      </a:rPr>
                      <m:t>+</m:t>
                    </m:r>
                    <m:r>
                      <a:rPr lang="nl-NL" sz="2800" i="1">
                        <a:latin typeface="Cambria Math"/>
                      </a:rPr>
                      <m:t>𝑏</m:t>
                    </m:r>
                  </m:oMath>
                </a14:m>
                <a:r>
                  <a:rPr lang="nl-NL" sz="2800" dirty="0"/>
                  <a:t> </a:t>
                </a:r>
                <a:endParaRPr lang="en-US" sz="2800" dirty="0"/>
              </a:p>
            </p:txBody>
          </p:sp>
        </mc:Choice>
        <mc:Fallback xmlns="" xmlns:p14="http://schemas.microsoft.com/office/powerpoint/2010/main">
          <p:sp>
            <p:nvSpPr>
              <p:cNvPr id="10" name="Rechthoek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7878" y="1700808"/>
                <a:ext cx="197130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9840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9A636E-4AB8-4A53-8F6C-ED20FA8E9067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2"/>
              <p:cNvSpPr txBox="1"/>
              <p:nvPr/>
            </p:nvSpPr>
            <p:spPr bwMode="auto">
              <a:xfrm>
                <a:off x="2783633" y="1196752"/>
                <a:ext cx="942975" cy="387350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nl-NL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nl-NL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nl-NL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nl-NL"/>
              </a:p>
            </p:txBody>
          </p:sp>
        </mc:Choice>
        <mc:Fallback xmlns="" xmlns:p14="http://schemas.microsoft.com/office/powerpoint/2010/main">
          <p:sp>
            <p:nvSpPr>
              <p:cNvPr id="3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83633" y="1196752"/>
                <a:ext cx="942975" cy="3873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"/>
              <p:cNvSpPr txBox="1"/>
              <p:nvPr/>
            </p:nvSpPr>
            <p:spPr bwMode="auto">
              <a:xfrm>
                <a:off x="2462214" y="2924175"/>
                <a:ext cx="1444625" cy="38735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nl-NL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nl-NL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nl-NL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l-NL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nl-NL"/>
              </a:p>
            </p:txBody>
          </p:sp>
        </mc:Choice>
        <mc:Fallback xmlns="" xmlns:p14="http://schemas.microsoft.com/office/powerpoint/2010/main">
          <p:sp>
            <p:nvSpPr>
              <p:cNvPr id="4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62214" y="2924175"/>
                <a:ext cx="1444625" cy="387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Afbeelding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690" y="732995"/>
            <a:ext cx="5568916" cy="5268246"/>
          </a:xfrm>
          <a:prstGeom prst="rect">
            <a:avLst/>
          </a:prstGeom>
        </p:spPr>
      </p:pic>
      <p:cxnSp>
        <p:nvCxnSpPr>
          <p:cNvPr id="14" name="Rechte verbindingslijn 13"/>
          <p:cNvCxnSpPr/>
          <p:nvPr/>
        </p:nvCxnSpPr>
        <p:spPr>
          <a:xfrm flipV="1">
            <a:off x="5375920" y="476672"/>
            <a:ext cx="1872208" cy="5524570"/>
          </a:xfrm>
          <a:prstGeom prst="line">
            <a:avLst/>
          </a:prstGeom>
          <a:ln>
            <a:solidFill>
              <a:srgbClr val="FF0000"/>
            </a:solidFill>
          </a:ln>
          <a:effectLst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ekstvak 10"/>
          <p:cNvSpPr txBox="1"/>
          <p:nvPr/>
        </p:nvSpPr>
        <p:spPr>
          <a:xfrm>
            <a:off x="5969739" y="32129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4352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Line through a point </a:t>
            </a:r>
            <a:r>
              <a:rPr lang="nl-NL" dirty="0" err="1"/>
              <a:t>with</a:t>
            </a:r>
            <a:r>
              <a:rPr lang="nl-NL" dirty="0"/>
              <a:t> a </a:t>
            </a:r>
            <a:r>
              <a:rPr lang="nl-NL" dirty="0" err="1"/>
              <a:t>given</a:t>
            </a:r>
            <a:r>
              <a:rPr lang="nl-NL" dirty="0"/>
              <a:t> </a:t>
            </a:r>
            <a:r>
              <a:rPr lang="nl-NL" dirty="0" err="1"/>
              <a:t>slope</a:t>
            </a:r>
            <a:r>
              <a:rPr lang="nl-NL" dirty="0"/>
              <a:t> </a:t>
            </a:r>
            <a:endParaRPr lang="en-US" dirty="0"/>
          </a:p>
        </p:txBody>
      </p:sp>
      <p:sp>
        <p:nvSpPr>
          <p:cNvPr id="2" name="Tijdelijke aanduiding voor dianumm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9A636E-4AB8-4A53-8F6C-ED20FA8E9067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vak 4"/>
              <p:cNvSpPr txBox="1"/>
              <p:nvPr/>
            </p:nvSpPr>
            <p:spPr>
              <a:xfrm>
                <a:off x="2492640" y="1728391"/>
                <a:ext cx="8797660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2800" dirty="0"/>
                  <a:t>A line has slope 2</a:t>
                </a:r>
              </a:p>
              <a:p>
                <a:r>
                  <a:rPr lang="nl-NL" sz="2800" dirty="0"/>
                  <a:t>The line passes through the point </a:t>
                </a:r>
                <a14:m>
                  <m:oMath xmlns:m="http://schemas.openxmlformats.org/officeDocument/2006/math">
                    <m:r>
                      <a:rPr lang="nl-NL" sz="2800" i="1" dirty="0" smtClean="0">
                        <a:latin typeface="Cambria Math"/>
                      </a:rPr>
                      <m:t>𝑃</m:t>
                    </m:r>
                    <m:r>
                      <a:rPr lang="nl-NL" sz="2800" i="1" dirty="0" smtClean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nl-NL" sz="2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2800" i="1" dirty="0" smtClean="0">
                            <a:latin typeface="Cambria Math"/>
                          </a:rPr>
                          <m:t>3, 4</m:t>
                        </m:r>
                      </m:e>
                    </m:d>
                  </m:oMath>
                </a14:m>
                <a:endParaRPr lang="nl-NL" sz="2800" dirty="0"/>
              </a:p>
              <a:p>
                <a:r>
                  <a:rPr lang="nl-NL" sz="2800" dirty="0"/>
                  <a:t>What is the equation of the line? </a:t>
                </a:r>
                <a:endParaRPr lang="en-US" sz="2800" dirty="0"/>
              </a:p>
            </p:txBody>
          </p:sp>
        </mc:Choice>
        <mc:Fallback xmlns="">
          <p:sp>
            <p:nvSpPr>
              <p:cNvPr id="5" name="Tekstvak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2640" y="1728391"/>
                <a:ext cx="8797660" cy="1384995"/>
              </a:xfrm>
              <a:prstGeom prst="rect">
                <a:avLst/>
              </a:prstGeom>
              <a:blipFill>
                <a:blip r:embed="rId3"/>
                <a:stretch>
                  <a:fillRect l="-1455" t="-4846" b="-1145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kstvak 8"/>
              <p:cNvSpPr txBox="1"/>
              <p:nvPr/>
            </p:nvSpPr>
            <p:spPr>
              <a:xfrm>
                <a:off x="2492640" y="3212976"/>
                <a:ext cx="4251432" cy="353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𝑦</m:t>
                      </m:r>
                      <m:r>
                        <a:rPr lang="nl-NL" sz="2800" i="1">
                          <a:latin typeface="Cambria Math"/>
                        </a:rPr>
                        <m:t>=2</m:t>
                      </m:r>
                      <m:r>
                        <a:rPr lang="nl-NL" sz="2800" i="1">
                          <a:latin typeface="Cambria Math"/>
                        </a:rPr>
                        <m:t>𝑥</m:t>
                      </m:r>
                      <m:r>
                        <a:rPr lang="nl-NL" sz="2800" i="1">
                          <a:latin typeface="Cambria Math"/>
                        </a:rPr>
                        <m:t>+</m:t>
                      </m:r>
                      <m:r>
                        <a:rPr lang="nl-NL" sz="2800" i="1"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 lang="nl-NL" sz="2800" dirty="0"/>
              </a:p>
              <a:p>
                <a:endParaRPr lang="nl-NL" sz="2800" dirty="0"/>
              </a:p>
              <a:p>
                <a:r>
                  <a:rPr lang="nl-NL" sz="2800" dirty="0"/>
                  <a:t>Enter coordinates of P: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4=2</m:t>
                      </m:r>
                      <m:r>
                        <a:rPr lang="nl-NL" sz="2800" i="1">
                          <a:latin typeface="Cambria Math"/>
                          <a:ea typeface="Cambria Math"/>
                        </a:rPr>
                        <m:t>∙3+</m:t>
                      </m:r>
                      <m:r>
                        <a:rPr lang="nl-NL" sz="2800" i="1">
                          <a:latin typeface="Cambria Math"/>
                          <a:ea typeface="Cambria Math"/>
                        </a:rPr>
                        <m:t>𝑏</m:t>
                      </m:r>
                    </m:oMath>
                  </m:oMathPara>
                </a14:m>
                <a:endParaRPr lang="nl-NL" sz="2800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𝑏</m:t>
                      </m:r>
                      <m:r>
                        <a:rPr lang="nl-NL" sz="2800" i="1">
                          <a:latin typeface="Cambria Math"/>
                        </a:rPr>
                        <m:t>=−2</m:t>
                      </m:r>
                    </m:oMath>
                  </m:oMathPara>
                </a14:m>
                <a:endParaRPr lang="nl-NL" sz="2800" dirty="0"/>
              </a:p>
              <a:p>
                <a:endParaRPr lang="nl-NL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𝒚</m:t>
                      </m:r>
                      <m:r>
                        <a:rPr lang="nl-NL" sz="28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</m:t>
                      </m:r>
                      <m:r>
                        <a:rPr lang="nl-NL" sz="28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𝟐</m:t>
                      </m:r>
                      <m:r>
                        <a:rPr lang="nl-NL" sz="28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𝒙</m:t>
                      </m:r>
                      <m:r>
                        <a:rPr lang="nl-NL" sz="28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nl-NL" sz="28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𝟐</m:t>
                      </m:r>
                    </m:oMath>
                  </m:oMathPara>
                </a14:m>
                <a:endParaRPr 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 xmlns:p14="http://schemas.microsoft.com/office/powerpoint/2010/main">
          <p:sp>
            <p:nvSpPr>
              <p:cNvPr id="9" name="Tekstvak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2640" y="3212976"/>
                <a:ext cx="4251432" cy="3539430"/>
              </a:xfrm>
              <a:prstGeom prst="rect">
                <a:avLst/>
              </a:prstGeom>
              <a:blipFill>
                <a:blip r:embed="rId4"/>
                <a:stretch>
                  <a:fillRect l="-301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Afbeelding 1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9" t="30421" r="39612"/>
          <a:stretch/>
        </p:blipFill>
        <p:spPr>
          <a:xfrm>
            <a:off x="5955565" y="3113386"/>
            <a:ext cx="4503320" cy="3390513"/>
          </a:xfrm>
          <a:prstGeom prst="rect">
            <a:avLst/>
          </a:prstGeom>
        </p:spPr>
      </p:pic>
      <p:sp>
        <p:nvSpPr>
          <p:cNvPr id="14" name="Tekstvak 13"/>
          <p:cNvSpPr txBox="1"/>
          <p:nvPr/>
        </p:nvSpPr>
        <p:spPr>
          <a:xfrm>
            <a:off x="8860616" y="3156928"/>
            <a:ext cx="4235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/>
              <a:t>P</a:t>
            </a:r>
            <a:endParaRPr lang="en-US" sz="2800" dirty="0"/>
          </a:p>
        </p:txBody>
      </p:sp>
      <p:sp>
        <p:nvSpPr>
          <p:cNvPr id="15" name="Tekstvak 14"/>
          <p:cNvSpPr txBox="1"/>
          <p:nvPr/>
        </p:nvSpPr>
        <p:spPr>
          <a:xfrm>
            <a:off x="7829052" y="332480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4</a:t>
            </a:r>
            <a:endParaRPr lang="en-US" dirty="0"/>
          </a:p>
        </p:txBody>
      </p:sp>
      <p:sp>
        <p:nvSpPr>
          <p:cNvPr id="16" name="Tekstvak 15"/>
          <p:cNvSpPr txBox="1"/>
          <p:nvPr/>
        </p:nvSpPr>
        <p:spPr>
          <a:xfrm>
            <a:off x="8990270" y="480864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073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Line through two points</a:t>
            </a:r>
            <a:endParaRPr lang="en-US" dirty="0"/>
          </a:p>
        </p:txBody>
      </p:sp>
      <p:sp>
        <p:nvSpPr>
          <p:cNvPr id="2" name="Tijdelijke aanduiding voor dianumm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9A636E-4AB8-4A53-8F6C-ED20FA8E9067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vak 4"/>
              <p:cNvSpPr txBox="1"/>
              <p:nvPr/>
            </p:nvSpPr>
            <p:spPr>
              <a:xfrm>
                <a:off x="2336784" y="1484785"/>
                <a:ext cx="940436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2800" dirty="0"/>
                  <a:t>A line passes through the points </a:t>
                </a:r>
                <a14:m>
                  <m:oMath xmlns:m="http://schemas.openxmlformats.org/officeDocument/2006/math">
                    <m:r>
                      <a:rPr lang="nl-NL" sz="2800" i="1" dirty="0" smtClean="0">
                        <a:latin typeface="Cambria Math"/>
                      </a:rPr>
                      <m:t>𝑃</m:t>
                    </m:r>
                    <m:r>
                      <a:rPr lang="nl-NL" sz="2800" i="1" dirty="0" smtClean="0">
                        <a:latin typeface="Cambria Math"/>
                      </a:rPr>
                      <m:t>=[2, 1] </m:t>
                    </m:r>
                  </m:oMath>
                </a14:m>
                <a:r>
                  <a:rPr lang="nl-NL" sz="2800" dirty="0"/>
                  <a:t>and </a:t>
                </a:r>
                <a14:m>
                  <m:oMath xmlns:m="http://schemas.openxmlformats.org/officeDocument/2006/math">
                    <m:r>
                      <a:rPr lang="nl-NL" sz="2800" i="1" dirty="0">
                        <a:latin typeface="Cambria Math"/>
                      </a:rPr>
                      <m:t>𝑄</m:t>
                    </m:r>
                    <m:r>
                      <a:rPr lang="nl-NL" sz="2800" i="1" dirty="0">
                        <a:latin typeface="Cambria Math"/>
                      </a:rPr>
                      <m:t>=[5, 3]</m:t>
                    </m:r>
                  </m:oMath>
                </a14:m>
                <a:r>
                  <a:rPr lang="nl-NL" sz="2800" dirty="0"/>
                  <a:t> </a:t>
                </a:r>
              </a:p>
              <a:p>
                <a:r>
                  <a:rPr lang="nl-NL" sz="2800" dirty="0"/>
                  <a:t>What is the equation of the line? </a:t>
                </a:r>
                <a:endParaRPr lang="en-US" sz="2800" dirty="0"/>
              </a:p>
            </p:txBody>
          </p:sp>
        </mc:Choice>
        <mc:Fallback xmlns="">
          <p:sp>
            <p:nvSpPr>
              <p:cNvPr id="5" name="Tekstvak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6784" y="1484785"/>
                <a:ext cx="9404366" cy="954107"/>
              </a:xfrm>
              <a:prstGeom prst="rect">
                <a:avLst/>
              </a:prstGeom>
              <a:blipFill>
                <a:blip r:embed="rId3"/>
                <a:stretch>
                  <a:fillRect l="-1296" t="-7051" b="-17308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/>
              <p:cNvSpPr txBox="1"/>
              <p:nvPr/>
            </p:nvSpPr>
            <p:spPr bwMode="auto">
              <a:xfrm>
                <a:off x="2423591" y="2787254"/>
                <a:ext cx="4296327" cy="10207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sub>
                          </m:sSub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sub>
                          </m:sSub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den>
                      </m:f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3−1</m:t>
                          </m:r>
                        </m:num>
                        <m:den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5−2</m:t>
                          </m:r>
                        </m:den>
                      </m:f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nl-NL" sz="2400" dirty="0"/>
              </a:p>
            </p:txBody>
          </p:sp>
        </mc:Choice>
        <mc:Fallback xmlns="" xmlns:p14="http://schemas.microsoft.com/office/powerpoint/2010/main">
          <p:sp>
            <p:nvSpPr>
              <p:cNvPr id="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3591" y="2787254"/>
                <a:ext cx="4296327" cy="10207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kstvak 8"/>
          <p:cNvSpPr txBox="1"/>
          <p:nvPr/>
        </p:nvSpPr>
        <p:spPr>
          <a:xfrm>
            <a:off x="2308176" y="3763184"/>
            <a:ext cx="42514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Enter coordinates of P: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9"/>
              <p:cNvSpPr txBox="1"/>
              <p:nvPr/>
            </p:nvSpPr>
            <p:spPr bwMode="auto">
              <a:xfrm>
                <a:off x="2308176" y="4762040"/>
                <a:ext cx="1836800" cy="8905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1=</m:t>
                      </m:r>
                      <m:f>
                        <m:fPr>
                          <m:ctrlP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⋅2+</m:t>
                      </m:r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nl-NL" sz="2400"/>
              </a:p>
            </p:txBody>
          </p:sp>
        </mc:Choice>
        <mc:Fallback xmlns="" xmlns:p14="http://schemas.microsoft.com/office/powerpoint/2010/main">
          <p:sp>
            <p:nvSpPr>
              <p:cNvPr id="10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8176" y="4762040"/>
                <a:ext cx="1836800" cy="8905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0"/>
              <p:cNvSpPr txBox="1"/>
              <p:nvPr/>
            </p:nvSpPr>
            <p:spPr bwMode="auto">
              <a:xfrm>
                <a:off x="4324399" y="4722124"/>
                <a:ext cx="1189887" cy="8905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nl-NL" sz="2400" dirty="0"/>
              </a:p>
            </p:txBody>
          </p:sp>
        </mc:Choice>
        <mc:Fallback xmlns="" xmlns:p14="http://schemas.microsoft.com/office/powerpoint/2010/main">
          <p:sp>
            <p:nvSpPr>
              <p:cNvPr id="11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24399" y="4722124"/>
                <a:ext cx="1189887" cy="8905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1"/>
              <p:cNvSpPr txBox="1"/>
              <p:nvPr/>
            </p:nvSpPr>
            <p:spPr bwMode="auto">
              <a:xfrm>
                <a:off x="3172273" y="5554129"/>
                <a:ext cx="1774079" cy="892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nl-NL" sz="2400" dirty="0"/>
              </a:p>
            </p:txBody>
          </p:sp>
        </mc:Choice>
        <mc:Fallback xmlns="" xmlns:p14="http://schemas.microsoft.com/office/powerpoint/2010/main">
          <p:sp>
            <p:nvSpPr>
              <p:cNvPr id="12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2273" y="5554129"/>
                <a:ext cx="1774079" cy="8921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25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323" y="3356993"/>
            <a:ext cx="3385378" cy="300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"/>
              <p:cNvSpPr txBox="1"/>
              <p:nvPr/>
            </p:nvSpPr>
            <p:spPr bwMode="auto">
              <a:xfrm>
                <a:off x="7208605" y="2692867"/>
                <a:ext cx="1904710" cy="892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nl-NL" sz="2400" dirty="0"/>
              </a:p>
            </p:txBody>
          </p:sp>
        </mc:Choice>
        <mc:Fallback xmlns="" xmlns:p14="http://schemas.microsoft.com/office/powerpoint/2010/main">
          <p:sp>
            <p:nvSpPr>
              <p:cNvPr id="4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08605" y="2692867"/>
                <a:ext cx="1904710" cy="8921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8812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11" grpId="0"/>
      <p:bldP spid="12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Line through two points</a:t>
            </a:r>
            <a:endParaRPr lang="en-US" dirty="0"/>
          </a:p>
        </p:txBody>
      </p:sp>
      <p:sp>
        <p:nvSpPr>
          <p:cNvPr id="2" name="Tijdelijke aanduiding voor dianumm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9A636E-4AB8-4A53-8F6C-ED20FA8E9067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vak 4"/>
              <p:cNvSpPr txBox="1"/>
              <p:nvPr/>
            </p:nvSpPr>
            <p:spPr>
              <a:xfrm>
                <a:off x="2336784" y="1484785"/>
                <a:ext cx="929006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2800" dirty="0"/>
                  <a:t>A line passes through the points </a:t>
                </a:r>
                <a14:m>
                  <m:oMath xmlns:m="http://schemas.openxmlformats.org/officeDocument/2006/math">
                    <m:r>
                      <a:rPr lang="nl-NL" sz="2800" i="1" dirty="0" smtClean="0">
                        <a:latin typeface="Cambria Math"/>
                      </a:rPr>
                      <m:t>𝑃</m:t>
                    </m:r>
                    <m:r>
                      <a:rPr lang="nl-NL" sz="2800" i="1" dirty="0" smtClean="0">
                        <a:latin typeface="Cambria Math"/>
                      </a:rPr>
                      <m:t>=[2, 1]</m:t>
                    </m:r>
                  </m:oMath>
                </a14:m>
                <a:r>
                  <a:rPr lang="nl-NL" sz="2800" dirty="0"/>
                  <a:t> and </a:t>
                </a:r>
                <a14:m>
                  <m:oMath xmlns:m="http://schemas.openxmlformats.org/officeDocument/2006/math">
                    <m:r>
                      <a:rPr lang="nl-NL" sz="2800" i="1" dirty="0">
                        <a:latin typeface="Cambria Math"/>
                      </a:rPr>
                      <m:t>𝑄</m:t>
                    </m:r>
                    <m:r>
                      <a:rPr lang="nl-NL" sz="2800" i="1" dirty="0">
                        <a:latin typeface="Cambria Math"/>
                      </a:rPr>
                      <m:t>=[5, 1]</m:t>
                    </m:r>
                  </m:oMath>
                </a14:m>
                <a:r>
                  <a:rPr lang="nl-NL" sz="2800" dirty="0"/>
                  <a:t> </a:t>
                </a:r>
              </a:p>
              <a:p>
                <a:r>
                  <a:rPr lang="nl-NL" sz="2800" dirty="0"/>
                  <a:t>What is the equation of the line? </a:t>
                </a:r>
                <a:endParaRPr lang="en-US" sz="2800" dirty="0"/>
              </a:p>
            </p:txBody>
          </p:sp>
        </mc:Choice>
        <mc:Fallback xmlns="">
          <p:sp>
            <p:nvSpPr>
              <p:cNvPr id="5" name="Tekstvak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6784" y="1484785"/>
                <a:ext cx="9290066" cy="954107"/>
              </a:xfrm>
              <a:prstGeom prst="rect">
                <a:avLst/>
              </a:prstGeom>
              <a:blipFill>
                <a:blip r:embed="rId3"/>
                <a:stretch>
                  <a:fillRect l="-1312" t="-7051" b="-17308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/>
              <p:cNvSpPr txBox="1"/>
              <p:nvPr/>
            </p:nvSpPr>
            <p:spPr bwMode="auto">
              <a:xfrm>
                <a:off x="2441574" y="2768754"/>
                <a:ext cx="4499273" cy="10207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sub>
                          </m:sSub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sub>
                          </m:sSub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den>
                      </m:f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1−1</m:t>
                          </m:r>
                        </m:num>
                        <m:den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5−2</m:t>
                          </m:r>
                        </m:den>
                      </m:f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nl-NL" sz="2400" dirty="0"/>
              </a:p>
            </p:txBody>
          </p:sp>
        </mc:Choice>
        <mc:Fallback xmlns="" xmlns:p14="http://schemas.microsoft.com/office/powerpoint/2010/main">
          <p:sp>
            <p:nvSpPr>
              <p:cNvPr id="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41574" y="2768754"/>
                <a:ext cx="4499273" cy="10207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kstvak 8"/>
          <p:cNvSpPr txBox="1"/>
          <p:nvPr/>
        </p:nvSpPr>
        <p:spPr>
          <a:xfrm>
            <a:off x="2308176" y="3763184"/>
            <a:ext cx="42514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Enter coordinates of P: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1"/>
              <p:cNvSpPr txBox="1"/>
              <p:nvPr/>
            </p:nvSpPr>
            <p:spPr bwMode="auto">
              <a:xfrm>
                <a:off x="3143673" y="4665923"/>
                <a:ext cx="1158303" cy="390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nl-NL" sz="2400" dirty="0"/>
              </a:p>
            </p:txBody>
          </p:sp>
        </mc:Choice>
        <mc:Fallback xmlns="" xmlns:p14="http://schemas.microsoft.com/office/powerpoint/2010/main">
          <p:sp>
            <p:nvSpPr>
              <p:cNvPr id="12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43673" y="4665923"/>
                <a:ext cx="1158303" cy="390525"/>
              </a:xfrm>
              <a:prstGeom prst="rect">
                <a:avLst/>
              </a:prstGeom>
              <a:blipFill>
                <a:blip r:embed="rId5"/>
                <a:stretch>
                  <a:fillRect l="-1579" b="-343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1288" y="3573016"/>
            <a:ext cx="3942024" cy="2583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"/>
              <p:cNvSpPr txBox="1"/>
              <p:nvPr/>
            </p:nvSpPr>
            <p:spPr bwMode="auto">
              <a:xfrm>
                <a:off x="7620000" y="2897044"/>
                <a:ext cx="1959721" cy="4079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=0⋅</m:t>
                      </m:r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nl-NL" sz="2400" dirty="0"/>
              </a:p>
            </p:txBody>
          </p:sp>
        </mc:Choice>
        <mc:Fallback xmlns="" xmlns:p14="http://schemas.microsoft.com/office/powerpoint/2010/main">
          <p:sp>
            <p:nvSpPr>
              <p:cNvPr id="4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20000" y="2897044"/>
                <a:ext cx="1959721" cy="407988"/>
              </a:xfrm>
              <a:prstGeom prst="rect">
                <a:avLst/>
              </a:prstGeom>
              <a:blipFill>
                <a:blip r:embed="rId7"/>
                <a:stretch>
                  <a:fillRect l="-935" b="-283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7547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Line through two points</a:t>
            </a:r>
            <a:endParaRPr lang="en-US" dirty="0"/>
          </a:p>
        </p:txBody>
      </p:sp>
      <p:sp>
        <p:nvSpPr>
          <p:cNvPr id="2" name="Tijdelijke aanduiding voor dianummer 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9A636E-4AB8-4A53-8F6C-ED20FA8E9067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vak 4"/>
              <p:cNvSpPr txBox="1"/>
              <p:nvPr/>
            </p:nvSpPr>
            <p:spPr>
              <a:xfrm>
                <a:off x="2336783" y="1484785"/>
                <a:ext cx="9184233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2800" dirty="0"/>
                  <a:t>A line passes through the points </a:t>
                </a:r>
                <a14:m>
                  <m:oMath xmlns:m="http://schemas.openxmlformats.org/officeDocument/2006/math">
                    <m:r>
                      <a:rPr lang="nl-NL" sz="2800" i="1" dirty="0" smtClean="0">
                        <a:latin typeface="Cambria Math"/>
                      </a:rPr>
                      <m:t>𝑃</m:t>
                    </m:r>
                    <m:r>
                      <a:rPr lang="nl-NL" sz="2800" i="1" dirty="0" smtClean="0">
                        <a:latin typeface="Cambria Math"/>
                      </a:rPr>
                      <m:t>=[2, 1] </m:t>
                    </m:r>
                  </m:oMath>
                </a14:m>
                <a:r>
                  <a:rPr lang="nl-NL" sz="2800" dirty="0"/>
                  <a:t>and </a:t>
                </a:r>
                <a14:m>
                  <m:oMath xmlns:m="http://schemas.openxmlformats.org/officeDocument/2006/math">
                    <m:r>
                      <a:rPr lang="nl-NL" sz="2800" i="1" dirty="0">
                        <a:latin typeface="Cambria Math"/>
                      </a:rPr>
                      <m:t>𝑄</m:t>
                    </m:r>
                    <m:r>
                      <a:rPr lang="nl-NL" sz="2800" i="1" dirty="0">
                        <a:latin typeface="Cambria Math"/>
                      </a:rPr>
                      <m:t>=[2, 5]</m:t>
                    </m:r>
                  </m:oMath>
                </a14:m>
                <a:r>
                  <a:rPr lang="nl-NL" sz="2800" dirty="0"/>
                  <a:t> </a:t>
                </a:r>
              </a:p>
              <a:p>
                <a:r>
                  <a:rPr lang="nl-NL" sz="2800" dirty="0"/>
                  <a:t>What is the equation of the line? </a:t>
                </a:r>
                <a:endParaRPr lang="en-US" sz="2800" dirty="0"/>
              </a:p>
            </p:txBody>
          </p:sp>
        </mc:Choice>
        <mc:Fallback xmlns="">
          <p:sp>
            <p:nvSpPr>
              <p:cNvPr id="5" name="Tekstvak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6783" y="1484785"/>
                <a:ext cx="9184233" cy="954107"/>
              </a:xfrm>
              <a:prstGeom prst="rect">
                <a:avLst/>
              </a:prstGeom>
              <a:blipFill>
                <a:blip r:embed="rId3"/>
                <a:stretch>
                  <a:fillRect l="-1327" t="-7051" b="-17308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kstvak 8"/>
          <p:cNvSpPr txBox="1"/>
          <p:nvPr/>
        </p:nvSpPr>
        <p:spPr>
          <a:xfrm>
            <a:off x="2308176" y="3763184"/>
            <a:ext cx="42514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Enter coordinates of P: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0"/>
              <p:cNvSpPr txBox="1"/>
              <p:nvPr/>
            </p:nvSpPr>
            <p:spPr bwMode="auto">
              <a:xfrm>
                <a:off x="2790173" y="5114137"/>
                <a:ext cx="1309285" cy="3159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nl-NL" sz="2400" dirty="0"/>
              </a:p>
            </p:txBody>
          </p:sp>
        </mc:Choice>
        <mc:Fallback xmlns="" xmlns:p14="http://schemas.microsoft.com/office/powerpoint/2010/main">
          <p:sp>
            <p:nvSpPr>
              <p:cNvPr id="11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90173" y="5114137"/>
                <a:ext cx="1309285" cy="315912"/>
              </a:xfrm>
              <a:prstGeom prst="rect">
                <a:avLst/>
              </a:prstGeom>
              <a:blipFill>
                <a:blip r:embed="rId4"/>
                <a:stretch>
                  <a:fillRect b="-423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2413" y="3212977"/>
            <a:ext cx="3171980" cy="3204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/>
              <p:cNvSpPr txBox="1"/>
              <p:nvPr/>
            </p:nvSpPr>
            <p:spPr bwMode="auto">
              <a:xfrm>
                <a:off x="2336783" y="2498593"/>
                <a:ext cx="4829175" cy="10207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sub>
                          </m:sSub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sub>
                          </m:sSub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l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den>
                      </m:f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5−1</m:t>
                          </m:r>
                        </m:num>
                        <m:den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2−2</m:t>
                          </m:r>
                        </m:den>
                      </m:f>
                      <m:r>
                        <a:rPr lang="nl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nl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m:rPr>
                          <m:nor/>
                        </m:rPr>
                        <a:rPr lang="nl-NL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???</m:t>
                      </m:r>
                    </m:oMath>
                  </m:oMathPara>
                </a14:m>
                <a:endParaRPr lang="nl-NL" sz="2400" dirty="0"/>
              </a:p>
            </p:txBody>
          </p:sp>
        </mc:Choice>
        <mc:Fallback xmlns="">
          <p:sp>
            <p:nvSpPr>
              <p:cNvPr id="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36783" y="2498593"/>
                <a:ext cx="4829175" cy="10207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3">
                <a:extLst>
                  <a:ext uri="{FF2B5EF4-FFF2-40B4-BE49-F238E27FC236}">
                    <a16:creationId xmlns:a16="http://schemas.microsoft.com/office/drawing/2014/main" id="{E0F4B0CB-6DD5-4C32-2ECC-24858B9901A8}"/>
                  </a:ext>
                </a:extLst>
              </p:cNvPr>
              <p:cNvSpPr txBox="1"/>
              <p:nvPr/>
            </p:nvSpPr>
            <p:spPr bwMode="auto">
              <a:xfrm>
                <a:off x="7625136" y="2591969"/>
                <a:ext cx="1893777" cy="621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nl-NL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nl-NL" sz="1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nl-NL" sz="1600" dirty="0"/>
                  <a:t> “</a:t>
                </a:r>
                <a:r>
                  <a:rPr lang="nl-NL" sz="1600" dirty="0" err="1"/>
                  <a:t>something</a:t>
                </a:r>
                <a:r>
                  <a:rPr lang="nl-NL" sz="1600" dirty="0"/>
                  <a:t>”</a:t>
                </a:r>
              </a:p>
            </p:txBody>
          </p:sp>
        </mc:Choice>
        <mc:Fallback xmlns="">
          <p:sp>
            <p:nvSpPr>
              <p:cNvPr id="7" name="Object 3">
                <a:extLst>
                  <a:ext uri="{FF2B5EF4-FFF2-40B4-BE49-F238E27FC236}">
                    <a16:creationId xmlns:a16="http://schemas.microsoft.com/office/drawing/2014/main" id="{E0F4B0CB-6DD5-4C32-2ECC-24858B990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25136" y="2591969"/>
                <a:ext cx="1893777" cy="621008"/>
              </a:xfrm>
              <a:prstGeom prst="rect">
                <a:avLst/>
              </a:prstGeom>
              <a:blipFill>
                <a:blip r:embed="rId7"/>
                <a:stretch>
                  <a:fillRect t="-29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6959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Linear equations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9A636E-4AB8-4A53-8F6C-ED20FA8E9067}" type="slidenum">
              <a:rPr lang="en-US" smtClean="0"/>
              <a:t>13</a:t>
            </a:fld>
            <a:endParaRPr lang="en-US"/>
          </a:p>
        </p:txBody>
      </p:sp>
      <p:sp>
        <p:nvSpPr>
          <p:cNvPr id="4" name="Tekstvak 3"/>
          <p:cNvSpPr txBox="1"/>
          <p:nvPr/>
        </p:nvSpPr>
        <p:spPr>
          <a:xfrm>
            <a:off x="2207568" y="1484784"/>
            <a:ext cx="763284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An </a:t>
            </a:r>
            <a:r>
              <a:rPr lang="nl-NL" sz="2800" b="1" dirty="0"/>
              <a:t>equation </a:t>
            </a:r>
            <a:r>
              <a:rPr lang="nl-NL" sz="2800" dirty="0"/>
              <a:t>is a relation in which two expressions containing an unknown variable are set equal to each other</a:t>
            </a:r>
            <a:endParaRPr lang="en-US" sz="2800" dirty="0"/>
          </a:p>
        </p:txBody>
      </p:sp>
      <p:sp>
        <p:nvSpPr>
          <p:cNvPr id="5" name="Tekstvak 4"/>
          <p:cNvSpPr txBox="1"/>
          <p:nvPr/>
        </p:nvSpPr>
        <p:spPr>
          <a:xfrm>
            <a:off x="2207568" y="3174926"/>
            <a:ext cx="73448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The </a:t>
            </a:r>
            <a:r>
              <a:rPr lang="nl-NL" sz="2800" b="1" dirty="0"/>
              <a:t>solution </a:t>
            </a:r>
            <a:r>
              <a:rPr lang="nl-NL" sz="2800" dirty="0"/>
              <a:t>of an equation is a </a:t>
            </a:r>
            <a:r>
              <a:rPr lang="nl-NL" sz="2800" b="1" dirty="0"/>
              <a:t>value </a:t>
            </a:r>
            <a:r>
              <a:rPr lang="nl-NL" sz="2800" dirty="0"/>
              <a:t>of the unknown variable that makes the formula </a:t>
            </a:r>
            <a:r>
              <a:rPr lang="nl-NL" sz="2800" b="1" dirty="0"/>
              <a:t>true</a:t>
            </a:r>
            <a:endParaRPr lang="en-US" sz="2800" dirty="0"/>
          </a:p>
        </p:txBody>
      </p:sp>
      <p:sp>
        <p:nvSpPr>
          <p:cNvPr id="6" name="Tekstvak 5"/>
          <p:cNvSpPr txBox="1"/>
          <p:nvPr/>
        </p:nvSpPr>
        <p:spPr>
          <a:xfrm>
            <a:off x="2207568" y="4552572"/>
            <a:ext cx="734481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The solution of an equation remains the same if you add, subtract, multiply or divide left and right of </a:t>
            </a:r>
            <a:r>
              <a:rPr lang="nl-NL" sz="2800" b="1" dirty="0"/>
              <a:t>= </a:t>
            </a:r>
            <a:r>
              <a:rPr lang="nl-NL" sz="2800" dirty="0"/>
              <a:t>the same number (except 0)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70918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9A636E-4AB8-4A53-8F6C-ED20FA8E9067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vak 3"/>
              <p:cNvSpPr txBox="1"/>
              <p:nvPr/>
            </p:nvSpPr>
            <p:spPr>
              <a:xfrm>
                <a:off x="2016133" y="1913621"/>
                <a:ext cx="258776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2</m:t>
                      </m:r>
                      <m:r>
                        <a:rPr lang="nl-NL" sz="2800" i="1">
                          <a:latin typeface="Cambria Math"/>
                        </a:rPr>
                        <m:t>𝑥</m:t>
                      </m:r>
                      <m:r>
                        <a:rPr lang="nl-NL" sz="2800" i="1">
                          <a:latin typeface="Cambria Math"/>
                        </a:rPr>
                        <m:t>−7=</m:t>
                      </m:r>
                      <m:r>
                        <a:rPr lang="nl-NL" sz="2800" i="1">
                          <a:latin typeface="Cambria Math"/>
                        </a:rPr>
                        <m:t>𝑥</m:t>
                      </m:r>
                      <m:r>
                        <a:rPr lang="nl-NL" sz="2800" i="1">
                          <a:latin typeface="Cambria Math"/>
                        </a:rPr>
                        <m:t>+6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4" name="Tekstvak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133" y="1913621"/>
                <a:ext cx="258776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vak 4"/>
              <p:cNvSpPr txBox="1"/>
              <p:nvPr/>
            </p:nvSpPr>
            <p:spPr>
              <a:xfrm>
                <a:off x="2292321" y="2705709"/>
                <a:ext cx="17777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𝑥</m:t>
                      </m:r>
                      <m:r>
                        <a:rPr lang="nl-NL" sz="2800" i="1">
                          <a:latin typeface="Cambria Math"/>
                        </a:rPr>
                        <m:t>−7=6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5" name="Tekstvak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321" y="2705709"/>
                <a:ext cx="177773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vak 5"/>
              <p:cNvSpPr txBox="1"/>
              <p:nvPr/>
            </p:nvSpPr>
            <p:spPr>
              <a:xfrm>
                <a:off x="2933138" y="3364878"/>
                <a:ext cx="135049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 smtClean="0">
                          <a:latin typeface="Cambria Math"/>
                        </a:rPr>
                        <m:t>𝑥</m:t>
                      </m:r>
                      <m:r>
                        <a:rPr lang="nl-NL" sz="2800" i="1" smtClean="0">
                          <a:latin typeface="Cambria Math"/>
                        </a:rPr>
                        <m:t>=13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6" name="Tekstvak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3138" y="3364878"/>
                <a:ext cx="135049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Vrije vorm 8"/>
          <p:cNvSpPr/>
          <p:nvPr/>
        </p:nvSpPr>
        <p:spPr>
          <a:xfrm>
            <a:off x="4674513" y="2179709"/>
            <a:ext cx="319606" cy="798990"/>
          </a:xfrm>
          <a:custGeom>
            <a:avLst/>
            <a:gdLst>
              <a:gd name="connsiteX0" fmla="*/ 0 w 319606"/>
              <a:gd name="connsiteY0" fmla="*/ 0 h 798990"/>
              <a:gd name="connsiteX1" fmla="*/ 319596 w 319606"/>
              <a:gd name="connsiteY1" fmla="*/ 381740 h 798990"/>
              <a:gd name="connsiteX2" fmla="*/ 8878 w 319606"/>
              <a:gd name="connsiteY2" fmla="*/ 798990 h 798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9606" h="798990">
                <a:moveTo>
                  <a:pt x="0" y="0"/>
                </a:moveTo>
                <a:cubicBezTo>
                  <a:pt x="159058" y="124287"/>
                  <a:pt x="318116" y="248575"/>
                  <a:pt x="319596" y="381740"/>
                </a:cubicBezTo>
                <a:cubicBezTo>
                  <a:pt x="321076" y="514905"/>
                  <a:pt x="164977" y="656947"/>
                  <a:pt x="8878" y="79899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Vrije vorm 9"/>
          <p:cNvSpPr/>
          <p:nvPr/>
        </p:nvSpPr>
        <p:spPr>
          <a:xfrm>
            <a:off x="4667110" y="2978699"/>
            <a:ext cx="319606" cy="798990"/>
          </a:xfrm>
          <a:custGeom>
            <a:avLst/>
            <a:gdLst>
              <a:gd name="connsiteX0" fmla="*/ 0 w 319606"/>
              <a:gd name="connsiteY0" fmla="*/ 0 h 798990"/>
              <a:gd name="connsiteX1" fmla="*/ 319596 w 319606"/>
              <a:gd name="connsiteY1" fmla="*/ 381740 h 798990"/>
              <a:gd name="connsiteX2" fmla="*/ 8878 w 319606"/>
              <a:gd name="connsiteY2" fmla="*/ 798990 h 798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9606" h="798990">
                <a:moveTo>
                  <a:pt x="0" y="0"/>
                </a:moveTo>
                <a:cubicBezTo>
                  <a:pt x="159058" y="124287"/>
                  <a:pt x="318116" y="248575"/>
                  <a:pt x="319596" y="381740"/>
                </a:cubicBezTo>
                <a:cubicBezTo>
                  <a:pt x="321076" y="514905"/>
                  <a:pt x="164977" y="656947"/>
                  <a:pt x="8878" y="79899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kstvak 11"/>
              <p:cNvSpPr txBox="1"/>
              <p:nvPr/>
            </p:nvSpPr>
            <p:spPr>
              <a:xfrm>
                <a:off x="5097190" y="2317594"/>
                <a:ext cx="75341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−</m:t>
                      </m:r>
                      <m:r>
                        <a:rPr lang="nl-NL" sz="2800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2" name="Tekstvak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190" y="2317594"/>
                <a:ext cx="75341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kstvak 12"/>
              <p:cNvSpPr txBox="1"/>
              <p:nvPr/>
            </p:nvSpPr>
            <p:spPr>
              <a:xfrm>
                <a:off x="5209559" y="3116584"/>
                <a:ext cx="75052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+7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3" name="Tekstvak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9559" y="3116584"/>
                <a:ext cx="75052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8009" y="1601784"/>
            <a:ext cx="3819897" cy="4307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kstvak 13"/>
              <p:cNvSpPr txBox="1"/>
              <p:nvPr/>
            </p:nvSpPr>
            <p:spPr>
              <a:xfrm>
                <a:off x="7536161" y="2714748"/>
                <a:ext cx="12071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i="1">
                          <a:solidFill>
                            <a:srgbClr val="FF0000"/>
                          </a:solidFill>
                          <a:latin typeface="Cambria Math"/>
                        </a:rPr>
                        <m:t>𝑦</m:t>
                      </m:r>
                      <m:r>
                        <a:rPr lang="nl-NL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nl-NL" i="1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nl-NL" i="1">
                          <a:solidFill>
                            <a:srgbClr val="FF0000"/>
                          </a:solidFill>
                          <a:latin typeface="Cambria Math"/>
                        </a:rPr>
                        <m:t>+6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4" name="Tekstvak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161" y="2714748"/>
                <a:ext cx="1207125" cy="369332"/>
              </a:xfrm>
              <a:prstGeom prst="rect">
                <a:avLst/>
              </a:prstGeom>
              <a:blipFill>
                <a:blip r:embed="rId8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kstvak 15"/>
              <p:cNvSpPr txBox="1"/>
              <p:nvPr/>
            </p:nvSpPr>
            <p:spPr>
              <a:xfrm>
                <a:off x="8642685" y="3892777"/>
                <a:ext cx="13353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/>
                        </a:rPr>
                        <m:t>𝑦</m:t>
                      </m:r>
                      <m:r>
                        <a:rPr lang="nl-NL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/>
                        </a:rPr>
                        <m:t>=2</m:t>
                      </m:r>
                      <m:r>
                        <a:rPr lang="nl-NL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/>
                        </a:rPr>
                        <m:t>𝑥</m:t>
                      </m:r>
                      <m:r>
                        <a:rPr lang="nl-NL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/>
                        </a:rPr>
                        <m:t>−7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 xmlns:a16="http://schemas.microsoft.com/office/drawing/2014/main" xmlns:p14="http://schemas.microsoft.com/office/powerpoint/2010/main">
          <p:sp>
            <p:nvSpPr>
              <p:cNvPr id="16" name="Tekstvak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2685" y="3892777"/>
                <a:ext cx="1335366" cy="369332"/>
              </a:xfrm>
              <a:prstGeom prst="rect">
                <a:avLst/>
              </a:prstGeom>
              <a:blipFill>
                <a:blip r:embed="rId9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C68D8A1-F35F-1A05-D970-976C66AA6BE5}"/>
              </a:ext>
            </a:extLst>
          </p:cNvPr>
          <p:cNvSpPr txBox="1"/>
          <p:nvPr/>
        </p:nvSpPr>
        <p:spPr>
          <a:xfrm>
            <a:off x="1218409" y="1154639"/>
            <a:ext cx="7217008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nl-NL" sz="25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4132629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 animBg="1"/>
      <p:bldP spid="10" grpId="0" animBg="1"/>
      <p:bldP spid="12" grpId="0"/>
      <p:bldP spid="13" grpId="0"/>
      <p:bldP spid="14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nl-NL" dirty="0"/>
                  <a:t>Intersection point with axis</a:t>
                </a:r>
                <a:endParaRPr lang="en-US" dirty="0"/>
              </a:p>
            </p:txBody>
          </p:sp>
        </mc:Choice>
        <mc:Fallback xmlns="" xmlns:p14="http://schemas.microsoft.com/office/powerpoint/2010/main">
          <p:sp>
            <p:nvSpPr>
              <p:cNvPr id="2" name="Titel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jdelijke aanduiding voor inhoud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nl-NL" dirty="0"/>
                  <a:t>Given the function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nl-NL" i="1">
                        <a:latin typeface="Cambria Math"/>
                      </a:rPr>
                      <m:t>=2</m:t>
                    </m:r>
                    <m:r>
                      <a:rPr lang="nl-NL" i="1">
                        <a:latin typeface="Cambria Math"/>
                      </a:rPr>
                      <m:t>𝑥</m:t>
                    </m:r>
                    <m:r>
                      <a:rPr lang="nl-NL" i="1">
                        <a:latin typeface="Cambria Math"/>
                      </a:rPr>
                      <m:t>−3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nl-NL" dirty="0"/>
                  <a:t>The graph has the equation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/>
                      </a:rPr>
                      <m:t>𝑦</m:t>
                    </m:r>
                    <m:r>
                      <a:rPr lang="nl-NL" i="1">
                        <a:latin typeface="Cambria Math"/>
                      </a:rPr>
                      <m:t>=2</m:t>
                    </m:r>
                    <m:r>
                      <a:rPr lang="nl-NL" i="1">
                        <a:latin typeface="Cambria Math"/>
                      </a:rPr>
                      <m:t>𝑥</m:t>
                    </m:r>
                    <m:r>
                      <a:rPr lang="nl-NL" i="1">
                        <a:latin typeface="Cambria Math"/>
                      </a:rPr>
                      <m:t>−3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nl-NL" dirty="0"/>
                  <a:t>What is the</a:t>
                </a:r>
                <a:r>
                  <a:rPr lang="en-US" dirty="0" err="1"/>
                  <a:t>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/>
                      </a:rPr>
                      <m:t>𝑥</m:t>
                    </m:r>
                    <m:r>
                      <a:rPr lang="nl-NL" i="1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err="1"/>
                  <a:t>-coordinate </a:t>
                </a:r>
                <a:r>
                  <a:rPr lang="en-US" dirty="0"/>
                  <a:t>of the </a:t>
                </a:r>
                <a:r>
                  <a:rPr lang="en-US" dirty="0" err="1"/>
                  <a:t>intersection </a:t>
                </a:r>
                <a:r>
                  <a:rPr lang="en-US" dirty="0"/>
                  <a:t>with the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/>
                      </a:rPr>
                      <m:t>𝑥</m:t>
                    </m:r>
                    <m:r>
                      <a:rPr lang="nl-NL" i="1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axis?</a:t>
                </a:r>
              </a:p>
              <a:p>
                <a:pPr marL="0" indent="0">
                  <a:buNone/>
                </a:pPr>
                <a:r>
                  <a:rPr lang="nl-NL" dirty="0"/>
                  <a:t>On </a:t>
                </a:r>
                <a:r>
                  <a:rPr lang="nl-NL" dirty="0" err="1"/>
                  <a:t>the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/>
                      </a:rPr>
                      <m:t>𝑥</m:t>
                    </m:r>
                    <m:r>
                      <a:rPr lang="nl-NL" i="1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axis, we have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/>
                      </a:rPr>
                      <m:t>𝑦</m:t>
                    </m:r>
                    <m:r>
                      <a:rPr lang="nl-NL" i="1">
                        <a:latin typeface="Cambria Math"/>
                      </a:rPr>
                      <m:t>=0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nl-NL" dirty="0"/>
                  <a:t>So: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/>
                      </a:rPr>
                      <m:t>2</m:t>
                    </m:r>
                    <m:r>
                      <a:rPr lang="nl-NL" i="1">
                        <a:latin typeface="Cambria Math"/>
                      </a:rPr>
                      <m:t>𝑥</m:t>
                    </m:r>
                    <m:r>
                      <a:rPr lang="nl-NL" i="1">
                        <a:latin typeface="Cambria Math"/>
                      </a:rPr>
                      <m:t>−3=0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/>
                        </a:rPr>
                        <m:t>𝑥</m:t>
                      </m:r>
                      <m:r>
                        <a:rPr lang="nl-NL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b="0" i="1" smtClean="0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nl-NL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nl-NL" dirty="0"/>
                  <a:t>In Möbius, enter only the number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i="1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nl-NL" i="1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nl-NL" dirty="0"/>
                  <a:t>.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Tijdelijke aanduiding voor inhoud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63" t="-176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9A636E-4AB8-4A53-8F6C-ED20FA8E906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40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nl-NL" dirty="0"/>
                  <a:t>Intersection point with axis</a:t>
                </a:r>
                <a:endParaRPr lang="en-US" dirty="0"/>
              </a:p>
            </p:txBody>
          </p:sp>
        </mc:Choice>
        <mc:Fallback xmlns="" xmlns:p14="http://schemas.microsoft.com/office/powerpoint/2010/main">
          <p:sp>
            <p:nvSpPr>
              <p:cNvPr id="2" name="Titel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jdelijke aanduiding voor inhoud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nl-NL" dirty="0"/>
                  <a:t>Given the function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nl-NL" i="1">
                        <a:latin typeface="Cambria Math"/>
                      </a:rPr>
                      <m:t>=2</m:t>
                    </m:r>
                    <m:r>
                      <a:rPr lang="nl-NL" i="1">
                        <a:latin typeface="Cambria Math"/>
                      </a:rPr>
                      <m:t>𝑥</m:t>
                    </m:r>
                    <m:r>
                      <a:rPr lang="nl-NL" i="1">
                        <a:latin typeface="Cambria Math"/>
                      </a:rPr>
                      <m:t>−3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nl-NL" dirty="0"/>
                  <a:t>The graph has the equation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/>
                      </a:rPr>
                      <m:t>𝑦</m:t>
                    </m:r>
                    <m:r>
                      <a:rPr lang="nl-NL" i="1">
                        <a:latin typeface="Cambria Math"/>
                      </a:rPr>
                      <m:t>=2</m:t>
                    </m:r>
                    <m:r>
                      <a:rPr lang="nl-NL" i="1">
                        <a:latin typeface="Cambria Math"/>
                      </a:rPr>
                      <m:t>𝑥</m:t>
                    </m:r>
                    <m:r>
                      <a:rPr lang="nl-NL" i="1">
                        <a:latin typeface="Cambria Math"/>
                      </a:rPr>
                      <m:t>−3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nl-NL" dirty="0"/>
                  <a:t>What is the</a:t>
                </a:r>
                <a:r>
                  <a:rPr lang="en-US" dirty="0" err="1"/>
                  <a:t>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/>
                      </a:rPr>
                      <m:t>𝑦</m:t>
                    </m:r>
                    <m:r>
                      <a:rPr lang="nl-NL" i="1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coordinate of the </a:t>
                </a:r>
                <a:r>
                  <a:rPr lang="en-US" dirty="0" err="1"/>
                  <a:t>intersection </a:t>
                </a:r>
                <a:r>
                  <a:rPr lang="en-US" dirty="0"/>
                  <a:t>with the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/>
                      </a:rPr>
                      <m:t>𝑦</m:t>
                    </m:r>
                    <m:r>
                      <a:rPr lang="nl-NL" i="1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axis?</a:t>
                </a:r>
              </a:p>
              <a:p>
                <a:pPr marL="0" indent="0">
                  <a:buNone/>
                </a:pPr>
                <a:r>
                  <a:rPr lang="en-US" dirty="0"/>
                  <a:t>On</a:t>
                </a:r>
                <a:r>
                  <a:rPr lang="nl-NL" dirty="0"/>
                  <a:t> the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/>
                      </a:rPr>
                      <m:t>𝑦</m:t>
                    </m:r>
                    <m:r>
                      <a:rPr lang="nl-NL" i="1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axis we have: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/>
                      </a:rPr>
                      <m:t>𝑥</m:t>
                    </m:r>
                    <m:r>
                      <a:rPr lang="nl-NL" i="1">
                        <a:latin typeface="Cambria Math"/>
                      </a:rPr>
                      <m:t>=0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nl-NL" dirty="0"/>
                  <a:t>So: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/>
                      </a:rPr>
                      <m:t>2</m:t>
                    </m:r>
                    <m:r>
                      <a:rPr lang="nl-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nl-NL" i="1">
                        <a:latin typeface="Cambria Math"/>
                      </a:rPr>
                      <m:t>0−3=−3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b="0" i="1" smtClean="0">
                          <a:latin typeface="Cambria Math"/>
                        </a:rPr>
                        <m:t>𝑦</m:t>
                      </m:r>
                      <m:r>
                        <a:rPr lang="nl-NL" b="0" i="1" smtClean="0">
                          <a:latin typeface="Cambria Math"/>
                        </a:rPr>
                        <m:t>=−3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nl-NL" dirty="0"/>
                  <a:t>In Möbius, enter only the number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/>
                      </a:rPr>
                      <m:t>−3</m:t>
                    </m:r>
                  </m:oMath>
                </a14:m>
                <a:r>
                  <a:rPr lang="nl-NL" dirty="0"/>
                  <a:t>.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Tijdelijke aanduiding voor inhoud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63" t="-176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9A636E-4AB8-4A53-8F6C-ED20FA8E906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490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hoek 21"/>
          <p:cNvSpPr/>
          <p:nvPr/>
        </p:nvSpPr>
        <p:spPr>
          <a:xfrm>
            <a:off x="2326700" y="1268760"/>
            <a:ext cx="1870297" cy="9372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9A636E-4AB8-4A53-8F6C-ED20FA8E9067}" type="slidenum">
              <a:rPr lang="en-US" smtClean="0"/>
              <a:t>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vak 4"/>
              <p:cNvSpPr txBox="1"/>
              <p:nvPr/>
            </p:nvSpPr>
            <p:spPr>
              <a:xfrm>
                <a:off x="2016133" y="2333891"/>
                <a:ext cx="258776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solidFill>
                            <a:prstClr val="black"/>
                          </a:solidFill>
                          <a:latin typeface="Cambria Math"/>
                        </a:rPr>
                        <m:t>2</m:t>
                      </m:r>
                      <m:r>
                        <a:rPr lang="nl-NL" sz="2800" i="1">
                          <a:solidFill>
                            <a:prstClr val="black"/>
                          </a:solidFill>
                          <a:latin typeface="Cambria Math"/>
                        </a:rPr>
                        <m:t>𝑥</m:t>
                      </m:r>
                      <m:r>
                        <a:rPr lang="nl-NL" sz="2800" i="1">
                          <a:solidFill>
                            <a:prstClr val="black"/>
                          </a:solidFill>
                          <a:latin typeface="Cambria Math"/>
                        </a:rPr>
                        <m:t>−7=</m:t>
                      </m:r>
                      <m:r>
                        <a:rPr lang="nl-NL" sz="2800" i="1">
                          <a:solidFill>
                            <a:prstClr val="black"/>
                          </a:solidFill>
                          <a:latin typeface="Cambria Math"/>
                        </a:rPr>
                        <m:t>𝑥</m:t>
                      </m:r>
                      <m:r>
                        <a:rPr lang="nl-NL" sz="2800" i="1">
                          <a:solidFill>
                            <a:prstClr val="black"/>
                          </a:solidFill>
                          <a:latin typeface="Cambria Math"/>
                        </a:rPr>
                        <m:t>+6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 xmlns:p14="http://schemas.microsoft.com/office/powerpoint/2010/main">
          <p:sp>
            <p:nvSpPr>
              <p:cNvPr id="5" name="Tekstvak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133" y="2333891"/>
                <a:ext cx="258776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vak 5"/>
              <p:cNvSpPr txBox="1"/>
              <p:nvPr/>
            </p:nvSpPr>
            <p:spPr>
              <a:xfrm>
                <a:off x="2292321" y="2983616"/>
                <a:ext cx="17777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solidFill>
                            <a:prstClr val="black"/>
                          </a:solidFill>
                          <a:latin typeface="Cambria Math"/>
                        </a:rPr>
                        <m:t>𝑥</m:t>
                      </m:r>
                      <m:r>
                        <a:rPr lang="nl-NL" sz="2800" i="1">
                          <a:solidFill>
                            <a:prstClr val="black"/>
                          </a:solidFill>
                          <a:latin typeface="Cambria Math"/>
                        </a:rPr>
                        <m:t>−7=6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 xmlns:p14="http://schemas.microsoft.com/office/powerpoint/2010/main">
          <p:sp>
            <p:nvSpPr>
              <p:cNvPr id="6" name="Tekstvak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321" y="2983616"/>
                <a:ext cx="177773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vak 6"/>
              <p:cNvSpPr txBox="1"/>
              <p:nvPr/>
            </p:nvSpPr>
            <p:spPr>
              <a:xfrm>
                <a:off x="2933138" y="3642785"/>
                <a:ext cx="115454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prstClr val="black"/>
                    </a:solidFill>
                  </a:rPr>
                  <a:t>13</a:t>
                </a:r>
              </a:p>
            </p:txBody>
          </p:sp>
        </mc:Choice>
        <mc:Fallback xmlns="" xmlns:p14="http://schemas.microsoft.com/office/powerpoint/2010/main">
          <p:sp>
            <p:nvSpPr>
              <p:cNvPr id="7" name="Tekstvak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3138" y="3642785"/>
                <a:ext cx="1154547" cy="523220"/>
              </a:xfrm>
              <a:prstGeom prst="rect">
                <a:avLst/>
              </a:prstGeom>
              <a:blipFill>
                <a:blip r:embed="rId4"/>
                <a:stretch>
                  <a:fillRect t="-12941" r="-8947" b="-3294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Vrije vorm 7"/>
          <p:cNvSpPr/>
          <p:nvPr/>
        </p:nvSpPr>
        <p:spPr>
          <a:xfrm>
            <a:off x="4674513" y="2457616"/>
            <a:ext cx="319606" cy="798990"/>
          </a:xfrm>
          <a:custGeom>
            <a:avLst/>
            <a:gdLst>
              <a:gd name="connsiteX0" fmla="*/ 0 w 319606"/>
              <a:gd name="connsiteY0" fmla="*/ 0 h 798990"/>
              <a:gd name="connsiteX1" fmla="*/ 319596 w 319606"/>
              <a:gd name="connsiteY1" fmla="*/ 381740 h 798990"/>
              <a:gd name="connsiteX2" fmla="*/ 8878 w 319606"/>
              <a:gd name="connsiteY2" fmla="*/ 798990 h 798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9606" h="798990">
                <a:moveTo>
                  <a:pt x="0" y="0"/>
                </a:moveTo>
                <a:cubicBezTo>
                  <a:pt x="159058" y="124287"/>
                  <a:pt x="318116" y="248575"/>
                  <a:pt x="319596" y="381740"/>
                </a:cubicBezTo>
                <a:cubicBezTo>
                  <a:pt x="321076" y="514905"/>
                  <a:pt x="164977" y="656947"/>
                  <a:pt x="8878" y="79899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Vrije vorm 8"/>
          <p:cNvSpPr/>
          <p:nvPr/>
        </p:nvSpPr>
        <p:spPr>
          <a:xfrm>
            <a:off x="4667110" y="3256606"/>
            <a:ext cx="319606" cy="798990"/>
          </a:xfrm>
          <a:custGeom>
            <a:avLst/>
            <a:gdLst>
              <a:gd name="connsiteX0" fmla="*/ 0 w 319606"/>
              <a:gd name="connsiteY0" fmla="*/ 0 h 798990"/>
              <a:gd name="connsiteX1" fmla="*/ 319596 w 319606"/>
              <a:gd name="connsiteY1" fmla="*/ 381740 h 798990"/>
              <a:gd name="connsiteX2" fmla="*/ 8878 w 319606"/>
              <a:gd name="connsiteY2" fmla="*/ 798990 h 798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9606" h="798990">
                <a:moveTo>
                  <a:pt x="0" y="0"/>
                </a:moveTo>
                <a:cubicBezTo>
                  <a:pt x="159058" y="124287"/>
                  <a:pt x="318116" y="248575"/>
                  <a:pt x="319596" y="381740"/>
                </a:cubicBezTo>
                <a:cubicBezTo>
                  <a:pt x="321076" y="514905"/>
                  <a:pt x="164977" y="656947"/>
                  <a:pt x="8878" y="79899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kstvak 9"/>
              <p:cNvSpPr txBox="1"/>
              <p:nvPr/>
            </p:nvSpPr>
            <p:spPr>
              <a:xfrm>
                <a:off x="5097190" y="2595501"/>
                <a:ext cx="75341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solidFill>
                            <a:prstClr val="black"/>
                          </a:solidFill>
                          <a:latin typeface="Cambria Math"/>
                        </a:rPr>
                        <m:t>−</m:t>
                      </m:r>
                      <m:r>
                        <a:rPr lang="nl-NL" sz="2800" i="1">
                          <a:solidFill>
                            <a:prstClr val="black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 xmlns:p14="http://schemas.microsoft.com/office/powerpoint/2010/main">
          <p:sp>
            <p:nvSpPr>
              <p:cNvPr id="10" name="Tekstvak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190" y="2595501"/>
                <a:ext cx="75341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kstvak 10"/>
              <p:cNvSpPr txBox="1"/>
              <p:nvPr/>
            </p:nvSpPr>
            <p:spPr>
              <a:xfrm>
                <a:off x="5209559" y="3394491"/>
                <a:ext cx="75052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solidFill>
                            <a:prstClr val="black"/>
                          </a:solidFill>
                          <a:latin typeface="Cambria Math"/>
                        </a:rPr>
                        <m:t>+7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 xmlns:p14="http://schemas.microsoft.com/office/powerpoint/2010/main">
          <p:sp>
            <p:nvSpPr>
              <p:cNvPr id="11" name="Tekstvak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9559" y="3394491"/>
                <a:ext cx="75052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661763" y="782821"/>
            <a:ext cx="8229600" cy="1143000"/>
          </a:xfrm>
        </p:spPr>
        <p:txBody>
          <a:bodyPr/>
          <a:lstStyle/>
          <a:p>
            <a:r>
              <a:rPr lang="nl-NL" dirty="0"/>
              <a:t>Two intersecting lines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kstvak 15"/>
              <p:cNvSpPr txBox="1"/>
              <p:nvPr/>
            </p:nvSpPr>
            <p:spPr>
              <a:xfrm>
                <a:off x="2246557" y="4262109"/>
                <a:ext cx="178548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solidFill>
                            <a:srgbClr val="FF0000"/>
                          </a:solidFill>
                          <a:latin typeface="Cambria Math"/>
                        </a:rPr>
                        <m:t>𝑦</m:t>
                      </m:r>
                      <m:r>
                        <a:rPr lang="nl-NL" sz="2800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nl-NL" sz="2800" i="1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nl-NL" sz="2800" i="1">
                          <a:solidFill>
                            <a:srgbClr val="FF0000"/>
                          </a:solidFill>
                          <a:latin typeface="Cambria Math"/>
                        </a:rPr>
                        <m:t>+6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 xmlns:p14="http://schemas.microsoft.com/office/powerpoint/2010/main">
          <p:sp>
            <p:nvSpPr>
              <p:cNvPr id="16" name="Tekstvak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6557" y="4262109"/>
                <a:ext cx="1785489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kstvak 16"/>
          <p:cNvSpPr txBox="1"/>
          <p:nvPr/>
        </p:nvSpPr>
        <p:spPr>
          <a:xfrm>
            <a:off x="4196997" y="4262109"/>
            <a:ext cx="7649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800" dirty="0">
                <a:solidFill>
                  <a:prstClr val="black"/>
                </a:solidFill>
              </a:rPr>
              <a:t>so</a:t>
            </a:r>
            <a:endParaRPr lang="en-US" sz="28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kstvak 17"/>
              <p:cNvSpPr txBox="1"/>
              <p:nvPr/>
            </p:nvSpPr>
            <p:spPr>
              <a:xfrm>
                <a:off x="4796209" y="4244260"/>
                <a:ext cx="13553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𝑦</m:t>
                      </m:r>
                      <m:r>
                        <a:rPr lang="nl-NL" sz="280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=19</m:t>
                      </m:r>
                    </m:oMath>
                  </m:oMathPara>
                </a14:m>
                <a:endParaRPr 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8" name="Tekstvak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6209" y="4244260"/>
                <a:ext cx="1355371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kstvak 18"/>
          <p:cNvSpPr txBox="1"/>
          <p:nvPr/>
        </p:nvSpPr>
        <p:spPr>
          <a:xfrm>
            <a:off x="2148973" y="4803178"/>
            <a:ext cx="380689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>
                <a:solidFill>
                  <a:prstClr val="black"/>
                </a:solidFill>
              </a:rPr>
              <a:t>The system of equations has as its solution:</a:t>
            </a:r>
          </a:p>
          <a:p>
            <a:r>
              <a:rPr lang="nl-NL" sz="2800" i="1" dirty="0">
                <a:solidFill>
                  <a:prstClr val="black"/>
                </a:solidFill>
                <a:latin typeface="Cambria" pitchFamily="18" charset="0"/>
              </a:rPr>
              <a:t>x </a:t>
            </a:r>
            <a:r>
              <a:rPr lang="nl-NL" sz="2800" dirty="0">
                <a:solidFill>
                  <a:prstClr val="black"/>
                </a:solidFill>
              </a:rPr>
              <a:t>= 13, </a:t>
            </a:r>
            <a:r>
              <a:rPr lang="nl-NL" sz="2800" i="1" dirty="0">
                <a:solidFill>
                  <a:prstClr val="black"/>
                </a:solidFill>
                <a:latin typeface="Cambria" pitchFamily="18" charset="0"/>
              </a:rPr>
              <a:t>y </a:t>
            </a:r>
            <a:r>
              <a:rPr lang="nl-NL" sz="2800" dirty="0">
                <a:solidFill>
                  <a:prstClr val="black"/>
                </a:solidFill>
              </a:rPr>
              <a:t>= 19</a:t>
            </a:r>
            <a:endParaRPr lang="en-US" sz="28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kstvak 19"/>
              <p:cNvSpPr txBox="1"/>
              <p:nvPr/>
            </p:nvSpPr>
            <p:spPr>
              <a:xfrm>
                <a:off x="2326699" y="1268760"/>
                <a:ext cx="196662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solidFill>
                            <a:prstClr val="black"/>
                          </a:solidFill>
                          <a:latin typeface="Cambria Math"/>
                        </a:rPr>
                        <m:t>𝑦</m:t>
                      </m:r>
                      <m:r>
                        <a:rPr lang="nl-NL" sz="2800" i="1">
                          <a:solidFill>
                            <a:prstClr val="black"/>
                          </a:solidFill>
                          <a:latin typeface="Cambria Math"/>
                        </a:rPr>
                        <m:t>=2</m:t>
                      </m:r>
                      <m:r>
                        <a:rPr lang="nl-NL" sz="2800" i="1">
                          <a:solidFill>
                            <a:prstClr val="black"/>
                          </a:solidFill>
                          <a:latin typeface="Cambria Math"/>
                        </a:rPr>
                        <m:t>𝑥</m:t>
                      </m:r>
                      <m:r>
                        <a:rPr lang="nl-NL" sz="2800" i="1">
                          <a:solidFill>
                            <a:prstClr val="black"/>
                          </a:solidFill>
                          <a:latin typeface="Cambria Math"/>
                        </a:rPr>
                        <m:t>−7</m:t>
                      </m:r>
                    </m:oMath>
                  </m:oMathPara>
                </a14:m>
                <a:endParaRPr lang="nl-NL" sz="2800" dirty="0">
                  <a:solidFill>
                    <a:prstClr val="black"/>
                  </a:solidFill>
                </a:endParaRPr>
              </a:p>
            </p:txBody>
          </p:sp>
        </mc:Choice>
        <mc:Fallback xmlns="" xmlns:p14="http://schemas.microsoft.com/office/powerpoint/2010/main">
          <p:sp>
            <p:nvSpPr>
              <p:cNvPr id="20" name="Tekstvak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6699" y="1268760"/>
                <a:ext cx="1966628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kstvak 20"/>
              <p:cNvSpPr txBox="1"/>
              <p:nvPr/>
            </p:nvSpPr>
            <p:spPr>
              <a:xfrm>
                <a:off x="2326700" y="1682770"/>
                <a:ext cx="178548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solidFill>
                            <a:prstClr val="black"/>
                          </a:solidFill>
                          <a:latin typeface="Cambria Math"/>
                        </a:rPr>
                        <m:t>𝑦</m:t>
                      </m:r>
                      <m:r>
                        <a:rPr lang="nl-NL" sz="2800" i="1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r>
                        <a:rPr lang="nl-NL" sz="2800" i="1">
                          <a:solidFill>
                            <a:prstClr val="black"/>
                          </a:solidFill>
                          <a:latin typeface="Cambria Math"/>
                        </a:rPr>
                        <m:t>𝑥</m:t>
                      </m:r>
                      <m:r>
                        <a:rPr lang="nl-NL" sz="2800" i="1">
                          <a:solidFill>
                            <a:prstClr val="black"/>
                          </a:solidFill>
                          <a:latin typeface="Cambria Math"/>
                        </a:rPr>
                        <m:t>+6</m:t>
                      </m:r>
                    </m:oMath>
                  </m:oMathPara>
                </a14:m>
                <a:endParaRPr lang="nl-NL" sz="2800" dirty="0">
                  <a:solidFill>
                    <a:prstClr val="black"/>
                  </a:solidFill>
                </a:endParaRPr>
              </a:p>
            </p:txBody>
          </p:sp>
        </mc:Choice>
        <mc:Fallback xmlns="" xmlns:p14="http://schemas.microsoft.com/office/powerpoint/2010/main">
          <p:sp>
            <p:nvSpPr>
              <p:cNvPr id="21" name="Tekstvak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6700" y="1682770"/>
                <a:ext cx="1785489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8009" y="1601784"/>
            <a:ext cx="3819897" cy="4307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kstvak 24"/>
              <p:cNvSpPr txBox="1"/>
              <p:nvPr/>
            </p:nvSpPr>
            <p:spPr>
              <a:xfrm>
                <a:off x="7536161" y="2714748"/>
                <a:ext cx="12071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i="1">
                          <a:solidFill>
                            <a:srgbClr val="FF0000"/>
                          </a:solidFill>
                          <a:latin typeface="Cambria Math"/>
                        </a:rPr>
                        <m:t>𝑦</m:t>
                      </m:r>
                      <m:r>
                        <a:rPr lang="nl-NL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nl-NL" i="1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nl-NL" i="1">
                          <a:solidFill>
                            <a:srgbClr val="FF0000"/>
                          </a:solidFill>
                          <a:latin typeface="Cambria Math"/>
                        </a:rPr>
                        <m:t>+6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 xmlns:p14="http://schemas.microsoft.com/office/powerpoint/2010/main">
          <p:sp>
            <p:nvSpPr>
              <p:cNvPr id="25" name="Tekstvak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161" y="2714748"/>
                <a:ext cx="1207125" cy="369332"/>
              </a:xfrm>
              <a:prstGeom prst="rect">
                <a:avLst/>
              </a:prstGeom>
              <a:blipFill>
                <a:blip r:embed="rId12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kstvak 25"/>
              <p:cNvSpPr txBox="1"/>
              <p:nvPr/>
            </p:nvSpPr>
            <p:spPr>
              <a:xfrm>
                <a:off x="8642685" y="3892777"/>
                <a:ext cx="13353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/>
                        </a:rPr>
                        <m:t>𝑦</m:t>
                      </m:r>
                      <m:r>
                        <a:rPr lang="nl-NL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/>
                        </a:rPr>
                        <m:t>=2</m:t>
                      </m:r>
                      <m:r>
                        <a:rPr lang="nl-NL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/>
                        </a:rPr>
                        <m:t>𝑥</m:t>
                      </m:r>
                      <m:r>
                        <a:rPr lang="nl-NL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/>
                        </a:rPr>
                        <m:t>−7</m:t>
                      </m:r>
                    </m:oMath>
                  </m:oMathPara>
                </a14:m>
                <a:endParaRPr lang="en-US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 xmlns:p14="http://schemas.microsoft.com/office/powerpoint/2010/main">
          <p:sp>
            <p:nvSpPr>
              <p:cNvPr id="26" name="Tekstvak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2685" y="3892777"/>
                <a:ext cx="1335366" cy="369332"/>
              </a:xfrm>
              <a:prstGeom prst="rect">
                <a:avLst/>
              </a:prstGeom>
              <a:blipFill>
                <a:blip r:embed="rId13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1232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 animBg="1"/>
      <p:bldP spid="10" grpId="0"/>
      <p:bldP spid="11" grpId="0"/>
      <p:bldP spid="16" grpId="0"/>
      <p:bldP spid="17" grpId="0"/>
      <p:bldP spid="18" grpId="0"/>
      <p:bldP spid="19" grpId="0"/>
      <p:bldP spid="25" grpId="0"/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Implicit equation of a line</a:t>
            </a:r>
            <a:endParaRPr lang="en-US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9A636E-4AB8-4A53-8F6C-ED20FA8E9067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vak 3"/>
              <p:cNvSpPr txBox="1"/>
              <p:nvPr/>
            </p:nvSpPr>
            <p:spPr>
              <a:xfrm>
                <a:off x="2423592" y="1916832"/>
                <a:ext cx="21654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4</m:t>
                      </m:r>
                      <m:r>
                        <a:rPr lang="nl-NL" sz="2800" i="1">
                          <a:latin typeface="Cambria Math"/>
                        </a:rPr>
                        <m:t>𝑥</m:t>
                      </m:r>
                      <m:r>
                        <a:rPr lang="nl-NL" sz="2800" i="1">
                          <a:latin typeface="Cambria Math"/>
                        </a:rPr>
                        <m:t>+3</m:t>
                      </m:r>
                      <m:r>
                        <a:rPr lang="nl-NL" sz="2800" i="1">
                          <a:latin typeface="Cambria Math"/>
                        </a:rPr>
                        <m:t>𝑦</m:t>
                      </m:r>
                      <m:r>
                        <a:rPr lang="nl-NL" sz="2800" i="1">
                          <a:latin typeface="Cambria Math"/>
                        </a:rPr>
                        <m:t>=8</m:t>
                      </m:r>
                    </m:oMath>
                  </m:oMathPara>
                </a14:m>
                <a:endParaRPr lang="nl-NL" sz="2800" dirty="0"/>
              </a:p>
            </p:txBody>
          </p:sp>
        </mc:Choice>
        <mc:Fallback xmlns="" xmlns:p14="http://schemas.microsoft.com/office/powerpoint/2010/main">
          <p:sp>
            <p:nvSpPr>
              <p:cNvPr id="4" name="Tekstvak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592" y="1916832"/>
                <a:ext cx="21654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kstvak 4"/>
          <p:cNvSpPr txBox="1"/>
          <p:nvPr/>
        </p:nvSpPr>
        <p:spPr>
          <a:xfrm>
            <a:off x="2207568" y="2780928"/>
            <a:ext cx="6048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What is </a:t>
            </a:r>
            <a:r>
              <a:rPr lang="nl-NL" sz="2800" dirty="0" err="1"/>
              <a:t>the</a:t>
            </a:r>
            <a:r>
              <a:rPr lang="nl-NL" sz="2800" dirty="0"/>
              <a:t> </a:t>
            </a:r>
            <a:r>
              <a:rPr lang="nl-NL" sz="2800" dirty="0" err="1"/>
              <a:t>slope</a:t>
            </a:r>
            <a:r>
              <a:rPr lang="nl-NL" sz="2800" dirty="0"/>
              <a:t>?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vak 5"/>
              <p:cNvSpPr txBox="1"/>
              <p:nvPr/>
            </p:nvSpPr>
            <p:spPr>
              <a:xfrm>
                <a:off x="2649881" y="3509315"/>
                <a:ext cx="216540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4</m:t>
                      </m:r>
                      <m:r>
                        <a:rPr lang="nl-NL" sz="2800" i="1">
                          <a:latin typeface="Cambria Math"/>
                        </a:rPr>
                        <m:t>𝑥</m:t>
                      </m:r>
                      <m:r>
                        <a:rPr lang="nl-NL" sz="2800" i="1">
                          <a:latin typeface="Cambria Math"/>
                        </a:rPr>
                        <m:t>+3</m:t>
                      </m:r>
                      <m:r>
                        <a:rPr lang="nl-NL" sz="2800" i="1">
                          <a:latin typeface="Cambria Math"/>
                        </a:rPr>
                        <m:t>𝑦</m:t>
                      </m:r>
                      <m:r>
                        <a:rPr lang="nl-NL" sz="2800" i="1">
                          <a:latin typeface="Cambria Math"/>
                        </a:rPr>
                        <m:t>=8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 xmlns:p14="http://schemas.microsoft.com/office/powerpoint/2010/main">
          <p:sp>
            <p:nvSpPr>
              <p:cNvPr id="6" name="Tekstvak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881" y="3509315"/>
                <a:ext cx="216540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vak 6"/>
              <p:cNvSpPr txBox="1"/>
              <p:nvPr/>
            </p:nvSpPr>
            <p:spPr>
              <a:xfrm>
                <a:off x="2362941" y="4163910"/>
                <a:ext cx="243310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3</m:t>
                      </m:r>
                      <m:r>
                        <a:rPr lang="nl-NL" sz="2800" i="1">
                          <a:latin typeface="Cambria Math"/>
                        </a:rPr>
                        <m:t>𝑦</m:t>
                      </m:r>
                      <m:r>
                        <a:rPr lang="nl-NL" sz="2800" i="1">
                          <a:latin typeface="Cambria Math"/>
                        </a:rPr>
                        <m:t>=−4</m:t>
                      </m:r>
                      <m:r>
                        <a:rPr lang="nl-NL" sz="2800" i="1">
                          <a:latin typeface="Cambria Math"/>
                        </a:rPr>
                        <m:t>𝑥</m:t>
                      </m:r>
                      <m:r>
                        <a:rPr lang="nl-NL" sz="2800" i="1">
                          <a:latin typeface="Cambria Math"/>
                        </a:rPr>
                        <m:t>+8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 xmlns:p14="http://schemas.microsoft.com/office/powerpoint/2010/main">
          <p:sp>
            <p:nvSpPr>
              <p:cNvPr id="7" name="Tekstvak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941" y="4163910"/>
                <a:ext cx="243310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kstvak 7"/>
              <p:cNvSpPr txBox="1"/>
              <p:nvPr/>
            </p:nvSpPr>
            <p:spPr>
              <a:xfrm>
                <a:off x="2329303" y="4699027"/>
                <a:ext cx="2353978" cy="900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𝑦</m:t>
                      </m:r>
                      <m:r>
                        <a:rPr lang="nl-NL" sz="2800" i="1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nl-NL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800" i="1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nl-NL" sz="2800" i="1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nl-NL" sz="2800" i="1">
                          <a:latin typeface="Cambria Math"/>
                        </a:rPr>
                        <m:t>𝑥</m:t>
                      </m:r>
                      <m:r>
                        <a:rPr lang="nl-NL" sz="2800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nl-NL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800" i="1">
                              <a:latin typeface="Cambria Math"/>
                            </a:rPr>
                            <m:t>8</m:t>
                          </m:r>
                        </m:num>
                        <m:den>
                          <m:r>
                            <a:rPr lang="nl-NL" sz="2800" i="1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 xmlns:p14="http://schemas.microsoft.com/office/powerpoint/2010/main">
          <p:sp>
            <p:nvSpPr>
              <p:cNvPr id="8" name="Tekstvak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303" y="4699027"/>
                <a:ext cx="2353978" cy="9002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Vrije vorm 8"/>
          <p:cNvSpPr/>
          <p:nvPr/>
        </p:nvSpPr>
        <p:spPr>
          <a:xfrm>
            <a:off x="4745133" y="3637910"/>
            <a:ext cx="319606" cy="798990"/>
          </a:xfrm>
          <a:custGeom>
            <a:avLst/>
            <a:gdLst>
              <a:gd name="connsiteX0" fmla="*/ 0 w 319606"/>
              <a:gd name="connsiteY0" fmla="*/ 0 h 798990"/>
              <a:gd name="connsiteX1" fmla="*/ 319596 w 319606"/>
              <a:gd name="connsiteY1" fmla="*/ 381740 h 798990"/>
              <a:gd name="connsiteX2" fmla="*/ 8878 w 319606"/>
              <a:gd name="connsiteY2" fmla="*/ 798990 h 798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9606" h="798990">
                <a:moveTo>
                  <a:pt x="0" y="0"/>
                </a:moveTo>
                <a:cubicBezTo>
                  <a:pt x="159058" y="124287"/>
                  <a:pt x="318116" y="248575"/>
                  <a:pt x="319596" y="381740"/>
                </a:cubicBezTo>
                <a:cubicBezTo>
                  <a:pt x="321076" y="514905"/>
                  <a:pt x="164977" y="656947"/>
                  <a:pt x="8878" y="79899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Vrije vorm 9"/>
          <p:cNvSpPr/>
          <p:nvPr/>
        </p:nvSpPr>
        <p:spPr>
          <a:xfrm>
            <a:off x="4737730" y="4436900"/>
            <a:ext cx="319606" cy="798990"/>
          </a:xfrm>
          <a:custGeom>
            <a:avLst/>
            <a:gdLst>
              <a:gd name="connsiteX0" fmla="*/ 0 w 319606"/>
              <a:gd name="connsiteY0" fmla="*/ 0 h 798990"/>
              <a:gd name="connsiteX1" fmla="*/ 319596 w 319606"/>
              <a:gd name="connsiteY1" fmla="*/ 381740 h 798990"/>
              <a:gd name="connsiteX2" fmla="*/ 8878 w 319606"/>
              <a:gd name="connsiteY2" fmla="*/ 798990 h 798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9606" h="798990">
                <a:moveTo>
                  <a:pt x="0" y="0"/>
                </a:moveTo>
                <a:cubicBezTo>
                  <a:pt x="159058" y="124287"/>
                  <a:pt x="318116" y="248575"/>
                  <a:pt x="319596" y="381740"/>
                </a:cubicBezTo>
                <a:cubicBezTo>
                  <a:pt x="321076" y="514905"/>
                  <a:pt x="164977" y="656947"/>
                  <a:pt x="8878" y="79899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kstvak 10"/>
              <p:cNvSpPr txBox="1"/>
              <p:nvPr/>
            </p:nvSpPr>
            <p:spPr>
              <a:xfrm>
                <a:off x="5167809" y="3775795"/>
                <a:ext cx="95218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−4</m:t>
                      </m:r>
                      <m:r>
                        <a:rPr lang="nl-NL" sz="2800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 xmlns:p14="http://schemas.microsoft.com/office/powerpoint/2010/main">
          <p:sp>
            <p:nvSpPr>
              <p:cNvPr id="11" name="Tekstvak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7809" y="3775795"/>
                <a:ext cx="95218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kstvak 11"/>
              <p:cNvSpPr txBox="1"/>
              <p:nvPr/>
            </p:nvSpPr>
            <p:spPr>
              <a:xfrm>
                <a:off x="5280179" y="4574785"/>
                <a:ext cx="65915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/3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 xmlns:p14="http://schemas.microsoft.com/office/powerpoint/2010/main">
          <p:sp>
            <p:nvSpPr>
              <p:cNvPr id="12" name="Tekstvak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0179" y="4574785"/>
                <a:ext cx="659155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hthoek 12"/>
              <p:cNvSpPr/>
              <p:nvPr/>
            </p:nvSpPr>
            <p:spPr>
              <a:xfrm>
                <a:off x="3116989" y="5631886"/>
                <a:ext cx="1177823" cy="9002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800" i="1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nl-NL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2800" i="1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nl-NL" sz="2800" i="1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Rechthoek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6989" y="5631886"/>
                <a:ext cx="1177823" cy="9002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kstvak 13"/>
          <p:cNvSpPr txBox="1"/>
          <p:nvPr/>
        </p:nvSpPr>
        <p:spPr>
          <a:xfrm>
            <a:off x="2207568" y="5849761"/>
            <a:ext cx="104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 err="1"/>
              <a:t>slope</a:t>
            </a:r>
            <a:endParaRPr lang="en-US" sz="2800" dirty="0"/>
          </a:p>
        </p:txBody>
      </p:sp>
      <p:pic>
        <p:nvPicPr>
          <p:cNvPr id="15" name="Afbeelding 14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06" t="14027" r="40505" b="2929"/>
          <a:stretch/>
        </p:blipFill>
        <p:spPr>
          <a:xfrm>
            <a:off x="6968900" y="1196753"/>
            <a:ext cx="3556000" cy="546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370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 animBg="1"/>
      <p:bldP spid="10" grpId="0" animBg="1"/>
      <p:bldP spid="11" grpId="0"/>
      <p:bldP spid="12" grpId="0"/>
      <p:bldP spid="13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Need more explanation and practice?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Go </a:t>
            </a:r>
            <a:r>
              <a:rPr lang="en-US" sz="2800" dirty="0" err="1"/>
              <a:t>to </a:t>
            </a:r>
            <a:r>
              <a:rPr lang="en-US" sz="2800" dirty="0"/>
              <a:t>the course on Brightspace</a:t>
            </a:r>
          </a:p>
          <a:p>
            <a:endParaRPr lang="en-US" sz="280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114137-FC67-423F-8161-657E83EC3FB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475233"/>
      </p:ext>
    </p:extLst>
  </p:cSld>
  <p:clrMapOvr>
    <a:masterClrMapping/>
  </p:clrMapOvr>
</p:sld>
</file>

<file path=ppt/theme/theme1.xml><?xml version="1.0" encoding="utf-8"?>
<a:theme xmlns:a="http://schemas.openxmlformats.org/drawingml/2006/main" name="Saxion_16-9-NL">
  <a:themeElements>
    <a:clrScheme name="Saxion">
      <a:dk1>
        <a:sysClr val="windowText" lastClr="000000"/>
      </a:dk1>
      <a:lt1>
        <a:sysClr val="window" lastClr="FFFFFF"/>
      </a:lt1>
      <a:dk2>
        <a:srgbClr val="009C82"/>
      </a:dk2>
      <a:lt2>
        <a:srgbClr val="F2F2F2"/>
      </a:lt2>
      <a:accent1>
        <a:srgbClr val="009C82"/>
      </a:accent1>
      <a:accent2>
        <a:srgbClr val="C6C5BF"/>
      </a:accent2>
      <a:accent3>
        <a:srgbClr val="85CEE4"/>
      </a:accent3>
      <a:accent4>
        <a:srgbClr val="009C82"/>
      </a:accent4>
      <a:accent5>
        <a:srgbClr val="C6C5BF"/>
      </a:accent5>
      <a:accent6>
        <a:srgbClr val="85CEE4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axion_16-9_NL.pptx" id="{3DE55923-7B04-482F-A470-1E6DC09B5858}" vid="{D504D239-ABB6-4121-9366-3253B968F08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6664f9864b54a78bdf9e6230de1c78b xmlns="6c73e52c-07d4-4617-ab67-464747257e8d">
      <Terms xmlns="http://schemas.microsoft.com/office/infopath/2007/PartnerControls"/>
    </c6664f9864b54a78bdf9e6230de1c78b>
    <lcf76f155ced4ddcb4097134ff3c332f xmlns="db6c94ed-1c5a-4e80-b43f-1a581438473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8C4348C9359840B1BE688802E7FA66" ma:contentTypeVersion="19" ma:contentTypeDescription="Een nieuw document maken." ma:contentTypeScope="" ma:versionID="c6db7bb80fd28392ea350cf600b6c8c2">
  <xsd:schema xmlns:xsd="http://www.w3.org/2001/XMLSchema" xmlns:xs="http://www.w3.org/2001/XMLSchema" xmlns:p="http://schemas.microsoft.com/office/2006/metadata/properties" xmlns:ns2="45f6ce90-ba85-4ef2-b43f-c64448cd95eb" xmlns:ns3="6311a401-7a08-4527-8788-494121fc770f" xmlns:ns4="6c73e52c-07d4-4617-ab67-464747257e8d" xmlns:ns5="db6c94ed-1c5a-4e80-b43f-1a581438473c" targetNamespace="http://schemas.microsoft.com/office/2006/metadata/properties" ma:root="true" ma:fieldsID="83d724239d2fe1867618af9ef9ba325d" ns2:_="" ns3:_="" ns4:_="" ns5:_="">
    <xsd:import namespace="45f6ce90-ba85-4ef2-b43f-c64448cd95eb"/>
    <xsd:import namespace="6311a401-7a08-4527-8788-494121fc770f"/>
    <xsd:import namespace="6c73e52c-07d4-4617-ab67-464747257e8d"/>
    <xsd:import namespace="db6c94ed-1c5a-4e80-b43f-1a581438473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4:c6664f9864b54a78bdf9e6230de1c78b" minOccurs="0"/>
                <xsd:element ref="ns5:MediaServiceMetadata" minOccurs="0"/>
                <xsd:element ref="ns5:MediaServiceFastMetadata" minOccurs="0"/>
                <xsd:element ref="ns3:SharedWithDetails" minOccurs="0"/>
                <xsd:element ref="ns5:MediaServiceAutoTags" minOccurs="0"/>
                <xsd:element ref="ns5:MediaServiceOCR" minOccurs="0"/>
                <xsd:element ref="ns5:MediaServiceGenerationTime" minOccurs="0"/>
                <xsd:element ref="ns5:MediaServiceEventHashCode" minOccurs="0"/>
                <xsd:element ref="ns5:MediaServiceDateTaken" minOccurs="0"/>
                <xsd:element ref="ns5:MediaServiceLocation" minOccurs="0"/>
                <xsd:element ref="ns5:MediaServiceAutoKeyPoints" minOccurs="0"/>
                <xsd:element ref="ns5:MediaServiceKeyPoints" minOccurs="0"/>
                <xsd:element ref="ns5:MediaLengthInSeconds" minOccurs="0"/>
                <xsd:element ref="ns5:lcf76f155ced4ddcb4097134ff3c332f" minOccurs="0"/>
                <xsd:element ref="ns5:MediaServiceObjectDetectorVersions" minOccurs="0"/>
                <xsd:element ref="ns5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f6ce90-ba85-4ef2-b43f-c64448cd95e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Gedeeld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11a401-7a08-4527-8788-494121fc770f" elementFormDefault="qualified">
    <xsd:import namespace="http://schemas.microsoft.com/office/2006/documentManagement/types"/>
    <xsd:import namespace="http://schemas.microsoft.com/office/infopath/2007/PartnerControls"/>
    <xsd:element name="SharedWithDetails" ma:index="13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73e52c-07d4-4617-ab67-464747257e8d" elementFormDefault="qualified">
    <xsd:import namespace="http://schemas.microsoft.com/office/2006/documentManagement/types"/>
    <xsd:import namespace="http://schemas.microsoft.com/office/infopath/2007/PartnerControls"/>
    <xsd:element name="c6664f9864b54a78bdf9e6230de1c78b" ma:index="10" nillable="true" ma:taxonomy="true" ma:internalName="c6664f9864b54a78bdf9e6230de1c78b" ma:taxonomyFieldName="Saxion_Organisatie" ma:displayName="Organisatie" ma:fieldId="{c6664f98-64b5-4a78-bdf9-e6230de1c78b}" ma:sspId="ea23b583-fc58-4aef-a739-6987dbfb3358" ma:termSetId="f5ce510c-de11-4010-8708-f2f2dfd0e37c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6c94ed-1c5a-4e80-b43f-1a58143847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Afbeeldingtags" ma:readOnly="false" ma:fieldId="{5cf76f15-5ced-4ddc-b409-7134ff3c332f}" ma:taxonomyMulti="true" ma:sspId="ea23b583-fc58-4aef-a739-6987dbfb33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5CCE4B5-8CFF-4CD0-BF93-7C545FD699E7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6311a401-7a08-4527-8788-494121fc770f"/>
    <ds:schemaRef ds:uri="http://purl.org/dc/dcmitype/"/>
    <ds:schemaRef ds:uri="45f6ce90-ba85-4ef2-b43f-c64448cd95eb"/>
    <ds:schemaRef ds:uri="http://schemas.openxmlformats.org/package/2006/metadata/core-properties"/>
    <ds:schemaRef ds:uri="db6c94ed-1c5a-4e80-b43f-1a581438473c"/>
    <ds:schemaRef ds:uri="6c73e52c-07d4-4617-ab67-464747257e8d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9A21127-8839-42E6-B92C-0709C728EE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f6ce90-ba85-4ef2-b43f-c64448cd95eb"/>
    <ds:schemaRef ds:uri="6311a401-7a08-4527-8788-494121fc770f"/>
    <ds:schemaRef ds:uri="6c73e52c-07d4-4617-ab67-464747257e8d"/>
    <ds:schemaRef ds:uri="db6c94ed-1c5a-4e80-b43f-1a581438473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61F3E18-8454-4FF3-B463-0EDEBDFDDF7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Saxion_16-9_NL</Template>
  <TotalTime>0</TotalTime>
  <Words>877</Words>
  <Application>Microsoft Office PowerPoint</Application>
  <PresentationFormat>Widescreen</PresentationFormat>
  <Paragraphs>176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Arial</vt:lpstr>
      <vt:lpstr>Arial Black</vt:lpstr>
      <vt:lpstr>Calibri</vt:lpstr>
      <vt:lpstr>Cambria</vt:lpstr>
      <vt:lpstr>Cambria Math</vt:lpstr>
      <vt:lpstr>Saxion_16-9-NL</vt:lpstr>
      <vt:lpstr>Lesson 2: linear expressions and equations</vt:lpstr>
      <vt:lpstr>Linear relationship</vt:lpstr>
      <vt:lpstr>PowerPoint Presentation</vt:lpstr>
      <vt:lpstr>PowerPoint Presentation</vt:lpstr>
      <vt:lpstr>Slope</vt:lpstr>
      <vt:lpstr>PowerPoint Presentation</vt:lpstr>
      <vt:lpstr>Translation </vt:lpstr>
      <vt:lpstr>PowerPoint Presentation</vt:lpstr>
      <vt:lpstr>Line through a point with a given slope </vt:lpstr>
      <vt:lpstr>Line through two points</vt:lpstr>
      <vt:lpstr>Line through two points</vt:lpstr>
      <vt:lpstr>Line through two points</vt:lpstr>
      <vt:lpstr>Linear equations</vt:lpstr>
      <vt:lpstr>PowerPoint Presentation</vt:lpstr>
      <vt:lpstr>Intersection point with axis</vt:lpstr>
      <vt:lpstr>Intersection point with axis</vt:lpstr>
      <vt:lpstr>Two intersecting lines</vt:lpstr>
      <vt:lpstr>Implicit equation of a line</vt:lpstr>
      <vt:lpstr>Need more explanation and practice?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Marcello Millonzi</dc:creator>
  <cp:keywords>, docId:570AB85068E9B5BC865E5015D6E9C8B5</cp:keywords>
  <cp:lastModifiedBy>Marcello Millonzi</cp:lastModifiedBy>
  <cp:revision>1</cp:revision>
  <dcterms:created xsi:type="dcterms:W3CDTF">2024-09-04T08:23:10Z</dcterms:created>
  <dcterms:modified xsi:type="dcterms:W3CDTF">2024-09-20T14:24:41Z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0x010100AD8C4348C9359840B1BE688802E7FA66</vt:lpwstr>
  </property>
  <property fmtid="{D5CDD505-2E9C-101B-9397-08002B2CF9AE}" pid="3" name="Saxion_Organisatie">
    <vt:lpwstr/>
  </property>
  <property fmtid="{D5CDD505-2E9C-101B-9397-08002B2CF9AE}" pid="4" name="MediaServiceImageTags">
    <vt:lpwstr/>
  </property>
</Properties>
</file>